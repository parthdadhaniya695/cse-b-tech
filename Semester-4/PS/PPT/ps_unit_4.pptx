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1.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2.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8.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9.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20.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1.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2.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3.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4.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5.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6.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diagrams/data17.xml" ContentType="application/vnd.openxmlformats-officedocument.drawingml.diagramData+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51"/>
  </p:notesMasterIdLst>
  <p:handoutMasterIdLst>
    <p:handoutMasterId r:id="rId252"/>
  </p:handoutMasterIdLst>
  <p:sldIdLst>
    <p:sldId id="256" r:id="rId2"/>
    <p:sldId id="927" r:id="rId3"/>
    <p:sldId id="265" r:id="rId4"/>
    <p:sldId id="268" r:id="rId5"/>
    <p:sldId id="1251" r:id="rId6"/>
    <p:sldId id="928" r:id="rId7"/>
    <p:sldId id="856" r:id="rId8"/>
    <p:sldId id="929" r:id="rId9"/>
    <p:sldId id="931" r:id="rId10"/>
    <p:sldId id="932" r:id="rId11"/>
    <p:sldId id="933" r:id="rId12"/>
    <p:sldId id="257" r:id="rId13"/>
    <p:sldId id="721" r:id="rId14"/>
    <p:sldId id="934" r:id="rId15"/>
    <p:sldId id="935" r:id="rId16"/>
    <p:sldId id="936" r:id="rId17"/>
    <p:sldId id="939" r:id="rId18"/>
    <p:sldId id="940" r:id="rId19"/>
    <p:sldId id="941" r:id="rId20"/>
    <p:sldId id="942" r:id="rId21"/>
    <p:sldId id="947" r:id="rId22"/>
    <p:sldId id="943" r:id="rId23"/>
    <p:sldId id="944" r:id="rId24"/>
    <p:sldId id="948" r:id="rId25"/>
    <p:sldId id="945" r:id="rId26"/>
    <p:sldId id="949" r:id="rId27"/>
    <p:sldId id="946" r:id="rId28"/>
    <p:sldId id="950" r:id="rId29"/>
    <p:sldId id="951" r:id="rId30"/>
    <p:sldId id="952" r:id="rId31"/>
    <p:sldId id="953" r:id="rId32"/>
    <p:sldId id="955" r:id="rId33"/>
    <p:sldId id="1027" r:id="rId34"/>
    <p:sldId id="959" r:id="rId35"/>
    <p:sldId id="1022" r:id="rId36"/>
    <p:sldId id="1023" r:id="rId37"/>
    <p:sldId id="1024" r:id="rId38"/>
    <p:sldId id="1025" r:id="rId39"/>
    <p:sldId id="1026" r:id="rId40"/>
    <p:sldId id="961" r:id="rId41"/>
    <p:sldId id="1028" r:id="rId42"/>
    <p:sldId id="965" r:id="rId43"/>
    <p:sldId id="967" r:id="rId44"/>
    <p:sldId id="1021" r:id="rId45"/>
    <p:sldId id="969" r:id="rId46"/>
    <p:sldId id="971" r:id="rId47"/>
    <p:sldId id="972" r:id="rId48"/>
    <p:sldId id="973" r:id="rId49"/>
    <p:sldId id="974" r:id="rId50"/>
    <p:sldId id="976" r:id="rId51"/>
    <p:sldId id="977" r:id="rId52"/>
    <p:sldId id="978" r:id="rId53"/>
    <p:sldId id="979" r:id="rId54"/>
    <p:sldId id="1038" r:id="rId55"/>
    <p:sldId id="1039" r:id="rId56"/>
    <p:sldId id="1040" r:id="rId57"/>
    <p:sldId id="1041" r:id="rId58"/>
    <p:sldId id="1042" r:id="rId59"/>
    <p:sldId id="1043" r:id="rId60"/>
    <p:sldId id="1044" r:id="rId61"/>
    <p:sldId id="1045" r:id="rId62"/>
    <p:sldId id="1046" r:id="rId63"/>
    <p:sldId id="1047" r:id="rId64"/>
    <p:sldId id="1048" r:id="rId65"/>
    <p:sldId id="1049" r:id="rId66"/>
    <p:sldId id="1050" r:id="rId67"/>
    <p:sldId id="1051" r:id="rId68"/>
    <p:sldId id="1052" r:id="rId69"/>
    <p:sldId id="1053" r:id="rId70"/>
    <p:sldId id="1054" r:id="rId71"/>
    <p:sldId id="1055" r:id="rId72"/>
    <p:sldId id="1056" r:id="rId73"/>
    <p:sldId id="1057" r:id="rId74"/>
    <p:sldId id="1058" r:id="rId75"/>
    <p:sldId id="1059" r:id="rId76"/>
    <p:sldId id="1060" r:id="rId77"/>
    <p:sldId id="1061" r:id="rId78"/>
    <p:sldId id="1062" r:id="rId79"/>
    <p:sldId id="1063" r:id="rId80"/>
    <p:sldId id="1064" r:id="rId81"/>
    <p:sldId id="1065" r:id="rId82"/>
    <p:sldId id="1066" r:id="rId83"/>
    <p:sldId id="1067" r:id="rId84"/>
    <p:sldId id="1068" r:id="rId85"/>
    <p:sldId id="1069" r:id="rId86"/>
    <p:sldId id="1070" r:id="rId87"/>
    <p:sldId id="1071" r:id="rId88"/>
    <p:sldId id="1072" r:id="rId89"/>
    <p:sldId id="1073" r:id="rId90"/>
    <p:sldId id="1035" r:id="rId91"/>
    <p:sldId id="1036" r:id="rId92"/>
    <p:sldId id="1037" r:id="rId93"/>
    <p:sldId id="1074" r:id="rId94"/>
    <p:sldId id="1078" r:id="rId95"/>
    <p:sldId id="1079" r:id="rId96"/>
    <p:sldId id="1077" r:id="rId97"/>
    <p:sldId id="1080" r:id="rId98"/>
    <p:sldId id="1081" r:id="rId99"/>
    <p:sldId id="1083" r:id="rId100"/>
    <p:sldId id="1084" r:id="rId101"/>
    <p:sldId id="1085" r:id="rId102"/>
    <p:sldId id="1086" r:id="rId103"/>
    <p:sldId id="1087" r:id="rId104"/>
    <p:sldId id="1089" r:id="rId105"/>
    <p:sldId id="1090" r:id="rId106"/>
    <p:sldId id="1091" r:id="rId107"/>
    <p:sldId id="1092" r:id="rId108"/>
    <p:sldId id="1110" r:id="rId109"/>
    <p:sldId id="1093" r:id="rId110"/>
    <p:sldId id="1095" r:id="rId111"/>
    <p:sldId id="1112" r:id="rId112"/>
    <p:sldId id="1097" r:id="rId113"/>
    <p:sldId id="1100" r:id="rId114"/>
    <p:sldId id="1101" r:id="rId115"/>
    <p:sldId id="1102" r:id="rId116"/>
    <p:sldId id="1104" r:id="rId117"/>
    <p:sldId id="1109" r:id="rId118"/>
    <p:sldId id="1103" r:id="rId119"/>
    <p:sldId id="1106" r:id="rId120"/>
    <p:sldId id="1107" r:id="rId121"/>
    <p:sldId id="1108" r:id="rId122"/>
    <p:sldId id="1113" r:id="rId123"/>
    <p:sldId id="1114" r:id="rId124"/>
    <p:sldId id="1115" r:id="rId125"/>
    <p:sldId id="1116" r:id="rId126"/>
    <p:sldId id="1117" r:id="rId127"/>
    <p:sldId id="1118" r:id="rId128"/>
    <p:sldId id="1119" r:id="rId129"/>
    <p:sldId id="1120" r:id="rId130"/>
    <p:sldId id="1121" r:id="rId131"/>
    <p:sldId id="1122" r:id="rId132"/>
    <p:sldId id="1123" r:id="rId133"/>
    <p:sldId id="1124" r:id="rId134"/>
    <p:sldId id="1125" r:id="rId135"/>
    <p:sldId id="1126" r:id="rId136"/>
    <p:sldId id="1129" r:id="rId137"/>
    <p:sldId id="1127" r:id="rId138"/>
    <p:sldId id="1128" r:id="rId139"/>
    <p:sldId id="1130" r:id="rId140"/>
    <p:sldId id="1131" r:id="rId141"/>
    <p:sldId id="1132" r:id="rId142"/>
    <p:sldId id="1133" r:id="rId143"/>
    <p:sldId id="1134" r:id="rId144"/>
    <p:sldId id="1135" r:id="rId145"/>
    <p:sldId id="1148" r:id="rId146"/>
    <p:sldId id="1136" r:id="rId147"/>
    <p:sldId id="1137" r:id="rId148"/>
    <p:sldId id="1138" r:id="rId149"/>
    <p:sldId id="1141" r:id="rId150"/>
    <p:sldId id="1143" r:id="rId151"/>
    <p:sldId id="1144" r:id="rId152"/>
    <p:sldId id="1145" r:id="rId153"/>
    <p:sldId id="1146" r:id="rId154"/>
    <p:sldId id="1147" r:id="rId155"/>
    <p:sldId id="1149" r:id="rId156"/>
    <p:sldId id="1150" r:id="rId157"/>
    <p:sldId id="1151" r:id="rId158"/>
    <p:sldId id="1152" r:id="rId159"/>
    <p:sldId id="1155" r:id="rId160"/>
    <p:sldId id="1157" r:id="rId161"/>
    <p:sldId id="1158" r:id="rId162"/>
    <p:sldId id="1160" r:id="rId163"/>
    <p:sldId id="1161" r:id="rId164"/>
    <p:sldId id="1162" r:id="rId165"/>
    <p:sldId id="1163" r:id="rId166"/>
    <p:sldId id="1164" r:id="rId167"/>
    <p:sldId id="1165" r:id="rId168"/>
    <p:sldId id="1166" r:id="rId169"/>
    <p:sldId id="1167" r:id="rId170"/>
    <p:sldId id="1168" r:id="rId171"/>
    <p:sldId id="1169" r:id="rId172"/>
    <p:sldId id="1171" r:id="rId173"/>
    <p:sldId id="1172" r:id="rId174"/>
    <p:sldId id="1173" r:id="rId175"/>
    <p:sldId id="1174" r:id="rId176"/>
    <p:sldId id="1189" r:id="rId177"/>
    <p:sldId id="1188" r:id="rId178"/>
    <p:sldId id="1175" r:id="rId179"/>
    <p:sldId id="1176" r:id="rId180"/>
    <p:sldId id="1177" r:id="rId181"/>
    <p:sldId id="1192" r:id="rId182"/>
    <p:sldId id="1193" r:id="rId183"/>
    <p:sldId id="1178" r:id="rId184"/>
    <p:sldId id="1179" r:id="rId185"/>
    <p:sldId id="1180" r:id="rId186"/>
    <p:sldId id="1181" r:id="rId187"/>
    <p:sldId id="1182" r:id="rId188"/>
    <p:sldId id="1183" r:id="rId189"/>
    <p:sldId id="1191" r:id="rId190"/>
    <p:sldId id="1190" r:id="rId191"/>
    <p:sldId id="1184" r:id="rId192"/>
    <p:sldId id="1185" r:id="rId193"/>
    <p:sldId id="1186" r:id="rId194"/>
    <p:sldId id="1195" r:id="rId195"/>
    <p:sldId id="1196" r:id="rId196"/>
    <p:sldId id="1194" r:id="rId197"/>
    <p:sldId id="1197" r:id="rId198"/>
    <p:sldId id="1198" r:id="rId199"/>
    <p:sldId id="1200" r:id="rId200"/>
    <p:sldId id="1199" r:id="rId201"/>
    <p:sldId id="1201" r:id="rId202"/>
    <p:sldId id="1202" r:id="rId203"/>
    <p:sldId id="1204" r:id="rId204"/>
    <p:sldId id="1205" r:id="rId205"/>
    <p:sldId id="1206" r:id="rId206"/>
    <p:sldId id="1207" r:id="rId207"/>
    <p:sldId id="1208" r:id="rId208"/>
    <p:sldId id="1209" r:id="rId209"/>
    <p:sldId id="1210" r:id="rId210"/>
    <p:sldId id="1211" r:id="rId211"/>
    <p:sldId id="1212" r:id="rId212"/>
    <p:sldId id="1213" r:id="rId213"/>
    <p:sldId id="1214" r:id="rId214"/>
    <p:sldId id="1215" r:id="rId215"/>
    <p:sldId id="1216" r:id="rId216"/>
    <p:sldId id="1221" r:id="rId217"/>
    <p:sldId id="1217" r:id="rId218"/>
    <p:sldId id="1222" r:id="rId219"/>
    <p:sldId id="1218" r:id="rId220"/>
    <p:sldId id="1223" r:id="rId221"/>
    <p:sldId id="1219" r:id="rId222"/>
    <p:sldId id="1224" r:id="rId223"/>
    <p:sldId id="1220" r:id="rId224"/>
    <p:sldId id="1225" r:id="rId225"/>
    <p:sldId id="1226" r:id="rId226"/>
    <p:sldId id="1227" r:id="rId227"/>
    <p:sldId id="1228" r:id="rId228"/>
    <p:sldId id="1229" r:id="rId229"/>
    <p:sldId id="1230" r:id="rId230"/>
    <p:sldId id="1232" r:id="rId231"/>
    <p:sldId id="1233" r:id="rId232"/>
    <p:sldId id="1235" r:id="rId233"/>
    <p:sldId id="1231" r:id="rId234"/>
    <p:sldId id="1237" r:id="rId235"/>
    <p:sldId id="1238" r:id="rId236"/>
    <p:sldId id="1239" r:id="rId237"/>
    <p:sldId id="1240" r:id="rId238"/>
    <p:sldId id="1241" r:id="rId239"/>
    <p:sldId id="1242" r:id="rId240"/>
    <p:sldId id="1243" r:id="rId241"/>
    <p:sldId id="1244" r:id="rId242"/>
    <p:sldId id="1246" r:id="rId243"/>
    <p:sldId id="1247" r:id="rId244"/>
    <p:sldId id="1248" r:id="rId245"/>
    <p:sldId id="1249" r:id="rId246"/>
    <p:sldId id="1250" r:id="rId247"/>
    <p:sldId id="1236" r:id="rId248"/>
    <p:sldId id="938" r:id="rId249"/>
    <p:sldId id="267" r:id="rId250"/>
  </p:sldIdLst>
  <p:sldSz cx="12192000" cy="6858000"/>
  <p:notesSz cx="6858000" cy="9144000"/>
  <p:embeddedFontLst>
    <p:embeddedFont>
      <p:font typeface="Calibri" panose="020F0502020204030204" pitchFamily="34" charset="0"/>
      <p:regular r:id="rId253"/>
      <p:bold r:id="rId254"/>
      <p:italic r:id="rId255"/>
      <p:boldItalic r:id="rId256"/>
    </p:embeddedFont>
    <p:embeddedFont>
      <p:font typeface="Cambria" panose="02040503050406030204" pitchFamily="18" charset="0"/>
      <p:regular r:id="rId257"/>
      <p:bold r:id="rId258"/>
      <p:italic r:id="rId259"/>
      <p:boldItalic r:id="rId260"/>
    </p:embeddedFont>
    <p:embeddedFont>
      <p:font typeface="Cambria Math" panose="02040503050406030204" pitchFamily="18" charset="0"/>
      <p:regular r:id="rId261"/>
    </p:embeddedFont>
    <p:embeddedFont>
      <p:font typeface="Roboto Condensed" panose="02000000000000000000" pitchFamily="2" charset="0"/>
      <p:regular r:id="rId262"/>
      <p:bold r:id="rId263"/>
      <p:italic r:id="rId264"/>
      <p:boldItalic r:id="rId265"/>
    </p:embeddedFont>
    <p:embeddedFont>
      <p:font typeface="Roboto Condensed Light" panose="02000000000000000000" pitchFamily="2" charset="0"/>
      <p:regular r:id="rId266"/>
      <p:italic r:id="rId267"/>
    </p:embeddedFont>
    <p:embeddedFont>
      <p:font typeface="Wingdings 3" panose="05040102010807070707" pitchFamily="18" charset="2"/>
      <p:regular r:id="rId26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Q2AshHay9gSSYhQYSqFIlQ==" hashData="FvJJaxSl9IK6ORiXr/b1EHnI9Uk7YzfTbSPdnjNpdblVVMc3740PziizlgI4SLbRU4h7uzwsgvk4wAr7npqgcg=="/>
  <p:extLst>
    <p:ext uri="{521415D9-36F7-43E2-AB2F-B90AF26B5E84}">
      <p14:sectionLst xmlns:p14="http://schemas.microsoft.com/office/powerpoint/2010/main">
        <p14:section name="Unit - 4" id="{4C7717EA-605E-4A53-8581-8E510265544C}">
          <p14:sldIdLst>
            <p14:sldId id="256"/>
            <p14:sldId id="927"/>
            <p14:sldId id="265"/>
            <p14:sldId id="268"/>
            <p14:sldId id="1251"/>
          </p14:sldIdLst>
        </p14:section>
        <p14:section name="Introduction" id="{CD185292-C40A-467F-911E-8E1C149D83FC}">
          <p14:sldIdLst>
            <p14:sldId id="928"/>
            <p14:sldId id="856"/>
            <p14:sldId id="929"/>
            <p14:sldId id="931"/>
            <p14:sldId id="932"/>
            <p14:sldId id="933"/>
          </p14:sldIdLst>
        </p14:section>
        <p14:section name="Correlation" id="{8CC53D97-314C-45B5-853A-2CC60F1D0CA5}">
          <p14:sldIdLst>
            <p14:sldId id="257"/>
            <p14:sldId id="721"/>
            <p14:sldId id="934"/>
            <p14:sldId id="935"/>
            <p14:sldId id="936"/>
            <p14:sldId id="939"/>
            <p14:sldId id="940"/>
            <p14:sldId id="941"/>
            <p14:sldId id="942"/>
            <p14:sldId id="947"/>
            <p14:sldId id="943"/>
            <p14:sldId id="944"/>
            <p14:sldId id="948"/>
            <p14:sldId id="945"/>
            <p14:sldId id="949"/>
            <p14:sldId id="946"/>
            <p14:sldId id="950"/>
            <p14:sldId id="951"/>
          </p14:sldIdLst>
        </p14:section>
        <p14:section name="1- KPCC" id="{30A183AF-DFBE-48EB-856C-2F5E95A5A6B1}">
          <p14:sldIdLst>
            <p14:sldId id="952"/>
            <p14:sldId id="953"/>
            <p14:sldId id="955"/>
            <p14:sldId id="1027"/>
            <p14:sldId id="959"/>
            <p14:sldId id="1022"/>
            <p14:sldId id="1023"/>
            <p14:sldId id="1024"/>
            <p14:sldId id="1025"/>
            <p14:sldId id="1026"/>
            <p14:sldId id="961"/>
            <p14:sldId id="1028"/>
            <p14:sldId id="965"/>
            <p14:sldId id="967"/>
            <p14:sldId id="1021"/>
            <p14:sldId id="969"/>
            <p14:sldId id="971"/>
            <p14:sldId id="972"/>
            <p14:sldId id="973"/>
            <p14:sldId id="974"/>
            <p14:sldId id="976"/>
            <p14:sldId id="977"/>
            <p14:sldId id="978"/>
            <p14:sldId id="979"/>
          </p14:sldIdLst>
        </p14:section>
        <p14:section name="2-SRCC" id="{80CE98B6-7EA3-4385-8513-9A5E0A2232B9}">
          <p14:sldIdLst>
            <p14:sldId id="1038"/>
            <p14:sldId id="1039"/>
            <p14:sldId id="1040"/>
            <p14:sldId id="1041"/>
            <p14:sldId id="1042"/>
            <p14:sldId id="1043"/>
            <p14:sldId id="1044"/>
            <p14:sldId id="1045"/>
            <p14:sldId id="1046"/>
            <p14:sldId id="1047"/>
            <p14:sldId id="1048"/>
            <p14:sldId id="1049"/>
            <p14:sldId id="1050"/>
            <p14:sldId id="1051"/>
            <p14:sldId id="1052"/>
            <p14:sldId id="1053"/>
            <p14:sldId id="1054"/>
            <p14:sldId id="1055"/>
            <p14:sldId id="1056"/>
            <p14:sldId id="1057"/>
            <p14:sldId id="1058"/>
            <p14:sldId id="1059"/>
            <p14:sldId id="1060"/>
            <p14:sldId id="1061"/>
            <p14:sldId id="1062"/>
            <p14:sldId id="1063"/>
            <p14:sldId id="1064"/>
            <p14:sldId id="1065"/>
            <p14:sldId id="1066"/>
            <p14:sldId id="1067"/>
            <p14:sldId id="1068"/>
            <p14:sldId id="1069"/>
            <p14:sldId id="1070"/>
            <p14:sldId id="1071"/>
            <p14:sldId id="1072"/>
            <p14:sldId id="1073"/>
          </p14:sldIdLst>
        </p14:section>
        <p14:section name="Regression" id="{86CDC115-C9FB-4A0F-8842-BF20C88B4FD3}">
          <p14:sldIdLst>
            <p14:sldId id="1035"/>
            <p14:sldId id="1036"/>
            <p14:sldId id="1037"/>
            <p14:sldId id="1074"/>
            <p14:sldId id="1078"/>
            <p14:sldId id="1079"/>
            <p14:sldId id="1077"/>
          </p14:sldIdLst>
        </p14:section>
        <p14:section name="3-LR" id="{C9926ADF-BD8C-4205-903A-8E0B9412F898}">
          <p14:sldIdLst>
            <p14:sldId id="1080"/>
            <p14:sldId id="1081"/>
            <p14:sldId id="1083"/>
            <p14:sldId id="1084"/>
            <p14:sldId id="1085"/>
            <p14:sldId id="1086"/>
            <p14:sldId id="1087"/>
            <p14:sldId id="1089"/>
            <p14:sldId id="1090"/>
            <p14:sldId id="1091"/>
            <p14:sldId id="1092"/>
            <p14:sldId id="1110"/>
            <p14:sldId id="1093"/>
            <p14:sldId id="1095"/>
            <p14:sldId id="1112"/>
            <p14:sldId id="1097"/>
            <p14:sldId id="1100"/>
            <p14:sldId id="1101"/>
            <p14:sldId id="1102"/>
            <p14:sldId id="1104"/>
            <p14:sldId id="1109"/>
            <p14:sldId id="1103"/>
            <p14:sldId id="1106"/>
            <p14:sldId id="1107"/>
            <p14:sldId id="1108"/>
            <p14:sldId id="1113"/>
            <p14:sldId id="1114"/>
            <p14:sldId id="1115"/>
            <p14:sldId id="1116"/>
            <p14:sldId id="1117"/>
            <p14:sldId id="1118"/>
            <p14:sldId id="1119"/>
            <p14:sldId id="1120"/>
            <p14:sldId id="1121"/>
            <p14:sldId id="1122"/>
            <p14:sldId id="1123"/>
          </p14:sldIdLst>
        </p14:section>
        <p14:section name="Curve Fitting" id="{8FDE824F-B32F-4B88-AFB6-F4A667DA0523}">
          <p14:sldIdLst>
            <p14:sldId id="1124"/>
            <p14:sldId id="1125"/>
            <p14:sldId id="1126"/>
            <p14:sldId id="1129"/>
            <p14:sldId id="1127"/>
            <p14:sldId id="1128"/>
            <p14:sldId id="1130"/>
            <p14:sldId id="1131"/>
            <p14:sldId id="1132"/>
            <p14:sldId id="1133"/>
            <p14:sldId id="1134"/>
          </p14:sldIdLst>
        </p14:section>
        <p14:section name="4.1 - Straight Line" id="{FB1D5BCC-B6E2-4320-848E-FBFAC8B96358}">
          <p14:sldIdLst>
            <p14:sldId id="1135"/>
            <p14:sldId id="1148"/>
            <p14:sldId id="1136"/>
            <p14:sldId id="1137"/>
            <p14:sldId id="1138"/>
            <p14:sldId id="1141"/>
            <p14:sldId id="1143"/>
            <p14:sldId id="1144"/>
            <p14:sldId id="1145"/>
            <p14:sldId id="1146"/>
            <p14:sldId id="1147"/>
          </p14:sldIdLst>
        </p14:section>
        <p14:section name="4.2 - Parabola" id="{CCE54C23-3534-4B2E-8986-18E167D56D29}">
          <p14:sldIdLst>
            <p14:sldId id="1149"/>
            <p14:sldId id="1150"/>
            <p14:sldId id="1151"/>
            <p14:sldId id="1152"/>
            <p14:sldId id="1155"/>
            <p14:sldId id="1157"/>
            <p14:sldId id="1158"/>
            <p14:sldId id="1160"/>
            <p14:sldId id="1161"/>
            <p14:sldId id="1162"/>
            <p14:sldId id="1163"/>
            <p14:sldId id="1164"/>
            <p14:sldId id="1165"/>
            <p14:sldId id="1166"/>
            <p14:sldId id="1167"/>
            <p14:sldId id="1168"/>
            <p14:sldId id="1169"/>
            <p14:sldId id="1171"/>
            <p14:sldId id="1172"/>
          </p14:sldIdLst>
        </p14:section>
        <p14:section name="Hypothesis Testing" id="{08948495-83E0-4311-BE3D-CA00DF1C8916}">
          <p14:sldIdLst>
            <p14:sldId id="1173"/>
            <p14:sldId id="1174"/>
            <p14:sldId id="1189"/>
            <p14:sldId id="1188"/>
            <p14:sldId id="1175"/>
            <p14:sldId id="1176"/>
            <p14:sldId id="1177"/>
            <p14:sldId id="1192"/>
            <p14:sldId id="1193"/>
            <p14:sldId id="1178"/>
            <p14:sldId id="1179"/>
            <p14:sldId id="1180"/>
            <p14:sldId id="1181"/>
            <p14:sldId id="1182"/>
            <p14:sldId id="1183"/>
            <p14:sldId id="1191"/>
            <p14:sldId id="1190"/>
            <p14:sldId id="1184"/>
            <p14:sldId id="1185"/>
            <p14:sldId id="1186"/>
            <p14:sldId id="1195"/>
            <p14:sldId id="1196"/>
            <p14:sldId id="1194"/>
            <p14:sldId id="1197"/>
            <p14:sldId id="1198"/>
            <p14:sldId id="1200"/>
            <p14:sldId id="1199"/>
            <p14:sldId id="1201"/>
            <p14:sldId id="1202"/>
            <p14:sldId id="1204"/>
            <p14:sldId id="1205"/>
            <p14:sldId id="1206"/>
            <p14:sldId id="1207"/>
          </p14:sldIdLst>
        </p14:section>
        <p14:section name="5. TSP" id="{F16D25BF-9CFF-46E1-87DA-C2CD4C01766D}">
          <p14:sldIdLst>
            <p14:sldId id="1208"/>
            <p14:sldId id="1209"/>
            <p14:sldId id="1210"/>
            <p14:sldId id="1211"/>
            <p14:sldId id="1212"/>
            <p14:sldId id="1213"/>
            <p14:sldId id="1214"/>
            <p14:sldId id="1215"/>
            <p14:sldId id="1216"/>
            <p14:sldId id="1221"/>
            <p14:sldId id="1217"/>
            <p14:sldId id="1222"/>
            <p14:sldId id="1218"/>
            <p14:sldId id="1223"/>
            <p14:sldId id="1219"/>
            <p14:sldId id="1224"/>
            <p14:sldId id="1220"/>
            <p14:sldId id="1225"/>
          </p14:sldIdLst>
        </p14:section>
        <p14:section name="6. TDP" id="{5015CD25-CD3E-460B-83F5-EE3AC216B395}">
          <p14:sldIdLst>
            <p14:sldId id="1226"/>
            <p14:sldId id="1227"/>
            <p14:sldId id="1228"/>
            <p14:sldId id="1229"/>
            <p14:sldId id="1230"/>
            <p14:sldId id="1232"/>
            <p14:sldId id="1233"/>
            <p14:sldId id="1235"/>
            <p14:sldId id="1231"/>
            <p14:sldId id="1237"/>
            <p14:sldId id="1238"/>
            <p14:sldId id="1239"/>
            <p14:sldId id="1240"/>
            <p14:sldId id="1241"/>
            <p14:sldId id="1242"/>
            <p14:sldId id="1243"/>
            <p14:sldId id="1244"/>
            <p14:sldId id="1246"/>
            <p14:sldId id="1247"/>
            <p14:sldId id="1248"/>
            <p14:sldId id="1249"/>
            <p14:sldId id="1250"/>
            <p14:sldId id="1236"/>
          </p14:sldIdLst>
        </p14:section>
        <p14:section name="BACK Matters" id="{5261B279-8B1F-431E-A0E6-DA26617A469E}">
          <p14:sldIdLst>
            <p14:sldId id="938"/>
            <p14:sldId id="26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asujain39@gmail.com" initials="v" lastIdx="1" clrIdx="0">
    <p:extLst>
      <p:ext uri="{19B8F6BF-5375-455C-9EA6-DF929625EA0E}">
        <p15:presenceInfo xmlns:p15="http://schemas.microsoft.com/office/powerpoint/2012/main" userId="4e3c4d1726c659fc"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84742"/>
    <a:srgbClr val="B71B1C"/>
    <a:srgbClr val="FFFFFF"/>
    <a:srgbClr val="C00000"/>
    <a:srgbClr val="FF9801"/>
    <a:srgbClr val="99504D"/>
    <a:srgbClr val="F3E9E9"/>
    <a:srgbClr val="E6CFCF"/>
    <a:srgbClr val="B14440"/>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12" autoAdjust="0"/>
    <p:restoredTop sz="93447" autoAdjust="0"/>
  </p:normalViewPr>
  <p:slideViewPr>
    <p:cSldViewPr snapToGrid="0">
      <p:cViewPr>
        <p:scale>
          <a:sx n="33" d="100"/>
          <a:sy n="33" d="100"/>
        </p:scale>
        <p:origin x="1956" y="630"/>
      </p:cViewPr>
      <p:guideLst/>
    </p:cSldViewPr>
  </p:slideViewPr>
  <p:outlineViewPr>
    <p:cViewPr>
      <p:scale>
        <a:sx n="33" d="100"/>
        <a:sy n="33" d="100"/>
      </p:scale>
      <p:origin x="0" y="-228"/>
    </p:cViewPr>
  </p:outlineViewPr>
  <p:notesTextViewPr>
    <p:cViewPr>
      <p:scale>
        <a:sx n="1" d="1"/>
        <a:sy n="1" d="1"/>
      </p:scale>
      <p:origin x="0" y="0"/>
    </p:cViewPr>
  </p:notesTextViewPr>
  <p:sorterViewPr>
    <p:cViewPr>
      <p:scale>
        <a:sx n="100" d="100"/>
        <a:sy n="100" d="100"/>
      </p:scale>
      <p:origin x="0" y="-66"/>
    </p:cViewPr>
  </p:sorterViewPr>
  <p:notesViewPr>
    <p:cSldViewPr snapToGrid="0">
      <p:cViewPr varScale="1">
        <p:scale>
          <a:sx n="47" d="100"/>
          <a:sy n="47" d="100"/>
        </p:scale>
        <p:origin x="2040" y="36"/>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170" Type="http://schemas.openxmlformats.org/officeDocument/2006/relationships/slide" Target="slides/slide169.xml"/><Relationship Id="rId226" Type="http://schemas.openxmlformats.org/officeDocument/2006/relationships/slide" Target="slides/slide225.xml"/><Relationship Id="rId268" Type="http://schemas.openxmlformats.org/officeDocument/2006/relationships/font" Target="fonts/font16.fntdata"/><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58" Type="http://schemas.openxmlformats.org/officeDocument/2006/relationships/font" Target="fonts/font6.fntdata"/><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slide" Target="slides/slide247.xml"/><Relationship Id="rId269" Type="http://schemas.openxmlformats.org/officeDocument/2006/relationships/commentAuthors" Target="commentAuthors.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59" Type="http://schemas.openxmlformats.org/officeDocument/2006/relationships/font" Target="fonts/font7.fntdata"/><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presProps" Target="presProps.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font" Target="fonts/font8.fntdata"/><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slide" Target="slides/slide249.xml"/><Relationship Id="rId271" Type="http://schemas.openxmlformats.org/officeDocument/2006/relationships/viewProps" Target="viewProps.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261" Type="http://schemas.openxmlformats.org/officeDocument/2006/relationships/font" Target="fonts/font9.fntdata"/><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notesMaster" Target="notesMasters/notesMaster1.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72" Type="http://schemas.openxmlformats.org/officeDocument/2006/relationships/theme" Target="theme/theme1.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font" Target="fonts/font10.fntdata"/><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handoutMaster" Target="handoutMasters/handoutMaster1.xml"/><Relationship Id="rId273" Type="http://schemas.openxmlformats.org/officeDocument/2006/relationships/tableStyles" Target="tableStyles.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font" Target="fonts/font11.fntdata"/><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font" Target="fonts/font1.fntdata"/><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font" Target="fonts/font12.fntdata"/><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font" Target="fonts/font2.fntdata"/><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font" Target="fonts/font13.fntdata"/><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font" Target="fonts/font3.fntdata"/><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font" Target="fonts/font14.fntdata"/><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font" Target="fonts/font4.fntdata"/><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font" Target="fonts/font15.fntdata"/><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font" Target="fonts/font5.fntdata"/><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107" Type="http://schemas.openxmlformats.org/officeDocument/2006/relationships/slide" Target="slides/slide106.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s>
</file>

<file path=ppt/diagrams/_rels/data17.xml.rels><?xml version="1.0" encoding="UTF-8" standalone="yes"?>
<Relationships xmlns="http://schemas.openxmlformats.org/package/2006/relationships"><Relationship Id="rId2" Type="http://schemas.openxmlformats.org/officeDocument/2006/relationships/image" Target="../media/image5580.png"/><Relationship Id="rId1" Type="http://schemas.openxmlformats.org/officeDocument/2006/relationships/image" Target="../media/image5570.png"/></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079A4C1-3C93-4D5A-9651-95407BFB26ED}" type="doc">
      <dgm:prSet loTypeId="urn:microsoft.com/office/officeart/2008/layout/HorizontalMultiLevelHierarchy" loCatId="hierarchy" qsTypeId="urn:microsoft.com/office/officeart/2005/8/quickstyle/simple1" qsCatId="simple" csTypeId="urn:microsoft.com/office/officeart/2005/8/colors/colorful3" csCatId="colorful" phldr="1"/>
      <dgm:spPr/>
      <dgm:t>
        <a:bodyPr/>
        <a:lstStyle/>
        <a:p>
          <a:endParaRPr lang="en-US"/>
        </a:p>
      </dgm:t>
    </dgm:pt>
    <dgm:pt modelId="{8680DC92-1257-45D5-BECF-BF20FDCCA9D1}">
      <dgm:prSet phldrT="[Text]" custT="1"/>
      <dgm:spPr/>
      <dgm:t>
        <a:bodyPr/>
        <a:lstStyle/>
        <a:p>
          <a:r>
            <a:rPr lang="en-US" sz="2800" b="1" u="sng" dirty="0"/>
            <a:t>Correlation</a:t>
          </a:r>
          <a:endParaRPr lang="en-US" sz="2800" dirty="0"/>
        </a:p>
      </dgm:t>
    </dgm:pt>
    <dgm:pt modelId="{3417C868-A724-42F6-B651-BA3185C2C3A1}" type="parTrans" cxnId="{C3264938-D613-43B3-8918-74DD2E4453D4}">
      <dgm:prSet custT="1"/>
      <dgm:spPr/>
      <dgm:t>
        <a:bodyPr/>
        <a:lstStyle/>
        <a:p>
          <a:endParaRPr lang="en-US" sz="2800"/>
        </a:p>
      </dgm:t>
    </dgm:pt>
    <dgm:pt modelId="{A3548B26-5947-457E-A57E-220DFE74DA6A}" type="sibTrans" cxnId="{C3264938-D613-43B3-8918-74DD2E4453D4}">
      <dgm:prSet/>
      <dgm:spPr/>
      <dgm:t>
        <a:bodyPr/>
        <a:lstStyle/>
        <a:p>
          <a:endParaRPr lang="en-US"/>
        </a:p>
      </dgm:t>
    </dgm:pt>
    <dgm:pt modelId="{F7449D33-B6A8-4CD6-A586-40BE47D97267}">
      <dgm:prSet phldrT="[Text]" custT="1"/>
      <dgm:spPr>
        <a:solidFill>
          <a:srgbClr val="B14440"/>
        </a:solidFill>
      </dgm:spPr>
      <dgm:t>
        <a:bodyPr/>
        <a:lstStyle/>
        <a:p>
          <a:r>
            <a:rPr lang="en-US" sz="2800" dirty="0"/>
            <a:t>Correlation Coefficient</a:t>
          </a:r>
        </a:p>
      </dgm:t>
    </dgm:pt>
    <dgm:pt modelId="{4F426EBA-E6C6-483B-AB31-7366F8EC0E22}" type="parTrans" cxnId="{840F6936-AF91-47C2-A36B-E4FC842914F3}">
      <dgm:prSet custT="1"/>
      <dgm:spPr/>
      <dgm:t>
        <a:bodyPr/>
        <a:lstStyle/>
        <a:p>
          <a:endParaRPr lang="en-US" sz="2800"/>
        </a:p>
      </dgm:t>
    </dgm:pt>
    <dgm:pt modelId="{14B6A919-8B75-41D9-B8A0-765FB34F10B0}" type="sibTrans" cxnId="{840F6936-AF91-47C2-A36B-E4FC842914F3}">
      <dgm:prSet/>
      <dgm:spPr/>
      <dgm:t>
        <a:bodyPr/>
        <a:lstStyle/>
        <a:p>
          <a:endParaRPr lang="en-US"/>
        </a:p>
      </dgm:t>
    </dgm:pt>
    <dgm:pt modelId="{842B76EB-F4CD-45E4-BBD8-93F1594D4D21}">
      <dgm:prSet phldrT="[Text]" custT="1"/>
      <dgm:spPr>
        <a:solidFill>
          <a:srgbClr val="B14440"/>
        </a:solidFill>
      </dgm:spPr>
      <dgm:t>
        <a:bodyPr/>
        <a:lstStyle/>
        <a:p>
          <a:r>
            <a:rPr lang="en-US" sz="2800" dirty="0"/>
            <a:t>Rank Correlation Coefficient</a:t>
          </a:r>
        </a:p>
      </dgm:t>
    </dgm:pt>
    <dgm:pt modelId="{97C99F88-1113-4606-A985-6B0E16A574EA}" type="parTrans" cxnId="{02A92A56-E5BF-4DF6-A892-43B810EA0047}">
      <dgm:prSet custT="1"/>
      <dgm:spPr/>
      <dgm:t>
        <a:bodyPr/>
        <a:lstStyle/>
        <a:p>
          <a:endParaRPr lang="en-US" sz="2800"/>
        </a:p>
      </dgm:t>
    </dgm:pt>
    <dgm:pt modelId="{FBB790AE-4218-4CBC-A521-827F127C963B}" type="sibTrans" cxnId="{02A92A56-E5BF-4DF6-A892-43B810EA0047}">
      <dgm:prSet/>
      <dgm:spPr/>
      <dgm:t>
        <a:bodyPr/>
        <a:lstStyle/>
        <a:p>
          <a:endParaRPr lang="en-US"/>
        </a:p>
      </dgm:t>
    </dgm:pt>
    <dgm:pt modelId="{61EB6F59-122A-4C26-BBF2-18A5B4046500}">
      <dgm:prSet phldrT="[Text]" custT="1"/>
      <dgm:spPr/>
      <dgm:t>
        <a:bodyPr/>
        <a:lstStyle/>
        <a:p>
          <a:r>
            <a:rPr lang="en-US" sz="2800" b="1" u="sng" dirty="0"/>
            <a:t>Regression</a:t>
          </a:r>
          <a:endParaRPr lang="en-US" sz="2800" dirty="0"/>
        </a:p>
      </dgm:t>
    </dgm:pt>
    <dgm:pt modelId="{7E7C6667-12F3-42C2-9D84-71069A3003B9}" type="parTrans" cxnId="{72CDA216-8D57-44B9-86F5-34EAB6CD14D8}">
      <dgm:prSet custT="1"/>
      <dgm:spPr/>
      <dgm:t>
        <a:bodyPr/>
        <a:lstStyle/>
        <a:p>
          <a:endParaRPr lang="en-US" sz="2800"/>
        </a:p>
      </dgm:t>
    </dgm:pt>
    <dgm:pt modelId="{F6F709BC-0149-441F-9428-427742BB75C7}" type="sibTrans" cxnId="{72CDA216-8D57-44B9-86F5-34EAB6CD14D8}">
      <dgm:prSet/>
      <dgm:spPr/>
      <dgm:t>
        <a:bodyPr/>
        <a:lstStyle/>
        <a:p>
          <a:endParaRPr lang="en-US"/>
        </a:p>
      </dgm:t>
    </dgm:pt>
    <dgm:pt modelId="{46E796FA-2474-4E49-AFE7-AAAE1CEA45BE}">
      <dgm:prSet phldrT="[Text]" custT="1"/>
      <dgm:spPr>
        <a:solidFill>
          <a:schemeClr val="accent5"/>
        </a:solidFill>
      </dgm:spPr>
      <dgm:t>
        <a:bodyPr/>
        <a:lstStyle/>
        <a:p>
          <a:r>
            <a:rPr lang="en-US" sz="2800" dirty="0"/>
            <a:t>Linear Regression</a:t>
          </a:r>
        </a:p>
      </dgm:t>
    </dgm:pt>
    <dgm:pt modelId="{E674D85B-A739-49AD-9552-D7B5F1B4FB9B}" type="parTrans" cxnId="{31E814B0-E4A3-47EB-95F9-5502D4DAC0E5}">
      <dgm:prSet custT="1"/>
      <dgm:spPr/>
      <dgm:t>
        <a:bodyPr/>
        <a:lstStyle/>
        <a:p>
          <a:endParaRPr lang="en-US" sz="2800"/>
        </a:p>
      </dgm:t>
    </dgm:pt>
    <dgm:pt modelId="{0D2514D5-A045-48D8-913D-DEC6D438A5B0}" type="sibTrans" cxnId="{31E814B0-E4A3-47EB-95F9-5502D4DAC0E5}">
      <dgm:prSet/>
      <dgm:spPr/>
      <dgm:t>
        <a:bodyPr/>
        <a:lstStyle/>
        <a:p>
          <a:endParaRPr lang="en-US"/>
        </a:p>
      </dgm:t>
    </dgm:pt>
    <dgm:pt modelId="{FBD29332-4CA0-41AB-864F-0350E17D402B}">
      <dgm:prSet phldrT="[Text]" custT="1"/>
      <dgm:spPr/>
      <dgm:t>
        <a:bodyPr/>
        <a:lstStyle/>
        <a:p>
          <a:r>
            <a:rPr lang="en-US" sz="2800" b="1" dirty="0"/>
            <a:t>Inferential Statistics</a:t>
          </a:r>
          <a:endParaRPr lang="en-US" sz="2800" dirty="0"/>
        </a:p>
      </dgm:t>
    </dgm:pt>
    <dgm:pt modelId="{366FEED1-6023-4565-9DB3-5B5703D0BDDF}" type="sibTrans" cxnId="{E4ED6BA4-C269-4F25-AD5E-8777FBD175FF}">
      <dgm:prSet/>
      <dgm:spPr/>
      <dgm:t>
        <a:bodyPr/>
        <a:lstStyle/>
        <a:p>
          <a:endParaRPr lang="en-US"/>
        </a:p>
      </dgm:t>
    </dgm:pt>
    <dgm:pt modelId="{E814D2E7-91CD-4586-B24E-3D75B5A7650F}" type="parTrans" cxnId="{E4ED6BA4-C269-4F25-AD5E-8777FBD175FF}">
      <dgm:prSet/>
      <dgm:spPr/>
      <dgm:t>
        <a:bodyPr/>
        <a:lstStyle/>
        <a:p>
          <a:endParaRPr lang="en-US"/>
        </a:p>
      </dgm:t>
    </dgm:pt>
    <dgm:pt modelId="{B8455882-B697-448C-A885-BC5610532572}">
      <dgm:prSet custT="1"/>
      <dgm:spPr/>
      <dgm:t>
        <a:bodyPr/>
        <a:lstStyle/>
        <a:p>
          <a:r>
            <a:rPr lang="en-US" sz="2800" b="1" u="sng"/>
            <a:t>Hypothesis Testing</a:t>
          </a:r>
          <a:endParaRPr lang="en-US" sz="2800" dirty="0"/>
        </a:p>
      </dgm:t>
    </dgm:pt>
    <dgm:pt modelId="{CFB2BDC5-AB78-4EBF-B422-25487C6F0A58}" type="parTrans" cxnId="{0D218A89-8E93-4D2F-9067-EF3D1FC7D643}">
      <dgm:prSet custT="1"/>
      <dgm:spPr/>
      <dgm:t>
        <a:bodyPr/>
        <a:lstStyle/>
        <a:p>
          <a:endParaRPr lang="en-US" sz="2800"/>
        </a:p>
      </dgm:t>
    </dgm:pt>
    <dgm:pt modelId="{24574CD7-20E9-4931-8E7C-EA2933C5C849}" type="sibTrans" cxnId="{0D218A89-8E93-4D2F-9067-EF3D1FC7D643}">
      <dgm:prSet/>
      <dgm:spPr/>
      <dgm:t>
        <a:bodyPr/>
        <a:lstStyle/>
        <a:p>
          <a:endParaRPr lang="en-US"/>
        </a:p>
      </dgm:t>
    </dgm:pt>
    <dgm:pt modelId="{9ECA1A74-74DE-422F-B3EB-430DC84BB1DF}">
      <dgm:prSet custT="1"/>
      <dgm:spPr>
        <a:solidFill>
          <a:srgbClr val="B14440"/>
        </a:solidFill>
      </dgm:spPr>
      <dgm:t>
        <a:bodyPr/>
        <a:lstStyle/>
        <a:p>
          <a:r>
            <a:rPr lang="en-US" sz="2800" dirty="0"/>
            <a:t>t – Test</a:t>
          </a:r>
        </a:p>
      </dgm:t>
    </dgm:pt>
    <dgm:pt modelId="{D8B6B835-3335-4773-B4F5-E03F1D0369A6}" type="parTrans" cxnId="{FFB972B3-6848-4DB2-B247-40B7946CF98B}">
      <dgm:prSet custT="1"/>
      <dgm:spPr/>
      <dgm:t>
        <a:bodyPr/>
        <a:lstStyle/>
        <a:p>
          <a:endParaRPr lang="en-US" sz="2800"/>
        </a:p>
      </dgm:t>
    </dgm:pt>
    <dgm:pt modelId="{34F753CC-7DB0-4785-B8D1-3BBF79E6BF39}" type="sibTrans" cxnId="{FFB972B3-6848-4DB2-B247-40B7946CF98B}">
      <dgm:prSet/>
      <dgm:spPr/>
      <dgm:t>
        <a:bodyPr/>
        <a:lstStyle/>
        <a:p>
          <a:endParaRPr lang="en-US"/>
        </a:p>
      </dgm:t>
    </dgm:pt>
    <dgm:pt modelId="{FE52D16B-7FDB-4A92-82B4-D826878A6207}">
      <dgm:prSet custT="1"/>
      <dgm:spPr>
        <a:solidFill>
          <a:srgbClr val="B14440"/>
        </a:solidFill>
      </dgm:spPr>
      <dgm:t>
        <a:bodyPr/>
        <a:lstStyle/>
        <a:p>
          <a:r>
            <a:rPr lang="en-US" sz="2800" dirty="0"/>
            <a:t>Z - Test</a:t>
          </a:r>
        </a:p>
      </dgm:t>
    </dgm:pt>
    <dgm:pt modelId="{713BE23D-B197-4E8E-A097-1A35C32EE2EF}" type="parTrans" cxnId="{681562D8-8EFF-44B4-9D8A-B586FEF9A062}">
      <dgm:prSet custT="1"/>
      <dgm:spPr/>
      <dgm:t>
        <a:bodyPr/>
        <a:lstStyle/>
        <a:p>
          <a:endParaRPr lang="en-US" sz="2800"/>
        </a:p>
      </dgm:t>
    </dgm:pt>
    <dgm:pt modelId="{754A91A3-DB81-4E52-8C3E-F556936D5D0A}" type="sibTrans" cxnId="{681562D8-8EFF-44B4-9D8A-B586FEF9A062}">
      <dgm:prSet/>
      <dgm:spPr/>
      <dgm:t>
        <a:bodyPr/>
        <a:lstStyle/>
        <a:p>
          <a:endParaRPr lang="en-US"/>
        </a:p>
      </dgm:t>
    </dgm:pt>
    <dgm:pt modelId="{9EBD72D7-37BB-4A69-8D54-5432272F3921}">
      <dgm:prSet custT="1"/>
      <dgm:spPr>
        <a:solidFill>
          <a:schemeClr val="accent5"/>
        </a:solidFill>
      </dgm:spPr>
      <dgm:t>
        <a:bodyPr/>
        <a:lstStyle/>
        <a:p>
          <a:r>
            <a:rPr lang="en-US" sz="2800" dirty="0"/>
            <a:t>Curve Fitting</a:t>
          </a:r>
        </a:p>
      </dgm:t>
    </dgm:pt>
    <dgm:pt modelId="{8A8531B1-FF86-4E92-B693-88ABF7F0335B}" type="parTrans" cxnId="{D4557269-79D1-4757-B778-01B399EB2B06}">
      <dgm:prSet custT="1"/>
      <dgm:spPr/>
      <dgm:t>
        <a:bodyPr/>
        <a:lstStyle/>
        <a:p>
          <a:endParaRPr lang="en-US" sz="2800"/>
        </a:p>
      </dgm:t>
    </dgm:pt>
    <dgm:pt modelId="{ACFBB41D-C312-45A6-AB20-AA3763520D3C}" type="sibTrans" cxnId="{D4557269-79D1-4757-B778-01B399EB2B06}">
      <dgm:prSet/>
      <dgm:spPr/>
      <dgm:t>
        <a:bodyPr/>
        <a:lstStyle/>
        <a:p>
          <a:endParaRPr lang="en-US"/>
        </a:p>
      </dgm:t>
    </dgm:pt>
    <dgm:pt modelId="{45ACAF11-B915-40A8-A346-C55B09077967}">
      <dgm:prSet custT="1"/>
      <dgm:spPr>
        <a:solidFill>
          <a:srgbClr val="B14440"/>
        </a:solidFill>
      </dgm:spPr>
      <dgm:t>
        <a:bodyPr/>
        <a:lstStyle/>
        <a:p>
          <a:r>
            <a:rPr lang="en-US" sz="2800" dirty="0"/>
            <a:t>Chi Square Test</a:t>
          </a:r>
        </a:p>
      </dgm:t>
    </dgm:pt>
    <dgm:pt modelId="{231F99FA-5FD0-4577-8B00-2A410717DFCC}" type="parTrans" cxnId="{0012078E-1F57-426D-A4EC-C383A821D448}">
      <dgm:prSet custT="1"/>
      <dgm:spPr/>
      <dgm:t>
        <a:bodyPr/>
        <a:lstStyle/>
        <a:p>
          <a:endParaRPr lang="en-US" sz="2800"/>
        </a:p>
      </dgm:t>
    </dgm:pt>
    <dgm:pt modelId="{6D9701E4-EFA8-41A3-B65F-333A54FD62B7}" type="sibTrans" cxnId="{0012078E-1F57-426D-A4EC-C383A821D448}">
      <dgm:prSet/>
      <dgm:spPr/>
      <dgm:t>
        <a:bodyPr/>
        <a:lstStyle/>
        <a:p>
          <a:endParaRPr lang="en-US"/>
        </a:p>
      </dgm:t>
    </dgm:pt>
    <dgm:pt modelId="{4CE28A54-F955-4C2B-9DCC-E7A86991297C}">
      <dgm:prSet custT="1"/>
      <dgm:spPr>
        <a:solidFill>
          <a:srgbClr val="B14440"/>
        </a:solidFill>
      </dgm:spPr>
      <dgm:t>
        <a:bodyPr/>
        <a:lstStyle/>
        <a:p>
          <a:r>
            <a:rPr lang="en-US" sz="2800" dirty="0"/>
            <a:t>F - Test</a:t>
          </a:r>
        </a:p>
      </dgm:t>
    </dgm:pt>
    <dgm:pt modelId="{BEA6D1C5-75BD-433E-9689-0E110EEF3A61}" type="parTrans" cxnId="{B92D2EEB-3479-47AA-991E-B2C339446A4A}">
      <dgm:prSet custT="1"/>
      <dgm:spPr/>
      <dgm:t>
        <a:bodyPr/>
        <a:lstStyle/>
        <a:p>
          <a:endParaRPr lang="en-US" sz="2800"/>
        </a:p>
      </dgm:t>
    </dgm:pt>
    <dgm:pt modelId="{2C897EE9-50CA-4F76-B152-EF981CCAE2D3}" type="sibTrans" cxnId="{B92D2EEB-3479-47AA-991E-B2C339446A4A}">
      <dgm:prSet/>
      <dgm:spPr/>
      <dgm:t>
        <a:bodyPr/>
        <a:lstStyle/>
        <a:p>
          <a:endParaRPr lang="en-US"/>
        </a:p>
      </dgm:t>
    </dgm:pt>
    <dgm:pt modelId="{CEFC2427-EF18-4371-A878-286924A1C8D4}" type="pres">
      <dgm:prSet presAssocID="{E079A4C1-3C93-4D5A-9651-95407BFB26ED}" presName="Name0" presStyleCnt="0">
        <dgm:presLayoutVars>
          <dgm:chPref val="1"/>
          <dgm:dir/>
          <dgm:animOne val="branch"/>
          <dgm:animLvl val="lvl"/>
          <dgm:resizeHandles val="exact"/>
        </dgm:presLayoutVars>
      </dgm:prSet>
      <dgm:spPr/>
    </dgm:pt>
    <dgm:pt modelId="{E2216805-1922-4492-9731-5A585644B30E}" type="pres">
      <dgm:prSet presAssocID="{FBD29332-4CA0-41AB-864F-0350E17D402B}" presName="root1" presStyleCnt="0"/>
      <dgm:spPr/>
    </dgm:pt>
    <dgm:pt modelId="{5EC79A03-2E40-4B3C-96E6-A6483958B750}" type="pres">
      <dgm:prSet presAssocID="{FBD29332-4CA0-41AB-864F-0350E17D402B}" presName="LevelOneTextNode" presStyleLbl="node0" presStyleIdx="0" presStyleCnt="1">
        <dgm:presLayoutVars>
          <dgm:chPref val="3"/>
        </dgm:presLayoutVars>
      </dgm:prSet>
      <dgm:spPr/>
    </dgm:pt>
    <dgm:pt modelId="{E82C4A34-91BB-4D92-8B2C-E92ABD2A53AC}" type="pres">
      <dgm:prSet presAssocID="{FBD29332-4CA0-41AB-864F-0350E17D402B}" presName="level2hierChild" presStyleCnt="0"/>
      <dgm:spPr/>
    </dgm:pt>
    <dgm:pt modelId="{2BECC748-E082-4EF4-8FC7-EF79EC8DCB28}" type="pres">
      <dgm:prSet presAssocID="{3417C868-A724-42F6-B651-BA3185C2C3A1}" presName="conn2-1" presStyleLbl="parChTrans1D2" presStyleIdx="0" presStyleCnt="3"/>
      <dgm:spPr/>
    </dgm:pt>
    <dgm:pt modelId="{95EA7604-1BC4-4105-80BE-7591C4169EB9}" type="pres">
      <dgm:prSet presAssocID="{3417C868-A724-42F6-B651-BA3185C2C3A1}" presName="connTx" presStyleLbl="parChTrans1D2" presStyleIdx="0" presStyleCnt="3"/>
      <dgm:spPr/>
    </dgm:pt>
    <dgm:pt modelId="{6CB5666F-3126-45A9-AEE6-27C3D4C46E1E}" type="pres">
      <dgm:prSet presAssocID="{8680DC92-1257-45D5-BECF-BF20FDCCA9D1}" presName="root2" presStyleCnt="0"/>
      <dgm:spPr/>
    </dgm:pt>
    <dgm:pt modelId="{9D3A7FC3-4D44-4BA3-8A85-4C999FCFA295}" type="pres">
      <dgm:prSet presAssocID="{8680DC92-1257-45D5-BECF-BF20FDCCA9D1}" presName="LevelTwoTextNode" presStyleLbl="node2" presStyleIdx="0" presStyleCnt="3" custScaleX="165533">
        <dgm:presLayoutVars>
          <dgm:chPref val="3"/>
        </dgm:presLayoutVars>
      </dgm:prSet>
      <dgm:spPr/>
    </dgm:pt>
    <dgm:pt modelId="{9242891A-57A5-4084-AD1E-FA4F046BB9C4}" type="pres">
      <dgm:prSet presAssocID="{8680DC92-1257-45D5-BECF-BF20FDCCA9D1}" presName="level3hierChild" presStyleCnt="0"/>
      <dgm:spPr/>
    </dgm:pt>
    <dgm:pt modelId="{57CD5811-3B4C-4482-8E58-A7C78D76C43E}" type="pres">
      <dgm:prSet presAssocID="{4F426EBA-E6C6-483B-AB31-7366F8EC0E22}" presName="conn2-1" presStyleLbl="parChTrans1D3" presStyleIdx="0" presStyleCnt="8"/>
      <dgm:spPr/>
    </dgm:pt>
    <dgm:pt modelId="{D5A783E3-39D1-4FF4-BBB3-55E124822D6C}" type="pres">
      <dgm:prSet presAssocID="{4F426EBA-E6C6-483B-AB31-7366F8EC0E22}" presName="connTx" presStyleLbl="parChTrans1D3" presStyleIdx="0" presStyleCnt="8"/>
      <dgm:spPr/>
    </dgm:pt>
    <dgm:pt modelId="{C67CA43A-7DDD-4BA7-8200-369859F17185}" type="pres">
      <dgm:prSet presAssocID="{F7449D33-B6A8-4CD6-A586-40BE47D97267}" presName="root2" presStyleCnt="0"/>
      <dgm:spPr/>
    </dgm:pt>
    <dgm:pt modelId="{12FFADAC-4B4A-41BE-ACA9-1D15F1D55FF0}" type="pres">
      <dgm:prSet presAssocID="{F7449D33-B6A8-4CD6-A586-40BE47D97267}" presName="LevelTwoTextNode" presStyleLbl="node3" presStyleIdx="0" presStyleCnt="8" custScaleX="211473">
        <dgm:presLayoutVars>
          <dgm:chPref val="3"/>
        </dgm:presLayoutVars>
      </dgm:prSet>
      <dgm:spPr/>
    </dgm:pt>
    <dgm:pt modelId="{BDBF719F-D72B-432D-9A31-AE743D330FA8}" type="pres">
      <dgm:prSet presAssocID="{F7449D33-B6A8-4CD6-A586-40BE47D97267}" presName="level3hierChild" presStyleCnt="0"/>
      <dgm:spPr/>
    </dgm:pt>
    <dgm:pt modelId="{76E278D8-2DB1-4FBD-A027-8A43BA50C9AD}" type="pres">
      <dgm:prSet presAssocID="{97C99F88-1113-4606-A985-6B0E16A574EA}" presName="conn2-1" presStyleLbl="parChTrans1D3" presStyleIdx="1" presStyleCnt="8"/>
      <dgm:spPr/>
    </dgm:pt>
    <dgm:pt modelId="{70DF5645-DE9F-4D4B-A41A-F8330345CEB5}" type="pres">
      <dgm:prSet presAssocID="{97C99F88-1113-4606-A985-6B0E16A574EA}" presName="connTx" presStyleLbl="parChTrans1D3" presStyleIdx="1" presStyleCnt="8"/>
      <dgm:spPr/>
    </dgm:pt>
    <dgm:pt modelId="{5D66ED3D-CA5C-49C2-A025-38DD1B949E37}" type="pres">
      <dgm:prSet presAssocID="{842B76EB-F4CD-45E4-BBD8-93F1594D4D21}" presName="root2" presStyleCnt="0"/>
      <dgm:spPr/>
    </dgm:pt>
    <dgm:pt modelId="{F3FE7014-DCFD-416A-B907-1F15B85AD4CE}" type="pres">
      <dgm:prSet presAssocID="{842B76EB-F4CD-45E4-BBD8-93F1594D4D21}" presName="LevelTwoTextNode" presStyleLbl="node3" presStyleIdx="1" presStyleCnt="8" custScaleX="211473">
        <dgm:presLayoutVars>
          <dgm:chPref val="3"/>
        </dgm:presLayoutVars>
      </dgm:prSet>
      <dgm:spPr/>
    </dgm:pt>
    <dgm:pt modelId="{D3A04E53-B794-4C50-98DD-AD9BB43FC1A5}" type="pres">
      <dgm:prSet presAssocID="{842B76EB-F4CD-45E4-BBD8-93F1594D4D21}" presName="level3hierChild" presStyleCnt="0"/>
      <dgm:spPr/>
    </dgm:pt>
    <dgm:pt modelId="{1F977605-4724-4FAE-90A0-241B56E79D6C}" type="pres">
      <dgm:prSet presAssocID="{7E7C6667-12F3-42C2-9D84-71069A3003B9}" presName="conn2-1" presStyleLbl="parChTrans1D2" presStyleIdx="1" presStyleCnt="3"/>
      <dgm:spPr/>
    </dgm:pt>
    <dgm:pt modelId="{56BB601C-1261-4494-853B-DAC654959494}" type="pres">
      <dgm:prSet presAssocID="{7E7C6667-12F3-42C2-9D84-71069A3003B9}" presName="connTx" presStyleLbl="parChTrans1D2" presStyleIdx="1" presStyleCnt="3"/>
      <dgm:spPr/>
    </dgm:pt>
    <dgm:pt modelId="{070ECFE8-3D54-418E-97B1-83EEF894D4B5}" type="pres">
      <dgm:prSet presAssocID="{61EB6F59-122A-4C26-BBF2-18A5B4046500}" presName="root2" presStyleCnt="0"/>
      <dgm:spPr/>
    </dgm:pt>
    <dgm:pt modelId="{4FDC5538-ECFD-438B-898B-C8AAF6CB57B0}" type="pres">
      <dgm:prSet presAssocID="{61EB6F59-122A-4C26-BBF2-18A5B4046500}" presName="LevelTwoTextNode" presStyleLbl="node2" presStyleIdx="1" presStyleCnt="3" custScaleX="165533">
        <dgm:presLayoutVars>
          <dgm:chPref val="3"/>
        </dgm:presLayoutVars>
      </dgm:prSet>
      <dgm:spPr/>
    </dgm:pt>
    <dgm:pt modelId="{CEF83945-AE7F-45E6-86E0-163736C54110}" type="pres">
      <dgm:prSet presAssocID="{61EB6F59-122A-4C26-BBF2-18A5B4046500}" presName="level3hierChild" presStyleCnt="0"/>
      <dgm:spPr/>
    </dgm:pt>
    <dgm:pt modelId="{6948C841-4BA5-43C0-93EA-7EC2AFE16AEE}" type="pres">
      <dgm:prSet presAssocID="{E674D85B-A739-49AD-9552-D7B5F1B4FB9B}" presName="conn2-1" presStyleLbl="parChTrans1D3" presStyleIdx="2" presStyleCnt="8"/>
      <dgm:spPr/>
    </dgm:pt>
    <dgm:pt modelId="{C68642AB-C678-422F-8AD9-CEA2C6421B8D}" type="pres">
      <dgm:prSet presAssocID="{E674D85B-A739-49AD-9552-D7B5F1B4FB9B}" presName="connTx" presStyleLbl="parChTrans1D3" presStyleIdx="2" presStyleCnt="8"/>
      <dgm:spPr/>
    </dgm:pt>
    <dgm:pt modelId="{E517C6E1-2154-42A0-8EB6-EF7FC26F8106}" type="pres">
      <dgm:prSet presAssocID="{46E796FA-2474-4E49-AFE7-AAAE1CEA45BE}" presName="root2" presStyleCnt="0"/>
      <dgm:spPr/>
    </dgm:pt>
    <dgm:pt modelId="{E9BF5D78-4682-43FA-9D74-E79971406B7B}" type="pres">
      <dgm:prSet presAssocID="{46E796FA-2474-4E49-AFE7-AAAE1CEA45BE}" presName="LevelTwoTextNode" presStyleLbl="node3" presStyleIdx="2" presStyleCnt="8" custScaleX="211473">
        <dgm:presLayoutVars>
          <dgm:chPref val="3"/>
        </dgm:presLayoutVars>
      </dgm:prSet>
      <dgm:spPr/>
    </dgm:pt>
    <dgm:pt modelId="{44F4B21D-9C82-4805-9588-476E81A68BBF}" type="pres">
      <dgm:prSet presAssocID="{46E796FA-2474-4E49-AFE7-AAAE1CEA45BE}" presName="level3hierChild" presStyleCnt="0"/>
      <dgm:spPr/>
    </dgm:pt>
    <dgm:pt modelId="{57ED6F44-CA02-424C-8337-521C22BBA932}" type="pres">
      <dgm:prSet presAssocID="{8A8531B1-FF86-4E92-B693-88ABF7F0335B}" presName="conn2-1" presStyleLbl="parChTrans1D3" presStyleIdx="3" presStyleCnt="8"/>
      <dgm:spPr/>
    </dgm:pt>
    <dgm:pt modelId="{9A09662D-6226-4DB7-A1FB-7BD9E1AB34BB}" type="pres">
      <dgm:prSet presAssocID="{8A8531B1-FF86-4E92-B693-88ABF7F0335B}" presName="connTx" presStyleLbl="parChTrans1D3" presStyleIdx="3" presStyleCnt="8"/>
      <dgm:spPr/>
    </dgm:pt>
    <dgm:pt modelId="{68CC54D9-58D7-40E4-951E-A4477FACADCD}" type="pres">
      <dgm:prSet presAssocID="{9EBD72D7-37BB-4A69-8D54-5432272F3921}" presName="root2" presStyleCnt="0"/>
      <dgm:spPr/>
    </dgm:pt>
    <dgm:pt modelId="{053B944D-73A6-4CE8-9EE8-30270E92EE83}" type="pres">
      <dgm:prSet presAssocID="{9EBD72D7-37BB-4A69-8D54-5432272F3921}" presName="LevelTwoTextNode" presStyleLbl="node3" presStyleIdx="3" presStyleCnt="8" custScaleX="211473">
        <dgm:presLayoutVars>
          <dgm:chPref val="3"/>
        </dgm:presLayoutVars>
      </dgm:prSet>
      <dgm:spPr/>
    </dgm:pt>
    <dgm:pt modelId="{998CA988-72BB-48FA-B91B-CDB5AB4CD384}" type="pres">
      <dgm:prSet presAssocID="{9EBD72D7-37BB-4A69-8D54-5432272F3921}" presName="level3hierChild" presStyleCnt="0"/>
      <dgm:spPr/>
    </dgm:pt>
    <dgm:pt modelId="{0FAF362C-3BC9-4C3D-8C62-5A9965223D18}" type="pres">
      <dgm:prSet presAssocID="{CFB2BDC5-AB78-4EBF-B422-25487C6F0A58}" presName="conn2-1" presStyleLbl="parChTrans1D2" presStyleIdx="2" presStyleCnt="3"/>
      <dgm:spPr/>
    </dgm:pt>
    <dgm:pt modelId="{FB82F6E0-E172-4781-A966-6F3AB2735334}" type="pres">
      <dgm:prSet presAssocID="{CFB2BDC5-AB78-4EBF-B422-25487C6F0A58}" presName="connTx" presStyleLbl="parChTrans1D2" presStyleIdx="2" presStyleCnt="3"/>
      <dgm:spPr/>
    </dgm:pt>
    <dgm:pt modelId="{79FFA43B-65AC-4B9A-B812-0FAD03BEB425}" type="pres">
      <dgm:prSet presAssocID="{B8455882-B697-448C-A885-BC5610532572}" presName="root2" presStyleCnt="0"/>
      <dgm:spPr/>
    </dgm:pt>
    <dgm:pt modelId="{CD69D2F8-283B-4D0A-9743-B7F1464F6DB9}" type="pres">
      <dgm:prSet presAssocID="{B8455882-B697-448C-A885-BC5610532572}" presName="LevelTwoTextNode" presStyleLbl="node2" presStyleIdx="2" presStyleCnt="3" custScaleX="165533">
        <dgm:presLayoutVars>
          <dgm:chPref val="3"/>
        </dgm:presLayoutVars>
      </dgm:prSet>
      <dgm:spPr/>
    </dgm:pt>
    <dgm:pt modelId="{4307D5C9-CB72-4D64-B997-8EB24D365B6F}" type="pres">
      <dgm:prSet presAssocID="{B8455882-B697-448C-A885-BC5610532572}" presName="level3hierChild" presStyleCnt="0"/>
      <dgm:spPr/>
    </dgm:pt>
    <dgm:pt modelId="{3CB65087-B2C7-4512-B83C-EE7CB3255E2F}" type="pres">
      <dgm:prSet presAssocID="{713BE23D-B197-4E8E-A097-1A35C32EE2EF}" presName="conn2-1" presStyleLbl="parChTrans1D3" presStyleIdx="4" presStyleCnt="8"/>
      <dgm:spPr/>
    </dgm:pt>
    <dgm:pt modelId="{06AC4258-71B6-4F62-854B-0951A3F0087D}" type="pres">
      <dgm:prSet presAssocID="{713BE23D-B197-4E8E-A097-1A35C32EE2EF}" presName="connTx" presStyleLbl="parChTrans1D3" presStyleIdx="4" presStyleCnt="8"/>
      <dgm:spPr/>
    </dgm:pt>
    <dgm:pt modelId="{B6716283-71AE-4320-AC2C-E1BB2CB1ABBC}" type="pres">
      <dgm:prSet presAssocID="{FE52D16B-7FDB-4A92-82B4-D826878A6207}" presName="root2" presStyleCnt="0"/>
      <dgm:spPr/>
    </dgm:pt>
    <dgm:pt modelId="{674E6A40-A5B8-409A-8B13-3D8B52D023FD}" type="pres">
      <dgm:prSet presAssocID="{FE52D16B-7FDB-4A92-82B4-D826878A6207}" presName="LevelTwoTextNode" presStyleLbl="node3" presStyleIdx="4" presStyleCnt="8" custScaleX="211473">
        <dgm:presLayoutVars>
          <dgm:chPref val="3"/>
        </dgm:presLayoutVars>
      </dgm:prSet>
      <dgm:spPr/>
    </dgm:pt>
    <dgm:pt modelId="{24D18A2B-3C53-41EF-A26C-A446AACE9595}" type="pres">
      <dgm:prSet presAssocID="{FE52D16B-7FDB-4A92-82B4-D826878A6207}" presName="level3hierChild" presStyleCnt="0"/>
      <dgm:spPr/>
    </dgm:pt>
    <dgm:pt modelId="{59CE0662-B62E-4154-A706-48186BF21A37}" type="pres">
      <dgm:prSet presAssocID="{D8B6B835-3335-4773-B4F5-E03F1D0369A6}" presName="conn2-1" presStyleLbl="parChTrans1D3" presStyleIdx="5" presStyleCnt="8"/>
      <dgm:spPr/>
    </dgm:pt>
    <dgm:pt modelId="{4E1A96DE-D2B4-488D-BEC4-4E67FFEC6A13}" type="pres">
      <dgm:prSet presAssocID="{D8B6B835-3335-4773-B4F5-E03F1D0369A6}" presName="connTx" presStyleLbl="parChTrans1D3" presStyleIdx="5" presStyleCnt="8"/>
      <dgm:spPr/>
    </dgm:pt>
    <dgm:pt modelId="{3996BD34-3F9C-40F8-B751-76119A6BC168}" type="pres">
      <dgm:prSet presAssocID="{9ECA1A74-74DE-422F-B3EB-430DC84BB1DF}" presName="root2" presStyleCnt="0"/>
      <dgm:spPr/>
    </dgm:pt>
    <dgm:pt modelId="{7C2006F4-07A1-42B5-8DDB-95B737D4D6E5}" type="pres">
      <dgm:prSet presAssocID="{9ECA1A74-74DE-422F-B3EB-430DC84BB1DF}" presName="LevelTwoTextNode" presStyleLbl="node3" presStyleIdx="5" presStyleCnt="8" custScaleX="211473">
        <dgm:presLayoutVars>
          <dgm:chPref val="3"/>
        </dgm:presLayoutVars>
      </dgm:prSet>
      <dgm:spPr/>
    </dgm:pt>
    <dgm:pt modelId="{5C1E94D4-FCAB-4BDE-86A1-52798523DD7A}" type="pres">
      <dgm:prSet presAssocID="{9ECA1A74-74DE-422F-B3EB-430DC84BB1DF}" presName="level3hierChild" presStyleCnt="0"/>
      <dgm:spPr/>
    </dgm:pt>
    <dgm:pt modelId="{301F455A-5EF6-4365-AE49-7BEB79E8E1DF}" type="pres">
      <dgm:prSet presAssocID="{BEA6D1C5-75BD-433E-9689-0E110EEF3A61}" presName="conn2-1" presStyleLbl="parChTrans1D3" presStyleIdx="6" presStyleCnt="8"/>
      <dgm:spPr/>
    </dgm:pt>
    <dgm:pt modelId="{6482165B-FDF0-46D2-9B3B-4DEC3AD3D2BE}" type="pres">
      <dgm:prSet presAssocID="{BEA6D1C5-75BD-433E-9689-0E110EEF3A61}" presName="connTx" presStyleLbl="parChTrans1D3" presStyleIdx="6" presStyleCnt="8"/>
      <dgm:spPr/>
    </dgm:pt>
    <dgm:pt modelId="{67721E9F-458E-4834-A6A8-A4E04D94E1E0}" type="pres">
      <dgm:prSet presAssocID="{4CE28A54-F955-4C2B-9DCC-E7A86991297C}" presName="root2" presStyleCnt="0"/>
      <dgm:spPr/>
    </dgm:pt>
    <dgm:pt modelId="{1AB7745A-BC6D-4AEF-9413-09E9FD0BE70C}" type="pres">
      <dgm:prSet presAssocID="{4CE28A54-F955-4C2B-9DCC-E7A86991297C}" presName="LevelTwoTextNode" presStyleLbl="node3" presStyleIdx="6" presStyleCnt="8" custScaleX="211473">
        <dgm:presLayoutVars>
          <dgm:chPref val="3"/>
        </dgm:presLayoutVars>
      </dgm:prSet>
      <dgm:spPr/>
    </dgm:pt>
    <dgm:pt modelId="{0BDB334B-B057-45A5-B134-025749CDD4C1}" type="pres">
      <dgm:prSet presAssocID="{4CE28A54-F955-4C2B-9DCC-E7A86991297C}" presName="level3hierChild" presStyleCnt="0"/>
      <dgm:spPr/>
    </dgm:pt>
    <dgm:pt modelId="{F438BCAC-23C3-4932-AAB2-39310585EFF8}" type="pres">
      <dgm:prSet presAssocID="{231F99FA-5FD0-4577-8B00-2A410717DFCC}" presName="conn2-1" presStyleLbl="parChTrans1D3" presStyleIdx="7" presStyleCnt="8"/>
      <dgm:spPr/>
    </dgm:pt>
    <dgm:pt modelId="{1BCC73D7-BF41-4434-8691-BB6B371AC740}" type="pres">
      <dgm:prSet presAssocID="{231F99FA-5FD0-4577-8B00-2A410717DFCC}" presName="connTx" presStyleLbl="parChTrans1D3" presStyleIdx="7" presStyleCnt="8"/>
      <dgm:spPr/>
    </dgm:pt>
    <dgm:pt modelId="{F29B2872-7ACD-4106-BEA9-F6A4EC20B53D}" type="pres">
      <dgm:prSet presAssocID="{45ACAF11-B915-40A8-A346-C55B09077967}" presName="root2" presStyleCnt="0"/>
      <dgm:spPr/>
    </dgm:pt>
    <dgm:pt modelId="{CE060C20-7370-47A5-8DCB-2B795E09C899}" type="pres">
      <dgm:prSet presAssocID="{45ACAF11-B915-40A8-A346-C55B09077967}" presName="LevelTwoTextNode" presStyleLbl="node3" presStyleIdx="7" presStyleCnt="8" custScaleX="211473">
        <dgm:presLayoutVars>
          <dgm:chPref val="3"/>
        </dgm:presLayoutVars>
      </dgm:prSet>
      <dgm:spPr/>
    </dgm:pt>
    <dgm:pt modelId="{8210B729-DDE6-43DD-AFD3-0F7801BEF970}" type="pres">
      <dgm:prSet presAssocID="{45ACAF11-B915-40A8-A346-C55B09077967}" presName="level3hierChild" presStyleCnt="0"/>
      <dgm:spPr/>
    </dgm:pt>
  </dgm:ptLst>
  <dgm:cxnLst>
    <dgm:cxn modelId="{EB0B0509-EEFF-48A1-A535-7016916B4E4A}" type="presOf" srcId="{3417C868-A724-42F6-B651-BA3185C2C3A1}" destId="{2BECC748-E082-4EF4-8FC7-EF79EC8DCB28}" srcOrd="0" destOrd="0" presId="urn:microsoft.com/office/officeart/2008/layout/HorizontalMultiLevelHierarchy"/>
    <dgm:cxn modelId="{BA920B09-4F3B-4427-B81F-2B2BA94B0773}" type="presOf" srcId="{F7449D33-B6A8-4CD6-A586-40BE47D97267}" destId="{12FFADAC-4B4A-41BE-ACA9-1D15F1D55FF0}" srcOrd="0" destOrd="0" presId="urn:microsoft.com/office/officeart/2008/layout/HorizontalMultiLevelHierarchy"/>
    <dgm:cxn modelId="{12C2B40C-6B4F-4BDA-BBAF-07B35C0045E1}" type="presOf" srcId="{D8B6B835-3335-4773-B4F5-E03F1D0369A6}" destId="{59CE0662-B62E-4154-A706-48186BF21A37}" srcOrd="0" destOrd="0" presId="urn:microsoft.com/office/officeart/2008/layout/HorizontalMultiLevelHierarchy"/>
    <dgm:cxn modelId="{3A1A820D-3387-4C5D-8AB8-44E8EF298091}" type="presOf" srcId="{46E796FA-2474-4E49-AFE7-AAAE1CEA45BE}" destId="{E9BF5D78-4682-43FA-9D74-E79971406B7B}" srcOrd="0" destOrd="0" presId="urn:microsoft.com/office/officeart/2008/layout/HorizontalMultiLevelHierarchy"/>
    <dgm:cxn modelId="{126A2014-4536-46AA-A1E5-0E57CC021B41}" type="presOf" srcId="{8A8531B1-FF86-4E92-B693-88ABF7F0335B}" destId="{57ED6F44-CA02-424C-8337-521C22BBA932}" srcOrd="0" destOrd="0" presId="urn:microsoft.com/office/officeart/2008/layout/HorizontalMultiLevelHierarchy"/>
    <dgm:cxn modelId="{72CDA216-8D57-44B9-86F5-34EAB6CD14D8}" srcId="{FBD29332-4CA0-41AB-864F-0350E17D402B}" destId="{61EB6F59-122A-4C26-BBF2-18A5B4046500}" srcOrd="1" destOrd="0" parTransId="{7E7C6667-12F3-42C2-9D84-71069A3003B9}" sibTransId="{F6F709BC-0149-441F-9428-427742BB75C7}"/>
    <dgm:cxn modelId="{97FBDB1B-FD4E-4B5A-8064-A4CC3C00C645}" type="presOf" srcId="{CFB2BDC5-AB78-4EBF-B422-25487C6F0A58}" destId="{0FAF362C-3BC9-4C3D-8C62-5A9965223D18}" srcOrd="0" destOrd="0" presId="urn:microsoft.com/office/officeart/2008/layout/HorizontalMultiLevelHierarchy"/>
    <dgm:cxn modelId="{840F6936-AF91-47C2-A36B-E4FC842914F3}" srcId="{8680DC92-1257-45D5-BECF-BF20FDCCA9D1}" destId="{F7449D33-B6A8-4CD6-A586-40BE47D97267}" srcOrd="0" destOrd="0" parTransId="{4F426EBA-E6C6-483B-AB31-7366F8EC0E22}" sibTransId="{14B6A919-8B75-41D9-B8A0-765FB34F10B0}"/>
    <dgm:cxn modelId="{C3264938-D613-43B3-8918-74DD2E4453D4}" srcId="{FBD29332-4CA0-41AB-864F-0350E17D402B}" destId="{8680DC92-1257-45D5-BECF-BF20FDCCA9D1}" srcOrd="0" destOrd="0" parTransId="{3417C868-A724-42F6-B651-BA3185C2C3A1}" sibTransId="{A3548B26-5947-457E-A57E-220DFE74DA6A}"/>
    <dgm:cxn modelId="{782DC139-FBCE-4DB2-B55D-7A8B0497F834}" type="presOf" srcId="{231F99FA-5FD0-4577-8B00-2A410717DFCC}" destId="{1BCC73D7-BF41-4434-8691-BB6B371AC740}" srcOrd="1" destOrd="0" presId="urn:microsoft.com/office/officeart/2008/layout/HorizontalMultiLevelHierarchy"/>
    <dgm:cxn modelId="{7F622C3C-7964-4CBF-B68D-D15CA8393A5A}" type="presOf" srcId="{61EB6F59-122A-4C26-BBF2-18A5B4046500}" destId="{4FDC5538-ECFD-438B-898B-C8AAF6CB57B0}" srcOrd="0" destOrd="0" presId="urn:microsoft.com/office/officeart/2008/layout/HorizontalMultiLevelHierarchy"/>
    <dgm:cxn modelId="{8E52D93C-5720-47C6-80C7-922D7B6EFE71}" type="presOf" srcId="{3417C868-A724-42F6-B651-BA3185C2C3A1}" destId="{95EA7604-1BC4-4105-80BE-7591C4169EB9}" srcOrd="1" destOrd="0" presId="urn:microsoft.com/office/officeart/2008/layout/HorizontalMultiLevelHierarchy"/>
    <dgm:cxn modelId="{56423A3E-9506-4C8F-A235-C52666980422}" type="presOf" srcId="{8A8531B1-FF86-4E92-B693-88ABF7F0335B}" destId="{9A09662D-6226-4DB7-A1FB-7BD9E1AB34BB}" srcOrd="1" destOrd="0" presId="urn:microsoft.com/office/officeart/2008/layout/HorizontalMultiLevelHierarchy"/>
    <dgm:cxn modelId="{98493E40-8932-4501-9FFB-E605892DB4E6}" type="presOf" srcId="{97C99F88-1113-4606-A985-6B0E16A574EA}" destId="{70DF5645-DE9F-4D4B-A41A-F8330345CEB5}" srcOrd="1" destOrd="0" presId="urn:microsoft.com/office/officeart/2008/layout/HorizontalMultiLevelHierarchy"/>
    <dgm:cxn modelId="{6E98245C-9661-472D-9EE9-5C40B39A0BB3}" type="presOf" srcId="{BEA6D1C5-75BD-433E-9689-0E110EEF3A61}" destId="{6482165B-FDF0-46D2-9B3B-4DEC3AD3D2BE}" srcOrd="1" destOrd="0" presId="urn:microsoft.com/office/officeart/2008/layout/HorizontalMultiLevelHierarchy"/>
    <dgm:cxn modelId="{72C9FA60-43E8-47EE-AAC5-13E225D95C0D}" type="presOf" srcId="{713BE23D-B197-4E8E-A097-1A35C32EE2EF}" destId="{3CB65087-B2C7-4512-B83C-EE7CB3255E2F}" srcOrd="0" destOrd="0" presId="urn:microsoft.com/office/officeart/2008/layout/HorizontalMultiLevelHierarchy"/>
    <dgm:cxn modelId="{0E0E2342-F6D4-41CB-B3E3-3A514859687D}" type="presOf" srcId="{E674D85B-A739-49AD-9552-D7B5F1B4FB9B}" destId="{C68642AB-C678-422F-8AD9-CEA2C6421B8D}" srcOrd="1" destOrd="0" presId="urn:microsoft.com/office/officeart/2008/layout/HorizontalMultiLevelHierarchy"/>
    <dgm:cxn modelId="{D4557269-79D1-4757-B778-01B399EB2B06}" srcId="{61EB6F59-122A-4C26-BBF2-18A5B4046500}" destId="{9EBD72D7-37BB-4A69-8D54-5432272F3921}" srcOrd="1" destOrd="0" parTransId="{8A8531B1-FF86-4E92-B693-88ABF7F0335B}" sibTransId="{ACFBB41D-C312-45A6-AB20-AA3763520D3C}"/>
    <dgm:cxn modelId="{00B17D4B-C39A-4721-9DAA-C2F064CF885E}" type="presOf" srcId="{FBD29332-4CA0-41AB-864F-0350E17D402B}" destId="{5EC79A03-2E40-4B3C-96E6-A6483958B750}" srcOrd="0" destOrd="0" presId="urn:microsoft.com/office/officeart/2008/layout/HorizontalMultiLevelHierarchy"/>
    <dgm:cxn modelId="{1299384C-6F89-4ED3-AE6F-CE7F50D8DCC1}" type="presOf" srcId="{BEA6D1C5-75BD-433E-9689-0E110EEF3A61}" destId="{301F455A-5EF6-4365-AE49-7BEB79E8E1DF}" srcOrd="0" destOrd="0" presId="urn:microsoft.com/office/officeart/2008/layout/HorizontalMultiLevelHierarchy"/>
    <dgm:cxn modelId="{0FF8BB73-5B86-4586-90A8-C2538A78CAC0}" type="presOf" srcId="{7E7C6667-12F3-42C2-9D84-71069A3003B9}" destId="{56BB601C-1261-4494-853B-DAC654959494}" srcOrd="1" destOrd="0" presId="urn:microsoft.com/office/officeart/2008/layout/HorizontalMultiLevelHierarchy"/>
    <dgm:cxn modelId="{02A92A56-E5BF-4DF6-A892-43B810EA0047}" srcId="{8680DC92-1257-45D5-BECF-BF20FDCCA9D1}" destId="{842B76EB-F4CD-45E4-BBD8-93F1594D4D21}" srcOrd="1" destOrd="0" parTransId="{97C99F88-1113-4606-A985-6B0E16A574EA}" sibTransId="{FBB790AE-4218-4CBC-A521-827F127C963B}"/>
    <dgm:cxn modelId="{0D218A89-8E93-4D2F-9067-EF3D1FC7D643}" srcId="{FBD29332-4CA0-41AB-864F-0350E17D402B}" destId="{B8455882-B697-448C-A885-BC5610532572}" srcOrd="2" destOrd="0" parTransId="{CFB2BDC5-AB78-4EBF-B422-25487C6F0A58}" sibTransId="{24574CD7-20E9-4931-8E7C-EA2933C5C849}"/>
    <dgm:cxn modelId="{622C8E8D-7CE4-4CC7-863B-7D56E68A80EA}" type="presOf" srcId="{7E7C6667-12F3-42C2-9D84-71069A3003B9}" destId="{1F977605-4724-4FAE-90A0-241B56E79D6C}" srcOrd="0" destOrd="0" presId="urn:microsoft.com/office/officeart/2008/layout/HorizontalMultiLevelHierarchy"/>
    <dgm:cxn modelId="{0012078E-1F57-426D-A4EC-C383A821D448}" srcId="{B8455882-B697-448C-A885-BC5610532572}" destId="{45ACAF11-B915-40A8-A346-C55B09077967}" srcOrd="3" destOrd="0" parTransId="{231F99FA-5FD0-4577-8B00-2A410717DFCC}" sibTransId="{6D9701E4-EFA8-41A3-B65F-333A54FD62B7}"/>
    <dgm:cxn modelId="{5113C38F-30E2-4A47-BF73-035E8DFB0F22}" type="presOf" srcId="{CFB2BDC5-AB78-4EBF-B422-25487C6F0A58}" destId="{FB82F6E0-E172-4781-A966-6F3AB2735334}" srcOrd="1" destOrd="0" presId="urn:microsoft.com/office/officeart/2008/layout/HorizontalMultiLevelHierarchy"/>
    <dgm:cxn modelId="{7C4E3091-E866-437A-82E6-1F85D42B96BB}" type="presOf" srcId="{B8455882-B697-448C-A885-BC5610532572}" destId="{CD69D2F8-283B-4D0A-9743-B7F1464F6DB9}" srcOrd="0" destOrd="0" presId="urn:microsoft.com/office/officeart/2008/layout/HorizontalMultiLevelHierarchy"/>
    <dgm:cxn modelId="{E4ED6BA4-C269-4F25-AD5E-8777FBD175FF}" srcId="{E079A4C1-3C93-4D5A-9651-95407BFB26ED}" destId="{FBD29332-4CA0-41AB-864F-0350E17D402B}" srcOrd="0" destOrd="0" parTransId="{E814D2E7-91CD-4586-B24E-3D75B5A7650F}" sibTransId="{366FEED1-6023-4565-9DB3-5B5703D0BDDF}"/>
    <dgm:cxn modelId="{D4B029A9-36E6-4EC0-B339-F90E55659C6F}" type="presOf" srcId="{97C99F88-1113-4606-A985-6B0E16A574EA}" destId="{76E278D8-2DB1-4FBD-A027-8A43BA50C9AD}" srcOrd="0" destOrd="0" presId="urn:microsoft.com/office/officeart/2008/layout/HorizontalMultiLevelHierarchy"/>
    <dgm:cxn modelId="{688F12AB-E7FB-44FA-8B1B-161FDE78FB1C}" type="presOf" srcId="{9ECA1A74-74DE-422F-B3EB-430DC84BB1DF}" destId="{7C2006F4-07A1-42B5-8DDB-95B737D4D6E5}" srcOrd="0" destOrd="0" presId="urn:microsoft.com/office/officeart/2008/layout/HorizontalMultiLevelHierarchy"/>
    <dgm:cxn modelId="{D2F392AB-E377-4C42-A77C-D204EE90AFC2}" type="presOf" srcId="{842B76EB-F4CD-45E4-BBD8-93F1594D4D21}" destId="{F3FE7014-DCFD-416A-B907-1F15B85AD4CE}" srcOrd="0" destOrd="0" presId="urn:microsoft.com/office/officeart/2008/layout/HorizontalMultiLevelHierarchy"/>
    <dgm:cxn modelId="{DC4D9BAE-C7AE-4255-88CE-E54AFAE433DF}" type="presOf" srcId="{D8B6B835-3335-4773-B4F5-E03F1D0369A6}" destId="{4E1A96DE-D2B4-488D-BEC4-4E67FFEC6A13}" srcOrd="1" destOrd="0" presId="urn:microsoft.com/office/officeart/2008/layout/HorizontalMultiLevelHierarchy"/>
    <dgm:cxn modelId="{31E814B0-E4A3-47EB-95F9-5502D4DAC0E5}" srcId="{61EB6F59-122A-4C26-BBF2-18A5B4046500}" destId="{46E796FA-2474-4E49-AFE7-AAAE1CEA45BE}" srcOrd="0" destOrd="0" parTransId="{E674D85B-A739-49AD-9552-D7B5F1B4FB9B}" sibTransId="{0D2514D5-A045-48D8-913D-DEC6D438A5B0}"/>
    <dgm:cxn modelId="{813011B1-69D6-451B-893D-C248FD5E6A74}" type="presOf" srcId="{4F426EBA-E6C6-483B-AB31-7366F8EC0E22}" destId="{57CD5811-3B4C-4482-8E58-A7C78D76C43E}" srcOrd="0" destOrd="0" presId="urn:microsoft.com/office/officeart/2008/layout/HorizontalMultiLevelHierarchy"/>
    <dgm:cxn modelId="{B9E738B1-12AB-4445-AA78-079C5D8AF743}" type="presOf" srcId="{E674D85B-A739-49AD-9552-D7B5F1B4FB9B}" destId="{6948C841-4BA5-43C0-93EA-7EC2AFE16AEE}" srcOrd="0" destOrd="0" presId="urn:microsoft.com/office/officeart/2008/layout/HorizontalMultiLevelHierarchy"/>
    <dgm:cxn modelId="{FFB972B3-6848-4DB2-B247-40B7946CF98B}" srcId="{B8455882-B697-448C-A885-BC5610532572}" destId="{9ECA1A74-74DE-422F-B3EB-430DC84BB1DF}" srcOrd="1" destOrd="0" parTransId="{D8B6B835-3335-4773-B4F5-E03F1D0369A6}" sibTransId="{34F753CC-7DB0-4785-B8D1-3BBF79E6BF39}"/>
    <dgm:cxn modelId="{3AA6AEB3-344A-4353-B99C-C389ADB06630}" type="presOf" srcId="{E079A4C1-3C93-4D5A-9651-95407BFB26ED}" destId="{CEFC2427-EF18-4371-A878-286924A1C8D4}" srcOrd="0" destOrd="0" presId="urn:microsoft.com/office/officeart/2008/layout/HorizontalMultiLevelHierarchy"/>
    <dgm:cxn modelId="{DC99B0B7-DE0C-4688-ADFB-3083E74DF52E}" type="presOf" srcId="{4F426EBA-E6C6-483B-AB31-7366F8EC0E22}" destId="{D5A783E3-39D1-4FF4-BBB3-55E124822D6C}" srcOrd="1" destOrd="0" presId="urn:microsoft.com/office/officeart/2008/layout/HorizontalMultiLevelHierarchy"/>
    <dgm:cxn modelId="{7895AEBD-6F53-42A2-B63C-F176EDBA0E30}" type="presOf" srcId="{45ACAF11-B915-40A8-A346-C55B09077967}" destId="{CE060C20-7370-47A5-8DCB-2B795E09C899}" srcOrd="0" destOrd="0" presId="urn:microsoft.com/office/officeart/2008/layout/HorizontalMultiLevelHierarchy"/>
    <dgm:cxn modelId="{3B16B0BF-2C32-47A3-AAFB-3227E78E5C7B}" type="presOf" srcId="{231F99FA-5FD0-4577-8B00-2A410717DFCC}" destId="{F438BCAC-23C3-4932-AAB2-39310585EFF8}" srcOrd="0" destOrd="0" presId="urn:microsoft.com/office/officeart/2008/layout/HorizontalMultiLevelHierarchy"/>
    <dgm:cxn modelId="{681562D8-8EFF-44B4-9D8A-B586FEF9A062}" srcId="{B8455882-B697-448C-A885-BC5610532572}" destId="{FE52D16B-7FDB-4A92-82B4-D826878A6207}" srcOrd="0" destOrd="0" parTransId="{713BE23D-B197-4E8E-A097-1A35C32EE2EF}" sibTransId="{754A91A3-DB81-4E52-8C3E-F556936D5D0A}"/>
    <dgm:cxn modelId="{677E62E1-C179-4A55-A536-5D8F886580D0}" type="presOf" srcId="{9EBD72D7-37BB-4A69-8D54-5432272F3921}" destId="{053B944D-73A6-4CE8-9EE8-30270E92EE83}" srcOrd="0" destOrd="0" presId="urn:microsoft.com/office/officeart/2008/layout/HorizontalMultiLevelHierarchy"/>
    <dgm:cxn modelId="{334489E5-27FD-43A1-B843-EE9D271CEA51}" type="presOf" srcId="{FE52D16B-7FDB-4A92-82B4-D826878A6207}" destId="{674E6A40-A5B8-409A-8B13-3D8B52D023FD}" srcOrd="0" destOrd="0" presId="urn:microsoft.com/office/officeart/2008/layout/HorizontalMultiLevelHierarchy"/>
    <dgm:cxn modelId="{B92D2EEB-3479-47AA-991E-B2C339446A4A}" srcId="{B8455882-B697-448C-A885-BC5610532572}" destId="{4CE28A54-F955-4C2B-9DCC-E7A86991297C}" srcOrd="2" destOrd="0" parTransId="{BEA6D1C5-75BD-433E-9689-0E110EEF3A61}" sibTransId="{2C897EE9-50CA-4F76-B152-EF981CCAE2D3}"/>
    <dgm:cxn modelId="{A0C6DBEF-0415-446A-9941-EB641CA738D0}" type="presOf" srcId="{4CE28A54-F955-4C2B-9DCC-E7A86991297C}" destId="{1AB7745A-BC6D-4AEF-9413-09E9FD0BE70C}" srcOrd="0" destOrd="0" presId="urn:microsoft.com/office/officeart/2008/layout/HorizontalMultiLevelHierarchy"/>
    <dgm:cxn modelId="{78C0DBF3-A16C-4FF4-B4F2-3A5293ACC0D4}" type="presOf" srcId="{8680DC92-1257-45D5-BECF-BF20FDCCA9D1}" destId="{9D3A7FC3-4D44-4BA3-8A85-4C999FCFA295}" srcOrd="0" destOrd="0" presId="urn:microsoft.com/office/officeart/2008/layout/HorizontalMultiLevelHierarchy"/>
    <dgm:cxn modelId="{1460C1FC-8DE1-476D-9B81-CD0657115D61}" type="presOf" srcId="{713BE23D-B197-4E8E-A097-1A35C32EE2EF}" destId="{06AC4258-71B6-4F62-854B-0951A3F0087D}" srcOrd="1" destOrd="0" presId="urn:microsoft.com/office/officeart/2008/layout/HorizontalMultiLevelHierarchy"/>
    <dgm:cxn modelId="{CC9B644E-8AE8-4B2D-8557-64B96A7AB823}" type="presParOf" srcId="{CEFC2427-EF18-4371-A878-286924A1C8D4}" destId="{E2216805-1922-4492-9731-5A585644B30E}" srcOrd="0" destOrd="0" presId="urn:microsoft.com/office/officeart/2008/layout/HorizontalMultiLevelHierarchy"/>
    <dgm:cxn modelId="{278BC13B-69A4-4322-8251-B0F579928F5D}" type="presParOf" srcId="{E2216805-1922-4492-9731-5A585644B30E}" destId="{5EC79A03-2E40-4B3C-96E6-A6483958B750}" srcOrd="0" destOrd="0" presId="urn:microsoft.com/office/officeart/2008/layout/HorizontalMultiLevelHierarchy"/>
    <dgm:cxn modelId="{60067EE8-7970-4A40-BBDD-2218D9DE581B}" type="presParOf" srcId="{E2216805-1922-4492-9731-5A585644B30E}" destId="{E82C4A34-91BB-4D92-8B2C-E92ABD2A53AC}" srcOrd="1" destOrd="0" presId="urn:microsoft.com/office/officeart/2008/layout/HorizontalMultiLevelHierarchy"/>
    <dgm:cxn modelId="{8A4A89DB-5199-4361-BFE8-82722C06D3BB}" type="presParOf" srcId="{E82C4A34-91BB-4D92-8B2C-E92ABD2A53AC}" destId="{2BECC748-E082-4EF4-8FC7-EF79EC8DCB28}" srcOrd="0" destOrd="0" presId="urn:microsoft.com/office/officeart/2008/layout/HorizontalMultiLevelHierarchy"/>
    <dgm:cxn modelId="{3C648AF3-F404-4267-838A-60DB0DDFDA60}" type="presParOf" srcId="{2BECC748-E082-4EF4-8FC7-EF79EC8DCB28}" destId="{95EA7604-1BC4-4105-80BE-7591C4169EB9}" srcOrd="0" destOrd="0" presId="urn:microsoft.com/office/officeart/2008/layout/HorizontalMultiLevelHierarchy"/>
    <dgm:cxn modelId="{02D4D00F-3BE8-4F04-AF40-82819416DC0A}" type="presParOf" srcId="{E82C4A34-91BB-4D92-8B2C-E92ABD2A53AC}" destId="{6CB5666F-3126-45A9-AEE6-27C3D4C46E1E}" srcOrd="1" destOrd="0" presId="urn:microsoft.com/office/officeart/2008/layout/HorizontalMultiLevelHierarchy"/>
    <dgm:cxn modelId="{22CBF59E-30C7-49C2-A155-AE0E019BAFAD}" type="presParOf" srcId="{6CB5666F-3126-45A9-AEE6-27C3D4C46E1E}" destId="{9D3A7FC3-4D44-4BA3-8A85-4C999FCFA295}" srcOrd="0" destOrd="0" presId="urn:microsoft.com/office/officeart/2008/layout/HorizontalMultiLevelHierarchy"/>
    <dgm:cxn modelId="{17E8010D-FD73-4666-B7A3-6F7EF76F751D}" type="presParOf" srcId="{6CB5666F-3126-45A9-AEE6-27C3D4C46E1E}" destId="{9242891A-57A5-4084-AD1E-FA4F046BB9C4}" srcOrd="1" destOrd="0" presId="urn:microsoft.com/office/officeart/2008/layout/HorizontalMultiLevelHierarchy"/>
    <dgm:cxn modelId="{F712CB4C-6A8C-4304-9B15-9FA3CAC2036C}" type="presParOf" srcId="{9242891A-57A5-4084-AD1E-FA4F046BB9C4}" destId="{57CD5811-3B4C-4482-8E58-A7C78D76C43E}" srcOrd="0" destOrd="0" presId="urn:microsoft.com/office/officeart/2008/layout/HorizontalMultiLevelHierarchy"/>
    <dgm:cxn modelId="{0CF71682-9AD0-4748-8A59-64550537CE01}" type="presParOf" srcId="{57CD5811-3B4C-4482-8E58-A7C78D76C43E}" destId="{D5A783E3-39D1-4FF4-BBB3-55E124822D6C}" srcOrd="0" destOrd="0" presId="urn:microsoft.com/office/officeart/2008/layout/HorizontalMultiLevelHierarchy"/>
    <dgm:cxn modelId="{7D94DD75-8FD9-4C44-95A7-708F15DF21F6}" type="presParOf" srcId="{9242891A-57A5-4084-AD1E-FA4F046BB9C4}" destId="{C67CA43A-7DDD-4BA7-8200-369859F17185}" srcOrd="1" destOrd="0" presId="urn:microsoft.com/office/officeart/2008/layout/HorizontalMultiLevelHierarchy"/>
    <dgm:cxn modelId="{1731C6F2-68C0-4C3D-A41D-16278632DB75}" type="presParOf" srcId="{C67CA43A-7DDD-4BA7-8200-369859F17185}" destId="{12FFADAC-4B4A-41BE-ACA9-1D15F1D55FF0}" srcOrd="0" destOrd="0" presId="urn:microsoft.com/office/officeart/2008/layout/HorizontalMultiLevelHierarchy"/>
    <dgm:cxn modelId="{58D5B1E6-614F-4F60-AE15-066E7A09BED5}" type="presParOf" srcId="{C67CA43A-7DDD-4BA7-8200-369859F17185}" destId="{BDBF719F-D72B-432D-9A31-AE743D330FA8}" srcOrd="1" destOrd="0" presId="urn:microsoft.com/office/officeart/2008/layout/HorizontalMultiLevelHierarchy"/>
    <dgm:cxn modelId="{F9655101-3B43-4498-B6D3-643BAD21A4B5}" type="presParOf" srcId="{9242891A-57A5-4084-AD1E-FA4F046BB9C4}" destId="{76E278D8-2DB1-4FBD-A027-8A43BA50C9AD}" srcOrd="2" destOrd="0" presId="urn:microsoft.com/office/officeart/2008/layout/HorizontalMultiLevelHierarchy"/>
    <dgm:cxn modelId="{050B3057-66BF-46B1-B1D9-365023FD0FC8}" type="presParOf" srcId="{76E278D8-2DB1-4FBD-A027-8A43BA50C9AD}" destId="{70DF5645-DE9F-4D4B-A41A-F8330345CEB5}" srcOrd="0" destOrd="0" presId="urn:microsoft.com/office/officeart/2008/layout/HorizontalMultiLevelHierarchy"/>
    <dgm:cxn modelId="{91B18364-03F0-47DC-B489-FC30DD195037}" type="presParOf" srcId="{9242891A-57A5-4084-AD1E-FA4F046BB9C4}" destId="{5D66ED3D-CA5C-49C2-A025-38DD1B949E37}" srcOrd="3" destOrd="0" presId="urn:microsoft.com/office/officeart/2008/layout/HorizontalMultiLevelHierarchy"/>
    <dgm:cxn modelId="{B58332C2-8933-4FC6-8900-687AC05BFB3C}" type="presParOf" srcId="{5D66ED3D-CA5C-49C2-A025-38DD1B949E37}" destId="{F3FE7014-DCFD-416A-B907-1F15B85AD4CE}" srcOrd="0" destOrd="0" presId="urn:microsoft.com/office/officeart/2008/layout/HorizontalMultiLevelHierarchy"/>
    <dgm:cxn modelId="{536F7FD9-7066-41CC-AC2B-8EC5076D1921}" type="presParOf" srcId="{5D66ED3D-CA5C-49C2-A025-38DD1B949E37}" destId="{D3A04E53-B794-4C50-98DD-AD9BB43FC1A5}" srcOrd="1" destOrd="0" presId="urn:microsoft.com/office/officeart/2008/layout/HorizontalMultiLevelHierarchy"/>
    <dgm:cxn modelId="{AFF8C337-57ED-4B58-B870-1C46654724FF}" type="presParOf" srcId="{E82C4A34-91BB-4D92-8B2C-E92ABD2A53AC}" destId="{1F977605-4724-4FAE-90A0-241B56E79D6C}" srcOrd="2" destOrd="0" presId="urn:microsoft.com/office/officeart/2008/layout/HorizontalMultiLevelHierarchy"/>
    <dgm:cxn modelId="{A79B08F5-615E-4E6B-B2D9-DC0E2B0E51F0}" type="presParOf" srcId="{1F977605-4724-4FAE-90A0-241B56E79D6C}" destId="{56BB601C-1261-4494-853B-DAC654959494}" srcOrd="0" destOrd="0" presId="urn:microsoft.com/office/officeart/2008/layout/HorizontalMultiLevelHierarchy"/>
    <dgm:cxn modelId="{28BA67AC-F8DD-4C35-8EA2-D611842A9B86}" type="presParOf" srcId="{E82C4A34-91BB-4D92-8B2C-E92ABD2A53AC}" destId="{070ECFE8-3D54-418E-97B1-83EEF894D4B5}" srcOrd="3" destOrd="0" presId="urn:microsoft.com/office/officeart/2008/layout/HorizontalMultiLevelHierarchy"/>
    <dgm:cxn modelId="{A859806B-74F5-4FB8-85F4-BA6C49E49A3A}" type="presParOf" srcId="{070ECFE8-3D54-418E-97B1-83EEF894D4B5}" destId="{4FDC5538-ECFD-438B-898B-C8AAF6CB57B0}" srcOrd="0" destOrd="0" presId="urn:microsoft.com/office/officeart/2008/layout/HorizontalMultiLevelHierarchy"/>
    <dgm:cxn modelId="{E67D8EAE-70A1-406D-81B6-DF23E0359466}" type="presParOf" srcId="{070ECFE8-3D54-418E-97B1-83EEF894D4B5}" destId="{CEF83945-AE7F-45E6-86E0-163736C54110}" srcOrd="1" destOrd="0" presId="urn:microsoft.com/office/officeart/2008/layout/HorizontalMultiLevelHierarchy"/>
    <dgm:cxn modelId="{1A0132DE-7294-4F51-BC87-2CE3B3F40442}" type="presParOf" srcId="{CEF83945-AE7F-45E6-86E0-163736C54110}" destId="{6948C841-4BA5-43C0-93EA-7EC2AFE16AEE}" srcOrd="0" destOrd="0" presId="urn:microsoft.com/office/officeart/2008/layout/HorizontalMultiLevelHierarchy"/>
    <dgm:cxn modelId="{A6CDA493-28DA-4724-B731-19FB5C181546}" type="presParOf" srcId="{6948C841-4BA5-43C0-93EA-7EC2AFE16AEE}" destId="{C68642AB-C678-422F-8AD9-CEA2C6421B8D}" srcOrd="0" destOrd="0" presId="urn:microsoft.com/office/officeart/2008/layout/HorizontalMultiLevelHierarchy"/>
    <dgm:cxn modelId="{979A6B53-BC01-4D9F-B0B1-D856695D7FDF}" type="presParOf" srcId="{CEF83945-AE7F-45E6-86E0-163736C54110}" destId="{E517C6E1-2154-42A0-8EB6-EF7FC26F8106}" srcOrd="1" destOrd="0" presId="urn:microsoft.com/office/officeart/2008/layout/HorizontalMultiLevelHierarchy"/>
    <dgm:cxn modelId="{3556F3F3-08B1-49A3-9691-C3061AA0A098}" type="presParOf" srcId="{E517C6E1-2154-42A0-8EB6-EF7FC26F8106}" destId="{E9BF5D78-4682-43FA-9D74-E79971406B7B}" srcOrd="0" destOrd="0" presId="urn:microsoft.com/office/officeart/2008/layout/HorizontalMultiLevelHierarchy"/>
    <dgm:cxn modelId="{B8CD7F84-ADB8-4D58-88B5-2FCFD1111E25}" type="presParOf" srcId="{E517C6E1-2154-42A0-8EB6-EF7FC26F8106}" destId="{44F4B21D-9C82-4805-9588-476E81A68BBF}" srcOrd="1" destOrd="0" presId="urn:microsoft.com/office/officeart/2008/layout/HorizontalMultiLevelHierarchy"/>
    <dgm:cxn modelId="{D24999DD-CA5A-4998-A0D2-A1A8514F347E}" type="presParOf" srcId="{CEF83945-AE7F-45E6-86E0-163736C54110}" destId="{57ED6F44-CA02-424C-8337-521C22BBA932}" srcOrd="2" destOrd="0" presId="urn:microsoft.com/office/officeart/2008/layout/HorizontalMultiLevelHierarchy"/>
    <dgm:cxn modelId="{995BFA9C-783B-4C99-9D6C-5FD3C96D1E14}" type="presParOf" srcId="{57ED6F44-CA02-424C-8337-521C22BBA932}" destId="{9A09662D-6226-4DB7-A1FB-7BD9E1AB34BB}" srcOrd="0" destOrd="0" presId="urn:microsoft.com/office/officeart/2008/layout/HorizontalMultiLevelHierarchy"/>
    <dgm:cxn modelId="{E13A510C-C46F-4E5C-9965-8634F535B42A}" type="presParOf" srcId="{CEF83945-AE7F-45E6-86E0-163736C54110}" destId="{68CC54D9-58D7-40E4-951E-A4477FACADCD}" srcOrd="3" destOrd="0" presId="urn:microsoft.com/office/officeart/2008/layout/HorizontalMultiLevelHierarchy"/>
    <dgm:cxn modelId="{710395AB-E35B-4459-8609-07F30FA90E43}" type="presParOf" srcId="{68CC54D9-58D7-40E4-951E-A4477FACADCD}" destId="{053B944D-73A6-4CE8-9EE8-30270E92EE83}" srcOrd="0" destOrd="0" presId="urn:microsoft.com/office/officeart/2008/layout/HorizontalMultiLevelHierarchy"/>
    <dgm:cxn modelId="{3380CA2C-21B3-4D61-A6BE-4F16FEA4C494}" type="presParOf" srcId="{68CC54D9-58D7-40E4-951E-A4477FACADCD}" destId="{998CA988-72BB-48FA-B91B-CDB5AB4CD384}" srcOrd="1" destOrd="0" presId="urn:microsoft.com/office/officeart/2008/layout/HorizontalMultiLevelHierarchy"/>
    <dgm:cxn modelId="{57DD577A-DBCF-4E30-BCDF-4A699A30DE6C}" type="presParOf" srcId="{E82C4A34-91BB-4D92-8B2C-E92ABD2A53AC}" destId="{0FAF362C-3BC9-4C3D-8C62-5A9965223D18}" srcOrd="4" destOrd="0" presId="urn:microsoft.com/office/officeart/2008/layout/HorizontalMultiLevelHierarchy"/>
    <dgm:cxn modelId="{379448FD-81B8-4C09-81DC-45C7609414D4}" type="presParOf" srcId="{0FAF362C-3BC9-4C3D-8C62-5A9965223D18}" destId="{FB82F6E0-E172-4781-A966-6F3AB2735334}" srcOrd="0" destOrd="0" presId="urn:microsoft.com/office/officeart/2008/layout/HorizontalMultiLevelHierarchy"/>
    <dgm:cxn modelId="{A3F4FC52-F9CA-4039-9536-D3DE896E7A70}" type="presParOf" srcId="{E82C4A34-91BB-4D92-8B2C-E92ABD2A53AC}" destId="{79FFA43B-65AC-4B9A-B812-0FAD03BEB425}" srcOrd="5" destOrd="0" presId="urn:microsoft.com/office/officeart/2008/layout/HorizontalMultiLevelHierarchy"/>
    <dgm:cxn modelId="{218A274D-807A-43EC-A69B-12F9EEC231E5}" type="presParOf" srcId="{79FFA43B-65AC-4B9A-B812-0FAD03BEB425}" destId="{CD69D2F8-283B-4D0A-9743-B7F1464F6DB9}" srcOrd="0" destOrd="0" presId="urn:microsoft.com/office/officeart/2008/layout/HorizontalMultiLevelHierarchy"/>
    <dgm:cxn modelId="{C3B658E0-442C-4CBD-9F53-31007D7F3EF0}" type="presParOf" srcId="{79FFA43B-65AC-4B9A-B812-0FAD03BEB425}" destId="{4307D5C9-CB72-4D64-B997-8EB24D365B6F}" srcOrd="1" destOrd="0" presId="urn:microsoft.com/office/officeart/2008/layout/HorizontalMultiLevelHierarchy"/>
    <dgm:cxn modelId="{70CC7280-B160-4190-8B38-DC768BC3E366}" type="presParOf" srcId="{4307D5C9-CB72-4D64-B997-8EB24D365B6F}" destId="{3CB65087-B2C7-4512-B83C-EE7CB3255E2F}" srcOrd="0" destOrd="0" presId="urn:microsoft.com/office/officeart/2008/layout/HorizontalMultiLevelHierarchy"/>
    <dgm:cxn modelId="{5E8D0766-190F-4304-B09C-950DB807C950}" type="presParOf" srcId="{3CB65087-B2C7-4512-B83C-EE7CB3255E2F}" destId="{06AC4258-71B6-4F62-854B-0951A3F0087D}" srcOrd="0" destOrd="0" presId="urn:microsoft.com/office/officeart/2008/layout/HorizontalMultiLevelHierarchy"/>
    <dgm:cxn modelId="{A87B6635-5C8C-4BBF-8F34-4533E6DEA82C}" type="presParOf" srcId="{4307D5C9-CB72-4D64-B997-8EB24D365B6F}" destId="{B6716283-71AE-4320-AC2C-E1BB2CB1ABBC}" srcOrd="1" destOrd="0" presId="urn:microsoft.com/office/officeart/2008/layout/HorizontalMultiLevelHierarchy"/>
    <dgm:cxn modelId="{FD4ADDF0-01E7-4B6A-B036-256FBDEB29CA}" type="presParOf" srcId="{B6716283-71AE-4320-AC2C-E1BB2CB1ABBC}" destId="{674E6A40-A5B8-409A-8B13-3D8B52D023FD}" srcOrd="0" destOrd="0" presId="urn:microsoft.com/office/officeart/2008/layout/HorizontalMultiLevelHierarchy"/>
    <dgm:cxn modelId="{EAAFFF64-63A1-405D-BBED-3FA77132AD06}" type="presParOf" srcId="{B6716283-71AE-4320-AC2C-E1BB2CB1ABBC}" destId="{24D18A2B-3C53-41EF-A26C-A446AACE9595}" srcOrd="1" destOrd="0" presId="urn:microsoft.com/office/officeart/2008/layout/HorizontalMultiLevelHierarchy"/>
    <dgm:cxn modelId="{CC772C93-E92B-482E-AA8F-B6CB55899171}" type="presParOf" srcId="{4307D5C9-CB72-4D64-B997-8EB24D365B6F}" destId="{59CE0662-B62E-4154-A706-48186BF21A37}" srcOrd="2" destOrd="0" presId="urn:microsoft.com/office/officeart/2008/layout/HorizontalMultiLevelHierarchy"/>
    <dgm:cxn modelId="{CF8F90E4-5332-4055-9308-ED3E14B02F88}" type="presParOf" srcId="{59CE0662-B62E-4154-A706-48186BF21A37}" destId="{4E1A96DE-D2B4-488D-BEC4-4E67FFEC6A13}" srcOrd="0" destOrd="0" presId="urn:microsoft.com/office/officeart/2008/layout/HorizontalMultiLevelHierarchy"/>
    <dgm:cxn modelId="{9C57770D-9066-45F1-9A54-A90E70E7E085}" type="presParOf" srcId="{4307D5C9-CB72-4D64-B997-8EB24D365B6F}" destId="{3996BD34-3F9C-40F8-B751-76119A6BC168}" srcOrd="3" destOrd="0" presId="urn:microsoft.com/office/officeart/2008/layout/HorizontalMultiLevelHierarchy"/>
    <dgm:cxn modelId="{54260F8C-A2BD-46A7-8999-A8B0FC24BEF2}" type="presParOf" srcId="{3996BD34-3F9C-40F8-B751-76119A6BC168}" destId="{7C2006F4-07A1-42B5-8DDB-95B737D4D6E5}" srcOrd="0" destOrd="0" presId="urn:microsoft.com/office/officeart/2008/layout/HorizontalMultiLevelHierarchy"/>
    <dgm:cxn modelId="{09E59FFF-6719-4219-BE3D-BF2A59686F37}" type="presParOf" srcId="{3996BD34-3F9C-40F8-B751-76119A6BC168}" destId="{5C1E94D4-FCAB-4BDE-86A1-52798523DD7A}" srcOrd="1" destOrd="0" presId="urn:microsoft.com/office/officeart/2008/layout/HorizontalMultiLevelHierarchy"/>
    <dgm:cxn modelId="{04C95B40-C6E0-4E68-B3C8-3346499DD318}" type="presParOf" srcId="{4307D5C9-CB72-4D64-B997-8EB24D365B6F}" destId="{301F455A-5EF6-4365-AE49-7BEB79E8E1DF}" srcOrd="4" destOrd="0" presId="urn:microsoft.com/office/officeart/2008/layout/HorizontalMultiLevelHierarchy"/>
    <dgm:cxn modelId="{D3DACBAE-3987-41E7-9253-D891F93E8BA3}" type="presParOf" srcId="{301F455A-5EF6-4365-AE49-7BEB79E8E1DF}" destId="{6482165B-FDF0-46D2-9B3B-4DEC3AD3D2BE}" srcOrd="0" destOrd="0" presId="urn:microsoft.com/office/officeart/2008/layout/HorizontalMultiLevelHierarchy"/>
    <dgm:cxn modelId="{DD02F8BD-7277-4DF7-B737-23E70E2D54D2}" type="presParOf" srcId="{4307D5C9-CB72-4D64-B997-8EB24D365B6F}" destId="{67721E9F-458E-4834-A6A8-A4E04D94E1E0}" srcOrd="5" destOrd="0" presId="urn:microsoft.com/office/officeart/2008/layout/HorizontalMultiLevelHierarchy"/>
    <dgm:cxn modelId="{A10F9E1B-7999-485D-AD3C-9D8225C02F0F}" type="presParOf" srcId="{67721E9F-458E-4834-A6A8-A4E04D94E1E0}" destId="{1AB7745A-BC6D-4AEF-9413-09E9FD0BE70C}" srcOrd="0" destOrd="0" presId="urn:microsoft.com/office/officeart/2008/layout/HorizontalMultiLevelHierarchy"/>
    <dgm:cxn modelId="{FD44712E-CC22-468F-B3AF-4889B696129A}" type="presParOf" srcId="{67721E9F-458E-4834-A6A8-A4E04D94E1E0}" destId="{0BDB334B-B057-45A5-B134-025749CDD4C1}" srcOrd="1" destOrd="0" presId="urn:microsoft.com/office/officeart/2008/layout/HorizontalMultiLevelHierarchy"/>
    <dgm:cxn modelId="{2A5780F5-4BD5-41B1-A5CE-8BA8EBAC799A}" type="presParOf" srcId="{4307D5C9-CB72-4D64-B997-8EB24D365B6F}" destId="{F438BCAC-23C3-4932-AAB2-39310585EFF8}" srcOrd="6" destOrd="0" presId="urn:microsoft.com/office/officeart/2008/layout/HorizontalMultiLevelHierarchy"/>
    <dgm:cxn modelId="{03D6169C-E9D6-407F-B667-B7F8C3BEEB83}" type="presParOf" srcId="{F438BCAC-23C3-4932-AAB2-39310585EFF8}" destId="{1BCC73D7-BF41-4434-8691-BB6B371AC740}" srcOrd="0" destOrd="0" presId="urn:microsoft.com/office/officeart/2008/layout/HorizontalMultiLevelHierarchy"/>
    <dgm:cxn modelId="{F3588CF7-BA7A-4A71-B784-06336EFA0980}" type="presParOf" srcId="{4307D5C9-CB72-4D64-B997-8EB24D365B6F}" destId="{F29B2872-7ACD-4106-BEA9-F6A4EC20B53D}" srcOrd="7" destOrd="0" presId="urn:microsoft.com/office/officeart/2008/layout/HorizontalMultiLevelHierarchy"/>
    <dgm:cxn modelId="{A9860DCB-BA58-4792-9E00-D3BF3CE85B66}" type="presParOf" srcId="{F29B2872-7ACD-4106-BEA9-F6A4EC20B53D}" destId="{CE060C20-7370-47A5-8DCB-2B795E09C899}" srcOrd="0" destOrd="0" presId="urn:microsoft.com/office/officeart/2008/layout/HorizontalMultiLevelHierarchy"/>
    <dgm:cxn modelId="{831481D5-C0F6-43F4-9B72-934C997D4229}" type="presParOf" srcId="{F29B2872-7ACD-4106-BEA9-F6A4EC20B53D}" destId="{8210B729-DDE6-43DD-AFD3-0F7801BEF970}" srcOrd="1" destOrd="0" presId="urn:microsoft.com/office/officeart/2008/layout/HorizontalMultiLevelHierarchy"/>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2719005-BD8C-4423-8D6F-02B2CE56D3D7}" type="doc">
      <dgm:prSet loTypeId="urn:microsoft.com/office/officeart/2005/8/layout/hierarchy3" loCatId="relationship" qsTypeId="urn:microsoft.com/office/officeart/2005/8/quickstyle/simple1" qsCatId="simple" csTypeId="urn:microsoft.com/office/officeart/2005/8/colors/colorful4" csCatId="colorful" phldr="1"/>
      <dgm:spPr/>
      <dgm:t>
        <a:bodyPr/>
        <a:lstStyle/>
        <a:p>
          <a:endParaRPr lang="en-US"/>
        </a:p>
      </dgm:t>
    </dgm:pt>
    <dgm:pt modelId="{9B8BD16E-0C32-40D1-BB10-48D0430A4B7F}">
      <dgm:prSet phldrT="[Text]" custT="1"/>
      <dgm:spPr>
        <a:solidFill>
          <a:srgbClr val="B71B1C"/>
        </a:solidFill>
      </dgm:spPr>
      <dgm:t>
        <a:bodyPr/>
        <a:lstStyle/>
        <a:p>
          <a:r>
            <a:rPr lang="en-US" sz="2500" b="1" dirty="0"/>
            <a:t>Correlation</a:t>
          </a:r>
        </a:p>
      </dgm:t>
    </dgm:pt>
    <dgm:pt modelId="{4BE37978-2327-4F69-A1F0-20DC9391E791}" type="parTrans" cxnId="{E4138487-F0C4-44D3-A23E-33DB0621ABB4}">
      <dgm:prSet/>
      <dgm:spPr/>
      <dgm:t>
        <a:bodyPr/>
        <a:lstStyle/>
        <a:p>
          <a:endParaRPr lang="en-US" sz="2500"/>
        </a:p>
      </dgm:t>
    </dgm:pt>
    <dgm:pt modelId="{D5FA90C3-E7F2-432A-8C7F-D3B43E0691F4}" type="sibTrans" cxnId="{E4138487-F0C4-44D3-A23E-33DB0621ABB4}">
      <dgm:prSet/>
      <dgm:spPr/>
      <dgm:t>
        <a:bodyPr/>
        <a:lstStyle/>
        <a:p>
          <a:endParaRPr lang="en-US" sz="2500"/>
        </a:p>
      </dgm:t>
    </dgm:pt>
    <dgm:pt modelId="{0B29691C-AACD-4C50-BDE2-99D79C14EF56}">
      <dgm:prSet phldrT="[Text]" custT="1"/>
      <dgm:spPr/>
      <dgm:t>
        <a:bodyPr/>
        <a:lstStyle/>
        <a:p>
          <a:r>
            <a:rPr lang="en-US" sz="2500" dirty="0">
              <a:solidFill>
                <a:srgbClr val="002060"/>
              </a:solidFill>
            </a:rPr>
            <a:t>Correlation refers to the </a:t>
          </a:r>
        </a:p>
        <a:p>
          <a:r>
            <a:rPr lang="en-US" sz="2500" dirty="0">
              <a:solidFill>
                <a:srgbClr val="FF0000"/>
              </a:solidFill>
            </a:rPr>
            <a:t>relationship</a:t>
          </a:r>
          <a:r>
            <a:rPr lang="en-US" sz="2500" dirty="0">
              <a:solidFill>
                <a:srgbClr val="002060"/>
              </a:solidFill>
            </a:rPr>
            <a:t> of two or more variables.</a:t>
          </a:r>
        </a:p>
      </dgm:t>
    </dgm:pt>
    <dgm:pt modelId="{5FC0B2C1-4D49-4636-BAEE-592E6C8CA5AE}" type="parTrans" cxnId="{8CB4338E-9ECF-4BD0-BECB-FEF6264912C2}">
      <dgm:prSet/>
      <dgm:spPr/>
      <dgm:t>
        <a:bodyPr/>
        <a:lstStyle/>
        <a:p>
          <a:endParaRPr lang="en-US" sz="2500">
            <a:solidFill>
              <a:srgbClr val="002060"/>
            </a:solidFill>
          </a:endParaRPr>
        </a:p>
      </dgm:t>
    </dgm:pt>
    <dgm:pt modelId="{08676C1A-FB17-4166-8BDC-4A62CF1541FE}" type="sibTrans" cxnId="{8CB4338E-9ECF-4BD0-BECB-FEF6264912C2}">
      <dgm:prSet/>
      <dgm:spPr/>
      <dgm:t>
        <a:bodyPr/>
        <a:lstStyle/>
        <a:p>
          <a:endParaRPr lang="en-US" sz="2500"/>
        </a:p>
      </dgm:t>
    </dgm:pt>
    <dgm:pt modelId="{09448BCC-2CF3-4A58-A358-60153FCB3A2A}">
      <dgm:prSet phldrT="[Text]" custT="1"/>
      <dgm:spPr/>
      <dgm:t>
        <a:bodyPr/>
        <a:lstStyle/>
        <a:p>
          <a:r>
            <a:rPr lang="en-US" sz="2500" b="1" dirty="0"/>
            <a:t>Regression</a:t>
          </a:r>
        </a:p>
      </dgm:t>
    </dgm:pt>
    <dgm:pt modelId="{16E5BCCA-86CB-4628-BFAF-636C2C3F7281}" type="parTrans" cxnId="{71E81E81-AB04-46C3-95EA-16483056DB4C}">
      <dgm:prSet/>
      <dgm:spPr/>
      <dgm:t>
        <a:bodyPr/>
        <a:lstStyle/>
        <a:p>
          <a:endParaRPr lang="en-US" sz="2500"/>
        </a:p>
      </dgm:t>
    </dgm:pt>
    <dgm:pt modelId="{10D128B9-1BBD-4C96-BA56-F24B9BCE40C8}" type="sibTrans" cxnId="{71E81E81-AB04-46C3-95EA-16483056DB4C}">
      <dgm:prSet/>
      <dgm:spPr/>
      <dgm:t>
        <a:bodyPr/>
        <a:lstStyle/>
        <a:p>
          <a:endParaRPr lang="en-US" sz="2500"/>
        </a:p>
      </dgm:t>
    </dgm:pt>
    <dgm:pt modelId="{AABBC619-D052-4F1C-9D66-00721C1B33B4}">
      <dgm:prSet phldrT="[Text]" custT="1"/>
      <dgm:spPr/>
      <dgm:t>
        <a:bodyPr/>
        <a:lstStyle/>
        <a:p>
          <a:r>
            <a:rPr lang="en-US" sz="2500" dirty="0">
              <a:solidFill>
                <a:srgbClr val="002060"/>
              </a:solidFill>
            </a:rPr>
            <a:t>Regression establishes a </a:t>
          </a:r>
          <a:r>
            <a:rPr lang="en-US" sz="2500" dirty="0">
              <a:solidFill>
                <a:srgbClr val="FF0000"/>
              </a:solidFill>
            </a:rPr>
            <a:t>functional</a:t>
          </a:r>
          <a:r>
            <a:rPr lang="en-US" sz="2500" dirty="0">
              <a:solidFill>
                <a:srgbClr val="002060"/>
              </a:solidFill>
            </a:rPr>
            <a:t> </a:t>
          </a:r>
          <a:r>
            <a:rPr lang="en-US" sz="2500" dirty="0">
              <a:solidFill>
                <a:srgbClr val="FF0000"/>
              </a:solidFill>
            </a:rPr>
            <a:t>relationship</a:t>
          </a:r>
          <a:r>
            <a:rPr lang="en-US" sz="2500" dirty="0">
              <a:solidFill>
                <a:srgbClr val="002060"/>
              </a:solidFill>
            </a:rPr>
            <a:t> between the variables.</a:t>
          </a:r>
        </a:p>
      </dgm:t>
    </dgm:pt>
    <dgm:pt modelId="{5513A676-55B7-4928-80D3-260E5514290F}" type="parTrans" cxnId="{6CF2FC49-46D4-4675-9610-BA29358A5ADF}">
      <dgm:prSet/>
      <dgm:spPr/>
      <dgm:t>
        <a:bodyPr/>
        <a:lstStyle/>
        <a:p>
          <a:endParaRPr lang="en-US" sz="2500">
            <a:solidFill>
              <a:srgbClr val="002060"/>
            </a:solidFill>
          </a:endParaRPr>
        </a:p>
      </dgm:t>
    </dgm:pt>
    <dgm:pt modelId="{D3A935B6-C9B7-4BA1-A429-899CC03EBF08}" type="sibTrans" cxnId="{6CF2FC49-46D4-4675-9610-BA29358A5ADF}">
      <dgm:prSet/>
      <dgm:spPr/>
      <dgm:t>
        <a:bodyPr/>
        <a:lstStyle/>
        <a:p>
          <a:endParaRPr lang="en-US" sz="2500"/>
        </a:p>
      </dgm:t>
    </dgm:pt>
    <dgm:pt modelId="{306F1AFD-CCE1-4A31-8899-1AEE20FE78D6}">
      <dgm:prSet phldrT="[Text]" custT="1"/>
      <dgm:spPr/>
      <dgm:t>
        <a:bodyPr/>
        <a:lstStyle/>
        <a:p>
          <a:r>
            <a:rPr lang="en-US" sz="2500" dirty="0">
              <a:solidFill>
                <a:srgbClr val="002060"/>
              </a:solidFill>
            </a:rPr>
            <a:t>Here both variables </a:t>
          </a:r>
        </a:p>
        <a:p>
          <a:r>
            <a:rPr lang="en-US" sz="2500" dirty="0">
              <a:solidFill>
                <a:srgbClr val="FF0000"/>
              </a:solidFill>
            </a:rPr>
            <a:t>x</a:t>
          </a:r>
          <a:r>
            <a:rPr lang="en-US" sz="2500" dirty="0">
              <a:solidFill>
                <a:srgbClr val="002060"/>
              </a:solidFill>
            </a:rPr>
            <a:t> and </a:t>
          </a:r>
          <a:r>
            <a:rPr lang="en-US" sz="2500" dirty="0">
              <a:solidFill>
                <a:srgbClr val="FF0000"/>
              </a:solidFill>
            </a:rPr>
            <a:t>y</a:t>
          </a:r>
          <a:r>
            <a:rPr lang="en-US" sz="2500" dirty="0">
              <a:solidFill>
                <a:srgbClr val="002060"/>
              </a:solidFill>
            </a:rPr>
            <a:t> are </a:t>
          </a:r>
          <a:r>
            <a:rPr lang="en-US" sz="2500" dirty="0">
              <a:solidFill>
                <a:srgbClr val="FF0000"/>
              </a:solidFill>
            </a:rPr>
            <a:t>random</a:t>
          </a:r>
          <a:r>
            <a:rPr lang="en-US" sz="2500" dirty="0">
              <a:solidFill>
                <a:srgbClr val="002060"/>
              </a:solidFill>
            </a:rPr>
            <a:t> variable.</a:t>
          </a:r>
        </a:p>
      </dgm:t>
    </dgm:pt>
    <dgm:pt modelId="{D95B9350-21DF-460E-82A1-39495F41E162}" type="parTrans" cxnId="{CF81E04E-4A0D-48E1-B947-C3A5C5513085}">
      <dgm:prSet/>
      <dgm:spPr/>
      <dgm:t>
        <a:bodyPr/>
        <a:lstStyle/>
        <a:p>
          <a:endParaRPr lang="en-US" sz="2500">
            <a:solidFill>
              <a:srgbClr val="002060"/>
            </a:solidFill>
          </a:endParaRPr>
        </a:p>
      </dgm:t>
    </dgm:pt>
    <dgm:pt modelId="{270F7FB8-E2B2-491D-8599-CD565323FFC0}" type="sibTrans" cxnId="{CF81E04E-4A0D-48E1-B947-C3A5C5513085}">
      <dgm:prSet/>
      <dgm:spPr/>
      <dgm:t>
        <a:bodyPr/>
        <a:lstStyle/>
        <a:p>
          <a:endParaRPr lang="en-US" sz="2500"/>
        </a:p>
      </dgm:t>
    </dgm:pt>
    <dgm:pt modelId="{0E4D70A4-D2AD-4A6D-BB10-5F69E907A7C8}">
      <dgm:prSet phldrT="[Text]" custT="1"/>
      <dgm:spPr/>
      <dgm:t>
        <a:bodyPr/>
        <a:lstStyle/>
        <a:p>
          <a:r>
            <a:rPr lang="en-US" sz="2500" dirty="0">
              <a:solidFill>
                <a:srgbClr val="002060"/>
              </a:solidFill>
            </a:rPr>
            <a:t>Here </a:t>
          </a:r>
          <a:r>
            <a:rPr lang="en-US" sz="2500" dirty="0">
              <a:solidFill>
                <a:srgbClr val="FF0000"/>
              </a:solidFill>
            </a:rPr>
            <a:t>x</a:t>
          </a:r>
          <a:r>
            <a:rPr lang="en-US" sz="2500" dirty="0">
              <a:solidFill>
                <a:srgbClr val="002060"/>
              </a:solidFill>
            </a:rPr>
            <a:t> is </a:t>
          </a:r>
          <a:r>
            <a:rPr lang="en-US" sz="2500" dirty="0">
              <a:solidFill>
                <a:srgbClr val="FF0000"/>
              </a:solidFill>
            </a:rPr>
            <a:t>random</a:t>
          </a:r>
          <a:r>
            <a:rPr lang="en-US" sz="2500" dirty="0">
              <a:solidFill>
                <a:srgbClr val="002060"/>
              </a:solidFill>
            </a:rPr>
            <a:t> variable and </a:t>
          </a:r>
        </a:p>
        <a:p>
          <a:r>
            <a:rPr lang="en-US" sz="2500" dirty="0">
              <a:solidFill>
                <a:srgbClr val="FF0000"/>
              </a:solidFill>
            </a:rPr>
            <a:t>y</a:t>
          </a:r>
          <a:r>
            <a:rPr lang="en-US" sz="2500" dirty="0">
              <a:solidFill>
                <a:srgbClr val="002060"/>
              </a:solidFill>
            </a:rPr>
            <a:t> is </a:t>
          </a:r>
          <a:r>
            <a:rPr lang="en-US" sz="2500" dirty="0">
              <a:solidFill>
                <a:srgbClr val="FF0000"/>
              </a:solidFill>
            </a:rPr>
            <a:t>fixed</a:t>
          </a:r>
          <a:r>
            <a:rPr lang="en-US" sz="2500" dirty="0">
              <a:solidFill>
                <a:srgbClr val="002060"/>
              </a:solidFill>
            </a:rPr>
            <a:t> variable.</a:t>
          </a:r>
        </a:p>
      </dgm:t>
    </dgm:pt>
    <dgm:pt modelId="{04BC76B3-3008-415A-B841-CA3C2EF38D9D}" type="parTrans" cxnId="{6EAA2A26-DCE2-470E-A4BA-46BDA715005C}">
      <dgm:prSet/>
      <dgm:spPr/>
      <dgm:t>
        <a:bodyPr/>
        <a:lstStyle/>
        <a:p>
          <a:endParaRPr lang="en-US" sz="2500">
            <a:solidFill>
              <a:srgbClr val="002060"/>
            </a:solidFill>
          </a:endParaRPr>
        </a:p>
      </dgm:t>
    </dgm:pt>
    <dgm:pt modelId="{E934C2B5-75C8-43EA-81AC-4D4117DC56F5}" type="sibTrans" cxnId="{6EAA2A26-DCE2-470E-A4BA-46BDA715005C}">
      <dgm:prSet/>
      <dgm:spPr/>
      <dgm:t>
        <a:bodyPr/>
        <a:lstStyle/>
        <a:p>
          <a:endParaRPr lang="en-US" sz="2500"/>
        </a:p>
      </dgm:t>
    </dgm:pt>
    <dgm:pt modelId="{C3159DDC-062C-4EA5-87C5-DC9880CD49C8}">
      <dgm:prSet phldrT="[Text]" custT="1"/>
      <dgm:spPr/>
      <dgm:t>
        <a:bodyPr/>
        <a:lstStyle/>
        <a:p>
          <a:r>
            <a:rPr lang="en-US" sz="2500" dirty="0">
              <a:solidFill>
                <a:srgbClr val="002060"/>
              </a:solidFill>
            </a:rPr>
            <a:t>The coefficient of correlation is</a:t>
          </a:r>
        </a:p>
        <a:p>
          <a:r>
            <a:rPr lang="en-US" sz="2500" dirty="0">
              <a:solidFill>
                <a:srgbClr val="002060"/>
              </a:solidFill>
            </a:rPr>
            <a:t>a </a:t>
          </a:r>
          <a:r>
            <a:rPr lang="en-US" sz="2500" dirty="0">
              <a:solidFill>
                <a:srgbClr val="FF0000"/>
              </a:solidFill>
            </a:rPr>
            <a:t>relative</a:t>
          </a:r>
          <a:r>
            <a:rPr lang="en-US" sz="2500" dirty="0">
              <a:solidFill>
                <a:srgbClr val="002060"/>
              </a:solidFill>
            </a:rPr>
            <a:t> measure.</a:t>
          </a:r>
        </a:p>
      </dgm:t>
    </dgm:pt>
    <dgm:pt modelId="{7B12517E-9EB3-4D07-B0C6-A393E3870FC0}" type="parTrans" cxnId="{6D3940D7-6E7C-46BB-A5B9-8E0972CE7952}">
      <dgm:prSet/>
      <dgm:spPr/>
      <dgm:t>
        <a:bodyPr/>
        <a:lstStyle/>
        <a:p>
          <a:endParaRPr lang="en-US" sz="2500"/>
        </a:p>
      </dgm:t>
    </dgm:pt>
    <dgm:pt modelId="{4F6A4206-7021-4ABD-A1E3-FF133BB9A8DC}" type="sibTrans" cxnId="{6D3940D7-6E7C-46BB-A5B9-8E0972CE7952}">
      <dgm:prSet/>
      <dgm:spPr/>
      <dgm:t>
        <a:bodyPr/>
        <a:lstStyle/>
        <a:p>
          <a:endParaRPr lang="en-US" sz="2500"/>
        </a:p>
      </dgm:t>
    </dgm:pt>
    <dgm:pt modelId="{20CC5F3C-F833-4D9F-A2C1-A9E526532F9A}">
      <dgm:prSet phldrT="[Text]" custT="1"/>
      <dgm:spPr/>
      <dgm:t>
        <a:bodyPr/>
        <a:lstStyle/>
        <a:p>
          <a:r>
            <a:rPr lang="en-US" sz="2500" dirty="0">
              <a:solidFill>
                <a:srgbClr val="002060"/>
              </a:solidFill>
            </a:rPr>
            <a:t>The coefficient of regression is </a:t>
          </a:r>
        </a:p>
        <a:p>
          <a:r>
            <a:rPr lang="en-US" sz="2500" dirty="0">
              <a:solidFill>
                <a:srgbClr val="002060"/>
              </a:solidFill>
            </a:rPr>
            <a:t>an </a:t>
          </a:r>
          <a:r>
            <a:rPr lang="en-US" sz="2500" dirty="0">
              <a:solidFill>
                <a:srgbClr val="FF0000"/>
              </a:solidFill>
            </a:rPr>
            <a:t>absolute</a:t>
          </a:r>
          <a:r>
            <a:rPr lang="en-US" sz="2500" dirty="0">
              <a:solidFill>
                <a:srgbClr val="002060"/>
              </a:solidFill>
            </a:rPr>
            <a:t> measure.</a:t>
          </a:r>
        </a:p>
      </dgm:t>
    </dgm:pt>
    <dgm:pt modelId="{080E7F31-6F29-44C7-94DB-78E27CEB3A55}" type="parTrans" cxnId="{BF462F69-2C09-4684-90E6-04D125FA8021}">
      <dgm:prSet/>
      <dgm:spPr/>
      <dgm:t>
        <a:bodyPr/>
        <a:lstStyle/>
        <a:p>
          <a:endParaRPr lang="en-US" sz="2500"/>
        </a:p>
      </dgm:t>
    </dgm:pt>
    <dgm:pt modelId="{B88189F3-4FBB-4111-AA91-1B555818289A}" type="sibTrans" cxnId="{BF462F69-2C09-4684-90E6-04D125FA8021}">
      <dgm:prSet/>
      <dgm:spPr/>
      <dgm:t>
        <a:bodyPr/>
        <a:lstStyle/>
        <a:p>
          <a:endParaRPr lang="en-US" sz="2500"/>
        </a:p>
      </dgm:t>
    </dgm:pt>
    <dgm:pt modelId="{B80A23BF-1681-4EA9-A5A1-2E6B08244729}" type="pres">
      <dgm:prSet presAssocID="{22719005-BD8C-4423-8D6F-02B2CE56D3D7}" presName="diagram" presStyleCnt="0">
        <dgm:presLayoutVars>
          <dgm:chPref val="1"/>
          <dgm:dir/>
          <dgm:animOne val="branch"/>
          <dgm:animLvl val="lvl"/>
          <dgm:resizeHandles/>
        </dgm:presLayoutVars>
      </dgm:prSet>
      <dgm:spPr/>
    </dgm:pt>
    <dgm:pt modelId="{636ABDC9-ACE7-4B7F-AA15-1114D952238E}" type="pres">
      <dgm:prSet presAssocID="{9B8BD16E-0C32-40D1-BB10-48D0430A4B7F}" presName="root" presStyleCnt="0"/>
      <dgm:spPr/>
    </dgm:pt>
    <dgm:pt modelId="{6DD30CCE-1F26-4356-A4FB-1D3E5039B5B5}" type="pres">
      <dgm:prSet presAssocID="{9B8BD16E-0C32-40D1-BB10-48D0430A4B7F}" presName="rootComposite" presStyleCnt="0"/>
      <dgm:spPr/>
    </dgm:pt>
    <dgm:pt modelId="{5EDD7C44-DA22-4514-AB1B-471230B37C3E}" type="pres">
      <dgm:prSet presAssocID="{9B8BD16E-0C32-40D1-BB10-48D0430A4B7F}" presName="rootText" presStyleLbl="node1" presStyleIdx="0" presStyleCnt="2" custScaleX="83934" custScaleY="40181"/>
      <dgm:spPr/>
    </dgm:pt>
    <dgm:pt modelId="{7FCFE76A-F2B1-4AC8-A2C5-0CBFB4E5439F}" type="pres">
      <dgm:prSet presAssocID="{9B8BD16E-0C32-40D1-BB10-48D0430A4B7F}" presName="rootConnector" presStyleLbl="node1" presStyleIdx="0" presStyleCnt="2"/>
      <dgm:spPr/>
    </dgm:pt>
    <dgm:pt modelId="{45D30D2E-DCA0-4BA6-AEB8-5FB5BA248AC3}" type="pres">
      <dgm:prSet presAssocID="{9B8BD16E-0C32-40D1-BB10-48D0430A4B7F}" presName="childShape" presStyleCnt="0"/>
      <dgm:spPr/>
    </dgm:pt>
    <dgm:pt modelId="{52C211B4-EC89-4B37-80A5-47E6E5F6F75C}" type="pres">
      <dgm:prSet presAssocID="{5FC0B2C1-4D49-4636-BAEE-592E6C8CA5AE}" presName="Name13" presStyleLbl="parChTrans1D2" presStyleIdx="0" presStyleCnt="6"/>
      <dgm:spPr/>
    </dgm:pt>
    <dgm:pt modelId="{6A986F34-3232-407F-AB6B-DC8BD557291D}" type="pres">
      <dgm:prSet presAssocID="{0B29691C-AACD-4C50-BDE2-99D79C14EF56}" presName="childText" presStyleLbl="bgAcc1" presStyleIdx="0" presStyleCnt="6" custScaleX="210219" custScaleY="68115">
        <dgm:presLayoutVars>
          <dgm:bulletEnabled val="1"/>
        </dgm:presLayoutVars>
      </dgm:prSet>
      <dgm:spPr/>
    </dgm:pt>
    <dgm:pt modelId="{689E2ED2-039C-4197-BBC2-FB715748D804}" type="pres">
      <dgm:prSet presAssocID="{D95B9350-21DF-460E-82A1-39495F41E162}" presName="Name13" presStyleLbl="parChTrans1D2" presStyleIdx="1" presStyleCnt="6"/>
      <dgm:spPr/>
    </dgm:pt>
    <dgm:pt modelId="{9CE9CE13-E4D6-4171-BA9E-54603192651F}" type="pres">
      <dgm:prSet presAssocID="{306F1AFD-CCE1-4A31-8899-1AEE20FE78D6}" presName="childText" presStyleLbl="bgAcc1" presStyleIdx="1" presStyleCnt="6" custScaleX="210219" custScaleY="68115" custLinFactNeighborY="-15754">
        <dgm:presLayoutVars>
          <dgm:bulletEnabled val="1"/>
        </dgm:presLayoutVars>
      </dgm:prSet>
      <dgm:spPr/>
    </dgm:pt>
    <dgm:pt modelId="{7B845BF5-095C-4916-9907-39791346B103}" type="pres">
      <dgm:prSet presAssocID="{7B12517E-9EB3-4D07-B0C6-A393E3870FC0}" presName="Name13" presStyleLbl="parChTrans1D2" presStyleIdx="2" presStyleCnt="6"/>
      <dgm:spPr/>
    </dgm:pt>
    <dgm:pt modelId="{2D6D8E66-D63A-43D2-8D77-3BA6D9763E26}" type="pres">
      <dgm:prSet presAssocID="{C3159DDC-062C-4EA5-87C5-DC9880CD49C8}" presName="childText" presStyleLbl="bgAcc1" presStyleIdx="2" presStyleCnt="6" custScaleX="210219" custScaleY="68115" custLinFactNeighborY="-29437">
        <dgm:presLayoutVars>
          <dgm:bulletEnabled val="1"/>
        </dgm:presLayoutVars>
      </dgm:prSet>
      <dgm:spPr/>
    </dgm:pt>
    <dgm:pt modelId="{C47FD14E-D822-441A-ADD0-5FC062E71D69}" type="pres">
      <dgm:prSet presAssocID="{09448BCC-2CF3-4A58-A358-60153FCB3A2A}" presName="root" presStyleCnt="0"/>
      <dgm:spPr/>
    </dgm:pt>
    <dgm:pt modelId="{77C60702-A6FC-423B-88E6-52C0CC075C83}" type="pres">
      <dgm:prSet presAssocID="{09448BCC-2CF3-4A58-A358-60153FCB3A2A}" presName="rootComposite" presStyleCnt="0"/>
      <dgm:spPr/>
    </dgm:pt>
    <dgm:pt modelId="{CB43860D-24E3-4A43-A710-81CBFDA6851B}" type="pres">
      <dgm:prSet presAssocID="{09448BCC-2CF3-4A58-A358-60153FCB3A2A}" presName="rootText" presStyleLbl="node1" presStyleIdx="1" presStyleCnt="2" custScaleX="83934" custScaleY="40181"/>
      <dgm:spPr/>
    </dgm:pt>
    <dgm:pt modelId="{EC7F2180-0CA0-4FE3-A875-61E709C3EF26}" type="pres">
      <dgm:prSet presAssocID="{09448BCC-2CF3-4A58-A358-60153FCB3A2A}" presName="rootConnector" presStyleLbl="node1" presStyleIdx="1" presStyleCnt="2"/>
      <dgm:spPr/>
    </dgm:pt>
    <dgm:pt modelId="{B73F239D-D11D-4077-9B79-64FEC2074BA3}" type="pres">
      <dgm:prSet presAssocID="{09448BCC-2CF3-4A58-A358-60153FCB3A2A}" presName="childShape" presStyleCnt="0"/>
      <dgm:spPr/>
    </dgm:pt>
    <dgm:pt modelId="{FD3B361C-E831-4370-A442-62016E0206DF}" type="pres">
      <dgm:prSet presAssocID="{5513A676-55B7-4928-80D3-260E5514290F}" presName="Name13" presStyleLbl="parChTrans1D2" presStyleIdx="3" presStyleCnt="6"/>
      <dgm:spPr/>
    </dgm:pt>
    <dgm:pt modelId="{D3AB8149-F97A-463C-A376-AFBC586897A0}" type="pres">
      <dgm:prSet presAssocID="{AABBC619-D052-4F1C-9D66-00721C1B33B4}" presName="childText" presStyleLbl="bgAcc1" presStyleIdx="3" presStyleCnt="6" custScaleX="210219" custScaleY="68115">
        <dgm:presLayoutVars>
          <dgm:bulletEnabled val="1"/>
        </dgm:presLayoutVars>
      </dgm:prSet>
      <dgm:spPr/>
    </dgm:pt>
    <dgm:pt modelId="{B340F958-1C97-42D8-A539-C2F820B65B80}" type="pres">
      <dgm:prSet presAssocID="{04BC76B3-3008-415A-B841-CA3C2EF38D9D}" presName="Name13" presStyleLbl="parChTrans1D2" presStyleIdx="4" presStyleCnt="6"/>
      <dgm:spPr/>
    </dgm:pt>
    <dgm:pt modelId="{58C87EC5-532F-47ED-968B-279486B1B8DD}" type="pres">
      <dgm:prSet presAssocID="{0E4D70A4-D2AD-4A6D-BB10-5F69E907A7C8}" presName="childText" presStyleLbl="bgAcc1" presStyleIdx="4" presStyleCnt="6" custScaleX="210219" custScaleY="68115" custLinFactNeighborY="-14360">
        <dgm:presLayoutVars>
          <dgm:bulletEnabled val="1"/>
        </dgm:presLayoutVars>
      </dgm:prSet>
      <dgm:spPr/>
    </dgm:pt>
    <dgm:pt modelId="{B536A45F-D8A7-4579-B107-774479B8B38F}" type="pres">
      <dgm:prSet presAssocID="{080E7F31-6F29-44C7-94DB-78E27CEB3A55}" presName="Name13" presStyleLbl="parChTrans1D2" presStyleIdx="5" presStyleCnt="6"/>
      <dgm:spPr/>
    </dgm:pt>
    <dgm:pt modelId="{E82DA67F-1517-44A2-84D9-FE118A19594B}" type="pres">
      <dgm:prSet presAssocID="{20CC5F3C-F833-4D9F-A2C1-A9E526532F9A}" presName="childText" presStyleLbl="bgAcc1" presStyleIdx="5" presStyleCnt="6" custScaleX="210219" custScaleY="68115" custLinFactNeighborY="-29437">
        <dgm:presLayoutVars>
          <dgm:bulletEnabled val="1"/>
        </dgm:presLayoutVars>
      </dgm:prSet>
      <dgm:spPr/>
    </dgm:pt>
  </dgm:ptLst>
  <dgm:cxnLst>
    <dgm:cxn modelId="{C6294C21-FDD0-47D7-B741-01DEF0E6B6CF}" type="presOf" srcId="{D95B9350-21DF-460E-82A1-39495F41E162}" destId="{689E2ED2-039C-4197-BBC2-FB715748D804}" srcOrd="0" destOrd="0" presId="urn:microsoft.com/office/officeart/2005/8/layout/hierarchy3"/>
    <dgm:cxn modelId="{6EAA2A26-DCE2-470E-A4BA-46BDA715005C}" srcId="{09448BCC-2CF3-4A58-A358-60153FCB3A2A}" destId="{0E4D70A4-D2AD-4A6D-BB10-5F69E907A7C8}" srcOrd="1" destOrd="0" parTransId="{04BC76B3-3008-415A-B841-CA3C2EF38D9D}" sibTransId="{E934C2B5-75C8-43EA-81AC-4D4117DC56F5}"/>
    <dgm:cxn modelId="{021A1137-4588-4B02-9F95-AE87CAC19659}" type="presOf" srcId="{09448BCC-2CF3-4A58-A358-60153FCB3A2A}" destId="{CB43860D-24E3-4A43-A710-81CBFDA6851B}" srcOrd="0" destOrd="0" presId="urn:microsoft.com/office/officeart/2005/8/layout/hierarchy3"/>
    <dgm:cxn modelId="{CAD24C63-CB1E-416E-89CD-F08758D1612C}" type="presOf" srcId="{306F1AFD-CCE1-4A31-8899-1AEE20FE78D6}" destId="{9CE9CE13-E4D6-4171-BA9E-54603192651F}" srcOrd="0" destOrd="0" presId="urn:microsoft.com/office/officeart/2005/8/layout/hierarchy3"/>
    <dgm:cxn modelId="{B7B3B145-4EAA-4BE9-AA2B-99BD60491E50}" type="presOf" srcId="{AABBC619-D052-4F1C-9D66-00721C1B33B4}" destId="{D3AB8149-F97A-463C-A376-AFBC586897A0}" srcOrd="0" destOrd="0" presId="urn:microsoft.com/office/officeart/2005/8/layout/hierarchy3"/>
    <dgm:cxn modelId="{BF462F69-2C09-4684-90E6-04D125FA8021}" srcId="{09448BCC-2CF3-4A58-A358-60153FCB3A2A}" destId="{20CC5F3C-F833-4D9F-A2C1-A9E526532F9A}" srcOrd="2" destOrd="0" parTransId="{080E7F31-6F29-44C7-94DB-78E27CEB3A55}" sibTransId="{B88189F3-4FBB-4111-AA91-1B555818289A}"/>
    <dgm:cxn modelId="{6CF2FC49-46D4-4675-9610-BA29358A5ADF}" srcId="{09448BCC-2CF3-4A58-A358-60153FCB3A2A}" destId="{AABBC619-D052-4F1C-9D66-00721C1B33B4}" srcOrd="0" destOrd="0" parTransId="{5513A676-55B7-4928-80D3-260E5514290F}" sibTransId="{D3A935B6-C9B7-4BA1-A429-899CC03EBF08}"/>
    <dgm:cxn modelId="{3311176E-0E3A-4659-99BF-DD30F8A822D4}" type="presOf" srcId="{5FC0B2C1-4D49-4636-BAEE-592E6C8CA5AE}" destId="{52C211B4-EC89-4B37-80A5-47E6E5F6F75C}" srcOrd="0" destOrd="0" presId="urn:microsoft.com/office/officeart/2005/8/layout/hierarchy3"/>
    <dgm:cxn modelId="{CF81E04E-4A0D-48E1-B947-C3A5C5513085}" srcId="{9B8BD16E-0C32-40D1-BB10-48D0430A4B7F}" destId="{306F1AFD-CCE1-4A31-8899-1AEE20FE78D6}" srcOrd="1" destOrd="0" parTransId="{D95B9350-21DF-460E-82A1-39495F41E162}" sibTransId="{270F7FB8-E2B2-491D-8599-CD565323FFC0}"/>
    <dgm:cxn modelId="{38D5E571-F1C5-4003-8DEF-7E96F383439F}" type="presOf" srcId="{0E4D70A4-D2AD-4A6D-BB10-5F69E907A7C8}" destId="{58C87EC5-532F-47ED-968B-279486B1B8DD}" srcOrd="0" destOrd="0" presId="urn:microsoft.com/office/officeart/2005/8/layout/hierarchy3"/>
    <dgm:cxn modelId="{81BA9972-E529-4277-A0F8-2F203BDF8102}" type="presOf" srcId="{22719005-BD8C-4423-8D6F-02B2CE56D3D7}" destId="{B80A23BF-1681-4EA9-A5A1-2E6B08244729}" srcOrd="0" destOrd="0" presId="urn:microsoft.com/office/officeart/2005/8/layout/hierarchy3"/>
    <dgm:cxn modelId="{71E81E81-AB04-46C3-95EA-16483056DB4C}" srcId="{22719005-BD8C-4423-8D6F-02B2CE56D3D7}" destId="{09448BCC-2CF3-4A58-A358-60153FCB3A2A}" srcOrd="1" destOrd="0" parTransId="{16E5BCCA-86CB-4628-BFAF-636C2C3F7281}" sibTransId="{10D128B9-1BBD-4C96-BA56-F24B9BCE40C8}"/>
    <dgm:cxn modelId="{C7999481-8D78-4C2C-A146-596D0E4E8E97}" type="presOf" srcId="{7B12517E-9EB3-4D07-B0C6-A393E3870FC0}" destId="{7B845BF5-095C-4916-9907-39791346B103}" srcOrd="0" destOrd="0" presId="urn:microsoft.com/office/officeart/2005/8/layout/hierarchy3"/>
    <dgm:cxn modelId="{C49A6384-FC77-484C-8161-0774610B633B}" type="presOf" srcId="{5513A676-55B7-4928-80D3-260E5514290F}" destId="{FD3B361C-E831-4370-A442-62016E0206DF}" srcOrd="0" destOrd="0" presId="urn:microsoft.com/office/officeart/2005/8/layout/hierarchy3"/>
    <dgm:cxn modelId="{E4138487-F0C4-44D3-A23E-33DB0621ABB4}" srcId="{22719005-BD8C-4423-8D6F-02B2CE56D3D7}" destId="{9B8BD16E-0C32-40D1-BB10-48D0430A4B7F}" srcOrd="0" destOrd="0" parTransId="{4BE37978-2327-4F69-A1F0-20DC9391E791}" sibTransId="{D5FA90C3-E7F2-432A-8C7F-D3B43E0691F4}"/>
    <dgm:cxn modelId="{8CB4338E-9ECF-4BD0-BECB-FEF6264912C2}" srcId="{9B8BD16E-0C32-40D1-BB10-48D0430A4B7F}" destId="{0B29691C-AACD-4C50-BDE2-99D79C14EF56}" srcOrd="0" destOrd="0" parTransId="{5FC0B2C1-4D49-4636-BAEE-592E6C8CA5AE}" sibTransId="{08676C1A-FB17-4166-8BDC-4A62CF1541FE}"/>
    <dgm:cxn modelId="{F847B88E-40A9-444B-B460-CACD2540BFBD}" type="presOf" srcId="{9B8BD16E-0C32-40D1-BB10-48D0430A4B7F}" destId="{5EDD7C44-DA22-4514-AB1B-471230B37C3E}" srcOrd="0" destOrd="0" presId="urn:microsoft.com/office/officeart/2005/8/layout/hierarchy3"/>
    <dgm:cxn modelId="{A9B329B7-D0FE-47A3-A281-E93A78A3BCC0}" type="presOf" srcId="{C3159DDC-062C-4EA5-87C5-DC9880CD49C8}" destId="{2D6D8E66-D63A-43D2-8D77-3BA6D9763E26}" srcOrd="0" destOrd="0" presId="urn:microsoft.com/office/officeart/2005/8/layout/hierarchy3"/>
    <dgm:cxn modelId="{AE7A80BF-56E3-421F-B744-97F0C6A23575}" type="presOf" srcId="{0B29691C-AACD-4C50-BDE2-99D79C14EF56}" destId="{6A986F34-3232-407F-AB6B-DC8BD557291D}" srcOrd="0" destOrd="0" presId="urn:microsoft.com/office/officeart/2005/8/layout/hierarchy3"/>
    <dgm:cxn modelId="{206AD9C3-DA1D-440D-8121-4101AF479250}" type="presOf" srcId="{9B8BD16E-0C32-40D1-BB10-48D0430A4B7F}" destId="{7FCFE76A-F2B1-4AC8-A2C5-0CBFB4E5439F}" srcOrd="1" destOrd="0" presId="urn:microsoft.com/office/officeart/2005/8/layout/hierarchy3"/>
    <dgm:cxn modelId="{85BC9ECF-59EF-41FD-BEFA-FD81E8907176}" type="presOf" srcId="{04BC76B3-3008-415A-B841-CA3C2EF38D9D}" destId="{B340F958-1C97-42D8-A539-C2F820B65B80}" srcOrd="0" destOrd="0" presId="urn:microsoft.com/office/officeart/2005/8/layout/hierarchy3"/>
    <dgm:cxn modelId="{6D3940D7-6E7C-46BB-A5B9-8E0972CE7952}" srcId="{9B8BD16E-0C32-40D1-BB10-48D0430A4B7F}" destId="{C3159DDC-062C-4EA5-87C5-DC9880CD49C8}" srcOrd="2" destOrd="0" parTransId="{7B12517E-9EB3-4D07-B0C6-A393E3870FC0}" sibTransId="{4F6A4206-7021-4ABD-A1E3-FF133BB9A8DC}"/>
    <dgm:cxn modelId="{C06305EB-8BA6-4749-835D-79F0AB6F2AC7}" type="presOf" srcId="{080E7F31-6F29-44C7-94DB-78E27CEB3A55}" destId="{B536A45F-D8A7-4579-B107-774479B8B38F}" srcOrd="0" destOrd="0" presId="urn:microsoft.com/office/officeart/2005/8/layout/hierarchy3"/>
    <dgm:cxn modelId="{1951EBF1-2CE8-4705-912A-8A57F33DA53B}" type="presOf" srcId="{20CC5F3C-F833-4D9F-A2C1-A9E526532F9A}" destId="{E82DA67F-1517-44A2-84D9-FE118A19594B}" srcOrd="0" destOrd="0" presId="urn:microsoft.com/office/officeart/2005/8/layout/hierarchy3"/>
    <dgm:cxn modelId="{13F8B6F4-B256-4BAC-ABC8-C129A019C555}" type="presOf" srcId="{09448BCC-2CF3-4A58-A358-60153FCB3A2A}" destId="{EC7F2180-0CA0-4FE3-A875-61E709C3EF26}" srcOrd="1" destOrd="0" presId="urn:microsoft.com/office/officeart/2005/8/layout/hierarchy3"/>
    <dgm:cxn modelId="{4CEC2E86-968F-4C4D-B470-1D75A08EF820}" type="presParOf" srcId="{B80A23BF-1681-4EA9-A5A1-2E6B08244729}" destId="{636ABDC9-ACE7-4B7F-AA15-1114D952238E}" srcOrd="0" destOrd="0" presId="urn:microsoft.com/office/officeart/2005/8/layout/hierarchy3"/>
    <dgm:cxn modelId="{2971E51F-1DBD-4BDD-BB62-8787F804B2EC}" type="presParOf" srcId="{636ABDC9-ACE7-4B7F-AA15-1114D952238E}" destId="{6DD30CCE-1F26-4356-A4FB-1D3E5039B5B5}" srcOrd="0" destOrd="0" presId="urn:microsoft.com/office/officeart/2005/8/layout/hierarchy3"/>
    <dgm:cxn modelId="{EC21B007-3BF2-43FB-B20E-D423FFEDDCBB}" type="presParOf" srcId="{6DD30CCE-1F26-4356-A4FB-1D3E5039B5B5}" destId="{5EDD7C44-DA22-4514-AB1B-471230B37C3E}" srcOrd="0" destOrd="0" presId="urn:microsoft.com/office/officeart/2005/8/layout/hierarchy3"/>
    <dgm:cxn modelId="{833DCFB6-AEEB-40E5-B179-2E5398382870}" type="presParOf" srcId="{6DD30CCE-1F26-4356-A4FB-1D3E5039B5B5}" destId="{7FCFE76A-F2B1-4AC8-A2C5-0CBFB4E5439F}" srcOrd="1" destOrd="0" presId="urn:microsoft.com/office/officeart/2005/8/layout/hierarchy3"/>
    <dgm:cxn modelId="{739D67FD-4571-4BC4-B851-58C870691E0B}" type="presParOf" srcId="{636ABDC9-ACE7-4B7F-AA15-1114D952238E}" destId="{45D30D2E-DCA0-4BA6-AEB8-5FB5BA248AC3}" srcOrd="1" destOrd="0" presId="urn:microsoft.com/office/officeart/2005/8/layout/hierarchy3"/>
    <dgm:cxn modelId="{127CDADB-0D01-4BD0-9562-AC5576B1971C}" type="presParOf" srcId="{45D30D2E-DCA0-4BA6-AEB8-5FB5BA248AC3}" destId="{52C211B4-EC89-4B37-80A5-47E6E5F6F75C}" srcOrd="0" destOrd="0" presId="urn:microsoft.com/office/officeart/2005/8/layout/hierarchy3"/>
    <dgm:cxn modelId="{8800BBF4-9F42-4FFC-8683-B8E6A59577E1}" type="presParOf" srcId="{45D30D2E-DCA0-4BA6-AEB8-5FB5BA248AC3}" destId="{6A986F34-3232-407F-AB6B-DC8BD557291D}" srcOrd="1" destOrd="0" presId="urn:microsoft.com/office/officeart/2005/8/layout/hierarchy3"/>
    <dgm:cxn modelId="{E6D41309-A5B4-49D1-B324-9DCFA13D58D8}" type="presParOf" srcId="{45D30D2E-DCA0-4BA6-AEB8-5FB5BA248AC3}" destId="{689E2ED2-039C-4197-BBC2-FB715748D804}" srcOrd="2" destOrd="0" presId="urn:microsoft.com/office/officeart/2005/8/layout/hierarchy3"/>
    <dgm:cxn modelId="{29F98484-1AA5-4480-8863-EB1B8F28B986}" type="presParOf" srcId="{45D30D2E-DCA0-4BA6-AEB8-5FB5BA248AC3}" destId="{9CE9CE13-E4D6-4171-BA9E-54603192651F}" srcOrd="3" destOrd="0" presId="urn:microsoft.com/office/officeart/2005/8/layout/hierarchy3"/>
    <dgm:cxn modelId="{28BEEF57-F052-4D78-9DF1-5757DA438BC2}" type="presParOf" srcId="{45D30D2E-DCA0-4BA6-AEB8-5FB5BA248AC3}" destId="{7B845BF5-095C-4916-9907-39791346B103}" srcOrd="4" destOrd="0" presId="urn:microsoft.com/office/officeart/2005/8/layout/hierarchy3"/>
    <dgm:cxn modelId="{B6BE8903-31E5-400A-B272-8F3DA84DC98E}" type="presParOf" srcId="{45D30D2E-DCA0-4BA6-AEB8-5FB5BA248AC3}" destId="{2D6D8E66-D63A-43D2-8D77-3BA6D9763E26}" srcOrd="5" destOrd="0" presId="urn:microsoft.com/office/officeart/2005/8/layout/hierarchy3"/>
    <dgm:cxn modelId="{EE1D8078-F18E-4590-AA65-69B39DB77157}" type="presParOf" srcId="{B80A23BF-1681-4EA9-A5A1-2E6B08244729}" destId="{C47FD14E-D822-441A-ADD0-5FC062E71D69}" srcOrd="1" destOrd="0" presId="urn:microsoft.com/office/officeart/2005/8/layout/hierarchy3"/>
    <dgm:cxn modelId="{A7F0E60F-36C9-4BCE-88EA-5450076A7230}" type="presParOf" srcId="{C47FD14E-D822-441A-ADD0-5FC062E71D69}" destId="{77C60702-A6FC-423B-88E6-52C0CC075C83}" srcOrd="0" destOrd="0" presId="urn:microsoft.com/office/officeart/2005/8/layout/hierarchy3"/>
    <dgm:cxn modelId="{0A4CBF13-F44B-4E42-9937-D138F1CA8F07}" type="presParOf" srcId="{77C60702-A6FC-423B-88E6-52C0CC075C83}" destId="{CB43860D-24E3-4A43-A710-81CBFDA6851B}" srcOrd="0" destOrd="0" presId="urn:microsoft.com/office/officeart/2005/8/layout/hierarchy3"/>
    <dgm:cxn modelId="{C24F810D-F75F-463D-8C79-CE913AF02D28}" type="presParOf" srcId="{77C60702-A6FC-423B-88E6-52C0CC075C83}" destId="{EC7F2180-0CA0-4FE3-A875-61E709C3EF26}" srcOrd="1" destOrd="0" presId="urn:microsoft.com/office/officeart/2005/8/layout/hierarchy3"/>
    <dgm:cxn modelId="{67ECC157-2F95-4936-B73E-555D8A51381D}" type="presParOf" srcId="{C47FD14E-D822-441A-ADD0-5FC062E71D69}" destId="{B73F239D-D11D-4077-9B79-64FEC2074BA3}" srcOrd="1" destOrd="0" presId="urn:microsoft.com/office/officeart/2005/8/layout/hierarchy3"/>
    <dgm:cxn modelId="{FD542304-0D4B-4C38-A205-9D42547518AE}" type="presParOf" srcId="{B73F239D-D11D-4077-9B79-64FEC2074BA3}" destId="{FD3B361C-E831-4370-A442-62016E0206DF}" srcOrd="0" destOrd="0" presId="urn:microsoft.com/office/officeart/2005/8/layout/hierarchy3"/>
    <dgm:cxn modelId="{B95E8A61-49E6-481F-B3B2-B99FC2030393}" type="presParOf" srcId="{B73F239D-D11D-4077-9B79-64FEC2074BA3}" destId="{D3AB8149-F97A-463C-A376-AFBC586897A0}" srcOrd="1" destOrd="0" presId="urn:microsoft.com/office/officeart/2005/8/layout/hierarchy3"/>
    <dgm:cxn modelId="{DBE33BC2-4843-4438-B1FC-845E1035282B}" type="presParOf" srcId="{B73F239D-D11D-4077-9B79-64FEC2074BA3}" destId="{B340F958-1C97-42D8-A539-C2F820B65B80}" srcOrd="2" destOrd="0" presId="urn:microsoft.com/office/officeart/2005/8/layout/hierarchy3"/>
    <dgm:cxn modelId="{706B891A-764B-41AE-9654-C1BE34989DF0}" type="presParOf" srcId="{B73F239D-D11D-4077-9B79-64FEC2074BA3}" destId="{58C87EC5-532F-47ED-968B-279486B1B8DD}" srcOrd="3" destOrd="0" presId="urn:microsoft.com/office/officeart/2005/8/layout/hierarchy3"/>
    <dgm:cxn modelId="{BA85A22F-EFCB-4005-8821-2E24C71E8E32}" type="presParOf" srcId="{B73F239D-D11D-4077-9B79-64FEC2074BA3}" destId="{B536A45F-D8A7-4579-B107-774479B8B38F}" srcOrd="4" destOrd="0" presId="urn:microsoft.com/office/officeart/2005/8/layout/hierarchy3"/>
    <dgm:cxn modelId="{3DC44EB5-32B6-467F-8B5C-0E38E74EEB5A}" type="presParOf" srcId="{B73F239D-D11D-4077-9B79-64FEC2074BA3}" destId="{E82DA67F-1517-44A2-84D9-FE118A19594B}" srcOrd="5"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97D9ACD-0388-4779-BC97-66DFE131DEAC}" type="doc">
      <dgm:prSet loTypeId="urn:microsoft.com/office/officeart/2005/8/layout/matrix1" loCatId="matrix" qsTypeId="urn:microsoft.com/office/officeart/2005/8/quickstyle/simple1" qsCatId="simple" csTypeId="urn:microsoft.com/office/officeart/2005/8/colors/colorful5" csCatId="colorful" phldr="1"/>
      <dgm:spPr/>
      <dgm:t>
        <a:bodyPr/>
        <a:lstStyle/>
        <a:p>
          <a:endParaRPr lang="en-US"/>
        </a:p>
      </dgm:t>
    </dgm:pt>
    <dgm:pt modelId="{E7C5F8FA-9FB2-4523-86E5-1504EA61073A}">
      <dgm:prSet phldrT="[Text]"/>
      <dgm:spPr/>
      <dgm:t>
        <a:bodyPr/>
        <a:lstStyle/>
        <a:p>
          <a:r>
            <a:rPr lang="en-US" dirty="0">
              <a:solidFill>
                <a:srgbClr val="002060"/>
              </a:solidFill>
            </a:rPr>
            <a:t>Types of Correlation</a:t>
          </a:r>
        </a:p>
      </dgm:t>
    </dgm:pt>
    <dgm:pt modelId="{3085BA91-88A4-4646-AB58-511C43C4013E}" type="parTrans" cxnId="{357012B7-1607-429E-A352-C73E50218EAA}">
      <dgm:prSet/>
      <dgm:spPr/>
      <dgm:t>
        <a:bodyPr/>
        <a:lstStyle/>
        <a:p>
          <a:endParaRPr lang="en-US"/>
        </a:p>
      </dgm:t>
    </dgm:pt>
    <dgm:pt modelId="{F45C802A-31AB-4A46-8C81-028271EEF26E}" type="sibTrans" cxnId="{357012B7-1607-429E-A352-C73E50218EAA}">
      <dgm:prSet/>
      <dgm:spPr/>
      <dgm:t>
        <a:bodyPr/>
        <a:lstStyle/>
        <a:p>
          <a:endParaRPr lang="en-US"/>
        </a:p>
      </dgm:t>
    </dgm:pt>
    <dgm:pt modelId="{F5604BF3-6D2D-4293-A335-33B11BA6EE63}">
      <dgm:prSet phldrT="[Text]" custT="1"/>
      <dgm:spPr/>
      <dgm:t>
        <a:bodyPr/>
        <a:lstStyle/>
        <a:p>
          <a:r>
            <a:rPr lang="en-US" sz="4000" b="1" dirty="0"/>
            <a:t>Positive</a:t>
          </a:r>
        </a:p>
        <a:p>
          <a:r>
            <a:rPr lang="en-US" sz="4000" b="1" dirty="0"/>
            <a:t>Correlation</a:t>
          </a:r>
        </a:p>
      </dgm:t>
    </dgm:pt>
    <dgm:pt modelId="{A7F4C86F-93DC-4FC2-B5BB-B7BF44FEE74F}" type="parTrans" cxnId="{4CC31D84-1BF1-446C-BC0D-07E2A8908A8D}">
      <dgm:prSet/>
      <dgm:spPr/>
      <dgm:t>
        <a:bodyPr/>
        <a:lstStyle/>
        <a:p>
          <a:endParaRPr lang="en-US"/>
        </a:p>
      </dgm:t>
    </dgm:pt>
    <dgm:pt modelId="{F87C5D3D-83CD-4130-84BE-9476A6842CD1}" type="sibTrans" cxnId="{4CC31D84-1BF1-446C-BC0D-07E2A8908A8D}">
      <dgm:prSet/>
      <dgm:spPr/>
      <dgm:t>
        <a:bodyPr/>
        <a:lstStyle/>
        <a:p>
          <a:endParaRPr lang="en-US"/>
        </a:p>
      </dgm:t>
    </dgm:pt>
    <dgm:pt modelId="{7153397F-C690-4913-8082-75FA4E53433F}">
      <dgm:prSet phldrT="[Text]" custT="1"/>
      <dgm:spPr/>
      <dgm:t>
        <a:bodyPr/>
        <a:lstStyle/>
        <a:p>
          <a:r>
            <a:rPr lang="en-US" sz="4000" b="1" dirty="0"/>
            <a:t>Negative</a:t>
          </a:r>
        </a:p>
        <a:p>
          <a:r>
            <a:rPr lang="en-US" sz="4000" b="1" dirty="0"/>
            <a:t>Correlation</a:t>
          </a:r>
        </a:p>
      </dgm:t>
    </dgm:pt>
    <dgm:pt modelId="{A07F1A5D-E2DB-4BB0-B0FF-081D095EDFC8}" type="parTrans" cxnId="{9953E587-935D-4052-B27E-6678DBF37617}">
      <dgm:prSet/>
      <dgm:spPr/>
      <dgm:t>
        <a:bodyPr/>
        <a:lstStyle/>
        <a:p>
          <a:endParaRPr lang="en-US"/>
        </a:p>
      </dgm:t>
    </dgm:pt>
    <dgm:pt modelId="{8B032657-2F9B-443C-8D52-1719B1865CE5}" type="sibTrans" cxnId="{9953E587-935D-4052-B27E-6678DBF37617}">
      <dgm:prSet/>
      <dgm:spPr/>
      <dgm:t>
        <a:bodyPr/>
        <a:lstStyle/>
        <a:p>
          <a:endParaRPr lang="en-US"/>
        </a:p>
      </dgm:t>
    </dgm:pt>
    <dgm:pt modelId="{A111E78A-188D-4066-B41E-7AFBD1921AAE}">
      <dgm:prSet phldrT="[Text]" custT="1"/>
      <dgm:spPr/>
      <dgm:t>
        <a:bodyPr/>
        <a:lstStyle/>
        <a:p>
          <a:r>
            <a:rPr lang="en-US" sz="4000" b="1"/>
            <a:t>Linear</a:t>
          </a:r>
        </a:p>
        <a:p>
          <a:r>
            <a:rPr lang="en-US" sz="4000" b="1"/>
            <a:t>Correlation</a:t>
          </a:r>
          <a:endParaRPr lang="en-US" sz="4000" b="1" dirty="0"/>
        </a:p>
      </dgm:t>
    </dgm:pt>
    <dgm:pt modelId="{BA2D0DE9-D064-4287-9416-9633D64CEEBD}" type="parTrans" cxnId="{A840260E-4DC2-401B-B34B-B8036AEAE40A}">
      <dgm:prSet/>
      <dgm:spPr/>
      <dgm:t>
        <a:bodyPr/>
        <a:lstStyle/>
        <a:p>
          <a:endParaRPr lang="en-US"/>
        </a:p>
      </dgm:t>
    </dgm:pt>
    <dgm:pt modelId="{CF84A5A4-B857-4609-88EF-EA941BC18791}" type="sibTrans" cxnId="{A840260E-4DC2-401B-B34B-B8036AEAE40A}">
      <dgm:prSet/>
      <dgm:spPr/>
      <dgm:t>
        <a:bodyPr/>
        <a:lstStyle/>
        <a:p>
          <a:endParaRPr lang="en-US"/>
        </a:p>
      </dgm:t>
    </dgm:pt>
    <dgm:pt modelId="{0A4FBFA6-A5C1-4E55-9DE5-60B02C308E69}">
      <dgm:prSet phldrT="[Text]" custT="1"/>
      <dgm:spPr/>
      <dgm:t>
        <a:bodyPr/>
        <a:lstStyle/>
        <a:p>
          <a:r>
            <a:rPr lang="en-US" sz="4000" b="1" dirty="0"/>
            <a:t>Nonlinear </a:t>
          </a:r>
        </a:p>
        <a:p>
          <a:r>
            <a:rPr lang="en-US" sz="4000" b="1" dirty="0"/>
            <a:t>Correlation</a:t>
          </a:r>
        </a:p>
      </dgm:t>
    </dgm:pt>
    <dgm:pt modelId="{2A8FD7B8-AB92-4E4E-9EF0-B8B20199D074}" type="parTrans" cxnId="{C78E9358-13D6-499C-8B8F-F5CD7EF90F36}">
      <dgm:prSet/>
      <dgm:spPr/>
      <dgm:t>
        <a:bodyPr/>
        <a:lstStyle/>
        <a:p>
          <a:endParaRPr lang="en-US"/>
        </a:p>
      </dgm:t>
    </dgm:pt>
    <dgm:pt modelId="{AEBE468D-DE37-428B-91EB-02125466D965}" type="sibTrans" cxnId="{C78E9358-13D6-499C-8B8F-F5CD7EF90F36}">
      <dgm:prSet/>
      <dgm:spPr/>
      <dgm:t>
        <a:bodyPr/>
        <a:lstStyle/>
        <a:p>
          <a:endParaRPr lang="en-US"/>
        </a:p>
      </dgm:t>
    </dgm:pt>
    <dgm:pt modelId="{6EAF3E92-B2FE-4DB5-83AD-348F186C1529}" type="pres">
      <dgm:prSet presAssocID="{B97D9ACD-0388-4779-BC97-66DFE131DEAC}" presName="diagram" presStyleCnt="0">
        <dgm:presLayoutVars>
          <dgm:chMax val="1"/>
          <dgm:dir/>
          <dgm:animLvl val="ctr"/>
          <dgm:resizeHandles val="exact"/>
        </dgm:presLayoutVars>
      </dgm:prSet>
      <dgm:spPr/>
    </dgm:pt>
    <dgm:pt modelId="{F6645247-1DC4-4A1D-8BF4-20FFA4429C61}" type="pres">
      <dgm:prSet presAssocID="{B97D9ACD-0388-4779-BC97-66DFE131DEAC}" presName="matrix" presStyleCnt="0"/>
      <dgm:spPr/>
    </dgm:pt>
    <dgm:pt modelId="{519CA935-CE76-4A66-AF37-5C242712231E}" type="pres">
      <dgm:prSet presAssocID="{B97D9ACD-0388-4779-BC97-66DFE131DEAC}" presName="tile1" presStyleLbl="node1" presStyleIdx="0" presStyleCnt="4"/>
      <dgm:spPr/>
    </dgm:pt>
    <dgm:pt modelId="{41D02199-EAA1-4341-B773-1730D7934E73}" type="pres">
      <dgm:prSet presAssocID="{B97D9ACD-0388-4779-BC97-66DFE131DEAC}" presName="tile1text" presStyleLbl="node1" presStyleIdx="0" presStyleCnt="4">
        <dgm:presLayoutVars>
          <dgm:chMax val="0"/>
          <dgm:chPref val="0"/>
          <dgm:bulletEnabled val="1"/>
        </dgm:presLayoutVars>
      </dgm:prSet>
      <dgm:spPr/>
    </dgm:pt>
    <dgm:pt modelId="{8BA80FDA-357D-4628-B28C-52B661E0995A}" type="pres">
      <dgm:prSet presAssocID="{B97D9ACD-0388-4779-BC97-66DFE131DEAC}" presName="tile2" presStyleLbl="node1" presStyleIdx="1" presStyleCnt="4"/>
      <dgm:spPr/>
    </dgm:pt>
    <dgm:pt modelId="{296AE907-E010-4FE7-9C03-39B4E44600D7}" type="pres">
      <dgm:prSet presAssocID="{B97D9ACD-0388-4779-BC97-66DFE131DEAC}" presName="tile2text" presStyleLbl="node1" presStyleIdx="1" presStyleCnt="4">
        <dgm:presLayoutVars>
          <dgm:chMax val="0"/>
          <dgm:chPref val="0"/>
          <dgm:bulletEnabled val="1"/>
        </dgm:presLayoutVars>
      </dgm:prSet>
      <dgm:spPr/>
    </dgm:pt>
    <dgm:pt modelId="{8CA5AEA3-27E8-4182-B68A-D33BC036ED01}" type="pres">
      <dgm:prSet presAssocID="{B97D9ACD-0388-4779-BC97-66DFE131DEAC}" presName="tile3" presStyleLbl="node1" presStyleIdx="2" presStyleCnt="4"/>
      <dgm:spPr/>
    </dgm:pt>
    <dgm:pt modelId="{559A1BF5-B048-4032-A4A3-177FD54C2241}" type="pres">
      <dgm:prSet presAssocID="{B97D9ACD-0388-4779-BC97-66DFE131DEAC}" presName="tile3text" presStyleLbl="node1" presStyleIdx="2" presStyleCnt="4">
        <dgm:presLayoutVars>
          <dgm:chMax val="0"/>
          <dgm:chPref val="0"/>
          <dgm:bulletEnabled val="1"/>
        </dgm:presLayoutVars>
      </dgm:prSet>
      <dgm:spPr/>
    </dgm:pt>
    <dgm:pt modelId="{FDEB3F9F-FADC-4A4D-9DD5-F897C6AF6370}" type="pres">
      <dgm:prSet presAssocID="{B97D9ACD-0388-4779-BC97-66DFE131DEAC}" presName="tile4" presStyleLbl="node1" presStyleIdx="3" presStyleCnt="4"/>
      <dgm:spPr/>
    </dgm:pt>
    <dgm:pt modelId="{AE0A86D2-0290-43EE-9849-A1730A158839}" type="pres">
      <dgm:prSet presAssocID="{B97D9ACD-0388-4779-BC97-66DFE131DEAC}" presName="tile4text" presStyleLbl="node1" presStyleIdx="3" presStyleCnt="4">
        <dgm:presLayoutVars>
          <dgm:chMax val="0"/>
          <dgm:chPref val="0"/>
          <dgm:bulletEnabled val="1"/>
        </dgm:presLayoutVars>
      </dgm:prSet>
      <dgm:spPr/>
    </dgm:pt>
    <dgm:pt modelId="{0BC15D81-A538-484D-945C-D714018D5448}" type="pres">
      <dgm:prSet presAssocID="{B97D9ACD-0388-4779-BC97-66DFE131DEAC}" presName="centerTile" presStyleLbl="fgShp" presStyleIdx="0" presStyleCnt="1">
        <dgm:presLayoutVars>
          <dgm:chMax val="0"/>
          <dgm:chPref val="0"/>
        </dgm:presLayoutVars>
      </dgm:prSet>
      <dgm:spPr/>
    </dgm:pt>
  </dgm:ptLst>
  <dgm:cxnLst>
    <dgm:cxn modelId="{A840260E-4DC2-401B-B34B-B8036AEAE40A}" srcId="{E7C5F8FA-9FB2-4523-86E5-1504EA61073A}" destId="{A111E78A-188D-4066-B41E-7AFBD1921AAE}" srcOrd="2" destOrd="0" parTransId="{BA2D0DE9-D064-4287-9416-9633D64CEEBD}" sibTransId="{CF84A5A4-B857-4609-88EF-EA941BC18791}"/>
    <dgm:cxn modelId="{5DD95214-775D-49D3-8476-C03DD48730ED}" type="presOf" srcId="{F5604BF3-6D2D-4293-A335-33B11BA6EE63}" destId="{519CA935-CE76-4A66-AF37-5C242712231E}" srcOrd="0" destOrd="0" presId="urn:microsoft.com/office/officeart/2005/8/layout/matrix1"/>
    <dgm:cxn modelId="{2F79763A-256B-4440-82BA-F05F387EEAB6}" type="presOf" srcId="{E7C5F8FA-9FB2-4523-86E5-1504EA61073A}" destId="{0BC15D81-A538-484D-945C-D714018D5448}" srcOrd="0" destOrd="0" presId="urn:microsoft.com/office/officeart/2005/8/layout/matrix1"/>
    <dgm:cxn modelId="{C78E9358-13D6-499C-8B8F-F5CD7EF90F36}" srcId="{E7C5F8FA-9FB2-4523-86E5-1504EA61073A}" destId="{0A4FBFA6-A5C1-4E55-9DE5-60B02C308E69}" srcOrd="3" destOrd="0" parTransId="{2A8FD7B8-AB92-4E4E-9EF0-B8B20199D074}" sibTransId="{AEBE468D-DE37-428B-91EB-02125466D965}"/>
    <dgm:cxn modelId="{47D9B178-0321-46C2-9FF2-2027B6FA8CC1}" type="presOf" srcId="{0A4FBFA6-A5C1-4E55-9DE5-60B02C308E69}" destId="{FDEB3F9F-FADC-4A4D-9DD5-F897C6AF6370}" srcOrd="0" destOrd="0" presId="urn:microsoft.com/office/officeart/2005/8/layout/matrix1"/>
    <dgm:cxn modelId="{103B8580-7228-4F1A-B074-EA1465BA5EFE}" type="presOf" srcId="{A111E78A-188D-4066-B41E-7AFBD1921AAE}" destId="{8CA5AEA3-27E8-4182-B68A-D33BC036ED01}" srcOrd="0" destOrd="0" presId="urn:microsoft.com/office/officeart/2005/8/layout/matrix1"/>
    <dgm:cxn modelId="{4CC31D84-1BF1-446C-BC0D-07E2A8908A8D}" srcId="{E7C5F8FA-9FB2-4523-86E5-1504EA61073A}" destId="{F5604BF3-6D2D-4293-A335-33B11BA6EE63}" srcOrd="0" destOrd="0" parTransId="{A7F4C86F-93DC-4FC2-B5BB-B7BF44FEE74F}" sibTransId="{F87C5D3D-83CD-4130-84BE-9476A6842CD1}"/>
    <dgm:cxn modelId="{9953E587-935D-4052-B27E-6678DBF37617}" srcId="{E7C5F8FA-9FB2-4523-86E5-1504EA61073A}" destId="{7153397F-C690-4913-8082-75FA4E53433F}" srcOrd="1" destOrd="0" parTransId="{A07F1A5D-E2DB-4BB0-B0FF-081D095EDFC8}" sibTransId="{8B032657-2F9B-443C-8D52-1719B1865CE5}"/>
    <dgm:cxn modelId="{C82776AB-7107-4CD5-9F94-59859F1063A9}" type="presOf" srcId="{F5604BF3-6D2D-4293-A335-33B11BA6EE63}" destId="{41D02199-EAA1-4341-B773-1730D7934E73}" srcOrd="1" destOrd="0" presId="urn:microsoft.com/office/officeart/2005/8/layout/matrix1"/>
    <dgm:cxn modelId="{919DC5B3-9663-4A91-9699-D85A9B9566EF}" type="presOf" srcId="{7153397F-C690-4913-8082-75FA4E53433F}" destId="{8BA80FDA-357D-4628-B28C-52B661E0995A}" srcOrd="0" destOrd="0" presId="urn:microsoft.com/office/officeart/2005/8/layout/matrix1"/>
    <dgm:cxn modelId="{357012B7-1607-429E-A352-C73E50218EAA}" srcId="{B97D9ACD-0388-4779-BC97-66DFE131DEAC}" destId="{E7C5F8FA-9FB2-4523-86E5-1504EA61073A}" srcOrd="0" destOrd="0" parTransId="{3085BA91-88A4-4646-AB58-511C43C4013E}" sibTransId="{F45C802A-31AB-4A46-8C81-028271EEF26E}"/>
    <dgm:cxn modelId="{043ECACF-4F43-4AA7-BBB0-1E855725871F}" type="presOf" srcId="{B97D9ACD-0388-4779-BC97-66DFE131DEAC}" destId="{6EAF3E92-B2FE-4DB5-83AD-348F186C1529}" srcOrd="0" destOrd="0" presId="urn:microsoft.com/office/officeart/2005/8/layout/matrix1"/>
    <dgm:cxn modelId="{AC7931DF-D72D-41BF-9183-68843A230F81}" type="presOf" srcId="{A111E78A-188D-4066-B41E-7AFBD1921AAE}" destId="{559A1BF5-B048-4032-A4A3-177FD54C2241}" srcOrd="1" destOrd="0" presId="urn:microsoft.com/office/officeart/2005/8/layout/matrix1"/>
    <dgm:cxn modelId="{08FC28E0-7CC7-4B27-9240-1E401A324B5A}" type="presOf" srcId="{0A4FBFA6-A5C1-4E55-9DE5-60B02C308E69}" destId="{AE0A86D2-0290-43EE-9849-A1730A158839}" srcOrd="1" destOrd="0" presId="urn:microsoft.com/office/officeart/2005/8/layout/matrix1"/>
    <dgm:cxn modelId="{9BD1E4F7-C2D0-470B-936B-6CDCF86E39C7}" type="presOf" srcId="{7153397F-C690-4913-8082-75FA4E53433F}" destId="{296AE907-E010-4FE7-9C03-39B4E44600D7}" srcOrd="1" destOrd="0" presId="urn:microsoft.com/office/officeart/2005/8/layout/matrix1"/>
    <dgm:cxn modelId="{8C95A4BA-85DD-44B2-87DF-9532B62D69F6}" type="presParOf" srcId="{6EAF3E92-B2FE-4DB5-83AD-348F186C1529}" destId="{F6645247-1DC4-4A1D-8BF4-20FFA4429C61}" srcOrd="0" destOrd="0" presId="urn:microsoft.com/office/officeart/2005/8/layout/matrix1"/>
    <dgm:cxn modelId="{870595FF-9C7C-4414-8CF6-134E4CEE490F}" type="presParOf" srcId="{F6645247-1DC4-4A1D-8BF4-20FFA4429C61}" destId="{519CA935-CE76-4A66-AF37-5C242712231E}" srcOrd="0" destOrd="0" presId="urn:microsoft.com/office/officeart/2005/8/layout/matrix1"/>
    <dgm:cxn modelId="{6F4CF8F7-3BBF-444D-B25F-9D036F94A5D7}" type="presParOf" srcId="{F6645247-1DC4-4A1D-8BF4-20FFA4429C61}" destId="{41D02199-EAA1-4341-B773-1730D7934E73}" srcOrd="1" destOrd="0" presId="urn:microsoft.com/office/officeart/2005/8/layout/matrix1"/>
    <dgm:cxn modelId="{2C3C89D2-6FD2-49E2-B9FA-2C73B4C8CAD1}" type="presParOf" srcId="{F6645247-1DC4-4A1D-8BF4-20FFA4429C61}" destId="{8BA80FDA-357D-4628-B28C-52B661E0995A}" srcOrd="2" destOrd="0" presId="urn:microsoft.com/office/officeart/2005/8/layout/matrix1"/>
    <dgm:cxn modelId="{22A63B1B-C068-4BAD-A0EC-4A5908D0940B}" type="presParOf" srcId="{F6645247-1DC4-4A1D-8BF4-20FFA4429C61}" destId="{296AE907-E010-4FE7-9C03-39B4E44600D7}" srcOrd="3" destOrd="0" presId="urn:microsoft.com/office/officeart/2005/8/layout/matrix1"/>
    <dgm:cxn modelId="{FB9242A0-6FE8-4982-9B63-8BE9315D6FB2}" type="presParOf" srcId="{F6645247-1DC4-4A1D-8BF4-20FFA4429C61}" destId="{8CA5AEA3-27E8-4182-B68A-D33BC036ED01}" srcOrd="4" destOrd="0" presId="urn:microsoft.com/office/officeart/2005/8/layout/matrix1"/>
    <dgm:cxn modelId="{ABBDBF4A-99CB-4BDC-88EE-1E397032C2CB}" type="presParOf" srcId="{F6645247-1DC4-4A1D-8BF4-20FFA4429C61}" destId="{559A1BF5-B048-4032-A4A3-177FD54C2241}" srcOrd="5" destOrd="0" presId="urn:microsoft.com/office/officeart/2005/8/layout/matrix1"/>
    <dgm:cxn modelId="{5CC14C8C-E28B-4AD4-908B-C4BFBE451C1D}" type="presParOf" srcId="{F6645247-1DC4-4A1D-8BF4-20FFA4429C61}" destId="{FDEB3F9F-FADC-4A4D-9DD5-F897C6AF6370}" srcOrd="6" destOrd="0" presId="urn:microsoft.com/office/officeart/2005/8/layout/matrix1"/>
    <dgm:cxn modelId="{148D1213-F527-44DF-9B16-8169DA73C42A}" type="presParOf" srcId="{F6645247-1DC4-4A1D-8BF4-20FFA4429C61}" destId="{AE0A86D2-0290-43EE-9849-A1730A158839}" srcOrd="7" destOrd="0" presId="urn:microsoft.com/office/officeart/2005/8/layout/matrix1"/>
    <dgm:cxn modelId="{35C658EF-9499-4A87-B7DD-CA79265BF62E}" type="presParOf" srcId="{6EAF3E92-B2FE-4DB5-83AD-348F186C1529}" destId="{0BC15D81-A538-484D-945C-D714018D5448}" srcOrd="1" destOrd="0" presId="urn:microsoft.com/office/officeart/2005/8/layout/matrix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97D9ACD-0388-4779-BC97-66DFE131DEAC}" type="doc">
      <dgm:prSet loTypeId="urn:microsoft.com/office/officeart/2005/8/layout/hierarchy3" loCatId="list" qsTypeId="urn:microsoft.com/office/officeart/2005/8/quickstyle/simple1" qsCatId="simple" csTypeId="urn:microsoft.com/office/officeart/2005/8/colors/colorful5" csCatId="colorful" phldr="1"/>
      <dgm:spPr/>
      <dgm:t>
        <a:bodyPr/>
        <a:lstStyle/>
        <a:p>
          <a:endParaRPr lang="en-US"/>
        </a:p>
      </dgm:t>
    </dgm:pt>
    <dgm:pt modelId="{E7C5F8FA-9FB2-4523-86E5-1504EA61073A}">
      <dgm:prSet phldrT="[Text]" custT="1"/>
      <dgm:spPr/>
      <dgm:t>
        <a:bodyPr/>
        <a:lstStyle/>
        <a:p>
          <a:r>
            <a:rPr lang="en-US" sz="2800" b="1" dirty="0"/>
            <a:t>Graphical Methods</a:t>
          </a:r>
          <a:endParaRPr lang="en-US" sz="2800" b="1" dirty="0">
            <a:solidFill>
              <a:srgbClr val="002060"/>
            </a:solidFill>
          </a:endParaRPr>
        </a:p>
      </dgm:t>
    </dgm:pt>
    <dgm:pt modelId="{F45C802A-31AB-4A46-8C81-028271EEF26E}" type="sibTrans" cxnId="{357012B7-1607-429E-A352-C73E50218EAA}">
      <dgm:prSet/>
      <dgm:spPr/>
      <dgm:t>
        <a:bodyPr/>
        <a:lstStyle/>
        <a:p>
          <a:endParaRPr lang="en-US"/>
        </a:p>
      </dgm:t>
    </dgm:pt>
    <dgm:pt modelId="{3085BA91-88A4-4646-AB58-511C43C4013E}" type="parTrans" cxnId="{357012B7-1607-429E-A352-C73E50218EAA}">
      <dgm:prSet/>
      <dgm:spPr/>
      <dgm:t>
        <a:bodyPr/>
        <a:lstStyle/>
        <a:p>
          <a:endParaRPr lang="en-US"/>
        </a:p>
      </dgm:t>
    </dgm:pt>
    <dgm:pt modelId="{9601DAC7-3DCD-4151-8D00-5EC93802A2BB}">
      <dgm:prSet custT="1"/>
      <dgm:spPr/>
      <dgm:t>
        <a:bodyPr/>
        <a:lstStyle/>
        <a:p>
          <a:r>
            <a:rPr lang="en-US" sz="2800" dirty="0">
              <a:solidFill>
                <a:srgbClr val="002060"/>
              </a:solidFill>
            </a:rPr>
            <a:t>Scatter Diagram</a:t>
          </a:r>
        </a:p>
      </dgm:t>
    </dgm:pt>
    <dgm:pt modelId="{F6317013-FB4D-407F-987E-6022EDBB88C6}" type="parTrans" cxnId="{3176F269-D0D6-4B56-9700-8D1D99D07852}">
      <dgm:prSet/>
      <dgm:spPr/>
      <dgm:t>
        <a:bodyPr/>
        <a:lstStyle/>
        <a:p>
          <a:endParaRPr lang="en-US" sz="2800"/>
        </a:p>
      </dgm:t>
    </dgm:pt>
    <dgm:pt modelId="{452C4524-D086-4380-9ED8-03EDDF60068A}" type="sibTrans" cxnId="{3176F269-D0D6-4B56-9700-8D1D99D07852}">
      <dgm:prSet/>
      <dgm:spPr/>
      <dgm:t>
        <a:bodyPr/>
        <a:lstStyle/>
        <a:p>
          <a:endParaRPr lang="en-US"/>
        </a:p>
      </dgm:t>
    </dgm:pt>
    <dgm:pt modelId="{EFB65559-E558-40B3-911E-FFE27B982886}">
      <dgm:prSet custT="1"/>
      <dgm:spPr/>
      <dgm:t>
        <a:bodyPr/>
        <a:lstStyle/>
        <a:p>
          <a:r>
            <a:rPr lang="en-US" sz="2800" dirty="0">
              <a:solidFill>
                <a:srgbClr val="002060"/>
              </a:solidFill>
            </a:rPr>
            <a:t>Simple Graph</a:t>
          </a:r>
        </a:p>
      </dgm:t>
    </dgm:pt>
    <dgm:pt modelId="{5066CCFE-F6C3-4AEA-982F-9CBDC701AE10}" type="parTrans" cxnId="{6FD0A521-F936-4CB9-AAD3-C599740FA186}">
      <dgm:prSet/>
      <dgm:spPr/>
      <dgm:t>
        <a:bodyPr/>
        <a:lstStyle/>
        <a:p>
          <a:endParaRPr lang="en-US" sz="2800"/>
        </a:p>
      </dgm:t>
    </dgm:pt>
    <dgm:pt modelId="{1090A9E4-5AA1-4B1B-8DFD-00F1C694D616}" type="sibTrans" cxnId="{6FD0A521-F936-4CB9-AAD3-C599740FA186}">
      <dgm:prSet/>
      <dgm:spPr/>
      <dgm:t>
        <a:bodyPr/>
        <a:lstStyle/>
        <a:p>
          <a:endParaRPr lang="en-US"/>
        </a:p>
      </dgm:t>
    </dgm:pt>
    <dgm:pt modelId="{66C8BA45-236A-4729-A091-DE92661DFD18}">
      <dgm:prSet custT="1"/>
      <dgm:spPr/>
      <dgm:t>
        <a:bodyPr/>
        <a:lstStyle/>
        <a:p>
          <a:r>
            <a:rPr lang="en-US" sz="2800" b="1" dirty="0"/>
            <a:t>Mathematical Methods</a:t>
          </a:r>
        </a:p>
      </dgm:t>
    </dgm:pt>
    <dgm:pt modelId="{02EF4E24-1DC2-4912-9EAC-874136691FA4}" type="parTrans" cxnId="{BFA72B04-1D94-420A-A9D7-2D8EB5A705AC}">
      <dgm:prSet/>
      <dgm:spPr/>
      <dgm:t>
        <a:bodyPr/>
        <a:lstStyle/>
        <a:p>
          <a:endParaRPr lang="en-US"/>
        </a:p>
      </dgm:t>
    </dgm:pt>
    <dgm:pt modelId="{AA7C9E4D-BA7E-4329-B5C6-CAE5709040D6}" type="sibTrans" cxnId="{BFA72B04-1D94-420A-A9D7-2D8EB5A705AC}">
      <dgm:prSet/>
      <dgm:spPr/>
      <dgm:t>
        <a:bodyPr/>
        <a:lstStyle/>
        <a:p>
          <a:endParaRPr lang="en-US"/>
        </a:p>
      </dgm:t>
    </dgm:pt>
    <dgm:pt modelId="{EB8C3BB8-DAE8-462E-BB56-06A7B386D245}">
      <dgm:prSet custT="1"/>
      <dgm:spPr/>
      <dgm:t>
        <a:bodyPr/>
        <a:lstStyle/>
        <a:p>
          <a:r>
            <a:rPr lang="en-US" sz="2800" dirty="0">
              <a:solidFill>
                <a:srgbClr val="002060"/>
              </a:solidFill>
            </a:rPr>
            <a:t>Karl Pearson’s coefficient of correlation</a:t>
          </a:r>
        </a:p>
      </dgm:t>
    </dgm:pt>
    <dgm:pt modelId="{A1E55977-EAAA-4560-B028-6EE0B41C8E04}" type="parTrans" cxnId="{3D9B2C40-C1C0-419A-8191-8E8B4B9C8C0E}">
      <dgm:prSet/>
      <dgm:spPr/>
      <dgm:t>
        <a:bodyPr/>
        <a:lstStyle/>
        <a:p>
          <a:endParaRPr lang="en-US" sz="2800"/>
        </a:p>
      </dgm:t>
    </dgm:pt>
    <dgm:pt modelId="{BA7B7C46-DE9F-4371-9152-FE4E8FCBB211}" type="sibTrans" cxnId="{3D9B2C40-C1C0-419A-8191-8E8B4B9C8C0E}">
      <dgm:prSet/>
      <dgm:spPr/>
      <dgm:t>
        <a:bodyPr/>
        <a:lstStyle/>
        <a:p>
          <a:endParaRPr lang="en-US"/>
        </a:p>
      </dgm:t>
    </dgm:pt>
    <dgm:pt modelId="{91E85133-5D25-4BC5-B8FA-79AA3FAA17DB}">
      <dgm:prSet custT="1"/>
      <dgm:spPr/>
      <dgm:t>
        <a:bodyPr/>
        <a:lstStyle/>
        <a:p>
          <a:r>
            <a:rPr lang="en-US" sz="2800" dirty="0">
              <a:solidFill>
                <a:srgbClr val="002060"/>
              </a:solidFill>
            </a:rPr>
            <a:t>Spearman’s coefficient of rank correlation</a:t>
          </a:r>
        </a:p>
      </dgm:t>
    </dgm:pt>
    <dgm:pt modelId="{C52E93DB-313B-4C38-BCF4-393F755FCCEC}" type="parTrans" cxnId="{F3AC309D-D8E3-4FB2-A173-03E636487ACD}">
      <dgm:prSet/>
      <dgm:spPr/>
      <dgm:t>
        <a:bodyPr/>
        <a:lstStyle/>
        <a:p>
          <a:endParaRPr lang="en-US" sz="2800"/>
        </a:p>
      </dgm:t>
    </dgm:pt>
    <dgm:pt modelId="{F155D506-291F-47C1-B9E6-B4015E533C91}" type="sibTrans" cxnId="{F3AC309D-D8E3-4FB2-A173-03E636487ACD}">
      <dgm:prSet/>
      <dgm:spPr/>
      <dgm:t>
        <a:bodyPr/>
        <a:lstStyle/>
        <a:p>
          <a:endParaRPr lang="en-US"/>
        </a:p>
      </dgm:t>
    </dgm:pt>
    <dgm:pt modelId="{42105EBD-920F-44CD-8ECF-EA8BDED7003A}" type="pres">
      <dgm:prSet presAssocID="{B97D9ACD-0388-4779-BC97-66DFE131DEAC}" presName="diagram" presStyleCnt="0">
        <dgm:presLayoutVars>
          <dgm:chPref val="1"/>
          <dgm:dir/>
          <dgm:animOne val="branch"/>
          <dgm:animLvl val="lvl"/>
          <dgm:resizeHandles/>
        </dgm:presLayoutVars>
      </dgm:prSet>
      <dgm:spPr/>
    </dgm:pt>
    <dgm:pt modelId="{734557B9-4B5C-4045-893B-0E38FE6DD787}" type="pres">
      <dgm:prSet presAssocID="{E7C5F8FA-9FB2-4523-86E5-1504EA61073A}" presName="root" presStyleCnt="0"/>
      <dgm:spPr/>
    </dgm:pt>
    <dgm:pt modelId="{D2A26B90-D75B-48A1-A3DD-4E0F2DA8D602}" type="pres">
      <dgm:prSet presAssocID="{E7C5F8FA-9FB2-4523-86E5-1504EA61073A}" presName="rootComposite" presStyleCnt="0"/>
      <dgm:spPr/>
    </dgm:pt>
    <dgm:pt modelId="{60BDAF43-C2BC-4584-A805-898E3C524EFA}" type="pres">
      <dgm:prSet presAssocID="{E7C5F8FA-9FB2-4523-86E5-1504EA61073A}" presName="rootText" presStyleLbl="node1" presStyleIdx="0" presStyleCnt="2" custScaleX="144337"/>
      <dgm:spPr/>
    </dgm:pt>
    <dgm:pt modelId="{F832761C-7EE6-4652-8ED9-C1AA7B31BD2F}" type="pres">
      <dgm:prSet presAssocID="{E7C5F8FA-9FB2-4523-86E5-1504EA61073A}" presName="rootConnector" presStyleLbl="node1" presStyleIdx="0" presStyleCnt="2"/>
      <dgm:spPr/>
    </dgm:pt>
    <dgm:pt modelId="{5076DCC7-0304-41ED-82FE-11B58742C072}" type="pres">
      <dgm:prSet presAssocID="{E7C5F8FA-9FB2-4523-86E5-1504EA61073A}" presName="childShape" presStyleCnt="0"/>
      <dgm:spPr/>
    </dgm:pt>
    <dgm:pt modelId="{5C1F0B61-3FA8-4E5C-92FE-0E8A5C22B68A}" type="pres">
      <dgm:prSet presAssocID="{F6317013-FB4D-407F-987E-6022EDBB88C6}" presName="Name13" presStyleLbl="parChTrans1D2" presStyleIdx="0" presStyleCnt="4"/>
      <dgm:spPr/>
    </dgm:pt>
    <dgm:pt modelId="{D7C8D00F-40F1-4546-B59C-D1F7CCA30E1C}" type="pres">
      <dgm:prSet presAssocID="{9601DAC7-3DCD-4151-8D00-5EC93802A2BB}" presName="childText" presStyleLbl="bgAcc1" presStyleIdx="0" presStyleCnt="4" custScaleX="133356">
        <dgm:presLayoutVars>
          <dgm:bulletEnabled val="1"/>
        </dgm:presLayoutVars>
      </dgm:prSet>
      <dgm:spPr/>
    </dgm:pt>
    <dgm:pt modelId="{C8B48EB4-2325-4417-A77B-F8C10228D87F}" type="pres">
      <dgm:prSet presAssocID="{5066CCFE-F6C3-4AEA-982F-9CBDC701AE10}" presName="Name13" presStyleLbl="parChTrans1D2" presStyleIdx="1" presStyleCnt="4"/>
      <dgm:spPr/>
    </dgm:pt>
    <dgm:pt modelId="{B4FDF4C2-1961-4F55-91F2-2EDE077FB81E}" type="pres">
      <dgm:prSet presAssocID="{EFB65559-E558-40B3-911E-FFE27B982886}" presName="childText" presStyleLbl="bgAcc1" presStyleIdx="1" presStyleCnt="4" custScaleX="133356">
        <dgm:presLayoutVars>
          <dgm:bulletEnabled val="1"/>
        </dgm:presLayoutVars>
      </dgm:prSet>
      <dgm:spPr/>
    </dgm:pt>
    <dgm:pt modelId="{E4863F7A-BDE4-4FE5-9181-4F63020C065C}" type="pres">
      <dgm:prSet presAssocID="{66C8BA45-236A-4729-A091-DE92661DFD18}" presName="root" presStyleCnt="0"/>
      <dgm:spPr/>
    </dgm:pt>
    <dgm:pt modelId="{9C90E569-CE8D-4A10-AB9F-D7EAAC1F0EEA}" type="pres">
      <dgm:prSet presAssocID="{66C8BA45-236A-4729-A091-DE92661DFD18}" presName="rootComposite" presStyleCnt="0"/>
      <dgm:spPr/>
    </dgm:pt>
    <dgm:pt modelId="{C66D18FF-A13D-4755-B587-FCA3B65D7FFD}" type="pres">
      <dgm:prSet presAssocID="{66C8BA45-236A-4729-A091-DE92661DFD18}" presName="rootText" presStyleLbl="node1" presStyleIdx="1" presStyleCnt="2" custScaleX="144337"/>
      <dgm:spPr/>
    </dgm:pt>
    <dgm:pt modelId="{8ED74507-AEA6-464A-A935-EFDBAC8A5C33}" type="pres">
      <dgm:prSet presAssocID="{66C8BA45-236A-4729-A091-DE92661DFD18}" presName="rootConnector" presStyleLbl="node1" presStyleIdx="1" presStyleCnt="2"/>
      <dgm:spPr/>
    </dgm:pt>
    <dgm:pt modelId="{0E65326A-E086-4DF3-87AD-9B38A767CDFA}" type="pres">
      <dgm:prSet presAssocID="{66C8BA45-236A-4729-A091-DE92661DFD18}" presName="childShape" presStyleCnt="0"/>
      <dgm:spPr/>
    </dgm:pt>
    <dgm:pt modelId="{B1F16C50-A37D-41CE-A4C8-80C2921B2983}" type="pres">
      <dgm:prSet presAssocID="{A1E55977-EAAA-4560-B028-6EE0B41C8E04}" presName="Name13" presStyleLbl="parChTrans1D2" presStyleIdx="2" presStyleCnt="4"/>
      <dgm:spPr/>
    </dgm:pt>
    <dgm:pt modelId="{3381AB4C-B4DC-45FB-8458-2EFD6908FE26}" type="pres">
      <dgm:prSet presAssocID="{EB8C3BB8-DAE8-462E-BB56-06A7B386D245}" presName="childText" presStyleLbl="bgAcc1" presStyleIdx="2" presStyleCnt="4" custScaleX="329919">
        <dgm:presLayoutVars>
          <dgm:bulletEnabled val="1"/>
        </dgm:presLayoutVars>
      </dgm:prSet>
      <dgm:spPr/>
    </dgm:pt>
    <dgm:pt modelId="{0E06BE20-C642-4825-B135-C90D7B8F433B}" type="pres">
      <dgm:prSet presAssocID="{C52E93DB-313B-4C38-BCF4-393F755FCCEC}" presName="Name13" presStyleLbl="parChTrans1D2" presStyleIdx="3" presStyleCnt="4"/>
      <dgm:spPr/>
    </dgm:pt>
    <dgm:pt modelId="{E87B2C0D-FF94-4B21-81BB-56825EE7819A}" type="pres">
      <dgm:prSet presAssocID="{91E85133-5D25-4BC5-B8FA-79AA3FAA17DB}" presName="childText" presStyleLbl="bgAcc1" presStyleIdx="3" presStyleCnt="4" custScaleX="329919">
        <dgm:presLayoutVars>
          <dgm:bulletEnabled val="1"/>
        </dgm:presLayoutVars>
      </dgm:prSet>
      <dgm:spPr/>
    </dgm:pt>
  </dgm:ptLst>
  <dgm:cxnLst>
    <dgm:cxn modelId="{BFA72B04-1D94-420A-A9D7-2D8EB5A705AC}" srcId="{B97D9ACD-0388-4779-BC97-66DFE131DEAC}" destId="{66C8BA45-236A-4729-A091-DE92661DFD18}" srcOrd="1" destOrd="0" parTransId="{02EF4E24-1DC2-4912-9EAC-874136691FA4}" sibTransId="{AA7C9E4D-BA7E-4329-B5C6-CAE5709040D6}"/>
    <dgm:cxn modelId="{8C460F15-33DB-417D-B01C-E015BA73769D}" type="presOf" srcId="{91E85133-5D25-4BC5-B8FA-79AA3FAA17DB}" destId="{E87B2C0D-FF94-4B21-81BB-56825EE7819A}" srcOrd="0" destOrd="0" presId="urn:microsoft.com/office/officeart/2005/8/layout/hierarchy3"/>
    <dgm:cxn modelId="{ABD75A1F-1B2D-4E56-AD2D-673D94A83D66}" type="presOf" srcId="{F6317013-FB4D-407F-987E-6022EDBB88C6}" destId="{5C1F0B61-3FA8-4E5C-92FE-0E8A5C22B68A}" srcOrd="0" destOrd="0" presId="urn:microsoft.com/office/officeart/2005/8/layout/hierarchy3"/>
    <dgm:cxn modelId="{6FD0A521-F936-4CB9-AAD3-C599740FA186}" srcId="{E7C5F8FA-9FB2-4523-86E5-1504EA61073A}" destId="{EFB65559-E558-40B3-911E-FFE27B982886}" srcOrd="1" destOrd="0" parTransId="{5066CCFE-F6C3-4AEA-982F-9CBDC701AE10}" sibTransId="{1090A9E4-5AA1-4B1B-8DFD-00F1C694D616}"/>
    <dgm:cxn modelId="{3D9B2C40-C1C0-419A-8191-8E8B4B9C8C0E}" srcId="{66C8BA45-236A-4729-A091-DE92661DFD18}" destId="{EB8C3BB8-DAE8-462E-BB56-06A7B386D245}" srcOrd="0" destOrd="0" parTransId="{A1E55977-EAAA-4560-B028-6EE0B41C8E04}" sibTransId="{BA7B7C46-DE9F-4371-9152-FE4E8FCBB211}"/>
    <dgm:cxn modelId="{3ABF7E5C-437D-4989-936B-7257B42A28E7}" type="presOf" srcId="{5066CCFE-F6C3-4AEA-982F-9CBDC701AE10}" destId="{C8B48EB4-2325-4417-A77B-F8C10228D87F}" srcOrd="0" destOrd="0" presId="urn:microsoft.com/office/officeart/2005/8/layout/hierarchy3"/>
    <dgm:cxn modelId="{3176F269-D0D6-4B56-9700-8D1D99D07852}" srcId="{E7C5F8FA-9FB2-4523-86E5-1504EA61073A}" destId="{9601DAC7-3DCD-4151-8D00-5EC93802A2BB}" srcOrd="0" destOrd="0" parTransId="{F6317013-FB4D-407F-987E-6022EDBB88C6}" sibTransId="{452C4524-D086-4380-9ED8-03EDDF60068A}"/>
    <dgm:cxn modelId="{3629E472-9725-4B8F-A604-33A78CEE613B}" type="presOf" srcId="{C52E93DB-313B-4C38-BCF4-393F755FCCEC}" destId="{0E06BE20-C642-4825-B135-C90D7B8F433B}" srcOrd="0" destOrd="0" presId="urn:microsoft.com/office/officeart/2005/8/layout/hierarchy3"/>
    <dgm:cxn modelId="{C4825A54-E187-43E9-830C-4E249FE5DBF3}" type="presOf" srcId="{E7C5F8FA-9FB2-4523-86E5-1504EA61073A}" destId="{F832761C-7EE6-4652-8ED9-C1AA7B31BD2F}" srcOrd="1" destOrd="0" presId="urn:microsoft.com/office/officeart/2005/8/layout/hierarchy3"/>
    <dgm:cxn modelId="{31134191-6B0F-44A3-B1F0-14F66543C768}" type="presOf" srcId="{66C8BA45-236A-4729-A091-DE92661DFD18}" destId="{C66D18FF-A13D-4755-B587-FCA3B65D7FFD}" srcOrd="0" destOrd="0" presId="urn:microsoft.com/office/officeart/2005/8/layout/hierarchy3"/>
    <dgm:cxn modelId="{F3AC309D-D8E3-4FB2-A173-03E636487ACD}" srcId="{66C8BA45-236A-4729-A091-DE92661DFD18}" destId="{91E85133-5D25-4BC5-B8FA-79AA3FAA17DB}" srcOrd="1" destOrd="0" parTransId="{C52E93DB-313B-4C38-BCF4-393F755FCCEC}" sibTransId="{F155D506-291F-47C1-B9E6-B4015E533C91}"/>
    <dgm:cxn modelId="{357012B7-1607-429E-A352-C73E50218EAA}" srcId="{B97D9ACD-0388-4779-BC97-66DFE131DEAC}" destId="{E7C5F8FA-9FB2-4523-86E5-1504EA61073A}" srcOrd="0" destOrd="0" parTransId="{3085BA91-88A4-4646-AB58-511C43C4013E}" sibTransId="{F45C802A-31AB-4A46-8C81-028271EEF26E}"/>
    <dgm:cxn modelId="{AF6BC4C2-760D-4D7C-B39D-B3C3FE03E1DD}" type="presOf" srcId="{A1E55977-EAAA-4560-B028-6EE0B41C8E04}" destId="{B1F16C50-A37D-41CE-A4C8-80C2921B2983}" srcOrd="0" destOrd="0" presId="urn:microsoft.com/office/officeart/2005/8/layout/hierarchy3"/>
    <dgm:cxn modelId="{C814BAC3-177A-4EA4-86AC-5C36D4DD5C32}" type="presOf" srcId="{EB8C3BB8-DAE8-462E-BB56-06A7B386D245}" destId="{3381AB4C-B4DC-45FB-8458-2EFD6908FE26}" srcOrd="0" destOrd="0" presId="urn:microsoft.com/office/officeart/2005/8/layout/hierarchy3"/>
    <dgm:cxn modelId="{C6F5CFC7-6EC4-47DB-A78D-01476015B3C7}" type="presOf" srcId="{9601DAC7-3DCD-4151-8D00-5EC93802A2BB}" destId="{D7C8D00F-40F1-4546-B59C-D1F7CCA30E1C}" srcOrd="0" destOrd="0" presId="urn:microsoft.com/office/officeart/2005/8/layout/hierarchy3"/>
    <dgm:cxn modelId="{82B187D4-F01D-4B34-98FE-59FD2A49FD58}" type="presOf" srcId="{66C8BA45-236A-4729-A091-DE92661DFD18}" destId="{8ED74507-AEA6-464A-A935-EFDBAC8A5C33}" srcOrd="1" destOrd="0" presId="urn:microsoft.com/office/officeart/2005/8/layout/hierarchy3"/>
    <dgm:cxn modelId="{9BD7CEDA-3314-49FA-898B-1CF6506B7331}" type="presOf" srcId="{EFB65559-E558-40B3-911E-FFE27B982886}" destId="{B4FDF4C2-1961-4F55-91F2-2EDE077FB81E}" srcOrd="0" destOrd="0" presId="urn:microsoft.com/office/officeart/2005/8/layout/hierarchy3"/>
    <dgm:cxn modelId="{34026AF9-85AD-4E46-872F-81742921EE08}" type="presOf" srcId="{B97D9ACD-0388-4779-BC97-66DFE131DEAC}" destId="{42105EBD-920F-44CD-8ECF-EA8BDED7003A}" srcOrd="0" destOrd="0" presId="urn:microsoft.com/office/officeart/2005/8/layout/hierarchy3"/>
    <dgm:cxn modelId="{DF5FE8FC-6862-41A6-A52D-D8EB1273F263}" type="presOf" srcId="{E7C5F8FA-9FB2-4523-86E5-1504EA61073A}" destId="{60BDAF43-C2BC-4584-A805-898E3C524EFA}" srcOrd="0" destOrd="0" presId="urn:microsoft.com/office/officeart/2005/8/layout/hierarchy3"/>
    <dgm:cxn modelId="{747AE600-AFE2-4335-B91B-277D582EA6A7}" type="presParOf" srcId="{42105EBD-920F-44CD-8ECF-EA8BDED7003A}" destId="{734557B9-4B5C-4045-893B-0E38FE6DD787}" srcOrd="0" destOrd="0" presId="urn:microsoft.com/office/officeart/2005/8/layout/hierarchy3"/>
    <dgm:cxn modelId="{DBE9DF82-8C6F-4BCF-8794-ECCB65752F8F}" type="presParOf" srcId="{734557B9-4B5C-4045-893B-0E38FE6DD787}" destId="{D2A26B90-D75B-48A1-A3DD-4E0F2DA8D602}" srcOrd="0" destOrd="0" presId="urn:microsoft.com/office/officeart/2005/8/layout/hierarchy3"/>
    <dgm:cxn modelId="{99C8A41E-7914-4E15-A71D-789BC7106748}" type="presParOf" srcId="{D2A26B90-D75B-48A1-A3DD-4E0F2DA8D602}" destId="{60BDAF43-C2BC-4584-A805-898E3C524EFA}" srcOrd="0" destOrd="0" presId="urn:microsoft.com/office/officeart/2005/8/layout/hierarchy3"/>
    <dgm:cxn modelId="{FA19B935-B96D-442F-952B-BF3DCE9D2F44}" type="presParOf" srcId="{D2A26B90-D75B-48A1-A3DD-4E0F2DA8D602}" destId="{F832761C-7EE6-4652-8ED9-C1AA7B31BD2F}" srcOrd="1" destOrd="0" presId="urn:microsoft.com/office/officeart/2005/8/layout/hierarchy3"/>
    <dgm:cxn modelId="{77EFA60D-9A77-4654-BA43-C81AC32C7E06}" type="presParOf" srcId="{734557B9-4B5C-4045-893B-0E38FE6DD787}" destId="{5076DCC7-0304-41ED-82FE-11B58742C072}" srcOrd="1" destOrd="0" presId="urn:microsoft.com/office/officeart/2005/8/layout/hierarchy3"/>
    <dgm:cxn modelId="{B743B566-405C-4E3E-8C4A-E943BD8B843F}" type="presParOf" srcId="{5076DCC7-0304-41ED-82FE-11B58742C072}" destId="{5C1F0B61-3FA8-4E5C-92FE-0E8A5C22B68A}" srcOrd="0" destOrd="0" presId="urn:microsoft.com/office/officeart/2005/8/layout/hierarchy3"/>
    <dgm:cxn modelId="{36CF123B-312D-4349-A161-218F89F469C0}" type="presParOf" srcId="{5076DCC7-0304-41ED-82FE-11B58742C072}" destId="{D7C8D00F-40F1-4546-B59C-D1F7CCA30E1C}" srcOrd="1" destOrd="0" presId="urn:microsoft.com/office/officeart/2005/8/layout/hierarchy3"/>
    <dgm:cxn modelId="{AC1BAF17-9CA3-4A3C-972A-9854B824C0DD}" type="presParOf" srcId="{5076DCC7-0304-41ED-82FE-11B58742C072}" destId="{C8B48EB4-2325-4417-A77B-F8C10228D87F}" srcOrd="2" destOrd="0" presId="urn:microsoft.com/office/officeart/2005/8/layout/hierarchy3"/>
    <dgm:cxn modelId="{1F30403C-FAEE-412C-A686-09F0A9334AE5}" type="presParOf" srcId="{5076DCC7-0304-41ED-82FE-11B58742C072}" destId="{B4FDF4C2-1961-4F55-91F2-2EDE077FB81E}" srcOrd="3" destOrd="0" presId="urn:microsoft.com/office/officeart/2005/8/layout/hierarchy3"/>
    <dgm:cxn modelId="{5D471F99-8A15-4899-9C7A-458A9CF2CCA9}" type="presParOf" srcId="{42105EBD-920F-44CD-8ECF-EA8BDED7003A}" destId="{E4863F7A-BDE4-4FE5-9181-4F63020C065C}" srcOrd="1" destOrd="0" presId="urn:microsoft.com/office/officeart/2005/8/layout/hierarchy3"/>
    <dgm:cxn modelId="{91AE227C-DAC4-4ADC-941C-A8A67E80CD81}" type="presParOf" srcId="{E4863F7A-BDE4-4FE5-9181-4F63020C065C}" destId="{9C90E569-CE8D-4A10-AB9F-D7EAAC1F0EEA}" srcOrd="0" destOrd="0" presId="urn:microsoft.com/office/officeart/2005/8/layout/hierarchy3"/>
    <dgm:cxn modelId="{3FB50672-9908-405C-B77A-C3B75F12269A}" type="presParOf" srcId="{9C90E569-CE8D-4A10-AB9F-D7EAAC1F0EEA}" destId="{C66D18FF-A13D-4755-B587-FCA3B65D7FFD}" srcOrd="0" destOrd="0" presId="urn:microsoft.com/office/officeart/2005/8/layout/hierarchy3"/>
    <dgm:cxn modelId="{1BCD40EE-D4EF-48C8-B4CD-CBED2F02002F}" type="presParOf" srcId="{9C90E569-CE8D-4A10-AB9F-D7EAAC1F0EEA}" destId="{8ED74507-AEA6-464A-A935-EFDBAC8A5C33}" srcOrd="1" destOrd="0" presId="urn:microsoft.com/office/officeart/2005/8/layout/hierarchy3"/>
    <dgm:cxn modelId="{39A5968A-53B5-4BB4-A883-D195B91F42F9}" type="presParOf" srcId="{E4863F7A-BDE4-4FE5-9181-4F63020C065C}" destId="{0E65326A-E086-4DF3-87AD-9B38A767CDFA}" srcOrd="1" destOrd="0" presId="urn:microsoft.com/office/officeart/2005/8/layout/hierarchy3"/>
    <dgm:cxn modelId="{10591430-A2EA-4242-8A91-83D953510E77}" type="presParOf" srcId="{0E65326A-E086-4DF3-87AD-9B38A767CDFA}" destId="{B1F16C50-A37D-41CE-A4C8-80C2921B2983}" srcOrd="0" destOrd="0" presId="urn:microsoft.com/office/officeart/2005/8/layout/hierarchy3"/>
    <dgm:cxn modelId="{451B5BFB-20BC-4F5E-8E33-52D0F493EFFC}" type="presParOf" srcId="{0E65326A-E086-4DF3-87AD-9B38A767CDFA}" destId="{3381AB4C-B4DC-45FB-8458-2EFD6908FE26}" srcOrd="1" destOrd="0" presId="urn:microsoft.com/office/officeart/2005/8/layout/hierarchy3"/>
    <dgm:cxn modelId="{1DA32FDD-6B8F-4692-89FA-6DB1CDA97D3B}" type="presParOf" srcId="{0E65326A-E086-4DF3-87AD-9B38A767CDFA}" destId="{0E06BE20-C642-4825-B135-C90D7B8F433B}" srcOrd="2" destOrd="0" presId="urn:microsoft.com/office/officeart/2005/8/layout/hierarchy3"/>
    <dgm:cxn modelId="{B4015D0E-947D-48EA-A3A4-51F97B38D0BE}" type="presParOf" srcId="{0E65326A-E086-4DF3-87AD-9B38A767CDFA}" destId="{E87B2C0D-FF94-4B21-81BB-56825EE7819A}" srcOrd="3"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5E483C9-A3BD-4F9A-8F9F-CDFA80B74485}" type="doc">
      <dgm:prSet loTypeId="urn:microsoft.com/office/officeart/2005/8/layout/process1" loCatId="process" qsTypeId="urn:microsoft.com/office/officeart/2005/8/quickstyle/3d3" qsCatId="3D" csTypeId="urn:microsoft.com/office/officeart/2005/8/colors/colorful5" csCatId="colorful" phldr="1"/>
      <dgm:spPr/>
    </dgm:pt>
    <dgm:pt modelId="{FDBF41EA-DF9A-4A44-9AAC-097517E2463F}">
      <dgm:prSet phldrT="[Text]" custT="1"/>
      <dgm:spPr/>
      <dgm:t>
        <a:bodyPr/>
        <a:lstStyle/>
        <a:p>
          <a:r>
            <a:rPr lang="en-US" sz="3600" b="1" dirty="0"/>
            <a:t>Shift</a:t>
          </a:r>
        </a:p>
      </dgm:t>
    </dgm:pt>
    <dgm:pt modelId="{CF759CB2-C87D-4427-A4B2-5AD3E63BC3B6}" type="parTrans" cxnId="{BC9B51A1-ACA8-4CBD-87E5-C9213C385E27}">
      <dgm:prSet/>
      <dgm:spPr/>
      <dgm:t>
        <a:bodyPr/>
        <a:lstStyle/>
        <a:p>
          <a:endParaRPr lang="en-US" sz="3600" b="1"/>
        </a:p>
      </dgm:t>
    </dgm:pt>
    <dgm:pt modelId="{5A7B8353-D55C-40BC-AFA9-4101E69F0AAC}" type="sibTrans" cxnId="{BC9B51A1-ACA8-4CBD-87E5-C9213C385E27}">
      <dgm:prSet custT="1"/>
      <dgm:spPr/>
      <dgm:t>
        <a:bodyPr/>
        <a:lstStyle/>
        <a:p>
          <a:endParaRPr lang="en-US" sz="3600" b="1"/>
        </a:p>
      </dgm:t>
    </dgm:pt>
    <dgm:pt modelId="{676B2E30-39F0-4B19-80A5-947E41665008}">
      <dgm:prSet phldrT="[Text]" custT="1"/>
      <dgm:spPr/>
      <dgm:t>
        <a:bodyPr/>
        <a:lstStyle/>
        <a:p>
          <a:r>
            <a:rPr lang="en-US" sz="3600" b="1" dirty="0"/>
            <a:t>Mode</a:t>
          </a:r>
        </a:p>
      </dgm:t>
    </dgm:pt>
    <dgm:pt modelId="{A7BFF212-4C41-40DE-9345-E8AAA8F4ACAD}" type="parTrans" cxnId="{B6B15E23-2288-4E53-AC6C-5C2C072B52CF}">
      <dgm:prSet/>
      <dgm:spPr/>
      <dgm:t>
        <a:bodyPr/>
        <a:lstStyle/>
        <a:p>
          <a:endParaRPr lang="en-US" sz="3600" b="1"/>
        </a:p>
      </dgm:t>
    </dgm:pt>
    <dgm:pt modelId="{6300F33D-AE15-417F-8922-C2991075A116}" type="sibTrans" cxnId="{B6B15E23-2288-4E53-AC6C-5C2C072B52CF}">
      <dgm:prSet custT="1"/>
      <dgm:spPr/>
      <dgm:t>
        <a:bodyPr/>
        <a:lstStyle/>
        <a:p>
          <a:endParaRPr lang="en-US" sz="3600" b="1"/>
        </a:p>
      </dgm:t>
    </dgm:pt>
    <dgm:pt modelId="{3A2CE8DF-123E-43D2-99F9-012836600209}">
      <dgm:prSet phldrT="[Text]" custT="1"/>
      <dgm:spPr/>
      <dgm:t>
        <a:bodyPr/>
        <a:lstStyle/>
        <a:p>
          <a:r>
            <a:rPr lang="en-US" sz="3600" b="1" dirty="0"/>
            <a:t>All</a:t>
          </a:r>
          <a:r>
            <a:rPr lang="en-US" sz="3600" b="1" dirty="0">
              <a:solidFill>
                <a:srgbClr val="FFFF00"/>
              </a:solidFill>
            </a:rPr>
            <a:t>(3)</a:t>
          </a:r>
        </a:p>
      </dgm:t>
    </dgm:pt>
    <dgm:pt modelId="{8F4A4DFA-E902-4F63-9C66-7A5222C9C171}" type="parTrans" cxnId="{8D2E8B5A-6F08-4337-8277-E183FCC2E3FD}">
      <dgm:prSet/>
      <dgm:spPr/>
      <dgm:t>
        <a:bodyPr/>
        <a:lstStyle/>
        <a:p>
          <a:endParaRPr lang="en-US" sz="3600" b="1"/>
        </a:p>
      </dgm:t>
    </dgm:pt>
    <dgm:pt modelId="{38CEDB57-7D29-4D21-8203-7F6E44EA777E}" type="sibTrans" cxnId="{8D2E8B5A-6F08-4337-8277-E183FCC2E3FD}">
      <dgm:prSet custT="1"/>
      <dgm:spPr/>
      <dgm:t>
        <a:bodyPr/>
        <a:lstStyle/>
        <a:p>
          <a:endParaRPr lang="en-US" sz="3600" b="1"/>
        </a:p>
      </dgm:t>
    </dgm:pt>
    <dgm:pt modelId="{0CD145DC-1283-47D9-9842-9F28D9292403}">
      <dgm:prSet phldrT="[Text]" custT="1"/>
      <dgm:spPr/>
      <dgm:t>
        <a:bodyPr/>
        <a:lstStyle/>
        <a:p>
          <a:r>
            <a:rPr lang="en-US" sz="3600" b="1" dirty="0"/>
            <a:t>=</a:t>
          </a:r>
        </a:p>
      </dgm:t>
    </dgm:pt>
    <dgm:pt modelId="{0D9B67D3-2181-406C-92D3-DC1D56CD0CD8}" type="parTrans" cxnId="{555C8181-422E-4293-A5B2-29CF411103B9}">
      <dgm:prSet/>
      <dgm:spPr/>
      <dgm:t>
        <a:bodyPr/>
        <a:lstStyle/>
        <a:p>
          <a:endParaRPr lang="en-US" sz="3600" b="1"/>
        </a:p>
      </dgm:t>
    </dgm:pt>
    <dgm:pt modelId="{8BFBDCF5-5907-42CD-A174-33BEF20C4F6E}" type="sibTrans" cxnId="{555C8181-422E-4293-A5B2-29CF411103B9}">
      <dgm:prSet/>
      <dgm:spPr/>
      <dgm:t>
        <a:bodyPr/>
        <a:lstStyle/>
        <a:p>
          <a:endParaRPr lang="en-US" sz="3600" b="1"/>
        </a:p>
      </dgm:t>
    </dgm:pt>
    <dgm:pt modelId="{B450C243-F3FF-4B55-BCF1-0CE4D57F4091}" type="pres">
      <dgm:prSet presAssocID="{A5E483C9-A3BD-4F9A-8F9F-CDFA80B74485}" presName="Name0" presStyleCnt="0">
        <dgm:presLayoutVars>
          <dgm:dir/>
          <dgm:resizeHandles val="exact"/>
        </dgm:presLayoutVars>
      </dgm:prSet>
      <dgm:spPr/>
    </dgm:pt>
    <dgm:pt modelId="{2DC0BE8A-A50D-459F-8803-8F629D24FD59}" type="pres">
      <dgm:prSet presAssocID="{FDBF41EA-DF9A-4A44-9AAC-097517E2463F}" presName="node" presStyleLbl="node1" presStyleIdx="0" presStyleCnt="4">
        <dgm:presLayoutVars>
          <dgm:bulletEnabled val="1"/>
        </dgm:presLayoutVars>
      </dgm:prSet>
      <dgm:spPr/>
    </dgm:pt>
    <dgm:pt modelId="{44BA6F07-9809-453E-B5B3-AB636F82DB9E}" type="pres">
      <dgm:prSet presAssocID="{5A7B8353-D55C-40BC-AFA9-4101E69F0AAC}" presName="sibTrans" presStyleLbl="sibTrans2D1" presStyleIdx="0" presStyleCnt="3"/>
      <dgm:spPr/>
    </dgm:pt>
    <dgm:pt modelId="{99AE6907-DE4A-4A2A-9F71-3AA51CC83CB9}" type="pres">
      <dgm:prSet presAssocID="{5A7B8353-D55C-40BC-AFA9-4101E69F0AAC}" presName="connectorText" presStyleLbl="sibTrans2D1" presStyleIdx="0" presStyleCnt="3"/>
      <dgm:spPr/>
    </dgm:pt>
    <dgm:pt modelId="{C1D3A877-193E-433E-996E-DE3797C7F529}" type="pres">
      <dgm:prSet presAssocID="{676B2E30-39F0-4B19-80A5-947E41665008}" presName="node" presStyleLbl="node1" presStyleIdx="1" presStyleCnt="4">
        <dgm:presLayoutVars>
          <dgm:bulletEnabled val="1"/>
        </dgm:presLayoutVars>
      </dgm:prSet>
      <dgm:spPr/>
    </dgm:pt>
    <dgm:pt modelId="{98B97CCD-AFF1-49BB-8170-C62165E0F732}" type="pres">
      <dgm:prSet presAssocID="{6300F33D-AE15-417F-8922-C2991075A116}" presName="sibTrans" presStyleLbl="sibTrans2D1" presStyleIdx="1" presStyleCnt="3"/>
      <dgm:spPr/>
    </dgm:pt>
    <dgm:pt modelId="{052C7B0B-AC64-435F-9087-F76A8F81AD70}" type="pres">
      <dgm:prSet presAssocID="{6300F33D-AE15-417F-8922-C2991075A116}" presName="connectorText" presStyleLbl="sibTrans2D1" presStyleIdx="1" presStyleCnt="3"/>
      <dgm:spPr/>
    </dgm:pt>
    <dgm:pt modelId="{75494D80-AAE1-44AB-A5A1-D4E336C9A241}" type="pres">
      <dgm:prSet presAssocID="{3A2CE8DF-123E-43D2-99F9-012836600209}" presName="node" presStyleLbl="node1" presStyleIdx="2" presStyleCnt="4" custScaleY="85521">
        <dgm:presLayoutVars>
          <dgm:bulletEnabled val="1"/>
        </dgm:presLayoutVars>
      </dgm:prSet>
      <dgm:spPr/>
    </dgm:pt>
    <dgm:pt modelId="{2C8919B2-9A29-4B7C-B580-1CADFBED59E0}" type="pres">
      <dgm:prSet presAssocID="{38CEDB57-7D29-4D21-8203-7F6E44EA777E}" presName="sibTrans" presStyleLbl="sibTrans2D1" presStyleIdx="2" presStyleCnt="3"/>
      <dgm:spPr/>
    </dgm:pt>
    <dgm:pt modelId="{08B094E6-470A-458C-BDCC-A0626256CFD5}" type="pres">
      <dgm:prSet presAssocID="{38CEDB57-7D29-4D21-8203-7F6E44EA777E}" presName="connectorText" presStyleLbl="sibTrans2D1" presStyleIdx="2" presStyleCnt="3"/>
      <dgm:spPr/>
    </dgm:pt>
    <dgm:pt modelId="{A7280906-DE55-492D-B5CB-040475BA6CF7}" type="pres">
      <dgm:prSet presAssocID="{0CD145DC-1283-47D9-9842-9F28D9292403}" presName="node" presStyleLbl="node1" presStyleIdx="3" presStyleCnt="4">
        <dgm:presLayoutVars>
          <dgm:bulletEnabled val="1"/>
        </dgm:presLayoutVars>
      </dgm:prSet>
      <dgm:spPr/>
    </dgm:pt>
  </dgm:ptLst>
  <dgm:cxnLst>
    <dgm:cxn modelId="{6FD72810-551D-48D1-BF9A-A8B7833F7720}" type="presOf" srcId="{38CEDB57-7D29-4D21-8203-7F6E44EA777E}" destId="{2C8919B2-9A29-4B7C-B580-1CADFBED59E0}" srcOrd="0" destOrd="0" presId="urn:microsoft.com/office/officeart/2005/8/layout/process1"/>
    <dgm:cxn modelId="{B6B15E23-2288-4E53-AC6C-5C2C072B52CF}" srcId="{A5E483C9-A3BD-4F9A-8F9F-CDFA80B74485}" destId="{676B2E30-39F0-4B19-80A5-947E41665008}" srcOrd="1" destOrd="0" parTransId="{A7BFF212-4C41-40DE-9345-E8AAA8F4ACAD}" sibTransId="{6300F33D-AE15-417F-8922-C2991075A116}"/>
    <dgm:cxn modelId="{BB8C6A23-5BFC-4C2E-A655-0262ABDA9737}" type="presOf" srcId="{5A7B8353-D55C-40BC-AFA9-4101E69F0AAC}" destId="{99AE6907-DE4A-4A2A-9F71-3AA51CC83CB9}" srcOrd="1" destOrd="0" presId="urn:microsoft.com/office/officeart/2005/8/layout/process1"/>
    <dgm:cxn modelId="{C332AC2B-79CF-4F12-868F-ABE005BC2277}" type="presOf" srcId="{6300F33D-AE15-417F-8922-C2991075A116}" destId="{052C7B0B-AC64-435F-9087-F76A8F81AD70}" srcOrd="1" destOrd="0" presId="urn:microsoft.com/office/officeart/2005/8/layout/process1"/>
    <dgm:cxn modelId="{D813286D-7479-4DD5-A7E1-091D8D7C94BA}" type="presOf" srcId="{6300F33D-AE15-417F-8922-C2991075A116}" destId="{98B97CCD-AFF1-49BB-8170-C62165E0F732}" srcOrd="0" destOrd="0" presId="urn:microsoft.com/office/officeart/2005/8/layout/process1"/>
    <dgm:cxn modelId="{8B494356-94C0-408E-AAA1-267CC1D91ED9}" type="presOf" srcId="{3A2CE8DF-123E-43D2-99F9-012836600209}" destId="{75494D80-AAE1-44AB-A5A1-D4E336C9A241}" srcOrd="0" destOrd="0" presId="urn:microsoft.com/office/officeart/2005/8/layout/process1"/>
    <dgm:cxn modelId="{8D2E8B5A-6F08-4337-8277-E183FCC2E3FD}" srcId="{A5E483C9-A3BD-4F9A-8F9F-CDFA80B74485}" destId="{3A2CE8DF-123E-43D2-99F9-012836600209}" srcOrd="2" destOrd="0" parTransId="{8F4A4DFA-E902-4F63-9C66-7A5222C9C171}" sibTransId="{38CEDB57-7D29-4D21-8203-7F6E44EA777E}"/>
    <dgm:cxn modelId="{555C8181-422E-4293-A5B2-29CF411103B9}" srcId="{A5E483C9-A3BD-4F9A-8F9F-CDFA80B74485}" destId="{0CD145DC-1283-47D9-9842-9F28D9292403}" srcOrd="3" destOrd="0" parTransId="{0D9B67D3-2181-406C-92D3-DC1D56CD0CD8}" sibTransId="{8BFBDCF5-5907-42CD-A174-33BEF20C4F6E}"/>
    <dgm:cxn modelId="{0ED70195-5FC7-4255-913C-68BBD5C0E8F7}" type="presOf" srcId="{38CEDB57-7D29-4D21-8203-7F6E44EA777E}" destId="{08B094E6-470A-458C-BDCC-A0626256CFD5}" srcOrd="1" destOrd="0" presId="urn:microsoft.com/office/officeart/2005/8/layout/process1"/>
    <dgm:cxn modelId="{2C938F96-87F5-47AC-A948-AE2913BF0F97}" type="presOf" srcId="{FDBF41EA-DF9A-4A44-9AAC-097517E2463F}" destId="{2DC0BE8A-A50D-459F-8803-8F629D24FD59}" srcOrd="0" destOrd="0" presId="urn:microsoft.com/office/officeart/2005/8/layout/process1"/>
    <dgm:cxn modelId="{BC9B51A1-ACA8-4CBD-87E5-C9213C385E27}" srcId="{A5E483C9-A3BD-4F9A-8F9F-CDFA80B74485}" destId="{FDBF41EA-DF9A-4A44-9AAC-097517E2463F}" srcOrd="0" destOrd="0" parTransId="{CF759CB2-C87D-4427-A4B2-5AD3E63BC3B6}" sibTransId="{5A7B8353-D55C-40BC-AFA9-4101E69F0AAC}"/>
    <dgm:cxn modelId="{682F17AF-020C-48A2-9D54-DC3205CEC10B}" type="presOf" srcId="{A5E483C9-A3BD-4F9A-8F9F-CDFA80B74485}" destId="{B450C243-F3FF-4B55-BCF1-0CE4D57F4091}" srcOrd="0" destOrd="0" presId="urn:microsoft.com/office/officeart/2005/8/layout/process1"/>
    <dgm:cxn modelId="{F2C0C1DD-E9CC-4E7D-AAFE-EC762C1AB988}" type="presOf" srcId="{5A7B8353-D55C-40BC-AFA9-4101E69F0AAC}" destId="{44BA6F07-9809-453E-B5B3-AB636F82DB9E}" srcOrd="0" destOrd="0" presId="urn:microsoft.com/office/officeart/2005/8/layout/process1"/>
    <dgm:cxn modelId="{FCCF0AE1-0879-431C-9698-7E15ACDC4649}" type="presOf" srcId="{0CD145DC-1283-47D9-9842-9F28D9292403}" destId="{A7280906-DE55-492D-B5CB-040475BA6CF7}" srcOrd="0" destOrd="0" presId="urn:microsoft.com/office/officeart/2005/8/layout/process1"/>
    <dgm:cxn modelId="{2F3F57E5-F8D8-4EA5-B7EC-19E7D719EABC}" type="presOf" srcId="{676B2E30-39F0-4B19-80A5-947E41665008}" destId="{C1D3A877-193E-433E-996E-DE3797C7F529}" srcOrd="0" destOrd="0" presId="urn:microsoft.com/office/officeart/2005/8/layout/process1"/>
    <dgm:cxn modelId="{A0AE4D4B-55CF-4566-B8F8-2F73B635EA7A}" type="presParOf" srcId="{B450C243-F3FF-4B55-BCF1-0CE4D57F4091}" destId="{2DC0BE8A-A50D-459F-8803-8F629D24FD59}" srcOrd="0" destOrd="0" presId="urn:microsoft.com/office/officeart/2005/8/layout/process1"/>
    <dgm:cxn modelId="{A2A88951-CC00-4AA9-9EE8-6CAC3288EC35}" type="presParOf" srcId="{B450C243-F3FF-4B55-BCF1-0CE4D57F4091}" destId="{44BA6F07-9809-453E-B5B3-AB636F82DB9E}" srcOrd="1" destOrd="0" presId="urn:microsoft.com/office/officeart/2005/8/layout/process1"/>
    <dgm:cxn modelId="{9E91C0FC-9724-43F5-9771-CA647194272B}" type="presParOf" srcId="{44BA6F07-9809-453E-B5B3-AB636F82DB9E}" destId="{99AE6907-DE4A-4A2A-9F71-3AA51CC83CB9}" srcOrd="0" destOrd="0" presId="urn:microsoft.com/office/officeart/2005/8/layout/process1"/>
    <dgm:cxn modelId="{45FCFF8F-7CE0-4485-A9C0-70D50CAB9CD8}" type="presParOf" srcId="{B450C243-F3FF-4B55-BCF1-0CE4D57F4091}" destId="{C1D3A877-193E-433E-996E-DE3797C7F529}" srcOrd="2" destOrd="0" presId="urn:microsoft.com/office/officeart/2005/8/layout/process1"/>
    <dgm:cxn modelId="{707CB75B-BB02-40B2-9FB9-968333C63F7C}" type="presParOf" srcId="{B450C243-F3FF-4B55-BCF1-0CE4D57F4091}" destId="{98B97CCD-AFF1-49BB-8170-C62165E0F732}" srcOrd="3" destOrd="0" presId="urn:microsoft.com/office/officeart/2005/8/layout/process1"/>
    <dgm:cxn modelId="{3500659A-7913-40C4-AC33-0E6A30B9D1C8}" type="presParOf" srcId="{98B97CCD-AFF1-49BB-8170-C62165E0F732}" destId="{052C7B0B-AC64-435F-9087-F76A8F81AD70}" srcOrd="0" destOrd="0" presId="urn:microsoft.com/office/officeart/2005/8/layout/process1"/>
    <dgm:cxn modelId="{5D39E29C-D4E2-4319-9897-5D5FFA1F93C8}" type="presParOf" srcId="{B450C243-F3FF-4B55-BCF1-0CE4D57F4091}" destId="{75494D80-AAE1-44AB-A5A1-D4E336C9A241}" srcOrd="4" destOrd="0" presId="urn:microsoft.com/office/officeart/2005/8/layout/process1"/>
    <dgm:cxn modelId="{C2499C85-6378-4C16-9A57-EE32727C7049}" type="presParOf" srcId="{B450C243-F3FF-4B55-BCF1-0CE4D57F4091}" destId="{2C8919B2-9A29-4B7C-B580-1CADFBED59E0}" srcOrd="5" destOrd="0" presId="urn:microsoft.com/office/officeart/2005/8/layout/process1"/>
    <dgm:cxn modelId="{EDB31C0A-CDDB-422F-BD28-5657ED35E02D}" type="presParOf" srcId="{2C8919B2-9A29-4B7C-B580-1CADFBED59E0}" destId="{08B094E6-470A-458C-BDCC-A0626256CFD5}" srcOrd="0" destOrd="0" presId="urn:microsoft.com/office/officeart/2005/8/layout/process1"/>
    <dgm:cxn modelId="{8226F55A-495B-488E-9CD8-00AE58FDF1A0}" type="presParOf" srcId="{B450C243-F3FF-4B55-BCF1-0CE4D57F4091}" destId="{A7280906-DE55-492D-B5CB-040475BA6CF7}" srcOrd="6"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5E483C9-A3BD-4F9A-8F9F-CDFA80B74485}" type="doc">
      <dgm:prSet loTypeId="urn:microsoft.com/office/officeart/2005/8/layout/process1" loCatId="process" qsTypeId="urn:microsoft.com/office/officeart/2005/8/quickstyle/3d3" qsCatId="3D" csTypeId="urn:microsoft.com/office/officeart/2005/8/colors/colorful5" csCatId="colorful" phldr="1"/>
      <dgm:spPr/>
    </dgm:pt>
    <dgm:pt modelId="{FDBF41EA-DF9A-4A44-9AAC-097517E2463F}">
      <dgm:prSet phldrT="[Text]" custT="1"/>
      <dgm:spPr/>
      <dgm:t>
        <a:bodyPr/>
        <a:lstStyle/>
        <a:p>
          <a:r>
            <a:rPr lang="en-US" sz="3600" b="1" dirty="0"/>
            <a:t>Mode</a:t>
          </a:r>
        </a:p>
      </dgm:t>
    </dgm:pt>
    <dgm:pt modelId="{CF759CB2-C87D-4427-A4B2-5AD3E63BC3B6}" type="parTrans" cxnId="{BC9B51A1-ACA8-4CBD-87E5-C9213C385E27}">
      <dgm:prSet/>
      <dgm:spPr/>
      <dgm:t>
        <a:bodyPr/>
        <a:lstStyle/>
        <a:p>
          <a:endParaRPr lang="en-US" sz="3600" b="1"/>
        </a:p>
      </dgm:t>
    </dgm:pt>
    <dgm:pt modelId="{5A7B8353-D55C-40BC-AFA9-4101E69F0AAC}" type="sibTrans" cxnId="{BC9B51A1-ACA8-4CBD-87E5-C9213C385E27}">
      <dgm:prSet custT="1"/>
      <dgm:spPr/>
      <dgm:t>
        <a:bodyPr/>
        <a:lstStyle/>
        <a:p>
          <a:endParaRPr lang="en-US" sz="3600" b="1"/>
        </a:p>
      </dgm:t>
    </dgm:pt>
    <dgm:pt modelId="{676B2E30-39F0-4B19-80A5-947E41665008}">
      <dgm:prSet phldrT="[Text]" custT="1"/>
      <dgm:spPr/>
      <dgm:t>
        <a:bodyPr/>
        <a:lstStyle/>
        <a:p>
          <a:r>
            <a:rPr lang="en-US" sz="3600" b="1" dirty="0" err="1"/>
            <a:t>Reg</a:t>
          </a:r>
          <a:r>
            <a:rPr lang="en-US" sz="3600" b="1" dirty="0">
              <a:solidFill>
                <a:srgbClr val="FFFF00"/>
              </a:solidFill>
            </a:rPr>
            <a:t>(3)</a:t>
          </a:r>
        </a:p>
      </dgm:t>
    </dgm:pt>
    <dgm:pt modelId="{A7BFF212-4C41-40DE-9345-E8AAA8F4ACAD}" type="parTrans" cxnId="{B6B15E23-2288-4E53-AC6C-5C2C072B52CF}">
      <dgm:prSet/>
      <dgm:spPr/>
      <dgm:t>
        <a:bodyPr/>
        <a:lstStyle/>
        <a:p>
          <a:endParaRPr lang="en-US" sz="3600" b="1"/>
        </a:p>
      </dgm:t>
    </dgm:pt>
    <dgm:pt modelId="{6300F33D-AE15-417F-8922-C2991075A116}" type="sibTrans" cxnId="{B6B15E23-2288-4E53-AC6C-5C2C072B52CF}">
      <dgm:prSet custT="1"/>
      <dgm:spPr/>
      <dgm:t>
        <a:bodyPr/>
        <a:lstStyle/>
        <a:p>
          <a:endParaRPr lang="en-US" sz="3600" b="1"/>
        </a:p>
      </dgm:t>
    </dgm:pt>
    <dgm:pt modelId="{3A2CE8DF-123E-43D2-99F9-012836600209}">
      <dgm:prSet phldrT="[Text]" custT="1"/>
      <dgm:spPr/>
      <dgm:t>
        <a:bodyPr/>
        <a:lstStyle/>
        <a:p>
          <a:r>
            <a:rPr lang="en-US" sz="3600" b="1" dirty="0"/>
            <a:t>Lin</a:t>
          </a:r>
          <a:r>
            <a:rPr lang="en-US" sz="3600" b="1" dirty="0">
              <a:solidFill>
                <a:srgbClr val="FFFF00"/>
              </a:solidFill>
            </a:rPr>
            <a:t>(1)</a:t>
          </a:r>
        </a:p>
      </dgm:t>
    </dgm:pt>
    <dgm:pt modelId="{8F4A4DFA-E902-4F63-9C66-7A5222C9C171}" type="parTrans" cxnId="{8D2E8B5A-6F08-4337-8277-E183FCC2E3FD}">
      <dgm:prSet/>
      <dgm:spPr/>
      <dgm:t>
        <a:bodyPr/>
        <a:lstStyle/>
        <a:p>
          <a:endParaRPr lang="en-US" sz="3600" b="1"/>
        </a:p>
      </dgm:t>
    </dgm:pt>
    <dgm:pt modelId="{38CEDB57-7D29-4D21-8203-7F6E44EA777E}" type="sibTrans" cxnId="{8D2E8B5A-6F08-4337-8277-E183FCC2E3FD}">
      <dgm:prSet custT="1"/>
      <dgm:spPr/>
      <dgm:t>
        <a:bodyPr/>
        <a:lstStyle/>
        <a:p>
          <a:endParaRPr lang="en-US" sz="3600" b="1"/>
        </a:p>
      </dgm:t>
    </dgm:pt>
    <dgm:pt modelId="{B450C243-F3FF-4B55-BCF1-0CE4D57F4091}" type="pres">
      <dgm:prSet presAssocID="{A5E483C9-A3BD-4F9A-8F9F-CDFA80B74485}" presName="Name0" presStyleCnt="0">
        <dgm:presLayoutVars>
          <dgm:dir/>
          <dgm:resizeHandles val="exact"/>
        </dgm:presLayoutVars>
      </dgm:prSet>
      <dgm:spPr/>
    </dgm:pt>
    <dgm:pt modelId="{2DC0BE8A-A50D-459F-8803-8F629D24FD59}" type="pres">
      <dgm:prSet presAssocID="{FDBF41EA-DF9A-4A44-9AAC-097517E2463F}" presName="node" presStyleLbl="node1" presStyleIdx="0" presStyleCnt="3">
        <dgm:presLayoutVars>
          <dgm:bulletEnabled val="1"/>
        </dgm:presLayoutVars>
      </dgm:prSet>
      <dgm:spPr/>
    </dgm:pt>
    <dgm:pt modelId="{44BA6F07-9809-453E-B5B3-AB636F82DB9E}" type="pres">
      <dgm:prSet presAssocID="{5A7B8353-D55C-40BC-AFA9-4101E69F0AAC}" presName="sibTrans" presStyleLbl="sibTrans2D1" presStyleIdx="0" presStyleCnt="2"/>
      <dgm:spPr/>
    </dgm:pt>
    <dgm:pt modelId="{99AE6907-DE4A-4A2A-9F71-3AA51CC83CB9}" type="pres">
      <dgm:prSet presAssocID="{5A7B8353-D55C-40BC-AFA9-4101E69F0AAC}" presName="connectorText" presStyleLbl="sibTrans2D1" presStyleIdx="0" presStyleCnt="2"/>
      <dgm:spPr/>
    </dgm:pt>
    <dgm:pt modelId="{C1D3A877-193E-433E-996E-DE3797C7F529}" type="pres">
      <dgm:prSet presAssocID="{676B2E30-39F0-4B19-80A5-947E41665008}" presName="node" presStyleLbl="node1" presStyleIdx="1" presStyleCnt="3">
        <dgm:presLayoutVars>
          <dgm:bulletEnabled val="1"/>
        </dgm:presLayoutVars>
      </dgm:prSet>
      <dgm:spPr/>
    </dgm:pt>
    <dgm:pt modelId="{98B97CCD-AFF1-49BB-8170-C62165E0F732}" type="pres">
      <dgm:prSet presAssocID="{6300F33D-AE15-417F-8922-C2991075A116}" presName="sibTrans" presStyleLbl="sibTrans2D1" presStyleIdx="1" presStyleCnt="2"/>
      <dgm:spPr/>
    </dgm:pt>
    <dgm:pt modelId="{052C7B0B-AC64-435F-9087-F76A8F81AD70}" type="pres">
      <dgm:prSet presAssocID="{6300F33D-AE15-417F-8922-C2991075A116}" presName="connectorText" presStyleLbl="sibTrans2D1" presStyleIdx="1" presStyleCnt="2"/>
      <dgm:spPr/>
    </dgm:pt>
    <dgm:pt modelId="{75494D80-AAE1-44AB-A5A1-D4E336C9A241}" type="pres">
      <dgm:prSet presAssocID="{3A2CE8DF-123E-43D2-99F9-012836600209}" presName="node" presStyleLbl="node1" presStyleIdx="2" presStyleCnt="3" custScaleY="85521">
        <dgm:presLayoutVars>
          <dgm:bulletEnabled val="1"/>
        </dgm:presLayoutVars>
      </dgm:prSet>
      <dgm:spPr/>
    </dgm:pt>
  </dgm:ptLst>
  <dgm:cxnLst>
    <dgm:cxn modelId="{B6B15E23-2288-4E53-AC6C-5C2C072B52CF}" srcId="{A5E483C9-A3BD-4F9A-8F9F-CDFA80B74485}" destId="{676B2E30-39F0-4B19-80A5-947E41665008}" srcOrd="1" destOrd="0" parTransId="{A7BFF212-4C41-40DE-9345-E8AAA8F4ACAD}" sibTransId="{6300F33D-AE15-417F-8922-C2991075A116}"/>
    <dgm:cxn modelId="{BE0A7929-1B74-4BDE-8C64-27AF9C5C1584}" type="presOf" srcId="{676B2E30-39F0-4B19-80A5-947E41665008}" destId="{C1D3A877-193E-433E-996E-DE3797C7F529}" srcOrd="0" destOrd="0" presId="urn:microsoft.com/office/officeart/2005/8/layout/process1"/>
    <dgm:cxn modelId="{A3BC272F-F64F-4241-9DF3-91DD8CEC7DA5}" type="presOf" srcId="{A5E483C9-A3BD-4F9A-8F9F-CDFA80B74485}" destId="{B450C243-F3FF-4B55-BCF1-0CE4D57F4091}" srcOrd="0" destOrd="0" presId="urn:microsoft.com/office/officeart/2005/8/layout/process1"/>
    <dgm:cxn modelId="{33F49436-40C4-4CA3-AB84-242AC402F07D}" type="presOf" srcId="{5A7B8353-D55C-40BC-AFA9-4101E69F0AAC}" destId="{99AE6907-DE4A-4A2A-9F71-3AA51CC83CB9}" srcOrd="1" destOrd="0" presId="urn:microsoft.com/office/officeart/2005/8/layout/process1"/>
    <dgm:cxn modelId="{B3092F4B-4B30-4EC4-9EE8-A435665614AE}" type="presOf" srcId="{6300F33D-AE15-417F-8922-C2991075A116}" destId="{052C7B0B-AC64-435F-9087-F76A8F81AD70}" srcOrd="1" destOrd="0" presId="urn:microsoft.com/office/officeart/2005/8/layout/process1"/>
    <dgm:cxn modelId="{693D0C76-23AD-4AF9-A3D8-640A7CE903AA}" type="presOf" srcId="{FDBF41EA-DF9A-4A44-9AAC-097517E2463F}" destId="{2DC0BE8A-A50D-459F-8803-8F629D24FD59}" srcOrd="0" destOrd="0" presId="urn:microsoft.com/office/officeart/2005/8/layout/process1"/>
    <dgm:cxn modelId="{8D2E8B5A-6F08-4337-8277-E183FCC2E3FD}" srcId="{A5E483C9-A3BD-4F9A-8F9F-CDFA80B74485}" destId="{3A2CE8DF-123E-43D2-99F9-012836600209}" srcOrd="2" destOrd="0" parTransId="{8F4A4DFA-E902-4F63-9C66-7A5222C9C171}" sibTransId="{38CEDB57-7D29-4D21-8203-7F6E44EA777E}"/>
    <dgm:cxn modelId="{F0A4D77A-AE7D-4692-97E4-4E58CD207BEA}" type="presOf" srcId="{3A2CE8DF-123E-43D2-99F9-012836600209}" destId="{75494D80-AAE1-44AB-A5A1-D4E336C9A241}" srcOrd="0" destOrd="0" presId="urn:microsoft.com/office/officeart/2005/8/layout/process1"/>
    <dgm:cxn modelId="{83CFAB83-3BC7-4FC9-BA06-9086BC1F1B9C}" type="presOf" srcId="{6300F33D-AE15-417F-8922-C2991075A116}" destId="{98B97CCD-AFF1-49BB-8170-C62165E0F732}" srcOrd="0" destOrd="0" presId="urn:microsoft.com/office/officeart/2005/8/layout/process1"/>
    <dgm:cxn modelId="{BC9B51A1-ACA8-4CBD-87E5-C9213C385E27}" srcId="{A5E483C9-A3BD-4F9A-8F9F-CDFA80B74485}" destId="{FDBF41EA-DF9A-4A44-9AAC-097517E2463F}" srcOrd="0" destOrd="0" parTransId="{CF759CB2-C87D-4427-A4B2-5AD3E63BC3B6}" sibTransId="{5A7B8353-D55C-40BC-AFA9-4101E69F0AAC}"/>
    <dgm:cxn modelId="{D28977EB-1D88-43F4-8976-7ACFD62B70C7}" type="presOf" srcId="{5A7B8353-D55C-40BC-AFA9-4101E69F0AAC}" destId="{44BA6F07-9809-453E-B5B3-AB636F82DB9E}" srcOrd="0" destOrd="0" presId="urn:microsoft.com/office/officeart/2005/8/layout/process1"/>
    <dgm:cxn modelId="{E856CD72-9388-4DDE-B5AF-A7DF8A99A785}" type="presParOf" srcId="{B450C243-F3FF-4B55-BCF1-0CE4D57F4091}" destId="{2DC0BE8A-A50D-459F-8803-8F629D24FD59}" srcOrd="0" destOrd="0" presId="urn:microsoft.com/office/officeart/2005/8/layout/process1"/>
    <dgm:cxn modelId="{FE95FD55-F4B1-46B0-A54F-4197BBA934E9}" type="presParOf" srcId="{B450C243-F3FF-4B55-BCF1-0CE4D57F4091}" destId="{44BA6F07-9809-453E-B5B3-AB636F82DB9E}" srcOrd="1" destOrd="0" presId="urn:microsoft.com/office/officeart/2005/8/layout/process1"/>
    <dgm:cxn modelId="{C1E06846-B5E5-4322-A6DC-2D768727EA6D}" type="presParOf" srcId="{44BA6F07-9809-453E-B5B3-AB636F82DB9E}" destId="{99AE6907-DE4A-4A2A-9F71-3AA51CC83CB9}" srcOrd="0" destOrd="0" presId="urn:microsoft.com/office/officeart/2005/8/layout/process1"/>
    <dgm:cxn modelId="{FEB332AC-61E8-4DDD-A6D1-7385A291241F}" type="presParOf" srcId="{B450C243-F3FF-4B55-BCF1-0CE4D57F4091}" destId="{C1D3A877-193E-433E-996E-DE3797C7F529}" srcOrd="2" destOrd="0" presId="urn:microsoft.com/office/officeart/2005/8/layout/process1"/>
    <dgm:cxn modelId="{C7B5C567-F67A-4515-BDE4-AF5007B9BD71}" type="presParOf" srcId="{B450C243-F3FF-4B55-BCF1-0CE4D57F4091}" destId="{98B97CCD-AFF1-49BB-8170-C62165E0F732}" srcOrd="3" destOrd="0" presId="urn:microsoft.com/office/officeart/2005/8/layout/process1"/>
    <dgm:cxn modelId="{5F167926-B161-49D3-BC40-DC3834FA5F3B}" type="presParOf" srcId="{98B97CCD-AFF1-49BB-8170-C62165E0F732}" destId="{052C7B0B-AC64-435F-9087-F76A8F81AD70}" srcOrd="0" destOrd="0" presId="urn:microsoft.com/office/officeart/2005/8/layout/process1"/>
    <dgm:cxn modelId="{981A2D4B-5522-4AD9-A683-64167F20A155}" type="presParOf" srcId="{B450C243-F3FF-4B55-BCF1-0CE4D57F4091}" destId="{75494D80-AAE1-44AB-A5A1-D4E336C9A241}"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5E483C9-A3BD-4F9A-8F9F-CDFA80B74485}" type="doc">
      <dgm:prSet loTypeId="urn:microsoft.com/office/officeart/2005/8/layout/process1" loCatId="process" qsTypeId="urn:microsoft.com/office/officeart/2005/8/quickstyle/3d3" qsCatId="3D" csTypeId="urn:microsoft.com/office/officeart/2005/8/colors/colorful5" csCatId="colorful" phldr="1"/>
      <dgm:spPr/>
    </dgm:pt>
    <dgm:pt modelId="{FDBF41EA-DF9A-4A44-9AAC-097517E2463F}">
      <dgm:prSet phldrT="[Text]" custT="1"/>
      <dgm:spPr/>
      <dgm:t>
        <a:bodyPr/>
        <a:lstStyle/>
        <a:p>
          <a:r>
            <a:rPr lang="en-US" sz="2800" b="1" dirty="0"/>
            <a:t>1</a:t>
          </a:r>
          <a:r>
            <a:rPr lang="en-US" sz="2800" b="1" baseline="30000" dirty="0"/>
            <a:t>st</a:t>
          </a:r>
          <a:r>
            <a:rPr lang="en-US" sz="2800" b="1" dirty="0"/>
            <a:t> value    of x</a:t>
          </a:r>
        </a:p>
      </dgm:t>
    </dgm:pt>
    <dgm:pt modelId="{CF759CB2-C87D-4427-A4B2-5AD3E63BC3B6}" type="parTrans" cxnId="{BC9B51A1-ACA8-4CBD-87E5-C9213C385E27}">
      <dgm:prSet/>
      <dgm:spPr/>
      <dgm:t>
        <a:bodyPr/>
        <a:lstStyle/>
        <a:p>
          <a:endParaRPr lang="en-US" sz="3600" b="1"/>
        </a:p>
      </dgm:t>
    </dgm:pt>
    <dgm:pt modelId="{5A7B8353-D55C-40BC-AFA9-4101E69F0AAC}" type="sibTrans" cxnId="{BC9B51A1-ACA8-4CBD-87E5-C9213C385E27}">
      <dgm:prSet custT="1"/>
      <dgm:spPr/>
      <dgm:t>
        <a:bodyPr/>
        <a:lstStyle/>
        <a:p>
          <a:endParaRPr lang="en-US" sz="3600" b="1"/>
        </a:p>
      </dgm:t>
    </dgm:pt>
    <dgm:pt modelId="{676B2E30-39F0-4B19-80A5-947E41665008}">
      <dgm:prSet phldrT="[Text]" custT="1"/>
      <dgm:spPr/>
      <dgm:t>
        <a:bodyPr/>
        <a:lstStyle/>
        <a:p>
          <a:r>
            <a:rPr lang="en-US" sz="3600" b="1" dirty="0"/>
            <a:t>,</a:t>
          </a:r>
          <a:endParaRPr lang="en-US" sz="3600" b="1" dirty="0">
            <a:solidFill>
              <a:srgbClr val="FFFF00"/>
            </a:solidFill>
          </a:endParaRPr>
        </a:p>
      </dgm:t>
    </dgm:pt>
    <dgm:pt modelId="{A7BFF212-4C41-40DE-9345-E8AAA8F4ACAD}" type="parTrans" cxnId="{B6B15E23-2288-4E53-AC6C-5C2C072B52CF}">
      <dgm:prSet/>
      <dgm:spPr/>
      <dgm:t>
        <a:bodyPr/>
        <a:lstStyle/>
        <a:p>
          <a:endParaRPr lang="en-US" sz="3600" b="1"/>
        </a:p>
      </dgm:t>
    </dgm:pt>
    <dgm:pt modelId="{6300F33D-AE15-417F-8922-C2991075A116}" type="sibTrans" cxnId="{B6B15E23-2288-4E53-AC6C-5C2C072B52CF}">
      <dgm:prSet custT="1"/>
      <dgm:spPr/>
      <dgm:t>
        <a:bodyPr/>
        <a:lstStyle/>
        <a:p>
          <a:endParaRPr lang="en-US" sz="3600" b="1"/>
        </a:p>
      </dgm:t>
    </dgm:pt>
    <dgm:pt modelId="{3A2CE8DF-123E-43D2-99F9-012836600209}">
      <dgm:prSet phldrT="[Text]" custT="1"/>
      <dgm:spPr/>
      <dgm:t>
        <a:bodyPr/>
        <a:lstStyle/>
        <a:p>
          <a:r>
            <a:rPr lang="en-US" sz="2800" b="1" dirty="0"/>
            <a:t>1</a:t>
          </a:r>
          <a:r>
            <a:rPr lang="en-US" sz="2800" b="1" baseline="30000" dirty="0"/>
            <a:t>st</a:t>
          </a:r>
          <a:r>
            <a:rPr lang="en-US" sz="2800" b="1" dirty="0"/>
            <a:t> value    of y</a:t>
          </a:r>
          <a:endParaRPr lang="en-US" sz="2800" b="1" dirty="0">
            <a:solidFill>
              <a:srgbClr val="FFFF00"/>
            </a:solidFill>
          </a:endParaRPr>
        </a:p>
      </dgm:t>
    </dgm:pt>
    <dgm:pt modelId="{8F4A4DFA-E902-4F63-9C66-7A5222C9C171}" type="parTrans" cxnId="{8D2E8B5A-6F08-4337-8277-E183FCC2E3FD}">
      <dgm:prSet/>
      <dgm:spPr/>
      <dgm:t>
        <a:bodyPr/>
        <a:lstStyle/>
        <a:p>
          <a:endParaRPr lang="en-US" sz="3600" b="1"/>
        </a:p>
      </dgm:t>
    </dgm:pt>
    <dgm:pt modelId="{38CEDB57-7D29-4D21-8203-7F6E44EA777E}" type="sibTrans" cxnId="{8D2E8B5A-6F08-4337-8277-E183FCC2E3FD}">
      <dgm:prSet custT="1"/>
      <dgm:spPr/>
      <dgm:t>
        <a:bodyPr/>
        <a:lstStyle/>
        <a:p>
          <a:endParaRPr lang="en-US" sz="3600" b="1"/>
        </a:p>
      </dgm:t>
    </dgm:pt>
    <dgm:pt modelId="{46ADFC18-063A-4AD0-9AA3-8719DD99B43D}">
      <dgm:prSet phldrT="[Text]" custT="1"/>
      <dgm:spPr/>
      <dgm:t>
        <a:bodyPr/>
        <a:lstStyle/>
        <a:p>
          <a:r>
            <a:rPr lang="en-US" sz="3600" b="1" dirty="0">
              <a:solidFill>
                <a:schemeClr val="bg1"/>
              </a:solidFill>
            </a:rPr>
            <a:t>M+</a:t>
          </a:r>
        </a:p>
      </dgm:t>
    </dgm:pt>
    <dgm:pt modelId="{F95033D6-CEE0-4595-85E5-E6D28978F9E4}" type="parTrans" cxnId="{14A7E591-D54E-44C5-92C9-46716053204E}">
      <dgm:prSet/>
      <dgm:spPr/>
      <dgm:t>
        <a:bodyPr/>
        <a:lstStyle/>
        <a:p>
          <a:endParaRPr lang="en-US"/>
        </a:p>
      </dgm:t>
    </dgm:pt>
    <dgm:pt modelId="{B0CDDA58-271B-40A2-AA14-C02EAA021DF3}" type="sibTrans" cxnId="{14A7E591-D54E-44C5-92C9-46716053204E}">
      <dgm:prSet/>
      <dgm:spPr/>
      <dgm:t>
        <a:bodyPr/>
        <a:lstStyle/>
        <a:p>
          <a:endParaRPr lang="en-US"/>
        </a:p>
      </dgm:t>
    </dgm:pt>
    <dgm:pt modelId="{B450C243-F3FF-4B55-BCF1-0CE4D57F4091}" type="pres">
      <dgm:prSet presAssocID="{A5E483C9-A3BD-4F9A-8F9F-CDFA80B74485}" presName="Name0" presStyleCnt="0">
        <dgm:presLayoutVars>
          <dgm:dir/>
          <dgm:resizeHandles val="exact"/>
        </dgm:presLayoutVars>
      </dgm:prSet>
      <dgm:spPr/>
    </dgm:pt>
    <dgm:pt modelId="{2DC0BE8A-A50D-459F-8803-8F629D24FD59}" type="pres">
      <dgm:prSet presAssocID="{FDBF41EA-DF9A-4A44-9AAC-097517E2463F}" presName="node" presStyleLbl="node1" presStyleIdx="0" presStyleCnt="4" custScaleY="90909">
        <dgm:presLayoutVars>
          <dgm:bulletEnabled val="1"/>
        </dgm:presLayoutVars>
      </dgm:prSet>
      <dgm:spPr/>
    </dgm:pt>
    <dgm:pt modelId="{44BA6F07-9809-453E-B5B3-AB636F82DB9E}" type="pres">
      <dgm:prSet presAssocID="{5A7B8353-D55C-40BC-AFA9-4101E69F0AAC}" presName="sibTrans" presStyleLbl="sibTrans2D1" presStyleIdx="0" presStyleCnt="3"/>
      <dgm:spPr/>
    </dgm:pt>
    <dgm:pt modelId="{99AE6907-DE4A-4A2A-9F71-3AA51CC83CB9}" type="pres">
      <dgm:prSet presAssocID="{5A7B8353-D55C-40BC-AFA9-4101E69F0AAC}" presName="connectorText" presStyleLbl="sibTrans2D1" presStyleIdx="0" presStyleCnt="3"/>
      <dgm:spPr/>
    </dgm:pt>
    <dgm:pt modelId="{C1D3A877-193E-433E-996E-DE3797C7F529}" type="pres">
      <dgm:prSet presAssocID="{676B2E30-39F0-4B19-80A5-947E41665008}" presName="node" presStyleLbl="node1" presStyleIdx="1" presStyleCnt="4" custScaleY="90909">
        <dgm:presLayoutVars>
          <dgm:bulletEnabled val="1"/>
        </dgm:presLayoutVars>
      </dgm:prSet>
      <dgm:spPr/>
    </dgm:pt>
    <dgm:pt modelId="{98B97CCD-AFF1-49BB-8170-C62165E0F732}" type="pres">
      <dgm:prSet presAssocID="{6300F33D-AE15-417F-8922-C2991075A116}" presName="sibTrans" presStyleLbl="sibTrans2D1" presStyleIdx="1" presStyleCnt="3"/>
      <dgm:spPr/>
    </dgm:pt>
    <dgm:pt modelId="{052C7B0B-AC64-435F-9087-F76A8F81AD70}" type="pres">
      <dgm:prSet presAssocID="{6300F33D-AE15-417F-8922-C2991075A116}" presName="connectorText" presStyleLbl="sibTrans2D1" presStyleIdx="1" presStyleCnt="3"/>
      <dgm:spPr/>
    </dgm:pt>
    <dgm:pt modelId="{75494D80-AAE1-44AB-A5A1-D4E336C9A241}" type="pres">
      <dgm:prSet presAssocID="{3A2CE8DF-123E-43D2-99F9-012836600209}" presName="node" presStyleLbl="node1" presStyleIdx="2" presStyleCnt="4" custScaleY="90909">
        <dgm:presLayoutVars>
          <dgm:bulletEnabled val="1"/>
        </dgm:presLayoutVars>
      </dgm:prSet>
      <dgm:spPr/>
    </dgm:pt>
    <dgm:pt modelId="{2C8919B2-9A29-4B7C-B580-1CADFBED59E0}" type="pres">
      <dgm:prSet presAssocID="{38CEDB57-7D29-4D21-8203-7F6E44EA777E}" presName="sibTrans" presStyleLbl="sibTrans2D1" presStyleIdx="2" presStyleCnt="3"/>
      <dgm:spPr/>
    </dgm:pt>
    <dgm:pt modelId="{08B094E6-470A-458C-BDCC-A0626256CFD5}" type="pres">
      <dgm:prSet presAssocID="{38CEDB57-7D29-4D21-8203-7F6E44EA777E}" presName="connectorText" presStyleLbl="sibTrans2D1" presStyleIdx="2" presStyleCnt="3"/>
      <dgm:spPr/>
    </dgm:pt>
    <dgm:pt modelId="{FF7AE4D5-99CD-430E-997C-4D9624DA75B6}" type="pres">
      <dgm:prSet presAssocID="{46ADFC18-063A-4AD0-9AA3-8719DD99B43D}" presName="node" presStyleLbl="node1" presStyleIdx="3" presStyleCnt="4" custScaleY="90909">
        <dgm:presLayoutVars>
          <dgm:bulletEnabled val="1"/>
        </dgm:presLayoutVars>
      </dgm:prSet>
      <dgm:spPr/>
    </dgm:pt>
  </dgm:ptLst>
  <dgm:cxnLst>
    <dgm:cxn modelId="{40604F04-5F19-4FA0-8102-6E380DE93C02}" type="presOf" srcId="{5A7B8353-D55C-40BC-AFA9-4101E69F0AAC}" destId="{44BA6F07-9809-453E-B5B3-AB636F82DB9E}" srcOrd="0" destOrd="0" presId="urn:microsoft.com/office/officeart/2005/8/layout/process1"/>
    <dgm:cxn modelId="{6A431009-1787-43A1-948B-2496A00BB7F5}" type="presOf" srcId="{6300F33D-AE15-417F-8922-C2991075A116}" destId="{98B97CCD-AFF1-49BB-8170-C62165E0F732}" srcOrd="0" destOrd="0" presId="urn:microsoft.com/office/officeart/2005/8/layout/process1"/>
    <dgm:cxn modelId="{B6B15E23-2288-4E53-AC6C-5C2C072B52CF}" srcId="{A5E483C9-A3BD-4F9A-8F9F-CDFA80B74485}" destId="{676B2E30-39F0-4B19-80A5-947E41665008}" srcOrd="1" destOrd="0" parTransId="{A7BFF212-4C41-40DE-9345-E8AAA8F4ACAD}" sibTransId="{6300F33D-AE15-417F-8922-C2991075A116}"/>
    <dgm:cxn modelId="{F0D8D129-5803-4F1E-BA1F-05055C7755B0}" type="presOf" srcId="{3A2CE8DF-123E-43D2-99F9-012836600209}" destId="{75494D80-AAE1-44AB-A5A1-D4E336C9A241}" srcOrd="0" destOrd="0" presId="urn:microsoft.com/office/officeart/2005/8/layout/process1"/>
    <dgm:cxn modelId="{20CEFE32-F785-4088-AD71-3216C2D870A3}" type="presOf" srcId="{5A7B8353-D55C-40BC-AFA9-4101E69F0AAC}" destId="{99AE6907-DE4A-4A2A-9F71-3AA51CC83CB9}" srcOrd="1" destOrd="0" presId="urn:microsoft.com/office/officeart/2005/8/layout/process1"/>
    <dgm:cxn modelId="{3A19EA5E-0102-4D40-A0FA-084BC8BFBA08}" type="presOf" srcId="{FDBF41EA-DF9A-4A44-9AAC-097517E2463F}" destId="{2DC0BE8A-A50D-459F-8803-8F629D24FD59}" srcOrd="0" destOrd="0" presId="urn:microsoft.com/office/officeart/2005/8/layout/process1"/>
    <dgm:cxn modelId="{9AE43645-3141-4807-A134-47A63DC6A07B}" type="presOf" srcId="{676B2E30-39F0-4B19-80A5-947E41665008}" destId="{C1D3A877-193E-433E-996E-DE3797C7F529}" srcOrd="0" destOrd="0" presId="urn:microsoft.com/office/officeart/2005/8/layout/process1"/>
    <dgm:cxn modelId="{8D2E8B5A-6F08-4337-8277-E183FCC2E3FD}" srcId="{A5E483C9-A3BD-4F9A-8F9F-CDFA80B74485}" destId="{3A2CE8DF-123E-43D2-99F9-012836600209}" srcOrd="2" destOrd="0" parTransId="{8F4A4DFA-E902-4F63-9C66-7A5222C9C171}" sibTransId="{38CEDB57-7D29-4D21-8203-7F6E44EA777E}"/>
    <dgm:cxn modelId="{14A7E591-D54E-44C5-92C9-46716053204E}" srcId="{A5E483C9-A3BD-4F9A-8F9F-CDFA80B74485}" destId="{46ADFC18-063A-4AD0-9AA3-8719DD99B43D}" srcOrd="3" destOrd="0" parTransId="{F95033D6-CEE0-4595-85E5-E6D28978F9E4}" sibTransId="{B0CDDA58-271B-40A2-AA14-C02EAA021DF3}"/>
    <dgm:cxn modelId="{BC9B51A1-ACA8-4CBD-87E5-C9213C385E27}" srcId="{A5E483C9-A3BD-4F9A-8F9F-CDFA80B74485}" destId="{FDBF41EA-DF9A-4A44-9AAC-097517E2463F}" srcOrd="0" destOrd="0" parTransId="{CF759CB2-C87D-4427-A4B2-5AD3E63BC3B6}" sibTransId="{5A7B8353-D55C-40BC-AFA9-4101E69F0AAC}"/>
    <dgm:cxn modelId="{00EDDEBE-12D5-4599-BB48-8EB82EE46B1C}" type="presOf" srcId="{A5E483C9-A3BD-4F9A-8F9F-CDFA80B74485}" destId="{B450C243-F3FF-4B55-BCF1-0CE4D57F4091}" srcOrd="0" destOrd="0" presId="urn:microsoft.com/office/officeart/2005/8/layout/process1"/>
    <dgm:cxn modelId="{327FF9C3-9E22-4493-974F-0198E6414619}" type="presOf" srcId="{46ADFC18-063A-4AD0-9AA3-8719DD99B43D}" destId="{FF7AE4D5-99CD-430E-997C-4D9624DA75B6}" srcOrd="0" destOrd="0" presId="urn:microsoft.com/office/officeart/2005/8/layout/process1"/>
    <dgm:cxn modelId="{7D6DE8CC-FC6F-4740-8564-DFA17970C653}" type="presOf" srcId="{6300F33D-AE15-417F-8922-C2991075A116}" destId="{052C7B0B-AC64-435F-9087-F76A8F81AD70}" srcOrd="1" destOrd="0" presId="urn:microsoft.com/office/officeart/2005/8/layout/process1"/>
    <dgm:cxn modelId="{4DAC8CE8-E932-444F-BB68-F9A27C3E5AF2}" type="presOf" srcId="{38CEDB57-7D29-4D21-8203-7F6E44EA777E}" destId="{2C8919B2-9A29-4B7C-B580-1CADFBED59E0}" srcOrd="0" destOrd="0" presId="urn:microsoft.com/office/officeart/2005/8/layout/process1"/>
    <dgm:cxn modelId="{15696BFA-A829-49DB-AC8D-FD2D2A8B1C5B}" type="presOf" srcId="{38CEDB57-7D29-4D21-8203-7F6E44EA777E}" destId="{08B094E6-470A-458C-BDCC-A0626256CFD5}" srcOrd="1" destOrd="0" presId="urn:microsoft.com/office/officeart/2005/8/layout/process1"/>
    <dgm:cxn modelId="{F67E294C-F5CA-4835-B621-4D7876A2FA6C}" type="presParOf" srcId="{B450C243-F3FF-4B55-BCF1-0CE4D57F4091}" destId="{2DC0BE8A-A50D-459F-8803-8F629D24FD59}" srcOrd="0" destOrd="0" presId="urn:microsoft.com/office/officeart/2005/8/layout/process1"/>
    <dgm:cxn modelId="{EA761C5B-3033-43CE-AC16-6A19BBB99385}" type="presParOf" srcId="{B450C243-F3FF-4B55-BCF1-0CE4D57F4091}" destId="{44BA6F07-9809-453E-B5B3-AB636F82DB9E}" srcOrd="1" destOrd="0" presId="urn:microsoft.com/office/officeart/2005/8/layout/process1"/>
    <dgm:cxn modelId="{D0D1263A-5D43-4358-9008-77636C2BDCB8}" type="presParOf" srcId="{44BA6F07-9809-453E-B5B3-AB636F82DB9E}" destId="{99AE6907-DE4A-4A2A-9F71-3AA51CC83CB9}" srcOrd="0" destOrd="0" presId="urn:microsoft.com/office/officeart/2005/8/layout/process1"/>
    <dgm:cxn modelId="{FDB7AAF8-CAE6-4701-AC76-199F6A781B79}" type="presParOf" srcId="{B450C243-F3FF-4B55-BCF1-0CE4D57F4091}" destId="{C1D3A877-193E-433E-996E-DE3797C7F529}" srcOrd="2" destOrd="0" presId="urn:microsoft.com/office/officeart/2005/8/layout/process1"/>
    <dgm:cxn modelId="{DAC02D38-528B-4710-BF10-CC3F874D062F}" type="presParOf" srcId="{B450C243-F3FF-4B55-BCF1-0CE4D57F4091}" destId="{98B97CCD-AFF1-49BB-8170-C62165E0F732}" srcOrd="3" destOrd="0" presId="urn:microsoft.com/office/officeart/2005/8/layout/process1"/>
    <dgm:cxn modelId="{5F31ED9C-FFC1-49C1-8C2E-478223C0F87D}" type="presParOf" srcId="{98B97CCD-AFF1-49BB-8170-C62165E0F732}" destId="{052C7B0B-AC64-435F-9087-F76A8F81AD70}" srcOrd="0" destOrd="0" presId="urn:microsoft.com/office/officeart/2005/8/layout/process1"/>
    <dgm:cxn modelId="{31B13D03-FB58-4C89-AFF0-E8A8BEA88B35}" type="presParOf" srcId="{B450C243-F3FF-4B55-BCF1-0CE4D57F4091}" destId="{75494D80-AAE1-44AB-A5A1-D4E336C9A241}" srcOrd="4" destOrd="0" presId="urn:microsoft.com/office/officeart/2005/8/layout/process1"/>
    <dgm:cxn modelId="{26829075-54FD-4720-8543-A4C2C4DF791B}" type="presParOf" srcId="{B450C243-F3FF-4B55-BCF1-0CE4D57F4091}" destId="{2C8919B2-9A29-4B7C-B580-1CADFBED59E0}" srcOrd="5" destOrd="0" presId="urn:microsoft.com/office/officeart/2005/8/layout/process1"/>
    <dgm:cxn modelId="{D4BAC398-360F-45E6-8503-585E3F7217F3}" type="presParOf" srcId="{2C8919B2-9A29-4B7C-B580-1CADFBED59E0}" destId="{08B094E6-470A-458C-BDCC-A0626256CFD5}" srcOrd="0" destOrd="0" presId="urn:microsoft.com/office/officeart/2005/8/layout/process1"/>
    <dgm:cxn modelId="{D12DB755-D83F-4271-901C-78E8681F650C}" type="presParOf" srcId="{B450C243-F3FF-4B55-BCF1-0CE4D57F4091}" destId="{FF7AE4D5-99CD-430E-997C-4D9624DA75B6}" srcOrd="6"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A5E483C9-A3BD-4F9A-8F9F-CDFA80B74485}" type="doc">
      <dgm:prSet loTypeId="urn:microsoft.com/office/officeart/2005/8/layout/process1" loCatId="process" qsTypeId="urn:microsoft.com/office/officeart/2005/8/quickstyle/3d3" qsCatId="3D" csTypeId="urn:microsoft.com/office/officeart/2005/8/colors/colorful5" csCatId="colorful" phldr="1"/>
      <dgm:spPr/>
    </dgm:pt>
    <dgm:pt modelId="{FDBF41EA-DF9A-4A44-9AAC-097517E2463F}">
      <dgm:prSet phldrT="[Text]" custT="1"/>
      <dgm:spPr/>
      <dgm:t>
        <a:bodyPr/>
        <a:lstStyle/>
        <a:p>
          <a:r>
            <a:rPr lang="en-US" sz="2800" b="1" dirty="0"/>
            <a:t>2</a:t>
          </a:r>
          <a:r>
            <a:rPr lang="en-US" sz="2800" b="1" baseline="30000" dirty="0"/>
            <a:t>nd</a:t>
          </a:r>
          <a:r>
            <a:rPr lang="en-US" sz="2800" b="1" dirty="0"/>
            <a:t> value   of x</a:t>
          </a:r>
        </a:p>
      </dgm:t>
    </dgm:pt>
    <dgm:pt modelId="{CF759CB2-C87D-4427-A4B2-5AD3E63BC3B6}" type="parTrans" cxnId="{BC9B51A1-ACA8-4CBD-87E5-C9213C385E27}">
      <dgm:prSet/>
      <dgm:spPr/>
      <dgm:t>
        <a:bodyPr/>
        <a:lstStyle/>
        <a:p>
          <a:endParaRPr lang="en-US" sz="3600" b="1"/>
        </a:p>
      </dgm:t>
    </dgm:pt>
    <dgm:pt modelId="{5A7B8353-D55C-40BC-AFA9-4101E69F0AAC}" type="sibTrans" cxnId="{BC9B51A1-ACA8-4CBD-87E5-C9213C385E27}">
      <dgm:prSet custT="1"/>
      <dgm:spPr/>
      <dgm:t>
        <a:bodyPr/>
        <a:lstStyle/>
        <a:p>
          <a:endParaRPr lang="en-US" sz="3600" b="1"/>
        </a:p>
      </dgm:t>
    </dgm:pt>
    <dgm:pt modelId="{676B2E30-39F0-4B19-80A5-947E41665008}">
      <dgm:prSet phldrT="[Text]" custT="1"/>
      <dgm:spPr/>
      <dgm:t>
        <a:bodyPr/>
        <a:lstStyle/>
        <a:p>
          <a:r>
            <a:rPr lang="en-US" sz="3600" b="1" dirty="0"/>
            <a:t>,</a:t>
          </a:r>
          <a:endParaRPr lang="en-US" sz="3600" b="1" dirty="0">
            <a:solidFill>
              <a:srgbClr val="FFFF00"/>
            </a:solidFill>
          </a:endParaRPr>
        </a:p>
      </dgm:t>
    </dgm:pt>
    <dgm:pt modelId="{A7BFF212-4C41-40DE-9345-E8AAA8F4ACAD}" type="parTrans" cxnId="{B6B15E23-2288-4E53-AC6C-5C2C072B52CF}">
      <dgm:prSet/>
      <dgm:spPr/>
      <dgm:t>
        <a:bodyPr/>
        <a:lstStyle/>
        <a:p>
          <a:endParaRPr lang="en-US" sz="3600" b="1"/>
        </a:p>
      </dgm:t>
    </dgm:pt>
    <dgm:pt modelId="{6300F33D-AE15-417F-8922-C2991075A116}" type="sibTrans" cxnId="{B6B15E23-2288-4E53-AC6C-5C2C072B52CF}">
      <dgm:prSet custT="1"/>
      <dgm:spPr/>
      <dgm:t>
        <a:bodyPr/>
        <a:lstStyle/>
        <a:p>
          <a:endParaRPr lang="en-US" sz="3600" b="1"/>
        </a:p>
      </dgm:t>
    </dgm:pt>
    <dgm:pt modelId="{3A2CE8DF-123E-43D2-99F9-012836600209}">
      <dgm:prSet phldrT="[Text]" custT="1"/>
      <dgm:spPr/>
      <dgm:t>
        <a:bodyPr/>
        <a:lstStyle/>
        <a:p>
          <a:r>
            <a:rPr lang="en-US" sz="2800" b="1" dirty="0"/>
            <a:t>2</a:t>
          </a:r>
          <a:r>
            <a:rPr lang="en-US" sz="2800" b="1" baseline="30000" dirty="0"/>
            <a:t>nd</a:t>
          </a:r>
          <a:r>
            <a:rPr lang="en-US" sz="2800" b="1" dirty="0"/>
            <a:t> value   of y</a:t>
          </a:r>
          <a:endParaRPr lang="en-US" sz="2800" b="1" dirty="0">
            <a:solidFill>
              <a:srgbClr val="FFFF00"/>
            </a:solidFill>
          </a:endParaRPr>
        </a:p>
      </dgm:t>
    </dgm:pt>
    <dgm:pt modelId="{8F4A4DFA-E902-4F63-9C66-7A5222C9C171}" type="parTrans" cxnId="{8D2E8B5A-6F08-4337-8277-E183FCC2E3FD}">
      <dgm:prSet/>
      <dgm:spPr/>
      <dgm:t>
        <a:bodyPr/>
        <a:lstStyle/>
        <a:p>
          <a:endParaRPr lang="en-US" sz="3600" b="1"/>
        </a:p>
      </dgm:t>
    </dgm:pt>
    <dgm:pt modelId="{38CEDB57-7D29-4D21-8203-7F6E44EA777E}" type="sibTrans" cxnId="{8D2E8B5A-6F08-4337-8277-E183FCC2E3FD}">
      <dgm:prSet custT="1"/>
      <dgm:spPr/>
      <dgm:t>
        <a:bodyPr/>
        <a:lstStyle/>
        <a:p>
          <a:endParaRPr lang="en-US" sz="3600" b="1"/>
        </a:p>
      </dgm:t>
    </dgm:pt>
    <dgm:pt modelId="{46ADFC18-063A-4AD0-9AA3-8719DD99B43D}">
      <dgm:prSet phldrT="[Text]" custT="1"/>
      <dgm:spPr/>
      <dgm:t>
        <a:bodyPr/>
        <a:lstStyle/>
        <a:p>
          <a:r>
            <a:rPr lang="en-US" sz="3600" b="1" dirty="0">
              <a:solidFill>
                <a:schemeClr val="bg1"/>
              </a:solidFill>
            </a:rPr>
            <a:t>M+</a:t>
          </a:r>
        </a:p>
      </dgm:t>
    </dgm:pt>
    <dgm:pt modelId="{F95033D6-CEE0-4595-85E5-E6D28978F9E4}" type="parTrans" cxnId="{14A7E591-D54E-44C5-92C9-46716053204E}">
      <dgm:prSet/>
      <dgm:spPr/>
      <dgm:t>
        <a:bodyPr/>
        <a:lstStyle/>
        <a:p>
          <a:endParaRPr lang="en-US"/>
        </a:p>
      </dgm:t>
    </dgm:pt>
    <dgm:pt modelId="{B0CDDA58-271B-40A2-AA14-C02EAA021DF3}" type="sibTrans" cxnId="{14A7E591-D54E-44C5-92C9-46716053204E}">
      <dgm:prSet/>
      <dgm:spPr/>
      <dgm:t>
        <a:bodyPr/>
        <a:lstStyle/>
        <a:p>
          <a:endParaRPr lang="en-US"/>
        </a:p>
      </dgm:t>
    </dgm:pt>
    <dgm:pt modelId="{B450C243-F3FF-4B55-BCF1-0CE4D57F4091}" type="pres">
      <dgm:prSet presAssocID="{A5E483C9-A3BD-4F9A-8F9F-CDFA80B74485}" presName="Name0" presStyleCnt="0">
        <dgm:presLayoutVars>
          <dgm:dir/>
          <dgm:resizeHandles val="exact"/>
        </dgm:presLayoutVars>
      </dgm:prSet>
      <dgm:spPr/>
    </dgm:pt>
    <dgm:pt modelId="{2DC0BE8A-A50D-459F-8803-8F629D24FD59}" type="pres">
      <dgm:prSet presAssocID="{FDBF41EA-DF9A-4A44-9AAC-097517E2463F}" presName="node" presStyleLbl="node1" presStyleIdx="0" presStyleCnt="4" custScaleY="90909">
        <dgm:presLayoutVars>
          <dgm:bulletEnabled val="1"/>
        </dgm:presLayoutVars>
      </dgm:prSet>
      <dgm:spPr/>
    </dgm:pt>
    <dgm:pt modelId="{44BA6F07-9809-453E-B5B3-AB636F82DB9E}" type="pres">
      <dgm:prSet presAssocID="{5A7B8353-D55C-40BC-AFA9-4101E69F0AAC}" presName="sibTrans" presStyleLbl="sibTrans2D1" presStyleIdx="0" presStyleCnt="3"/>
      <dgm:spPr/>
    </dgm:pt>
    <dgm:pt modelId="{99AE6907-DE4A-4A2A-9F71-3AA51CC83CB9}" type="pres">
      <dgm:prSet presAssocID="{5A7B8353-D55C-40BC-AFA9-4101E69F0AAC}" presName="connectorText" presStyleLbl="sibTrans2D1" presStyleIdx="0" presStyleCnt="3"/>
      <dgm:spPr/>
    </dgm:pt>
    <dgm:pt modelId="{C1D3A877-193E-433E-996E-DE3797C7F529}" type="pres">
      <dgm:prSet presAssocID="{676B2E30-39F0-4B19-80A5-947E41665008}" presName="node" presStyleLbl="node1" presStyleIdx="1" presStyleCnt="4" custScaleY="90909">
        <dgm:presLayoutVars>
          <dgm:bulletEnabled val="1"/>
        </dgm:presLayoutVars>
      </dgm:prSet>
      <dgm:spPr/>
    </dgm:pt>
    <dgm:pt modelId="{98B97CCD-AFF1-49BB-8170-C62165E0F732}" type="pres">
      <dgm:prSet presAssocID="{6300F33D-AE15-417F-8922-C2991075A116}" presName="sibTrans" presStyleLbl="sibTrans2D1" presStyleIdx="1" presStyleCnt="3"/>
      <dgm:spPr/>
    </dgm:pt>
    <dgm:pt modelId="{052C7B0B-AC64-435F-9087-F76A8F81AD70}" type="pres">
      <dgm:prSet presAssocID="{6300F33D-AE15-417F-8922-C2991075A116}" presName="connectorText" presStyleLbl="sibTrans2D1" presStyleIdx="1" presStyleCnt="3"/>
      <dgm:spPr/>
    </dgm:pt>
    <dgm:pt modelId="{75494D80-AAE1-44AB-A5A1-D4E336C9A241}" type="pres">
      <dgm:prSet presAssocID="{3A2CE8DF-123E-43D2-99F9-012836600209}" presName="node" presStyleLbl="node1" presStyleIdx="2" presStyleCnt="4" custScaleY="90909">
        <dgm:presLayoutVars>
          <dgm:bulletEnabled val="1"/>
        </dgm:presLayoutVars>
      </dgm:prSet>
      <dgm:spPr/>
    </dgm:pt>
    <dgm:pt modelId="{2C8919B2-9A29-4B7C-B580-1CADFBED59E0}" type="pres">
      <dgm:prSet presAssocID="{38CEDB57-7D29-4D21-8203-7F6E44EA777E}" presName="sibTrans" presStyleLbl="sibTrans2D1" presStyleIdx="2" presStyleCnt="3"/>
      <dgm:spPr/>
    </dgm:pt>
    <dgm:pt modelId="{08B094E6-470A-458C-BDCC-A0626256CFD5}" type="pres">
      <dgm:prSet presAssocID="{38CEDB57-7D29-4D21-8203-7F6E44EA777E}" presName="connectorText" presStyleLbl="sibTrans2D1" presStyleIdx="2" presStyleCnt="3"/>
      <dgm:spPr/>
    </dgm:pt>
    <dgm:pt modelId="{FF7AE4D5-99CD-430E-997C-4D9624DA75B6}" type="pres">
      <dgm:prSet presAssocID="{46ADFC18-063A-4AD0-9AA3-8719DD99B43D}" presName="node" presStyleLbl="node1" presStyleIdx="3" presStyleCnt="4" custScaleY="90909">
        <dgm:presLayoutVars>
          <dgm:bulletEnabled val="1"/>
        </dgm:presLayoutVars>
      </dgm:prSet>
      <dgm:spPr/>
    </dgm:pt>
  </dgm:ptLst>
  <dgm:cxnLst>
    <dgm:cxn modelId="{1E89FA1A-C145-48CD-BA51-89FF0DDF2400}" type="presOf" srcId="{6300F33D-AE15-417F-8922-C2991075A116}" destId="{98B97CCD-AFF1-49BB-8170-C62165E0F732}" srcOrd="0" destOrd="0" presId="urn:microsoft.com/office/officeart/2005/8/layout/process1"/>
    <dgm:cxn modelId="{576DC01C-D820-4249-A267-50C302F353A3}" type="presOf" srcId="{38CEDB57-7D29-4D21-8203-7F6E44EA777E}" destId="{08B094E6-470A-458C-BDCC-A0626256CFD5}" srcOrd="1" destOrd="0" presId="urn:microsoft.com/office/officeart/2005/8/layout/process1"/>
    <dgm:cxn modelId="{B6B15E23-2288-4E53-AC6C-5C2C072B52CF}" srcId="{A5E483C9-A3BD-4F9A-8F9F-CDFA80B74485}" destId="{676B2E30-39F0-4B19-80A5-947E41665008}" srcOrd="1" destOrd="0" parTransId="{A7BFF212-4C41-40DE-9345-E8AAA8F4ACAD}" sibTransId="{6300F33D-AE15-417F-8922-C2991075A116}"/>
    <dgm:cxn modelId="{01A26931-0BE5-4FC3-9B82-BDE28DA0058E}" type="presOf" srcId="{A5E483C9-A3BD-4F9A-8F9F-CDFA80B74485}" destId="{B450C243-F3FF-4B55-BCF1-0CE4D57F4091}" srcOrd="0" destOrd="0" presId="urn:microsoft.com/office/officeart/2005/8/layout/process1"/>
    <dgm:cxn modelId="{F5306F34-961C-445A-BC88-C87262151025}" type="presOf" srcId="{6300F33D-AE15-417F-8922-C2991075A116}" destId="{052C7B0B-AC64-435F-9087-F76A8F81AD70}" srcOrd="1" destOrd="0" presId="urn:microsoft.com/office/officeart/2005/8/layout/process1"/>
    <dgm:cxn modelId="{4DB0F649-C118-4F21-A160-EDEDEC0AA943}" type="presOf" srcId="{5A7B8353-D55C-40BC-AFA9-4101E69F0AAC}" destId="{44BA6F07-9809-453E-B5B3-AB636F82DB9E}" srcOrd="0" destOrd="0" presId="urn:microsoft.com/office/officeart/2005/8/layout/process1"/>
    <dgm:cxn modelId="{80E84C72-3DC7-44BA-BFA3-C3829AC20B6D}" type="presOf" srcId="{3A2CE8DF-123E-43D2-99F9-012836600209}" destId="{75494D80-AAE1-44AB-A5A1-D4E336C9A241}" srcOrd="0" destOrd="0" presId="urn:microsoft.com/office/officeart/2005/8/layout/process1"/>
    <dgm:cxn modelId="{8D2E8B5A-6F08-4337-8277-E183FCC2E3FD}" srcId="{A5E483C9-A3BD-4F9A-8F9F-CDFA80B74485}" destId="{3A2CE8DF-123E-43D2-99F9-012836600209}" srcOrd="2" destOrd="0" parTransId="{8F4A4DFA-E902-4F63-9C66-7A5222C9C171}" sibTransId="{38CEDB57-7D29-4D21-8203-7F6E44EA777E}"/>
    <dgm:cxn modelId="{E2CA257E-3D29-419F-B8A0-029EC39EA5B4}" type="presOf" srcId="{46ADFC18-063A-4AD0-9AA3-8719DD99B43D}" destId="{FF7AE4D5-99CD-430E-997C-4D9624DA75B6}" srcOrd="0" destOrd="0" presId="urn:microsoft.com/office/officeart/2005/8/layout/process1"/>
    <dgm:cxn modelId="{B0AE2A8A-7DFB-4C94-A7E9-944C326A20F6}" type="presOf" srcId="{FDBF41EA-DF9A-4A44-9AAC-097517E2463F}" destId="{2DC0BE8A-A50D-459F-8803-8F629D24FD59}" srcOrd="0" destOrd="0" presId="urn:microsoft.com/office/officeart/2005/8/layout/process1"/>
    <dgm:cxn modelId="{14A7E591-D54E-44C5-92C9-46716053204E}" srcId="{A5E483C9-A3BD-4F9A-8F9F-CDFA80B74485}" destId="{46ADFC18-063A-4AD0-9AA3-8719DD99B43D}" srcOrd="3" destOrd="0" parTransId="{F95033D6-CEE0-4595-85E5-E6D28978F9E4}" sibTransId="{B0CDDA58-271B-40A2-AA14-C02EAA021DF3}"/>
    <dgm:cxn modelId="{BC9B51A1-ACA8-4CBD-87E5-C9213C385E27}" srcId="{A5E483C9-A3BD-4F9A-8F9F-CDFA80B74485}" destId="{FDBF41EA-DF9A-4A44-9AAC-097517E2463F}" srcOrd="0" destOrd="0" parTransId="{CF759CB2-C87D-4427-A4B2-5AD3E63BC3B6}" sibTransId="{5A7B8353-D55C-40BC-AFA9-4101E69F0AAC}"/>
    <dgm:cxn modelId="{673F78B7-F6A3-4ABB-AAE0-297C41FA7E41}" type="presOf" srcId="{676B2E30-39F0-4B19-80A5-947E41665008}" destId="{C1D3A877-193E-433E-996E-DE3797C7F529}" srcOrd="0" destOrd="0" presId="urn:microsoft.com/office/officeart/2005/8/layout/process1"/>
    <dgm:cxn modelId="{2AE0CDD7-5F21-4815-9DB4-A0E74B97D603}" type="presOf" srcId="{5A7B8353-D55C-40BC-AFA9-4101E69F0AAC}" destId="{99AE6907-DE4A-4A2A-9F71-3AA51CC83CB9}" srcOrd="1" destOrd="0" presId="urn:microsoft.com/office/officeart/2005/8/layout/process1"/>
    <dgm:cxn modelId="{B5AB8BDA-67EF-42B0-9E78-2BA5154258D6}" type="presOf" srcId="{38CEDB57-7D29-4D21-8203-7F6E44EA777E}" destId="{2C8919B2-9A29-4B7C-B580-1CADFBED59E0}" srcOrd="0" destOrd="0" presId="urn:microsoft.com/office/officeart/2005/8/layout/process1"/>
    <dgm:cxn modelId="{8B6D9124-8F69-4C67-AA75-4EA00B1F7243}" type="presParOf" srcId="{B450C243-F3FF-4B55-BCF1-0CE4D57F4091}" destId="{2DC0BE8A-A50D-459F-8803-8F629D24FD59}" srcOrd="0" destOrd="0" presId="urn:microsoft.com/office/officeart/2005/8/layout/process1"/>
    <dgm:cxn modelId="{EF9632B2-550E-4412-A820-D08FD747763E}" type="presParOf" srcId="{B450C243-F3FF-4B55-BCF1-0CE4D57F4091}" destId="{44BA6F07-9809-453E-B5B3-AB636F82DB9E}" srcOrd="1" destOrd="0" presId="urn:microsoft.com/office/officeart/2005/8/layout/process1"/>
    <dgm:cxn modelId="{2F0B1649-DAA2-4AD6-B37E-85CA3F893033}" type="presParOf" srcId="{44BA6F07-9809-453E-B5B3-AB636F82DB9E}" destId="{99AE6907-DE4A-4A2A-9F71-3AA51CC83CB9}" srcOrd="0" destOrd="0" presId="urn:microsoft.com/office/officeart/2005/8/layout/process1"/>
    <dgm:cxn modelId="{23304A1A-645C-4A16-9E4A-6AA7219A5F6F}" type="presParOf" srcId="{B450C243-F3FF-4B55-BCF1-0CE4D57F4091}" destId="{C1D3A877-193E-433E-996E-DE3797C7F529}" srcOrd="2" destOrd="0" presId="urn:microsoft.com/office/officeart/2005/8/layout/process1"/>
    <dgm:cxn modelId="{6D20BAC0-3F3C-4804-8CC1-99FC64DC9808}" type="presParOf" srcId="{B450C243-F3FF-4B55-BCF1-0CE4D57F4091}" destId="{98B97CCD-AFF1-49BB-8170-C62165E0F732}" srcOrd="3" destOrd="0" presId="urn:microsoft.com/office/officeart/2005/8/layout/process1"/>
    <dgm:cxn modelId="{499637AE-FFA7-488E-B454-1BD00517ACF8}" type="presParOf" srcId="{98B97CCD-AFF1-49BB-8170-C62165E0F732}" destId="{052C7B0B-AC64-435F-9087-F76A8F81AD70}" srcOrd="0" destOrd="0" presId="urn:microsoft.com/office/officeart/2005/8/layout/process1"/>
    <dgm:cxn modelId="{BD64C3C7-94B2-48BF-B262-CF792125481A}" type="presParOf" srcId="{B450C243-F3FF-4B55-BCF1-0CE4D57F4091}" destId="{75494D80-AAE1-44AB-A5A1-D4E336C9A241}" srcOrd="4" destOrd="0" presId="urn:microsoft.com/office/officeart/2005/8/layout/process1"/>
    <dgm:cxn modelId="{1805CD61-B49D-4841-B4FE-45B39B32A769}" type="presParOf" srcId="{B450C243-F3FF-4B55-BCF1-0CE4D57F4091}" destId="{2C8919B2-9A29-4B7C-B580-1CADFBED59E0}" srcOrd="5" destOrd="0" presId="urn:microsoft.com/office/officeart/2005/8/layout/process1"/>
    <dgm:cxn modelId="{46C27F73-3657-425B-B57A-D258064A2432}" type="presParOf" srcId="{2C8919B2-9A29-4B7C-B580-1CADFBED59E0}" destId="{08B094E6-470A-458C-BDCC-A0626256CFD5}" srcOrd="0" destOrd="0" presId="urn:microsoft.com/office/officeart/2005/8/layout/process1"/>
    <dgm:cxn modelId="{91EF9CA9-5932-49BE-93C9-6A294A774B42}" type="presParOf" srcId="{B450C243-F3FF-4B55-BCF1-0CE4D57F4091}" destId="{FF7AE4D5-99CD-430E-997C-4D9624DA75B6}" srcOrd="6" destOrd="0" presId="urn:microsoft.com/office/officeart/2005/8/layout/process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A5E483C9-A3BD-4F9A-8F9F-CDFA80B74485}" type="doc">
      <dgm:prSet loTypeId="urn:microsoft.com/office/officeart/2005/8/layout/process1" loCatId="process" qsTypeId="urn:microsoft.com/office/officeart/2005/8/quickstyle/3d3" qsCatId="3D" csTypeId="urn:microsoft.com/office/officeart/2005/8/colors/colorful5" csCatId="colorful" phldr="1"/>
      <dgm:spPr/>
    </dgm:pt>
    <dgm:pt modelId="{FDBF41EA-DF9A-4A44-9AAC-097517E2463F}">
      <dgm:prSet phldrT="[Text]" custT="1"/>
      <dgm:spPr/>
      <dgm:t>
        <a:bodyPr/>
        <a:lstStyle/>
        <a:p>
          <a:r>
            <a:rPr lang="en-US" sz="2800" b="1" dirty="0"/>
            <a:t>Last value of x</a:t>
          </a:r>
        </a:p>
      </dgm:t>
    </dgm:pt>
    <dgm:pt modelId="{CF759CB2-C87D-4427-A4B2-5AD3E63BC3B6}" type="parTrans" cxnId="{BC9B51A1-ACA8-4CBD-87E5-C9213C385E27}">
      <dgm:prSet/>
      <dgm:spPr/>
      <dgm:t>
        <a:bodyPr/>
        <a:lstStyle/>
        <a:p>
          <a:endParaRPr lang="en-US" sz="3600" b="1"/>
        </a:p>
      </dgm:t>
    </dgm:pt>
    <dgm:pt modelId="{5A7B8353-D55C-40BC-AFA9-4101E69F0AAC}" type="sibTrans" cxnId="{BC9B51A1-ACA8-4CBD-87E5-C9213C385E27}">
      <dgm:prSet custT="1"/>
      <dgm:spPr/>
      <dgm:t>
        <a:bodyPr/>
        <a:lstStyle/>
        <a:p>
          <a:endParaRPr lang="en-US" sz="3600" b="1"/>
        </a:p>
      </dgm:t>
    </dgm:pt>
    <dgm:pt modelId="{676B2E30-39F0-4B19-80A5-947E41665008}">
      <dgm:prSet phldrT="[Text]" custT="1"/>
      <dgm:spPr/>
      <dgm:t>
        <a:bodyPr/>
        <a:lstStyle/>
        <a:p>
          <a:r>
            <a:rPr lang="en-US" sz="3600" b="1" dirty="0"/>
            <a:t>,</a:t>
          </a:r>
          <a:endParaRPr lang="en-US" sz="3600" b="1" dirty="0">
            <a:solidFill>
              <a:srgbClr val="FFFF00"/>
            </a:solidFill>
          </a:endParaRPr>
        </a:p>
      </dgm:t>
    </dgm:pt>
    <dgm:pt modelId="{A7BFF212-4C41-40DE-9345-E8AAA8F4ACAD}" type="parTrans" cxnId="{B6B15E23-2288-4E53-AC6C-5C2C072B52CF}">
      <dgm:prSet/>
      <dgm:spPr/>
      <dgm:t>
        <a:bodyPr/>
        <a:lstStyle/>
        <a:p>
          <a:endParaRPr lang="en-US" sz="3600" b="1"/>
        </a:p>
      </dgm:t>
    </dgm:pt>
    <dgm:pt modelId="{6300F33D-AE15-417F-8922-C2991075A116}" type="sibTrans" cxnId="{B6B15E23-2288-4E53-AC6C-5C2C072B52CF}">
      <dgm:prSet custT="1"/>
      <dgm:spPr/>
      <dgm:t>
        <a:bodyPr/>
        <a:lstStyle/>
        <a:p>
          <a:endParaRPr lang="en-US" sz="3600" b="1"/>
        </a:p>
      </dgm:t>
    </dgm:pt>
    <dgm:pt modelId="{3A2CE8DF-123E-43D2-99F9-012836600209}">
      <dgm:prSet phldrT="[Text]" custT="1"/>
      <dgm:spPr/>
      <dgm:t>
        <a:bodyPr/>
        <a:lstStyle/>
        <a:p>
          <a:r>
            <a:rPr lang="en-US" sz="2800" b="1" dirty="0"/>
            <a:t>Last value of y</a:t>
          </a:r>
          <a:endParaRPr lang="en-US" sz="2800" b="1" dirty="0">
            <a:solidFill>
              <a:srgbClr val="FFFF00"/>
            </a:solidFill>
          </a:endParaRPr>
        </a:p>
      </dgm:t>
    </dgm:pt>
    <dgm:pt modelId="{8F4A4DFA-E902-4F63-9C66-7A5222C9C171}" type="parTrans" cxnId="{8D2E8B5A-6F08-4337-8277-E183FCC2E3FD}">
      <dgm:prSet/>
      <dgm:spPr/>
      <dgm:t>
        <a:bodyPr/>
        <a:lstStyle/>
        <a:p>
          <a:endParaRPr lang="en-US" sz="3600" b="1"/>
        </a:p>
      </dgm:t>
    </dgm:pt>
    <dgm:pt modelId="{38CEDB57-7D29-4D21-8203-7F6E44EA777E}" type="sibTrans" cxnId="{8D2E8B5A-6F08-4337-8277-E183FCC2E3FD}">
      <dgm:prSet custT="1"/>
      <dgm:spPr/>
      <dgm:t>
        <a:bodyPr/>
        <a:lstStyle/>
        <a:p>
          <a:endParaRPr lang="en-US" sz="3600" b="1"/>
        </a:p>
      </dgm:t>
    </dgm:pt>
    <dgm:pt modelId="{46ADFC18-063A-4AD0-9AA3-8719DD99B43D}">
      <dgm:prSet phldrT="[Text]" custT="1"/>
      <dgm:spPr/>
      <dgm:t>
        <a:bodyPr/>
        <a:lstStyle/>
        <a:p>
          <a:r>
            <a:rPr lang="en-US" sz="3600" b="1" dirty="0">
              <a:solidFill>
                <a:schemeClr val="bg1"/>
              </a:solidFill>
            </a:rPr>
            <a:t>M+</a:t>
          </a:r>
        </a:p>
      </dgm:t>
    </dgm:pt>
    <dgm:pt modelId="{F95033D6-CEE0-4595-85E5-E6D28978F9E4}" type="parTrans" cxnId="{14A7E591-D54E-44C5-92C9-46716053204E}">
      <dgm:prSet/>
      <dgm:spPr/>
      <dgm:t>
        <a:bodyPr/>
        <a:lstStyle/>
        <a:p>
          <a:endParaRPr lang="en-US"/>
        </a:p>
      </dgm:t>
    </dgm:pt>
    <dgm:pt modelId="{B0CDDA58-271B-40A2-AA14-C02EAA021DF3}" type="sibTrans" cxnId="{14A7E591-D54E-44C5-92C9-46716053204E}">
      <dgm:prSet/>
      <dgm:spPr/>
      <dgm:t>
        <a:bodyPr/>
        <a:lstStyle/>
        <a:p>
          <a:endParaRPr lang="en-US"/>
        </a:p>
      </dgm:t>
    </dgm:pt>
    <dgm:pt modelId="{B450C243-F3FF-4B55-BCF1-0CE4D57F4091}" type="pres">
      <dgm:prSet presAssocID="{A5E483C9-A3BD-4F9A-8F9F-CDFA80B74485}" presName="Name0" presStyleCnt="0">
        <dgm:presLayoutVars>
          <dgm:dir/>
          <dgm:resizeHandles val="exact"/>
        </dgm:presLayoutVars>
      </dgm:prSet>
      <dgm:spPr/>
    </dgm:pt>
    <dgm:pt modelId="{2DC0BE8A-A50D-459F-8803-8F629D24FD59}" type="pres">
      <dgm:prSet presAssocID="{FDBF41EA-DF9A-4A44-9AAC-097517E2463F}" presName="node" presStyleLbl="node1" presStyleIdx="0" presStyleCnt="4" custScaleY="90909">
        <dgm:presLayoutVars>
          <dgm:bulletEnabled val="1"/>
        </dgm:presLayoutVars>
      </dgm:prSet>
      <dgm:spPr/>
    </dgm:pt>
    <dgm:pt modelId="{44BA6F07-9809-453E-B5B3-AB636F82DB9E}" type="pres">
      <dgm:prSet presAssocID="{5A7B8353-D55C-40BC-AFA9-4101E69F0AAC}" presName="sibTrans" presStyleLbl="sibTrans2D1" presStyleIdx="0" presStyleCnt="3"/>
      <dgm:spPr/>
    </dgm:pt>
    <dgm:pt modelId="{99AE6907-DE4A-4A2A-9F71-3AA51CC83CB9}" type="pres">
      <dgm:prSet presAssocID="{5A7B8353-D55C-40BC-AFA9-4101E69F0AAC}" presName="connectorText" presStyleLbl="sibTrans2D1" presStyleIdx="0" presStyleCnt="3"/>
      <dgm:spPr/>
    </dgm:pt>
    <dgm:pt modelId="{C1D3A877-193E-433E-996E-DE3797C7F529}" type="pres">
      <dgm:prSet presAssocID="{676B2E30-39F0-4B19-80A5-947E41665008}" presName="node" presStyleLbl="node1" presStyleIdx="1" presStyleCnt="4" custScaleY="90909">
        <dgm:presLayoutVars>
          <dgm:bulletEnabled val="1"/>
        </dgm:presLayoutVars>
      </dgm:prSet>
      <dgm:spPr/>
    </dgm:pt>
    <dgm:pt modelId="{98B97CCD-AFF1-49BB-8170-C62165E0F732}" type="pres">
      <dgm:prSet presAssocID="{6300F33D-AE15-417F-8922-C2991075A116}" presName="sibTrans" presStyleLbl="sibTrans2D1" presStyleIdx="1" presStyleCnt="3"/>
      <dgm:spPr/>
    </dgm:pt>
    <dgm:pt modelId="{052C7B0B-AC64-435F-9087-F76A8F81AD70}" type="pres">
      <dgm:prSet presAssocID="{6300F33D-AE15-417F-8922-C2991075A116}" presName="connectorText" presStyleLbl="sibTrans2D1" presStyleIdx="1" presStyleCnt="3"/>
      <dgm:spPr/>
    </dgm:pt>
    <dgm:pt modelId="{75494D80-AAE1-44AB-A5A1-D4E336C9A241}" type="pres">
      <dgm:prSet presAssocID="{3A2CE8DF-123E-43D2-99F9-012836600209}" presName="node" presStyleLbl="node1" presStyleIdx="2" presStyleCnt="4" custScaleY="90909">
        <dgm:presLayoutVars>
          <dgm:bulletEnabled val="1"/>
        </dgm:presLayoutVars>
      </dgm:prSet>
      <dgm:spPr/>
    </dgm:pt>
    <dgm:pt modelId="{2C8919B2-9A29-4B7C-B580-1CADFBED59E0}" type="pres">
      <dgm:prSet presAssocID="{38CEDB57-7D29-4D21-8203-7F6E44EA777E}" presName="sibTrans" presStyleLbl="sibTrans2D1" presStyleIdx="2" presStyleCnt="3"/>
      <dgm:spPr/>
    </dgm:pt>
    <dgm:pt modelId="{08B094E6-470A-458C-BDCC-A0626256CFD5}" type="pres">
      <dgm:prSet presAssocID="{38CEDB57-7D29-4D21-8203-7F6E44EA777E}" presName="connectorText" presStyleLbl="sibTrans2D1" presStyleIdx="2" presStyleCnt="3"/>
      <dgm:spPr/>
    </dgm:pt>
    <dgm:pt modelId="{FF7AE4D5-99CD-430E-997C-4D9624DA75B6}" type="pres">
      <dgm:prSet presAssocID="{46ADFC18-063A-4AD0-9AA3-8719DD99B43D}" presName="node" presStyleLbl="node1" presStyleIdx="3" presStyleCnt="4" custScaleY="90909">
        <dgm:presLayoutVars>
          <dgm:bulletEnabled val="1"/>
        </dgm:presLayoutVars>
      </dgm:prSet>
      <dgm:spPr/>
    </dgm:pt>
  </dgm:ptLst>
  <dgm:cxnLst>
    <dgm:cxn modelId="{BF6D171E-15CD-4A71-8145-F33B58AD4CAF}" type="presOf" srcId="{3A2CE8DF-123E-43D2-99F9-012836600209}" destId="{75494D80-AAE1-44AB-A5A1-D4E336C9A241}" srcOrd="0" destOrd="0" presId="urn:microsoft.com/office/officeart/2005/8/layout/process1"/>
    <dgm:cxn modelId="{B6B15E23-2288-4E53-AC6C-5C2C072B52CF}" srcId="{A5E483C9-A3BD-4F9A-8F9F-CDFA80B74485}" destId="{676B2E30-39F0-4B19-80A5-947E41665008}" srcOrd="1" destOrd="0" parTransId="{A7BFF212-4C41-40DE-9345-E8AAA8F4ACAD}" sibTransId="{6300F33D-AE15-417F-8922-C2991075A116}"/>
    <dgm:cxn modelId="{29F88037-5066-4890-A299-F33D18256E20}" type="presOf" srcId="{FDBF41EA-DF9A-4A44-9AAC-097517E2463F}" destId="{2DC0BE8A-A50D-459F-8803-8F629D24FD59}" srcOrd="0" destOrd="0" presId="urn:microsoft.com/office/officeart/2005/8/layout/process1"/>
    <dgm:cxn modelId="{A0A18442-D58F-4D9D-BAD0-263A4F4E30FA}" type="presOf" srcId="{38CEDB57-7D29-4D21-8203-7F6E44EA777E}" destId="{2C8919B2-9A29-4B7C-B580-1CADFBED59E0}" srcOrd="0" destOrd="0" presId="urn:microsoft.com/office/officeart/2005/8/layout/process1"/>
    <dgm:cxn modelId="{31D1A048-43CD-4611-AB0B-A97B3DDF5963}" type="presOf" srcId="{6300F33D-AE15-417F-8922-C2991075A116}" destId="{052C7B0B-AC64-435F-9087-F76A8F81AD70}" srcOrd="1" destOrd="0" presId="urn:microsoft.com/office/officeart/2005/8/layout/process1"/>
    <dgm:cxn modelId="{E151F178-4F99-4091-A325-EB187D4CEB04}" type="presOf" srcId="{6300F33D-AE15-417F-8922-C2991075A116}" destId="{98B97CCD-AFF1-49BB-8170-C62165E0F732}" srcOrd="0" destOrd="0" presId="urn:microsoft.com/office/officeart/2005/8/layout/process1"/>
    <dgm:cxn modelId="{8D2E8B5A-6F08-4337-8277-E183FCC2E3FD}" srcId="{A5E483C9-A3BD-4F9A-8F9F-CDFA80B74485}" destId="{3A2CE8DF-123E-43D2-99F9-012836600209}" srcOrd="2" destOrd="0" parTransId="{8F4A4DFA-E902-4F63-9C66-7A5222C9C171}" sibTransId="{38CEDB57-7D29-4D21-8203-7F6E44EA777E}"/>
    <dgm:cxn modelId="{14A7E591-D54E-44C5-92C9-46716053204E}" srcId="{A5E483C9-A3BD-4F9A-8F9F-CDFA80B74485}" destId="{46ADFC18-063A-4AD0-9AA3-8719DD99B43D}" srcOrd="3" destOrd="0" parTransId="{F95033D6-CEE0-4595-85E5-E6D28978F9E4}" sibTransId="{B0CDDA58-271B-40A2-AA14-C02EAA021DF3}"/>
    <dgm:cxn modelId="{FEF3B697-02FF-4D54-9851-3F83175F08B0}" type="presOf" srcId="{A5E483C9-A3BD-4F9A-8F9F-CDFA80B74485}" destId="{B450C243-F3FF-4B55-BCF1-0CE4D57F4091}" srcOrd="0" destOrd="0" presId="urn:microsoft.com/office/officeart/2005/8/layout/process1"/>
    <dgm:cxn modelId="{B3C3B69D-C2FA-4FA7-94F8-6E9403BE0481}" type="presOf" srcId="{46ADFC18-063A-4AD0-9AA3-8719DD99B43D}" destId="{FF7AE4D5-99CD-430E-997C-4D9624DA75B6}" srcOrd="0" destOrd="0" presId="urn:microsoft.com/office/officeart/2005/8/layout/process1"/>
    <dgm:cxn modelId="{6C1A9CA0-E023-4E1F-A5CE-4A269459FF95}" type="presOf" srcId="{38CEDB57-7D29-4D21-8203-7F6E44EA777E}" destId="{08B094E6-470A-458C-BDCC-A0626256CFD5}" srcOrd="1" destOrd="0" presId="urn:microsoft.com/office/officeart/2005/8/layout/process1"/>
    <dgm:cxn modelId="{BC9B51A1-ACA8-4CBD-87E5-C9213C385E27}" srcId="{A5E483C9-A3BD-4F9A-8F9F-CDFA80B74485}" destId="{FDBF41EA-DF9A-4A44-9AAC-097517E2463F}" srcOrd="0" destOrd="0" parTransId="{CF759CB2-C87D-4427-A4B2-5AD3E63BC3B6}" sibTransId="{5A7B8353-D55C-40BC-AFA9-4101E69F0AAC}"/>
    <dgm:cxn modelId="{34CA2BB5-B461-40CA-B4A5-95D7FD0215D6}" type="presOf" srcId="{5A7B8353-D55C-40BC-AFA9-4101E69F0AAC}" destId="{44BA6F07-9809-453E-B5B3-AB636F82DB9E}" srcOrd="0" destOrd="0" presId="urn:microsoft.com/office/officeart/2005/8/layout/process1"/>
    <dgm:cxn modelId="{AC249FD5-3765-4987-B675-AF39E562D081}" type="presOf" srcId="{5A7B8353-D55C-40BC-AFA9-4101E69F0AAC}" destId="{99AE6907-DE4A-4A2A-9F71-3AA51CC83CB9}" srcOrd="1" destOrd="0" presId="urn:microsoft.com/office/officeart/2005/8/layout/process1"/>
    <dgm:cxn modelId="{2FE862DC-A93E-43F8-B609-7DA1AD2A1CC5}" type="presOf" srcId="{676B2E30-39F0-4B19-80A5-947E41665008}" destId="{C1D3A877-193E-433E-996E-DE3797C7F529}" srcOrd="0" destOrd="0" presId="urn:microsoft.com/office/officeart/2005/8/layout/process1"/>
    <dgm:cxn modelId="{BC73BB8F-6AE8-4555-8D95-D3F618E356E6}" type="presParOf" srcId="{B450C243-F3FF-4B55-BCF1-0CE4D57F4091}" destId="{2DC0BE8A-A50D-459F-8803-8F629D24FD59}" srcOrd="0" destOrd="0" presId="urn:microsoft.com/office/officeart/2005/8/layout/process1"/>
    <dgm:cxn modelId="{0F79583D-AF76-4BDF-AFCA-53D34D9CDDA6}" type="presParOf" srcId="{B450C243-F3FF-4B55-BCF1-0CE4D57F4091}" destId="{44BA6F07-9809-453E-B5B3-AB636F82DB9E}" srcOrd="1" destOrd="0" presId="urn:microsoft.com/office/officeart/2005/8/layout/process1"/>
    <dgm:cxn modelId="{83F973BD-A9E8-4299-AB01-6C1E2FE41789}" type="presParOf" srcId="{44BA6F07-9809-453E-B5B3-AB636F82DB9E}" destId="{99AE6907-DE4A-4A2A-9F71-3AA51CC83CB9}" srcOrd="0" destOrd="0" presId="urn:microsoft.com/office/officeart/2005/8/layout/process1"/>
    <dgm:cxn modelId="{0AA4E7B0-D1D1-4C62-B7F0-B0B20F249B0B}" type="presParOf" srcId="{B450C243-F3FF-4B55-BCF1-0CE4D57F4091}" destId="{C1D3A877-193E-433E-996E-DE3797C7F529}" srcOrd="2" destOrd="0" presId="urn:microsoft.com/office/officeart/2005/8/layout/process1"/>
    <dgm:cxn modelId="{2A5561DE-DD08-42FE-987C-B56E83DD318C}" type="presParOf" srcId="{B450C243-F3FF-4B55-BCF1-0CE4D57F4091}" destId="{98B97CCD-AFF1-49BB-8170-C62165E0F732}" srcOrd="3" destOrd="0" presId="urn:microsoft.com/office/officeart/2005/8/layout/process1"/>
    <dgm:cxn modelId="{5224E575-E471-414E-A9EB-B8E576F897BC}" type="presParOf" srcId="{98B97CCD-AFF1-49BB-8170-C62165E0F732}" destId="{052C7B0B-AC64-435F-9087-F76A8F81AD70}" srcOrd="0" destOrd="0" presId="urn:microsoft.com/office/officeart/2005/8/layout/process1"/>
    <dgm:cxn modelId="{06E3FADE-30CC-4368-B931-C6CE4E3BD2F0}" type="presParOf" srcId="{B450C243-F3FF-4B55-BCF1-0CE4D57F4091}" destId="{75494D80-AAE1-44AB-A5A1-D4E336C9A241}" srcOrd="4" destOrd="0" presId="urn:microsoft.com/office/officeart/2005/8/layout/process1"/>
    <dgm:cxn modelId="{AF4A3D4E-28DD-4F67-9A94-31C6DF1FCCAD}" type="presParOf" srcId="{B450C243-F3FF-4B55-BCF1-0CE4D57F4091}" destId="{2C8919B2-9A29-4B7C-B580-1CADFBED59E0}" srcOrd="5" destOrd="0" presId="urn:microsoft.com/office/officeart/2005/8/layout/process1"/>
    <dgm:cxn modelId="{2F46B516-7BE9-4820-BD86-8088D0113C37}" type="presParOf" srcId="{2C8919B2-9A29-4B7C-B580-1CADFBED59E0}" destId="{08B094E6-470A-458C-BDCC-A0626256CFD5}" srcOrd="0" destOrd="0" presId="urn:microsoft.com/office/officeart/2005/8/layout/process1"/>
    <dgm:cxn modelId="{3B398869-E078-4189-BD90-091EB82CF3B3}" type="presParOf" srcId="{B450C243-F3FF-4B55-BCF1-0CE4D57F4091}" destId="{FF7AE4D5-99CD-430E-997C-4D9624DA75B6}" srcOrd="6" destOrd="0" presId="urn:microsoft.com/office/officeart/2005/8/layout/process1"/>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A5E483C9-A3BD-4F9A-8F9F-CDFA80B74485}" type="doc">
      <dgm:prSet loTypeId="urn:microsoft.com/office/officeart/2005/8/layout/process1" loCatId="process" qsTypeId="urn:microsoft.com/office/officeart/2005/8/quickstyle/3d3" qsCatId="3D" csTypeId="urn:microsoft.com/office/officeart/2005/8/colors/colorful5" csCatId="colorful" phldr="1"/>
      <dgm:spPr/>
    </dgm:pt>
    <dgm:pt modelId="{FDBF41EA-DF9A-4A44-9AAC-097517E2463F}">
      <dgm:prSet phldrT="[Text]" custT="1"/>
      <dgm:spPr/>
      <dgm:t>
        <a:bodyPr/>
        <a:lstStyle/>
        <a:p>
          <a:r>
            <a:rPr lang="en-US" sz="3600" b="1" dirty="0"/>
            <a:t>Shift</a:t>
          </a:r>
        </a:p>
      </dgm:t>
    </dgm:pt>
    <dgm:pt modelId="{CF759CB2-C87D-4427-A4B2-5AD3E63BC3B6}" type="parTrans" cxnId="{BC9B51A1-ACA8-4CBD-87E5-C9213C385E27}">
      <dgm:prSet/>
      <dgm:spPr/>
      <dgm:t>
        <a:bodyPr/>
        <a:lstStyle/>
        <a:p>
          <a:endParaRPr lang="en-US" sz="3600" b="1"/>
        </a:p>
      </dgm:t>
    </dgm:pt>
    <dgm:pt modelId="{5A7B8353-D55C-40BC-AFA9-4101E69F0AAC}" type="sibTrans" cxnId="{BC9B51A1-ACA8-4CBD-87E5-C9213C385E27}">
      <dgm:prSet custT="1"/>
      <dgm:spPr/>
      <dgm:t>
        <a:bodyPr/>
        <a:lstStyle/>
        <a:p>
          <a:endParaRPr lang="en-US" sz="3600" b="1"/>
        </a:p>
      </dgm:t>
    </dgm:pt>
    <dgm:pt modelId="{676B2E30-39F0-4B19-80A5-947E41665008}">
      <dgm:prSet phldrT="[Text]" custT="1"/>
      <dgm:spPr/>
      <dgm:t>
        <a:bodyPr/>
        <a:lstStyle/>
        <a:p>
          <a:r>
            <a:rPr lang="en-US" sz="3600" b="1" dirty="0"/>
            <a:t>1</a:t>
          </a:r>
        </a:p>
      </dgm:t>
    </dgm:pt>
    <dgm:pt modelId="{A7BFF212-4C41-40DE-9345-E8AAA8F4ACAD}" type="parTrans" cxnId="{B6B15E23-2288-4E53-AC6C-5C2C072B52CF}">
      <dgm:prSet/>
      <dgm:spPr/>
      <dgm:t>
        <a:bodyPr/>
        <a:lstStyle/>
        <a:p>
          <a:endParaRPr lang="en-US" sz="3600" b="1"/>
        </a:p>
      </dgm:t>
    </dgm:pt>
    <dgm:pt modelId="{6300F33D-AE15-417F-8922-C2991075A116}" type="sibTrans" cxnId="{B6B15E23-2288-4E53-AC6C-5C2C072B52CF}">
      <dgm:prSet custT="1"/>
      <dgm:spPr/>
      <dgm:t>
        <a:bodyPr/>
        <a:lstStyle/>
        <a:p>
          <a:endParaRPr lang="en-US" sz="3600" b="1"/>
        </a:p>
      </dgm:t>
    </dgm:pt>
    <dgm:pt modelId="{0CD145DC-1283-47D9-9842-9F28D9292403}">
      <dgm:prSet phldrT="[Text]" custT="1"/>
      <dgm:spPr/>
      <dgm:t>
        <a:bodyPr/>
        <a:lstStyle/>
        <a:p>
          <a:r>
            <a:rPr lang="en-US" sz="3600" b="1" dirty="0"/>
            <a:t>Digit</a:t>
          </a:r>
        </a:p>
      </dgm:t>
    </dgm:pt>
    <dgm:pt modelId="{0D9B67D3-2181-406C-92D3-DC1D56CD0CD8}" type="parTrans" cxnId="{555C8181-422E-4293-A5B2-29CF411103B9}">
      <dgm:prSet/>
      <dgm:spPr/>
      <dgm:t>
        <a:bodyPr/>
        <a:lstStyle/>
        <a:p>
          <a:endParaRPr lang="en-US" sz="3600" b="1"/>
        </a:p>
      </dgm:t>
    </dgm:pt>
    <dgm:pt modelId="{8BFBDCF5-5907-42CD-A174-33BEF20C4F6E}" type="sibTrans" cxnId="{555C8181-422E-4293-A5B2-29CF411103B9}">
      <dgm:prSet/>
      <dgm:spPr/>
      <dgm:t>
        <a:bodyPr/>
        <a:lstStyle/>
        <a:p>
          <a:endParaRPr lang="en-US" sz="3600" b="1"/>
        </a:p>
      </dgm:t>
    </dgm:pt>
    <dgm:pt modelId="{E1F61983-0454-4FC9-932B-9B4462B7A266}">
      <dgm:prSet phldrT="[Text]" custT="1"/>
      <dgm:spPr/>
      <dgm:t>
        <a:bodyPr/>
        <a:lstStyle/>
        <a:p>
          <a:r>
            <a:rPr lang="en-US" sz="3600" b="1" dirty="0"/>
            <a:t>=</a:t>
          </a:r>
        </a:p>
      </dgm:t>
    </dgm:pt>
    <dgm:pt modelId="{CC71B2BB-E325-42E8-83DA-D9FC59C001FA}" type="parTrans" cxnId="{909D089F-3C79-4686-9CCB-A91A5F35BC48}">
      <dgm:prSet/>
      <dgm:spPr/>
      <dgm:t>
        <a:bodyPr/>
        <a:lstStyle/>
        <a:p>
          <a:endParaRPr lang="en-US"/>
        </a:p>
      </dgm:t>
    </dgm:pt>
    <dgm:pt modelId="{F179292C-4DC9-4B4E-A652-273B7F7A1803}" type="sibTrans" cxnId="{909D089F-3C79-4686-9CCB-A91A5F35BC48}">
      <dgm:prSet/>
      <dgm:spPr/>
      <dgm:t>
        <a:bodyPr/>
        <a:lstStyle/>
        <a:p>
          <a:endParaRPr lang="en-US"/>
        </a:p>
      </dgm:t>
    </dgm:pt>
    <dgm:pt modelId="{B450C243-F3FF-4B55-BCF1-0CE4D57F4091}" type="pres">
      <dgm:prSet presAssocID="{A5E483C9-A3BD-4F9A-8F9F-CDFA80B74485}" presName="Name0" presStyleCnt="0">
        <dgm:presLayoutVars>
          <dgm:dir/>
          <dgm:resizeHandles val="exact"/>
        </dgm:presLayoutVars>
      </dgm:prSet>
      <dgm:spPr/>
    </dgm:pt>
    <dgm:pt modelId="{2DC0BE8A-A50D-459F-8803-8F629D24FD59}" type="pres">
      <dgm:prSet presAssocID="{FDBF41EA-DF9A-4A44-9AAC-097517E2463F}" presName="node" presStyleLbl="node1" presStyleIdx="0" presStyleCnt="4" custLinFactNeighborX="-3097" custLinFactNeighborY="-1263">
        <dgm:presLayoutVars>
          <dgm:bulletEnabled val="1"/>
        </dgm:presLayoutVars>
      </dgm:prSet>
      <dgm:spPr/>
    </dgm:pt>
    <dgm:pt modelId="{44BA6F07-9809-453E-B5B3-AB636F82DB9E}" type="pres">
      <dgm:prSet presAssocID="{5A7B8353-D55C-40BC-AFA9-4101E69F0AAC}" presName="sibTrans" presStyleLbl="sibTrans2D1" presStyleIdx="0" presStyleCnt="3"/>
      <dgm:spPr/>
    </dgm:pt>
    <dgm:pt modelId="{99AE6907-DE4A-4A2A-9F71-3AA51CC83CB9}" type="pres">
      <dgm:prSet presAssocID="{5A7B8353-D55C-40BC-AFA9-4101E69F0AAC}" presName="connectorText" presStyleLbl="sibTrans2D1" presStyleIdx="0" presStyleCnt="3"/>
      <dgm:spPr/>
    </dgm:pt>
    <dgm:pt modelId="{C1D3A877-193E-433E-996E-DE3797C7F529}" type="pres">
      <dgm:prSet presAssocID="{676B2E30-39F0-4B19-80A5-947E41665008}" presName="node" presStyleLbl="node1" presStyleIdx="1" presStyleCnt="4">
        <dgm:presLayoutVars>
          <dgm:bulletEnabled val="1"/>
        </dgm:presLayoutVars>
      </dgm:prSet>
      <dgm:spPr/>
    </dgm:pt>
    <dgm:pt modelId="{98B97CCD-AFF1-49BB-8170-C62165E0F732}" type="pres">
      <dgm:prSet presAssocID="{6300F33D-AE15-417F-8922-C2991075A116}" presName="sibTrans" presStyleLbl="sibTrans2D1" presStyleIdx="1" presStyleCnt="3"/>
      <dgm:spPr/>
    </dgm:pt>
    <dgm:pt modelId="{052C7B0B-AC64-435F-9087-F76A8F81AD70}" type="pres">
      <dgm:prSet presAssocID="{6300F33D-AE15-417F-8922-C2991075A116}" presName="connectorText" presStyleLbl="sibTrans2D1" presStyleIdx="1" presStyleCnt="3"/>
      <dgm:spPr/>
    </dgm:pt>
    <dgm:pt modelId="{A7280906-DE55-492D-B5CB-040475BA6CF7}" type="pres">
      <dgm:prSet presAssocID="{0CD145DC-1283-47D9-9842-9F28D9292403}" presName="node" presStyleLbl="node1" presStyleIdx="2" presStyleCnt="4">
        <dgm:presLayoutVars>
          <dgm:bulletEnabled val="1"/>
        </dgm:presLayoutVars>
      </dgm:prSet>
      <dgm:spPr/>
    </dgm:pt>
    <dgm:pt modelId="{0B22A032-D8BA-41D9-8980-1ED515E23209}" type="pres">
      <dgm:prSet presAssocID="{8BFBDCF5-5907-42CD-A174-33BEF20C4F6E}" presName="sibTrans" presStyleLbl="sibTrans2D1" presStyleIdx="2" presStyleCnt="3"/>
      <dgm:spPr/>
    </dgm:pt>
    <dgm:pt modelId="{E8FB7239-1AE3-496C-971A-8703D1E2BD8A}" type="pres">
      <dgm:prSet presAssocID="{8BFBDCF5-5907-42CD-A174-33BEF20C4F6E}" presName="connectorText" presStyleLbl="sibTrans2D1" presStyleIdx="2" presStyleCnt="3"/>
      <dgm:spPr/>
    </dgm:pt>
    <dgm:pt modelId="{E92B4EFD-C544-41C7-9D79-34EBAB47E99F}" type="pres">
      <dgm:prSet presAssocID="{E1F61983-0454-4FC9-932B-9B4462B7A266}" presName="node" presStyleLbl="node1" presStyleIdx="3" presStyleCnt="4">
        <dgm:presLayoutVars>
          <dgm:bulletEnabled val="1"/>
        </dgm:presLayoutVars>
      </dgm:prSet>
      <dgm:spPr/>
    </dgm:pt>
  </dgm:ptLst>
  <dgm:cxnLst>
    <dgm:cxn modelId="{7E857C09-DE58-4AD7-8ED7-D464F15BE74A}" type="presOf" srcId="{8BFBDCF5-5907-42CD-A174-33BEF20C4F6E}" destId="{E8FB7239-1AE3-496C-971A-8703D1E2BD8A}" srcOrd="1" destOrd="0" presId="urn:microsoft.com/office/officeart/2005/8/layout/process1"/>
    <dgm:cxn modelId="{0ACD630F-CAC6-4790-8D82-85E97BD93B23}" type="presOf" srcId="{6300F33D-AE15-417F-8922-C2991075A116}" destId="{052C7B0B-AC64-435F-9087-F76A8F81AD70}" srcOrd="1" destOrd="0" presId="urn:microsoft.com/office/officeart/2005/8/layout/process1"/>
    <dgm:cxn modelId="{B6B15E23-2288-4E53-AC6C-5C2C072B52CF}" srcId="{A5E483C9-A3BD-4F9A-8F9F-CDFA80B74485}" destId="{676B2E30-39F0-4B19-80A5-947E41665008}" srcOrd="1" destOrd="0" parTransId="{A7BFF212-4C41-40DE-9345-E8AAA8F4ACAD}" sibTransId="{6300F33D-AE15-417F-8922-C2991075A116}"/>
    <dgm:cxn modelId="{4DBD8F2B-7ACE-4907-BDD6-4A02C06CB435}" type="presOf" srcId="{5A7B8353-D55C-40BC-AFA9-4101E69F0AAC}" destId="{99AE6907-DE4A-4A2A-9F71-3AA51CC83CB9}" srcOrd="1" destOrd="0" presId="urn:microsoft.com/office/officeart/2005/8/layout/process1"/>
    <dgm:cxn modelId="{109D562D-3DF5-43CF-A634-99F20971A1B8}" type="presOf" srcId="{E1F61983-0454-4FC9-932B-9B4462B7A266}" destId="{E92B4EFD-C544-41C7-9D79-34EBAB47E99F}" srcOrd="0" destOrd="0" presId="urn:microsoft.com/office/officeart/2005/8/layout/process1"/>
    <dgm:cxn modelId="{2E278F42-9BD0-4680-A37E-49ABB6AE0A07}" type="presOf" srcId="{5A7B8353-D55C-40BC-AFA9-4101E69F0AAC}" destId="{44BA6F07-9809-453E-B5B3-AB636F82DB9E}" srcOrd="0" destOrd="0" presId="urn:microsoft.com/office/officeart/2005/8/layout/process1"/>
    <dgm:cxn modelId="{9A983363-00F3-4262-80F1-2630108EE46C}" type="presOf" srcId="{676B2E30-39F0-4B19-80A5-947E41665008}" destId="{C1D3A877-193E-433E-996E-DE3797C7F529}" srcOrd="0" destOrd="0" presId="urn:microsoft.com/office/officeart/2005/8/layout/process1"/>
    <dgm:cxn modelId="{90F54046-2939-430E-8DEF-0D96C3B9DE8A}" type="presOf" srcId="{FDBF41EA-DF9A-4A44-9AAC-097517E2463F}" destId="{2DC0BE8A-A50D-459F-8803-8F629D24FD59}" srcOrd="0" destOrd="0" presId="urn:microsoft.com/office/officeart/2005/8/layout/process1"/>
    <dgm:cxn modelId="{6564B254-EEAB-4484-8621-E93F00FC0CC2}" type="presOf" srcId="{6300F33D-AE15-417F-8922-C2991075A116}" destId="{98B97CCD-AFF1-49BB-8170-C62165E0F732}" srcOrd="0" destOrd="0" presId="urn:microsoft.com/office/officeart/2005/8/layout/process1"/>
    <dgm:cxn modelId="{555C8181-422E-4293-A5B2-29CF411103B9}" srcId="{A5E483C9-A3BD-4F9A-8F9F-CDFA80B74485}" destId="{0CD145DC-1283-47D9-9842-9F28D9292403}" srcOrd="2" destOrd="0" parTransId="{0D9B67D3-2181-406C-92D3-DC1D56CD0CD8}" sibTransId="{8BFBDCF5-5907-42CD-A174-33BEF20C4F6E}"/>
    <dgm:cxn modelId="{9DDBA689-5408-405B-9FFC-3286E311F790}" type="presOf" srcId="{0CD145DC-1283-47D9-9842-9F28D9292403}" destId="{A7280906-DE55-492D-B5CB-040475BA6CF7}" srcOrd="0" destOrd="0" presId="urn:microsoft.com/office/officeart/2005/8/layout/process1"/>
    <dgm:cxn modelId="{909D089F-3C79-4686-9CCB-A91A5F35BC48}" srcId="{A5E483C9-A3BD-4F9A-8F9F-CDFA80B74485}" destId="{E1F61983-0454-4FC9-932B-9B4462B7A266}" srcOrd="3" destOrd="0" parTransId="{CC71B2BB-E325-42E8-83DA-D9FC59C001FA}" sibTransId="{F179292C-4DC9-4B4E-A652-273B7F7A1803}"/>
    <dgm:cxn modelId="{BC9B51A1-ACA8-4CBD-87E5-C9213C385E27}" srcId="{A5E483C9-A3BD-4F9A-8F9F-CDFA80B74485}" destId="{FDBF41EA-DF9A-4A44-9AAC-097517E2463F}" srcOrd="0" destOrd="0" parTransId="{CF759CB2-C87D-4427-A4B2-5AD3E63BC3B6}" sibTransId="{5A7B8353-D55C-40BC-AFA9-4101E69F0AAC}"/>
    <dgm:cxn modelId="{CA726ACA-B780-4C6D-A58F-6124E95627DB}" type="presOf" srcId="{8BFBDCF5-5907-42CD-A174-33BEF20C4F6E}" destId="{0B22A032-D8BA-41D9-8980-1ED515E23209}" srcOrd="0" destOrd="0" presId="urn:microsoft.com/office/officeart/2005/8/layout/process1"/>
    <dgm:cxn modelId="{30FA69D2-2C7E-4201-8F45-B3E8010A9D98}" type="presOf" srcId="{A5E483C9-A3BD-4F9A-8F9F-CDFA80B74485}" destId="{B450C243-F3FF-4B55-BCF1-0CE4D57F4091}" srcOrd="0" destOrd="0" presId="urn:microsoft.com/office/officeart/2005/8/layout/process1"/>
    <dgm:cxn modelId="{AA81F891-FAE8-474B-86E2-4E46C1DC7CF8}" type="presParOf" srcId="{B450C243-F3FF-4B55-BCF1-0CE4D57F4091}" destId="{2DC0BE8A-A50D-459F-8803-8F629D24FD59}" srcOrd="0" destOrd="0" presId="urn:microsoft.com/office/officeart/2005/8/layout/process1"/>
    <dgm:cxn modelId="{01869D88-E712-4EDE-A00D-AE30C425F88E}" type="presParOf" srcId="{B450C243-F3FF-4B55-BCF1-0CE4D57F4091}" destId="{44BA6F07-9809-453E-B5B3-AB636F82DB9E}" srcOrd="1" destOrd="0" presId="urn:microsoft.com/office/officeart/2005/8/layout/process1"/>
    <dgm:cxn modelId="{F2C424E0-8D33-40C5-ABD0-995E6641DC3C}" type="presParOf" srcId="{44BA6F07-9809-453E-B5B3-AB636F82DB9E}" destId="{99AE6907-DE4A-4A2A-9F71-3AA51CC83CB9}" srcOrd="0" destOrd="0" presId="urn:microsoft.com/office/officeart/2005/8/layout/process1"/>
    <dgm:cxn modelId="{CD0BF278-98EA-41FF-BA34-EFEAD3E85048}" type="presParOf" srcId="{B450C243-F3FF-4B55-BCF1-0CE4D57F4091}" destId="{C1D3A877-193E-433E-996E-DE3797C7F529}" srcOrd="2" destOrd="0" presId="urn:microsoft.com/office/officeart/2005/8/layout/process1"/>
    <dgm:cxn modelId="{E713D23F-38EE-4FFF-9356-9BE9F7FE3A44}" type="presParOf" srcId="{B450C243-F3FF-4B55-BCF1-0CE4D57F4091}" destId="{98B97CCD-AFF1-49BB-8170-C62165E0F732}" srcOrd="3" destOrd="0" presId="urn:microsoft.com/office/officeart/2005/8/layout/process1"/>
    <dgm:cxn modelId="{1183B89C-5E4B-421A-9301-8C9E95F7ACB6}" type="presParOf" srcId="{98B97CCD-AFF1-49BB-8170-C62165E0F732}" destId="{052C7B0B-AC64-435F-9087-F76A8F81AD70}" srcOrd="0" destOrd="0" presId="urn:microsoft.com/office/officeart/2005/8/layout/process1"/>
    <dgm:cxn modelId="{F8D6AD8B-BA7C-48B3-9380-19C16A986666}" type="presParOf" srcId="{B450C243-F3FF-4B55-BCF1-0CE4D57F4091}" destId="{A7280906-DE55-492D-B5CB-040475BA6CF7}" srcOrd="4" destOrd="0" presId="urn:microsoft.com/office/officeart/2005/8/layout/process1"/>
    <dgm:cxn modelId="{7D47BBB2-FB2E-480B-932B-17072B0809A5}" type="presParOf" srcId="{B450C243-F3FF-4B55-BCF1-0CE4D57F4091}" destId="{0B22A032-D8BA-41D9-8980-1ED515E23209}" srcOrd="5" destOrd="0" presId="urn:microsoft.com/office/officeart/2005/8/layout/process1"/>
    <dgm:cxn modelId="{4318052A-4918-40F6-93C9-06021771ED79}" type="presParOf" srcId="{0B22A032-D8BA-41D9-8980-1ED515E23209}" destId="{E8FB7239-1AE3-496C-971A-8703D1E2BD8A}" srcOrd="0" destOrd="0" presId="urn:microsoft.com/office/officeart/2005/8/layout/process1"/>
    <dgm:cxn modelId="{446C51AD-71DF-48FA-9D49-769B0E6CB118}" type="presParOf" srcId="{B450C243-F3FF-4B55-BCF1-0CE4D57F4091}" destId="{E92B4EFD-C544-41C7-9D79-34EBAB47E99F}" srcOrd="6"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A5E483C9-A3BD-4F9A-8F9F-CDFA80B74485}" type="doc">
      <dgm:prSet loTypeId="urn:microsoft.com/office/officeart/2005/8/layout/process1" loCatId="process" qsTypeId="urn:microsoft.com/office/officeart/2005/8/quickstyle/3d3" qsCatId="3D" csTypeId="urn:microsoft.com/office/officeart/2005/8/colors/colorful5" csCatId="colorful" phldr="1"/>
      <dgm:spPr/>
    </dgm:pt>
    <dgm:pt modelId="{FDBF41EA-DF9A-4A44-9AAC-097517E2463F}">
      <dgm:prSet phldrT="[Text]" custT="1"/>
      <dgm:spPr/>
      <dgm:t>
        <a:bodyPr/>
        <a:lstStyle/>
        <a:p>
          <a:r>
            <a:rPr lang="en-US" sz="3200" b="1" dirty="0"/>
            <a:t>Right side</a:t>
          </a:r>
        </a:p>
      </dgm:t>
    </dgm:pt>
    <dgm:pt modelId="{CF759CB2-C87D-4427-A4B2-5AD3E63BC3B6}" type="parTrans" cxnId="{BC9B51A1-ACA8-4CBD-87E5-C9213C385E27}">
      <dgm:prSet/>
      <dgm:spPr/>
      <dgm:t>
        <a:bodyPr/>
        <a:lstStyle/>
        <a:p>
          <a:endParaRPr lang="en-US" sz="3600" b="1"/>
        </a:p>
      </dgm:t>
    </dgm:pt>
    <dgm:pt modelId="{5A7B8353-D55C-40BC-AFA9-4101E69F0AAC}" type="sibTrans" cxnId="{BC9B51A1-ACA8-4CBD-87E5-C9213C385E27}">
      <dgm:prSet custT="1"/>
      <dgm:spPr/>
      <dgm:t>
        <a:bodyPr/>
        <a:lstStyle/>
        <a:p>
          <a:endParaRPr lang="en-US" sz="3600" b="1"/>
        </a:p>
      </dgm:t>
    </dgm:pt>
    <dgm:pt modelId="{0CD145DC-1283-47D9-9842-9F28D9292403}">
      <dgm:prSet phldrT="[Text]" custT="1"/>
      <dgm:spPr/>
      <dgm:t>
        <a:bodyPr/>
        <a:lstStyle/>
        <a:p>
          <a:r>
            <a:rPr lang="en-US" sz="3600" b="1" dirty="0"/>
            <a:t>Digit</a:t>
          </a:r>
        </a:p>
      </dgm:t>
    </dgm:pt>
    <dgm:pt modelId="{0D9B67D3-2181-406C-92D3-DC1D56CD0CD8}" type="parTrans" cxnId="{555C8181-422E-4293-A5B2-29CF411103B9}">
      <dgm:prSet/>
      <dgm:spPr/>
      <dgm:t>
        <a:bodyPr/>
        <a:lstStyle/>
        <a:p>
          <a:endParaRPr lang="en-US" sz="3600" b="1"/>
        </a:p>
      </dgm:t>
    </dgm:pt>
    <dgm:pt modelId="{8BFBDCF5-5907-42CD-A174-33BEF20C4F6E}" type="sibTrans" cxnId="{555C8181-422E-4293-A5B2-29CF411103B9}">
      <dgm:prSet/>
      <dgm:spPr/>
      <dgm:t>
        <a:bodyPr/>
        <a:lstStyle/>
        <a:p>
          <a:endParaRPr lang="en-US" sz="3600" b="1"/>
        </a:p>
      </dgm:t>
    </dgm:pt>
    <dgm:pt modelId="{C8CED37E-D14F-4880-B094-EFCBFA28CB25}">
      <dgm:prSet phldrT="[Text]" custT="1"/>
      <dgm:spPr/>
      <dgm:t>
        <a:bodyPr/>
        <a:lstStyle/>
        <a:p>
          <a:r>
            <a:rPr lang="en-US" sz="3600" b="1" dirty="0"/>
            <a:t>=</a:t>
          </a:r>
        </a:p>
      </dgm:t>
    </dgm:pt>
    <dgm:pt modelId="{2366C90F-41C7-49AA-B064-5A0AB67CE6BB}" type="parTrans" cxnId="{3F4A40B1-9B18-47E0-9F07-BFCE6B1E0597}">
      <dgm:prSet/>
      <dgm:spPr/>
      <dgm:t>
        <a:bodyPr/>
        <a:lstStyle/>
        <a:p>
          <a:endParaRPr lang="en-US"/>
        </a:p>
      </dgm:t>
    </dgm:pt>
    <dgm:pt modelId="{FEA0385C-27F8-464F-86F4-568ABD9BA729}" type="sibTrans" cxnId="{3F4A40B1-9B18-47E0-9F07-BFCE6B1E0597}">
      <dgm:prSet/>
      <dgm:spPr/>
      <dgm:t>
        <a:bodyPr/>
        <a:lstStyle/>
        <a:p>
          <a:endParaRPr lang="en-US"/>
        </a:p>
      </dgm:t>
    </dgm:pt>
    <dgm:pt modelId="{33385865-D258-48D4-A05B-4C65F87C734E}">
      <dgm:prSet phldrT="[Text]" custT="1"/>
      <dgm:spPr/>
      <dgm:t>
        <a:bodyPr/>
        <a:lstStyle/>
        <a:p>
          <a:r>
            <a:rPr lang="en-US" sz="3200" b="1" dirty="0"/>
            <a:t>1</a:t>
          </a:r>
        </a:p>
      </dgm:t>
    </dgm:pt>
    <dgm:pt modelId="{D5D044AF-E005-4ABE-9974-E651A55AB295}" type="parTrans" cxnId="{D2A43EFD-7F9C-4758-A2D9-1E8E729C4A97}">
      <dgm:prSet/>
      <dgm:spPr/>
      <dgm:t>
        <a:bodyPr/>
        <a:lstStyle/>
        <a:p>
          <a:endParaRPr lang="en-US"/>
        </a:p>
      </dgm:t>
    </dgm:pt>
    <dgm:pt modelId="{A0E2F769-FC1C-4F8C-B80E-DA2A58C7301E}" type="sibTrans" cxnId="{D2A43EFD-7F9C-4758-A2D9-1E8E729C4A97}">
      <dgm:prSet/>
      <dgm:spPr/>
      <dgm:t>
        <a:bodyPr/>
        <a:lstStyle/>
        <a:p>
          <a:endParaRPr lang="en-US"/>
        </a:p>
      </dgm:t>
    </dgm:pt>
    <dgm:pt modelId="{DE23C221-F0DF-4FAE-8647-91CBB5507291}">
      <dgm:prSet phldrT="[Text]" custT="1"/>
      <dgm:spPr/>
      <dgm:t>
        <a:bodyPr/>
        <a:lstStyle/>
        <a:p>
          <a:r>
            <a:rPr lang="en-US" sz="3200" b="1" dirty="0"/>
            <a:t>Shift</a:t>
          </a:r>
        </a:p>
      </dgm:t>
    </dgm:pt>
    <dgm:pt modelId="{F1EF1D79-8266-43D5-BDFB-A7FD1DA64CCC}" type="parTrans" cxnId="{FF24AA82-4A00-416F-B124-07824E6A16EE}">
      <dgm:prSet/>
      <dgm:spPr/>
      <dgm:t>
        <a:bodyPr/>
        <a:lstStyle/>
        <a:p>
          <a:endParaRPr lang="en-US"/>
        </a:p>
      </dgm:t>
    </dgm:pt>
    <dgm:pt modelId="{CFB6FB48-DC8F-4833-A578-34F6263A30CC}" type="sibTrans" cxnId="{FF24AA82-4A00-416F-B124-07824E6A16EE}">
      <dgm:prSet/>
      <dgm:spPr/>
      <dgm:t>
        <a:bodyPr/>
        <a:lstStyle/>
        <a:p>
          <a:endParaRPr lang="en-US"/>
        </a:p>
      </dgm:t>
    </dgm:pt>
    <dgm:pt modelId="{B450C243-F3FF-4B55-BCF1-0CE4D57F4091}" type="pres">
      <dgm:prSet presAssocID="{A5E483C9-A3BD-4F9A-8F9F-CDFA80B74485}" presName="Name0" presStyleCnt="0">
        <dgm:presLayoutVars>
          <dgm:dir/>
          <dgm:resizeHandles val="exact"/>
        </dgm:presLayoutVars>
      </dgm:prSet>
      <dgm:spPr/>
    </dgm:pt>
    <dgm:pt modelId="{98490075-3CCB-4E08-A331-236FAED0D33C}" type="pres">
      <dgm:prSet presAssocID="{DE23C221-F0DF-4FAE-8647-91CBB5507291}" presName="node" presStyleLbl="node1" presStyleIdx="0" presStyleCnt="5">
        <dgm:presLayoutVars>
          <dgm:bulletEnabled val="1"/>
        </dgm:presLayoutVars>
      </dgm:prSet>
      <dgm:spPr/>
    </dgm:pt>
    <dgm:pt modelId="{CC967DED-7155-44D0-B814-E69C027BFE20}" type="pres">
      <dgm:prSet presAssocID="{CFB6FB48-DC8F-4833-A578-34F6263A30CC}" presName="sibTrans" presStyleLbl="sibTrans2D1" presStyleIdx="0" presStyleCnt="4"/>
      <dgm:spPr/>
    </dgm:pt>
    <dgm:pt modelId="{C1A0399B-06CD-45D5-BFCD-F4A67805D2CF}" type="pres">
      <dgm:prSet presAssocID="{CFB6FB48-DC8F-4833-A578-34F6263A30CC}" presName="connectorText" presStyleLbl="sibTrans2D1" presStyleIdx="0" presStyleCnt="4"/>
      <dgm:spPr/>
    </dgm:pt>
    <dgm:pt modelId="{2117E75B-D0D7-4BA1-98AC-725EA941D7C5}" type="pres">
      <dgm:prSet presAssocID="{33385865-D258-48D4-A05B-4C65F87C734E}" presName="node" presStyleLbl="node1" presStyleIdx="1" presStyleCnt="5">
        <dgm:presLayoutVars>
          <dgm:bulletEnabled val="1"/>
        </dgm:presLayoutVars>
      </dgm:prSet>
      <dgm:spPr/>
    </dgm:pt>
    <dgm:pt modelId="{D66E8FE2-6FFD-4E71-8809-FA2BEDBE9684}" type="pres">
      <dgm:prSet presAssocID="{A0E2F769-FC1C-4F8C-B80E-DA2A58C7301E}" presName="sibTrans" presStyleLbl="sibTrans2D1" presStyleIdx="1" presStyleCnt="4"/>
      <dgm:spPr/>
    </dgm:pt>
    <dgm:pt modelId="{52021A09-90D1-426E-9ECC-9DC864A9F868}" type="pres">
      <dgm:prSet presAssocID="{A0E2F769-FC1C-4F8C-B80E-DA2A58C7301E}" presName="connectorText" presStyleLbl="sibTrans2D1" presStyleIdx="1" presStyleCnt="4"/>
      <dgm:spPr/>
    </dgm:pt>
    <dgm:pt modelId="{2DC0BE8A-A50D-459F-8803-8F629D24FD59}" type="pres">
      <dgm:prSet presAssocID="{FDBF41EA-DF9A-4A44-9AAC-097517E2463F}" presName="node" presStyleLbl="node1" presStyleIdx="2" presStyleCnt="5" custScaleX="101686" custLinFactNeighborX="-3097" custLinFactNeighborY="-1263">
        <dgm:presLayoutVars>
          <dgm:bulletEnabled val="1"/>
        </dgm:presLayoutVars>
      </dgm:prSet>
      <dgm:spPr/>
    </dgm:pt>
    <dgm:pt modelId="{44BA6F07-9809-453E-B5B3-AB636F82DB9E}" type="pres">
      <dgm:prSet presAssocID="{5A7B8353-D55C-40BC-AFA9-4101E69F0AAC}" presName="sibTrans" presStyleLbl="sibTrans2D1" presStyleIdx="2" presStyleCnt="4"/>
      <dgm:spPr/>
    </dgm:pt>
    <dgm:pt modelId="{99AE6907-DE4A-4A2A-9F71-3AA51CC83CB9}" type="pres">
      <dgm:prSet presAssocID="{5A7B8353-D55C-40BC-AFA9-4101E69F0AAC}" presName="connectorText" presStyleLbl="sibTrans2D1" presStyleIdx="2" presStyleCnt="4"/>
      <dgm:spPr/>
    </dgm:pt>
    <dgm:pt modelId="{A7280906-DE55-492D-B5CB-040475BA6CF7}" type="pres">
      <dgm:prSet presAssocID="{0CD145DC-1283-47D9-9842-9F28D9292403}" presName="node" presStyleLbl="node1" presStyleIdx="3" presStyleCnt="5" custScaleX="102901">
        <dgm:presLayoutVars>
          <dgm:bulletEnabled val="1"/>
        </dgm:presLayoutVars>
      </dgm:prSet>
      <dgm:spPr/>
    </dgm:pt>
    <dgm:pt modelId="{F89185C1-F6BD-43BF-9339-92DE8E29064E}" type="pres">
      <dgm:prSet presAssocID="{8BFBDCF5-5907-42CD-A174-33BEF20C4F6E}" presName="sibTrans" presStyleLbl="sibTrans2D1" presStyleIdx="3" presStyleCnt="4"/>
      <dgm:spPr/>
    </dgm:pt>
    <dgm:pt modelId="{28EE11B7-BF04-45AE-8CF5-BAE716BD5281}" type="pres">
      <dgm:prSet presAssocID="{8BFBDCF5-5907-42CD-A174-33BEF20C4F6E}" presName="connectorText" presStyleLbl="sibTrans2D1" presStyleIdx="3" presStyleCnt="4"/>
      <dgm:spPr/>
    </dgm:pt>
    <dgm:pt modelId="{12B9467C-0CAF-489E-ADDA-9ABF5B2734E4}" type="pres">
      <dgm:prSet presAssocID="{C8CED37E-D14F-4880-B094-EFCBFA28CB25}" presName="node" presStyleLbl="node1" presStyleIdx="4" presStyleCnt="5">
        <dgm:presLayoutVars>
          <dgm:bulletEnabled val="1"/>
        </dgm:presLayoutVars>
      </dgm:prSet>
      <dgm:spPr/>
    </dgm:pt>
  </dgm:ptLst>
  <dgm:cxnLst>
    <dgm:cxn modelId="{B2F7CC24-F13B-49F0-9844-33C638E4FE4A}" type="presOf" srcId="{CFB6FB48-DC8F-4833-A578-34F6263A30CC}" destId="{C1A0399B-06CD-45D5-BFCD-F4A67805D2CF}" srcOrd="1" destOrd="0" presId="urn:microsoft.com/office/officeart/2005/8/layout/process1"/>
    <dgm:cxn modelId="{3BD47C37-C059-4E14-8907-083732141CDD}" type="presOf" srcId="{8BFBDCF5-5907-42CD-A174-33BEF20C4F6E}" destId="{F89185C1-F6BD-43BF-9339-92DE8E29064E}" srcOrd="0" destOrd="0" presId="urn:microsoft.com/office/officeart/2005/8/layout/process1"/>
    <dgm:cxn modelId="{40CF846A-47D8-4B94-9B2D-10F0B86601D1}" type="presOf" srcId="{DE23C221-F0DF-4FAE-8647-91CBB5507291}" destId="{98490075-3CCB-4E08-A331-236FAED0D33C}" srcOrd="0" destOrd="0" presId="urn:microsoft.com/office/officeart/2005/8/layout/process1"/>
    <dgm:cxn modelId="{8AE07251-A9DF-4B91-A751-18CC4E40FDAD}" type="presOf" srcId="{A0E2F769-FC1C-4F8C-B80E-DA2A58C7301E}" destId="{52021A09-90D1-426E-9ECC-9DC864A9F868}" srcOrd="1" destOrd="0" presId="urn:microsoft.com/office/officeart/2005/8/layout/process1"/>
    <dgm:cxn modelId="{5DD24178-6F51-463A-B646-0C84887DAC6C}" type="presOf" srcId="{5A7B8353-D55C-40BC-AFA9-4101E69F0AAC}" destId="{44BA6F07-9809-453E-B5B3-AB636F82DB9E}" srcOrd="0" destOrd="0" presId="urn:microsoft.com/office/officeart/2005/8/layout/process1"/>
    <dgm:cxn modelId="{555C8181-422E-4293-A5B2-29CF411103B9}" srcId="{A5E483C9-A3BD-4F9A-8F9F-CDFA80B74485}" destId="{0CD145DC-1283-47D9-9842-9F28D9292403}" srcOrd="3" destOrd="0" parTransId="{0D9B67D3-2181-406C-92D3-DC1D56CD0CD8}" sibTransId="{8BFBDCF5-5907-42CD-A174-33BEF20C4F6E}"/>
    <dgm:cxn modelId="{5F692882-36E8-4B61-BEB7-269EED3FE5E5}" type="presOf" srcId="{FDBF41EA-DF9A-4A44-9AAC-097517E2463F}" destId="{2DC0BE8A-A50D-459F-8803-8F629D24FD59}" srcOrd="0" destOrd="0" presId="urn:microsoft.com/office/officeart/2005/8/layout/process1"/>
    <dgm:cxn modelId="{FF24AA82-4A00-416F-B124-07824E6A16EE}" srcId="{A5E483C9-A3BD-4F9A-8F9F-CDFA80B74485}" destId="{DE23C221-F0DF-4FAE-8647-91CBB5507291}" srcOrd="0" destOrd="0" parTransId="{F1EF1D79-8266-43D5-BDFB-A7FD1DA64CCC}" sibTransId="{CFB6FB48-DC8F-4833-A578-34F6263A30CC}"/>
    <dgm:cxn modelId="{BC9B51A1-ACA8-4CBD-87E5-C9213C385E27}" srcId="{A5E483C9-A3BD-4F9A-8F9F-CDFA80B74485}" destId="{FDBF41EA-DF9A-4A44-9AAC-097517E2463F}" srcOrd="2" destOrd="0" parTransId="{CF759CB2-C87D-4427-A4B2-5AD3E63BC3B6}" sibTransId="{5A7B8353-D55C-40BC-AFA9-4101E69F0AAC}"/>
    <dgm:cxn modelId="{68F453A3-2554-4E02-9406-44B57B4FFDA1}" type="presOf" srcId="{C8CED37E-D14F-4880-B094-EFCBFA28CB25}" destId="{12B9467C-0CAF-489E-ADDA-9ABF5B2734E4}" srcOrd="0" destOrd="0" presId="urn:microsoft.com/office/officeart/2005/8/layout/process1"/>
    <dgm:cxn modelId="{3F4A40B1-9B18-47E0-9F07-BFCE6B1E0597}" srcId="{A5E483C9-A3BD-4F9A-8F9F-CDFA80B74485}" destId="{C8CED37E-D14F-4880-B094-EFCBFA28CB25}" srcOrd="4" destOrd="0" parTransId="{2366C90F-41C7-49AA-B064-5A0AB67CE6BB}" sibTransId="{FEA0385C-27F8-464F-86F4-568ABD9BA729}"/>
    <dgm:cxn modelId="{D47D55B4-30BA-4C8B-AD0A-7D3BF34208CE}" type="presOf" srcId="{0CD145DC-1283-47D9-9842-9F28D9292403}" destId="{A7280906-DE55-492D-B5CB-040475BA6CF7}" srcOrd="0" destOrd="0" presId="urn:microsoft.com/office/officeart/2005/8/layout/process1"/>
    <dgm:cxn modelId="{F1B349C6-41E7-4A01-B416-E1C77B5F3CC5}" type="presOf" srcId="{A0E2F769-FC1C-4F8C-B80E-DA2A58C7301E}" destId="{D66E8FE2-6FFD-4E71-8809-FA2BEDBE9684}" srcOrd="0" destOrd="0" presId="urn:microsoft.com/office/officeart/2005/8/layout/process1"/>
    <dgm:cxn modelId="{1266D0E1-CBD6-40C0-A194-924DF1FA630D}" type="presOf" srcId="{CFB6FB48-DC8F-4833-A578-34F6263A30CC}" destId="{CC967DED-7155-44D0-B814-E69C027BFE20}" srcOrd="0" destOrd="0" presId="urn:microsoft.com/office/officeart/2005/8/layout/process1"/>
    <dgm:cxn modelId="{79E592E4-11AE-4397-962C-A4ECE053E341}" type="presOf" srcId="{33385865-D258-48D4-A05B-4C65F87C734E}" destId="{2117E75B-D0D7-4BA1-98AC-725EA941D7C5}" srcOrd="0" destOrd="0" presId="urn:microsoft.com/office/officeart/2005/8/layout/process1"/>
    <dgm:cxn modelId="{5F6D87F1-6F5F-4E3E-8244-978AA6637AEE}" type="presOf" srcId="{A5E483C9-A3BD-4F9A-8F9F-CDFA80B74485}" destId="{B450C243-F3FF-4B55-BCF1-0CE4D57F4091}" srcOrd="0" destOrd="0" presId="urn:microsoft.com/office/officeart/2005/8/layout/process1"/>
    <dgm:cxn modelId="{FB0A32FC-A70B-4C03-B795-FB8D293CB88F}" type="presOf" srcId="{8BFBDCF5-5907-42CD-A174-33BEF20C4F6E}" destId="{28EE11B7-BF04-45AE-8CF5-BAE716BD5281}" srcOrd="1" destOrd="0" presId="urn:microsoft.com/office/officeart/2005/8/layout/process1"/>
    <dgm:cxn modelId="{D2A43EFD-7F9C-4758-A2D9-1E8E729C4A97}" srcId="{A5E483C9-A3BD-4F9A-8F9F-CDFA80B74485}" destId="{33385865-D258-48D4-A05B-4C65F87C734E}" srcOrd="1" destOrd="0" parTransId="{D5D044AF-E005-4ABE-9974-E651A55AB295}" sibTransId="{A0E2F769-FC1C-4F8C-B80E-DA2A58C7301E}"/>
    <dgm:cxn modelId="{11EB7EFF-D1CB-4936-B63F-CD6877D02E41}" type="presOf" srcId="{5A7B8353-D55C-40BC-AFA9-4101E69F0AAC}" destId="{99AE6907-DE4A-4A2A-9F71-3AA51CC83CB9}" srcOrd="1" destOrd="0" presId="urn:microsoft.com/office/officeart/2005/8/layout/process1"/>
    <dgm:cxn modelId="{BF8211A2-3D5F-418C-BE96-877EB892D61D}" type="presParOf" srcId="{B450C243-F3FF-4B55-BCF1-0CE4D57F4091}" destId="{98490075-3CCB-4E08-A331-236FAED0D33C}" srcOrd="0" destOrd="0" presId="urn:microsoft.com/office/officeart/2005/8/layout/process1"/>
    <dgm:cxn modelId="{45B56134-7891-4923-B169-27A556FB66CD}" type="presParOf" srcId="{B450C243-F3FF-4B55-BCF1-0CE4D57F4091}" destId="{CC967DED-7155-44D0-B814-E69C027BFE20}" srcOrd="1" destOrd="0" presId="urn:microsoft.com/office/officeart/2005/8/layout/process1"/>
    <dgm:cxn modelId="{2FC2CB50-AF06-49B5-9653-01C9FF64C386}" type="presParOf" srcId="{CC967DED-7155-44D0-B814-E69C027BFE20}" destId="{C1A0399B-06CD-45D5-BFCD-F4A67805D2CF}" srcOrd="0" destOrd="0" presId="urn:microsoft.com/office/officeart/2005/8/layout/process1"/>
    <dgm:cxn modelId="{CD140C03-1B06-4D4A-93D6-C442827DE647}" type="presParOf" srcId="{B450C243-F3FF-4B55-BCF1-0CE4D57F4091}" destId="{2117E75B-D0D7-4BA1-98AC-725EA941D7C5}" srcOrd="2" destOrd="0" presId="urn:microsoft.com/office/officeart/2005/8/layout/process1"/>
    <dgm:cxn modelId="{EC66B282-8A1F-4AAF-92E2-F72FBA7470E6}" type="presParOf" srcId="{B450C243-F3FF-4B55-BCF1-0CE4D57F4091}" destId="{D66E8FE2-6FFD-4E71-8809-FA2BEDBE9684}" srcOrd="3" destOrd="0" presId="urn:microsoft.com/office/officeart/2005/8/layout/process1"/>
    <dgm:cxn modelId="{993A3952-A83E-4143-B98B-19BA19FFD8AD}" type="presParOf" srcId="{D66E8FE2-6FFD-4E71-8809-FA2BEDBE9684}" destId="{52021A09-90D1-426E-9ECC-9DC864A9F868}" srcOrd="0" destOrd="0" presId="urn:microsoft.com/office/officeart/2005/8/layout/process1"/>
    <dgm:cxn modelId="{84CCE124-949A-4C01-B69F-762A67E45CA3}" type="presParOf" srcId="{B450C243-F3FF-4B55-BCF1-0CE4D57F4091}" destId="{2DC0BE8A-A50D-459F-8803-8F629D24FD59}" srcOrd="4" destOrd="0" presId="urn:microsoft.com/office/officeart/2005/8/layout/process1"/>
    <dgm:cxn modelId="{1ECB594D-FA06-4E52-B6C6-C5952188EB8F}" type="presParOf" srcId="{B450C243-F3FF-4B55-BCF1-0CE4D57F4091}" destId="{44BA6F07-9809-453E-B5B3-AB636F82DB9E}" srcOrd="5" destOrd="0" presId="urn:microsoft.com/office/officeart/2005/8/layout/process1"/>
    <dgm:cxn modelId="{C4EBF763-175C-4A6F-8C0C-B9323EBD6947}" type="presParOf" srcId="{44BA6F07-9809-453E-B5B3-AB636F82DB9E}" destId="{99AE6907-DE4A-4A2A-9F71-3AA51CC83CB9}" srcOrd="0" destOrd="0" presId="urn:microsoft.com/office/officeart/2005/8/layout/process1"/>
    <dgm:cxn modelId="{1922DD35-CE8B-44CF-865F-7F2655F86AAC}" type="presParOf" srcId="{B450C243-F3FF-4B55-BCF1-0CE4D57F4091}" destId="{A7280906-DE55-492D-B5CB-040475BA6CF7}" srcOrd="6" destOrd="0" presId="urn:microsoft.com/office/officeart/2005/8/layout/process1"/>
    <dgm:cxn modelId="{2E46F6F4-1C71-4972-9C5D-FE5D3EDE7C2B}" type="presParOf" srcId="{B450C243-F3FF-4B55-BCF1-0CE4D57F4091}" destId="{F89185C1-F6BD-43BF-9339-92DE8E29064E}" srcOrd="7" destOrd="0" presId="urn:microsoft.com/office/officeart/2005/8/layout/process1"/>
    <dgm:cxn modelId="{D3905AFB-05E5-475E-B8DF-1963C12F2A54}" type="presParOf" srcId="{F89185C1-F6BD-43BF-9339-92DE8E29064E}" destId="{28EE11B7-BF04-45AE-8CF5-BAE716BD5281}" srcOrd="0" destOrd="0" presId="urn:microsoft.com/office/officeart/2005/8/layout/process1"/>
    <dgm:cxn modelId="{0FCBACEC-AFE9-4DA2-9FC6-18710EBFE76A}" type="presParOf" srcId="{B450C243-F3FF-4B55-BCF1-0CE4D57F4091}" destId="{12B9467C-0CAF-489E-ADDA-9ABF5B2734E4}" srcOrd="8" destOrd="0" presId="urn:microsoft.com/office/officeart/2005/8/layout/process1"/>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A5E483C9-A3BD-4F9A-8F9F-CDFA80B74485}" type="doc">
      <dgm:prSet loTypeId="urn:microsoft.com/office/officeart/2005/8/layout/process1" loCatId="process" qsTypeId="urn:microsoft.com/office/officeart/2005/8/quickstyle/3d3" qsCatId="3D" csTypeId="urn:microsoft.com/office/officeart/2005/8/colors/colorful5" csCatId="colorful" phldr="1"/>
      <dgm:spPr/>
    </dgm:pt>
    <dgm:pt modelId="{FDBF41EA-DF9A-4A44-9AAC-097517E2463F}">
      <dgm:prSet phldrT="[Text]" custT="1"/>
      <dgm:spPr/>
      <dgm:t>
        <a:bodyPr/>
        <a:lstStyle/>
        <a:p>
          <a:r>
            <a:rPr lang="en-US" sz="3600" b="1" dirty="0"/>
            <a:t>Shift</a:t>
          </a:r>
        </a:p>
      </dgm:t>
    </dgm:pt>
    <dgm:pt modelId="{CF759CB2-C87D-4427-A4B2-5AD3E63BC3B6}" type="parTrans" cxnId="{BC9B51A1-ACA8-4CBD-87E5-C9213C385E27}">
      <dgm:prSet/>
      <dgm:spPr/>
      <dgm:t>
        <a:bodyPr/>
        <a:lstStyle/>
        <a:p>
          <a:endParaRPr lang="en-US" sz="3600" b="1"/>
        </a:p>
      </dgm:t>
    </dgm:pt>
    <dgm:pt modelId="{5A7B8353-D55C-40BC-AFA9-4101E69F0AAC}" type="sibTrans" cxnId="{BC9B51A1-ACA8-4CBD-87E5-C9213C385E27}">
      <dgm:prSet custT="1"/>
      <dgm:spPr/>
      <dgm:t>
        <a:bodyPr/>
        <a:lstStyle/>
        <a:p>
          <a:endParaRPr lang="en-US" sz="3600" b="1"/>
        </a:p>
      </dgm:t>
    </dgm:pt>
    <dgm:pt modelId="{676B2E30-39F0-4B19-80A5-947E41665008}">
      <dgm:prSet phldrT="[Text]" custT="1"/>
      <dgm:spPr/>
      <dgm:t>
        <a:bodyPr/>
        <a:lstStyle/>
        <a:p>
          <a:r>
            <a:rPr lang="en-US" sz="3600" b="1" dirty="0"/>
            <a:t>2</a:t>
          </a:r>
        </a:p>
      </dgm:t>
    </dgm:pt>
    <dgm:pt modelId="{A7BFF212-4C41-40DE-9345-E8AAA8F4ACAD}" type="parTrans" cxnId="{B6B15E23-2288-4E53-AC6C-5C2C072B52CF}">
      <dgm:prSet/>
      <dgm:spPr/>
      <dgm:t>
        <a:bodyPr/>
        <a:lstStyle/>
        <a:p>
          <a:endParaRPr lang="en-US" sz="3600" b="1"/>
        </a:p>
      </dgm:t>
    </dgm:pt>
    <dgm:pt modelId="{6300F33D-AE15-417F-8922-C2991075A116}" type="sibTrans" cxnId="{B6B15E23-2288-4E53-AC6C-5C2C072B52CF}">
      <dgm:prSet custT="1"/>
      <dgm:spPr/>
      <dgm:t>
        <a:bodyPr/>
        <a:lstStyle/>
        <a:p>
          <a:endParaRPr lang="en-US" sz="3600" b="1"/>
        </a:p>
      </dgm:t>
    </dgm:pt>
    <dgm:pt modelId="{0CD145DC-1283-47D9-9842-9F28D9292403}">
      <dgm:prSet phldrT="[Text]" custT="1"/>
      <dgm:spPr/>
      <dgm:t>
        <a:bodyPr/>
        <a:lstStyle/>
        <a:p>
          <a:r>
            <a:rPr lang="en-US" sz="2800" b="1" dirty="0"/>
            <a:t>Right side            2 times</a:t>
          </a:r>
        </a:p>
      </dgm:t>
    </dgm:pt>
    <dgm:pt modelId="{0D9B67D3-2181-406C-92D3-DC1D56CD0CD8}" type="parTrans" cxnId="{555C8181-422E-4293-A5B2-29CF411103B9}">
      <dgm:prSet/>
      <dgm:spPr/>
      <dgm:t>
        <a:bodyPr/>
        <a:lstStyle/>
        <a:p>
          <a:endParaRPr lang="en-US" sz="3600" b="1"/>
        </a:p>
      </dgm:t>
    </dgm:pt>
    <dgm:pt modelId="{8BFBDCF5-5907-42CD-A174-33BEF20C4F6E}" type="sibTrans" cxnId="{555C8181-422E-4293-A5B2-29CF411103B9}">
      <dgm:prSet/>
      <dgm:spPr/>
      <dgm:t>
        <a:bodyPr/>
        <a:lstStyle/>
        <a:p>
          <a:endParaRPr lang="en-US" sz="3600" b="1"/>
        </a:p>
      </dgm:t>
    </dgm:pt>
    <dgm:pt modelId="{ADD9AF81-5340-4F51-9579-017EF83961C6}">
      <dgm:prSet phldrT="[Text]" custT="1"/>
      <dgm:spPr/>
      <dgm:t>
        <a:bodyPr/>
        <a:lstStyle/>
        <a:p>
          <a:r>
            <a:rPr lang="en-US" sz="3600" b="1" dirty="0"/>
            <a:t>3</a:t>
          </a:r>
        </a:p>
      </dgm:t>
    </dgm:pt>
    <dgm:pt modelId="{D935D5DC-95CE-41C7-86D4-33A1934F86E3}" type="parTrans" cxnId="{45A12939-DB9B-4994-8B18-229ADF51BDC4}">
      <dgm:prSet/>
      <dgm:spPr/>
      <dgm:t>
        <a:bodyPr/>
        <a:lstStyle/>
        <a:p>
          <a:endParaRPr lang="en-US"/>
        </a:p>
      </dgm:t>
    </dgm:pt>
    <dgm:pt modelId="{5AC2B8B8-2C18-478E-A64D-5C509EFFA201}" type="sibTrans" cxnId="{45A12939-DB9B-4994-8B18-229ADF51BDC4}">
      <dgm:prSet/>
      <dgm:spPr/>
      <dgm:t>
        <a:bodyPr/>
        <a:lstStyle/>
        <a:p>
          <a:endParaRPr lang="en-US"/>
        </a:p>
      </dgm:t>
    </dgm:pt>
    <dgm:pt modelId="{4B2D9E61-B018-400A-84AD-524F43C217F1}">
      <dgm:prSet phldrT="[Text]" custT="1"/>
      <dgm:spPr/>
      <dgm:t>
        <a:bodyPr/>
        <a:lstStyle/>
        <a:p>
          <a:r>
            <a:rPr lang="en-US" sz="3600" b="1" dirty="0"/>
            <a:t>=</a:t>
          </a:r>
        </a:p>
      </dgm:t>
    </dgm:pt>
    <dgm:pt modelId="{63D4C690-8281-4674-B114-B6D85853D193}" type="parTrans" cxnId="{E8C0D4DF-2F85-4D3A-9BC9-597B3685054B}">
      <dgm:prSet/>
      <dgm:spPr/>
      <dgm:t>
        <a:bodyPr/>
        <a:lstStyle/>
        <a:p>
          <a:endParaRPr lang="en-US"/>
        </a:p>
      </dgm:t>
    </dgm:pt>
    <dgm:pt modelId="{EC99A658-5470-4A7D-BC4F-D35E465F7AE4}" type="sibTrans" cxnId="{E8C0D4DF-2F85-4D3A-9BC9-597B3685054B}">
      <dgm:prSet/>
      <dgm:spPr/>
      <dgm:t>
        <a:bodyPr/>
        <a:lstStyle/>
        <a:p>
          <a:endParaRPr lang="en-US"/>
        </a:p>
      </dgm:t>
    </dgm:pt>
    <dgm:pt modelId="{B450C243-F3FF-4B55-BCF1-0CE4D57F4091}" type="pres">
      <dgm:prSet presAssocID="{A5E483C9-A3BD-4F9A-8F9F-CDFA80B74485}" presName="Name0" presStyleCnt="0">
        <dgm:presLayoutVars>
          <dgm:dir/>
          <dgm:resizeHandles val="exact"/>
        </dgm:presLayoutVars>
      </dgm:prSet>
      <dgm:spPr/>
    </dgm:pt>
    <dgm:pt modelId="{2DC0BE8A-A50D-459F-8803-8F629D24FD59}" type="pres">
      <dgm:prSet presAssocID="{FDBF41EA-DF9A-4A44-9AAC-097517E2463F}" presName="node" presStyleLbl="node1" presStyleIdx="0" presStyleCnt="5" custScaleX="102339" custLinFactNeighborX="-3097" custLinFactNeighborY="-1263">
        <dgm:presLayoutVars>
          <dgm:bulletEnabled val="1"/>
        </dgm:presLayoutVars>
      </dgm:prSet>
      <dgm:spPr/>
    </dgm:pt>
    <dgm:pt modelId="{44BA6F07-9809-453E-B5B3-AB636F82DB9E}" type="pres">
      <dgm:prSet presAssocID="{5A7B8353-D55C-40BC-AFA9-4101E69F0AAC}" presName="sibTrans" presStyleLbl="sibTrans2D1" presStyleIdx="0" presStyleCnt="4"/>
      <dgm:spPr/>
    </dgm:pt>
    <dgm:pt modelId="{99AE6907-DE4A-4A2A-9F71-3AA51CC83CB9}" type="pres">
      <dgm:prSet presAssocID="{5A7B8353-D55C-40BC-AFA9-4101E69F0AAC}" presName="connectorText" presStyleLbl="sibTrans2D1" presStyleIdx="0" presStyleCnt="4"/>
      <dgm:spPr/>
    </dgm:pt>
    <dgm:pt modelId="{C1D3A877-193E-433E-996E-DE3797C7F529}" type="pres">
      <dgm:prSet presAssocID="{676B2E30-39F0-4B19-80A5-947E41665008}" presName="node" presStyleLbl="node1" presStyleIdx="1" presStyleCnt="5">
        <dgm:presLayoutVars>
          <dgm:bulletEnabled val="1"/>
        </dgm:presLayoutVars>
      </dgm:prSet>
      <dgm:spPr/>
    </dgm:pt>
    <dgm:pt modelId="{98B97CCD-AFF1-49BB-8170-C62165E0F732}" type="pres">
      <dgm:prSet presAssocID="{6300F33D-AE15-417F-8922-C2991075A116}" presName="sibTrans" presStyleLbl="sibTrans2D1" presStyleIdx="1" presStyleCnt="4"/>
      <dgm:spPr/>
    </dgm:pt>
    <dgm:pt modelId="{052C7B0B-AC64-435F-9087-F76A8F81AD70}" type="pres">
      <dgm:prSet presAssocID="{6300F33D-AE15-417F-8922-C2991075A116}" presName="connectorText" presStyleLbl="sibTrans2D1" presStyleIdx="1" presStyleCnt="4"/>
      <dgm:spPr/>
    </dgm:pt>
    <dgm:pt modelId="{A7280906-DE55-492D-B5CB-040475BA6CF7}" type="pres">
      <dgm:prSet presAssocID="{0CD145DC-1283-47D9-9842-9F28D9292403}" presName="node" presStyleLbl="node1" presStyleIdx="2" presStyleCnt="5">
        <dgm:presLayoutVars>
          <dgm:bulletEnabled val="1"/>
        </dgm:presLayoutVars>
      </dgm:prSet>
      <dgm:spPr/>
    </dgm:pt>
    <dgm:pt modelId="{EE278DE9-2FD7-4E9F-964F-D06A7AEA7EF1}" type="pres">
      <dgm:prSet presAssocID="{8BFBDCF5-5907-42CD-A174-33BEF20C4F6E}" presName="sibTrans" presStyleLbl="sibTrans2D1" presStyleIdx="2" presStyleCnt="4"/>
      <dgm:spPr/>
    </dgm:pt>
    <dgm:pt modelId="{4B42DA26-4F80-420A-9BB9-911FAC2E068F}" type="pres">
      <dgm:prSet presAssocID="{8BFBDCF5-5907-42CD-A174-33BEF20C4F6E}" presName="connectorText" presStyleLbl="sibTrans2D1" presStyleIdx="2" presStyleCnt="4"/>
      <dgm:spPr/>
    </dgm:pt>
    <dgm:pt modelId="{F2D91B32-5FAB-464F-AFF0-3061A61BCF77}" type="pres">
      <dgm:prSet presAssocID="{ADD9AF81-5340-4F51-9579-017EF83961C6}" presName="node" presStyleLbl="node1" presStyleIdx="3" presStyleCnt="5">
        <dgm:presLayoutVars>
          <dgm:bulletEnabled val="1"/>
        </dgm:presLayoutVars>
      </dgm:prSet>
      <dgm:spPr/>
    </dgm:pt>
    <dgm:pt modelId="{F529AC4C-6940-442E-AD90-CB16FE443101}" type="pres">
      <dgm:prSet presAssocID="{5AC2B8B8-2C18-478E-A64D-5C509EFFA201}" presName="sibTrans" presStyleLbl="sibTrans2D1" presStyleIdx="3" presStyleCnt="4"/>
      <dgm:spPr/>
    </dgm:pt>
    <dgm:pt modelId="{740C2FFA-0A0F-48F8-94C3-3CE7E23A619A}" type="pres">
      <dgm:prSet presAssocID="{5AC2B8B8-2C18-478E-A64D-5C509EFFA201}" presName="connectorText" presStyleLbl="sibTrans2D1" presStyleIdx="3" presStyleCnt="4"/>
      <dgm:spPr/>
    </dgm:pt>
    <dgm:pt modelId="{5627E902-CF83-4687-B9C6-4920488473F8}" type="pres">
      <dgm:prSet presAssocID="{4B2D9E61-B018-400A-84AD-524F43C217F1}" presName="node" presStyleLbl="node1" presStyleIdx="4" presStyleCnt="5">
        <dgm:presLayoutVars>
          <dgm:bulletEnabled val="1"/>
        </dgm:presLayoutVars>
      </dgm:prSet>
      <dgm:spPr/>
    </dgm:pt>
  </dgm:ptLst>
  <dgm:cxnLst>
    <dgm:cxn modelId="{B6B15E23-2288-4E53-AC6C-5C2C072B52CF}" srcId="{A5E483C9-A3BD-4F9A-8F9F-CDFA80B74485}" destId="{676B2E30-39F0-4B19-80A5-947E41665008}" srcOrd="1" destOrd="0" parTransId="{A7BFF212-4C41-40DE-9345-E8AAA8F4ACAD}" sibTransId="{6300F33D-AE15-417F-8922-C2991075A116}"/>
    <dgm:cxn modelId="{86206531-9CAC-4B60-A90B-2890084902F2}" type="presOf" srcId="{8BFBDCF5-5907-42CD-A174-33BEF20C4F6E}" destId="{4B42DA26-4F80-420A-9BB9-911FAC2E068F}" srcOrd="1" destOrd="0" presId="urn:microsoft.com/office/officeart/2005/8/layout/process1"/>
    <dgm:cxn modelId="{45A12939-DB9B-4994-8B18-229ADF51BDC4}" srcId="{A5E483C9-A3BD-4F9A-8F9F-CDFA80B74485}" destId="{ADD9AF81-5340-4F51-9579-017EF83961C6}" srcOrd="3" destOrd="0" parTransId="{D935D5DC-95CE-41C7-86D4-33A1934F86E3}" sibTransId="{5AC2B8B8-2C18-478E-A64D-5C509EFFA201}"/>
    <dgm:cxn modelId="{2EEB713A-FF98-483B-975A-C34A68B49328}" type="presOf" srcId="{4B2D9E61-B018-400A-84AD-524F43C217F1}" destId="{5627E902-CF83-4687-B9C6-4920488473F8}" srcOrd="0" destOrd="0" presId="urn:microsoft.com/office/officeart/2005/8/layout/process1"/>
    <dgm:cxn modelId="{4D5D523D-BC45-4B90-8179-71B0DA45E51E}" type="presOf" srcId="{A5E483C9-A3BD-4F9A-8F9F-CDFA80B74485}" destId="{B450C243-F3FF-4B55-BCF1-0CE4D57F4091}" srcOrd="0" destOrd="0" presId="urn:microsoft.com/office/officeart/2005/8/layout/process1"/>
    <dgm:cxn modelId="{530ACB60-D5FF-434E-839E-30196DC60F57}" type="presOf" srcId="{5AC2B8B8-2C18-478E-A64D-5C509EFFA201}" destId="{F529AC4C-6940-442E-AD90-CB16FE443101}" srcOrd="0" destOrd="0" presId="urn:microsoft.com/office/officeart/2005/8/layout/process1"/>
    <dgm:cxn modelId="{E410F059-00AC-4B9E-8F77-7D31A5A7E043}" type="presOf" srcId="{0CD145DC-1283-47D9-9842-9F28D9292403}" destId="{A7280906-DE55-492D-B5CB-040475BA6CF7}" srcOrd="0" destOrd="0" presId="urn:microsoft.com/office/officeart/2005/8/layout/process1"/>
    <dgm:cxn modelId="{8C786D81-09A9-4197-B49E-D1DE8C9DAFC5}" type="presOf" srcId="{676B2E30-39F0-4B19-80A5-947E41665008}" destId="{C1D3A877-193E-433E-996E-DE3797C7F529}" srcOrd="0" destOrd="0" presId="urn:microsoft.com/office/officeart/2005/8/layout/process1"/>
    <dgm:cxn modelId="{555C8181-422E-4293-A5B2-29CF411103B9}" srcId="{A5E483C9-A3BD-4F9A-8F9F-CDFA80B74485}" destId="{0CD145DC-1283-47D9-9842-9F28D9292403}" srcOrd="2" destOrd="0" parTransId="{0D9B67D3-2181-406C-92D3-DC1D56CD0CD8}" sibTransId="{8BFBDCF5-5907-42CD-A174-33BEF20C4F6E}"/>
    <dgm:cxn modelId="{6F8AFB89-8AD0-4134-ADEF-45E8EE274A39}" type="presOf" srcId="{5AC2B8B8-2C18-478E-A64D-5C509EFFA201}" destId="{740C2FFA-0A0F-48F8-94C3-3CE7E23A619A}" srcOrd="1" destOrd="0" presId="urn:microsoft.com/office/officeart/2005/8/layout/process1"/>
    <dgm:cxn modelId="{52A7718A-CE8F-4F3D-8533-3BBA7B358914}" type="presOf" srcId="{8BFBDCF5-5907-42CD-A174-33BEF20C4F6E}" destId="{EE278DE9-2FD7-4E9F-964F-D06A7AEA7EF1}" srcOrd="0" destOrd="0" presId="urn:microsoft.com/office/officeart/2005/8/layout/process1"/>
    <dgm:cxn modelId="{140C788D-0A68-457F-9223-92D8583F7BA6}" type="presOf" srcId="{FDBF41EA-DF9A-4A44-9AAC-097517E2463F}" destId="{2DC0BE8A-A50D-459F-8803-8F629D24FD59}" srcOrd="0" destOrd="0" presId="urn:microsoft.com/office/officeart/2005/8/layout/process1"/>
    <dgm:cxn modelId="{BC9B51A1-ACA8-4CBD-87E5-C9213C385E27}" srcId="{A5E483C9-A3BD-4F9A-8F9F-CDFA80B74485}" destId="{FDBF41EA-DF9A-4A44-9AAC-097517E2463F}" srcOrd="0" destOrd="0" parTransId="{CF759CB2-C87D-4427-A4B2-5AD3E63BC3B6}" sibTransId="{5A7B8353-D55C-40BC-AFA9-4101E69F0AAC}"/>
    <dgm:cxn modelId="{FAEBA3A9-65E4-4E56-BD44-0FDF4BB53CA3}" type="presOf" srcId="{5A7B8353-D55C-40BC-AFA9-4101E69F0AAC}" destId="{44BA6F07-9809-453E-B5B3-AB636F82DB9E}" srcOrd="0" destOrd="0" presId="urn:microsoft.com/office/officeart/2005/8/layout/process1"/>
    <dgm:cxn modelId="{DC8671C1-C772-4903-B932-442053DC490D}" type="presOf" srcId="{6300F33D-AE15-417F-8922-C2991075A116}" destId="{98B97CCD-AFF1-49BB-8170-C62165E0F732}" srcOrd="0" destOrd="0" presId="urn:microsoft.com/office/officeart/2005/8/layout/process1"/>
    <dgm:cxn modelId="{E07EF5CD-C1B4-46C5-A8B4-76F586868717}" type="presOf" srcId="{5A7B8353-D55C-40BC-AFA9-4101E69F0AAC}" destId="{99AE6907-DE4A-4A2A-9F71-3AA51CC83CB9}" srcOrd="1" destOrd="0" presId="urn:microsoft.com/office/officeart/2005/8/layout/process1"/>
    <dgm:cxn modelId="{64A8ADDB-7F55-4967-A773-992D3924EDF2}" type="presOf" srcId="{6300F33D-AE15-417F-8922-C2991075A116}" destId="{052C7B0B-AC64-435F-9087-F76A8F81AD70}" srcOrd="1" destOrd="0" presId="urn:microsoft.com/office/officeart/2005/8/layout/process1"/>
    <dgm:cxn modelId="{E8C0D4DF-2F85-4D3A-9BC9-597B3685054B}" srcId="{A5E483C9-A3BD-4F9A-8F9F-CDFA80B74485}" destId="{4B2D9E61-B018-400A-84AD-524F43C217F1}" srcOrd="4" destOrd="0" parTransId="{63D4C690-8281-4674-B114-B6D85853D193}" sibTransId="{EC99A658-5470-4A7D-BC4F-D35E465F7AE4}"/>
    <dgm:cxn modelId="{EE05C6E0-8C10-49EC-B59C-DA1A500CDE1B}" type="presOf" srcId="{ADD9AF81-5340-4F51-9579-017EF83961C6}" destId="{F2D91B32-5FAB-464F-AFF0-3061A61BCF77}" srcOrd="0" destOrd="0" presId="urn:microsoft.com/office/officeart/2005/8/layout/process1"/>
    <dgm:cxn modelId="{86D45AD4-B630-4F46-94BE-CE5D6DC874A4}" type="presParOf" srcId="{B450C243-F3FF-4B55-BCF1-0CE4D57F4091}" destId="{2DC0BE8A-A50D-459F-8803-8F629D24FD59}" srcOrd="0" destOrd="0" presId="urn:microsoft.com/office/officeart/2005/8/layout/process1"/>
    <dgm:cxn modelId="{C6ABF581-2D38-4A43-8D9E-7BC07462FFFC}" type="presParOf" srcId="{B450C243-F3FF-4B55-BCF1-0CE4D57F4091}" destId="{44BA6F07-9809-453E-B5B3-AB636F82DB9E}" srcOrd="1" destOrd="0" presId="urn:microsoft.com/office/officeart/2005/8/layout/process1"/>
    <dgm:cxn modelId="{6B887840-8F69-4700-9E95-647BCA460A23}" type="presParOf" srcId="{44BA6F07-9809-453E-B5B3-AB636F82DB9E}" destId="{99AE6907-DE4A-4A2A-9F71-3AA51CC83CB9}" srcOrd="0" destOrd="0" presId="urn:microsoft.com/office/officeart/2005/8/layout/process1"/>
    <dgm:cxn modelId="{267BA1CF-6D80-4647-9520-C47ACB3FB141}" type="presParOf" srcId="{B450C243-F3FF-4B55-BCF1-0CE4D57F4091}" destId="{C1D3A877-193E-433E-996E-DE3797C7F529}" srcOrd="2" destOrd="0" presId="urn:microsoft.com/office/officeart/2005/8/layout/process1"/>
    <dgm:cxn modelId="{B37EEC39-F296-4781-96EB-0729E759EE36}" type="presParOf" srcId="{B450C243-F3FF-4B55-BCF1-0CE4D57F4091}" destId="{98B97CCD-AFF1-49BB-8170-C62165E0F732}" srcOrd="3" destOrd="0" presId="urn:microsoft.com/office/officeart/2005/8/layout/process1"/>
    <dgm:cxn modelId="{F9F38611-0B80-4B29-B055-BC2B25D35625}" type="presParOf" srcId="{98B97CCD-AFF1-49BB-8170-C62165E0F732}" destId="{052C7B0B-AC64-435F-9087-F76A8F81AD70}" srcOrd="0" destOrd="0" presId="urn:microsoft.com/office/officeart/2005/8/layout/process1"/>
    <dgm:cxn modelId="{41EEAB84-9E0C-4A13-92AA-C1DA124202CC}" type="presParOf" srcId="{B450C243-F3FF-4B55-BCF1-0CE4D57F4091}" destId="{A7280906-DE55-492D-B5CB-040475BA6CF7}" srcOrd="4" destOrd="0" presId="urn:microsoft.com/office/officeart/2005/8/layout/process1"/>
    <dgm:cxn modelId="{C242412D-5E99-497A-BBF3-21AC216094D7}" type="presParOf" srcId="{B450C243-F3FF-4B55-BCF1-0CE4D57F4091}" destId="{EE278DE9-2FD7-4E9F-964F-D06A7AEA7EF1}" srcOrd="5" destOrd="0" presId="urn:microsoft.com/office/officeart/2005/8/layout/process1"/>
    <dgm:cxn modelId="{C9670570-B103-4B8C-9A7D-6F4AE93A4CD9}" type="presParOf" srcId="{EE278DE9-2FD7-4E9F-964F-D06A7AEA7EF1}" destId="{4B42DA26-4F80-420A-9BB9-911FAC2E068F}" srcOrd="0" destOrd="0" presId="urn:microsoft.com/office/officeart/2005/8/layout/process1"/>
    <dgm:cxn modelId="{3C8CEB5B-2BD7-49C5-B93A-72143BE2F851}" type="presParOf" srcId="{B450C243-F3FF-4B55-BCF1-0CE4D57F4091}" destId="{F2D91B32-5FAB-464F-AFF0-3061A61BCF77}" srcOrd="6" destOrd="0" presId="urn:microsoft.com/office/officeart/2005/8/layout/process1"/>
    <dgm:cxn modelId="{C0225908-8703-4D4F-9275-F236606009D7}" type="presParOf" srcId="{B450C243-F3FF-4B55-BCF1-0CE4D57F4091}" destId="{F529AC4C-6940-442E-AD90-CB16FE443101}" srcOrd="7" destOrd="0" presId="urn:microsoft.com/office/officeart/2005/8/layout/process1"/>
    <dgm:cxn modelId="{19562486-AEDE-43BD-8F74-67F76E82FAE8}" type="presParOf" srcId="{F529AC4C-6940-442E-AD90-CB16FE443101}" destId="{740C2FFA-0A0F-48F8-94C3-3CE7E23A619A}" srcOrd="0" destOrd="0" presId="urn:microsoft.com/office/officeart/2005/8/layout/process1"/>
    <dgm:cxn modelId="{2376B4D1-8B3D-4471-9E67-504941F20D4F}" type="presParOf" srcId="{B450C243-F3FF-4B55-BCF1-0CE4D57F4091}" destId="{5627E902-CF83-4687-B9C6-4920488473F8}" srcOrd="8"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B97D9ACD-0388-4779-BC97-66DFE131DEAC}" type="doc">
      <dgm:prSet loTypeId="urn:microsoft.com/office/officeart/2005/8/layout/matrix1" loCatId="matrix" qsTypeId="urn:microsoft.com/office/officeart/2005/8/quickstyle/simple1" qsCatId="simple" csTypeId="urn:microsoft.com/office/officeart/2005/8/colors/colorful5" csCatId="colorful" phldr="1"/>
      <dgm:spPr/>
      <dgm:t>
        <a:bodyPr/>
        <a:lstStyle/>
        <a:p>
          <a:endParaRPr lang="en-US"/>
        </a:p>
      </dgm:t>
    </dgm:pt>
    <dgm:pt modelId="{E7C5F8FA-9FB2-4523-86E5-1504EA61073A}">
      <dgm:prSet phldrT="[Text]"/>
      <dgm:spPr/>
      <dgm:t>
        <a:bodyPr/>
        <a:lstStyle/>
        <a:p>
          <a:r>
            <a:rPr lang="en-US" dirty="0">
              <a:solidFill>
                <a:srgbClr val="002060"/>
              </a:solidFill>
            </a:rPr>
            <a:t>Types of Regression</a:t>
          </a:r>
        </a:p>
      </dgm:t>
    </dgm:pt>
    <dgm:pt modelId="{3085BA91-88A4-4646-AB58-511C43C4013E}" type="parTrans" cxnId="{357012B7-1607-429E-A352-C73E50218EAA}">
      <dgm:prSet/>
      <dgm:spPr/>
      <dgm:t>
        <a:bodyPr/>
        <a:lstStyle/>
        <a:p>
          <a:endParaRPr lang="en-US"/>
        </a:p>
      </dgm:t>
    </dgm:pt>
    <dgm:pt modelId="{F45C802A-31AB-4A46-8C81-028271EEF26E}" type="sibTrans" cxnId="{357012B7-1607-429E-A352-C73E50218EAA}">
      <dgm:prSet/>
      <dgm:spPr/>
      <dgm:t>
        <a:bodyPr/>
        <a:lstStyle/>
        <a:p>
          <a:endParaRPr lang="en-US"/>
        </a:p>
      </dgm:t>
    </dgm:pt>
    <dgm:pt modelId="{F5604BF3-6D2D-4293-A335-33B11BA6EE63}">
      <dgm:prSet phldrT="[Text]" custT="1"/>
      <dgm:spPr/>
      <dgm:t>
        <a:bodyPr/>
        <a:lstStyle/>
        <a:p>
          <a:r>
            <a:rPr lang="en-US" sz="4000" b="1" dirty="0"/>
            <a:t>Simple</a:t>
          </a:r>
        </a:p>
        <a:p>
          <a:r>
            <a:rPr lang="en-US" sz="4000" b="1" dirty="0"/>
            <a:t>Regression</a:t>
          </a:r>
        </a:p>
      </dgm:t>
    </dgm:pt>
    <dgm:pt modelId="{A7F4C86F-93DC-4FC2-B5BB-B7BF44FEE74F}" type="parTrans" cxnId="{4CC31D84-1BF1-446C-BC0D-07E2A8908A8D}">
      <dgm:prSet/>
      <dgm:spPr/>
      <dgm:t>
        <a:bodyPr/>
        <a:lstStyle/>
        <a:p>
          <a:endParaRPr lang="en-US"/>
        </a:p>
      </dgm:t>
    </dgm:pt>
    <dgm:pt modelId="{F87C5D3D-83CD-4130-84BE-9476A6842CD1}" type="sibTrans" cxnId="{4CC31D84-1BF1-446C-BC0D-07E2A8908A8D}">
      <dgm:prSet/>
      <dgm:spPr/>
      <dgm:t>
        <a:bodyPr/>
        <a:lstStyle/>
        <a:p>
          <a:endParaRPr lang="en-US"/>
        </a:p>
      </dgm:t>
    </dgm:pt>
    <dgm:pt modelId="{7153397F-C690-4913-8082-75FA4E53433F}">
      <dgm:prSet phldrT="[Text]" custT="1"/>
      <dgm:spPr/>
      <dgm:t>
        <a:bodyPr/>
        <a:lstStyle/>
        <a:p>
          <a:r>
            <a:rPr lang="en-US" sz="4000" b="1" dirty="0"/>
            <a:t>Multiple</a:t>
          </a:r>
        </a:p>
        <a:p>
          <a:r>
            <a:rPr lang="en-US" sz="4000" b="1" dirty="0"/>
            <a:t>Regression</a:t>
          </a:r>
        </a:p>
      </dgm:t>
    </dgm:pt>
    <dgm:pt modelId="{A07F1A5D-E2DB-4BB0-B0FF-081D095EDFC8}" type="parTrans" cxnId="{9953E587-935D-4052-B27E-6678DBF37617}">
      <dgm:prSet/>
      <dgm:spPr/>
      <dgm:t>
        <a:bodyPr/>
        <a:lstStyle/>
        <a:p>
          <a:endParaRPr lang="en-US"/>
        </a:p>
      </dgm:t>
    </dgm:pt>
    <dgm:pt modelId="{8B032657-2F9B-443C-8D52-1719B1865CE5}" type="sibTrans" cxnId="{9953E587-935D-4052-B27E-6678DBF37617}">
      <dgm:prSet/>
      <dgm:spPr/>
      <dgm:t>
        <a:bodyPr/>
        <a:lstStyle/>
        <a:p>
          <a:endParaRPr lang="en-US"/>
        </a:p>
      </dgm:t>
    </dgm:pt>
    <dgm:pt modelId="{A111E78A-188D-4066-B41E-7AFBD1921AAE}">
      <dgm:prSet phldrT="[Text]" custT="1"/>
      <dgm:spPr/>
      <dgm:t>
        <a:bodyPr/>
        <a:lstStyle/>
        <a:p>
          <a:r>
            <a:rPr lang="en-US" sz="4000" b="1" dirty="0"/>
            <a:t>Linear</a:t>
          </a:r>
        </a:p>
        <a:p>
          <a:r>
            <a:rPr lang="en-US" sz="4000" b="1" dirty="0"/>
            <a:t>Regression</a:t>
          </a:r>
        </a:p>
      </dgm:t>
    </dgm:pt>
    <dgm:pt modelId="{BA2D0DE9-D064-4287-9416-9633D64CEEBD}" type="parTrans" cxnId="{A840260E-4DC2-401B-B34B-B8036AEAE40A}">
      <dgm:prSet/>
      <dgm:spPr/>
      <dgm:t>
        <a:bodyPr/>
        <a:lstStyle/>
        <a:p>
          <a:endParaRPr lang="en-US"/>
        </a:p>
      </dgm:t>
    </dgm:pt>
    <dgm:pt modelId="{CF84A5A4-B857-4609-88EF-EA941BC18791}" type="sibTrans" cxnId="{A840260E-4DC2-401B-B34B-B8036AEAE40A}">
      <dgm:prSet/>
      <dgm:spPr/>
      <dgm:t>
        <a:bodyPr/>
        <a:lstStyle/>
        <a:p>
          <a:endParaRPr lang="en-US"/>
        </a:p>
      </dgm:t>
    </dgm:pt>
    <dgm:pt modelId="{0A4FBFA6-A5C1-4E55-9DE5-60B02C308E69}">
      <dgm:prSet phldrT="[Text]" custT="1"/>
      <dgm:spPr/>
      <dgm:t>
        <a:bodyPr/>
        <a:lstStyle/>
        <a:p>
          <a:r>
            <a:rPr lang="en-US" sz="4000" b="1" dirty="0"/>
            <a:t>Nonlinear </a:t>
          </a:r>
        </a:p>
        <a:p>
          <a:r>
            <a:rPr lang="en-US" sz="4000" b="1" dirty="0"/>
            <a:t>Regression</a:t>
          </a:r>
        </a:p>
      </dgm:t>
    </dgm:pt>
    <dgm:pt modelId="{2A8FD7B8-AB92-4E4E-9EF0-B8B20199D074}" type="parTrans" cxnId="{C78E9358-13D6-499C-8B8F-F5CD7EF90F36}">
      <dgm:prSet/>
      <dgm:spPr/>
      <dgm:t>
        <a:bodyPr/>
        <a:lstStyle/>
        <a:p>
          <a:endParaRPr lang="en-US"/>
        </a:p>
      </dgm:t>
    </dgm:pt>
    <dgm:pt modelId="{AEBE468D-DE37-428B-91EB-02125466D965}" type="sibTrans" cxnId="{C78E9358-13D6-499C-8B8F-F5CD7EF90F36}">
      <dgm:prSet/>
      <dgm:spPr/>
      <dgm:t>
        <a:bodyPr/>
        <a:lstStyle/>
        <a:p>
          <a:endParaRPr lang="en-US"/>
        </a:p>
      </dgm:t>
    </dgm:pt>
    <dgm:pt modelId="{6EAF3E92-B2FE-4DB5-83AD-348F186C1529}" type="pres">
      <dgm:prSet presAssocID="{B97D9ACD-0388-4779-BC97-66DFE131DEAC}" presName="diagram" presStyleCnt="0">
        <dgm:presLayoutVars>
          <dgm:chMax val="1"/>
          <dgm:dir/>
          <dgm:animLvl val="ctr"/>
          <dgm:resizeHandles val="exact"/>
        </dgm:presLayoutVars>
      </dgm:prSet>
      <dgm:spPr/>
    </dgm:pt>
    <dgm:pt modelId="{F6645247-1DC4-4A1D-8BF4-20FFA4429C61}" type="pres">
      <dgm:prSet presAssocID="{B97D9ACD-0388-4779-BC97-66DFE131DEAC}" presName="matrix" presStyleCnt="0"/>
      <dgm:spPr/>
    </dgm:pt>
    <dgm:pt modelId="{519CA935-CE76-4A66-AF37-5C242712231E}" type="pres">
      <dgm:prSet presAssocID="{B97D9ACD-0388-4779-BC97-66DFE131DEAC}" presName="tile1" presStyleLbl="node1" presStyleIdx="0" presStyleCnt="4"/>
      <dgm:spPr/>
    </dgm:pt>
    <dgm:pt modelId="{41D02199-EAA1-4341-B773-1730D7934E73}" type="pres">
      <dgm:prSet presAssocID="{B97D9ACD-0388-4779-BC97-66DFE131DEAC}" presName="tile1text" presStyleLbl="node1" presStyleIdx="0" presStyleCnt="4">
        <dgm:presLayoutVars>
          <dgm:chMax val="0"/>
          <dgm:chPref val="0"/>
          <dgm:bulletEnabled val="1"/>
        </dgm:presLayoutVars>
      </dgm:prSet>
      <dgm:spPr/>
    </dgm:pt>
    <dgm:pt modelId="{8BA80FDA-357D-4628-B28C-52B661E0995A}" type="pres">
      <dgm:prSet presAssocID="{B97D9ACD-0388-4779-BC97-66DFE131DEAC}" presName="tile2" presStyleLbl="node1" presStyleIdx="1" presStyleCnt="4"/>
      <dgm:spPr/>
    </dgm:pt>
    <dgm:pt modelId="{296AE907-E010-4FE7-9C03-39B4E44600D7}" type="pres">
      <dgm:prSet presAssocID="{B97D9ACD-0388-4779-BC97-66DFE131DEAC}" presName="tile2text" presStyleLbl="node1" presStyleIdx="1" presStyleCnt="4">
        <dgm:presLayoutVars>
          <dgm:chMax val="0"/>
          <dgm:chPref val="0"/>
          <dgm:bulletEnabled val="1"/>
        </dgm:presLayoutVars>
      </dgm:prSet>
      <dgm:spPr/>
    </dgm:pt>
    <dgm:pt modelId="{8CA5AEA3-27E8-4182-B68A-D33BC036ED01}" type="pres">
      <dgm:prSet presAssocID="{B97D9ACD-0388-4779-BC97-66DFE131DEAC}" presName="tile3" presStyleLbl="node1" presStyleIdx="2" presStyleCnt="4"/>
      <dgm:spPr/>
    </dgm:pt>
    <dgm:pt modelId="{559A1BF5-B048-4032-A4A3-177FD54C2241}" type="pres">
      <dgm:prSet presAssocID="{B97D9ACD-0388-4779-BC97-66DFE131DEAC}" presName="tile3text" presStyleLbl="node1" presStyleIdx="2" presStyleCnt="4">
        <dgm:presLayoutVars>
          <dgm:chMax val="0"/>
          <dgm:chPref val="0"/>
          <dgm:bulletEnabled val="1"/>
        </dgm:presLayoutVars>
      </dgm:prSet>
      <dgm:spPr/>
    </dgm:pt>
    <dgm:pt modelId="{FDEB3F9F-FADC-4A4D-9DD5-F897C6AF6370}" type="pres">
      <dgm:prSet presAssocID="{B97D9ACD-0388-4779-BC97-66DFE131DEAC}" presName="tile4" presStyleLbl="node1" presStyleIdx="3" presStyleCnt="4"/>
      <dgm:spPr/>
    </dgm:pt>
    <dgm:pt modelId="{AE0A86D2-0290-43EE-9849-A1730A158839}" type="pres">
      <dgm:prSet presAssocID="{B97D9ACD-0388-4779-BC97-66DFE131DEAC}" presName="tile4text" presStyleLbl="node1" presStyleIdx="3" presStyleCnt="4">
        <dgm:presLayoutVars>
          <dgm:chMax val="0"/>
          <dgm:chPref val="0"/>
          <dgm:bulletEnabled val="1"/>
        </dgm:presLayoutVars>
      </dgm:prSet>
      <dgm:spPr/>
    </dgm:pt>
    <dgm:pt modelId="{0BC15D81-A538-484D-945C-D714018D5448}" type="pres">
      <dgm:prSet presAssocID="{B97D9ACD-0388-4779-BC97-66DFE131DEAC}" presName="centerTile" presStyleLbl="fgShp" presStyleIdx="0" presStyleCnt="1">
        <dgm:presLayoutVars>
          <dgm:chMax val="0"/>
          <dgm:chPref val="0"/>
        </dgm:presLayoutVars>
      </dgm:prSet>
      <dgm:spPr/>
    </dgm:pt>
  </dgm:ptLst>
  <dgm:cxnLst>
    <dgm:cxn modelId="{E6A96B08-02F1-4051-A68F-10C2B37E3F26}" type="presOf" srcId="{0A4FBFA6-A5C1-4E55-9DE5-60B02C308E69}" destId="{FDEB3F9F-FADC-4A4D-9DD5-F897C6AF6370}" srcOrd="0" destOrd="0" presId="urn:microsoft.com/office/officeart/2005/8/layout/matrix1"/>
    <dgm:cxn modelId="{A840260E-4DC2-401B-B34B-B8036AEAE40A}" srcId="{E7C5F8FA-9FB2-4523-86E5-1504EA61073A}" destId="{A111E78A-188D-4066-B41E-7AFBD1921AAE}" srcOrd="2" destOrd="0" parTransId="{BA2D0DE9-D064-4287-9416-9633D64CEEBD}" sibTransId="{CF84A5A4-B857-4609-88EF-EA941BC18791}"/>
    <dgm:cxn modelId="{80821139-BFB1-47E6-B4AD-83FE184AB2CB}" type="presOf" srcId="{A111E78A-188D-4066-B41E-7AFBD1921AAE}" destId="{559A1BF5-B048-4032-A4A3-177FD54C2241}" srcOrd="1" destOrd="0" presId="urn:microsoft.com/office/officeart/2005/8/layout/matrix1"/>
    <dgm:cxn modelId="{FA595A3C-9858-49B9-9BD6-7C83F0B7D2F6}" type="presOf" srcId="{0A4FBFA6-A5C1-4E55-9DE5-60B02C308E69}" destId="{AE0A86D2-0290-43EE-9849-A1730A158839}" srcOrd="1" destOrd="0" presId="urn:microsoft.com/office/officeart/2005/8/layout/matrix1"/>
    <dgm:cxn modelId="{E6536B62-7457-4A55-8916-E7E1CD2F4C47}" type="presOf" srcId="{F5604BF3-6D2D-4293-A335-33B11BA6EE63}" destId="{41D02199-EAA1-4341-B773-1730D7934E73}" srcOrd="1" destOrd="0" presId="urn:microsoft.com/office/officeart/2005/8/layout/matrix1"/>
    <dgm:cxn modelId="{F8B36B6D-19FB-4C11-A976-73BF1324D0E7}" type="presOf" srcId="{F5604BF3-6D2D-4293-A335-33B11BA6EE63}" destId="{519CA935-CE76-4A66-AF37-5C242712231E}" srcOrd="0" destOrd="0" presId="urn:microsoft.com/office/officeart/2005/8/layout/matrix1"/>
    <dgm:cxn modelId="{C78E9358-13D6-499C-8B8F-F5CD7EF90F36}" srcId="{E7C5F8FA-9FB2-4523-86E5-1504EA61073A}" destId="{0A4FBFA6-A5C1-4E55-9DE5-60B02C308E69}" srcOrd="3" destOrd="0" parTransId="{2A8FD7B8-AB92-4E4E-9EF0-B8B20199D074}" sibTransId="{AEBE468D-DE37-428B-91EB-02125466D965}"/>
    <dgm:cxn modelId="{4CC31D84-1BF1-446C-BC0D-07E2A8908A8D}" srcId="{E7C5F8FA-9FB2-4523-86E5-1504EA61073A}" destId="{F5604BF3-6D2D-4293-A335-33B11BA6EE63}" srcOrd="0" destOrd="0" parTransId="{A7F4C86F-93DC-4FC2-B5BB-B7BF44FEE74F}" sibTransId="{F87C5D3D-83CD-4130-84BE-9476A6842CD1}"/>
    <dgm:cxn modelId="{7350A184-79C1-4E51-8828-E5FEA0557B2A}" type="presOf" srcId="{E7C5F8FA-9FB2-4523-86E5-1504EA61073A}" destId="{0BC15D81-A538-484D-945C-D714018D5448}" srcOrd="0" destOrd="0" presId="urn:microsoft.com/office/officeart/2005/8/layout/matrix1"/>
    <dgm:cxn modelId="{9953E587-935D-4052-B27E-6678DBF37617}" srcId="{E7C5F8FA-9FB2-4523-86E5-1504EA61073A}" destId="{7153397F-C690-4913-8082-75FA4E53433F}" srcOrd="1" destOrd="0" parTransId="{A07F1A5D-E2DB-4BB0-B0FF-081D095EDFC8}" sibTransId="{8B032657-2F9B-443C-8D52-1719B1865CE5}"/>
    <dgm:cxn modelId="{59630B9E-91F0-4672-89D2-F2D8C747750C}" type="presOf" srcId="{A111E78A-188D-4066-B41E-7AFBD1921AAE}" destId="{8CA5AEA3-27E8-4182-B68A-D33BC036ED01}" srcOrd="0" destOrd="0" presId="urn:microsoft.com/office/officeart/2005/8/layout/matrix1"/>
    <dgm:cxn modelId="{7EC688AD-E5C6-4C5D-BF89-FBBC6464FB16}" type="presOf" srcId="{B97D9ACD-0388-4779-BC97-66DFE131DEAC}" destId="{6EAF3E92-B2FE-4DB5-83AD-348F186C1529}" srcOrd="0" destOrd="0" presId="urn:microsoft.com/office/officeart/2005/8/layout/matrix1"/>
    <dgm:cxn modelId="{357012B7-1607-429E-A352-C73E50218EAA}" srcId="{B97D9ACD-0388-4779-BC97-66DFE131DEAC}" destId="{E7C5F8FA-9FB2-4523-86E5-1504EA61073A}" srcOrd="0" destOrd="0" parTransId="{3085BA91-88A4-4646-AB58-511C43C4013E}" sibTransId="{F45C802A-31AB-4A46-8C81-028271EEF26E}"/>
    <dgm:cxn modelId="{69CF37CF-FD5C-45B2-8E92-BC89259C0BBD}" type="presOf" srcId="{7153397F-C690-4913-8082-75FA4E53433F}" destId="{8BA80FDA-357D-4628-B28C-52B661E0995A}" srcOrd="0" destOrd="0" presId="urn:microsoft.com/office/officeart/2005/8/layout/matrix1"/>
    <dgm:cxn modelId="{A9F272DA-24DF-486E-8C4F-A716C8C6D924}" type="presOf" srcId="{7153397F-C690-4913-8082-75FA4E53433F}" destId="{296AE907-E010-4FE7-9C03-39B4E44600D7}" srcOrd="1" destOrd="0" presId="urn:microsoft.com/office/officeart/2005/8/layout/matrix1"/>
    <dgm:cxn modelId="{7367840D-005A-4C9A-AAE5-4219564DBB6E}" type="presParOf" srcId="{6EAF3E92-B2FE-4DB5-83AD-348F186C1529}" destId="{F6645247-1DC4-4A1D-8BF4-20FFA4429C61}" srcOrd="0" destOrd="0" presId="urn:microsoft.com/office/officeart/2005/8/layout/matrix1"/>
    <dgm:cxn modelId="{569621A9-5F5E-413C-8128-B3D2BF63E81B}" type="presParOf" srcId="{F6645247-1DC4-4A1D-8BF4-20FFA4429C61}" destId="{519CA935-CE76-4A66-AF37-5C242712231E}" srcOrd="0" destOrd="0" presId="urn:microsoft.com/office/officeart/2005/8/layout/matrix1"/>
    <dgm:cxn modelId="{43F22084-8F8B-480E-ACA3-1187F11670B2}" type="presParOf" srcId="{F6645247-1DC4-4A1D-8BF4-20FFA4429C61}" destId="{41D02199-EAA1-4341-B773-1730D7934E73}" srcOrd="1" destOrd="0" presId="urn:microsoft.com/office/officeart/2005/8/layout/matrix1"/>
    <dgm:cxn modelId="{79C2A242-40E3-4B2C-B368-13AC34DDE029}" type="presParOf" srcId="{F6645247-1DC4-4A1D-8BF4-20FFA4429C61}" destId="{8BA80FDA-357D-4628-B28C-52B661E0995A}" srcOrd="2" destOrd="0" presId="urn:microsoft.com/office/officeart/2005/8/layout/matrix1"/>
    <dgm:cxn modelId="{ECA4A1B6-51E1-4B3B-AE2E-995A8B80E55C}" type="presParOf" srcId="{F6645247-1DC4-4A1D-8BF4-20FFA4429C61}" destId="{296AE907-E010-4FE7-9C03-39B4E44600D7}" srcOrd="3" destOrd="0" presId="urn:microsoft.com/office/officeart/2005/8/layout/matrix1"/>
    <dgm:cxn modelId="{461E5710-4AF5-4B6C-ACA5-4BF255018065}" type="presParOf" srcId="{F6645247-1DC4-4A1D-8BF4-20FFA4429C61}" destId="{8CA5AEA3-27E8-4182-B68A-D33BC036ED01}" srcOrd="4" destOrd="0" presId="urn:microsoft.com/office/officeart/2005/8/layout/matrix1"/>
    <dgm:cxn modelId="{8E63A56B-0B1F-4970-9C4E-7DECD49B4908}" type="presParOf" srcId="{F6645247-1DC4-4A1D-8BF4-20FFA4429C61}" destId="{559A1BF5-B048-4032-A4A3-177FD54C2241}" srcOrd="5" destOrd="0" presId="urn:microsoft.com/office/officeart/2005/8/layout/matrix1"/>
    <dgm:cxn modelId="{060D3A83-7993-4759-A41B-752C64733369}" type="presParOf" srcId="{F6645247-1DC4-4A1D-8BF4-20FFA4429C61}" destId="{FDEB3F9F-FADC-4A4D-9DD5-F897C6AF6370}" srcOrd="6" destOrd="0" presId="urn:microsoft.com/office/officeart/2005/8/layout/matrix1"/>
    <dgm:cxn modelId="{04B38E14-A82A-411E-82B6-663EDA917892}" type="presParOf" srcId="{F6645247-1DC4-4A1D-8BF4-20FFA4429C61}" destId="{AE0A86D2-0290-43EE-9849-A1730A158839}" srcOrd="7" destOrd="0" presId="urn:microsoft.com/office/officeart/2005/8/layout/matrix1"/>
    <dgm:cxn modelId="{301D5F23-45F0-429A-B7A8-7BFC7047B991}" type="presParOf" srcId="{6EAF3E92-B2FE-4DB5-83AD-348F186C1529}" destId="{0BC15D81-A538-484D-945C-D714018D5448}" srcOrd="1" destOrd="0" presId="urn:microsoft.com/office/officeart/2005/8/layout/matrix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252E7913-43A3-458B-9229-303E538A9503}" type="doc">
      <dgm:prSet loTypeId="urn:microsoft.com/office/officeart/2005/8/layout/cycle8" loCatId="cycle" qsTypeId="urn:microsoft.com/office/officeart/2005/8/quickstyle/3d2" qsCatId="3D" csTypeId="urn:microsoft.com/office/officeart/2005/8/colors/colorful5" csCatId="colorful" phldr="1"/>
      <dgm:spPr/>
      <dgm:t>
        <a:bodyPr/>
        <a:lstStyle/>
        <a:p>
          <a:endParaRPr lang="en-US"/>
        </a:p>
      </dgm:t>
    </dgm:pt>
    <dgm:pt modelId="{ADC23248-E6B3-453E-B22E-2E89B2E2DE71}">
      <dgm:prSet phldrT="[Text]"/>
      <dgm:spPr/>
      <dgm:t>
        <a:bodyPr/>
        <a:lstStyle/>
        <a:p>
          <a:r>
            <a:rPr lang="en-US" dirty="0"/>
            <a:t>Least Square</a:t>
          </a:r>
        </a:p>
      </dgm:t>
    </dgm:pt>
    <dgm:pt modelId="{7D8D35A9-45ED-4D7D-84CE-37F2FE9368DD}" type="parTrans" cxnId="{95576C5F-973B-4E0A-8BF8-9C05FE44B61A}">
      <dgm:prSet/>
      <dgm:spPr/>
      <dgm:t>
        <a:bodyPr/>
        <a:lstStyle/>
        <a:p>
          <a:endParaRPr lang="en-US"/>
        </a:p>
      </dgm:t>
    </dgm:pt>
    <dgm:pt modelId="{949DC4D6-2F27-427B-9E1B-75D025D3A4D2}" type="sibTrans" cxnId="{95576C5F-973B-4E0A-8BF8-9C05FE44B61A}">
      <dgm:prSet/>
      <dgm:spPr/>
      <dgm:t>
        <a:bodyPr/>
        <a:lstStyle/>
        <a:p>
          <a:endParaRPr lang="en-US"/>
        </a:p>
      </dgm:t>
    </dgm:pt>
    <dgm:pt modelId="{A68CDA2F-C9FF-4D7D-8886-F0422E38F6B8}">
      <dgm:prSet phldrT="[Text]"/>
      <dgm:spPr/>
      <dgm:t>
        <a:bodyPr/>
        <a:lstStyle/>
        <a:p>
          <a:r>
            <a:rPr lang="en-US" dirty="0"/>
            <a:t>Scatter Diagram</a:t>
          </a:r>
        </a:p>
      </dgm:t>
    </dgm:pt>
    <dgm:pt modelId="{87A54029-8438-458A-A15C-62D30A06042D}" type="parTrans" cxnId="{E2C748DA-C202-4B92-91D5-4EBF4A2B54D2}">
      <dgm:prSet/>
      <dgm:spPr/>
      <dgm:t>
        <a:bodyPr/>
        <a:lstStyle/>
        <a:p>
          <a:endParaRPr lang="en-US"/>
        </a:p>
      </dgm:t>
    </dgm:pt>
    <dgm:pt modelId="{C5058066-8C30-45FC-841D-87FECB24DB09}" type="sibTrans" cxnId="{E2C748DA-C202-4B92-91D5-4EBF4A2B54D2}">
      <dgm:prSet/>
      <dgm:spPr/>
      <dgm:t>
        <a:bodyPr/>
        <a:lstStyle/>
        <a:p>
          <a:endParaRPr lang="en-US"/>
        </a:p>
      </dgm:t>
    </dgm:pt>
    <dgm:pt modelId="{75E9FAB6-A635-4CC5-A6EE-67EE38C1B274}" type="pres">
      <dgm:prSet presAssocID="{252E7913-43A3-458B-9229-303E538A9503}" presName="compositeShape" presStyleCnt="0">
        <dgm:presLayoutVars>
          <dgm:chMax val="7"/>
          <dgm:dir/>
          <dgm:resizeHandles val="exact"/>
        </dgm:presLayoutVars>
      </dgm:prSet>
      <dgm:spPr/>
    </dgm:pt>
    <dgm:pt modelId="{78140C08-39CC-4FC3-AA14-4B5AB8EBE7C4}" type="pres">
      <dgm:prSet presAssocID="{252E7913-43A3-458B-9229-303E538A9503}" presName="wedge1" presStyleLbl="node1" presStyleIdx="0" presStyleCnt="2"/>
      <dgm:spPr/>
    </dgm:pt>
    <dgm:pt modelId="{F8D305B0-564F-4AAD-9CDB-7F3EC8EE29F0}" type="pres">
      <dgm:prSet presAssocID="{252E7913-43A3-458B-9229-303E538A9503}" presName="dummy1a" presStyleCnt="0"/>
      <dgm:spPr/>
    </dgm:pt>
    <dgm:pt modelId="{8A661EB6-5515-48B7-967D-9C19299FFC3D}" type="pres">
      <dgm:prSet presAssocID="{252E7913-43A3-458B-9229-303E538A9503}" presName="dummy1b" presStyleCnt="0"/>
      <dgm:spPr/>
    </dgm:pt>
    <dgm:pt modelId="{30EA8E94-8090-46E3-BA5F-F759839EB126}" type="pres">
      <dgm:prSet presAssocID="{252E7913-43A3-458B-9229-303E538A9503}" presName="wedge1Tx" presStyleLbl="node1" presStyleIdx="0" presStyleCnt="2">
        <dgm:presLayoutVars>
          <dgm:chMax val="0"/>
          <dgm:chPref val="0"/>
          <dgm:bulletEnabled val="1"/>
        </dgm:presLayoutVars>
      </dgm:prSet>
      <dgm:spPr/>
    </dgm:pt>
    <dgm:pt modelId="{975F847E-4CDF-4ECD-ADC1-3295CDE8909B}" type="pres">
      <dgm:prSet presAssocID="{252E7913-43A3-458B-9229-303E538A9503}" presName="wedge2" presStyleLbl="node1" presStyleIdx="1" presStyleCnt="2"/>
      <dgm:spPr/>
    </dgm:pt>
    <dgm:pt modelId="{DCC331C2-486B-47D7-A47B-1AC415D630F0}" type="pres">
      <dgm:prSet presAssocID="{252E7913-43A3-458B-9229-303E538A9503}" presName="dummy2a" presStyleCnt="0"/>
      <dgm:spPr/>
    </dgm:pt>
    <dgm:pt modelId="{0921F2A6-F079-4F2D-B05D-F5465AA84A12}" type="pres">
      <dgm:prSet presAssocID="{252E7913-43A3-458B-9229-303E538A9503}" presName="dummy2b" presStyleCnt="0"/>
      <dgm:spPr/>
    </dgm:pt>
    <dgm:pt modelId="{7CAA14FA-9588-48E2-A0AC-6EDEE42C7445}" type="pres">
      <dgm:prSet presAssocID="{252E7913-43A3-458B-9229-303E538A9503}" presName="wedge2Tx" presStyleLbl="node1" presStyleIdx="1" presStyleCnt="2">
        <dgm:presLayoutVars>
          <dgm:chMax val="0"/>
          <dgm:chPref val="0"/>
          <dgm:bulletEnabled val="1"/>
        </dgm:presLayoutVars>
      </dgm:prSet>
      <dgm:spPr/>
    </dgm:pt>
    <dgm:pt modelId="{9247D763-D865-43E4-B781-5612D169309C}" type="pres">
      <dgm:prSet presAssocID="{949DC4D6-2F27-427B-9E1B-75D025D3A4D2}" presName="arrowWedge1" presStyleLbl="fgSibTrans2D1" presStyleIdx="0" presStyleCnt="2"/>
      <dgm:spPr/>
    </dgm:pt>
    <dgm:pt modelId="{D123AC64-2D48-44F7-B8F9-414F78F247A8}" type="pres">
      <dgm:prSet presAssocID="{C5058066-8C30-45FC-841D-87FECB24DB09}" presName="arrowWedge2" presStyleLbl="fgSibTrans2D1" presStyleIdx="1" presStyleCnt="2"/>
      <dgm:spPr/>
    </dgm:pt>
  </dgm:ptLst>
  <dgm:cxnLst>
    <dgm:cxn modelId="{95576C5F-973B-4E0A-8BF8-9C05FE44B61A}" srcId="{252E7913-43A3-458B-9229-303E538A9503}" destId="{ADC23248-E6B3-453E-B22E-2E89B2E2DE71}" srcOrd="0" destOrd="0" parTransId="{7D8D35A9-45ED-4D7D-84CE-37F2FE9368DD}" sibTransId="{949DC4D6-2F27-427B-9E1B-75D025D3A4D2}"/>
    <dgm:cxn modelId="{CBFBFB73-52AC-452B-B102-458D05E94914}" type="presOf" srcId="{A68CDA2F-C9FF-4D7D-8886-F0422E38F6B8}" destId="{7CAA14FA-9588-48E2-A0AC-6EDEE42C7445}" srcOrd="1" destOrd="0" presId="urn:microsoft.com/office/officeart/2005/8/layout/cycle8"/>
    <dgm:cxn modelId="{E348119E-E2E2-4ECE-9F4D-B9308C9A7DBA}" type="presOf" srcId="{252E7913-43A3-458B-9229-303E538A9503}" destId="{75E9FAB6-A635-4CC5-A6EE-67EE38C1B274}" srcOrd="0" destOrd="0" presId="urn:microsoft.com/office/officeart/2005/8/layout/cycle8"/>
    <dgm:cxn modelId="{91F50FA4-9C12-412B-B149-408D86DC06A6}" type="presOf" srcId="{ADC23248-E6B3-453E-B22E-2E89B2E2DE71}" destId="{78140C08-39CC-4FC3-AA14-4B5AB8EBE7C4}" srcOrd="0" destOrd="0" presId="urn:microsoft.com/office/officeart/2005/8/layout/cycle8"/>
    <dgm:cxn modelId="{328395A6-D20F-434C-A20F-D8BA23FA7132}" type="presOf" srcId="{ADC23248-E6B3-453E-B22E-2E89B2E2DE71}" destId="{30EA8E94-8090-46E3-BA5F-F759839EB126}" srcOrd="1" destOrd="0" presId="urn:microsoft.com/office/officeart/2005/8/layout/cycle8"/>
    <dgm:cxn modelId="{0D498DC3-FAD3-465D-9E18-4B9A8E1DC717}" type="presOf" srcId="{A68CDA2F-C9FF-4D7D-8886-F0422E38F6B8}" destId="{975F847E-4CDF-4ECD-ADC1-3295CDE8909B}" srcOrd="0" destOrd="0" presId="urn:microsoft.com/office/officeart/2005/8/layout/cycle8"/>
    <dgm:cxn modelId="{E2C748DA-C202-4B92-91D5-4EBF4A2B54D2}" srcId="{252E7913-43A3-458B-9229-303E538A9503}" destId="{A68CDA2F-C9FF-4D7D-8886-F0422E38F6B8}" srcOrd="1" destOrd="0" parTransId="{87A54029-8438-458A-A15C-62D30A06042D}" sibTransId="{C5058066-8C30-45FC-841D-87FECB24DB09}"/>
    <dgm:cxn modelId="{EE3CDB3D-ABFB-4860-90EE-662C2383500B}" type="presParOf" srcId="{75E9FAB6-A635-4CC5-A6EE-67EE38C1B274}" destId="{78140C08-39CC-4FC3-AA14-4B5AB8EBE7C4}" srcOrd="0" destOrd="0" presId="urn:microsoft.com/office/officeart/2005/8/layout/cycle8"/>
    <dgm:cxn modelId="{AB8CF83D-FAE3-4DB6-BFB9-9D987D6457C9}" type="presParOf" srcId="{75E9FAB6-A635-4CC5-A6EE-67EE38C1B274}" destId="{F8D305B0-564F-4AAD-9CDB-7F3EC8EE29F0}" srcOrd="1" destOrd="0" presId="urn:microsoft.com/office/officeart/2005/8/layout/cycle8"/>
    <dgm:cxn modelId="{0D3C5F3E-A7AE-495E-B856-B9DC9D83CC06}" type="presParOf" srcId="{75E9FAB6-A635-4CC5-A6EE-67EE38C1B274}" destId="{8A661EB6-5515-48B7-967D-9C19299FFC3D}" srcOrd="2" destOrd="0" presId="urn:microsoft.com/office/officeart/2005/8/layout/cycle8"/>
    <dgm:cxn modelId="{71872B71-A6CE-4F7C-A251-B35524AD6D53}" type="presParOf" srcId="{75E9FAB6-A635-4CC5-A6EE-67EE38C1B274}" destId="{30EA8E94-8090-46E3-BA5F-F759839EB126}" srcOrd="3" destOrd="0" presId="urn:microsoft.com/office/officeart/2005/8/layout/cycle8"/>
    <dgm:cxn modelId="{444FB289-54F3-4E4F-907B-E8729A5BE698}" type="presParOf" srcId="{75E9FAB6-A635-4CC5-A6EE-67EE38C1B274}" destId="{975F847E-4CDF-4ECD-ADC1-3295CDE8909B}" srcOrd="4" destOrd="0" presId="urn:microsoft.com/office/officeart/2005/8/layout/cycle8"/>
    <dgm:cxn modelId="{54D4FF1C-D4EC-4CA0-AADC-630F749A2F4C}" type="presParOf" srcId="{75E9FAB6-A635-4CC5-A6EE-67EE38C1B274}" destId="{DCC331C2-486B-47D7-A47B-1AC415D630F0}" srcOrd="5" destOrd="0" presId="urn:microsoft.com/office/officeart/2005/8/layout/cycle8"/>
    <dgm:cxn modelId="{F17E07C4-96F3-4707-AAD8-69DD27D9C183}" type="presParOf" srcId="{75E9FAB6-A635-4CC5-A6EE-67EE38C1B274}" destId="{0921F2A6-F079-4F2D-B05D-F5465AA84A12}" srcOrd="6" destOrd="0" presId="urn:microsoft.com/office/officeart/2005/8/layout/cycle8"/>
    <dgm:cxn modelId="{766F0E86-EA7C-46C5-A00C-899B2497FDC0}" type="presParOf" srcId="{75E9FAB6-A635-4CC5-A6EE-67EE38C1B274}" destId="{7CAA14FA-9588-48E2-A0AC-6EDEE42C7445}" srcOrd="7" destOrd="0" presId="urn:microsoft.com/office/officeart/2005/8/layout/cycle8"/>
    <dgm:cxn modelId="{2F4C8988-3650-4E68-B13F-6B3DF1D6116A}" type="presParOf" srcId="{75E9FAB6-A635-4CC5-A6EE-67EE38C1B274}" destId="{9247D763-D865-43E4-B781-5612D169309C}" srcOrd="8" destOrd="0" presId="urn:microsoft.com/office/officeart/2005/8/layout/cycle8"/>
    <dgm:cxn modelId="{57E3CC12-962D-4967-ACF7-FCBD588D7B36}" type="presParOf" srcId="{75E9FAB6-A635-4CC5-A6EE-67EE38C1B274}" destId="{D123AC64-2D48-44F7-B8F9-414F78F247A8}" srcOrd="9" destOrd="0" presId="urn:microsoft.com/office/officeart/2005/8/layout/cycle8"/>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B97D9ACD-0388-4779-BC97-66DFE131DEAC}" type="doc">
      <dgm:prSet loTypeId="urn:microsoft.com/office/officeart/2005/8/layout/hierarchy4" loCatId="relationship" qsTypeId="urn:microsoft.com/office/officeart/2005/8/quickstyle/3d2" qsCatId="3D" csTypeId="urn:microsoft.com/office/officeart/2005/8/colors/colorful5" csCatId="colorful" phldr="1"/>
      <dgm:spPr/>
      <dgm:t>
        <a:bodyPr/>
        <a:lstStyle/>
        <a:p>
          <a:endParaRPr lang="en-US"/>
        </a:p>
      </dgm:t>
    </dgm:pt>
    <dgm:pt modelId="{F5604BF3-6D2D-4293-A335-33B11BA6EE63}">
      <dgm:prSet phldrT="[Text]" custT="1"/>
      <dgm:spPr>
        <a:solidFill>
          <a:srgbClr val="B84742"/>
        </a:solidFill>
      </dgm:spPr>
      <dgm:t>
        <a:bodyPr/>
        <a:lstStyle/>
        <a:p>
          <a:r>
            <a:rPr lang="en-US" sz="4000" b="1" dirty="0"/>
            <a:t>Line of Regression</a:t>
          </a:r>
        </a:p>
        <a:p>
          <a:r>
            <a:rPr lang="en-US" sz="4000" b="1" dirty="0"/>
            <a:t>of</a:t>
          </a:r>
        </a:p>
        <a:p>
          <a:r>
            <a:rPr lang="en-US" sz="4000" b="1" dirty="0"/>
            <a:t>y on x</a:t>
          </a:r>
        </a:p>
      </dgm:t>
    </dgm:pt>
    <dgm:pt modelId="{A7F4C86F-93DC-4FC2-B5BB-B7BF44FEE74F}" type="parTrans" cxnId="{4CC31D84-1BF1-446C-BC0D-07E2A8908A8D}">
      <dgm:prSet/>
      <dgm:spPr/>
      <dgm:t>
        <a:bodyPr/>
        <a:lstStyle/>
        <a:p>
          <a:endParaRPr lang="en-US"/>
        </a:p>
      </dgm:t>
    </dgm:pt>
    <dgm:pt modelId="{F87C5D3D-83CD-4130-84BE-9476A6842CD1}" type="sibTrans" cxnId="{4CC31D84-1BF1-446C-BC0D-07E2A8908A8D}">
      <dgm:prSet/>
      <dgm:spPr/>
      <dgm:t>
        <a:bodyPr/>
        <a:lstStyle/>
        <a:p>
          <a:endParaRPr lang="en-US"/>
        </a:p>
      </dgm:t>
    </dgm:pt>
    <dgm:pt modelId="{7153397F-C690-4913-8082-75FA4E53433F}">
      <dgm:prSet phldrT="[Text]" custT="1"/>
      <dgm:spPr>
        <a:solidFill>
          <a:srgbClr val="FF9801"/>
        </a:solidFill>
      </dgm:spPr>
      <dgm:t>
        <a:bodyPr/>
        <a:lstStyle/>
        <a:p>
          <a:r>
            <a:rPr lang="en-US" sz="4000" b="1" dirty="0"/>
            <a:t>Line of Regression</a:t>
          </a:r>
        </a:p>
        <a:p>
          <a:r>
            <a:rPr lang="en-US" sz="4000" b="1" dirty="0"/>
            <a:t>of</a:t>
          </a:r>
        </a:p>
        <a:p>
          <a:r>
            <a:rPr lang="en-US" sz="4000" b="1" dirty="0"/>
            <a:t>x on y</a:t>
          </a:r>
        </a:p>
      </dgm:t>
    </dgm:pt>
    <dgm:pt modelId="{A07F1A5D-E2DB-4BB0-B0FF-081D095EDFC8}" type="parTrans" cxnId="{9953E587-935D-4052-B27E-6678DBF37617}">
      <dgm:prSet/>
      <dgm:spPr/>
      <dgm:t>
        <a:bodyPr/>
        <a:lstStyle/>
        <a:p>
          <a:endParaRPr lang="en-US"/>
        </a:p>
      </dgm:t>
    </dgm:pt>
    <dgm:pt modelId="{8B032657-2F9B-443C-8D52-1719B1865CE5}" type="sibTrans" cxnId="{9953E587-935D-4052-B27E-6678DBF37617}">
      <dgm:prSet/>
      <dgm:spPr/>
      <dgm:t>
        <a:bodyPr/>
        <a:lstStyle/>
        <a:p>
          <a:endParaRPr lang="en-US"/>
        </a:p>
      </dgm:t>
    </dgm:pt>
    <dgm:pt modelId="{352E9F79-8CC1-4209-A352-4E74A1797433}" type="pres">
      <dgm:prSet presAssocID="{B97D9ACD-0388-4779-BC97-66DFE131DEAC}" presName="Name0" presStyleCnt="0">
        <dgm:presLayoutVars>
          <dgm:chPref val="1"/>
          <dgm:dir/>
          <dgm:animOne val="branch"/>
          <dgm:animLvl val="lvl"/>
          <dgm:resizeHandles/>
        </dgm:presLayoutVars>
      </dgm:prSet>
      <dgm:spPr/>
    </dgm:pt>
    <dgm:pt modelId="{D646D9C3-579A-4FA2-A2BD-CDB683818991}" type="pres">
      <dgm:prSet presAssocID="{F5604BF3-6D2D-4293-A335-33B11BA6EE63}" presName="vertOne" presStyleCnt="0"/>
      <dgm:spPr/>
    </dgm:pt>
    <dgm:pt modelId="{C09C3C07-ABA9-48F2-83DF-D8E821ACC495}" type="pres">
      <dgm:prSet presAssocID="{F5604BF3-6D2D-4293-A335-33B11BA6EE63}" presName="txOne" presStyleLbl="node0" presStyleIdx="0" presStyleCnt="2" custScaleX="103546">
        <dgm:presLayoutVars>
          <dgm:chPref val="3"/>
        </dgm:presLayoutVars>
      </dgm:prSet>
      <dgm:spPr>
        <a:prstGeom prst="pentagon">
          <a:avLst/>
        </a:prstGeom>
      </dgm:spPr>
    </dgm:pt>
    <dgm:pt modelId="{BDC3A669-0E9A-4623-9435-05A9A3C41A59}" type="pres">
      <dgm:prSet presAssocID="{F5604BF3-6D2D-4293-A335-33B11BA6EE63}" presName="horzOne" presStyleCnt="0"/>
      <dgm:spPr/>
    </dgm:pt>
    <dgm:pt modelId="{B06F47B0-13DE-4462-AE56-437FE75FC37F}" type="pres">
      <dgm:prSet presAssocID="{F87C5D3D-83CD-4130-84BE-9476A6842CD1}" presName="sibSpaceOne" presStyleCnt="0"/>
      <dgm:spPr/>
    </dgm:pt>
    <dgm:pt modelId="{79DBC034-1CFA-4507-A5D0-35D74B78E7D6}" type="pres">
      <dgm:prSet presAssocID="{7153397F-C690-4913-8082-75FA4E53433F}" presName="vertOne" presStyleCnt="0"/>
      <dgm:spPr/>
    </dgm:pt>
    <dgm:pt modelId="{A73A69B8-EA3A-43EC-9740-845C298FB65E}" type="pres">
      <dgm:prSet presAssocID="{7153397F-C690-4913-8082-75FA4E53433F}" presName="txOne" presStyleLbl="node0" presStyleIdx="1" presStyleCnt="2" custScaleX="103546">
        <dgm:presLayoutVars>
          <dgm:chPref val="3"/>
        </dgm:presLayoutVars>
      </dgm:prSet>
      <dgm:spPr>
        <a:prstGeom prst="pentagon">
          <a:avLst/>
        </a:prstGeom>
      </dgm:spPr>
    </dgm:pt>
    <dgm:pt modelId="{92643692-8628-4F7D-8A20-E1D518A5D2FE}" type="pres">
      <dgm:prSet presAssocID="{7153397F-C690-4913-8082-75FA4E53433F}" presName="horzOne" presStyleCnt="0"/>
      <dgm:spPr/>
    </dgm:pt>
  </dgm:ptLst>
  <dgm:cxnLst>
    <dgm:cxn modelId="{D7570710-01FC-4A50-8991-79045CF7ACCD}" type="presOf" srcId="{7153397F-C690-4913-8082-75FA4E53433F}" destId="{A73A69B8-EA3A-43EC-9740-845C298FB65E}" srcOrd="0" destOrd="0" presId="urn:microsoft.com/office/officeart/2005/8/layout/hierarchy4"/>
    <dgm:cxn modelId="{4CC31D84-1BF1-446C-BC0D-07E2A8908A8D}" srcId="{B97D9ACD-0388-4779-BC97-66DFE131DEAC}" destId="{F5604BF3-6D2D-4293-A335-33B11BA6EE63}" srcOrd="0" destOrd="0" parTransId="{A7F4C86F-93DC-4FC2-B5BB-B7BF44FEE74F}" sibTransId="{F87C5D3D-83CD-4130-84BE-9476A6842CD1}"/>
    <dgm:cxn modelId="{9953E587-935D-4052-B27E-6678DBF37617}" srcId="{B97D9ACD-0388-4779-BC97-66DFE131DEAC}" destId="{7153397F-C690-4913-8082-75FA4E53433F}" srcOrd="1" destOrd="0" parTransId="{A07F1A5D-E2DB-4BB0-B0FF-081D095EDFC8}" sibTransId="{8B032657-2F9B-443C-8D52-1719B1865CE5}"/>
    <dgm:cxn modelId="{25D6A9B9-836D-48E0-8663-2F2F2D9B0959}" type="presOf" srcId="{F5604BF3-6D2D-4293-A335-33B11BA6EE63}" destId="{C09C3C07-ABA9-48F2-83DF-D8E821ACC495}" srcOrd="0" destOrd="0" presId="urn:microsoft.com/office/officeart/2005/8/layout/hierarchy4"/>
    <dgm:cxn modelId="{4D7ECFBF-E73A-468A-B940-E4F72E57E3B2}" type="presOf" srcId="{B97D9ACD-0388-4779-BC97-66DFE131DEAC}" destId="{352E9F79-8CC1-4209-A352-4E74A1797433}" srcOrd="0" destOrd="0" presId="urn:microsoft.com/office/officeart/2005/8/layout/hierarchy4"/>
    <dgm:cxn modelId="{A45AD087-80F9-4C7F-A933-D6721794D2BD}" type="presParOf" srcId="{352E9F79-8CC1-4209-A352-4E74A1797433}" destId="{D646D9C3-579A-4FA2-A2BD-CDB683818991}" srcOrd="0" destOrd="0" presId="urn:microsoft.com/office/officeart/2005/8/layout/hierarchy4"/>
    <dgm:cxn modelId="{2E11C76A-1B19-4CC5-8FD0-E40ABB0D9310}" type="presParOf" srcId="{D646D9C3-579A-4FA2-A2BD-CDB683818991}" destId="{C09C3C07-ABA9-48F2-83DF-D8E821ACC495}" srcOrd="0" destOrd="0" presId="urn:microsoft.com/office/officeart/2005/8/layout/hierarchy4"/>
    <dgm:cxn modelId="{E8582D2A-5875-4BED-91AF-C3CDAF2247C5}" type="presParOf" srcId="{D646D9C3-579A-4FA2-A2BD-CDB683818991}" destId="{BDC3A669-0E9A-4623-9435-05A9A3C41A59}" srcOrd="1" destOrd="0" presId="urn:microsoft.com/office/officeart/2005/8/layout/hierarchy4"/>
    <dgm:cxn modelId="{5A57DF36-1ACD-4A62-A454-DFEF92711A03}" type="presParOf" srcId="{352E9F79-8CC1-4209-A352-4E74A1797433}" destId="{B06F47B0-13DE-4462-AE56-437FE75FC37F}" srcOrd="1" destOrd="0" presId="urn:microsoft.com/office/officeart/2005/8/layout/hierarchy4"/>
    <dgm:cxn modelId="{9045B7E6-468E-4BCC-B8A6-E187C8A60CA5}" type="presParOf" srcId="{352E9F79-8CC1-4209-A352-4E74A1797433}" destId="{79DBC034-1CFA-4507-A5D0-35D74B78E7D6}" srcOrd="2" destOrd="0" presId="urn:microsoft.com/office/officeart/2005/8/layout/hierarchy4"/>
    <dgm:cxn modelId="{47257FBC-2D8B-48A2-9AB4-15EAAB9A97AC}" type="presParOf" srcId="{79DBC034-1CFA-4507-A5D0-35D74B78E7D6}" destId="{A73A69B8-EA3A-43EC-9740-845C298FB65E}" srcOrd="0" destOrd="0" presId="urn:microsoft.com/office/officeart/2005/8/layout/hierarchy4"/>
    <dgm:cxn modelId="{BD6D3238-E050-4F38-A699-624C3EC7C5C8}" type="presParOf" srcId="{79DBC034-1CFA-4507-A5D0-35D74B78E7D6}" destId="{92643692-8628-4F7D-8A20-E1D518A5D2FE}" srcOrd="1" destOrd="0" presId="urn:microsoft.com/office/officeart/2005/8/layout/hierarchy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DFB4EC0E-2065-490D-934C-558EC53119E0}" type="doc">
      <dgm:prSet loTypeId="urn:microsoft.com/office/officeart/2005/8/layout/hList9" loCatId="list" qsTypeId="urn:microsoft.com/office/officeart/2005/8/quickstyle/3d3" qsCatId="3D" csTypeId="urn:microsoft.com/office/officeart/2005/8/colors/colorful5" csCatId="colorful" phldr="1"/>
      <dgm:spPr/>
      <dgm:t>
        <a:bodyPr/>
        <a:lstStyle/>
        <a:p>
          <a:endParaRPr lang="en-US"/>
        </a:p>
      </dgm:t>
    </dgm:pt>
    <dgm:pt modelId="{B7578BBD-97E8-4D04-B8CB-446F8A757443}">
      <dgm:prSet phldrT="[Text]"/>
      <dgm:spPr/>
      <dgm:t>
        <a:bodyPr/>
        <a:lstStyle/>
        <a:p>
          <a:r>
            <a:rPr lang="en-US" b="1" dirty="0"/>
            <a:t>Linear Curve</a:t>
          </a:r>
        </a:p>
      </dgm:t>
    </dgm:pt>
    <dgm:pt modelId="{E44D23B1-44DF-43E0-8F2E-0DEBA6177996}" type="parTrans" cxnId="{221826B9-B71A-4F96-B616-B94DB2F8CE75}">
      <dgm:prSet/>
      <dgm:spPr/>
      <dgm:t>
        <a:bodyPr/>
        <a:lstStyle/>
        <a:p>
          <a:endParaRPr lang="en-US"/>
        </a:p>
      </dgm:t>
    </dgm:pt>
    <dgm:pt modelId="{5E283C6A-AE3D-42E3-A3EE-FB6676B97EB3}" type="sibTrans" cxnId="{221826B9-B71A-4F96-B616-B94DB2F8CE75}">
      <dgm:prSet/>
      <dgm:spPr/>
      <dgm:t>
        <a:bodyPr/>
        <a:lstStyle/>
        <a:p>
          <a:endParaRPr lang="en-US"/>
        </a:p>
      </dgm:t>
    </dgm:pt>
    <dgm:pt modelId="{41FF536A-2B60-4B48-8192-4BB45D022B53}">
      <dgm:prSet phldrT="[Text]" custT="1"/>
      <dgm:spPr/>
      <dgm:t>
        <a:bodyPr/>
        <a:lstStyle/>
        <a:p>
          <a:pPr algn="ctr"/>
          <a:r>
            <a:rPr lang="en-US" sz="2800" dirty="0">
              <a:solidFill>
                <a:srgbClr val="7030A0"/>
              </a:solidFill>
            </a:rPr>
            <a:t>Straight</a:t>
          </a:r>
          <a:r>
            <a:rPr lang="en-US" sz="2800" dirty="0">
              <a:solidFill>
                <a:srgbClr val="002060"/>
              </a:solidFill>
            </a:rPr>
            <a:t> </a:t>
          </a:r>
          <a:r>
            <a:rPr lang="en-US" sz="2800" dirty="0">
              <a:solidFill>
                <a:srgbClr val="7030A0"/>
              </a:solidFill>
            </a:rPr>
            <a:t>line</a:t>
          </a:r>
        </a:p>
      </dgm:t>
    </dgm:pt>
    <dgm:pt modelId="{82F3B47C-0F72-4940-9ABF-2C5C2D87180A}" type="parTrans" cxnId="{79BD39E4-7DF8-4067-8CFE-187C74E1D04E}">
      <dgm:prSet/>
      <dgm:spPr/>
      <dgm:t>
        <a:bodyPr/>
        <a:lstStyle/>
        <a:p>
          <a:endParaRPr lang="en-US"/>
        </a:p>
      </dgm:t>
    </dgm:pt>
    <dgm:pt modelId="{EAF38AFA-1F9B-4A1B-9DE7-D271231E106F}" type="sibTrans" cxnId="{79BD39E4-7DF8-4067-8CFE-187C74E1D04E}">
      <dgm:prSet/>
      <dgm:spPr/>
      <dgm:t>
        <a:bodyPr/>
        <a:lstStyle/>
        <a:p>
          <a:endParaRPr lang="en-US"/>
        </a:p>
      </dgm:t>
    </dgm:pt>
    <mc:AlternateContent xmlns:mc="http://schemas.openxmlformats.org/markup-compatibility/2006" xmlns:a14="http://schemas.microsoft.com/office/drawing/2010/main">
      <mc:Choice Requires="a14">
        <dgm:pt modelId="{08E9D1C2-759A-4F37-A1AB-49A3D6317474}">
          <dgm:prSet phldrT="[Text]" custT="1"/>
          <dgm:spPr/>
          <dgm:t>
            <a:bodyPr/>
            <a:lstStyle/>
            <a:p>
              <a:pPr/>
              <a14:m>
                <m:oMathPara xmlns:m="http://schemas.openxmlformats.org/officeDocument/2006/math">
                  <m:oMathParaPr>
                    <m:jc m:val="center"/>
                  </m:oMathParaPr>
                  <m:oMath xmlns:m="http://schemas.openxmlformats.org/officeDocument/2006/math">
                    <m:r>
                      <a:rPr lang="en-US" sz="2800" b="1" i="0" smtClean="0">
                        <a:solidFill>
                          <a:srgbClr val="002060"/>
                        </a:solidFill>
                        <a:latin typeface="Cambria Math" panose="02040503050406030204" pitchFamily="18" charset="0"/>
                      </a:rPr>
                      <m:t>𝐲</m:t>
                    </m:r>
                    <m:r>
                      <a:rPr lang="en-US" sz="2800" b="1" i="0" smtClean="0">
                        <a:solidFill>
                          <a:srgbClr val="002060"/>
                        </a:solidFill>
                        <a:latin typeface="Cambria Math" panose="02040503050406030204" pitchFamily="18" charset="0"/>
                      </a:rPr>
                      <m:t>=</m:t>
                    </m:r>
                    <m:r>
                      <a:rPr lang="en-US" sz="2800" b="1" i="0" smtClean="0">
                        <a:solidFill>
                          <a:srgbClr val="002060"/>
                        </a:solidFill>
                        <a:latin typeface="Cambria Math" panose="02040503050406030204" pitchFamily="18" charset="0"/>
                      </a:rPr>
                      <m:t>𝐚</m:t>
                    </m:r>
                    <m:r>
                      <a:rPr lang="en-US" sz="2800" b="1" i="0" smtClean="0">
                        <a:solidFill>
                          <a:srgbClr val="002060"/>
                        </a:solidFill>
                        <a:latin typeface="Cambria Math" panose="02040503050406030204" pitchFamily="18" charset="0"/>
                      </a:rPr>
                      <m:t>+</m:t>
                    </m:r>
                    <m:r>
                      <a:rPr lang="en-US" sz="2800" b="1" i="0" smtClean="0">
                        <a:solidFill>
                          <a:srgbClr val="002060"/>
                        </a:solidFill>
                        <a:latin typeface="Cambria Math" panose="02040503050406030204" pitchFamily="18" charset="0"/>
                      </a:rPr>
                      <m:t>𝐛𝐱</m:t>
                    </m:r>
                  </m:oMath>
                </m:oMathPara>
              </a14:m>
              <a:endParaRPr lang="en-US" sz="2800" b="1" dirty="0">
                <a:solidFill>
                  <a:srgbClr val="002060"/>
                </a:solidFill>
              </a:endParaRPr>
            </a:p>
          </dgm:t>
        </dgm:pt>
      </mc:Choice>
      <mc:Fallback xmlns="">
        <dgm:pt modelId="{08E9D1C2-759A-4F37-A1AB-49A3D6317474}">
          <dgm:prSet phldrT="[Text]" custT="1"/>
          <dgm:spPr/>
          <dgm:t>
            <a:bodyPr/>
            <a:lstStyle/>
            <a:p>
              <a:pPr/>
              <a:r>
                <a:rPr lang="en-US" sz="2800" b="1" i="0" smtClean="0">
                  <a:solidFill>
                    <a:srgbClr val="002060"/>
                  </a:solidFill>
                  <a:latin typeface="Cambria Math" panose="02040503050406030204" pitchFamily="18" charset="0"/>
                </a:rPr>
                <a:t>𝐲=𝐚+𝐛𝐱</a:t>
              </a:r>
              <a:endParaRPr lang="en-US" sz="2800" b="1" dirty="0">
                <a:solidFill>
                  <a:srgbClr val="002060"/>
                </a:solidFill>
              </a:endParaRPr>
            </a:p>
          </dgm:t>
        </dgm:pt>
      </mc:Fallback>
    </mc:AlternateContent>
    <dgm:pt modelId="{1B7441EE-B2E6-4FA3-AF43-E095F39BE519}" type="parTrans" cxnId="{F4A53AA4-CD30-401D-BF6D-D68C2582D4E4}">
      <dgm:prSet/>
      <dgm:spPr/>
      <dgm:t>
        <a:bodyPr/>
        <a:lstStyle/>
        <a:p>
          <a:endParaRPr lang="en-US"/>
        </a:p>
      </dgm:t>
    </dgm:pt>
    <dgm:pt modelId="{52B1BF67-C1AF-47D8-AB1E-A9A95F791DF9}" type="sibTrans" cxnId="{F4A53AA4-CD30-401D-BF6D-D68C2582D4E4}">
      <dgm:prSet/>
      <dgm:spPr/>
      <dgm:t>
        <a:bodyPr/>
        <a:lstStyle/>
        <a:p>
          <a:endParaRPr lang="en-US"/>
        </a:p>
      </dgm:t>
    </dgm:pt>
    <dgm:pt modelId="{39205027-8FFC-47DC-94D1-63AC79FB3765}">
      <dgm:prSet phldrT="[Text]"/>
      <dgm:spPr/>
      <dgm:t>
        <a:bodyPr/>
        <a:lstStyle/>
        <a:p>
          <a:r>
            <a:rPr lang="en-US" b="1" dirty="0"/>
            <a:t>Quadratic</a:t>
          </a:r>
          <a:r>
            <a:rPr lang="en-US" dirty="0"/>
            <a:t> </a:t>
          </a:r>
          <a:r>
            <a:rPr lang="en-US" b="1" dirty="0"/>
            <a:t>Curve</a:t>
          </a:r>
        </a:p>
      </dgm:t>
    </dgm:pt>
    <dgm:pt modelId="{8C10D9B7-AB1A-498C-9F8D-BC2A9D40A7BC}" type="parTrans" cxnId="{8A1C619B-B0A4-423B-96FE-EF0EE2C1759C}">
      <dgm:prSet/>
      <dgm:spPr/>
      <dgm:t>
        <a:bodyPr/>
        <a:lstStyle/>
        <a:p>
          <a:endParaRPr lang="en-US"/>
        </a:p>
      </dgm:t>
    </dgm:pt>
    <dgm:pt modelId="{49E75810-AE00-4176-8C2F-822DB6D73F0E}" type="sibTrans" cxnId="{8A1C619B-B0A4-423B-96FE-EF0EE2C1759C}">
      <dgm:prSet/>
      <dgm:spPr/>
      <dgm:t>
        <a:bodyPr/>
        <a:lstStyle/>
        <a:p>
          <a:endParaRPr lang="en-US"/>
        </a:p>
      </dgm:t>
    </dgm:pt>
    <dgm:pt modelId="{D2362346-21CB-4A85-94FF-584DED25C7DB}">
      <dgm:prSet phldrT="[Text]" custT="1"/>
      <dgm:spPr/>
      <dgm:t>
        <a:bodyPr/>
        <a:lstStyle/>
        <a:p>
          <a:pPr algn="ctr"/>
          <a:r>
            <a:rPr lang="en-US" sz="2800" dirty="0">
              <a:solidFill>
                <a:srgbClr val="7030A0"/>
              </a:solidFill>
            </a:rPr>
            <a:t>Parabola</a:t>
          </a:r>
        </a:p>
      </dgm:t>
    </dgm:pt>
    <dgm:pt modelId="{0DE537A9-4905-47C5-B71A-8BF2C5197F02}" type="parTrans" cxnId="{AF9633B1-99B5-4A36-82F9-F259BFFC0B7B}">
      <dgm:prSet/>
      <dgm:spPr/>
      <dgm:t>
        <a:bodyPr/>
        <a:lstStyle/>
        <a:p>
          <a:endParaRPr lang="en-US"/>
        </a:p>
      </dgm:t>
    </dgm:pt>
    <dgm:pt modelId="{1178CC1B-B477-477B-B675-799F9CF6E07B}" type="sibTrans" cxnId="{AF9633B1-99B5-4A36-82F9-F259BFFC0B7B}">
      <dgm:prSet/>
      <dgm:spPr/>
      <dgm:t>
        <a:bodyPr/>
        <a:lstStyle/>
        <a:p>
          <a:endParaRPr lang="en-US"/>
        </a:p>
      </dgm:t>
    </dgm:pt>
    <mc:AlternateContent xmlns:mc="http://schemas.openxmlformats.org/markup-compatibility/2006" xmlns:a14="http://schemas.microsoft.com/office/drawing/2010/main">
      <mc:Choice Requires="a14">
        <dgm:pt modelId="{67E75C53-2562-480B-B478-7A1C0EE771CE}">
          <dgm:prSet phldrT="[Text]" custT="1"/>
          <dgm:spPr/>
          <dgm:t>
            <a:bodyPr/>
            <a:lstStyle/>
            <a:p>
              <a:pPr/>
              <a14:m>
                <m:oMathPara xmlns:m="http://schemas.openxmlformats.org/officeDocument/2006/math">
                  <m:oMathParaPr>
                    <m:jc m:val="centerGroup"/>
                  </m:oMathParaPr>
                  <m:oMath xmlns:m="http://schemas.openxmlformats.org/officeDocument/2006/math">
                    <m:r>
                      <a:rPr lang="en-US" sz="2800" b="1" i="1" smtClean="0">
                        <a:solidFill>
                          <a:srgbClr val="002060"/>
                        </a:solidFill>
                        <a:latin typeface="Cambria Math" panose="02040503050406030204" pitchFamily="18" charset="0"/>
                      </a:rPr>
                      <m:t>𝐲</m:t>
                    </m:r>
                    <m:r>
                      <a:rPr lang="en-US" sz="2800" b="1" smtClean="0">
                        <a:solidFill>
                          <a:srgbClr val="002060"/>
                        </a:solidFill>
                        <a:latin typeface="Cambria Math" panose="02040503050406030204" pitchFamily="18" charset="0"/>
                      </a:rPr>
                      <m:t>=</m:t>
                    </m:r>
                    <m:r>
                      <a:rPr lang="en-US" sz="2800" b="1" i="1" smtClean="0">
                        <a:solidFill>
                          <a:srgbClr val="002060"/>
                        </a:solidFill>
                        <a:latin typeface="Cambria Math" panose="02040503050406030204" pitchFamily="18" charset="0"/>
                      </a:rPr>
                      <m:t>𝐚</m:t>
                    </m:r>
                    <m:r>
                      <a:rPr lang="en-US" sz="2800" b="1" smtClean="0">
                        <a:solidFill>
                          <a:srgbClr val="002060"/>
                        </a:solidFill>
                        <a:latin typeface="Cambria Math" panose="02040503050406030204" pitchFamily="18" charset="0"/>
                      </a:rPr>
                      <m:t>+</m:t>
                    </m:r>
                    <m:r>
                      <a:rPr lang="en-US" sz="2800" b="1" i="1" smtClean="0">
                        <a:solidFill>
                          <a:srgbClr val="002060"/>
                        </a:solidFill>
                        <a:latin typeface="Cambria Math" panose="02040503050406030204" pitchFamily="18" charset="0"/>
                      </a:rPr>
                      <m:t>𝐛𝐱</m:t>
                    </m:r>
                    <m:r>
                      <a:rPr lang="en-US" sz="2800" b="1" i="0" smtClean="0">
                        <a:solidFill>
                          <a:srgbClr val="002060"/>
                        </a:solidFill>
                        <a:latin typeface="Cambria Math" panose="02040503050406030204" pitchFamily="18" charset="0"/>
                      </a:rPr>
                      <m:t>+</m:t>
                    </m:r>
                    <m:sSup>
                      <m:sSupPr>
                        <m:ctrlPr>
                          <a:rPr lang="en-US" sz="2800" b="1" i="1" smtClean="0">
                            <a:solidFill>
                              <a:srgbClr val="002060"/>
                            </a:solidFill>
                            <a:latin typeface="Cambria Math" panose="02040503050406030204" pitchFamily="18" charset="0"/>
                          </a:rPr>
                        </m:ctrlPr>
                      </m:sSupPr>
                      <m:e>
                        <m:r>
                          <a:rPr lang="en-US" sz="2800" b="1" i="0" smtClean="0">
                            <a:solidFill>
                              <a:srgbClr val="002060"/>
                            </a:solidFill>
                            <a:latin typeface="Cambria Math" panose="02040503050406030204" pitchFamily="18" charset="0"/>
                          </a:rPr>
                          <m:t>𝐜𝐱</m:t>
                        </m:r>
                      </m:e>
                      <m:sup>
                        <m:r>
                          <a:rPr lang="en-US" sz="2800" b="1" i="0" smtClean="0">
                            <a:solidFill>
                              <a:srgbClr val="002060"/>
                            </a:solidFill>
                            <a:latin typeface="Cambria Math" panose="02040503050406030204" pitchFamily="18" charset="0"/>
                          </a:rPr>
                          <m:t>𝟐</m:t>
                        </m:r>
                      </m:sup>
                    </m:sSup>
                  </m:oMath>
                </m:oMathPara>
              </a14:m>
              <a:endParaRPr lang="en-US" sz="2800" b="1" dirty="0">
                <a:solidFill>
                  <a:srgbClr val="002060"/>
                </a:solidFill>
              </a:endParaRPr>
            </a:p>
          </dgm:t>
        </dgm:pt>
      </mc:Choice>
      <mc:Fallback xmlns="">
        <dgm:pt modelId="{67E75C53-2562-480B-B478-7A1C0EE771CE}">
          <dgm:prSet phldrT="[Text]" custT="1"/>
          <dgm:spPr/>
          <dgm:t>
            <a:bodyPr/>
            <a:lstStyle/>
            <a:p>
              <a:r>
                <a:rPr lang="en-US" sz="2800" b="1" i="0" smtClean="0">
                  <a:solidFill>
                    <a:srgbClr val="002060"/>
                  </a:solidFill>
                  <a:latin typeface="Cambria Math" panose="02040503050406030204" pitchFamily="18" charset="0"/>
                </a:rPr>
                <a:t>𝐲=𝐚+𝐛𝐱</a:t>
              </a:r>
              <a:r>
                <a:rPr lang="en-US" sz="2800" b="1" i="0" smtClean="0">
                  <a:solidFill>
                    <a:srgbClr val="002060"/>
                  </a:solidFill>
                  <a:latin typeface="Cambria Math" panose="02040503050406030204" pitchFamily="18" charset="0"/>
                </a:rPr>
                <a:t>+〖𝐜𝐱〗^𝟐</a:t>
              </a:r>
              <a:endParaRPr lang="en-US" sz="2800" b="1" dirty="0">
                <a:solidFill>
                  <a:srgbClr val="002060"/>
                </a:solidFill>
              </a:endParaRPr>
            </a:p>
          </dgm:t>
        </dgm:pt>
      </mc:Fallback>
    </mc:AlternateContent>
    <dgm:pt modelId="{AD92D607-6D4F-462E-B207-D329022F7D62}" type="parTrans" cxnId="{3C4E026D-4889-4B6C-B635-DDA2A1D2DB01}">
      <dgm:prSet/>
      <dgm:spPr/>
      <dgm:t>
        <a:bodyPr/>
        <a:lstStyle/>
        <a:p>
          <a:endParaRPr lang="en-US"/>
        </a:p>
      </dgm:t>
    </dgm:pt>
    <dgm:pt modelId="{FEB2B9E4-4226-45D2-AB8D-2FE95A58DBF7}" type="sibTrans" cxnId="{3C4E026D-4889-4B6C-B635-DDA2A1D2DB01}">
      <dgm:prSet/>
      <dgm:spPr/>
      <dgm:t>
        <a:bodyPr/>
        <a:lstStyle/>
        <a:p>
          <a:endParaRPr lang="en-US"/>
        </a:p>
      </dgm:t>
    </dgm:pt>
    <dgm:pt modelId="{4363D245-8775-4354-8235-F39E0AC13E18}" type="pres">
      <dgm:prSet presAssocID="{DFB4EC0E-2065-490D-934C-558EC53119E0}" presName="list" presStyleCnt="0">
        <dgm:presLayoutVars>
          <dgm:dir/>
          <dgm:animLvl val="lvl"/>
        </dgm:presLayoutVars>
      </dgm:prSet>
      <dgm:spPr/>
    </dgm:pt>
    <dgm:pt modelId="{0FC2EB02-CC34-4C1A-9A02-8B8C20DFAC6E}" type="pres">
      <dgm:prSet presAssocID="{B7578BBD-97E8-4D04-B8CB-446F8A757443}" presName="posSpace" presStyleCnt="0"/>
      <dgm:spPr/>
    </dgm:pt>
    <dgm:pt modelId="{80EB8F99-7861-46BE-9481-901B059C00AB}" type="pres">
      <dgm:prSet presAssocID="{B7578BBD-97E8-4D04-B8CB-446F8A757443}" presName="vertFlow" presStyleCnt="0"/>
      <dgm:spPr/>
    </dgm:pt>
    <dgm:pt modelId="{D8CEF50C-1947-40AF-8F8D-0B5CBB32EA04}" type="pres">
      <dgm:prSet presAssocID="{B7578BBD-97E8-4D04-B8CB-446F8A757443}" presName="topSpace" presStyleCnt="0"/>
      <dgm:spPr/>
    </dgm:pt>
    <dgm:pt modelId="{59A8FF70-9F9B-4D79-AECB-A29A942E89DB}" type="pres">
      <dgm:prSet presAssocID="{B7578BBD-97E8-4D04-B8CB-446F8A757443}" presName="firstComp" presStyleCnt="0"/>
      <dgm:spPr/>
    </dgm:pt>
    <dgm:pt modelId="{2F05B29E-1B9F-4DEC-B79A-DC83E4149990}" type="pres">
      <dgm:prSet presAssocID="{B7578BBD-97E8-4D04-B8CB-446F8A757443}" presName="firstChild" presStyleLbl="bgAccFollowNode1" presStyleIdx="0" presStyleCnt="4" custScaleX="98497" custScaleY="67470"/>
      <dgm:spPr/>
    </dgm:pt>
    <dgm:pt modelId="{D1461D06-B62C-4107-B155-7B26249A8F44}" type="pres">
      <dgm:prSet presAssocID="{B7578BBD-97E8-4D04-B8CB-446F8A757443}" presName="firstChildTx" presStyleLbl="bgAccFollowNode1" presStyleIdx="0" presStyleCnt="4">
        <dgm:presLayoutVars>
          <dgm:bulletEnabled val="1"/>
        </dgm:presLayoutVars>
      </dgm:prSet>
      <dgm:spPr/>
    </dgm:pt>
    <dgm:pt modelId="{E2E603CE-44DE-461F-86D6-465E137B2BF4}" type="pres">
      <dgm:prSet presAssocID="{08E9D1C2-759A-4F37-A1AB-49A3D6317474}" presName="comp" presStyleCnt="0"/>
      <dgm:spPr/>
    </dgm:pt>
    <dgm:pt modelId="{469B5CA2-5F0F-4431-B59C-09710A2716AC}" type="pres">
      <dgm:prSet presAssocID="{08E9D1C2-759A-4F37-A1AB-49A3D6317474}" presName="child" presStyleLbl="bgAccFollowNode1" presStyleIdx="1" presStyleCnt="4" custScaleX="109111" custScaleY="67470"/>
      <dgm:spPr/>
    </dgm:pt>
    <dgm:pt modelId="{B4EE2EDE-9F87-4FBE-AD41-CFE7A8C8E39E}" type="pres">
      <dgm:prSet presAssocID="{08E9D1C2-759A-4F37-A1AB-49A3D6317474}" presName="childTx" presStyleLbl="bgAccFollowNode1" presStyleIdx="1" presStyleCnt="4">
        <dgm:presLayoutVars>
          <dgm:bulletEnabled val="1"/>
        </dgm:presLayoutVars>
      </dgm:prSet>
      <dgm:spPr/>
    </dgm:pt>
    <dgm:pt modelId="{1727AF6E-AA31-4E93-B386-F30977668410}" type="pres">
      <dgm:prSet presAssocID="{B7578BBD-97E8-4D04-B8CB-446F8A757443}" presName="negSpace" presStyleCnt="0"/>
      <dgm:spPr/>
    </dgm:pt>
    <dgm:pt modelId="{1B949808-C3B1-4B29-BC1D-7C5840D259FD}" type="pres">
      <dgm:prSet presAssocID="{B7578BBD-97E8-4D04-B8CB-446F8A757443}" presName="circle" presStyleLbl="node1" presStyleIdx="0" presStyleCnt="2"/>
      <dgm:spPr/>
    </dgm:pt>
    <dgm:pt modelId="{10E1965B-6140-4934-AA5B-6A88B0DC75C9}" type="pres">
      <dgm:prSet presAssocID="{5E283C6A-AE3D-42E3-A3EE-FB6676B97EB3}" presName="transSpace" presStyleCnt="0"/>
      <dgm:spPr/>
    </dgm:pt>
    <dgm:pt modelId="{A708441D-7D78-4277-99A9-D7629750FE4B}" type="pres">
      <dgm:prSet presAssocID="{39205027-8FFC-47DC-94D1-63AC79FB3765}" presName="posSpace" presStyleCnt="0"/>
      <dgm:spPr/>
    </dgm:pt>
    <dgm:pt modelId="{45419066-D7DE-47D2-B501-26F495178F64}" type="pres">
      <dgm:prSet presAssocID="{39205027-8FFC-47DC-94D1-63AC79FB3765}" presName="vertFlow" presStyleCnt="0"/>
      <dgm:spPr/>
    </dgm:pt>
    <dgm:pt modelId="{E5264CD3-9E1E-4FD9-BF1E-ABC814B34FF4}" type="pres">
      <dgm:prSet presAssocID="{39205027-8FFC-47DC-94D1-63AC79FB3765}" presName="topSpace" presStyleCnt="0"/>
      <dgm:spPr/>
    </dgm:pt>
    <dgm:pt modelId="{18E99AF6-A38A-413A-A924-94FD3A305307}" type="pres">
      <dgm:prSet presAssocID="{39205027-8FFC-47DC-94D1-63AC79FB3765}" presName="firstComp" presStyleCnt="0"/>
      <dgm:spPr/>
    </dgm:pt>
    <dgm:pt modelId="{A4221394-677D-4227-8D4A-248CECEE7FA3}" type="pres">
      <dgm:prSet presAssocID="{39205027-8FFC-47DC-94D1-63AC79FB3765}" presName="firstChild" presStyleLbl="bgAccFollowNode1" presStyleIdx="2" presStyleCnt="4" custScaleX="98497" custScaleY="67470"/>
      <dgm:spPr/>
    </dgm:pt>
    <dgm:pt modelId="{F5BF2A2A-B7F9-4A6A-BFE3-81EB9D70EF5E}" type="pres">
      <dgm:prSet presAssocID="{39205027-8FFC-47DC-94D1-63AC79FB3765}" presName="firstChildTx" presStyleLbl="bgAccFollowNode1" presStyleIdx="2" presStyleCnt="4">
        <dgm:presLayoutVars>
          <dgm:bulletEnabled val="1"/>
        </dgm:presLayoutVars>
      </dgm:prSet>
      <dgm:spPr/>
    </dgm:pt>
    <dgm:pt modelId="{85C19D6E-ED9E-4942-9310-D0EEBEBFD914}" type="pres">
      <dgm:prSet presAssocID="{67E75C53-2562-480B-B478-7A1C0EE771CE}" presName="comp" presStyleCnt="0"/>
      <dgm:spPr/>
    </dgm:pt>
    <dgm:pt modelId="{3A484D1E-07BF-47BD-B8E8-A53A4AA025C1}" type="pres">
      <dgm:prSet presAssocID="{67E75C53-2562-480B-B478-7A1C0EE771CE}" presName="child" presStyleLbl="bgAccFollowNode1" presStyleIdx="3" presStyleCnt="4" custScaleX="109111" custScaleY="67470"/>
      <dgm:spPr/>
    </dgm:pt>
    <dgm:pt modelId="{FA58D2F7-6C9A-40BD-B546-B17BB8E9847D}" type="pres">
      <dgm:prSet presAssocID="{67E75C53-2562-480B-B478-7A1C0EE771CE}" presName="childTx" presStyleLbl="bgAccFollowNode1" presStyleIdx="3" presStyleCnt="4">
        <dgm:presLayoutVars>
          <dgm:bulletEnabled val="1"/>
        </dgm:presLayoutVars>
      </dgm:prSet>
      <dgm:spPr/>
    </dgm:pt>
    <dgm:pt modelId="{B7F0265C-35E5-400C-947F-F8429AB87AA4}" type="pres">
      <dgm:prSet presAssocID="{39205027-8FFC-47DC-94D1-63AC79FB3765}" presName="negSpace" presStyleCnt="0"/>
      <dgm:spPr/>
    </dgm:pt>
    <dgm:pt modelId="{B3C7F712-D1F6-4F71-82C9-DAB6542BD890}" type="pres">
      <dgm:prSet presAssocID="{39205027-8FFC-47DC-94D1-63AC79FB3765}" presName="circle" presStyleLbl="node1" presStyleIdx="1" presStyleCnt="2"/>
      <dgm:spPr/>
    </dgm:pt>
  </dgm:ptLst>
  <dgm:cxnLst>
    <dgm:cxn modelId="{AD71B111-6551-4057-962A-58E1E9542F3A}" type="presOf" srcId="{67E75C53-2562-480B-B478-7A1C0EE771CE}" destId="{FA58D2F7-6C9A-40BD-B546-B17BB8E9847D}" srcOrd="1" destOrd="0" presId="urn:microsoft.com/office/officeart/2005/8/layout/hList9"/>
    <dgm:cxn modelId="{C03ED319-415E-47DE-B655-5423687B2A29}" type="presOf" srcId="{08E9D1C2-759A-4F37-A1AB-49A3D6317474}" destId="{469B5CA2-5F0F-4431-B59C-09710A2716AC}" srcOrd="0" destOrd="0" presId="urn:microsoft.com/office/officeart/2005/8/layout/hList9"/>
    <dgm:cxn modelId="{83DBC022-B0BD-47C4-B674-C5C2D052C19D}" type="presOf" srcId="{67E75C53-2562-480B-B478-7A1C0EE771CE}" destId="{3A484D1E-07BF-47BD-B8E8-A53A4AA025C1}" srcOrd="0" destOrd="0" presId="urn:microsoft.com/office/officeart/2005/8/layout/hList9"/>
    <dgm:cxn modelId="{82248933-92DB-43F1-ADBD-5EA00614E318}" type="presOf" srcId="{39205027-8FFC-47DC-94D1-63AC79FB3765}" destId="{B3C7F712-D1F6-4F71-82C9-DAB6542BD890}" srcOrd="0" destOrd="0" presId="urn:microsoft.com/office/officeart/2005/8/layout/hList9"/>
    <dgm:cxn modelId="{B42C4A3F-9FE5-454D-9CA9-58E440B3C6DA}" type="presOf" srcId="{DFB4EC0E-2065-490D-934C-558EC53119E0}" destId="{4363D245-8775-4354-8235-F39E0AC13E18}" srcOrd="0" destOrd="0" presId="urn:microsoft.com/office/officeart/2005/8/layout/hList9"/>
    <dgm:cxn modelId="{3C4E026D-4889-4B6C-B635-DDA2A1D2DB01}" srcId="{39205027-8FFC-47DC-94D1-63AC79FB3765}" destId="{67E75C53-2562-480B-B478-7A1C0EE771CE}" srcOrd="1" destOrd="0" parTransId="{AD92D607-6D4F-462E-B207-D329022F7D62}" sibTransId="{FEB2B9E4-4226-45D2-AB8D-2FE95A58DBF7}"/>
    <dgm:cxn modelId="{2D90A34D-FC48-4024-A335-9A8ED8D66591}" type="presOf" srcId="{D2362346-21CB-4A85-94FF-584DED25C7DB}" destId="{A4221394-677D-4227-8D4A-248CECEE7FA3}" srcOrd="0" destOrd="0" presId="urn:microsoft.com/office/officeart/2005/8/layout/hList9"/>
    <dgm:cxn modelId="{923AAD76-44B6-4599-9D3A-116AF145D8D2}" type="presOf" srcId="{B7578BBD-97E8-4D04-B8CB-446F8A757443}" destId="{1B949808-C3B1-4B29-BC1D-7C5840D259FD}" srcOrd="0" destOrd="0" presId="urn:microsoft.com/office/officeart/2005/8/layout/hList9"/>
    <dgm:cxn modelId="{8A1C619B-B0A4-423B-96FE-EF0EE2C1759C}" srcId="{DFB4EC0E-2065-490D-934C-558EC53119E0}" destId="{39205027-8FFC-47DC-94D1-63AC79FB3765}" srcOrd="1" destOrd="0" parTransId="{8C10D9B7-AB1A-498C-9F8D-BC2A9D40A7BC}" sibTransId="{49E75810-AE00-4176-8C2F-822DB6D73F0E}"/>
    <dgm:cxn modelId="{F4A53AA4-CD30-401D-BF6D-D68C2582D4E4}" srcId="{B7578BBD-97E8-4D04-B8CB-446F8A757443}" destId="{08E9D1C2-759A-4F37-A1AB-49A3D6317474}" srcOrd="1" destOrd="0" parTransId="{1B7441EE-B2E6-4FA3-AF43-E095F39BE519}" sibTransId="{52B1BF67-C1AF-47D8-AB1E-A9A95F791DF9}"/>
    <dgm:cxn modelId="{955CF7A6-2CE6-4F7E-907F-B58FC2A20A34}" type="presOf" srcId="{41FF536A-2B60-4B48-8192-4BB45D022B53}" destId="{D1461D06-B62C-4107-B155-7B26249A8F44}" srcOrd="1" destOrd="0" presId="urn:microsoft.com/office/officeart/2005/8/layout/hList9"/>
    <dgm:cxn modelId="{AF9633B1-99B5-4A36-82F9-F259BFFC0B7B}" srcId="{39205027-8FFC-47DC-94D1-63AC79FB3765}" destId="{D2362346-21CB-4A85-94FF-584DED25C7DB}" srcOrd="0" destOrd="0" parTransId="{0DE537A9-4905-47C5-B71A-8BF2C5197F02}" sibTransId="{1178CC1B-B477-477B-B675-799F9CF6E07B}"/>
    <dgm:cxn modelId="{221826B9-B71A-4F96-B616-B94DB2F8CE75}" srcId="{DFB4EC0E-2065-490D-934C-558EC53119E0}" destId="{B7578BBD-97E8-4D04-B8CB-446F8A757443}" srcOrd="0" destOrd="0" parTransId="{E44D23B1-44DF-43E0-8F2E-0DEBA6177996}" sibTransId="{5E283C6A-AE3D-42E3-A3EE-FB6676B97EB3}"/>
    <dgm:cxn modelId="{AA8DAFD5-750F-4CD2-A267-482C2750CBA3}" type="presOf" srcId="{41FF536A-2B60-4B48-8192-4BB45D022B53}" destId="{2F05B29E-1B9F-4DEC-B79A-DC83E4149990}" srcOrd="0" destOrd="0" presId="urn:microsoft.com/office/officeart/2005/8/layout/hList9"/>
    <dgm:cxn modelId="{7FB935D8-1002-419F-8B79-A552368728DD}" type="presOf" srcId="{08E9D1C2-759A-4F37-A1AB-49A3D6317474}" destId="{B4EE2EDE-9F87-4FBE-AD41-CFE7A8C8E39E}" srcOrd="1" destOrd="0" presId="urn:microsoft.com/office/officeart/2005/8/layout/hList9"/>
    <dgm:cxn modelId="{79BD39E4-7DF8-4067-8CFE-187C74E1D04E}" srcId="{B7578BBD-97E8-4D04-B8CB-446F8A757443}" destId="{41FF536A-2B60-4B48-8192-4BB45D022B53}" srcOrd="0" destOrd="0" parTransId="{82F3B47C-0F72-4940-9ABF-2C5C2D87180A}" sibTransId="{EAF38AFA-1F9B-4A1B-9DE7-D271231E106F}"/>
    <dgm:cxn modelId="{1ECC5BE9-CF63-4599-8BF7-9FFEC65FFE53}" type="presOf" srcId="{D2362346-21CB-4A85-94FF-584DED25C7DB}" destId="{F5BF2A2A-B7F9-4A6A-BFE3-81EB9D70EF5E}" srcOrd="1" destOrd="0" presId="urn:microsoft.com/office/officeart/2005/8/layout/hList9"/>
    <dgm:cxn modelId="{1BB52E4A-F421-4655-921E-2D9CBBF9F5F4}" type="presParOf" srcId="{4363D245-8775-4354-8235-F39E0AC13E18}" destId="{0FC2EB02-CC34-4C1A-9A02-8B8C20DFAC6E}" srcOrd="0" destOrd="0" presId="urn:microsoft.com/office/officeart/2005/8/layout/hList9"/>
    <dgm:cxn modelId="{091383E4-74A5-42EC-9C27-1A4D98164ED9}" type="presParOf" srcId="{4363D245-8775-4354-8235-F39E0AC13E18}" destId="{80EB8F99-7861-46BE-9481-901B059C00AB}" srcOrd="1" destOrd="0" presId="urn:microsoft.com/office/officeart/2005/8/layout/hList9"/>
    <dgm:cxn modelId="{FF6FD8D9-A2AE-4AD3-B7AC-E1E744F6FA6A}" type="presParOf" srcId="{80EB8F99-7861-46BE-9481-901B059C00AB}" destId="{D8CEF50C-1947-40AF-8F8D-0B5CBB32EA04}" srcOrd="0" destOrd="0" presId="urn:microsoft.com/office/officeart/2005/8/layout/hList9"/>
    <dgm:cxn modelId="{0B5C7C69-0F6E-47B8-A33A-72A029BC7AE0}" type="presParOf" srcId="{80EB8F99-7861-46BE-9481-901B059C00AB}" destId="{59A8FF70-9F9B-4D79-AECB-A29A942E89DB}" srcOrd="1" destOrd="0" presId="urn:microsoft.com/office/officeart/2005/8/layout/hList9"/>
    <dgm:cxn modelId="{EE00D807-E7EB-48C1-A082-691F16B76AF9}" type="presParOf" srcId="{59A8FF70-9F9B-4D79-AECB-A29A942E89DB}" destId="{2F05B29E-1B9F-4DEC-B79A-DC83E4149990}" srcOrd="0" destOrd="0" presId="urn:microsoft.com/office/officeart/2005/8/layout/hList9"/>
    <dgm:cxn modelId="{515B8766-2367-47D1-8928-D9C574C796C2}" type="presParOf" srcId="{59A8FF70-9F9B-4D79-AECB-A29A942E89DB}" destId="{D1461D06-B62C-4107-B155-7B26249A8F44}" srcOrd="1" destOrd="0" presId="urn:microsoft.com/office/officeart/2005/8/layout/hList9"/>
    <dgm:cxn modelId="{01295DA9-6394-4C66-937B-824A49A62585}" type="presParOf" srcId="{80EB8F99-7861-46BE-9481-901B059C00AB}" destId="{E2E603CE-44DE-461F-86D6-465E137B2BF4}" srcOrd="2" destOrd="0" presId="urn:microsoft.com/office/officeart/2005/8/layout/hList9"/>
    <dgm:cxn modelId="{95ACD177-E44A-4F2A-8BD0-27B669A5D8C3}" type="presParOf" srcId="{E2E603CE-44DE-461F-86D6-465E137B2BF4}" destId="{469B5CA2-5F0F-4431-B59C-09710A2716AC}" srcOrd="0" destOrd="0" presId="urn:microsoft.com/office/officeart/2005/8/layout/hList9"/>
    <dgm:cxn modelId="{D0C33CE9-BC26-4EAA-8D63-D83C870F68BA}" type="presParOf" srcId="{E2E603CE-44DE-461F-86D6-465E137B2BF4}" destId="{B4EE2EDE-9F87-4FBE-AD41-CFE7A8C8E39E}" srcOrd="1" destOrd="0" presId="urn:microsoft.com/office/officeart/2005/8/layout/hList9"/>
    <dgm:cxn modelId="{04A5A215-D953-4B46-8606-F240DC883991}" type="presParOf" srcId="{4363D245-8775-4354-8235-F39E0AC13E18}" destId="{1727AF6E-AA31-4E93-B386-F30977668410}" srcOrd="2" destOrd="0" presId="urn:microsoft.com/office/officeart/2005/8/layout/hList9"/>
    <dgm:cxn modelId="{3F2F540F-0A37-4335-8797-3A198E24807B}" type="presParOf" srcId="{4363D245-8775-4354-8235-F39E0AC13E18}" destId="{1B949808-C3B1-4B29-BC1D-7C5840D259FD}" srcOrd="3" destOrd="0" presId="urn:microsoft.com/office/officeart/2005/8/layout/hList9"/>
    <dgm:cxn modelId="{9DC9DE18-D9E1-4D86-A441-63E047A48C05}" type="presParOf" srcId="{4363D245-8775-4354-8235-F39E0AC13E18}" destId="{10E1965B-6140-4934-AA5B-6A88B0DC75C9}" srcOrd="4" destOrd="0" presId="urn:microsoft.com/office/officeart/2005/8/layout/hList9"/>
    <dgm:cxn modelId="{4DF52B06-E063-4D84-95F4-33A7E86CC545}" type="presParOf" srcId="{4363D245-8775-4354-8235-F39E0AC13E18}" destId="{A708441D-7D78-4277-99A9-D7629750FE4B}" srcOrd="5" destOrd="0" presId="urn:microsoft.com/office/officeart/2005/8/layout/hList9"/>
    <dgm:cxn modelId="{0917C5C2-F5C4-4D4C-A36B-6E1E0E2B09D3}" type="presParOf" srcId="{4363D245-8775-4354-8235-F39E0AC13E18}" destId="{45419066-D7DE-47D2-B501-26F495178F64}" srcOrd="6" destOrd="0" presId="urn:microsoft.com/office/officeart/2005/8/layout/hList9"/>
    <dgm:cxn modelId="{19D029D1-2890-46DA-8799-C4C1E8086A12}" type="presParOf" srcId="{45419066-D7DE-47D2-B501-26F495178F64}" destId="{E5264CD3-9E1E-4FD9-BF1E-ABC814B34FF4}" srcOrd="0" destOrd="0" presId="urn:microsoft.com/office/officeart/2005/8/layout/hList9"/>
    <dgm:cxn modelId="{403C5B5E-9DEB-41FB-98C1-B3B64E32E06D}" type="presParOf" srcId="{45419066-D7DE-47D2-B501-26F495178F64}" destId="{18E99AF6-A38A-413A-A924-94FD3A305307}" srcOrd="1" destOrd="0" presId="urn:microsoft.com/office/officeart/2005/8/layout/hList9"/>
    <dgm:cxn modelId="{496352A6-8017-4DBA-8F5F-4A774ED843DE}" type="presParOf" srcId="{18E99AF6-A38A-413A-A924-94FD3A305307}" destId="{A4221394-677D-4227-8D4A-248CECEE7FA3}" srcOrd="0" destOrd="0" presId="urn:microsoft.com/office/officeart/2005/8/layout/hList9"/>
    <dgm:cxn modelId="{37EE14F6-BAAF-470A-97AB-C95FD34C1762}" type="presParOf" srcId="{18E99AF6-A38A-413A-A924-94FD3A305307}" destId="{F5BF2A2A-B7F9-4A6A-BFE3-81EB9D70EF5E}" srcOrd="1" destOrd="0" presId="urn:microsoft.com/office/officeart/2005/8/layout/hList9"/>
    <dgm:cxn modelId="{757746E5-C5FE-4BC9-AE91-32EC019C3BF6}" type="presParOf" srcId="{45419066-D7DE-47D2-B501-26F495178F64}" destId="{85C19D6E-ED9E-4942-9310-D0EEBEBFD914}" srcOrd="2" destOrd="0" presId="urn:microsoft.com/office/officeart/2005/8/layout/hList9"/>
    <dgm:cxn modelId="{D021D181-3EBD-40E5-AAD5-7229A4989547}" type="presParOf" srcId="{85C19D6E-ED9E-4942-9310-D0EEBEBFD914}" destId="{3A484D1E-07BF-47BD-B8E8-A53A4AA025C1}" srcOrd="0" destOrd="0" presId="urn:microsoft.com/office/officeart/2005/8/layout/hList9"/>
    <dgm:cxn modelId="{02D3333D-4400-44D3-8A3D-39F459EE85EE}" type="presParOf" srcId="{85C19D6E-ED9E-4942-9310-D0EEBEBFD914}" destId="{FA58D2F7-6C9A-40BD-B546-B17BB8E9847D}" srcOrd="1" destOrd="0" presId="urn:microsoft.com/office/officeart/2005/8/layout/hList9"/>
    <dgm:cxn modelId="{8BA4043C-A68A-40F4-AD9B-49361DF7AE67}" type="presParOf" srcId="{4363D245-8775-4354-8235-F39E0AC13E18}" destId="{B7F0265C-35E5-400C-947F-F8429AB87AA4}" srcOrd="7" destOrd="0" presId="urn:microsoft.com/office/officeart/2005/8/layout/hList9"/>
    <dgm:cxn modelId="{9DF4D558-B915-4BB8-B121-AF460E9A5075}" type="presParOf" srcId="{4363D245-8775-4354-8235-F39E0AC13E18}" destId="{B3C7F712-D1F6-4F71-82C9-DAB6542BD890}" srcOrd="8" destOrd="0" presId="urn:microsoft.com/office/officeart/2005/8/layout/hList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DFB4EC0E-2065-490D-934C-558EC53119E0}" type="doc">
      <dgm:prSet loTypeId="urn:microsoft.com/office/officeart/2005/8/layout/hList9" loCatId="list" qsTypeId="urn:microsoft.com/office/officeart/2005/8/quickstyle/3d3" qsCatId="3D" csTypeId="urn:microsoft.com/office/officeart/2005/8/colors/colorful5" csCatId="colorful" phldr="1"/>
      <dgm:spPr/>
      <dgm:t>
        <a:bodyPr/>
        <a:lstStyle/>
        <a:p>
          <a:endParaRPr lang="en-US"/>
        </a:p>
      </dgm:t>
    </dgm:pt>
    <dgm:pt modelId="{B7578BBD-97E8-4D04-B8CB-446F8A757443}">
      <dgm:prSet phldrT="[Text]"/>
      <dgm:spPr/>
      <dgm:t>
        <a:bodyPr/>
        <a:lstStyle/>
        <a:p>
          <a:r>
            <a:rPr lang="en-US" b="1" dirty="0" smtClean="0"/>
            <a:t>Linear Curve</a:t>
          </a:r>
          <a:endParaRPr lang="en-US" b="1" dirty="0"/>
        </a:p>
      </dgm:t>
    </dgm:pt>
    <dgm:pt modelId="{E44D23B1-44DF-43E0-8F2E-0DEBA6177996}" type="parTrans" cxnId="{221826B9-B71A-4F96-B616-B94DB2F8CE75}">
      <dgm:prSet/>
      <dgm:spPr/>
      <dgm:t>
        <a:bodyPr/>
        <a:lstStyle/>
        <a:p>
          <a:endParaRPr lang="en-US"/>
        </a:p>
      </dgm:t>
    </dgm:pt>
    <dgm:pt modelId="{5E283C6A-AE3D-42E3-A3EE-FB6676B97EB3}" type="sibTrans" cxnId="{221826B9-B71A-4F96-B616-B94DB2F8CE75}">
      <dgm:prSet/>
      <dgm:spPr/>
      <dgm:t>
        <a:bodyPr/>
        <a:lstStyle/>
        <a:p>
          <a:endParaRPr lang="en-US"/>
        </a:p>
      </dgm:t>
    </dgm:pt>
    <dgm:pt modelId="{41FF536A-2B60-4B48-8192-4BB45D022B53}">
      <dgm:prSet phldrT="[Text]" custT="1"/>
      <dgm:spPr/>
      <dgm:t>
        <a:bodyPr/>
        <a:lstStyle/>
        <a:p>
          <a:pPr algn="ctr"/>
          <a:r>
            <a:rPr lang="en-US" sz="2800" dirty="0" smtClean="0">
              <a:solidFill>
                <a:srgbClr val="7030A0"/>
              </a:solidFill>
            </a:rPr>
            <a:t>Straight</a:t>
          </a:r>
          <a:r>
            <a:rPr lang="en-US" sz="2800" dirty="0" smtClean="0">
              <a:solidFill>
                <a:srgbClr val="002060"/>
              </a:solidFill>
            </a:rPr>
            <a:t> </a:t>
          </a:r>
          <a:r>
            <a:rPr lang="en-US" sz="2800" dirty="0" smtClean="0">
              <a:solidFill>
                <a:srgbClr val="7030A0"/>
              </a:solidFill>
            </a:rPr>
            <a:t>line</a:t>
          </a:r>
          <a:endParaRPr lang="en-US" sz="2800" dirty="0">
            <a:solidFill>
              <a:srgbClr val="7030A0"/>
            </a:solidFill>
          </a:endParaRPr>
        </a:p>
      </dgm:t>
    </dgm:pt>
    <dgm:pt modelId="{82F3B47C-0F72-4940-9ABF-2C5C2D87180A}" type="parTrans" cxnId="{79BD39E4-7DF8-4067-8CFE-187C74E1D04E}">
      <dgm:prSet/>
      <dgm:spPr/>
      <dgm:t>
        <a:bodyPr/>
        <a:lstStyle/>
        <a:p>
          <a:endParaRPr lang="en-US"/>
        </a:p>
      </dgm:t>
    </dgm:pt>
    <dgm:pt modelId="{EAF38AFA-1F9B-4A1B-9DE7-D271231E106F}" type="sibTrans" cxnId="{79BD39E4-7DF8-4067-8CFE-187C74E1D04E}">
      <dgm:prSet/>
      <dgm:spPr/>
      <dgm:t>
        <a:bodyPr/>
        <a:lstStyle/>
        <a:p>
          <a:endParaRPr lang="en-US"/>
        </a:p>
      </dgm:t>
    </dgm:pt>
    <dgm:pt modelId="{08E9D1C2-759A-4F37-A1AB-49A3D6317474}">
      <dgm:prSet phldrT="[Text]" custT="1"/>
      <dgm:spPr>
        <a:blipFill rotWithShape="0">
          <a:blip xmlns:r="http://schemas.openxmlformats.org/officeDocument/2006/relationships" r:embed="rId1"/>
          <a:stretch>
            <a:fillRect/>
          </a:stretch>
        </a:blipFill>
      </dgm:spPr>
      <dgm:t>
        <a:bodyPr/>
        <a:lstStyle/>
        <a:p>
          <a:r>
            <a:rPr lang="en-US">
              <a:noFill/>
            </a:rPr>
            <a:t> </a:t>
          </a:r>
        </a:p>
      </dgm:t>
    </dgm:pt>
    <dgm:pt modelId="{1B7441EE-B2E6-4FA3-AF43-E095F39BE519}" type="parTrans" cxnId="{F4A53AA4-CD30-401D-BF6D-D68C2582D4E4}">
      <dgm:prSet/>
      <dgm:spPr/>
      <dgm:t>
        <a:bodyPr/>
        <a:lstStyle/>
        <a:p>
          <a:endParaRPr lang="en-US"/>
        </a:p>
      </dgm:t>
    </dgm:pt>
    <dgm:pt modelId="{52B1BF67-C1AF-47D8-AB1E-A9A95F791DF9}" type="sibTrans" cxnId="{F4A53AA4-CD30-401D-BF6D-D68C2582D4E4}">
      <dgm:prSet/>
      <dgm:spPr/>
      <dgm:t>
        <a:bodyPr/>
        <a:lstStyle/>
        <a:p>
          <a:endParaRPr lang="en-US"/>
        </a:p>
      </dgm:t>
    </dgm:pt>
    <dgm:pt modelId="{39205027-8FFC-47DC-94D1-63AC79FB3765}">
      <dgm:prSet phldrT="[Text]"/>
      <dgm:spPr/>
      <dgm:t>
        <a:bodyPr/>
        <a:lstStyle/>
        <a:p>
          <a:r>
            <a:rPr lang="en-US" b="1" dirty="0" smtClean="0"/>
            <a:t>Quadratic</a:t>
          </a:r>
          <a:r>
            <a:rPr lang="en-US" dirty="0" smtClean="0"/>
            <a:t> </a:t>
          </a:r>
          <a:r>
            <a:rPr lang="en-US" b="1" dirty="0" smtClean="0"/>
            <a:t>Curve</a:t>
          </a:r>
          <a:endParaRPr lang="en-US" b="1" dirty="0"/>
        </a:p>
      </dgm:t>
    </dgm:pt>
    <dgm:pt modelId="{8C10D9B7-AB1A-498C-9F8D-BC2A9D40A7BC}" type="parTrans" cxnId="{8A1C619B-B0A4-423B-96FE-EF0EE2C1759C}">
      <dgm:prSet/>
      <dgm:spPr/>
      <dgm:t>
        <a:bodyPr/>
        <a:lstStyle/>
        <a:p>
          <a:endParaRPr lang="en-US"/>
        </a:p>
      </dgm:t>
    </dgm:pt>
    <dgm:pt modelId="{49E75810-AE00-4176-8C2F-822DB6D73F0E}" type="sibTrans" cxnId="{8A1C619B-B0A4-423B-96FE-EF0EE2C1759C}">
      <dgm:prSet/>
      <dgm:spPr/>
      <dgm:t>
        <a:bodyPr/>
        <a:lstStyle/>
        <a:p>
          <a:endParaRPr lang="en-US"/>
        </a:p>
      </dgm:t>
    </dgm:pt>
    <dgm:pt modelId="{D2362346-21CB-4A85-94FF-584DED25C7DB}">
      <dgm:prSet phldrT="[Text]" custT="1"/>
      <dgm:spPr/>
      <dgm:t>
        <a:bodyPr/>
        <a:lstStyle/>
        <a:p>
          <a:pPr algn="ctr"/>
          <a:r>
            <a:rPr lang="en-US" sz="2800" dirty="0" smtClean="0">
              <a:solidFill>
                <a:srgbClr val="7030A0"/>
              </a:solidFill>
            </a:rPr>
            <a:t>Parabola</a:t>
          </a:r>
          <a:endParaRPr lang="en-US" sz="2800" dirty="0">
            <a:solidFill>
              <a:srgbClr val="7030A0"/>
            </a:solidFill>
          </a:endParaRPr>
        </a:p>
      </dgm:t>
    </dgm:pt>
    <dgm:pt modelId="{0DE537A9-4905-47C5-B71A-8BF2C5197F02}" type="parTrans" cxnId="{AF9633B1-99B5-4A36-82F9-F259BFFC0B7B}">
      <dgm:prSet/>
      <dgm:spPr/>
      <dgm:t>
        <a:bodyPr/>
        <a:lstStyle/>
        <a:p>
          <a:endParaRPr lang="en-US"/>
        </a:p>
      </dgm:t>
    </dgm:pt>
    <dgm:pt modelId="{1178CC1B-B477-477B-B675-799F9CF6E07B}" type="sibTrans" cxnId="{AF9633B1-99B5-4A36-82F9-F259BFFC0B7B}">
      <dgm:prSet/>
      <dgm:spPr/>
      <dgm:t>
        <a:bodyPr/>
        <a:lstStyle/>
        <a:p>
          <a:endParaRPr lang="en-US"/>
        </a:p>
      </dgm:t>
    </dgm:pt>
    <dgm:pt modelId="{67E75C53-2562-480B-B478-7A1C0EE771CE}">
      <dgm:prSet phldrT="[Text]" custT="1"/>
      <dgm:spPr>
        <a:blipFill rotWithShape="0">
          <a:blip xmlns:r="http://schemas.openxmlformats.org/officeDocument/2006/relationships" r:embed="rId2"/>
          <a:stretch>
            <a:fillRect/>
          </a:stretch>
        </a:blipFill>
      </dgm:spPr>
      <dgm:t>
        <a:bodyPr/>
        <a:lstStyle/>
        <a:p>
          <a:r>
            <a:rPr lang="en-US">
              <a:noFill/>
            </a:rPr>
            <a:t> </a:t>
          </a:r>
        </a:p>
      </dgm:t>
    </dgm:pt>
    <dgm:pt modelId="{AD92D607-6D4F-462E-B207-D329022F7D62}" type="parTrans" cxnId="{3C4E026D-4889-4B6C-B635-DDA2A1D2DB01}">
      <dgm:prSet/>
      <dgm:spPr/>
      <dgm:t>
        <a:bodyPr/>
        <a:lstStyle/>
        <a:p>
          <a:endParaRPr lang="en-US"/>
        </a:p>
      </dgm:t>
    </dgm:pt>
    <dgm:pt modelId="{FEB2B9E4-4226-45D2-AB8D-2FE95A58DBF7}" type="sibTrans" cxnId="{3C4E026D-4889-4B6C-B635-DDA2A1D2DB01}">
      <dgm:prSet/>
      <dgm:spPr/>
      <dgm:t>
        <a:bodyPr/>
        <a:lstStyle/>
        <a:p>
          <a:endParaRPr lang="en-US"/>
        </a:p>
      </dgm:t>
    </dgm:pt>
    <dgm:pt modelId="{4363D245-8775-4354-8235-F39E0AC13E18}" type="pres">
      <dgm:prSet presAssocID="{DFB4EC0E-2065-490D-934C-558EC53119E0}" presName="list" presStyleCnt="0">
        <dgm:presLayoutVars>
          <dgm:dir/>
          <dgm:animLvl val="lvl"/>
        </dgm:presLayoutVars>
      </dgm:prSet>
      <dgm:spPr/>
      <dgm:t>
        <a:bodyPr/>
        <a:lstStyle/>
        <a:p>
          <a:endParaRPr lang="en-US"/>
        </a:p>
      </dgm:t>
    </dgm:pt>
    <dgm:pt modelId="{0FC2EB02-CC34-4C1A-9A02-8B8C20DFAC6E}" type="pres">
      <dgm:prSet presAssocID="{B7578BBD-97E8-4D04-B8CB-446F8A757443}" presName="posSpace" presStyleCnt="0"/>
      <dgm:spPr/>
    </dgm:pt>
    <dgm:pt modelId="{80EB8F99-7861-46BE-9481-901B059C00AB}" type="pres">
      <dgm:prSet presAssocID="{B7578BBD-97E8-4D04-B8CB-446F8A757443}" presName="vertFlow" presStyleCnt="0"/>
      <dgm:spPr/>
    </dgm:pt>
    <dgm:pt modelId="{D8CEF50C-1947-40AF-8F8D-0B5CBB32EA04}" type="pres">
      <dgm:prSet presAssocID="{B7578BBD-97E8-4D04-B8CB-446F8A757443}" presName="topSpace" presStyleCnt="0"/>
      <dgm:spPr/>
    </dgm:pt>
    <dgm:pt modelId="{59A8FF70-9F9B-4D79-AECB-A29A942E89DB}" type="pres">
      <dgm:prSet presAssocID="{B7578BBD-97E8-4D04-B8CB-446F8A757443}" presName="firstComp" presStyleCnt="0"/>
      <dgm:spPr/>
    </dgm:pt>
    <dgm:pt modelId="{2F05B29E-1B9F-4DEC-B79A-DC83E4149990}" type="pres">
      <dgm:prSet presAssocID="{B7578BBD-97E8-4D04-B8CB-446F8A757443}" presName="firstChild" presStyleLbl="bgAccFollowNode1" presStyleIdx="0" presStyleCnt="4" custScaleX="98497" custScaleY="67470"/>
      <dgm:spPr/>
      <dgm:t>
        <a:bodyPr/>
        <a:lstStyle/>
        <a:p>
          <a:endParaRPr lang="en-US"/>
        </a:p>
      </dgm:t>
    </dgm:pt>
    <dgm:pt modelId="{D1461D06-B62C-4107-B155-7B26249A8F44}" type="pres">
      <dgm:prSet presAssocID="{B7578BBD-97E8-4D04-B8CB-446F8A757443}" presName="firstChildTx" presStyleLbl="bgAccFollowNode1" presStyleIdx="0" presStyleCnt="4">
        <dgm:presLayoutVars>
          <dgm:bulletEnabled val="1"/>
        </dgm:presLayoutVars>
      </dgm:prSet>
      <dgm:spPr/>
      <dgm:t>
        <a:bodyPr/>
        <a:lstStyle/>
        <a:p>
          <a:endParaRPr lang="en-US"/>
        </a:p>
      </dgm:t>
    </dgm:pt>
    <dgm:pt modelId="{E2E603CE-44DE-461F-86D6-465E137B2BF4}" type="pres">
      <dgm:prSet presAssocID="{08E9D1C2-759A-4F37-A1AB-49A3D6317474}" presName="comp" presStyleCnt="0"/>
      <dgm:spPr/>
    </dgm:pt>
    <dgm:pt modelId="{469B5CA2-5F0F-4431-B59C-09710A2716AC}" type="pres">
      <dgm:prSet presAssocID="{08E9D1C2-759A-4F37-A1AB-49A3D6317474}" presName="child" presStyleLbl="bgAccFollowNode1" presStyleIdx="1" presStyleCnt="4" custScaleX="109111" custScaleY="67470"/>
      <dgm:spPr/>
      <dgm:t>
        <a:bodyPr/>
        <a:lstStyle/>
        <a:p>
          <a:endParaRPr lang="en-US"/>
        </a:p>
      </dgm:t>
    </dgm:pt>
    <dgm:pt modelId="{B4EE2EDE-9F87-4FBE-AD41-CFE7A8C8E39E}" type="pres">
      <dgm:prSet presAssocID="{08E9D1C2-759A-4F37-A1AB-49A3D6317474}" presName="childTx" presStyleLbl="bgAccFollowNode1" presStyleIdx="1" presStyleCnt="4">
        <dgm:presLayoutVars>
          <dgm:bulletEnabled val="1"/>
        </dgm:presLayoutVars>
      </dgm:prSet>
      <dgm:spPr/>
      <dgm:t>
        <a:bodyPr/>
        <a:lstStyle/>
        <a:p>
          <a:endParaRPr lang="en-US"/>
        </a:p>
      </dgm:t>
    </dgm:pt>
    <dgm:pt modelId="{1727AF6E-AA31-4E93-B386-F30977668410}" type="pres">
      <dgm:prSet presAssocID="{B7578BBD-97E8-4D04-B8CB-446F8A757443}" presName="negSpace" presStyleCnt="0"/>
      <dgm:spPr/>
    </dgm:pt>
    <dgm:pt modelId="{1B949808-C3B1-4B29-BC1D-7C5840D259FD}" type="pres">
      <dgm:prSet presAssocID="{B7578BBD-97E8-4D04-B8CB-446F8A757443}" presName="circle" presStyleLbl="node1" presStyleIdx="0" presStyleCnt="2"/>
      <dgm:spPr/>
      <dgm:t>
        <a:bodyPr/>
        <a:lstStyle/>
        <a:p>
          <a:endParaRPr lang="en-US"/>
        </a:p>
      </dgm:t>
    </dgm:pt>
    <dgm:pt modelId="{10E1965B-6140-4934-AA5B-6A88B0DC75C9}" type="pres">
      <dgm:prSet presAssocID="{5E283C6A-AE3D-42E3-A3EE-FB6676B97EB3}" presName="transSpace" presStyleCnt="0"/>
      <dgm:spPr/>
    </dgm:pt>
    <dgm:pt modelId="{A708441D-7D78-4277-99A9-D7629750FE4B}" type="pres">
      <dgm:prSet presAssocID="{39205027-8FFC-47DC-94D1-63AC79FB3765}" presName="posSpace" presStyleCnt="0"/>
      <dgm:spPr/>
    </dgm:pt>
    <dgm:pt modelId="{45419066-D7DE-47D2-B501-26F495178F64}" type="pres">
      <dgm:prSet presAssocID="{39205027-8FFC-47DC-94D1-63AC79FB3765}" presName="vertFlow" presStyleCnt="0"/>
      <dgm:spPr/>
    </dgm:pt>
    <dgm:pt modelId="{E5264CD3-9E1E-4FD9-BF1E-ABC814B34FF4}" type="pres">
      <dgm:prSet presAssocID="{39205027-8FFC-47DC-94D1-63AC79FB3765}" presName="topSpace" presStyleCnt="0"/>
      <dgm:spPr/>
    </dgm:pt>
    <dgm:pt modelId="{18E99AF6-A38A-413A-A924-94FD3A305307}" type="pres">
      <dgm:prSet presAssocID="{39205027-8FFC-47DC-94D1-63AC79FB3765}" presName="firstComp" presStyleCnt="0"/>
      <dgm:spPr/>
    </dgm:pt>
    <dgm:pt modelId="{A4221394-677D-4227-8D4A-248CECEE7FA3}" type="pres">
      <dgm:prSet presAssocID="{39205027-8FFC-47DC-94D1-63AC79FB3765}" presName="firstChild" presStyleLbl="bgAccFollowNode1" presStyleIdx="2" presStyleCnt="4" custScaleX="98497" custScaleY="67470"/>
      <dgm:spPr/>
      <dgm:t>
        <a:bodyPr/>
        <a:lstStyle/>
        <a:p>
          <a:endParaRPr lang="en-US"/>
        </a:p>
      </dgm:t>
    </dgm:pt>
    <dgm:pt modelId="{F5BF2A2A-B7F9-4A6A-BFE3-81EB9D70EF5E}" type="pres">
      <dgm:prSet presAssocID="{39205027-8FFC-47DC-94D1-63AC79FB3765}" presName="firstChildTx" presStyleLbl="bgAccFollowNode1" presStyleIdx="2" presStyleCnt="4">
        <dgm:presLayoutVars>
          <dgm:bulletEnabled val="1"/>
        </dgm:presLayoutVars>
      </dgm:prSet>
      <dgm:spPr/>
      <dgm:t>
        <a:bodyPr/>
        <a:lstStyle/>
        <a:p>
          <a:endParaRPr lang="en-US"/>
        </a:p>
      </dgm:t>
    </dgm:pt>
    <dgm:pt modelId="{85C19D6E-ED9E-4942-9310-D0EEBEBFD914}" type="pres">
      <dgm:prSet presAssocID="{67E75C53-2562-480B-B478-7A1C0EE771CE}" presName="comp" presStyleCnt="0"/>
      <dgm:spPr/>
    </dgm:pt>
    <dgm:pt modelId="{3A484D1E-07BF-47BD-B8E8-A53A4AA025C1}" type="pres">
      <dgm:prSet presAssocID="{67E75C53-2562-480B-B478-7A1C0EE771CE}" presName="child" presStyleLbl="bgAccFollowNode1" presStyleIdx="3" presStyleCnt="4" custScaleX="109111" custScaleY="67470"/>
      <dgm:spPr/>
      <dgm:t>
        <a:bodyPr/>
        <a:lstStyle/>
        <a:p>
          <a:endParaRPr lang="en-US"/>
        </a:p>
      </dgm:t>
    </dgm:pt>
    <dgm:pt modelId="{FA58D2F7-6C9A-40BD-B546-B17BB8E9847D}" type="pres">
      <dgm:prSet presAssocID="{67E75C53-2562-480B-B478-7A1C0EE771CE}" presName="childTx" presStyleLbl="bgAccFollowNode1" presStyleIdx="3" presStyleCnt="4">
        <dgm:presLayoutVars>
          <dgm:bulletEnabled val="1"/>
        </dgm:presLayoutVars>
      </dgm:prSet>
      <dgm:spPr/>
      <dgm:t>
        <a:bodyPr/>
        <a:lstStyle/>
        <a:p>
          <a:endParaRPr lang="en-US"/>
        </a:p>
      </dgm:t>
    </dgm:pt>
    <dgm:pt modelId="{B7F0265C-35E5-400C-947F-F8429AB87AA4}" type="pres">
      <dgm:prSet presAssocID="{39205027-8FFC-47DC-94D1-63AC79FB3765}" presName="negSpace" presStyleCnt="0"/>
      <dgm:spPr/>
    </dgm:pt>
    <dgm:pt modelId="{B3C7F712-D1F6-4F71-82C9-DAB6542BD890}" type="pres">
      <dgm:prSet presAssocID="{39205027-8FFC-47DC-94D1-63AC79FB3765}" presName="circle" presStyleLbl="node1" presStyleIdx="1" presStyleCnt="2"/>
      <dgm:spPr/>
      <dgm:t>
        <a:bodyPr/>
        <a:lstStyle/>
        <a:p>
          <a:endParaRPr lang="en-US"/>
        </a:p>
      </dgm:t>
    </dgm:pt>
  </dgm:ptLst>
  <dgm:cxnLst>
    <dgm:cxn modelId="{8A1C619B-B0A4-423B-96FE-EF0EE2C1759C}" srcId="{DFB4EC0E-2065-490D-934C-558EC53119E0}" destId="{39205027-8FFC-47DC-94D1-63AC79FB3765}" srcOrd="1" destOrd="0" parTransId="{8C10D9B7-AB1A-498C-9F8D-BC2A9D40A7BC}" sibTransId="{49E75810-AE00-4176-8C2F-822DB6D73F0E}"/>
    <dgm:cxn modelId="{F4A53AA4-CD30-401D-BF6D-D68C2582D4E4}" srcId="{B7578BBD-97E8-4D04-B8CB-446F8A757443}" destId="{08E9D1C2-759A-4F37-A1AB-49A3D6317474}" srcOrd="1" destOrd="0" parTransId="{1B7441EE-B2E6-4FA3-AF43-E095F39BE519}" sibTransId="{52B1BF67-C1AF-47D8-AB1E-A9A95F791DF9}"/>
    <dgm:cxn modelId="{AF9633B1-99B5-4A36-82F9-F259BFFC0B7B}" srcId="{39205027-8FFC-47DC-94D1-63AC79FB3765}" destId="{D2362346-21CB-4A85-94FF-584DED25C7DB}" srcOrd="0" destOrd="0" parTransId="{0DE537A9-4905-47C5-B71A-8BF2C5197F02}" sibTransId="{1178CC1B-B477-477B-B675-799F9CF6E07B}"/>
    <dgm:cxn modelId="{7FB935D8-1002-419F-8B79-A552368728DD}" type="presOf" srcId="{08E9D1C2-759A-4F37-A1AB-49A3D6317474}" destId="{B4EE2EDE-9F87-4FBE-AD41-CFE7A8C8E39E}" srcOrd="1" destOrd="0" presId="urn:microsoft.com/office/officeart/2005/8/layout/hList9"/>
    <dgm:cxn modelId="{955CF7A6-2CE6-4F7E-907F-B58FC2A20A34}" type="presOf" srcId="{41FF536A-2B60-4B48-8192-4BB45D022B53}" destId="{D1461D06-B62C-4107-B155-7B26249A8F44}" srcOrd="1" destOrd="0" presId="urn:microsoft.com/office/officeart/2005/8/layout/hList9"/>
    <dgm:cxn modelId="{2D90A34D-FC48-4024-A335-9A8ED8D66591}" type="presOf" srcId="{D2362346-21CB-4A85-94FF-584DED25C7DB}" destId="{A4221394-677D-4227-8D4A-248CECEE7FA3}" srcOrd="0" destOrd="0" presId="urn:microsoft.com/office/officeart/2005/8/layout/hList9"/>
    <dgm:cxn modelId="{AA8DAFD5-750F-4CD2-A267-482C2750CBA3}" type="presOf" srcId="{41FF536A-2B60-4B48-8192-4BB45D022B53}" destId="{2F05B29E-1B9F-4DEC-B79A-DC83E4149990}" srcOrd="0" destOrd="0" presId="urn:microsoft.com/office/officeart/2005/8/layout/hList9"/>
    <dgm:cxn modelId="{221826B9-B71A-4F96-B616-B94DB2F8CE75}" srcId="{DFB4EC0E-2065-490D-934C-558EC53119E0}" destId="{B7578BBD-97E8-4D04-B8CB-446F8A757443}" srcOrd="0" destOrd="0" parTransId="{E44D23B1-44DF-43E0-8F2E-0DEBA6177996}" sibTransId="{5E283C6A-AE3D-42E3-A3EE-FB6676B97EB3}"/>
    <dgm:cxn modelId="{AD71B111-6551-4057-962A-58E1E9542F3A}" type="presOf" srcId="{67E75C53-2562-480B-B478-7A1C0EE771CE}" destId="{FA58D2F7-6C9A-40BD-B546-B17BB8E9847D}" srcOrd="1" destOrd="0" presId="urn:microsoft.com/office/officeart/2005/8/layout/hList9"/>
    <dgm:cxn modelId="{3C4E026D-4889-4B6C-B635-DDA2A1D2DB01}" srcId="{39205027-8FFC-47DC-94D1-63AC79FB3765}" destId="{67E75C53-2562-480B-B478-7A1C0EE771CE}" srcOrd="1" destOrd="0" parTransId="{AD92D607-6D4F-462E-B207-D329022F7D62}" sibTransId="{FEB2B9E4-4226-45D2-AB8D-2FE95A58DBF7}"/>
    <dgm:cxn modelId="{1ECC5BE9-CF63-4599-8BF7-9FFEC65FFE53}" type="presOf" srcId="{D2362346-21CB-4A85-94FF-584DED25C7DB}" destId="{F5BF2A2A-B7F9-4A6A-BFE3-81EB9D70EF5E}" srcOrd="1" destOrd="0" presId="urn:microsoft.com/office/officeart/2005/8/layout/hList9"/>
    <dgm:cxn modelId="{B42C4A3F-9FE5-454D-9CA9-58E440B3C6DA}" type="presOf" srcId="{DFB4EC0E-2065-490D-934C-558EC53119E0}" destId="{4363D245-8775-4354-8235-F39E0AC13E18}" srcOrd="0" destOrd="0" presId="urn:microsoft.com/office/officeart/2005/8/layout/hList9"/>
    <dgm:cxn modelId="{79BD39E4-7DF8-4067-8CFE-187C74E1D04E}" srcId="{B7578BBD-97E8-4D04-B8CB-446F8A757443}" destId="{41FF536A-2B60-4B48-8192-4BB45D022B53}" srcOrd="0" destOrd="0" parTransId="{82F3B47C-0F72-4940-9ABF-2C5C2D87180A}" sibTransId="{EAF38AFA-1F9B-4A1B-9DE7-D271231E106F}"/>
    <dgm:cxn modelId="{C03ED319-415E-47DE-B655-5423687B2A29}" type="presOf" srcId="{08E9D1C2-759A-4F37-A1AB-49A3D6317474}" destId="{469B5CA2-5F0F-4431-B59C-09710A2716AC}" srcOrd="0" destOrd="0" presId="urn:microsoft.com/office/officeart/2005/8/layout/hList9"/>
    <dgm:cxn modelId="{83DBC022-B0BD-47C4-B674-C5C2D052C19D}" type="presOf" srcId="{67E75C53-2562-480B-B478-7A1C0EE771CE}" destId="{3A484D1E-07BF-47BD-B8E8-A53A4AA025C1}" srcOrd="0" destOrd="0" presId="urn:microsoft.com/office/officeart/2005/8/layout/hList9"/>
    <dgm:cxn modelId="{923AAD76-44B6-4599-9D3A-116AF145D8D2}" type="presOf" srcId="{B7578BBD-97E8-4D04-B8CB-446F8A757443}" destId="{1B949808-C3B1-4B29-BC1D-7C5840D259FD}" srcOrd="0" destOrd="0" presId="urn:microsoft.com/office/officeart/2005/8/layout/hList9"/>
    <dgm:cxn modelId="{82248933-92DB-43F1-ADBD-5EA00614E318}" type="presOf" srcId="{39205027-8FFC-47DC-94D1-63AC79FB3765}" destId="{B3C7F712-D1F6-4F71-82C9-DAB6542BD890}" srcOrd="0" destOrd="0" presId="urn:microsoft.com/office/officeart/2005/8/layout/hList9"/>
    <dgm:cxn modelId="{1BB52E4A-F421-4655-921E-2D9CBBF9F5F4}" type="presParOf" srcId="{4363D245-8775-4354-8235-F39E0AC13E18}" destId="{0FC2EB02-CC34-4C1A-9A02-8B8C20DFAC6E}" srcOrd="0" destOrd="0" presId="urn:microsoft.com/office/officeart/2005/8/layout/hList9"/>
    <dgm:cxn modelId="{091383E4-74A5-42EC-9C27-1A4D98164ED9}" type="presParOf" srcId="{4363D245-8775-4354-8235-F39E0AC13E18}" destId="{80EB8F99-7861-46BE-9481-901B059C00AB}" srcOrd="1" destOrd="0" presId="urn:microsoft.com/office/officeart/2005/8/layout/hList9"/>
    <dgm:cxn modelId="{FF6FD8D9-A2AE-4AD3-B7AC-E1E744F6FA6A}" type="presParOf" srcId="{80EB8F99-7861-46BE-9481-901B059C00AB}" destId="{D8CEF50C-1947-40AF-8F8D-0B5CBB32EA04}" srcOrd="0" destOrd="0" presId="urn:microsoft.com/office/officeart/2005/8/layout/hList9"/>
    <dgm:cxn modelId="{0B5C7C69-0F6E-47B8-A33A-72A029BC7AE0}" type="presParOf" srcId="{80EB8F99-7861-46BE-9481-901B059C00AB}" destId="{59A8FF70-9F9B-4D79-AECB-A29A942E89DB}" srcOrd="1" destOrd="0" presId="urn:microsoft.com/office/officeart/2005/8/layout/hList9"/>
    <dgm:cxn modelId="{EE00D807-E7EB-48C1-A082-691F16B76AF9}" type="presParOf" srcId="{59A8FF70-9F9B-4D79-AECB-A29A942E89DB}" destId="{2F05B29E-1B9F-4DEC-B79A-DC83E4149990}" srcOrd="0" destOrd="0" presId="urn:microsoft.com/office/officeart/2005/8/layout/hList9"/>
    <dgm:cxn modelId="{515B8766-2367-47D1-8928-D9C574C796C2}" type="presParOf" srcId="{59A8FF70-9F9B-4D79-AECB-A29A942E89DB}" destId="{D1461D06-B62C-4107-B155-7B26249A8F44}" srcOrd="1" destOrd="0" presId="urn:microsoft.com/office/officeart/2005/8/layout/hList9"/>
    <dgm:cxn modelId="{01295DA9-6394-4C66-937B-824A49A62585}" type="presParOf" srcId="{80EB8F99-7861-46BE-9481-901B059C00AB}" destId="{E2E603CE-44DE-461F-86D6-465E137B2BF4}" srcOrd="2" destOrd="0" presId="urn:microsoft.com/office/officeart/2005/8/layout/hList9"/>
    <dgm:cxn modelId="{95ACD177-E44A-4F2A-8BD0-27B669A5D8C3}" type="presParOf" srcId="{E2E603CE-44DE-461F-86D6-465E137B2BF4}" destId="{469B5CA2-5F0F-4431-B59C-09710A2716AC}" srcOrd="0" destOrd="0" presId="urn:microsoft.com/office/officeart/2005/8/layout/hList9"/>
    <dgm:cxn modelId="{D0C33CE9-BC26-4EAA-8D63-D83C870F68BA}" type="presParOf" srcId="{E2E603CE-44DE-461F-86D6-465E137B2BF4}" destId="{B4EE2EDE-9F87-4FBE-AD41-CFE7A8C8E39E}" srcOrd="1" destOrd="0" presId="urn:microsoft.com/office/officeart/2005/8/layout/hList9"/>
    <dgm:cxn modelId="{04A5A215-D953-4B46-8606-F240DC883991}" type="presParOf" srcId="{4363D245-8775-4354-8235-F39E0AC13E18}" destId="{1727AF6E-AA31-4E93-B386-F30977668410}" srcOrd="2" destOrd="0" presId="urn:microsoft.com/office/officeart/2005/8/layout/hList9"/>
    <dgm:cxn modelId="{3F2F540F-0A37-4335-8797-3A198E24807B}" type="presParOf" srcId="{4363D245-8775-4354-8235-F39E0AC13E18}" destId="{1B949808-C3B1-4B29-BC1D-7C5840D259FD}" srcOrd="3" destOrd="0" presId="urn:microsoft.com/office/officeart/2005/8/layout/hList9"/>
    <dgm:cxn modelId="{9DC9DE18-D9E1-4D86-A441-63E047A48C05}" type="presParOf" srcId="{4363D245-8775-4354-8235-F39E0AC13E18}" destId="{10E1965B-6140-4934-AA5B-6A88B0DC75C9}" srcOrd="4" destOrd="0" presId="urn:microsoft.com/office/officeart/2005/8/layout/hList9"/>
    <dgm:cxn modelId="{4DF52B06-E063-4D84-95F4-33A7E86CC545}" type="presParOf" srcId="{4363D245-8775-4354-8235-F39E0AC13E18}" destId="{A708441D-7D78-4277-99A9-D7629750FE4B}" srcOrd="5" destOrd="0" presId="urn:microsoft.com/office/officeart/2005/8/layout/hList9"/>
    <dgm:cxn modelId="{0917C5C2-F5C4-4D4C-A36B-6E1E0E2B09D3}" type="presParOf" srcId="{4363D245-8775-4354-8235-F39E0AC13E18}" destId="{45419066-D7DE-47D2-B501-26F495178F64}" srcOrd="6" destOrd="0" presId="urn:microsoft.com/office/officeart/2005/8/layout/hList9"/>
    <dgm:cxn modelId="{19D029D1-2890-46DA-8799-C4C1E8086A12}" type="presParOf" srcId="{45419066-D7DE-47D2-B501-26F495178F64}" destId="{E5264CD3-9E1E-4FD9-BF1E-ABC814B34FF4}" srcOrd="0" destOrd="0" presId="urn:microsoft.com/office/officeart/2005/8/layout/hList9"/>
    <dgm:cxn modelId="{403C5B5E-9DEB-41FB-98C1-B3B64E32E06D}" type="presParOf" srcId="{45419066-D7DE-47D2-B501-26F495178F64}" destId="{18E99AF6-A38A-413A-A924-94FD3A305307}" srcOrd="1" destOrd="0" presId="urn:microsoft.com/office/officeart/2005/8/layout/hList9"/>
    <dgm:cxn modelId="{496352A6-8017-4DBA-8F5F-4A774ED843DE}" type="presParOf" srcId="{18E99AF6-A38A-413A-A924-94FD3A305307}" destId="{A4221394-677D-4227-8D4A-248CECEE7FA3}" srcOrd="0" destOrd="0" presId="urn:microsoft.com/office/officeart/2005/8/layout/hList9"/>
    <dgm:cxn modelId="{37EE14F6-BAAF-470A-97AB-C95FD34C1762}" type="presParOf" srcId="{18E99AF6-A38A-413A-A924-94FD3A305307}" destId="{F5BF2A2A-B7F9-4A6A-BFE3-81EB9D70EF5E}" srcOrd="1" destOrd="0" presId="urn:microsoft.com/office/officeart/2005/8/layout/hList9"/>
    <dgm:cxn modelId="{757746E5-C5FE-4BC9-AE91-32EC019C3BF6}" type="presParOf" srcId="{45419066-D7DE-47D2-B501-26F495178F64}" destId="{85C19D6E-ED9E-4942-9310-D0EEBEBFD914}" srcOrd="2" destOrd="0" presId="urn:microsoft.com/office/officeart/2005/8/layout/hList9"/>
    <dgm:cxn modelId="{D021D181-3EBD-40E5-AAD5-7229A4989547}" type="presParOf" srcId="{85C19D6E-ED9E-4942-9310-D0EEBEBFD914}" destId="{3A484D1E-07BF-47BD-B8E8-A53A4AA025C1}" srcOrd="0" destOrd="0" presId="urn:microsoft.com/office/officeart/2005/8/layout/hList9"/>
    <dgm:cxn modelId="{02D3333D-4400-44D3-8A3D-39F459EE85EE}" type="presParOf" srcId="{85C19D6E-ED9E-4942-9310-D0EEBEBFD914}" destId="{FA58D2F7-6C9A-40BD-B546-B17BB8E9847D}" srcOrd="1" destOrd="0" presId="urn:microsoft.com/office/officeart/2005/8/layout/hList9"/>
    <dgm:cxn modelId="{8BA4043C-A68A-40F4-AD9B-49361DF7AE67}" type="presParOf" srcId="{4363D245-8775-4354-8235-F39E0AC13E18}" destId="{B7F0265C-35E5-400C-947F-F8429AB87AA4}" srcOrd="7" destOrd="0" presId="urn:microsoft.com/office/officeart/2005/8/layout/hList9"/>
    <dgm:cxn modelId="{9DF4D558-B915-4BB8-B121-AF460E9A5075}" type="presParOf" srcId="{4363D245-8775-4354-8235-F39E0AC13E18}" destId="{B3C7F712-D1F6-4F71-82C9-DAB6542BD890}" srcOrd="8" destOrd="0" presId="urn:microsoft.com/office/officeart/2005/8/layout/hList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A5E483C9-A3BD-4F9A-8F9F-CDFA80B74485}" type="doc">
      <dgm:prSet loTypeId="urn:microsoft.com/office/officeart/2005/8/layout/process1" loCatId="process" qsTypeId="urn:microsoft.com/office/officeart/2005/8/quickstyle/3d3" qsCatId="3D" csTypeId="urn:microsoft.com/office/officeart/2005/8/colors/colorful5" csCatId="colorful" phldr="1"/>
      <dgm:spPr/>
    </dgm:pt>
    <dgm:pt modelId="{FDBF41EA-DF9A-4A44-9AAC-097517E2463F}">
      <dgm:prSet phldrT="[Text]" custT="1"/>
      <dgm:spPr/>
      <dgm:t>
        <a:bodyPr/>
        <a:lstStyle/>
        <a:p>
          <a:r>
            <a:rPr lang="en-US" sz="3600" b="1" dirty="0"/>
            <a:t>Shift</a:t>
          </a:r>
        </a:p>
      </dgm:t>
    </dgm:pt>
    <dgm:pt modelId="{CF759CB2-C87D-4427-A4B2-5AD3E63BC3B6}" type="parTrans" cxnId="{BC9B51A1-ACA8-4CBD-87E5-C9213C385E27}">
      <dgm:prSet/>
      <dgm:spPr/>
      <dgm:t>
        <a:bodyPr/>
        <a:lstStyle/>
        <a:p>
          <a:endParaRPr lang="en-US" sz="3600" b="1"/>
        </a:p>
      </dgm:t>
    </dgm:pt>
    <dgm:pt modelId="{5A7B8353-D55C-40BC-AFA9-4101E69F0AAC}" type="sibTrans" cxnId="{BC9B51A1-ACA8-4CBD-87E5-C9213C385E27}">
      <dgm:prSet custT="1"/>
      <dgm:spPr/>
      <dgm:t>
        <a:bodyPr/>
        <a:lstStyle/>
        <a:p>
          <a:endParaRPr lang="en-US" sz="3600" b="1"/>
        </a:p>
      </dgm:t>
    </dgm:pt>
    <dgm:pt modelId="{676B2E30-39F0-4B19-80A5-947E41665008}">
      <dgm:prSet phldrT="[Text]" custT="1"/>
      <dgm:spPr/>
      <dgm:t>
        <a:bodyPr/>
        <a:lstStyle/>
        <a:p>
          <a:r>
            <a:rPr lang="en-US" sz="3600" b="1" dirty="0"/>
            <a:t>Mode</a:t>
          </a:r>
        </a:p>
      </dgm:t>
    </dgm:pt>
    <dgm:pt modelId="{A7BFF212-4C41-40DE-9345-E8AAA8F4ACAD}" type="parTrans" cxnId="{B6B15E23-2288-4E53-AC6C-5C2C072B52CF}">
      <dgm:prSet/>
      <dgm:spPr/>
      <dgm:t>
        <a:bodyPr/>
        <a:lstStyle/>
        <a:p>
          <a:endParaRPr lang="en-US" sz="3600" b="1"/>
        </a:p>
      </dgm:t>
    </dgm:pt>
    <dgm:pt modelId="{6300F33D-AE15-417F-8922-C2991075A116}" type="sibTrans" cxnId="{B6B15E23-2288-4E53-AC6C-5C2C072B52CF}">
      <dgm:prSet custT="1"/>
      <dgm:spPr/>
      <dgm:t>
        <a:bodyPr/>
        <a:lstStyle/>
        <a:p>
          <a:endParaRPr lang="en-US" sz="3600" b="1"/>
        </a:p>
      </dgm:t>
    </dgm:pt>
    <dgm:pt modelId="{3A2CE8DF-123E-43D2-99F9-012836600209}">
      <dgm:prSet phldrT="[Text]" custT="1"/>
      <dgm:spPr/>
      <dgm:t>
        <a:bodyPr/>
        <a:lstStyle/>
        <a:p>
          <a:r>
            <a:rPr lang="en-US" sz="3600" b="1" dirty="0"/>
            <a:t>All</a:t>
          </a:r>
          <a:r>
            <a:rPr lang="en-US" sz="3600" b="1" dirty="0">
              <a:solidFill>
                <a:srgbClr val="FFFF00"/>
              </a:solidFill>
            </a:rPr>
            <a:t>(3)</a:t>
          </a:r>
        </a:p>
      </dgm:t>
    </dgm:pt>
    <dgm:pt modelId="{8F4A4DFA-E902-4F63-9C66-7A5222C9C171}" type="parTrans" cxnId="{8D2E8B5A-6F08-4337-8277-E183FCC2E3FD}">
      <dgm:prSet/>
      <dgm:spPr/>
      <dgm:t>
        <a:bodyPr/>
        <a:lstStyle/>
        <a:p>
          <a:endParaRPr lang="en-US" sz="3600" b="1"/>
        </a:p>
      </dgm:t>
    </dgm:pt>
    <dgm:pt modelId="{38CEDB57-7D29-4D21-8203-7F6E44EA777E}" type="sibTrans" cxnId="{8D2E8B5A-6F08-4337-8277-E183FCC2E3FD}">
      <dgm:prSet custT="1"/>
      <dgm:spPr/>
      <dgm:t>
        <a:bodyPr/>
        <a:lstStyle/>
        <a:p>
          <a:endParaRPr lang="en-US" sz="3600" b="1"/>
        </a:p>
      </dgm:t>
    </dgm:pt>
    <dgm:pt modelId="{0CD145DC-1283-47D9-9842-9F28D9292403}">
      <dgm:prSet phldrT="[Text]" custT="1"/>
      <dgm:spPr/>
      <dgm:t>
        <a:bodyPr/>
        <a:lstStyle/>
        <a:p>
          <a:r>
            <a:rPr lang="en-US" sz="3600" b="1" dirty="0"/>
            <a:t>=</a:t>
          </a:r>
        </a:p>
      </dgm:t>
    </dgm:pt>
    <dgm:pt modelId="{0D9B67D3-2181-406C-92D3-DC1D56CD0CD8}" type="parTrans" cxnId="{555C8181-422E-4293-A5B2-29CF411103B9}">
      <dgm:prSet/>
      <dgm:spPr/>
      <dgm:t>
        <a:bodyPr/>
        <a:lstStyle/>
        <a:p>
          <a:endParaRPr lang="en-US" sz="3600" b="1"/>
        </a:p>
      </dgm:t>
    </dgm:pt>
    <dgm:pt modelId="{8BFBDCF5-5907-42CD-A174-33BEF20C4F6E}" type="sibTrans" cxnId="{555C8181-422E-4293-A5B2-29CF411103B9}">
      <dgm:prSet/>
      <dgm:spPr/>
      <dgm:t>
        <a:bodyPr/>
        <a:lstStyle/>
        <a:p>
          <a:endParaRPr lang="en-US" sz="3600" b="1"/>
        </a:p>
      </dgm:t>
    </dgm:pt>
    <dgm:pt modelId="{B450C243-F3FF-4B55-BCF1-0CE4D57F4091}" type="pres">
      <dgm:prSet presAssocID="{A5E483C9-A3BD-4F9A-8F9F-CDFA80B74485}" presName="Name0" presStyleCnt="0">
        <dgm:presLayoutVars>
          <dgm:dir/>
          <dgm:resizeHandles val="exact"/>
        </dgm:presLayoutVars>
      </dgm:prSet>
      <dgm:spPr/>
    </dgm:pt>
    <dgm:pt modelId="{2DC0BE8A-A50D-459F-8803-8F629D24FD59}" type="pres">
      <dgm:prSet presAssocID="{FDBF41EA-DF9A-4A44-9AAC-097517E2463F}" presName="node" presStyleLbl="node1" presStyleIdx="0" presStyleCnt="4">
        <dgm:presLayoutVars>
          <dgm:bulletEnabled val="1"/>
        </dgm:presLayoutVars>
      </dgm:prSet>
      <dgm:spPr/>
    </dgm:pt>
    <dgm:pt modelId="{44BA6F07-9809-453E-B5B3-AB636F82DB9E}" type="pres">
      <dgm:prSet presAssocID="{5A7B8353-D55C-40BC-AFA9-4101E69F0AAC}" presName="sibTrans" presStyleLbl="sibTrans2D1" presStyleIdx="0" presStyleCnt="3"/>
      <dgm:spPr/>
    </dgm:pt>
    <dgm:pt modelId="{99AE6907-DE4A-4A2A-9F71-3AA51CC83CB9}" type="pres">
      <dgm:prSet presAssocID="{5A7B8353-D55C-40BC-AFA9-4101E69F0AAC}" presName="connectorText" presStyleLbl="sibTrans2D1" presStyleIdx="0" presStyleCnt="3"/>
      <dgm:spPr/>
    </dgm:pt>
    <dgm:pt modelId="{C1D3A877-193E-433E-996E-DE3797C7F529}" type="pres">
      <dgm:prSet presAssocID="{676B2E30-39F0-4B19-80A5-947E41665008}" presName="node" presStyleLbl="node1" presStyleIdx="1" presStyleCnt="4">
        <dgm:presLayoutVars>
          <dgm:bulletEnabled val="1"/>
        </dgm:presLayoutVars>
      </dgm:prSet>
      <dgm:spPr/>
    </dgm:pt>
    <dgm:pt modelId="{98B97CCD-AFF1-49BB-8170-C62165E0F732}" type="pres">
      <dgm:prSet presAssocID="{6300F33D-AE15-417F-8922-C2991075A116}" presName="sibTrans" presStyleLbl="sibTrans2D1" presStyleIdx="1" presStyleCnt="3"/>
      <dgm:spPr/>
    </dgm:pt>
    <dgm:pt modelId="{052C7B0B-AC64-435F-9087-F76A8F81AD70}" type="pres">
      <dgm:prSet presAssocID="{6300F33D-AE15-417F-8922-C2991075A116}" presName="connectorText" presStyleLbl="sibTrans2D1" presStyleIdx="1" presStyleCnt="3"/>
      <dgm:spPr/>
    </dgm:pt>
    <dgm:pt modelId="{75494D80-AAE1-44AB-A5A1-D4E336C9A241}" type="pres">
      <dgm:prSet presAssocID="{3A2CE8DF-123E-43D2-99F9-012836600209}" presName="node" presStyleLbl="node1" presStyleIdx="2" presStyleCnt="4" custScaleY="85521">
        <dgm:presLayoutVars>
          <dgm:bulletEnabled val="1"/>
        </dgm:presLayoutVars>
      </dgm:prSet>
      <dgm:spPr/>
    </dgm:pt>
    <dgm:pt modelId="{2C8919B2-9A29-4B7C-B580-1CADFBED59E0}" type="pres">
      <dgm:prSet presAssocID="{38CEDB57-7D29-4D21-8203-7F6E44EA777E}" presName="sibTrans" presStyleLbl="sibTrans2D1" presStyleIdx="2" presStyleCnt="3"/>
      <dgm:spPr/>
    </dgm:pt>
    <dgm:pt modelId="{08B094E6-470A-458C-BDCC-A0626256CFD5}" type="pres">
      <dgm:prSet presAssocID="{38CEDB57-7D29-4D21-8203-7F6E44EA777E}" presName="connectorText" presStyleLbl="sibTrans2D1" presStyleIdx="2" presStyleCnt="3"/>
      <dgm:spPr/>
    </dgm:pt>
    <dgm:pt modelId="{A7280906-DE55-492D-B5CB-040475BA6CF7}" type="pres">
      <dgm:prSet presAssocID="{0CD145DC-1283-47D9-9842-9F28D9292403}" presName="node" presStyleLbl="node1" presStyleIdx="3" presStyleCnt="4">
        <dgm:presLayoutVars>
          <dgm:bulletEnabled val="1"/>
        </dgm:presLayoutVars>
      </dgm:prSet>
      <dgm:spPr/>
    </dgm:pt>
  </dgm:ptLst>
  <dgm:cxnLst>
    <dgm:cxn modelId="{8F95EB09-9885-4155-8CA9-1F0BD36576AB}" type="presOf" srcId="{676B2E30-39F0-4B19-80A5-947E41665008}" destId="{C1D3A877-193E-433E-996E-DE3797C7F529}" srcOrd="0" destOrd="0" presId="urn:microsoft.com/office/officeart/2005/8/layout/process1"/>
    <dgm:cxn modelId="{5CDA3E1F-0B54-4439-9021-05BC856F3452}" type="presOf" srcId="{6300F33D-AE15-417F-8922-C2991075A116}" destId="{052C7B0B-AC64-435F-9087-F76A8F81AD70}" srcOrd="1" destOrd="0" presId="urn:microsoft.com/office/officeart/2005/8/layout/process1"/>
    <dgm:cxn modelId="{B6B15E23-2288-4E53-AC6C-5C2C072B52CF}" srcId="{A5E483C9-A3BD-4F9A-8F9F-CDFA80B74485}" destId="{676B2E30-39F0-4B19-80A5-947E41665008}" srcOrd="1" destOrd="0" parTransId="{A7BFF212-4C41-40DE-9345-E8AAA8F4ACAD}" sibTransId="{6300F33D-AE15-417F-8922-C2991075A116}"/>
    <dgm:cxn modelId="{E358CE3F-089B-4FF0-85A5-5599A23A1308}" type="presOf" srcId="{38CEDB57-7D29-4D21-8203-7F6E44EA777E}" destId="{08B094E6-470A-458C-BDCC-A0626256CFD5}" srcOrd="1" destOrd="0" presId="urn:microsoft.com/office/officeart/2005/8/layout/process1"/>
    <dgm:cxn modelId="{6EDD6E5D-9391-42D2-A907-B5B31A8BF8C8}" type="presOf" srcId="{3A2CE8DF-123E-43D2-99F9-012836600209}" destId="{75494D80-AAE1-44AB-A5A1-D4E336C9A241}" srcOrd="0" destOrd="0" presId="urn:microsoft.com/office/officeart/2005/8/layout/process1"/>
    <dgm:cxn modelId="{39151562-9639-405F-9CF4-EBCD33C64F65}" type="presOf" srcId="{38CEDB57-7D29-4D21-8203-7F6E44EA777E}" destId="{2C8919B2-9A29-4B7C-B580-1CADFBED59E0}" srcOrd="0" destOrd="0" presId="urn:microsoft.com/office/officeart/2005/8/layout/process1"/>
    <dgm:cxn modelId="{2887904B-1158-4926-B424-7F7832F0C452}" type="presOf" srcId="{0CD145DC-1283-47D9-9842-9F28D9292403}" destId="{A7280906-DE55-492D-B5CB-040475BA6CF7}" srcOrd="0" destOrd="0" presId="urn:microsoft.com/office/officeart/2005/8/layout/process1"/>
    <dgm:cxn modelId="{44886B4C-61B4-4759-80EB-21402608FFDD}" type="presOf" srcId="{FDBF41EA-DF9A-4A44-9AAC-097517E2463F}" destId="{2DC0BE8A-A50D-459F-8803-8F629D24FD59}" srcOrd="0" destOrd="0" presId="urn:microsoft.com/office/officeart/2005/8/layout/process1"/>
    <dgm:cxn modelId="{58814858-3849-4864-A52A-B97D830792DA}" type="presOf" srcId="{A5E483C9-A3BD-4F9A-8F9F-CDFA80B74485}" destId="{B450C243-F3FF-4B55-BCF1-0CE4D57F4091}" srcOrd="0" destOrd="0" presId="urn:microsoft.com/office/officeart/2005/8/layout/process1"/>
    <dgm:cxn modelId="{8D2E8B5A-6F08-4337-8277-E183FCC2E3FD}" srcId="{A5E483C9-A3BD-4F9A-8F9F-CDFA80B74485}" destId="{3A2CE8DF-123E-43D2-99F9-012836600209}" srcOrd="2" destOrd="0" parTransId="{8F4A4DFA-E902-4F63-9C66-7A5222C9C171}" sibTransId="{38CEDB57-7D29-4D21-8203-7F6E44EA777E}"/>
    <dgm:cxn modelId="{555C8181-422E-4293-A5B2-29CF411103B9}" srcId="{A5E483C9-A3BD-4F9A-8F9F-CDFA80B74485}" destId="{0CD145DC-1283-47D9-9842-9F28D9292403}" srcOrd="3" destOrd="0" parTransId="{0D9B67D3-2181-406C-92D3-DC1D56CD0CD8}" sibTransId="{8BFBDCF5-5907-42CD-A174-33BEF20C4F6E}"/>
    <dgm:cxn modelId="{4FAF198E-B9AE-4420-85DF-D40C118332B5}" type="presOf" srcId="{6300F33D-AE15-417F-8922-C2991075A116}" destId="{98B97CCD-AFF1-49BB-8170-C62165E0F732}" srcOrd="0" destOrd="0" presId="urn:microsoft.com/office/officeart/2005/8/layout/process1"/>
    <dgm:cxn modelId="{BC9B51A1-ACA8-4CBD-87E5-C9213C385E27}" srcId="{A5E483C9-A3BD-4F9A-8F9F-CDFA80B74485}" destId="{FDBF41EA-DF9A-4A44-9AAC-097517E2463F}" srcOrd="0" destOrd="0" parTransId="{CF759CB2-C87D-4427-A4B2-5AD3E63BC3B6}" sibTransId="{5A7B8353-D55C-40BC-AFA9-4101E69F0AAC}"/>
    <dgm:cxn modelId="{30394DAF-FA89-423B-B19E-CD8E248202E7}" type="presOf" srcId="{5A7B8353-D55C-40BC-AFA9-4101E69F0AAC}" destId="{99AE6907-DE4A-4A2A-9F71-3AA51CC83CB9}" srcOrd="1" destOrd="0" presId="urn:microsoft.com/office/officeart/2005/8/layout/process1"/>
    <dgm:cxn modelId="{CB3C8AF7-2E7F-4FE4-8ACD-1A816D2CF429}" type="presOf" srcId="{5A7B8353-D55C-40BC-AFA9-4101E69F0AAC}" destId="{44BA6F07-9809-453E-B5B3-AB636F82DB9E}" srcOrd="0" destOrd="0" presId="urn:microsoft.com/office/officeart/2005/8/layout/process1"/>
    <dgm:cxn modelId="{22C44AD1-6D42-407B-B598-EEE30ABEC653}" type="presParOf" srcId="{B450C243-F3FF-4B55-BCF1-0CE4D57F4091}" destId="{2DC0BE8A-A50D-459F-8803-8F629D24FD59}" srcOrd="0" destOrd="0" presId="urn:microsoft.com/office/officeart/2005/8/layout/process1"/>
    <dgm:cxn modelId="{1AC240FD-C658-4ED9-A81F-D5B73020D8E7}" type="presParOf" srcId="{B450C243-F3FF-4B55-BCF1-0CE4D57F4091}" destId="{44BA6F07-9809-453E-B5B3-AB636F82DB9E}" srcOrd="1" destOrd="0" presId="urn:microsoft.com/office/officeart/2005/8/layout/process1"/>
    <dgm:cxn modelId="{FE253FF6-5EFC-46A0-B20F-5568D4EE37CF}" type="presParOf" srcId="{44BA6F07-9809-453E-B5B3-AB636F82DB9E}" destId="{99AE6907-DE4A-4A2A-9F71-3AA51CC83CB9}" srcOrd="0" destOrd="0" presId="urn:microsoft.com/office/officeart/2005/8/layout/process1"/>
    <dgm:cxn modelId="{F18D4711-A811-448C-955C-94E21ED059E2}" type="presParOf" srcId="{B450C243-F3FF-4B55-BCF1-0CE4D57F4091}" destId="{C1D3A877-193E-433E-996E-DE3797C7F529}" srcOrd="2" destOrd="0" presId="urn:microsoft.com/office/officeart/2005/8/layout/process1"/>
    <dgm:cxn modelId="{68CC6966-D4FF-4E6B-A1FC-C2A326FF68F5}" type="presParOf" srcId="{B450C243-F3FF-4B55-BCF1-0CE4D57F4091}" destId="{98B97CCD-AFF1-49BB-8170-C62165E0F732}" srcOrd="3" destOrd="0" presId="urn:microsoft.com/office/officeart/2005/8/layout/process1"/>
    <dgm:cxn modelId="{8AFA6457-F5E4-409C-BE6C-1E06B088AD31}" type="presParOf" srcId="{98B97CCD-AFF1-49BB-8170-C62165E0F732}" destId="{052C7B0B-AC64-435F-9087-F76A8F81AD70}" srcOrd="0" destOrd="0" presId="urn:microsoft.com/office/officeart/2005/8/layout/process1"/>
    <dgm:cxn modelId="{43D95E56-04A0-4756-A77A-49B17F427FB4}" type="presParOf" srcId="{B450C243-F3FF-4B55-BCF1-0CE4D57F4091}" destId="{75494D80-AAE1-44AB-A5A1-D4E336C9A241}" srcOrd="4" destOrd="0" presId="urn:microsoft.com/office/officeart/2005/8/layout/process1"/>
    <dgm:cxn modelId="{AA0B0CA5-6EF5-400E-B687-C4CAEBCB357C}" type="presParOf" srcId="{B450C243-F3FF-4B55-BCF1-0CE4D57F4091}" destId="{2C8919B2-9A29-4B7C-B580-1CADFBED59E0}" srcOrd="5" destOrd="0" presId="urn:microsoft.com/office/officeart/2005/8/layout/process1"/>
    <dgm:cxn modelId="{9388EB52-80F3-48CA-903A-FA9B0EFF7199}" type="presParOf" srcId="{2C8919B2-9A29-4B7C-B580-1CADFBED59E0}" destId="{08B094E6-470A-458C-BDCC-A0626256CFD5}" srcOrd="0" destOrd="0" presId="urn:microsoft.com/office/officeart/2005/8/layout/process1"/>
    <dgm:cxn modelId="{4CC79B26-919A-468E-BDB0-3934E4643700}" type="presParOf" srcId="{B450C243-F3FF-4B55-BCF1-0CE4D57F4091}" destId="{A7280906-DE55-492D-B5CB-040475BA6CF7}" srcOrd="6"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A5E483C9-A3BD-4F9A-8F9F-CDFA80B74485}" type="doc">
      <dgm:prSet loTypeId="urn:microsoft.com/office/officeart/2005/8/layout/process1" loCatId="process" qsTypeId="urn:microsoft.com/office/officeart/2005/8/quickstyle/3d3" qsCatId="3D" csTypeId="urn:microsoft.com/office/officeart/2005/8/colors/colorful5" csCatId="colorful" phldr="1"/>
      <dgm:spPr/>
    </dgm:pt>
    <dgm:pt modelId="{FDBF41EA-DF9A-4A44-9AAC-097517E2463F}">
      <dgm:prSet phldrT="[Text]" custT="1"/>
      <dgm:spPr/>
      <dgm:t>
        <a:bodyPr/>
        <a:lstStyle/>
        <a:p>
          <a:r>
            <a:rPr lang="en-US" sz="3600" b="1" dirty="0"/>
            <a:t>Mode</a:t>
          </a:r>
        </a:p>
      </dgm:t>
    </dgm:pt>
    <dgm:pt modelId="{CF759CB2-C87D-4427-A4B2-5AD3E63BC3B6}" type="parTrans" cxnId="{BC9B51A1-ACA8-4CBD-87E5-C9213C385E27}">
      <dgm:prSet/>
      <dgm:spPr/>
      <dgm:t>
        <a:bodyPr/>
        <a:lstStyle/>
        <a:p>
          <a:endParaRPr lang="en-US" sz="3600" b="1"/>
        </a:p>
      </dgm:t>
    </dgm:pt>
    <dgm:pt modelId="{5A7B8353-D55C-40BC-AFA9-4101E69F0AAC}" type="sibTrans" cxnId="{BC9B51A1-ACA8-4CBD-87E5-C9213C385E27}">
      <dgm:prSet custT="1"/>
      <dgm:spPr/>
      <dgm:t>
        <a:bodyPr/>
        <a:lstStyle/>
        <a:p>
          <a:endParaRPr lang="en-US" sz="3600" b="1"/>
        </a:p>
      </dgm:t>
    </dgm:pt>
    <dgm:pt modelId="{676B2E30-39F0-4B19-80A5-947E41665008}">
      <dgm:prSet phldrT="[Text]" custT="1"/>
      <dgm:spPr/>
      <dgm:t>
        <a:bodyPr/>
        <a:lstStyle/>
        <a:p>
          <a:r>
            <a:rPr lang="en-US" sz="3600" b="1" dirty="0" err="1"/>
            <a:t>Reg</a:t>
          </a:r>
          <a:r>
            <a:rPr lang="en-US" sz="3600" b="1" dirty="0">
              <a:solidFill>
                <a:srgbClr val="FFFF00"/>
              </a:solidFill>
            </a:rPr>
            <a:t>(3)</a:t>
          </a:r>
          <a:endParaRPr lang="en-US" sz="3600" b="1" dirty="0"/>
        </a:p>
      </dgm:t>
    </dgm:pt>
    <dgm:pt modelId="{A7BFF212-4C41-40DE-9345-E8AAA8F4ACAD}" type="parTrans" cxnId="{B6B15E23-2288-4E53-AC6C-5C2C072B52CF}">
      <dgm:prSet/>
      <dgm:spPr/>
      <dgm:t>
        <a:bodyPr/>
        <a:lstStyle/>
        <a:p>
          <a:endParaRPr lang="en-US" sz="3600" b="1"/>
        </a:p>
      </dgm:t>
    </dgm:pt>
    <dgm:pt modelId="{6300F33D-AE15-417F-8922-C2991075A116}" type="sibTrans" cxnId="{B6B15E23-2288-4E53-AC6C-5C2C072B52CF}">
      <dgm:prSet custT="1"/>
      <dgm:spPr/>
      <dgm:t>
        <a:bodyPr/>
        <a:lstStyle/>
        <a:p>
          <a:endParaRPr lang="en-US" sz="3600" b="1"/>
        </a:p>
      </dgm:t>
    </dgm:pt>
    <dgm:pt modelId="{3A2CE8DF-123E-43D2-99F9-012836600209}">
      <dgm:prSet phldrT="[Text]" custT="1"/>
      <dgm:spPr/>
      <dgm:t>
        <a:bodyPr/>
        <a:lstStyle/>
        <a:p>
          <a:r>
            <a:rPr lang="en-US" sz="3200" b="1" dirty="0"/>
            <a:t>Right side</a:t>
          </a:r>
          <a:endParaRPr lang="en-US" sz="3200" b="1" dirty="0">
            <a:solidFill>
              <a:srgbClr val="FFFF00"/>
            </a:solidFill>
          </a:endParaRPr>
        </a:p>
      </dgm:t>
    </dgm:pt>
    <dgm:pt modelId="{8F4A4DFA-E902-4F63-9C66-7A5222C9C171}" type="parTrans" cxnId="{8D2E8B5A-6F08-4337-8277-E183FCC2E3FD}">
      <dgm:prSet/>
      <dgm:spPr/>
      <dgm:t>
        <a:bodyPr/>
        <a:lstStyle/>
        <a:p>
          <a:endParaRPr lang="en-US" sz="3600" b="1"/>
        </a:p>
      </dgm:t>
    </dgm:pt>
    <dgm:pt modelId="{38CEDB57-7D29-4D21-8203-7F6E44EA777E}" type="sibTrans" cxnId="{8D2E8B5A-6F08-4337-8277-E183FCC2E3FD}">
      <dgm:prSet custT="1"/>
      <dgm:spPr/>
      <dgm:t>
        <a:bodyPr/>
        <a:lstStyle/>
        <a:p>
          <a:endParaRPr lang="en-US" sz="3600" b="1"/>
        </a:p>
      </dgm:t>
    </dgm:pt>
    <dgm:pt modelId="{0CD145DC-1283-47D9-9842-9F28D9292403}">
      <dgm:prSet phldrT="[Text]" custT="1"/>
      <dgm:spPr/>
      <dgm:t>
        <a:bodyPr/>
        <a:lstStyle/>
        <a:p>
          <a:r>
            <a:rPr lang="en-US" sz="3600" b="1" dirty="0"/>
            <a:t>Quad</a:t>
          </a:r>
          <a:r>
            <a:rPr lang="en-US" sz="3600" b="1" dirty="0">
              <a:solidFill>
                <a:srgbClr val="FFFF00"/>
              </a:solidFill>
            </a:rPr>
            <a:t>(3)</a:t>
          </a:r>
          <a:endParaRPr lang="en-US" sz="3600" b="1" dirty="0"/>
        </a:p>
      </dgm:t>
    </dgm:pt>
    <dgm:pt modelId="{0D9B67D3-2181-406C-92D3-DC1D56CD0CD8}" type="parTrans" cxnId="{555C8181-422E-4293-A5B2-29CF411103B9}">
      <dgm:prSet/>
      <dgm:spPr/>
      <dgm:t>
        <a:bodyPr/>
        <a:lstStyle/>
        <a:p>
          <a:endParaRPr lang="en-US" sz="3600" b="1"/>
        </a:p>
      </dgm:t>
    </dgm:pt>
    <dgm:pt modelId="{8BFBDCF5-5907-42CD-A174-33BEF20C4F6E}" type="sibTrans" cxnId="{555C8181-422E-4293-A5B2-29CF411103B9}">
      <dgm:prSet/>
      <dgm:spPr/>
      <dgm:t>
        <a:bodyPr/>
        <a:lstStyle/>
        <a:p>
          <a:endParaRPr lang="en-US" sz="3600" b="1"/>
        </a:p>
      </dgm:t>
    </dgm:pt>
    <dgm:pt modelId="{B450C243-F3FF-4B55-BCF1-0CE4D57F4091}" type="pres">
      <dgm:prSet presAssocID="{A5E483C9-A3BD-4F9A-8F9F-CDFA80B74485}" presName="Name0" presStyleCnt="0">
        <dgm:presLayoutVars>
          <dgm:dir/>
          <dgm:resizeHandles val="exact"/>
        </dgm:presLayoutVars>
      </dgm:prSet>
      <dgm:spPr/>
    </dgm:pt>
    <dgm:pt modelId="{2DC0BE8A-A50D-459F-8803-8F629D24FD59}" type="pres">
      <dgm:prSet presAssocID="{FDBF41EA-DF9A-4A44-9AAC-097517E2463F}" presName="node" presStyleLbl="node1" presStyleIdx="0" presStyleCnt="4" custLinFactNeighborX="2824">
        <dgm:presLayoutVars>
          <dgm:bulletEnabled val="1"/>
        </dgm:presLayoutVars>
      </dgm:prSet>
      <dgm:spPr/>
    </dgm:pt>
    <dgm:pt modelId="{44BA6F07-9809-453E-B5B3-AB636F82DB9E}" type="pres">
      <dgm:prSet presAssocID="{5A7B8353-D55C-40BC-AFA9-4101E69F0AAC}" presName="sibTrans" presStyleLbl="sibTrans2D1" presStyleIdx="0" presStyleCnt="3"/>
      <dgm:spPr/>
    </dgm:pt>
    <dgm:pt modelId="{99AE6907-DE4A-4A2A-9F71-3AA51CC83CB9}" type="pres">
      <dgm:prSet presAssocID="{5A7B8353-D55C-40BC-AFA9-4101E69F0AAC}" presName="connectorText" presStyleLbl="sibTrans2D1" presStyleIdx="0" presStyleCnt="3"/>
      <dgm:spPr/>
    </dgm:pt>
    <dgm:pt modelId="{C1D3A877-193E-433E-996E-DE3797C7F529}" type="pres">
      <dgm:prSet presAssocID="{676B2E30-39F0-4B19-80A5-947E41665008}" presName="node" presStyleLbl="node1" presStyleIdx="1" presStyleCnt="4">
        <dgm:presLayoutVars>
          <dgm:bulletEnabled val="1"/>
        </dgm:presLayoutVars>
      </dgm:prSet>
      <dgm:spPr/>
    </dgm:pt>
    <dgm:pt modelId="{98B97CCD-AFF1-49BB-8170-C62165E0F732}" type="pres">
      <dgm:prSet presAssocID="{6300F33D-AE15-417F-8922-C2991075A116}" presName="sibTrans" presStyleLbl="sibTrans2D1" presStyleIdx="1" presStyleCnt="3"/>
      <dgm:spPr/>
    </dgm:pt>
    <dgm:pt modelId="{052C7B0B-AC64-435F-9087-F76A8F81AD70}" type="pres">
      <dgm:prSet presAssocID="{6300F33D-AE15-417F-8922-C2991075A116}" presName="connectorText" presStyleLbl="sibTrans2D1" presStyleIdx="1" presStyleCnt="3"/>
      <dgm:spPr/>
    </dgm:pt>
    <dgm:pt modelId="{75494D80-AAE1-44AB-A5A1-D4E336C9A241}" type="pres">
      <dgm:prSet presAssocID="{3A2CE8DF-123E-43D2-99F9-012836600209}" presName="node" presStyleLbl="node1" presStyleIdx="2" presStyleCnt="4" custScaleY="85521">
        <dgm:presLayoutVars>
          <dgm:bulletEnabled val="1"/>
        </dgm:presLayoutVars>
      </dgm:prSet>
      <dgm:spPr/>
    </dgm:pt>
    <dgm:pt modelId="{2C8919B2-9A29-4B7C-B580-1CADFBED59E0}" type="pres">
      <dgm:prSet presAssocID="{38CEDB57-7D29-4D21-8203-7F6E44EA777E}" presName="sibTrans" presStyleLbl="sibTrans2D1" presStyleIdx="2" presStyleCnt="3"/>
      <dgm:spPr/>
    </dgm:pt>
    <dgm:pt modelId="{08B094E6-470A-458C-BDCC-A0626256CFD5}" type="pres">
      <dgm:prSet presAssocID="{38CEDB57-7D29-4D21-8203-7F6E44EA777E}" presName="connectorText" presStyleLbl="sibTrans2D1" presStyleIdx="2" presStyleCnt="3"/>
      <dgm:spPr/>
    </dgm:pt>
    <dgm:pt modelId="{A7280906-DE55-492D-B5CB-040475BA6CF7}" type="pres">
      <dgm:prSet presAssocID="{0CD145DC-1283-47D9-9842-9F28D9292403}" presName="node" presStyleLbl="node1" presStyleIdx="3" presStyleCnt="4">
        <dgm:presLayoutVars>
          <dgm:bulletEnabled val="1"/>
        </dgm:presLayoutVars>
      </dgm:prSet>
      <dgm:spPr/>
    </dgm:pt>
  </dgm:ptLst>
  <dgm:cxnLst>
    <dgm:cxn modelId="{5A985C08-529D-4000-98A2-A814857FEF6F}" type="presOf" srcId="{3A2CE8DF-123E-43D2-99F9-012836600209}" destId="{75494D80-AAE1-44AB-A5A1-D4E336C9A241}" srcOrd="0" destOrd="0" presId="urn:microsoft.com/office/officeart/2005/8/layout/process1"/>
    <dgm:cxn modelId="{3FA52810-54EC-45E6-868A-B9D2F38A1178}" type="presOf" srcId="{38CEDB57-7D29-4D21-8203-7F6E44EA777E}" destId="{2C8919B2-9A29-4B7C-B580-1CADFBED59E0}" srcOrd="0" destOrd="0" presId="urn:microsoft.com/office/officeart/2005/8/layout/process1"/>
    <dgm:cxn modelId="{6DEBC41F-CE01-4498-AD55-FBAAB2D9428E}" type="presOf" srcId="{676B2E30-39F0-4B19-80A5-947E41665008}" destId="{C1D3A877-193E-433E-996E-DE3797C7F529}" srcOrd="0" destOrd="0" presId="urn:microsoft.com/office/officeart/2005/8/layout/process1"/>
    <dgm:cxn modelId="{B6B15E23-2288-4E53-AC6C-5C2C072B52CF}" srcId="{A5E483C9-A3BD-4F9A-8F9F-CDFA80B74485}" destId="{676B2E30-39F0-4B19-80A5-947E41665008}" srcOrd="1" destOrd="0" parTransId="{A7BFF212-4C41-40DE-9345-E8AAA8F4ACAD}" sibTransId="{6300F33D-AE15-417F-8922-C2991075A116}"/>
    <dgm:cxn modelId="{25C59325-3B33-460F-924C-959B867BA523}" type="presOf" srcId="{6300F33D-AE15-417F-8922-C2991075A116}" destId="{052C7B0B-AC64-435F-9087-F76A8F81AD70}" srcOrd="1" destOrd="0" presId="urn:microsoft.com/office/officeart/2005/8/layout/process1"/>
    <dgm:cxn modelId="{A2F6704B-1AF9-4527-A083-2DCB2819DC03}" type="presOf" srcId="{A5E483C9-A3BD-4F9A-8F9F-CDFA80B74485}" destId="{B450C243-F3FF-4B55-BCF1-0CE4D57F4091}" srcOrd="0" destOrd="0" presId="urn:microsoft.com/office/officeart/2005/8/layout/process1"/>
    <dgm:cxn modelId="{8D2E8B5A-6F08-4337-8277-E183FCC2E3FD}" srcId="{A5E483C9-A3BD-4F9A-8F9F-CDFA80B74485}" destId="{3A2CE8DF-123E-43D2-99F9-012836600209}" srcOrd="2" destOrd="0" parTransId="{8F4A4DFA-E902-4F63-9C66-7A5222C9C171}" sibTransId="{38CEDB57-7D29-4D21-8203-7F6E44EA777E}"/>
    <dgm:cxn modelId="{175DED7A-999D-49D9-A392-49307C30ACE6}" type="presOf" srcId="{0CD145DC-1283-47D9-9842-9F28D9292403}" destId="{A7280906-DE55-492D-B5CB-040475BA6CF7}" srcOrd="0" destOrd="0" presId="urn:microsoft.com/office/officeart/2005/8/layout/process1"/>
    <dgm:cxn modelId="{AA90C37E-5A4B-47CB-9B94-784D4FF9B5AF}" type="presOf" srcId="{38CEDB57-7D29-4D21-8203-7F6E44EA777E}" destId="{08B094E6-470A-458C-BDCC-A0626256CFD5}" srcOrd="1" destOrd="0" presId="urn:microsoft.com/office/officeart/2005/8/layout/process1"/>
    <dgm:cxn modelId="{555C8181-422E-4293-A5B2-29CF411103B9}" srcId="{A5E483C9-A3BD-4F9A-8F9F-CDFA80B74485}" destId="{0CD145DC-1283-47D9-9842-9F28D9292403}" srcOrd="3" destOrd="0" parTransId="{0D9B67D3-2181-406C-92D3-DC1D56CD0CD8}" sibTransId="{8BFBDCF5-5907-42CD-A174-33BEF20C4F6E}"/>
    <dgm:cxn modelId="{A4F25384-3977-42AF-B055-D63D03477108}" type="presOf" srcId="{6300F33D-AE15-417F-8922-C2991075A116}" destId="{98B97CCD-AFF1-49BB-8170-C62165E0F732}" srcOrd="0" destOrd="0" presId="urn:microsoft.com/office/officeart/2005/8/layout/process1"/>
    <dgm:cxn modelId="{BC9B51A1-ACA8-4CBD-87E5-C9213C385E27}" srcId="{A5E483C9-A3BD-4F9A-8F9F-CDFA80B74485}" destId="{FDBF41EA-DF9A-4A44-9AAC-097517E2463F}" srcOrd="0" destOrd="0" parTransId="{CF759CB2-C87D-4427-A4B2-5AD3E63BC3B6}" sibTransId="{5A7B8353-D55C-40BC-AFA9-4101E69F0AAC}"/>
    <dgm:cxn modelId="{A4864BAD-7D4C-450C-817B-195293FE1004}" type="presOf" srcId="{5A7B8353-D55C-40BC-AFA9-4101E69F0AAC}" destId="{44BA6F07-9809-453E-B5B3-AB636F82DB9E}" srcOrd="0" destOrd="0" presId="urn:microsoft.com/office/officeart/2005/8/layout/process1"/>
    <dgm:cxn modelId="{D70BAFAE-944F-492D-BA7B-923832080590}" type="presOf" srcId="{5A7B8353-D55C-40BC-AFA9-4101E69F0AAC}" destId="{99AE6907-DE4A-4A2A-9F71-3AA51CC83CB9}" srcOrd="1" destOrd="0" presId="urn:microsoft.com/office/officeart/2005/8/layout/process1"/>
    <dgm:cxn modelId="{EC3452D1-75FA-4D5D-8BEF-357B8D59BB87}" type="presOf" srcId="{FDBF41EA-DF9A-4A44-9AAC-097517E2463F}" destId="{2DC0BE8A-A50D-459F-8803-8F629D24FD59}" srcOrd="0" destOrd="0" presId="urn:microsoft.com/office/officeart/2005/8/layout/process1"/>
    <dgm:cxn modelId="{9579D4A2-3562-4AD0-8DF1-DD430D0D3493}" type="presParOf" srcId="{B450C243-F3FF-4B55-BCF1-0CE4D57F4091}" destId="{2DC0BE8A-A50D-459F-8803-8F629D24FD59}" srcOrd="0" destOrd="0" presId="urn:microsoft.com/office/officeart/2005/8/layout/process1"/>
    <dgm:cxn modelId="{BBF184A6-ED77-4BD0-A8E2-7E3D853915EE}" type="presParOf" srcId="{B450C243-F3FF-4B55-BCF1-0CE4D57F4091}" destId="{44BA6F07-9809-453E-B5B3-AB636F82DB9E}" srcOrd="1" destOrd="0" presId="urn:microsoft.com/office/officeart/2005/8/layout/process1"/>
    <dgm:cxn modelId="{A3892670-849E-4667-8181-55F598A37E2F}" type="presParOf" srcId="{44BA6F07-9809-453E-B5B3-AB636F82DB9E}" destId="{99AE6907-DE4A-4A2A-9F71-3AA51CC83CB9}" srcOrd="0" destOrd="0" presId="urn:microsoft.com/office/officeart/2005/8/layout/process1"/>
    <dgm:cxn modelId="{39501294-D2D8-4A16-91D1-15F73C6CD4EF}" type="presParOf" srcId="{B450C243-F3FF-4B55-BCF1-0CE4D57F4091}" destId="{C1D3A877-193E-433E-996E-DE3797C7F529}" srcOrd="2" destOrd="0" presId="urn:microsoft.com/office/officeart/2005/8/layout/process1"/>
    <dgm:cxn modelId="{343F8672-32F6-4F37-935C-F8D1FC412953}" type="presParOf" srcId="{B450C243-F3FF-4B55-BCF1-0CE4D57F4091}" destId="{98B97CCD-AFF1-49BB-8170-C62165E0F732}" srcOrd="3" destOrd="0" presId="urn:microsoft.com/office/officeart/2005/8/layout/process1"/>
    <dgm:cxn modelId="{2AA98D3D-6C5B-48BA-86DD-C25083E1E5B8}" type="presParOf" srcId="{98B97CCD-AFF1-49BB-8170-C62165E0F732}" destId="{052C7B0B-AC64-435F-9087-F76A8F81AD70}" srcOrd="0" destOrd="0" presId="urn:microsoft.com/office/officeart/2005/8/layout/process1"/>
    <dgm:cxn modelId="{772145E7-F23B-467A-BB2A-52A3BAD8E95D}" type="presParOf" srcId="{B450C243-F3FF-4B55-BCF1-0CE4D57F4091}" destId="{75494D80-AAE1-44AB-A5A1-D4E336C9A241}" srcOrd="4" destOrd="0" presId="urn:microsoft.com/office/officeart/2005/8/layout/process1"/>
    <dgm:cxn modelId="{9188E196-4871-4C54-AF79-0778F61FC2D8}" type="presParOf" srcId="{B450C243-F3FF-4B55-BCF1-0CE4D57F4091}" destId="{2C8919B2-9A29-4B7C-B580-1CADFBED59E0}" srcOrd="5" destOrd="0" presId="urn:microsoft.com/office/officeart/2005/8/layout/process1"/>
    <dgm:cxn modelId="{5066666D-78A8-4ED8-9C01-8A03A45A42F1}" type="presParOf" srcId="{2C8919B2-9A29-4B7C-B580-1CADFBED59E0}" destId="{08B094E6-470A-458C-BDCC-A0626256CFD5}" srcOrd="0" destOrd="0" presId="urn:microsoft.com/office/officeart/2005/8/layout/process1"/>
    <dgm:cxn modelId="{4955EF83-3B9C-4AA3-AEF6-55CA87A4E634}" type="presParOf" srcId="{B450C243-F3FF-4B55-BCF1-0CE4D57F4091}" destId="{A7280906-DE55-492D-B5CB-040475BA6CF7}" srcOrd="6" destOrd="0" presId="urn:microsoft.com/office/officeart/2005/8/layout/process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A5E483C9-A3BD-4F9A-8F9F-CDFA80B74485}" type="doc">
      <dgm:prSet loTypeId="urn:microsoft.com/office/officeart/2005/8/layout/process1" loCatId="process" qsTypeId="urn:microsoft.com/office/officeart/2005/8/quickstyle/3d3" qsCatId="3D" csTypeId="urn:microsoft.com/office/officeart/2005/8/colors/colorful5" csCatId="colorful" phldr="1"/>
      <dgm:spPr/>
    </dgm:pt>
    <dgm:pt modelId="{FDBF41EA-DF9A-4A44-9AAC-097517E2463F}">
      <dgm:prSet phldrT="[Text]" custT="1"/>
      <dgm:spPr/>
      <dgm:t>
        <a:bodyPr/>
        <a:lstStyle/>
        <a:p>
          <a:r>
            <a:rPr lang="en-US" sz="2800" b="1" dirty="0"/>
            <a:t>1</a:t>
          </a:r>
          <a:r>
            <a:rPr lang="en-US" sz="2800" b="1" baseline="30000" dirty="0"/>
            <a:t>st</a:t>
          </a:r>
          <a:r>
            <a:rPr lang="en-US" sz="2800" b="1" dirty="0"/>
            <a:t> value    of x</a:t>
          </a:r>
        </a:p>
      </dgm:t>
    </dgm:pt>
    <dgm:pt modelId="{CF759CB2-C87D-4427-A4B2-5AD3E63BC3B6}" type="parTrans" cxnId="{BC9B51A1-ACA8-4CBD-87E5-C9213C385E27}">
      <dgm:prSet/>
      <dgm:spPr/>
      <dgm:t>
        <a:bodyPr/>
        <a:lstStyle/>
        <a:p>
          <a:endParaRPr lang="en-US" sz="3600" b="1"/>
        </a:p>
      </dgm:t>
    </dgm:pt>
    <dgm:pt modelId="{5A7B8353-D55C-40BC-AFA9-4101E69F0AAC}" type="sibTrans" cxnId="{BC9B51A1-ACA8-4CBD-87E5-C9213C385E27}">
      <dgm:prSet custT="1"/>
      <dgm:spPr/>
      <dgm:t>
        <a:bodyPr/>
        <a:lstStyle/>
        <a:p>
          <a:endParaRPr lang="en-US" sz="3600" b="1"/>
        </a:p>
      </dgm:t>
    </dgm:pt>
    <dgm:pt modelId="{676B2E30-39F0-4B19-80A5-947E41665008}">
      <dgm:prSet phldrT="[Text]" custT="1"/>
      <dgm:spPr/>
      <dgm:t>
        <a:bodyPr/>
        <a:lstStyle/>
        <a:p>
          <a:r>
            <a:rPr lang="en-US" sz="3600" b="1" dirty="0"/>
            <a:t>,</a:t>
          </a:r>
          <a:endParaRPr lang="en-US" sz="3600" b="1" dirty="0">
            <a:solidFill>
              <a:srgbClr val="FFFF00"/>
            </a:solidFill>
          </a:endParaRPr>
        </a:p>
      </dgm:t>
    </dgm:pt>
    <dgm:pt modelId="{A7BFF212-4C41-40DE-9345-E8AAA8F4ACAD}" type="parTrans" cxnId="{B6B15E23-2288-4E53-AC6C-5C2C072B52CF}">
      <dgm:prSet/>
      <dgm:spPr/>
      <dgm:t>
        <a:bodyPr/>
        <a:lstStyle/>
        <a:p>
          <a:endParaRPr lang="en-US" sz="3600" b="1"/>
        </a:p>
      </dgm:t>
    </dgm:pt>
    <dgm:pt modelId="{6300F33D-AE15-417F-8922-C2991075A116}" type="sibTrans" cxnId="{B6B15E23-2288-4E53-AC6C-5C2C072B52CF}">
      <dgm:prSet custT="1"/>
      <dgm:spPr/>
      <dgm:t>
        <a:bodyPr/>
        <a:lstStyle/>
        <a:p>
          <a:endParaRPr lang="en-US" sz="3600" b="1"/>
        </a:p>
      </dgm:t>
    </dgm:pt>
    <dgm:pt modelId="{3A2CE8DF-123E-43D2-99F9-012836600209}">
      <dgm:prSet phldrT="[Text]" custT="1"/>
      <dgm:spPr/>
      <dgm:t>
        <a:bodyPr/>
        <a:lstStyle/>
        <a:p>
          <a:r>
            <a:rPr lang="en-US" sz="2800" b="1" dirty="0"/>
            <a:t>1</a:t>
          </a:r>
          <a:r>
            <a:rPr lang="en-US" sz="2800" b="1" baseline="30000" dirty="0"/>
            <a:t>st</a:t>
          </a:r>
          <a:r>
            <a:rPr lang="en-US" sz="2800" b="1" dirty="0"/>
            <a:t> value    of y</a:t>
          </a:r>
          <a:endParaRPr lang="en-US" sz="2800" b="1" dirty="0">
            <a:solidFill>
              <a:srgbClr val="FFFF00"/>
            </a:solidFill>
          </a:endParaRPr>
        </a:p>
      </dgm:t>
    </dgm:pt>
    <dgm:pt modelId="{8F4A4DFA-E902-4F63-9C66-7A5222C9C171}" type="parTrans" cxnId="{8D2E8B5A-6F08-4337-8277-E183FCC2E3FD}">
      <dgm:prSet/>
      <dgm:spPr/>
      <dgm:t>
        <a:bodyPr/>
        <a:lstStyle/>
        <a:p>
          <a:endParaRPr lang="en-US" sz="3600" b="1"/>
        </a:p>
      </dgm:t>
    </dgm:pt>
    <dgm:pt modelId="{38CEDB57-7D29-4D21-8203-7F6E44EA777E}" type="sibTrans" cxnId="{8D2E8B5A-6F08-4337-8277-E183FCC2E3FD}">
      <dgm:prSet custT="1"/>
      <dgm:spPr/>
      <dgm:t>
        <a:bodyPr/>
        <a:lstStyle/>
        <a:p>
          <a:endParaRPr lang="en-US" sz="3600" b="1"/>
        </a:p>
      </dgm:t>
    </dgm:pt>
    <dgm:pt modelId="{46ADFC18-063A-4AD0-9AA3-8719DD99B43D}">
      <dgm:prSet phldrT="[Text]" custT="1"/>
      <dgm:spPr/>
      <dgm:t>
        <a:bodyPr/>
        <a:lstStyle/>
        <a:p>
          <a:r>
            <a:rPr lang="en-US" sz="3600" b="1" dirty="0">
              <a:solidFill>
                <a:schemeClr val="bg1"/>
              </a:solidFill>
            </a:rPr>
            <a:t>M+</a:t>
          </a:r>
        </a:p>
      </dgm:t>
    </dgm:pt>
    <dgm:pt modelId="{F95033D6-CEE0-4595-85E5-E6D28978F9E4}" type="parTrans" cxnId="{14A7E591-D54E-44C5-92C9-46716053204E}">
      <dgm:prSet/>
      <dgm:spPr/>
      <dgm:t>
        <a:bodyPr/>
        <a:lstStyle/>
        <a:p>
          <a:endParaRPr lang="en-US"/>
        </a:p>
      </dgm:t>
    </dgm:pt>
    <dgm:pt modelId="{B0CDDA58-271B-40A2-AA14-C02EAA021DF3}" type="sibTrans" cxnId="{14A7E591-D54E-44C5-92C9-46716053204E}">
      <dgm:prSet/>
      <dgm:spPr/>
      <dgm:t>
        <a:bodyPr/>
        <a:lstStyle/>
        <a:p>
          <a:endParaRPr lang="en-US"/>
        </a:p>
      </dgm:t>
    </dgm:pt>
    <dgm:pt modelId="{B450C243-F3FF-4B55-BCF1-0CE4D57F4091}" type="pres">
      <dgm:prSet presAssocID="{A5E483C9-A3BD-4F9A-8F9F-CDFA80B74485}" presName="Name0" presStyleCnt="0">
        <dgm:presLayoutVars>
          <dgm:dir/>
          <dgm:resizeHandles val="exact"/>
        </dgm:presLayoutVars>
      </dgm:prSet>
      <dgm:spPr/>
    </dgm:pt>
    <dgm:pt modelId="{2DC0BE8A-A50D-459F-8803-8F629D24FD59}" type="pres">
      <dgm:prSet presAssocID="{FDBF41EA-DF9A-4A44-9AAC-097517E2463F}" presName="node" presStyleLbl="node1" presStyleIdx="0" presStyleCnt="4" custScaleY="90909">
        <dgm:presLayoutVars>
          <dgm:bulletEnabled val="1"/>
        </dgm:presLayoutVars>
      </dgm:prSet>
      <dgm:spPr/>
    </dgm:pt>
    <dgm:pt modelId="{44BA6F07-9809-453E-B5B3-AB636F82DB9E}" type="pres">
      <dgm:prSet presAssocID="{5A7B8353-D55C-40BC-AFA9-4101E69F0AAC}" presName="sibTrans" presStyleLbl="sibTrans2D1" presStyleIdx="0" presStyleCnt="3"/>
      <dgm:spPr/>
    </dgm:pt>
    <dgm:pt modelId="{99AE6907-DE4A-4A2A-9F71-3AA51CC83CB9}" type="pres">
      <dgm:prSet presAssocID="{5A7B8353-D55C-40BC-AFA9-4101E69F0AAC}" presName="connectorText" presStyleLbl="sibTrans2D1" presStyleIdx="0" presStyleCnt="3"/>
      <dgm:spPr/>
    </dgm:pt>
    <dgm:pt modelId="{C1D3A877-193E-433E-996E-DE3797C7F529}" type="pres">
      <dgm:prSet presAssocID="{676B2E30-39F0-4B19-80A5-947E41665008}" presName="node" presStyleLbl="node1" presStyleIdx="1" presStyleCnt="4" custScaleY="90909">
        <dgm:presLayoutVars>
          <dgm:bulletEnabled val="1"/>
        </dgm:presLayoutVars>
      </dgm:prSet>
      <dgm:spPr/>
    </dgm:pt>
    <dgm:pt modelId="{98B97CCD-AFF1-49BB-8170-C62165E0F732}" type="pres">
      <dgm:prSet presAssocID="{6300F33D-AE15-417F-8922-C2991075A116}" presName="sibTrans" presStyleLbl="sibTrans2D1" presStyleIdx="1" presStyleCnt="3"/>
      <dgm:spPr/>
    </dgm:pt>
    <dgm:pt modelId="{052C7B0B-AC64-435F-9087-F76A8F81AD70}" type="pres">
      <dgm:prSet presAssocID="{6300F33D-AE15-417F-8922-C2991075A116}" presName="connectorText" presStyleLbl="sibTrans2D1" presStyleIdx="1" presStyleCnt="3"/>
      <dgm:spPr/>
    </dgm:pt>
    <dgm:pt modelId="{75494D80-AAE1-44AB-A5A1-D4E336C9A241}" type="pres">
      <dgm:prSet presAssocID="{3A2CE8DF-123E-43D2-99F9-012836600209}" presName="node" presStyleLbl="node1" presStyleIdx="2" presStyleCnt="4" custScaleY="90909">
        <dgm:presLayoutVars>
          <dgm:bulletEnabled val="1"/>
        </dgm:presLayoutVars>
      </dgm:prSet>
      <dgm:spPr/>
    </dgm:pt>
    <dgm:pt modelId="{2C8919B2-9A29-4B7C-B580-1CADFBED59E0}" type="pres">
      <dgm:prSet presAssocID="{38CEDB57-7D29-4D21-8203-7F6E44EA777E}" presName="sibTrans" presStyleLbl="sibTrans2D1" presStyleIdx="2" presStyleCnt="3"/>
      <dgm:spPr/>
    </dgm:pt>
    <dgm:pt modelId="{08B094E6-470A-458C-BDCC-A0626256CFD5}" type="pres">
      <dgm:prSet presAssocID="{38CEDB57-7D29-4D21-8203-7F6E44EA777E}" presName="connectorText" presStyleLbl="sibTrans2D1" presStyleIdx="2" presStyleCnt="3"/>
      <dgm:spPr/>
    </dgm:pt>
    <dgm:pt modelId="{FF7AE4D5-99CD-430E-997C-4D9624DA75B6}" type="pres">
      <dgm:prSet presAssocID="{46ADFC18-063A-4AD0-9AA3-8719DD99B43D}" presName="node" presStyleLbl="node1" presStyleIdx="3" presStyleCnt="4" custScaleY="90909">
        <dgm:presLayoutVars>
          <dgm:bulletEnabled val="1"/>
        </dgm:presLayoutVars>
      </dgm:prSet>
      <dgm:spPr/>
    </dgm:pt>
  </dgm:ptLst>
  <dgm:cxnLst>
    <dgm:cxn modelId="{015A5416-09D9-482C-B4FC-9A3845B82E13}" type="presOf" srcId="{3A2CE8DF-123E-43D2-99F9-012836600209}" destId="{75494D80-AAE1-44AB-A5A1-D4E336C9A241}" srcOrd="0" destOrd="0" presId="urn:microsoft.com/office/officeart/2005/8/layout/process1"/>
    <dgm:cxn modelId="{B6B15E23-2288-4E53-AC6C-5C2C072B52CF}" srcId="{A5E483C9-A3BD-4F9A-8F9F-CDFA80B74485}" destId="{676B2E30-39F0-4B19-80A5-947E41665008}" srcOrd="1" destOrd="0" parTransId="{A7BFF212-4C41-40DE-9345-E8AAA8F4ACAD}" sibTransId="{6300F33D-AE15-417F-8922-C2991075A116}"/>
    <dgm:cxn modelId="{E2E97B5B-AA86-4514-B2E5-E1EE0F7B0691}" type="presOf" srcId="{38CEDB57-7D29-4D21-8203-7F6E44EA777E}" destId="{2C8919B2-9A29-4B7C-B580-1CADFBED59E0}" srcOrd="0" destOrd="0" presId="urn:microsoft.com/office/officeart/2005/8/layout/process1"/>
    <dgm:cxn modelId="{204BF94F-6669-485F-9CC7-4CE570BD4A1F}" type="presOf" srcId="{6300F33D-AE15-417F-8922-C2991075A116}" destId="{052C7B0B-AC64-435F-9087-F76A8F81AD70}" srcOrd="1" destOrd="0" presId="urn:microsoft.com/office/officeart/2005/8/layout/process1"/>
    <dgm:cxn modelId="{0D278071-0C53-4A67-A424-C8F9C091A8C9}" type="presOf" srcId="{46ADFC18-063A-4AD0-9AA3-8719DD99B43D}" destId="{FF7AE4D5-99CD-430E-997C-4D9624DA75B6}" srcOrd="0" destOrd="0" presId="urn:microsoft.com/office/officeart/2005/8/layout/process1"/>
    <dgm:cxn modelId="{8D2E8B5A-6F08-4337-8277-E183FCC2E3FD}" srcId="{A5E483C9-A3BD-4F9A-8F9F-CDFA80B74485}" destId="{3A2CE8DF-123E-43D2-99F9-012836600209}" srcOrd="2" destOrd="0" parTransId="{8F4A4DFA-E902-4F63-9C66-7A5222C9C171}" sibTransId="{38CEDB57-7D29-4D21-8203-7F6E44EA777E}"/>
    <dgm:cxn modelId="{9C3C2184-168D-4A82-B360-325AC3573839}" type="presOf" srcId="{38CEDB57-7D29-4D21-8203-7F6E44EA777E}" destId="{08B094E6-470A-458C-BDCC-A0626256CFD5}" srcOrd="1" destOrd="0" presId="urn:microsoft.com/office/officeart/2005/8/layout/process1"/>
    <dgm:cxn modelId="{14A7E591-D54E-44C5-92C9-46716053204E}" srcId="{A5E483C9-A3BD-4F9A-8F9F-CDFA80B74485}" destId="{46ADFC18-063A-4AD0-9AA3-8719DD99B43D}" srcOrd="3" destOrd="0" parTransId="{F95033D6-CEE0-4595-85E5-E6D28978F9E4}" sibTransId="{B0CDDA58-271B-40A2-AA14-C02EAA021DF3}"/>
    <dgm:cxn modelId="{06DA059E-D030-4EFB-A19C-2B8B6DFFBCE7}" type="presOf" srcId="{5A7B8353-D55C-40BC-AFA9-4101E69F0AAC}" destId="{44BA6F07-9809-453E-B5B3-AB636F82DB9E}" srcOrd="0" destOrd="0" presId="urn:microsoft.com/office/officeart/2005/8/layout/process1"/>
    <dgm:cxn modelId="{396F179E-9B5C-4679-AD97-BBC995FECA9D}" type="presOf" srcId="{A5E483C9-A3BD-4F9A-8F9F-CDFA80B74485}" destId="{B450C243-F3FF-4B55-BCF1-0CE4D57F4091}" srcOrd="0" destOrd="0" presId="urn:microsoft.com/office/officeart/2005/8/layout/process1"/>
    <dgm:cxn modelId="{BC9B51A1-ACA8-4CBD-87E5-C9213C385E27}" srcId="{A5E483C9-A3BD-4F9A-8F9F-CDFA80B74485}" destId="{FDBF41EA-DF9A-4A44-9AAC-097517E2463F}" srcOrd="0" destOrd="0" parTransId="{CF759CB2-C87D-4427-A4B2-5AD3E63BC3B6}" sibTransId="{5A7B8353-D55C-40BC-AFA9-4101E69F0AAC}"/>
    <dgm:cxn modelId="{830EB2B2-6936-489C-A3C7-9723281184FE}" type="presOf" srcId="{676B2E30-39F0-4B19-80A5-947E41665008}" destId="{C1D3A877-193E-433E-996E-DE3797C7F529}" srcOrd="0" destOrd="0" presId="urn:microsoft.com/office/officeart/2005/8/layout/process1"/>
    <dgm:cxn modelId="{2C73ECB6-03CB-4CED-A9E0-420AFCE6CA8B}" type="presOf" srcId="{FDBF41EA-DF9A-4A44-9AAC-097517E2463F}" destId="{2DC0BE8A-A50D-459F-8803-8F629D24FD59}" srcOrd="0" destOrd="0" presId="urn:microsoft.com/office/officeart/2005/8/layout/process1"/>
    <dgm:cxn modelId="{B44F81EE-E487-4909-AD6E-ADDBC6A0652B}" type="presOf" srcId="{6300F33D-AE15-417F-8922-C2991075A116}" destId="{98B97CCD-AFF1-49BB-8170-C62165E0F732}" srcOrd="0" destOrd="0" presId="urn:microsoft.com/office/officeart/2005/8/layout/process1"/>
    <dgm:cxn modelId="{DB489AFB-9B1D-4AEA-A622-0C19F6F4088D}" type="presOf" srcId="{5A7B8353-D55C-40BC-AFA9-4101E69F0AAC}" destId="{99AE6907-DE4A-4A2A-9F71-3AA51CC83CB9}" srcOrd="1" destOrd="0" presId="urn:microsoft.com/office/officeart/2005/8/layout/process1"/>
    <dgm:cxn modelId="{302EB958-3540-4F60-9D07-2E9665491F4A}" type="presParOf" srcId="{B450C243-F3FF-4B55-BCF1-0CE4D57F4091}" destId="{2DC0BE8A-A50D-459F-8803-8F629D24FD59}" srcOrd="0" destOrd="0" presId="urn:microsoft.com/office/officeart/2005/8/layout/process1"/>
    <dgm:cxn modelId="{270A3736-1FBF-42FD-AB55-C4BBEEC34747}" type="presParOf" srcId="{B450C243-F3FF-4B55-BCF1-0CE4D57F4091}" destId="{44BA6F07-9809-453E-B5B3-AB636F82DB9E}" srcOrd="1" destOrd="0" presId="urn:microsoft.com/office/officeart/2005/8/layout/process1"/>
    <dgm:cxn modelId="{79E95445-0779-48D6-825E-40A912FE893B}" type="presParOf" srcId="{44BA6F07-9809-453E-B5B3-AB636F82DB9E}" destId="{99AE6907-DE4A-4A2A-9F71-3AA51CC83CB9}" srcOrd="0" destOrd="0" presId="urn:microsoft.com/office/officeart/2005/8/layout/process1"/>
    <dgm:cxn modelId="{877946FB-23C2-45B1-B453-D5EB6DCC8DC2}" type="presParOf" srcId="{B450C243-F3FF-4B55-BCF1-0CE4D57F4091}" destId="{C1D3A877-193E-433E-996E-DE3797C7F529}" srcOrd="2" destOrd="0" presId="urn:microsoft.com/office/officeart/2005/8/layout/process1"/>
    <dgm:cxn modelId="{D0E183F5-AC2D-47CB-B052-71633CB9AB7C}" type="presParOf" srcId="{B450C243-F3FF-4B55-BCF1-0CE4D57F4091}" destId="{98B97CCD-AFF1-49BB-8170-C62165E0F732}" srcOrd="3" destOrd="0" presId="urn:microsoft.com/office/officeart/2005/8/layout/process1"/>
    <dgm:cxn modelId="{7BF04B5B-B43F-445B-95B6-E0E393A2ECB4}" type="presParOf" srcId="{98B97CCD-AFF1-49BB-8170-C62165E0F732}" destId="{052C7B0B-AC64-435F-9087-F76A8F81AD70}" srcOrd="0" destOrd="0" presId="urn:microsoft.com/office/officeart/2005/8/layout/process1"/>
    <dgm:cxn modelId="{A1B73AE4-7010-4D6F-892D-E8AD127222BE}" type="presParOf" srcId="{B450C243-F3FF-4B55-BCF1-0CE4D57F4091}" destId="{75494D80-AAE1-44AB-A5A1-D4E336C9A241}" srcOrd="4" destOrd="0" presId="urn:microsoft.com/office/officeart/2005/8/layout/process1"/>
    <dgm:cxn modelId="{9C82C2BB-5DEA-4EDE-93B9-AA4A3FCAE777}" type="presParOf" srcId="{B450C243-F3FF-4B55-BCF1-0CE4D57F4091}" destId="{2C8919B2-9A29-4B7C-B580-1CADFBED59E0}" srcOrd="5" destOrd="0" presId="urn:microsoft.com/office/officeart/2005/8/layout/process1"/>
    <dgm:cxn modelId="{CDBC0028-DA87-420A-A302-EEDFE37B8E73}" type="presParOf" srcId="{2C8919B2-9A29-4B7C-B580-1CADFBED59E0}" destId="{08B094E6-470A-458C-BDCC-A0626256CFD5}" srcOrd="0" destOrd="0" presId="urn:microsoft.com/office/officeart/2005/8/layout/process1"/>
    <dgm:cxn modelId="{844C33AD-4E51-43D0-A3D8-C245441B5056}" type="presParOf" srcId="{B450C243-F3FF-4B55-BCF1-0CE4D57F4091}" destId="{FF7AE4D5-99CD-430E-997C-4D9624DA75B6}" srcOrd="6"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A5E483C9-A3BD-4F9A-8F9F-CDFA80B74485}" type="doc">
      <dgm:prSet loTypeId="urn:microsoft.com/office/officeart/2005/8/layout/process1" loCatId="process" qsTypeId="urn:microsoft.com/office/officeart/2005/8/quickstyle/3d3" qsCatId="3D" csTypeId="urn:microsoft.com/office/officeart/2005/8/colors/colorful5" csCatId="colorful" phldr="1"/>
      <dgm:spPr/>
    </dgm:pt>
    <dgm:pt modelId="{FDBF41EA-DF9A-4A44-9AAC-097517E2463F}">
      <dgm:prSet phldrT="[Text]" custT="1"/>
      <dgm:spPr/>
      <dgm:t>
        <a:bodyPr/>
        <a:lstStyle/>
        <a:p>
          <a:r>
            <a:rPr lang="en-US" sz="2800" b="1" dirty="0"/>
            <a:t>2</a:t>
          </a:r>
          <a:r>
            <a:rPr lang="en-US" sz="2800" b="1" baseline="30000" dirty="0"/>
            <a:t>nd</a:t>
          </a:r>
          <a:r>
            <a:rPr lang="en-US" sz="2800" b="1" dirty="0"/>
            <a:t> value   of x</a:t>
          </a:r>
        </a:p>
      </dgm:t>
    </dgm:pt>
    <dgm:pt modelId="{CF759CB2-C87D-4427-A4B2-5AD3E63BC3B6}" type="parTrans" cxnId="{BC9B51A1-ACA8-4CBD-87E5-C9213C385E27}">
      <dgm:prSet/>
      <dgm:spPr/>
      <dgm:t>
        <a:bodyPr/>
        <a:lstStyle/>
        <a:p>
          <a:endParaRPr lang="en-US" sz="3600" b="1"/>
        </a:p>
      </dgm:t>
    </dgm:pt>
    <dgm:pt modelId="{5A7B8353-D55C-40BC-AFA9-4101E69F0AAC}" type="sibTrans" cxnId="{BC9B51A1-ACA8-4CBD-87E5-C9213C385E27}">
      <dgm:prSet custT="1"/>
      <dgm:spPr/>
      <dgm:t>
        <a:bodyPr/>
        <a:lstStyle/>
        <a:p>
          <a:endParaRPr lang="en-US" sz="3600" b="1"/>
        </a:p>
      </dgm:t>
    </dgm:pt>
    <dgm:pt modelId="{676B2E30-39F0-4B19-80A5-947E41665008}">
      <dgm:prSet phldrT="[Text]" custT="1"/>
      <dgm:spPr/>
      <dgm:t>
        <a:bodyPr/>
        <a:lstStyle/>
        <a:p>
          <a:r>
            <a:rPr lang="en-US" sz="3600" b="1" dirty="0"/>
            <a:t>,</a:t>
          </a:r>
          <a:endParaRPr lang="en-US" sz="3600" b="1" dirty="0">
            <a:solidFill>
              <a:srgbClr val="FFFF00"/>
            </a:solidFill>
          </a:endParaRPr>
        </a:p>
      </dgm:t>
    </dgm:pt>
    <dgm:pt modelId="{A7BFF212-4C41-40DE-9345-E8AAA8F4ACAD}" type="parTrans" cxnId="{B6B15E23-2288-4E53-AC6C-5C2C072B52CF}">
      <dgm:prSet/>
      <dgm:spPr/>
      <dgm:t>
        <a:bodyPr/>
        <a:lstStyle/>
        <a:p>
          <a:endParaRPr lang="en-US" sz="3600" b="1"/>
        </a:p>
      </dgm:t>
    </dgm:pt>
    <dgm:pt modelId="{6300F33D-AE15-417F-8922-C2991075A116}" type="sibTrans" cxnId="{B6B15E23-2288-4E53-AC6C-5C2C072B52CF}">
      <dgm:prSet custT="1"/>
      <dgm:spPr/>
      <dgm:t>
        <a:bodyPr/>
        <a:lstStyle/>
        <a:p>
          <a:endParaRPr lang="en-US" sz="3600" b="1"/>
        </a:p>
      </dgm:t>
    </dgm:pt>
    <dgm:pt modelId="{3A2CE8DF-123E-43D2-99F9-012836600209}">
      <dgm:prSet phldrT="[Text]" custT="1"/>
      <dgm:spPr/>
      <dgm:t>
        <a:bodyPr/>
        <a:lstStyle/>
        <a:p>
          <a:r>
            <a:rPr lang="en-US" sz="2800" b="1" dirty="0"/>
            <a:t>2</a:t>
          </a:r>
          <a:r>
            <a:rPr lang="en-US" sz="2800" b="1" baseline="30000" dirty="0"/>
            <a:t>nd</a:t>
          </a:r>
          <a:r>
            <a:rPr lang="en-US" sz="2800" b="1" dirty="0"/>
            <a:t> value   of y</a:t>
          </a:r>
          <a:endParaRPr lang="en-US" sz="2800" b="1" dirty="0">
            <a:solidFill>
              <a:srgbClr val="FFFF00"/>
            </a:solidFill>
          </a:endParaRPr>
        </a:p>
      </dgm:t>
    </dgm:pt>
    <dgm:pt modelId="{8F4A4DFA-E902-4F63-9C66-7A5222C9C171}" type="parTrans" cxnId="{8D2E8B5A-6F08-4337-8277-E183FCC2E3FD}">
      <dgm:prSet/>
      <dgm:spPr/>
      <dgm:t>
        <a:bodyPr/>
        <a:lstStyle/>
        <a:p>
          <a:endParaRPr lang="en-US" sz="3600" b="1"/>
        </a:p>
      </dgm:t>
    </dgm:pt>
    <dgm:pt modelId="{38CEDB57-7D29-4D21-8203-7F6E44EA777E}" type="sibTrans" cxnId="{8D2E8B5A-6F08-4337-8277-E183FCC2E3FD}">
      <dgm:prSet custT="1"/>
      <dgm:spPr/>
      <dgm:t>
        <a:bodyPr/>
        <a:lstStyle/>
        <a:p>
          <a:endParaRPr lang="en-US" sz="3600" b="1"/>
        </a:p>
      </dgm:t>
    </dgm:pt>
    <dgm:pt modelId="{46ADFC18-063A-4AD0-9AA3-8719DD99B43D}">
      <dgm:prSet phldrT="[Text]" custT="1"/>
      <dgm:spPr/>
      <dgm:t>
        <a:bodyPr/>
        <a:lstStyle/>
        <a:p>
          <a:r>
            <a:rPr lang="en-US" sz="3600" b="1" dirty="0">
              <a:solidFill>
                <a:schemeClr val="bg1"/>
              </a:solidFill>
            </a:rPr>
            <a:t>M+</a:t>
          </a:r>
        </a:p>
      </dgm:t>
    </dgm:pt>
    <dgm:pt modelId="{F95033D6-CEE0-4595-85E5-E6D28978F9E4}" type="parTrans" cxnId="{14A7E591-D54E-44C5-92C9-46716053204E}">
      <dgm:prSet/>
      <dgm:spPr/>
      <dgm:t>
        <a:bodyPr/>
        <a:lstStyle/>
        <a:p>
          <a:endParaRPr lang="en-US"/>
        </a:p>
      </dgm:t>
    </dgm:pt>
    <dgm:pt modelId="{B0CDDA58-271B-40A2-AA14-C02EAA021DF3}" type="sibTrans" cxnId="{14A7E591-D54E-44C5-92C9-46716053204E}">
      <dgm:prSet/>
      <dgm:spPr/>
      <dgm:t>
        <a:bodyPr/>
        <a:lstStyle/>
        <a:p>
          <a:endParaRPr lang="en-US"/>
        </a:p>
      </dgm:t>
    </dgm:pt>
    <dgm:pt modelId="{B450C243-F3FF-4B55-BCF1-0CE4D57F4091}" type="pres">
      <dgm:prSet presAssocID="{A5E483C9-A3BD-4F9A-8F9F-CDFA80B74485}" presName="Name0" presStyleCnt="0">
        <dgm:presLayoutVars>
          <dgm:dir/>
          <dgm:resizeHandles val="exact"/>
        </dgm:presLayoutVars>
      </dgm:prSet>
      <dgm:spPr/>
    </dgm:pt>
    <dgm:pt modelId="{2DC0BE8A-A50D-459F-8803-8F629D24FD59}" type="pres">
      <dgm:prSet presAssocID="{FDBF41EA-DF9A-4A44-9AAC-097517E2463F}" presName="node" presStyleLbl="node1" presStyleIdx="0" presStyleCnt="4" custScaleY="90909">
        <dgm:presLayoutVars>
          <dgm:bulletEnabled val="1"/>
        </dgm:presLayoutVars>
      </dgm:prSet>
      <dgm:spPr/>
    </dgm:pt>
    <dgm:pt modelId="{44BA6F07-9809-453E-B5B3-AB636F82DB9E}" type="pres">
      <dgm:prSet presAssocID="{5A7B8353-D55C-40BC-AFA9-4101E69F0AAC}" presName="sibTrans" presStyleLbl="sibTrans2D1" presStyleIdx="0" presStyleCnt="3"/>
      <dgm:spPr/>
    </dgm:pt>
    <dgm:pt modelId="{99AE6907-DE4A-4A2A-9F71-3AA51CC83CB9}" type="pres">
      <dgm:prSet presAssocID="{5A7B8353-D55C-40BC-AFA9-4101E69F0AAC}" presName="connectorText" presStyleLbl="sibTrans2D1" presStyleIdx="0" presStyleCnt="3"/>
      <dgm:spPr/>
    </dgm:pt>
    <dgm:pt modelId="{C1D3A877-193E-433E-996E-DE3797C7F529}" type="pres">
      <dgm:prSet presAssocID="{676B2E30-39F0-4B19-80A5-947E41665008}" presName="node" presStyleLbl="node1" presStyleIdx="1" presStyleCnt="4" custScaleY="90909">
        <dgm:presLayoutVars>
          <dgm:bulletEnabled val="1"/>
        </dgm:presLayoutVars>
      </dgm:prSet>
      <dgm:spPr/>
    </dgm:pt>
    <dgm:pt modelId="{98B97CCD-AFF1-49BB-8170-C62165E0F732}" type="pres">
      <dgm:prSet presAssocID="{6300F33D-AE15-417F-8922-C2991075A116}" presName="sibTrans" presStyleLbl="sibTrans2D1" presStyleIdx="1" presStyleCnt="3"/>
      <dgm:spPr/>
    </dgm:pt>
    <dgm:pt modelId="{052C7B0B-AC64-435F-9087-F76A8F81AD70}" type="pres">
      <dgm:prSet presAssocID="{6300F33D-AE15-417F-8922-C2991075A116}" presName="connectorText" presStyleLbl="sibTrans2D1" presStyleIdx="1" presStyleCnt="3"/>
      <dgm:spPr/>
    </dgm:pt>
    <dgm:pt modelId="{75494D80-AAE1-44AB-A5A1-D4E336C9A241}" type="pres">
      <dgm:prSet presAssocID="{3A2CE8DF-123E-43D2-99F9-012836600209}" presName="node" presStyleLbl="node1" presStyleIdx="2" presStyleCnt="4" custScaleY="90909">
        <dgm:presLayoutVars>
          <dgm:bulletEnabled val="1"/>
        </dgm:presLayoutVars>
      </dgm:prSet>
      <dgm:spPr/>
    </dgm:pt>
    <dgm:pt modelId="{2C8919B2-9A29-4B7C-B580-1CADFBED59E0}" type="pres">
      <dgm:prSet presAssocID="{38CEDB57-7D29-4D21-8203-7F6E44EA777E}" presName="sibTrans" presStyleLbl="sibTrans2D1" presStyleIdx="2" presStyleCnt="3"/>
      <dgm:spPr/>
    </dgm:pt>
    <dgm:pt modelId="{08B094E6-470A-458C-BDCC-A0626256CFD5}" type="pres">
      <dgm:prSet presAssocID="{38CEDB57-7D29-4D21-8203-7F6E44EA777E}" presName="connectorText" presStyleLbl="sibTrans2D1" presStyleIdx="2" presStyleCnt="3"/>
      <dgm:spPr/>
    </dgm:pt>
    <dgm:pt modelId="{FF7AE4D5-99CD-430E-997C-4D9624DA75B6}" type="pres">
      <dgm:prSet presAssocID="{46ADFC18-063A-4AD0-9AA3-8719DD99B43D}" presName="node" presStyleLbl="node1" presStyleIdx="3" presStyleCnt="4" custScaleY="90909">
        <dgm:presLayoutVars>
          <dgm:bulletEnabled val="1"/>
        </dgm:presLayoutVars>
      </dgm:prSet>
      <dgm:spPr/>
    </dgm:pt>
  </dgm:ptLst>
  <dgm:cxnLst>
    <dgm:cxn modelId="{20517307-0EDE-4973-9F90-FBE4D5A01474}" type="presOf" srcId="{5A7B8353-D55C-40BC-AFA9-4101E69F0AAC}" destId="{99AE6907-DE4A-4A2A-9F71-3AA51CC83CB9}" srcOrd="1" destOrd="0" presId="urn:microsoft.com/office/officeart/2005/8/layout/process1"/>
    <dgm:cxn modelId="{B6B15E23-2288-4E53-AC6C-5C2C072B52CF}" srcId="{A5E483C9-A3BD-4F9A-8F9F-CDFA80B74485}" destId="{676B2E30-39F0-4B19-80A5-947E41665008}" srcOrd="1" destOrd="0" parTransId="{A7BFF212-4C41-40DE-9345-E8AAA8F4ACAD}" sibTransId="{6300F33D-AE15-417F-8922-C2991075A116}"/>
    <dgm:cxn modelId="{7E00405E-839E-43A7-8197-47856826BE4D}" type="presOf" srcId="{38CEDB57-7D29-4D21-8203-7F6E44EA777E}" destId="{08B094E6-470A-458C-BDCC-A0626256CFD5}" srcOrd="1" destOrd="0" presId="urn:microsoft.com/office/officeart/2005/8/layout/process1"/>
    <dgm:cxn modelId="{8D2E8B5A-6F08-4337-8277-E183FCC2E3FD}" srcId="{A5E483C9-A3BD-4F9A-8F9F-CDFA80B74485}" destId="{3A2CE8DF-123E-43D2-99F9-012836600209}" srcOrd="2" destOrd="0" parTransId="{8F4A4DFA-E902-4F63-9C66-7A5222C9C171}" sibTransId="{38CEDB57-7D29-4D21-8203-7F6E44EA777E}"/>
    <dgm:cxn modelId="{FA43F788-3615-4B7E-BA88-85A8341FFCF3}" type="presOf" srcId="{46ADFC18-063A-4AD0-9AA3-8719DD99B43D}" destId="{FF7AE4D5-99CD-430E-997C-4D9624DA75B6}" srcOrd="0" destOrd="0" presId="urn:microsoft.com/office/officeart/2005/8/layout/process1"/>
    <dgm:cxn modelId="{55AA5B8F-EACF-4884-BDE7-57C1537F5DAE}" type="presOf" srcId="{5A7B8353-D55C-40BC-AFA9-4101E69F0AAC}" destId="{44BA6F07-9809-453E-B5B3-AB636F82DB9E}" srcOrd="0" destOrd="0" presId="urn:microsoft.com/office/officeart/2005/8/layout/process1"/>
    <dgm:cxn modelId="{14A7E591-D54E-44C5-92C9-46716053204E}" srcId="{A5E483C9-A3BD-4F9A-8F9F-CDFA80B74485}" destId="{46ADFC18-063A-4AD0-9AA3-8719DD99B43D}" srcOrd="3" destOrd="0" parTransId="{F95033D6-CEE0-4595-85E5-E6D28978F9E4}" sibTransId="{B0CDDA58-271B-40A2-AA14-C02EAA021DF3}"/>
    <dgm:cxn modelId="{4CB7D299-D00A-4BAB-A958-13CCF66B0589}" type="presOf" srcId="{6300F33D-AE15-417F-8922-C2991075A116}" destId="{98B97CCD-AFF1-49BB-8170-C62165E0F732}" srcOrd="0" destOrd="0" presId="urn:microsoft.com/office/officeart/2005/8/layout/process1"/>
    <dgm:cxn modelId="{99495DA1-2118-4273-8A4D-67A766BE2F95}" type="presOf" srcId="{676B2E30-39F0-4B19-80A5-947E41665008}" destId="{C1D3A877-193E-433E-996E-DE3797C7F529}" srcOrd="0" destOrd="0" presId="urn:microsoft.com/office/officeart/2005/8/layout/process1"/>
    <dgm:cxn modelId="{BC9B51A1-ACA8-4CBD-87E5-C9213C385E27}" srcId="{A5E483C9-A3BD-4F9A-8F9F-CDFA80B74485}" destId="{FDBF41EA-DF9A-4A44-9AAC-097517E2463F}" srcOrd="0" destOrd="0" parTransId="{CF759CB2-C87D-4427-A4B2-5AD3E63BC3B6}" sibTransId="{5A7B8353-D55C-40BC-AFA9-4101E69F0AAC}"/>
    <dgm:cxn modelId="{E3498FA7-470F-4F1A-872D-F7EA0E4084C8}" type="presOf" srcId="{6300F33D-AE15-417F-8922-C2991075A116}" destId="{052C7B0B-AC64-435F-9087-F76A8F81AD70}" srcOrd="1" destOrd="0" presId="urn:microsoft.com/office/officeart/2005/8/layout/process1"/>
    <dgm:cxn modelId="{8CBC12B3-21F8-4DE3-806A-95DD261771ED}" type="presOf" srcId="{38CEDB57-7D29-4D21-8203-7F6E44EA777E}" destId="{2C8919B2-9A29-4B7C-B580-1CADFBED59E0}" srcOrd="0" destOrd="0" presId="urn:microsoft.com/office/officeart/2005/8/layout/process1"/>
    <dgm:cxn modelId="{C10B7DD2-9960-464B-BC68-0381140C4AC9}" type="presOf" srcId="{A5E483C9-A3BD-4F9A-8F9F-CDFA80B74485}" destId="{B450C243-F3FF-4B55-BCF1-0CE4D57F4091}" srcOrd="0" destOrd="0" presId="urn:microsoft.com/office/officeart/2005/8/layout/process1"/>
    <dgm:cxn modelId="{5A96ADDE-E6C3-418B-A922-9568BE368646}" type="presOf" srcId="{FDBF41EA-DF9A-4A44-9AAC-097517E2463F}" destId="{2DC0BE8A-A50D-459F-8803-8F629D24FD59}" srcOrd="0" destOrd="0" presId="urn:microsoft.com/office/officeart/2005/8/layout/process1"/>
    <dgm:cxn modelId="{0CFB6EEA-9863-4FB5-9D30-3C6649EF2177}" type="presOf" srcId="{3A2CE8DF-123E-43D2-99F9-012836600209}" destId="{75494D80-AAE1-44AB-A5A1-D4E336C9A241}" srcOrd="0" destOrd="0" presId="urn:microsoft.com/office/officeart/2005/8/layout/process1"/>
    <dgm:cxn modelId="{083796C5-A68F-4C94-BFF4-45FF9BAD0598}" type="presParOf" srcId="{B450C243-F3FF-4B55-BCF1-0CE4D57F4091}" destId="{2DC0BE8A-A50D-459F-8803-8F629D24FD59}" srcOrd="0" destOrd="0" presId="urn:microsoft.com/office/officeart/2005/8/layout/process1"/>
    <dgm:cxn modelId="{607D106F-AEB8-4FEE-BAAC-4865A6977E2F}" type="presParOf" srcId="{B450C243-F3FF-4B55-BCF1-0CE4D57F4091}" destId="{44BA6F07-9809-453E-B5B3-AB636F82DB9E}" srcOrd="1" destOrd="0" presId="urn:microsoft.com/office/officeart/2005/8/layout/process1"/>
    <dgm:cxn modelId="{4F244A30-0846-4050-95C7-99A6BE1206C8}" type="presParOf" srcId="{44BA6F07-9809-453E-B5B3-AB636F82DB9E}" destId="{99AE6907-DE4A-4A2A-9F71-3AA51CC83CB9}" srcOrd="0" destOrd="0" presId="urn:microsoft.com/office/officeart/2005/8/layout/process1"/>
    <dgm:cxn modelId="{4645014E-5385-4F95-812F-931167A0251F}" type="presParOf" srcId="{B450C243-F3FF-4B55-BCF1-0CE4D57F4091}" destId="{C1D3A877-193E-433E-996E-DE3797C7F529}" srcOrd="2" destOrd="0" presId="urn:microsoft.com/office/officeart/2005/8/layout/process1"/>
    <dgm:cxn modelId="{49CBCBCE-65F9-43EC-B024-65E130E2EA04}" type="presParOf" srcId="{B450C243-F3FF-4B55-BCF1-0CE4D57F4091}" destId="{98B97CCD-AFF1-49BB-8170-C62165E0F732}" srcOrd="3" destOrd="0" presId="urn:microsoft.com/office/officeart/2005/8/layout/process1"/>
    <dgm:cxn modelId="{6C65D682-A198-40EC-B35E-0E6D6DCCCA4D}" type="presParOf" srcId="{98B97CCD-AFF1-49BB-8170-C62165E0F732}" destId="{052C7B0B-AC64-435F-9087-F76A8F81AD70}" srcOrd="0" destOrd="0" presId="urn:microsoft.com/office/officeart/2005/8/layout/process1"/>
    <dgm:cxn modelId="{153E9C9F-D322-46E3-82A8-BF4B8BB7D819}" type="presParOf" srcId="{B450C243-F3FF-4B55-BCF1-0CE4D57F4091}" destId="{75494D80-AAE1-44AB-A5A1-D4E336C9A241}" srcOrd="4" destOrd="0" presId="urn:microsoft.com/office/officeart/2005/8/layout/process1"/>
    <dgm:cxn modelId="{972BF12E-583D-42D8-8D75-5CEC8D4831D4}" type="presParOf" srcId="{B450C243-F3FF-4B55-BCF1-0CE4D57F4091}" destId="{2C8919B2-9A29-4B7C-B580-1CADFBED59E0}" srcOrd="5" destOrd="0" presId="urn:microsoft.com/office/officeart/2005/8/layout/process1"/>
    <dgm:cxn modelId="{EE7A9045-0C4F-49EE-9E8B-C96CDB7506C1}" type="presParOf" srcId="{2C8919B2-9A29-4B7C-B580-1CADFBED59E0}" destId="{08B094E6-470A-458C-BDCC-A0626256CFD5}" srcOrd="0" destOrd="0" presId="urn:microsoft.com/office/officeart/2005/8/layout/process1"/>
    <dgm:cxn modelId="{E769B653-D761-45B7-AF15-9D33D614AFFD}" type="presParOf" srcId="{B450C243-F3FF-4B55-BCF1-0CE4D57F4091}" destId="{FF7AE4D5-99CD-430E-997C-4D9624DA75B6}" srcOrd="6" destOrd="0" presId="urn:microsoft.com/office/officeart/2005/8/layout/process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A5E483C9-A3BD-4F9A-8F9F-CDFA80B74485}" type="doc">
      <dgm:prSet loTypeId="urn:microsoft.com/office/officeart/2005/8/layout/process1" loCatId="process" qsTypeId="urn:microsoft.com/office/officeart/2005/8/quickstyle/3d3" qsCatId="3D" csTypeId="urn:microsoft.com/office/officeart/2005/8/colors/colorful5" csCatId="colorful" phldr="1"/>
      <dgm:spPr/>
    </dgm:pt>
    <dgm:pt modelId="{FDBF41EA-DF9A-4A44-9AAC-097517E2463F}">
      <dgm:prSet phldrT="[Text]" custT="1"/>
      <dgm:spPr/>
      <dgm:t>
        <a:bodyPr/>
        <a:lstStyle/>
        <a:p>
          <a:r>
            <a:rPr lang="en-US" sz="2800" b="1" dirty="0"/>
            <a:t>Last value of x</a:t>
          </a:r>
        </a:p>
      </dgm:t>
    </dgm:pt>
    <dgm:pt modelId="{CF759CB2-C87D-4427-A4B2-5AD3E63BC3B6}" type="parTrans" cxnId="{BC9B51A1-ACA8-4CBD-87E5-C9213C385E27}">
      <dgm:prSet/>
      <dgm:spPr/>
      <dgm:t>
        <a:bodyPr/>
        <a:lstStyle/>
        <a:p>
          <a:endParaRPr lang="en-US" sz="3600" b="1"/>
        </a:p>
      </dgm:t>
    </dgm:pt>
    <dgm:pt modelId="{5A7B8353-D55C-40BC-AFA9-4101E69F0AAC}" type="sibTrans" cxnId="{BC9B51A1-ACA8-4CBD-87E5-C9213C385E27}">
      <dgm:prSet custT="1"/>
      <dgm:spPr/>
      <dgm:t>
        <a:bodyPr/>
        <a:lstStyle/>
        <a:p>
          <a:endParaRPr lang="en-US" sz="3600" b="1"/>
        </a:p>
      </dgm:t>
    </dgm:pt>
    <dgm:pt modelId="{676B2E30-39F0-4B19-80A5-947E41665008}">
      <dgm:prSet phldrT="[Text]" custT="1"/>
      <dgm:spPr/>
      <dgm:t>
        <a:bodyPr/>
        <a:lstStyle/>
        <a:p>
          <a:r>
            <a:rPr lang="en-US" sz="3600" b="1" dirty="0"/>
            <a:t>,</a:t>
          </a:r>
          <a:endParaRPr lang="en-US" sz="3600" b="1" dirty="0">
            <a:solidFill>
              <a:srgbClr val="FFFF00"/>
            </a:solidFill>
          </a:endParaRPr>
        </a:p>
      </dgm:t>
    </dgm:pt>
    <dgm:pt modelId="{A7BFF212-4C41-40DE-9345-E8AAA8F4ACAD}" type="parTrans" cxnId="{B6B15E23-2288-4E53-AC6C-5C2C072B52CF}">
      <dgm:prSet/>
      <dgm:spPr/>
      <dgm:t>
        <a:bodyPr/>
        <a:lstStyle/>
        <a:p>
          <a:endParaRPr lang="en-US" sz="3600" b="1"/>
        </a:p>
      </dgm:t>
    </dgm:pt>
    <dgm:pt modelId="{6300F33D-AE15-417F-8922-C2991075A116}" type="sibTrans" cxnId="{B6B15E23-2288-4E53-AC6C-5C2C072B52CF}">
      <dgm:prSet custT="1"/>
      <dgm:spPr/>
      <dgm:t>
        <a:bodyPr/>
        <a:lstStyle/>
        <a:p>
          <a:endParaRPr lang="en-US" sz="3600" b="1"/>
        </a:p>
      </dgm:t>
    </dgm:pt>
    <dgm:pt modelId="{3A2CE8DF-123E-43D2-99F9-012836600209}">
      <dgm:prSet phldrT="[Text]" custT="1"/>
      <dgm:spPr/>
      <dgm:t>
        <a:bodyPr/>
        <a:lstStyle/>
        <a:p>
          <a:r>
            <a:rPr lang="en-US" sz="2800" b="1" dirty="0"/>
            <a:t>Last value of y</a:t>
          </a:r>
          <a:endParaRPr lang="en-US" sz="2800" b="1" dirty="0">
            <a:solidFill>
              <a:srgbClr val="FFFF00"/>
            </a:solidFill>
          </a:endParaRPr>
        </a:p>
      </dgm:t>
    </dgm:pt>
    <dgm:pt modelId="{8F4A4DFA-E902-4F63-9C66-7A5222C9C171}" type="parTrans" cxnId="{8D2E8B5A-6F08-4337-8277-E183FCC2E3FD}">
      <dgm:prSet/>
      <dgm:spPr/>
      <dgm:t>
        <a:bodyPr/>
        <a:lstStyle/>
        <a:p>
          <a:endParaRPr lang="en-US" sz="3600" b="1"/>
        </a:p>
      </dgm:t>
    </dgm:pt>
    <dgm:pt modelId="{38CEDB57-7D29-4D21-8203-7F6E44EA777E}" type="sibTrans" cxnId="{8D2E8B5A-6F08-4337-8277-E183FCC2E3FD}">
      <dgm:prSet custT="1"/>
      <dgm:spPr/>
      <dgm:t>
        <a:bodyPr/>
        <a:lstStyle/>
        <a:p>
          <a:endParaRPr lang="en-US" sz="3600" b="1"/>
        </a:p>
      </dgm:t>
    </dgm:pt>
    <dgm:pt modelId="{46ADFC18-063A-4AD0-9AA3-8719DD99B43D}">
      <dgm:prSet phldrT="[Text]" custT="1"/>
      <dgm:spPr/>
      <dgm:t>
        <a:bodyPr/>
        <a:lstStyle/>
        <a:p>
          <a:r>
            <a:rPr lang="en-US" sz="3600" b="1" dirty="0">
              <a:solidFill>
                <a:schemeClr val="bg1"/>
              </a:solidFill>
            </a:rPr>
            <a:t>M+</a:t>
          </a:r>
        </a:p>
      </dgm:t>
    </dgm:pt>
    <dgm:pt modelId="{F95033D6-CEE0-4595-85E5-E6D28978F9E4}" type="parTrans" cxnId="{14A7E591-D54E-44C5-92C9-46716053204E}">
      <dgm:prSet/>
      <dgm:spPr/>
      <dgm:t>
        <a:bodyPr/>
        <a:lstStyle/>
        <a:p>
          <a:endParaRPr lang="en-US"/>
        </a:p>
      </dgm:t>
    </dgm:pt>
    <dgm:pt modelId="{B0CDDA58-271B-40A2-AA14-C02EAA021DF3}" type="sibTrans" cxnId="{14A7E591-D54E-44C5-92C9-46716053204E}">
      <dgm:prSet/>
      <dgm:spPr/>
      <dgm:t>
        <a:bodyPr/>
        <a:lstStyle/>
        <a:p>
          <a:endParaRPr lang="en-US"/>
        </a:p>
      </dgm:t>
    </dgm:pt>
    <dgm:pt modelId="{B450C243-F3FF-4B55-BCF1-0CE4D57F4091}" type="pres">
      <dgm:prSet presAssocID="{A5E483C9-A3BD-4F9A-8F9F-CDFA80B74485}" presName="Name0" presStyleCnt="0">
        <dgm:presLayoutVars>
          <dgm:dir/>
          <dgm:resizeHandles val="exact"/>
        </dgm:presLayoutVars>
      </dgm:prSet>
      <dgm:spPr/>
    </dgm:pt>
    <dgm:pt modelId="{2DC0BE8A-A50D-459F-8803-8F629D24FD59}" type="pres">
      <dgm:prSet presAssocID="{FDBF41EA-DF9A-4A44-9AAC-097517E2463F}" presName="node" presStyleLbl="node1" presStyleIdx="0" presStyleCnt="4" custScaleY="90909">
        <dgm:presLayoutVars>
          <dgm:bulletEnabled val="1"/>
        </dgm:presLayoutVars>
      </dgm:prSet>
      <dgm:spPr/>
    </dgm:pt>
    <dgm:pt modelId="{44BA6F07-9809-453E-B5B3-AB636F82DB9E}" type="pres">
      <dgm:prSet presAssocID="{5A7B8353-D55C-40BC-AFA9-4101E69F0AAC}" presName="sibTrans" presStyleLbl="sibTrans2D1" presStyleIdx="0" presStyleCnt="3"/>
      <dgm:spPr/>
    </dgm:pt>
    <dgm:pt modelId="{99AE6907-DE4A-4A2A-9F71-3AA51CC83CB9}" type="pres">
      <dgm:prSet presAssocID="{5A7B8353-D55C-40BC-AFA9-4101E69F0AAC}" presName="connectorText" presStyleLbl="sibTrans2D1" presStyleIdx="0" presStyleCnt="3"/>
      <dgm:spPr/>
    </dgm:pt>
    <dgm:pt modelId="{C1D3A877-193E-433E-996E-DE3797C7F529}" type="pres">
      <dgm:prSet presAssocID="{676B2E30-39F0-4B19-80A5-947E41665008}" presName="node" presStyleLbl="node1" presStyleIdx="1" presStyleCnt="4" custScaleY="90909">
        <dgm:presLayoutVars>
          <dgm:bulletEnabled val="1"/>
        </dgm:presLayoutVars>
      </dgm:prSet>
      <dgm:spPr/>
    </dgm:pt>
    <dgm:pt modelId="{98B97CCD-AFF1-49BB-8170-C62165E0F732}" type="pres">
      <dgm:prSet presAssocID="{6300F33D-AE15-417F-8922-C2991075A116}" presName="sibTrans" presStyleLbl="sibTrans2D1" presStyleIdx="1" presStyleCnt="3"/>
      <dgm:spPr/>
    </dgm:pt>
    <dgm:pt modelId="{052C7B0B-AC64-435F-9087-F76A8F81AD70}" type="pres">
      <dgm:prSet presAssocID="{6300F33D-AE15-417F-8922-C2991075A116}" presName="connectorText" presStyleLbl="sibTrans2D1" presStyleIdx="1" presStyleCnt="3"/>
      <dgm:spPr/>
    </dgm:pt>
    <dgm:pt modelId="{75494D80-AAE1-44AB-A5A1-D4E336C9A241}" type="pres">
      <dgm:prSet presAssocID="{3A2CE8DF-123E-43D2-99F9-012836600209}" presName="node" presStyleLbl="node1" presStyleIdx="2" presStyleCnt="4" custScaleY="90909">
        <dgm:presLayoutVars>
          <dgm:bulletEnabled val="1"/>
        </dgm:presLayoutVars>
      </dgm:prSet>
      <dgm:spPr/>
    </dgm:pt>
    <dgm:pt modelId="{2C8919B2-9A29-4B7C-B580-1CADFBED59E0}" type="pres">
      <dgm:prSet presAssocID="{38CEDB57-7D29-4D21-8203-7F6E44EA777E}" presName="sibTrans" presStyleLbl="sibTrans2D1" presStyleIdx="2" presStyleCnt="3"/>
      <dgm:spPr/>
    </dgm:pt>
    <dgm:pt modelId="{08B094E6-470A-458C-BDCC-A0626256CFD5}" type="pres">
      <dgm:prSet presAssocID="{38CEDB57-7D29-4D21-8203-7F6E44EA777E}" presName="connectorText" presStyleLbl="sibTrans2D1" presStyleIdx="2" presStyleCnt="3"/>
      <dgm:spPr/>
    </dgm:pt>
    <dgm:pt modelId="{FF7AE4D5-99CD-430E-997C-4D9624DA75B6}" type="pres">
      <dgm:prSet presAssocID="{46ADFC18-063A-4AD0-9AA3-8719DD99B43D}" presName="node" presStyleLbl="node1" presStyleIdx="3" presStyleCnt="4" custScaleY="90909">
        <dgm:presLayoutVars>
          <dgm:bulletEnabled val="1"/>
        </dgm:presLayoutVars>
      </dgm:prSet>
      <dgm:spPr/>
    </dgm:pt>
  </dgm:ptLst>
  <dgm:cxnLst>
    <dgm:cxn modelId="{CB029C09-FEF0-459A-958C-635F3599E42E}" type="presOf" srcId="{FDBF41EA-DF9A-4A44-9AAC-097517E2463F}" destId="{2DC0BE8A-A50D-459F-8803-8F629D24FD59}" srcOrd="0" destOrd="0" presId="urn:microsoft.com/office/officeart/2005/8/layout/process1"/>
    <dgm:cxn modelId="{31BA910C-5429-459C-A550-9C92A7E11668}" type="presOf" srcId="{676B2E30-39F0-4B19-80A5-947E41665008}" destId="{C1D3A877-193E-433E-996E-DE3797C7F529}" srcOrd="0" destOrd="0" presId="urn:microsoft.com/office/officeart/2005/8/layout/process1"/>
    <dgm:cxn modelId="{5DC16E1A-B2E2-41FD-983F-0686C7E84E44}" type="presOf" srcId="{6300F33D-AE15-417F-8922-C2991075A116}" destId="{98B97CCD-AFF1-49BB-8170-C62165E0F732}" srcOrd="0" destOrd="0" presId="urn:microsoft.com/office/officeart/2005/8/layout/process1"/>
    <dgm:cxn modelId="{B6B15E23-2288-4E53-AC6C-5C2C072B52CF}" srcId="{A5E483C9-A3BD-4F9A-8F9F-CDFA80B74485}" destId="{676B2E30-39F0-4B19-80A5-947E41665008}" srcOrd="1" destOrd="0" parTransId="{A7BFF212-4C41-40DE-9345-E8AAA8F4ACAD}" sibTransId="{6300F33D-AE15-417F-8922-C2991075A116}"/>
    <dgm:cxn modelId="{8D2E8B5A-6F08-4337-8277-E183FCC2E3FD}" srcId="{A5E483C9-A3BD-4F9A-8F9F-CDFA80B74485}" destId="{3A2CE8DF-123E-43D2-99F9-012836600209}" srcOrd="2" destOrd="0" parTransId="{8F4A4DFA-E902-4F63-9C66-7A5222C9C171}" sibTransId="{38CEDB57-7D29-4D21-8203-7F6E44EA777E}"/>
    <dgm:cxn modelId="{F4CD2C7E-7055-42EC-B35C-CEB712ACA75A}" type="presOf" srcId="{5A7B8353-D55C-40BC-AFA9-4101E69F0AAC}" destId="{44BA6F07-9809-453E-B5B3-AB636F82DB9E}" srcOrd="0" destOrd="0" presId="urn:microsoft.com/office/officeart/2005/8/layout/process1"/>
    <dgm:cxn modelId="{A5BC7487-923E-4053-8BFD-BA94C731F413}" type="presOf" srcId="{5A7B8353-D55C-40BC-AFA9-4101E69F0AAC}" destId="{99AE6907-DE4A-4A2A-9F71-3AA51CC83CB9}" srcOrd="1" destOrd="0" presId="urn:microsoft.com/office/officeart/2005/8/layout/process1"/>
    <dgm:cxn modelId="{B7D0DD8D-76AF-413A-8216-AAE6CE0AA103}" type="presOf" srcId="{A5E483C9-A3BD-4F9A-8F9F-CDFA80B74485}" destId="{B450C243-F3FF-4B55-BCF1-0CE4D57F4091}" srcOrd="0" destOrd="0" presId="urn:microsoft.com/office/officeart/2005/8/layout/process1"/>
    <dgm:cxn modelId="{F3146690-CF3B-4015-9481-3770381DF0A0}" type="presOf" srcId="{3A2CE8DF-123E-43D2-99F9-012836600209}" destId="{75494D80-AAE1-44AB-A5A1-D4E336C9A241}" srcOrd="0" destOrd="0" presId="urn:microsoft.com/office/officeart/2005/8/layout/process1"/>
    <dgm:cxn modelId="{14A7E591-D54E-44C5-92C9-46716053204E}" srcId="{A5E483C9-A3BD-4F9A-8F9F-CDFA80B74485}" destId="{46ADFC18-063A-4AD0-9AA3-8719DD99B43D}" srcOrd="3" destOrd="0" parTransId="{F95033D6-CEE0-4595-85E5-E6D28978F9E4}" sibTransId="{B0CDDA58-271B-40A2-AA14-C02EAA021DF3}"/>
    <dgm:cxn modelId="{BC9B51A1-ACA8-4CBD-87E5-C9213C385E27}" srcId="{A5E483C9-A3BD-4F9A-8F9F-CDFA80B74485}" destId="{FDBF41EA-DF9A-4A44-9AAC-097517E2463F}" srcOrd="0" destOrd="0" parTransId="{CF759CB2-C87D-4427-A4B2-5AD3E63BC3B6}" sibTransId="{5A7B8353-D55C-40BC-AFA9-4101E69F0AAC}"/>
    <dgm:cxn modelId="{252672BF-5B9A-415E-A1C6-61ADAC8BFE12}" type="presOf" srcId="{6300F33D-AE15-417F-8922-C2991075A116}" destId="{052C7B0B-AC64-435F-9087-F76A8F81AD70}" srcOrd="1" destOrd="0" presId="urn:microsoft.com/office/officeart/2005/8/layout/process1"/>
    <dgm:cxn modelId="{A21C05C6-4C4B-495D-9151-837C79901AA6}" type="presOf" srcId="{38CEDB57-7D29-4D21-8203-7F6E44EA777E}" destId="{2C8919B2-9A29-4B7C-B580-1CADFBED59E0}" srcOrd="0" destOrd="0" presId="urn:microsoft.com/office/officeart/2005/8/layout/process1"/>
    <dgm:cxn modelId="{3D6463CC-3DC6-4E69-9FAD-148DE51241C5}" type="presOf" srcId="{38CEDB57-7D29-4D21-8203-7F6E44EA777E}" destId="{08B094E6-470A-458C-BDCC-A0626256CFD5}" srcOrd="1" destOrd="0" presId="urn:microsoft.com/office/officeart/2005/8/layout/process1"/>
    <dgm:cxn modelId="{0FE7F4DE-9732-4E24-896F-D75482D23D6F}" type="presOf" srcId="{46ADFC18-063A-4AD0-9AA3-8719DD99B43D}" destId="{FF7AE4D5-99CD-430E-997C-4D9624DA75B6}" srcOrd="0" destOrd="0" presId="urn:microsoft.com/office/officeart/2005/8/layout/process1"/>
    <dgm:cxn modelId="{BD9EA092-EAED-4267-9092-2111DF5BD801}" type="presParOf" srcId="{B450C243-F3FF-4B55-BCF1-0CE4D57F4091}" destId="{2DC0BE8A-A50D-459F-8803-8F629D24FD59}" srcOrd="0" destOrd="0" presId="urn:microsoft.com/office/officeart/2005/8/layout/process1"/>
    <dgm:cxn modelId="{3742D237-97C3-4E31-BF10-B69376E42AE2}" type="presParOf" srcId="{B450C243-F3FF-4B55-BCF1-0CE4D57F4091}" destId="{44BA6F07-9809-453E-B5B3-AB636F82DB9E}" srcOrd="1" destOrd="0" presId="urn:microsoft.com/office/officeart/2005/8/layout/process1"/>
    <dgm:cxn modelId="{70673E9D-EB07-412F-8533-2D9E82FAED4B}" type="presParOf" srcId="{44BA6F07-9809-453E-B5B3-AB636F82DB9E}" destId="{99AE6907-DE4A-4A2A-9F71-3AA51CC83CB9}" srcOrd="0" destOrd="0" presId="urn:microsoft.com/office/officeart/2005/8/layout/process1"/>
    <dgm:cxn modelId="{0DC48168-4A7F-49DE-9F03-8FCB523D60B2}" type="presParOf" srcId="{B450C243-F3FF-4B55-BCF1-0CE4D57F4091}" destId="{C1D3A877-193E-433E-996E-DE3797C7F529}" srcOrd="2" destOrd="0" presId="urn:microsoft.com/office/officeart/2005/8/layout/process1"/>
    <dgm:cxn modelId="{A4742FE7-267E-43FC-88DF-585F67822488}" type="presParOf" srcId="{B450C243-F3FF-4B55-BCF1-0CE4D57F4091}" destId="{98B97CCD-AFF1-49BB-8170-C62165E0F732}" srcOrd="3" destOrd="0" presId="urn:microsoft.com/office/officeart/2005/8/layout/process1"/>
    <dgm:cxn modelId="{7C5B3032-83D6-4DD3-88CF-741C94F9B095}" type="presParOf" srcId="{98B97CCD-AFF1-49BB-8170-C62165E0F732}" destId="{052C7B0B-AC64-435F-9087-F76A8F81AD70}" srcOrd="0" destOrd="0" presId="urn:microsoft.com/office/officeart/2005/8/layout/process1"/>
    <dgm:cxn modelId="{48278B89-7F42-4189-B23A-E4DA06B796CE}" type="presParOf" srcId="{B450C243-F3FF-4B55-BCF1-0CE4D57F4091}" destId="{75494D80-AAE1-44AB-A5A1-D4E336C9A241}" srcOrd="4" destOrd="0" presId="urn:microsoft.com/office/officeart/2005/8/layout/process1"/>
    <dgm:cxn modelId="{D12F611E-0EBD-4B38-B7E3-E690A03F1AD8}" type="presParOf" srcId="{B450C243-F3FF-4B55-BCF1-0CE4D57F4091}" destId="{2C8919B2-9A29-4B7C-B580-1CADFBED59E0}" srcOrd="5" destOrd="0" presId="urn:microsoft.com/office/officeart/2005/8/layout/process1"/>
    <dgm:cxn modelId="{85BA8CD6-1AB9-4830-90A9-F11C9EBC7202}" type="presParOf" srcId="{2C8919B2-9A29-4B7C-B580-1CADFBED59E0}" destId="{08B094E6-470A-458C-BDCC-A0626256CFD5}" srcOrd="0" destOrd="0" presId="urn:microsoft.com/office/officeart/2005/8/layout/process1"/>
    <dgm:cxn modelId="{3070EB06-E564-45CD-831A-BF8D8E9EFADA}" type="presParOf" srcId="{B450C243-F3FF-4B55-BCF1-0CE4D57F4091}" destId="{FF7AE4D5-99CD-430E-997C-4D9624DA75B6}" srcOrd="6" destOrd="0" presId="urn:microsoft.com/office/officeart/2005/8/layout/process1"/>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A5E483C9-A3BD-4F9A-8F9F-CDFA80B74485}" type="doc">
      <dgm:prSet loTypeId="urn:microsoft.com/office/officeart/2005/8/layout/process1" loCatId="process" qsTypeId="urn:microsoft.com/office/officeart/2005/8/quickstyle/3d3" qsCatId="3D" csTypeId="urn:microsoft.com/office/officeart/2005/8/colors/colorful5" csCatId="colorful" phldr="1"/>
      <dgm:spPr/>
    </dgm:pt>
    <dgm:pt modelId="{FDBF41EA-DF9A-4A44-9AAC-097517E2463F}">
      <dgm:prSet phldrT="[Text]" custT="1"/>
      <dgm:spPr/>
      <dgm:t>
        <a:bodyPr/>
        <a:lstStyle/>
        <a:p>
          <a:r>
            <a:rPr lang="en-US" sz="3600" b="1" dirty="0"/>
            <a:t>Shift</a:t>
          </a:r>
        </a:p>
      </dgm:t>
    </dgm:pt>
    <dgm:pt modelId="{CF759CB2-C87D-4427-A4B2-5AD3E63BC3B6}" type="parTrans" cxnId="{BC9B51A1-ACA8-4CBD-87E5-C9213C385E27}">
      <dgm:prSet/>
      <dgm:spPr/>
      <dgm:t>
        <a:bodyPr/>
        <a:lstStyle/>
        <a:p>
          <a:endParaRPr lang="en-US" sz="3600" b="1"/>
        </a:p>
      </dgm:t>
    </dgm:pt>
    <dgm:pt modelId="{5A7B8353-D55C-40BC-AFA9-4101E69F0AAC}" type="sibTrans" cxnId="{BC9B51A1-ACA8-4CBD-87E5-C9213C385E27}">
      <dgm:prSet custT="1"/>
      <dgm:spPr/>
      <dgm:t>
        <a:bodyPr/>
        <a:lstStyle/>
        <a:p>
          <a:endParaRPr lang="en-US" sz="3600" b="1"/>
        </a:p>
      </dgm:t>
    </dgm:pt>
    <dgm:pt modelId="{676B2E30-39F0-4B19-80A5-947E41665008}">
      <dgm:prSet phldrT="[Text]" custT="1"/>
      <dgm:spPr/>
      <dgm:t>
        <a:bodyPr/>
        <a:lstStyle/>
        <a:p>
          <a:r>
            <a:rPr lang="en-US" sz="3600" b="1" dirty="0"/>
            <a:t>1</a:t>
          </a:r>
        </a:p>
      </dgm:t>
    </dgm:pt>
    <dgm:pt modelId="{A7BFF212-4C41-40DE-9345-E8AAA8F4ACAD}" type="parTrans" cxnId="{B6B15E23-2288-4E53-AC6C-5C2C072B52CF}">
      <dgm:prSet/>
      <dgm:spPr/>
      <dgm:t>
        <a:bodyPr/>
        <a:lstStyle/>
        <a:p>
          <a:endParaRPr lang="en-US" sz="3600" b="1"/>
        </a:p>
      </dgm:t>
    </dgm:pt>
    <dgm:pt modelId="{6300F33D-AE15-417F-8922-C2991075A116}" type="sibTrans" cxnId="{B6B15E23-2288-4E53-AC6C-5C2C072B52CF}">
      <dgm:prSet custT="1"/>
      <dgm:spPr/>
      <dgm:t>
        <a:bodyPr/>
        <a:lstStyle/>
        <a:p>
          <a:endParaRPr lang="en-US" sz="3600" b="1"/>
        </a:p>
      </dgm:t>
    </dgm:pt>
    <dgm:pt modelId="{3A2CE8DF-123E-43D2-99F9-012836600209}">
      <dgm:prSet phldrT="[Text]" custT="1"/>
      <dgm:spPr/>
      <dgm:t>
        <a:bodyPr/>
        <a:lstStyle/>
        <a:p>
          <a:r>
            <a:rPr lang="en-US" sz="3600" b="1" dirty="0"/>
            <a:t>Digit</a:t>
          </a:r>
          <a:endParaRPr lang="en-US" sz="3600" b="1" dirty="0">
            <a:solidFill>
              <a:srgbClr val="FFFF00"/>
            </a:solidFill>
          </a:endParaRPr>
        </a:p>
      </dgm:t>
    </dgm:pt>
    <dgm:pt modelId="{8F4A4DFA-E902-4F63-9C66-7A5222C9C171}" type="parTrans" cxnId="{8D2E8B5A-6F08-4337-8277-E183FCC2E3FD}">
      <dgm:prSet/>
      <dgm:spPr/>
      <dgm:t>
        <a:bodyPr/>
        <a:lstStyle/>
        <a:p>
          <a:endParaRPr lang="en-US" sz="3600" b="1"/>
        </a:p>
      </dgm:t>
    </dgm:pt>
    <dgm:pt modelId="{38CEDB57-7D29-4D21-8203-7F6E44EA777E}" type="sibTrans" cxnId="{8D2E8B5A-6F08-4337-8277-E183FCC2E3FD}">
      <dgm:prSet custT="1"/>
      <dgm:spPr/>
      <dgm:t>
        <a:bodyPr/>
        <a:lstStyle/>
        <a:p>
          <a:endParaRPr lang="en-US" sz="3600" b="1"/>
        </a:p>
      </dgm:t>
    </dgm:pt>
    <dgm:pt modelId="{0CD145DC-1283-47D9-9842-9F28D9292403}">
      <dgm:prSet phldrT="[Text]" custT="1"/>
      <dgm:spPr/>
      <dgm:t>
        <a:bodyPr/>
        <a:lstStyle/>
        <a:p>
          <a:r>
            <a:rPr lang="en-US" sz="3600" b="1" dirty="0"/>
            <a:t>=</a:t>
          </a:r>
        </a:p>
      </dgm:t>
    </dgm:pt>
    <dgm:pt modelId="{0D9B67D3-2181-406C-92D3-DC1D56CD0CD8}" type="parTrans" cxnId="{555C8181-422E-4293-A5B2-29CF411103B9}">
      <dgm:prSet/>
      <dgm:spPr/>
      <dgm:t>
        <a:bodyPr/>
        <a:lstStyle/>
        <a:p>
          <a:endParaRPr lang="en-US" sz="3600" b="1"/>
        </a:p>
      </dgm:t>
    </dgm:pt>
    <dgm:pt modelId="{8BFBDCF5-5907-42CD-A174-33BEF20C4F6E}" type="sibTrans" cxnId="{555C8181-422E-4293-A5B2-29CF411103B9}">
      <dgm:prSet/>
      <dgm:spPr/>
      <dgm:t>
        <a:bodyPr/>
        <a:lstStyle/>
        <a:p>
          <a:endParaRPr lang="en-US" sz="3600" b="1"/>
        </a:p>
      </dgm:t>
    </dgm:pt>
    <dgm:pt modelId="{B450C243-F3FF-4B55-BCF1-0CE4D57F4091}" type="pres">
      <dgm:prSet presAssocID="{A5E483C9-A3BD-4F9A-8F9F-CDFA80B74485}" presName="Name0" presStyleCnt="0">
        <dgm:presLayoutVars>
          <dgm:dir/>
          <dgm:resizeHandles val="exact"/>
        </dgm:presLayoutVars>
      </dgm:prSet>
      <dgm:spPr/>
    </dgm:pt>
    <dgm:pt modelId="{2DC0BE8A-A50D-459F-8803-8F629D24FD59}" type="pres">
      <dgm:prSet presAssocID="{FDBF41EA-DF9A-4A44-9AAC-097517E2463F}" presName="node" presStyleLbl="node1" presStyleIdx="0" presStyleCnt="4">
        <dgm:presLayoutVars>
          <dgm:bulletEnabled val="1"/>
        </dgm:presLayoutVars>
      </dgm:prSet>
      <dgm:spPr/>
    </dgm:pt>
    <dgm:pt modelId="{44BA6F07-9809-453E-B5B3-AB636F82DB9E}" type="pres">
      <dgm:prSet presAssocID="{5A7B8353-D55C-40BC-AFA9-4101E69F0AAC}" presName="sibTrans" presStyleLbl="sibTrans2D1" presStyleIdx="0" presStyleCnt="3"/>
      <dgm:spPr/>
    </dgm:pt>
    <dgm:pt modelId="{99AE6907-DE4A-4A2A-9F71-3AA51CC83CB9}" type="pres">
      <dgm:prSet presAssocID="{5A7B8353-D55C-40BC-AFA9-4101E69F0AAC}" presName="connectorText" presStyleLbl="sibTrans2D1" presStyleIdx="0" presStyleCnt="3"/>
      <dgm:spPr/>
    </dgm:pt>
    <dgm:pt modelId="{C1D3A877-193E-433E-996E-DE3797C7F529}" type="pres">
      <dgm:prSet presAssocID="{676B2E30-39F0-4B19-80A5-947E41665008}" presName="node" presStyleLbl="node1" presStyleIdx="1" presStyleCnt="4">
        <dgm:presLayoutVars>
          <dgm:bulletEnabled val="1"/>
        </dgm:presLayoutVars>
      </dgm:prSet>
      <dgm:spPr/>
    </dgm:pt>
    <dgm:pt modelId="{98B97CCD-AFF1-49BB-8170-C62165E0F732}" type="pres">
      <dgm:prSet presAssocID="{6300F33D-AE15-417F-8922-C2991075A116}" presName="sibTrans" presStyleLbl="sibTrans2D1" presStyleIdx="1" presStyleCnt="3"/>
      <dgm:spPr/>
    </dgm:pt>
    <dgm:pt modelId="{052C7B0B-AC64-435F-9087-F76A8F81AD70}" type="pres">
      <dgm:prSet presAssocID="{6300F33D-AE15-417F-8922-C2991075A116}" presName="connectorText" presStyleLbl="sibTrans2D1" presStyleIdx="1" presStyleCnt="3"/>
      <dgm:spPr/>
    </dgm:pt>
    <dgm:pt modelId="{75494D80-AAE1-44AB-A5A1-D4E336C9A241}" type="pres">
      <dgm:prSet presAssocID="{3A2CE8DF-123E-43D2-99F9-012836600209}" presName="node" presStyleLbl="node1" presStyleIdx="2" presStyleCnt="4" custScaleY="85521">
        <dgm:presLayoutVars>
          <dgm:bulletEnabled val="1"/>
        </dgm:presLayoutVars>
      </dgm:prSet>
      <dgm:spPr/>
    </dgm:pt>
    <dgm:pt modelId="{2C8919B2-9A29-4B7C-B580-1CADFBED59E0}" type="pres">
      <dgm:prSet presAssocID="{38CEDB57-7D29-4D21-8203-7F6E44EA777E}" presName="sibTrans" presStyleLbl="sibTrans2D1" presStyleIdx="2" presStyleCnt="3"/>
      <dgm:spPr/>
    </dgm:pt>
    <dgm:pt modelId="{08B094E6-470A-458C-BDCC-A0626256CFD5}" type="pres">
      <dgm:prSet presAssocID="{38CEDB57-7D29-4D21-8203-7F6E44EA777E}" presName="connectorText" presStyleLbl="sibTrans2D1" presStyleIdx="2" presStyleCnt="3"/>
      <dgm:spPr/>
    </dgm:pt>
    <dgm:pt modelId="{A7280906-DE55-492D-B5CB-040475BA6CF7}" type="pres">
      <dgm:prSet presAssocID="{0CD145DC-1283-47D9-9842-9F28D9292403}" presName="node" presStyleLbl="node1" presStyleIdx="3" presStyleCnt="4">
        <dgm:presLayoutVars>
          <dgm:bulletEnabled val="1"/>
        </dgm:presLayoutVars>
      </dgm:prSet>
      <dgm:spPr/>
    </dgm:pt>
  </dgm:ptLst>
  <dgm:cxnLst>
    <dgm:cxn modelId="{9CB8F703-CADD-410D-944C-58987BF2183F}" type="presOf" srcId="{5A7B8353-D55C-40BC-AFA9-4101E69F0AAC}" destId="{44BA6F07-9809-453E-B5B3-AB636F82DB9E}" srcOrd="0" destOrd="0" presId="urn:microsoft.com/office/officeart/2005/8/layout/process1"/>
    <dgm:cxn modelId="{F88CAD1E-99BE-4375-B147-B9CAC54B8CAA}" type="presOf" srcId="{A5E483C9-A3BD-4F9A-8F9F-CDFA80B74485}" destId="{B450C243-F3FF-4B55-BCF1-0CE4D57F4091}" srcOrd="0" destOrd="0" presId="urn:microsoft.com/office/officeart/2005/8/layout/process1"/>
    <dgm:cxn modelId="{B6B15E23-2288-4E53-AC6C-5C2C072B52CF}" srcId="{A5E483C9-A3BD-4F9A-8F9F-CDFA80B74485}" destId="{676B2E30-39F0-4B19-80A5-947E41665008}" srcOrd="1" destOrd="0" parTransId="{A7BFF212-4C41-40DE-9345-E8AAA8F4ACAD}" sibTransId="{6300F33D-AE15-417F-8922-C2991075A116}"/>
    <dgm:cxn modelId="{D8190A60-2E77-4E01-BAEA-87C849ABF156}" type="presOf" srcId="{FDBF41EA-DF9A-4A44-9AAC-097517E2463F}" destId="{2DC0BE8A-A50D-459F-8803-8F629D24FD59}" srcOrd="0" destOrd="0" presId="urn:microsoft.com/office/officeart/2005/8/layout/process1"/>
    <dgm:cxn modelId="{B38DE770-64B2-4DFD-BBE4-71536F10D0F9}" type="presOf" srcId="{38CEDB57-7D29-4D21-8203-7F6E44EA777E}" destId="{08B094E6-470A-458C-BDCC-A0626256CFD5}" srcOrd="1" destOrd="0" presId="urn:microsoft.com/office/officeart/2005/8/layout/process1"/>
    <dgm:cxn modelId="{2494F574-EE2E-43F3-9113-106596916695}" type="presOf" srcId="{6300F33D-AE15-417F-8922-C2991075A116}" destId="{052C7B0B-AC64-435F-9087-F76A8F81AD70}" srcOrd="1" destOrd="0" presId="urn:microsoft.com/office/officeart/2005/8/layout/process1"/>
    <dgm:cxn modelId="{DD606C55-A4B3-48A4-AC9A-076CB641F3C9}" type="presOf" srcId="{3A2CE8DF-123E-43D2-99F9-012836600209}" destId="{75494D80-AAE1-44AB-A5A1-D4E336C9A241}" srcOrd="0" destOrd="0" presId="urn:microsoft.com/office/officeart/2005/8/layout/process1"/>
    <dgm:cxn modelId="{8D2E8B5A-6F08-4337-8277-E183FCC2E3FD}" srcId="{A5E483C9-A3BD-4F9A-8F9F-CDFA80B74485}" destId="{3A2CE8DF-123E-43D2-99F9-012836600209}" srcOrd="2" destOrd="0" parTransId="{8F4A4DFA-E902-4F63-9C66-7A5222C9C171}" sibTransId="{38CEDB57-7D29-4D21-8203-7F6E44EA777E}"/>
    <dgm:cxn modelId="{555C8181-422E-4293-A5B2-29CF411103B9}" srcId="{A5E483C9-A3BD-4F9A-8F9F-CDFA80B74485}" destId="{0CD145DC-1283-47D9-9842-9F28D9292403}" srcOrd="3" destOrd="0" parTransId="{0D9B67D3-2181-406C-92D3-DC1D56CD0CD8}" sibTransId="{8BFBDCF5-5907-42CD-A174-33BEF20C4F6E}"/>
    <dgm:cxn modelId="{442A6C99-2F86-4D0E-9B2F-AF96BED98432}" type="presOf" srcId="{0CD145DC-1283-47D9-9842-9F28D9292403}" destId="{A7280906-DE55-492D-B5CB-040475BA6CF7}" srcOrd="0" destOrd="0" presId="urn:microsoft.com/office/officeart/2005/8/layout/process1"/>
    <dgm:cxn modelId="{BC9B51A1-ACA8-4CBD-87E5-C9213C385E27}" srcId="{A5E483C9-A3BD-4F9A-8F9F-CDFA80B74485}" destId="{FDBF41EA-DF9A-4A44-9AAC-097517E2463F}" srcOrd="0" destOrd="0" parTransId="{CF759CB2-C87D-4427-A4B2-5AD3E63BC3B6}" sibTransId="{5A7B8353-D55C-40BC-AFA9-4101E69F0AAC}"/>
    <dgm:cxn modelId="{E65D39AA-0C86-4BAC-9F61-3B2498BE8468}" type="presOf" srcId="{5A7B8353-D55C-40BC-AFA9-4101E69F0AAC}" destId="{99AE6907-DE4A-4A2A-9F71-3AA51CC83CB9}" srcOrd="1" destOrd="0" presId="urn:microsoft.com/office/officeart/2005/8/layout/process1"/>
    <dgm:cxn modelId="{DD4E09AF-70EC-4DA9-9D7E-E7BBF41CBA64}" type="presOf" srcId="{676B2E30-39F0-4B19-80A5-947E41665008}" destId="{C1D3A877-193E-433E-996E-DE3797C7F529}" srcOrd="0" destOrd="0" presId="urn:microsoft.com/office/officeart/2005/8/layout/process1"/>
    <dgm:cxn modelId="{54A269DB-E011-47E4-B3B4-91A51C056581}" type="presOf" srcId="{38CEDB57-7D29-4D21-8203-7F6E44EA777E}" destId="{2C8919B2-9A29-4B7C-B580-1CADFBED59E0}" srcOrd="0" destOrd="0" presId="urn:microsoft.com/office/officeart/2005/8/layout/process1"/>
    <dgm:cxn modelId="{819150DC-32E6-4354-8BA8-C10B8CED32ED}" type="presOf" srcId="{6300F33D-AE15-417F-8922-C2991075A116}" destId="{98B97CCD-AFF1-49BB-8170-C62165E0F732}" srcOrd="0" destOrd="0" presId="urn:microsoft.com/office/officeart/2005/8/layout/process1"/>
    <dgm:cxn modelId="{A4201731-0779-4018-A9C3-CF7AF50BD316}" type="presParOf" srcId="{B450C243-F3FF-4B55-BCF1-0CE4D57F4091}" destId="{2DC0BE8A-A50D-459F-8803-8F629D24FD59}" srcOrd="0" destOrd="0" presId="urn:microsoft.com/office/officeart/2005/8/layout/process1"/>
    <dgm:cxn modelId="{F43B7FD5-D8F0-4F3D-8029-77B2F9B39ED2}" type="presParOf" srcId="{B450C243-F3FF-4B55-BCF1-0CE4D57F4091}" destId="{44BA6F07-9809-453E-B5B3-AB636F82DB9E}" srcOrd="1" destOrd="0" presId="urn:microsoft.com/office/officeart/2005/8/layout/process1"/>
    <dgm:cxn modelId="{DA8BBF3A-5161-4946-A8AD-57E86B23FCA9}" type="presParOf" srcId="{44BA6F07-9809-453E-B5B3-AB636F82DB9E}" destId="{99AE6907-DE4A-4A2A-9F71-3AA51CC83CB9}" srcOrd="0" destOrd="0" presId="urn:microsoft.com/office/officeart/2005/8/layout/process1"/>
    <dgm:cxn modelId="{475CC29F-B59C-449A-AB1B-E8B2B8F9B80F}" type="presParOf" srcId="{B450C243-F3FF-4B55-BCF1-0CE4D57F4091}" destId="{C1D3A877-193E-433E-996E-DE3797C7F529}" srcOrd="2" destOrd="0" presId="urn:microsoft.com/office/officeart/2005/8/layout/process1"/>
    <dgm:cxn modelId="{420010F2-E2AA-4A75-9AE6-8C5F0021D9A9}" type="presParOf" srcId="{B450C243-F3FF-4B55-BCF1-0CE4D57F4091}" destId="{98B97CCD-AFF1-49BB-8170-C62165E0F732}" srcOrd="3" destOrd="0" presId="urn:microsoft.com/office/officeart/2005/8/layout/process1"/>
    <dgm:cxn modelId="{D2F5D8F6-F3B1-43B9-BDEA-DF6A7BCA026E}" type="presParOf" srcId="{98B97CCD-AFF1-49BB-8170-C62165E0F732}" destId="{052C7B0B-AC64-435F-9087-F76A8F81AD70}" srcOrd="0" destOrd="0" presId="urn:microsoft.com/office/officeart/2005/8/layout/process1"/>
    <dgm:cxn modelId="{EC02D18D-F9F8-48E5-BA27-261315BD1D52}" type="presParOf" srcId="{B450C243-F3FF-4B55-BCF1-0CE4D57F4091}" destId="{75494D80-AAE1-44AB-A5A1-D4E336C9A241}" srcOrd="4" destOrd="0" presId="urn:microsoft.com/office/officeart/2005/8/layout/process1"/>
    <dgm:cxn modelId="{B3830DDB-951F-47BD-8A8E-ACA9CC92B3CF}" type="presParOf" srcId="{B450C243-F3FF-4B55-BCF1-0CE4D57F4091}" destId="{2C8919B2-9A29-4B7C-B580-1CADFBED59E0}" srcOrd="5" destOrd="0" presId="urn:microsoft.com/office/officeart/2005/8/layout/process1"/>
    <dgm:cxn modelId="{18228D72-8D17-4786-BB8E-663E5DEB371D}" type="presParOf" srcId="{2C8919B2-9A29-4B7C-B580-1CADFBED59E0}" destId="{08B094E6-470A-458C-BDCC-A0626256CFD5}" srcOrd="0" destOrd="0" presId="urn:microsoft.com/office/officeart/2005/8/layout/process1"/>
    <dgm:cxn modelId="{A9464A19-0625-4C2F-B0B3-F4C4CFBAD375}" type="presParOf" srcId="{B450C243-F3FF-4B55-BCF1-0CE4D57F4091}" destId="{A7280906-DE55-492D-B5CB-040475BA6CF7}" srcOrd="6"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A5E483C9-A3BD-4F9A-8F9F-CDFA80B74485}" type="doc">
      <dgm:prSet loTypeId="urn:microsoft.com/office/officeart/2005/8/layout/process1" loCatId="process" qsTypeId="urn:microsoft.com/office/officeart/2005/8/quickstyle/3d3" qsCatId="3D" csTypeId="urn:microsoft.com/office/officeart/2005/8/colors/colorful5" csCatId="colorful" phldr="1"/>
      <dgm:spPr/>
    </dgm:pt>
    <dgm:pt modelId="{FDBF41EA-DF9A-4A44-9AAC-097517E2463F}">
      <dgm:prSet phldrT="[Text]" custT="1"/>
      <dgm:spPr/>
      <dgm:t>
        <a:bodyPr/>
        <a:lstStyle/>
        <a:p>
          <a:r>
            <a:rPr lang="en-US" sz="3600" b="1" dirty="0"/>
            <a:t>Shift</a:t>
          </a:r>
        </a:p>
      </dgm:t>
    </dgm:pt>
    <dgm:pt modelId="{CF759CB2-C87D-4427-A4B2-5AD3E63BC3B6}" type="parTrans" cxnId="{BC9B51A1-ACA8-4CBD-87E5-C9213C385E27}">
      <dgm:prSet/>
      <dgm:spPr/>
      <dgm:t>
        <a:bodyPr/>
        <a:lstStyle/>
        <a:p>
          <a:endParaRPr lang="en-US" sz="3600" b="1"/>
        </a:p>
      </dgm:t>
    </dgm:pt>
    <dgm:pt modelId="{5A7B8353-D55C-40BC-AFA9-4101E69F0AAC}" type="sibTrans" cxnId="{BC9B51A1-ACA8-4CBD-87E5-C9213C385E27}">
      <dgm:prSet custT="1"/>
      <dgm:spPr/>
      <dgm:t>
        <a:bodyPr/>
        <a:lstStyle/>
        <a:p>
          <a:endParaRPr lang="en-US" sz="3600" b="1"/>
        </a:p>
      </dgm:t>
    </dgm:pt>
    <dgm:pt modelId="{676B2E30-39F0-4B19-80A5-947E41665008}">
      <dgm:prSet phldrT="[Text]" custT="1"/>
      <dgm:spPr/>
      <dgm:t>
        <a:bodyPr/>
        <a:lstStyle/>
        <a:p>
          <a:r>
            <a:rPr lang="en-US" sz="3600" b="1" dirty="0"/>
            <a:t>1</a:t>
          </a:r>
        </a:p>
      </dgm:t>
    </dgm:pt>
    <dgm:pt modelId="{A7BFF212-4C41-40DE-9345-E8AAA8F4ACAD}" type="parTrans" cxnId="{B6B15E23-2288-4E53-AC6C-5C2C072B52CF}">
      <dgm:prSet/>
      <dgm:spPr/>
      <dgm:t>
        <a:bodyPr/>
        <a:lstStyle/>
        <a:p>
          <a:endParaRPr lang="en-US" sz="3600" b="1"/>
        </a:p>
      </dgm:t>
    </dgm:pt>
    <dgm:pt modelId="{6300F33D-AE15-417F-8922-C2991075A116}" type="sibTrans" cxnId="{B6B15E23-2288-4E53-AC6C-5C2C072B52CF}">
      <dgm:prSet custT="1"/>
      <dgm:spPr/>
      <dgm:t>
        <a:bodyPr/>
        <a:lstStyle/>
        <a:p>
          <a:endParaRPr lang="en-US" sz="3600" b="1"/>
        </a:p>
      </dgm:t>
    </dgm:pt>
    <dgm:pt modelId="{3A2CE8DF-123E-43D2-99F9-012836600209}">
      <dgm:prSet phldrT="[Text]" custT="1"/>
      <dgm:spPr/>
      <dgm:t>
        <a:bodyPr/>
        <a:lstStyle/>
        <a:p>
          <a:r>
            <a:rPr lang="en-US" sz="3600" b="1" dirty="0"/>
            <a:t>Digit</a:t>
          </a:r>
          <a:endParaRPr lang="en-US" sz="3600" b="1" dirty="0">
            <a:solidFill>
              <a:srgbClr val="FFFF00"/>
            </a:solidFill>
          </a:endParaRPr>
        </a:p>
      </dgm:t>
    </dgm:pt>
    <dgm:pt modelId="{8F4A4DFA-E902-4F63-9C66-7A5222C9C171}" type="parTrans" cxnId="{8D2E8B5A-6F08-4337-8277-E183FCC2E3FD}">
      <dgm:prSet/>
      <dgm:spPr/>
      <dgm:t>
        <a:bodyPr/>
        <a:lstStyle/>
        <a:p>
          <a:endParaRPr lang="en-US" sz="3600" b="1"/>
        </a:p>
      </dgm:t>
    </dgm:pt>
    <dgm:pt modelId="{38CEDB57-7D29-4D21-8203-7F6E44EA777E}" type="sibTrans" cxnId="{8D2E8B5A-6F08-4337-8277-E183FCC2E3FD}">
      <dgm:prSet custT="1"/>
      <dgm:spPr/>
      <dgm:t>
        <a:bodyPr/>
        <a:lstStyle/>
        <a:p>
          <a:endParaRPr lang="en-US" sz="3600" b="1"/>
        </a:p>
      </dgm:t>
    </dgm:pt>
    <dgm:pt modelId="{0CD145DC-1283-47D9-9842-9F28D9292403}">
      <dgm:prSet phldrT="[Text]" custT="1"/>
      <dgm:spPr/>
      <dgm:t>
        <a:bodyPr/>
        <a:lstStyle/>
        <a:p>
          <a:r>
            <a:rPr lang="en-US" sz="3600" b="1" dirty="0"/>
            <a:t>=</a:t>
          </a:r>
        </a:p>
      </dgm:t>
    </dgm:pt>
    <dgm:pt modelId="{0D9B67D3-2181-406C-92D3-DC1D56CD0CD8}" type="parTrans" cxnId="{555C8181-422E-4293-A5B2-29CF411103B9}">
      <dgm:prSet/>
      <dgm:spPr/>
      <dgm:t>
        <a:bodyPr/>
        <a:lstStyle/>
        <a:p>
          <a:endParaRPr lang="en-US" sz="3600" b="1"/>
        </a:p>
      </dgm:t>
    </dgm:pt>
    <dgm:pt modelId="{8BFBDCF5-5907-42CD-A174-33BEF20C4F6E}" type="sibTrans" cxnId="{555C8181-422E-4293-A5B2-29CF411103B9}">
      <dgm:prSet/>
      <dgm:spPr/>
      <dgm:t>
        <a:bodyPr/>
        <a:lstStyle/>
        <a:p>
          <a:endParaRPr lang="en-US" sz="3600" b="1"/>
        </a:p>
      </dgm:t>
    </dgm:pt>
    <dgm:pt modelId="{2684763D-B7AD-42C8-8B98-884819581026}">
      <dgm:prSet phldrT="[Text]" custT="1"/>
      <dgm:spPr/>
      <dgm:t>
        <a:bodyPr/>
        <a:lstStyle/>
        <a:p>
          <a:r>
            <a:rPr lang="en-US" sz="2800" b="1" dirty="0">
              <a:solidFill>
                <a:srgbClr val="002060"/>
              </a:solidFill>
            </a:rPr>
            <a:t>Right Side</a:t>
          </a:r>
        </a:p>
      </dgm:t>
    </dgm:pt>
    <dgm:pt modelId="{C378E5D0-706C-40B1-875E-284805739B40}" type="parTrans" cxnId="{D045775A-8713-42B2-B02D-37D2078B4755}">
      <dgm:prSet/>
      <dgm:spPr/>
      <dgm:t>
        <a:bodyPr/>
        <a:lstStyle/>
        <a:p>
          <a:endParaRPr lang="en-US"/>
        </a:p>
      </dgm:t>
    </dgm:pt>
    <dgm:pt modelId="{370CD1F3-97D6-4969-AD3D-CC35B3420198}" type="sibTrans" cxnId="{D045775A-8713-42B2-B02D-37D2078B4755}">
      <dgm:prSet/>
      <dgm:spPr/>
      <dgm:t>
        <a:bodyPr/>
        <a:lstStyle/>
        <a:p>
          <a:endParaRPr lang="en-US"/>
        </a:p>
      </dgm:t>
    </dgm:pt>
    <dgm:pt modelId="{B450C243-F3FF-4B55-BCF1-0CE4D57F4091}" type="pres">
      <dgm:prSet presAssocID="{A5E483C9-A3BD-4F9A-8F9F-CDFA80B74485}" presName="Name0" presStyleCnt="0">
        <dgm:presLayoutVars>
          <dgm:dir/>
          <dgm:resizeHandles val="exact"/>
        </dgm:presLayoutVars>
      </dgm:prSet>
      <dgm:spPr/>
    </dgm:pt>
    <dgm:pt modelId="{2DC0BE8A-A50D-459F-8803-8F629D24FD59}" type="pres">
      <dgm:prSet presAssocID="{FDBF41EA-DF9A-4A44-9AAC-097517E2463F}" presName="node" presStyleLbl="node1" presStyleIdx="0" presStyleCnt="5">
        <dgm:presLayoutVars>
          <dgm:bulletEnabled val="1"/>
        </dgm:presLayoutVars>
      </dgm:prSet>
      <dgm:spPr/>
    </dgm:pt>
    <dgm:pt modelId="{44BA6F07-9809-453E-B5B3-AB636F82DB9E}" type="pres">
      <dgm:prSet presAssocID="{5A7B8353-D55C-40BC-AFA9-4101E69F0AAC}" presName="sibTrans" presStyleLbl="sibTrans2D1" presStyleIdx="0" presStyleCnt="4"/>
      <dgm:spPr/>
    </dgm:pt>
    <dgm:pt modelId="{99AE6907-DE4A-4A2A-9F71-3AA51CC83CB9}" type="pres">
      <dgm:prSet presAssocID="{5A7B8353-D55C-40BC-AFA9-4101E69F0AAC}" presName="connectorText" presStyleLbl="sibTrans2D1" presStyleIdx="0" presStyleCnt="4"/>
      <dgm:spPr/>
    </dgm:pt>
    <dgm:pt modelId="{C1D3A877-193E-433E-996E-DE3797C7F529}" type="pres">
      <dgm:prSet presAssocID="{676B2E30-39F0-4B19-80A5-947E41665008}" presName="node" presStyleLbl="node1" presStyleIdx="1" presStyleCnt="5">
        <dgm:presLayoutVars>
          <dgm:bulletEnabled val="1"/>
        </dgm:presLayoutVars>
      </dgm:prSet>
      <dgm:spPr/>
    </dgm:pt>
    <dgm:pt modelId="{98B97CCD-AFF1-49BB-8170-C62165E0F732}" type="pres">
      <dgm:prSet presAssocID="{6300F33D-AE15-417F-8922-C2991075A116}" presName="sibTrans" presStyleLbl="sibTrans2D1" presStyleIdx="1" presStyleCnt="4"/>
      <dgm:spPr/>
    </dgm:pt>
    <dgm:pt modelId="{052C7B0B-AC64-435F-9087-F76A8F81AD70}" type="pres">
      <dgm:prSet presAssocID="{6300F33D-AE15-417F-8922-C2991075A116}" presName="connectorText" presStyleLbl="sibTrans2D1" presStyleIdx="1" presStyleCnt="4"/>
      <dgm:spPr/>
    </dgm:pt>
    <dgm:pt modelId="{E0C570FE-9914-4A6D-9031-C7F5D06CA4B6}" type="pres">
      <dgm:prSet presAssocID="{2684763D-B7AD-42C8-8B98-884819581026}" presName="node" presStyleLbl="node1" presStyleIdx="2" presStyleCnt="5">
        <dgm:presLayoutVars>
          <dgm:bulletEnabled val="1"/>
        </dgm:presLayoutVars>
      </dgm:prSet>
      <dgm:spPr/>
    </dgm:pt>
    <dgm:pt modelId="{4C28BE01-289E-4DB1-8B74-4F0C1045C683}" type="pres">
      <dgm:prSet presAssocID="{370CD1F3-97D6-4969-AD3D-CC35B3420198}" presName="sibTrans" presStyleLbl="sibTrans2D1" presStyleIdx="2" presStyleCnt="4"/>
      <dgm:spPr/>
    </dgm:pt>
    <dgm:pt modelId="{BFE2A48B-6BE2-48B5-85BD-EFA88010AC56}" type="pres">
      <dgm:prSet presAssocID="{370CD1F3-97D6-4969-AD3D-CC35B3420198}" presName="connectorText" presStyleLbl="sibTrans2D1" presStyleIdx="2" presStyleCnt="4"/>
      <dgm:spPr/>
    </dgm:pt>
    <dgm:pt modelId="{75494D80-AAE1-44AB-A5A1-D4E336C9A241}" type="pres">
      <dgm:prSet presAssocID="{3A2CE8DF-123E-43D2-99F9-012836600209}" presName="node" presStyleLbl="node1" presStyleIdx="3" presStyleCnt="5" custScaleY="85521">
        <dgm:presLayoutVars>
          <dgm:bulletEnabled val="1"/>
        </dgm:presLayoutVars>
      </dgm:prSet>
      <dgm:spPr/>
    </dgm:pt>
    <dgm:pt modelId="{2C8919B2-9A29-4B7C-B580-1CADFBED59E0}" type="pres">
      <dgm:prSet presAssocID="{38CEDB57-7D29-4D21-8203-7F6E44EA777E}" presName="sibTrans" presStyleLbl="sibTrans2D1" presStyleIdx="3" presStyleCnt="4"/>
      <dgm:spPr/>
    </dgm:pt>
    <dgm:pt modelId="{08B094E6-470A-458C-BDCC-A0626256CFD5}" type="pres">
      <dgm:prSet presAssocID="{38CEDB57-7D29-4D21-8203-7F6E44EA777E}" presName="connectorText" presStyleLbl="sibTrans2D1" presStyleIdx="3" presStyleCnt="4"/>
      <dgm:spPr/>
    </dgm:pt>
    <dgm:pt modelId="{A7280906-DE55-492D-B5CB-040475BA6CF7}" type="pres">
      <dgm:prSet presAssocID="{0CD145DC-1283-47D9-9842-9F28D9292403}" presName="node" presStyleLbl="node1" presStyleIdx="4" presStyleCnt="5">
        <dgm:presLayoutVars>
          <dgm:bulletEnabled val="1"/>
        </dgm:presLayoutVars>
      </dgm:prSet>
      <dgm:spPr/>
    </dgm:pt>
  </dgm:ptLst>
  <dgm:cxnLst>
    <dgm:cxn modelId="{435FA00A-4EB6-4ACF-8258-802AA08E0457}" type="presOf" srcId="{38CEDB57-7D29-4D21-8203-7F6E44EA777E}" destId="{2C8919B2-9A29-4B7C-B580-1CADFBED59E0}" srcOrd="0" destOrd="0" presId="urn:microsoft.com/office/officeart/2005/8/layout/process1"/>
    <dgm:cxn modelId="{57D79410-EEEA-49C2-B165-8F837CB3CE45}" type="presOf" srcId="{3A2CE8DF-123E-43D2-99F9-012836600209}" destId="{75494D80-AAE1-44AB-A5A1-D4E336C9A241}" srcOrd="0" destOrd="0" presId="urn:microsoft.com/office/officeart/2005/8/layout/process1"/>
    <dgm:cxn modelId="{93628121-81A2-4CCC-85BA-47F1207EE8B1}" type="presOf" srcId="{38CEDB57-7D29-4D21-8203-7F6E44EA777E}" destId="{08B094E6-470A-458C-BDCC-A0626256CFD5}" srcOrd="1" destOrd="0" presId="urn:microsoft.com/office/officeart/2005/8/layout/process1"/>
    <dgm:cxn modelId="{B6B15E23-2288-4E53-AC6C-5C2C072B52CF}" srcId="{A5E483C9-A3BD-4F9A-8F9F-CDFA80B74485}" destId="{676B2E30-39F0-4B19-80A5-947E41665008}" srcOrd="1" destOrd="0" parTransId="{A7BFF212-4C41-40DE-9345-E8AAA8F4ACAD}" sibTransId="{6300F33D-AE15-417F-8922-C2991075A116}"/>
    <dgm:cxn modelId="{A2B9A12C-2196-47B7-9D1E-D3B50BC179A8}" type="presOf" srcId="{370CD1F3-97D6-4969-AD3D-CC35B3420198}" destId="{4C28BE01-289E-4DB1-8B74-4F0C1045C683}" srcOrd="0" destOrd="0" presId="urn:microsoft.com/office/officeart/2005/8/layout/process1"/>
    <dgm:cxn modelId="{3138BF48-E71A-48C5-BEA9-0F883842B6E5}" type="presOf" srcId="{6300F33D-AE15-417F-8922-C2991075A116}" destId="{052C7B0B-AC64-435F-9087-F76A8F81AD70}" srcOrd="1" destOrd="0" presId="urn:microsoft.com/office/officeart/2005/8/layout/process1"/>
    <dgm:cxn modelId="{B2CDCC71-C2B8-4F35-B4ED-A8EB6BA38326}" type="presOf" srcId="{FDBF41EA-DF9A-4A44-9AAC-097517E2463F}" destId="{2DC0BE8A-A50D-459F-8803-8F629D24FD59}" srcOrd="0" destOrd="0" presId="urn:microsoft.com/office/officeart/2005/8/layout/process1"/>
    <dgm:cxn modelId="{D045775A-8713-42B2-B02D-37D2078B4755}" srcId="{A5E483C9-A3BD-4F9A-8F9F-CDFA80B74485}" destId="{2684763D-B7AD-42C8-8B98-884819581026}" srcOrd="2" destOrd="0" parTransId="{C378E5D0-706C-40B1-875E-284805739B40}" sibTransId="{370CD1F3-97D6-4969-AD3D-CC35B3420198}"/>
    <dgm:cxn modelId="{8D2E8B5A-6F08-4337-8277-E183FCC2E3FD}" srcId="{A5E483C9-A3BD-4F9A-8F9F-CDFA80B74485}" destId="{3A2CE8DF-123E-43D2-99F9-012836600209}" srcOrd="3" destOrd="0" parTransId="{8F4A4DFA-E902-4F63-9C66-7A5222C9C171}" sibTransId="{38CEDB57-7D29-4D21-8203-7F6E44EA777E}"/>
    <dgm:cxn modelId="{555C8181-422E-4293-A5B2-29CF411103B9}" srcId="{A5E483C9-A3BD-4F9A-8F9F-CDFA80B74485}" destId="{0CD145DC-1283-47D9-9842-9F28D9292403}" srcOrd="4" destOrd="0" parTransId="{0D9B67D3-2181-406C-92D3-DC1D56CD0CD8}" sibTransId="{8BFBDCF5-5907-42CD-A174-33BEF20C4F6E}"/>
    <dgm:cxn modelId="{DDBE949F-E5F5-41EF-A6BF-EFCB9299CD51}" type="presOf" srcId="{5A7B8353-D55C-40BC-AFA9-4101E69F0AAC}" destId="{99AE6907-DE4A-4A2A-9F71-3AA51CC83CB9}" srcOrd="1" destOrd="0" presId="urn:microsoft.com/office/officeart/2005/8/layout/process1"/>
    <dgm:cxn modelId="{BC9B51A1-ACA8-4CBD-87E5-C9213C385E27}" srcId="{A5E483C9-A3BD-4F9A-8F9F-CDFA80B74485}" destId="{FDBF41EA-DF9A-4A44-9AAC-097517E2463F}" srcOrd="0" destOrd="0" parTransId="{CF759CB2-C87D-4427-A4B2-5AD3E63BC3B6}" sibTransId="{5A7B8353-D55C-40BC-AFA9-4101E69F0AAC}"/>
    <dgm:cxn modelId="{6C5A20A9-1FA9-48A0-8ABE-391488150B1C}" type="presOf" srcId="{6300F33D-AE15-417F-8922-C2991075A116}" destId="{98B97CCD-AFF1-49BB-8170-C62165E0F732}" srcOrd="0" destOrd="0" presId="urn:microsoft.com/office/officeart/2005/8/layout/process1"/>
    <dgm:cxn modelId="{7D98D9AE-BA40-4687-BAA1-94B38B6B0AA7}" type="presOf" srcId="{2684763D-B7AD-42C8-8B98-884819581026}" destId="{E0C570FE-9914-4A6D-9031-C7F5D06CA4B6}" srcOrd="0" destOrd="0" presId="urn:microsoft.com/office/officeart/2005/8/layout/process1"/>
    <dgm:cxn modelId="{96CA06D4-65A0-4CBF-B424-D65528007210}" type="presOf" srcId="{676B2E30-39F0-4B19-80A5-947E41665008}" destId="{C1D3A877-193E-433E-996E-DE3797C7F529}" srcOrd="0" destOrd="0" presId="urn:microsoft.com/office/officeart/2005/8/layout/process1"/>
    <dgm:cxn modelId="{5D6770E4-DAEF-4205-A8A6-662D4D83A37D}" type="presOf" srcId="{5A7B8353-D55C-40BC-AFA9-4101E69F0AAC}" destId="{44BA6F07-9809-453E-B5B3-AB636F82DB9E}" srcOrd="0" destOrd="0" presId="urn:microsoft.com/office/officeart/2005/8/layout/process1"/>
    <dgm:cxn modelId="{6EA2C1E7-8654-447D-9A97-E071BE771E66}" type="presOf" srcId="{0CD145DC-1283-47D9-9842-9F28D9292403}" destId="{A7280906-DE55-492D-B5CB-040475BA6CF7}" srcOrd="0" destOrd="0" presId="urn:microsoft.com/office/officeart/2005/8/layout/process1"/>
    <dgm:cxn modelId="{DEF5E9F9-4036-4CF8-BC41-6FB65FEFFB62}" type="presOf" srcId="{A5E483C9-A3BD-4F9A-8F9F-CDFA80B74485}" destId="{B450C243-F3FF-4B55-BCF1-0CE4D57F4091}" srcOrd="0" destOrd="0" presId="urn:microsoft.com/office/officeart/2005/8/layout/process1"/>
    <dgm:cxn modelId="{6CE824FF-D2DD-4020-BC5F-E46FE65B0BEF}" type="presOf" srcId="{370CD1F3-97D6-4969-AD3D-CC35B3420198}" destId="{BFE2A48B-6BE2-48B5-85BD-EFA88010AC56}" srcOrd="1" destOrd="0" presId="urn:microsoft.com/office/officeart/2005/8/layout/process1"/>
    <dgm:cxn modelId="{A2289764-62C4-4AF0-9FD6-664D3EE8D87C}" type="presParOf" srcId="{B450C243-F3FF-4B55-BCF1-0CE4D57F4091}" destId="{2DC0BE8A-A50D-459F-8803-8F629D24FD59}" srcOrd="0" destOrd="0" presId="urn:microsoft.com/office/officeart/2005/8/layout/process1"/>
    <dgm:cxn modelId="{336E6004-D336-4291-B202-94CA60ECBA3E}" type="presParOf" srcId="{B450C243-F3FF-4B55-BCF1-0CE4D57F4091}" destId="{44BA6F07-9809-453E-B5B3-AB636F82DB9E}" srcOrd="1" destOrd="0" presId="urn:microsoft.com/office/officeart/2005/8/layout/process1"/>
    <dgm:cxn modelId="{BFB2AA22-E662-455B-A3E6-6C2D61B18F37}" type="presParOf" srcId="{44BA6F07-9809-453E-B5B3-AB636F82DB9E}" destId="{99AE6907-DE4A-4A2A-9F71-3AA51CC83CB9}" srcOrd="0" destOrd="0" presId="urn:microsoft.com/office/officeart/2005/8/layout/process1"/>
    <dgm:cxn modelId="{5392E54A-D535-4DED-A14F-4477F7534BA5}" type="presParOf" srcId="{B450C243-F3FF-4B55-BCF1-0CE4D57F4091}" destId="{C1D3A877-193E-433E-996E-DE3797C7F529}" srcOrd="2" destOrd="0" presId="urn:microsoft.com/office/officeart/2005/8/layout/process1"/>
    <dgm:cxn modelId="{647A300F-215D-4900-9232-5EAF97B876D7}" type="presParOf" srcId="{B450C243-F3FF-4B55-BCF1-0CE4D57F4091}" destId="{98B97CCD-AFF1-49BB-8170-C62165E0F732}" srcOrd="3" destOrd="0" presId="urn:microsoft.com/office/officeart/2005/8/layout/process1"/>
    <dgm:cxn modelId="{62769030-86C3-4ABF-899A-DC480D5E29D8}" type="presParOf" srcId="{98B97CCD-AFF1-49BB-8170-C62165E0F732}" destId="{052C7B0B-AC64-435F-9087-F76A8F81AD70}" srcOrd="0" destOrd="0" presId="urn:microsoft.com/office/officeart/2005/8/layout/process1"/>
    <dgm:cxn modelId="{342FE5A2-EE9C-4124-BFBD-0356731EF6D5}" type="presParOf" srcId="{B450C243-F3FF-4B55-BCF1-0CE4D57F4091}" destId="{E0C570FE-9914-4A6D-9031-C7F5D06CA4B6}" srcOrd="4" destOrd="0" presId="urn:microsoft.com/office/officeart/2005/8/layout/process1"/>
    <dgm:cxn modelId="{7F16D3D9-3549-4E71-8E22-0B36DD5942D7}" type="presParOf" srcId="{B450C243-F3FF-4B55-BCF1-0CE4D57F4091}" destId="{4C28BE01-289E-4DB1-8B74-4F0C1045C683}" srcOrd="5" destOrd="0" presId="urn:microsoft.com/office/officeart/2005/8/layout/process1"/>
    <dgm:cxn modelId="{158C1C18-F5D7-4374-BB5B-F26CFDA8035B}" type="presParOf" srcId="{4C28BE01-289E-4DB1-8B74-4F0C1045C683}" destId="{BFE2A48B-6BE2-48B5-85BD-EFA88010AC56}" srcOrd="0" destOrd="0" presId="urn:microsoft.com/office/officeart/2005/8/layout/process1"/>
    <dgm:cxn modelId="{7E55F387-A9BA-4454-A3D3-F22C2868147E}" type="presParOf" srcId="{B450C243-F3FF-4B55-BCF1-0CE4D57F4091}" destId="{75494D80-AAE1-44AB-A5A1-D4E336C9A241}" srcOrd="6" destOrd="0" presId="urn:microsoft.com/office/officeart/2005/8/layout/process1"/>
    <dgm:cxn modelId="{6AB32E10-D1A5-4C1A-B797-4EC0BEC58723}" type="presParOf" srcId="{B450C243-F3FF-4B55-BCF1-0CE4D57F4091}" destId="{2C8919B2-9A29-4B7C-B580-1CADFBED59E0}" srcOrd="7" destOrd="0" presId="urn:microsoft.com/office/officeart/2005/8/layout/process1"/>
    <dgm:cxn modelId="{3B96AF73-8F84-41FE-9E96-B2743A7D3AB8}" type="presParOf" srcId="{2C8919B2-9A29-4B7C-B580-1CADFBED59E0}" destId="{08B094E6-470A-458C-BDCC-A0626256CFD5}" srcOrd="0" destOrd="0" presId="urn:microsoft.com/office/officeart/2005/8/layout/process1"/>
    <dgm:cxn modelId="{EFEB8E97-13B2-4C4E-B275-CF99B107BE7D}" type="presParOf" srcId="{B450C243-F3FF-4B55-BCF1-0CE4D57F4091}" destId="{A7280906-DE55-492D-B5CB-040475BA6CF7}" srcOrd="8" destOrd="0" presId="urn:microsoft.com/office/officeart/2005/8/layout/process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A5E483C9-A3BD-4F9A-8F9F-CDFA80B74485}" type="doc">
      <dgm:prSet loTypeId="urn:microsoft.com/office/officeart/2005/8/layout/process1" loCatId="process" qsTypeId="urn:microsoft.com/office/officeart/2005/8/quickstyle/3d3" qsCatId="3D" csTypeId="urn:microsoft.com/office/officeart/2005/8/colors/colorful5" csCatId="colorful" phldr="1"/>
      <dgm:spPr/>
    </dgm:pt>
    <dgm:pt modelId="{FDBF41EA-DF9A-4A44-9AAC-097517E2463F}">
      <dgm:prSet phldrT="[Text]" custT="1"/>
      <dgm:spPr/>
      <dgm:t>
        <a:bodyPr/>
        <a:lstStyle/>
        <a:p>
          <a:r>
            <a:rPr lang="en-US" sz="3600" b="1" dirty="0"/>
            <a:t>Shift</a:t>
          </a:r>
        </a:p>
      </dgm:t>
    </dgm:pt>
    <dgm:pt modelId="{CF759CB2-C87D-4427-A4B2-5AD3E63BC3B6}" type="parTrans" cxnId="{BC9B51A1-ACA8-4CBD-87E5-C9213C385E27}">
      <dgm:prSet/>
      <dgm:spPr/>
      <dgm:t>
        <a:bodyPr/>
        <a:lstStyle/>
        <a:p>
          <a:endParaRPr lang="en-US" sz="3600" b="1"/>
        </a:p>
      </dgm:t>
    </dgm:pt>
    <dgm:pt modelId="{5A7B8353-D55C-40BC-AFA9-4101E69F0AAC}" type="sibTrans" cxnId="{BC9B51A1-ACA8-4CBD-87E5-C9213C385E27}">
      <dgm:prSet custT="1"/>
      <dgm:spPr/>
      <dgm:t>
        <a:bodyPr/>
        <a:lstStyle/>
        <a:p>
          <a:endParaRPr lang="en-US" sz="3600" b="1"/>
        </a:p>
      </dgm:t>
    </dgm:pt>
    <dgm:pt modelId="{676B2E30-39F0-4B19-80A5-947E41665008}">
      <dgm:prSet phldrT="[Text]" custT="1"/>
      <dgm:spPr/>
      <dgm:t>
        <a:bodyPr/>
        <a:lstStyle/>
        <a:p>
          <a:r>
            <a:rPr lang="en-US" sz="3600" b="1" dirty="0"/>
            <a:t>2</a:t>
          </a:r>
        </a:p>
      </dgm:t>
    </dgm:pt>
    <dgm:pt modelId="{A7BFF212-4C41-40DE-9345-E8AAA8F4ACAD}" type="parTrans" cxnId="{B6B15E23-2288-4E53-AC6C-5C2C072B52CF}">
      <dgm:prSet/>
      <dgm:spPr/>
      <dgm:t>
        <a:bodyPr/>
        <a:lstStyle/>
        <a:p>
          <a:endParaRPr lang="en-US" sz="3600" b="1"/>
        </a:p>
      </dgm:t>
    </dgm:pt>
    <dgm:pt modelId="{6300F33D-AE15-417F-8922-C2991075A116}" type="sibTrans" cxnId="{B6B15E23-2288-4E53-AC6C-5C2C072B52CF}">
      <dgm:prSet custT="1"/>
      <dgm:spPr/>
      <dgm:t>
        <a:bodyPr/>
        <a:lstStyle/>
        <a:p>
          <a:endParaRPr lang="en-US" sz="3600" b="1"/>
        </a:p>
      </dgm:t>
    </dgm:pt>
    <dgm:pt modelId="{3A2CE8DF-123E-43D2-99F9-012836600209}">
      <dgm:prSet phldrT="[Text]" custT="1"/>
      <dgm:spPr/>
      <dgm:t>
        <a:bodyPr/>
        <a:lstStyle/>
        <a:p>
          <a:r>
            <a:rPr lang="en-US" sz="3600" b="1" dirty="0"/>
            <a:t>Digit</a:t>
          </a:r>
          <a:endParaRPr lang="en-US" sz="3600" b="1" dirty="0">
            <a:solidFill>
              <a:srgbClr val="FFFF00"/>
            </a:solidFill>
          </a:endParaRPr>
        </a:p>
      </dgm:t>
    </dgm:pt>
    <dgm:pt modelId="{8F4A4DFA-E902-4F63-9C66-7A5222C9C171}" type="parTrans" cxnId="{8D2E8B5A-6F08-4337-8277-E183FCC2E3FD}">
      <dgm:prSet/>
      <dgm:spPr/>
      <dgm:t>
        <a:bodyPr/>
        <a:lstStyle/>
        <a:p>
          <a:endParaRPr lang="en-US" sz="3600" b="1"/>
        </a:p>
      </dgm:t>
    </dgm:pt>
    <dgm:pt modelId="{38CEDB57-7D29-4D21-8203-7F6E44EA777E}" type="sibTrans" cxnId="{8D2E8B5A-6F08-4337-8277-E183FCC2E3FD}">
      <dgm:prSet custT="1"/>
      <dgm:spPr/>
      <dgm:t>
        <a:bodyPr/>
        <a:lstStyle/>
        <a:p>
          <a:endParaRPr lang="en-US" sz="3600" b="1"/>
        </a:p>
      </dgm:t>
    </dgm:pt>
    <dgm:pt modelId="{0CD145DC-1283-47D9-9842-9F28D9292403}">
      <dgm:prSet phldrT="[Text]" custT="1"/>
      <dgm:spPr/>
      <dgm:t>
        <a:bodyPr/>
        <a:lstStyle/>
        <a:p>
          <a:r>
            <a:rPr lang="en-US" sz="3600" b="1" dirty="0"/>
            <a:t>=</a:t>
          </a:r>
        </a:p>
      </dgm:t>
    </dgm:pt>
    <dgm:pt modelId="{0D9B67D3-2181-406C-92D3-DC1D56CD0CD8}" type="parTrans" cxnId="{555C8181-422E-4293-A5B2-29CF411103B9}">
      <dgm:prSet/>
      <dgm:spPr/>
      <dgm:t>
        <a:bodyPr/>
        <a:lstStyle/>
        <a:p>
          <a:endParaRPr lang="en-US" sz="3600" b="1"/>
        </a:p>
      </dgm:t>
    </dgm:pt>
    <dgm:pt modelId="{8BFBDCF5-5907-42CD-A174-33BEF20C4F6E}" type="sibTrans" cxnId="{555C8181-422E-4293-A5B2-29CF411103B9}">
      <dgm:prSet/>
      <dgm:spPr/>
      <dgm:t>
        <a:bodyPr/>
        <a:lstStyle/>
        <a:p>
          <a:endParaRPr lang="en-US" sz="3600" b="1"/>
        </a:p>
      </dgm:t>
    </dgm:pt>
    <dgm:pt modelId="{B450C243-F3FF-4B55-BCF1-0CE4D57F4091}" type="pres">
      <dgm:prSet presAssocID="{A5E483C9-A3BD-4F9A-8F9F-CDFA80B74485}" presName="Name0" presStyleCnt="0">
        <dgm:presLayoutVars>
          <dgm:dir/>
          <dgm:resizeHandles val="exact"/>
        </dgm:presLayoutVars>
      </dgm:prSet>
      <dgm:spPr/>
    </dgm:pt>
    <dgm:pt modelId="{2DC0BE8A-A50D-459F-8803-8F629D24FD59}" type="pres">
      <dgm:prSet presAssocID="{FDBF41EA-DF9A-4A44-9AAC-097517E2463F}" presName="node" presStyleLbl="node1" presStyleIdx="0" presStyleCnt="4">
        <dgm:presLayoutVars>
          <dgm:bulletEnabled val="1"/>
        </dgm:presLayoutVars>
      </dgm:prSet>
      <dgm:spPr/>
    </dgm:pt>
    <dgm:pt modelId="{44BA6F07-9809-453E-B5B3-AB636F82DB9E}" type="pres">
      <dgm:prSet presAssocID="{5A7B8353-D55C-40BC-AFA9-4101E69F0AAC}" presName="sibTrans" presStyleLbl="sibTrans2D1" presStyleIdx="0" presStyleCnt="3"/>
      <dgm:spPr/>
    </dgm:pt>
    <dgm:pt modelId="{99AE6907-DE4A-4A2A-9F71-3AA51CC83CB9}" type="pres">
      <dgm:prSet presAssocID="{5A7B8353-D55C-40BC-AFA9-4101E69F0AAC}" presName="connectorText" presStyleLbl="sibTrans2D1" presStyleIdx="0" presStyleCnt="3"/>
      <dgm:spPr/>
    </dgm:pt>
    <dgm:pt modelId="{C1D3A877-193E-433E-996E-DE3797C7F529}" type="pres">
      <dgm:prSet presAssocID="{676B2E30-39F0-4B19-80A5-947E41665008}" presName="node" presStyleLbl="node1" presStyleIdx="1" presStyleCnt="4">
        <dgm:presLayoutVars>
          <dgm:bulletEnabled val="1"/>
        </dgm:presLayoutVars>
      </dgm:prSet>
      <dgm:spPr/>
    </dgm:pt>
    <dgm:pt modelId="{98B97CCD-AFF1-49BB-8170-C62165E0F732}" type="pres">
      <dgm:prSet presAssocID="{6300F33D-AE15-417F-8922-C2991075A116}" presName="sibTrans" presStyleLbl="sibTrans2D1" presStyleIdx="1" presStyleCnt="3"/>
      <dgm:spPr/>
    </dgm:pt>
    <dgm:pt modelId="{052C7B0B-AC64-435F-9087-F76A8F81AD70}" type="pres">
      <dgm:prSet presAssocID="{6300F33D-AE15-417F-8922-C2991075A116}" presName="connectorText" presStyleLbl="sibTrans2D1" presStyleIdx="1" presStyleCnt="3"/>
      <dgm:spPr/>
    </dgm:pt>
    <dgm:pt modelId="{75494D80-AAE1-44AB-A5A1-D4E336C9A241}" type="pres">
      <dgm:prSet presAssocID="{3A2CE8DF-123E-43D2-99F9-012836600209}" presName="node" presStyleLbl="node1" presStyleIdx="2" presStyleCnt="4" custScaleY="85521">
        <dgm:presLayoutVars>
          <dgm:bulletEnabled val="1"/>
        </dgm:presLayoutVars>
      </dgm:prSet>
      <dgm:spPr/>
    </dgm:pt>
    <dgm:pt modelId="{2C8919B2-9A29-4B7C-B580-1CADFBED59E0}" type="pres">
      <dgm:prSet presAssocID="{38CEDB57-7D29-4D21-8203-7F6E44EA777E}" presName="sibTrans" presStyleLbl="sibTrans2D1" presStyleIdx="2" presStyleCnt="3"/>
      <dgm:spPr/>
    </dgm:pt>
    <dgm:pt modelId="{08B094E6-470A-458C-BDCC-A0626256CFD5}" type="pres">
      <dgm:prSet presAssocID="{38CEDB57-7D29-4D21-8203-7F6E44EA777E}" presName="connectorText" presStyleLbl="sibTrans2D1" presStyleIdx="2" presStyleCnt="3"/>
      <dgm:spPr/>
    </dgm:pt>
    <dgm:pt modelId="{A7280906-DE55-492D-B5CB-040475BA6CF7}" type="pres">
      <dgm:prSet presAssocID="{0CD145DC-1283-47D9-9842-9F28D9292403}" presName="node" presStyleLbl="node1" presStyleIdx="3" presStyleCnt="4">
        <dgm:presLayoutVars>
          <dgm:bulletEnabled val="1"/>
        </dgm:presLayoutVars>
      </dgm:prSet>
      <dgm:spPr/>
    </dgm:pt>
  </dgm:ptLst>
  <dgm:cxnLst>
    <dgm:cxn modelId="{FB6DDB03-E9AE-42B2-8D47-5035EF73973C}" type="presOf" srcId="{38CEDB57-7D29-4D21-8203-7F6E44EA777E}" destId="{2C8919B2-9A29-4B7C-B580-1CADFBED59E0}" srcOrd="0" destOrd="0" presId="urn:microsoft.com/office/officeart/2005/8/layout/process1"/>
    <dgm:cxn modelId="{04614414-D1BD-4871-B76F-2EE2877CA363}" type="presOf" srcId="{6300F33D-AE15-417F-8922-C2991075A116}" destId="{052C7B0B-AC64-435F-9087-F76A8F81AD70}" srcOrd="1" destOrd="0" presId="urn:microsoft.com/office/officeart/2005/8/layout/process1"/>
    <dgm:cxn modelId="{00227E1F-30B7-49AE-A2E0-90BA4F7662C4}" type="presOf" srcId="{5A7B8353-D55C-40BC-AFA9-4101E69F0AAC}" destId="{99AE6907-DE4A-4A2A-9F71-3AA51CC83CB9}" srcOrd="1" destOrd="0" presId="urn:microsoft.com/office/officeart/2005/8/layout/process1"/>
    <dgm:cxn modelId="{B6B15E23-2288-4E53-AC6C-5C2C072B52CF}" srcId="{A5E483C9-A3BD-4F9A-8F9F-CDFA80B74485}" destId="{676B2E30-39F0-4B19-80A5-947E41665008}" srcOrd="1" destOrd="0" parTransId="{A7BFF212-4C41-40DE-9345-E8AAA8F4ACAD}" sibTransId="{6300F33D-AE15-417F-8922-C2991075A116}"/>
    <dgm:cxn modelId="{04D31528-5B0A-46DD-80AF-BC1C752581BB}" type="presOf" srcId="{FDBF41EA-DF9A-4A44-9AAC-097517E2463F}" destId="{2DC0BE8A-A50D-459F-8803-8F629D24FD59}" srcOrd="0" destOrd="0" presId="urn:microsoft.com/office/officeart/2005/8/layout/process1"/>
    <dgm:cxn modelId="{2BE47A41-54F5-4872-AD81-E8F289DA5D35}" type="presOf" srcId="{38CEDB57-7D29-4D21-8203-7F6E44EA777E}" destId="{08B094E6-470A-458C-BDCC-A0626256CFD5}" srcOrd="1" destOrd="0" presId="urn:microsoft.com/office/officeart/2005/8/layout/process1"/>
    <dgm:cxn modelId="{02DB094C-DCD5-40FB-8B16-A70AD7F7AE91}" type="presOf" srcId="{676B2E30-39F0-4B19-80A5-947E41665008}" destId="{C1D3A877-193E-433E-996E-DE3797C7F529}" srcOrd="0" destOrd="0" presId="urn:microsoft.com/office/officeart/2005/8/layout/process1"/>
    <dgm:cxn modelId="{6C1AB575-5792-47A5-9D46-F83E8CDBB42E}" type="presOf" srcId="{A5E483C9-A3BD-4F9A-8F9F-CDFA80B74485}" destId="{B450C243-F3FF-4B55-BCF1-0CE4D57F4091}" srcOrd="0" destOrd="0" presId="urn:microsoft.com/office/officeart/2005/8/layout/process1"/>
    <dgm:cxn modelId="{8D2E8B5A-6F08-4337-8277-E183FCC2E3FD}" srcId="{A5E483C9-A3BD-4F9A-8F9F-CDFA80B74485}" destId="{3A2CE8DF-123E-43D2-99F9-012836600209}" srcOrd="2" destOrd="0" parTransId="{8F4A4DFA-E902-4F63-9C66-7A5222C9C171}" sibTransId="{38CEDB57-7D29-4D21-8203-7F6E44EA777E}"/>
    <dgm:cxn modelId="{555C8181-422E-4293-A5B2-29CF411103B9}" srcId="{A5E483C9-A3BD-4F9A-8F9F-CDFA80B74485}" destId="{0CD145DC-1283-47D9-9842-9F28D9292403}" srcOrd="3" destOrd="0" parTransId="{0D9B67D3-2181-406C-92D3-DC1D56CD0CD8}" sibTransId="{8BFBDCF5-5907-42CD-A174-33BEF20C4F6E}"/>
    <dgm:cxn modelId="{72F78B84-EBEA-47FC-A372-E42C59E4AAA4}" type="presOf" srcId="{3A2CE8DF-123E-43D2-99F9-012836600209}" destId="{75494D80-AAE1-44AB-A5A1-D4E336C9A241}" srcOrd="0" destOrd="0" presId="urn:microsoft.com/office/officeart/2005/8/layout/process1"/>
    <dgm:cxn modelId="{3E91729D-577B-48B2-A716-C90069DECA2D}" type="presOf" srcId="{6300F33D-AE15-417F-8922-C2991075A116}" destId="{98B97CCD-AFF1-49BB-8170-C62165E0F732}" srcOrd="0" destOrd="0" presId="urn:microsoft.com/office/officeart/2005/8/layout/process1"/>
    <dgm:cxn modelId="{BC9B51A1-ACA8-4CBD-87E5-C9213C385E27}" srcId="{A5E483C9-A3BD-4F9A-8F9F-CDFA80B74485}" destId="{FDBF41EA-DF9A-4A44-9AAC-097517E2463F}" srcOrd="0" destOrd="0" parTransId="{CF759CB2-C87D-4427-A4B2-5AD3E63BC3B6}" sibTransId="{5A7B8353-D55C-40BC-AFA9-4101E69F0AAC}"/>
    <dgm:cxn modelId="{7E6C0CB9-743B-4A5C-BEC1-93C3478FC61E}" type="presOf" srcId="{0CD145DC-1283-47D9-9842-9F28D9292403}" destId="{A7280906-DE55-492D-B5CB-040475BA6CF7}" srcOrd="0" destOrd="0" presId="urn:microsoft.com/office/officeart/2005/8/layout/process1"/>
    <dgm:cxn modelId="{185F52EC-E832-46FE-9DF1-F513191E72E0}" type="presOf" srcId="{5A7B8353-D55C-40BC-AFA9-4101E69F0AAC}" destId="{44BA6F07-9809-453E-B5B3-AB636F82DB9E}" srcOrd="0" destOrd="0" presId="urn:microsoft.com/office/officeart/2005/8/layout/process1"/>
    <dgm:cxn modelId="{A104EC2D-41A6-4AFB-984F-AA389E37A658}" type="presParOf" srcId="{B450C243-F3FF-4B55-BCF1-0CE4D57F4091}" destId="{2DC0BE8A-A50D-459F-8803-8F629D24FD59}" srcOrd="0" destOrd="0" presId="urn:microsoft.com/office/officeart/2005/8/layout/process1"/>
    <dgm:cxn modelId="{E297E144-FB24-4C61-8ED1-6A0E077C6DCB}" type="presParOf" srcId="{B450C243-F3FF-4B55-BCF1-0CE4D57F4091}" destId="{44BA6F07-9809-453E-B5B3-AB636F82DB9E}" srcOrd="1" destOrd="0" presId="urn:microsoft.com/office/officeart/2005/8/layout/process1"/>
    <dgm:cxn modelId="{F66D0AD7-B48C-4DD6-82EC-215C53EE1B37}" type="presParOf" srcId="{44BA6F07-9809-453E-B5B3-AB636F82DB9E}" destId="{99AE6907-DE4A-4A2A-9F71-3AA51CC83CB9}" srcOrd="0" destOrd="0" presId="urn:microsoft.com/office/officeart/2005/8/layout/process1"/>
    <dgm:cxn modelId="{96E582DA-AB94-4C19-8177-A6E1D199122E}" type="presParOf" srcId="{B450C243-F3FF-4B55-BCF1-0CE4D57F4091}" destId="{C1D3A877-193E-433E-996E-DE3797C7F529}" srcOrd="2" destOrd="0" presId="urn:microsoft.com/office/officeart/2005/8/layout/process1"/>
    <dgm:cxn modelId="{83D73EC4-F31B-4F2E-92B9-97C4517EAC2F}" type="presParOf" srcId="{B450C243-F3FF-4B55-BCF1-0CE4D57F4091}" destId="{98B97CCD-AFF1-49BB-8170-C62165E0F732}" srcOrd="3" destOrd="0" presId="urn:microsoft.com/office/officeart/2005/8/layout/process1"/>
    <dgm:cxn modelId="{E1DEE8A7-3D4B-4262-B238-D6E37C57B271}" type="presParOf" srcId="{98B97CCD-AFF1-49BB-8170-C62165E0F732}" destId="{052C7B0B-AC64-435F-9087-F76A8F81AD70}" srcOrd="0" destOrd="0" presId="urn:microsoft.com/office/officeart/2005/8/layout/process1"/>
    <dgm:cxn modelId="{C1889B78-E68E-4D42-A2C1-869AF48D5FC2}" type="presParOf" srcId="{B450C243-F3FF-4B55-BCF1-0CE4D57F4091}" destId="{75494D80-AAE1-44AB-A5A1-D4E336C9A241}" srcOrd="4" destOrd="0" presId="urn:microsoft.com/office/officeart/2005/8/layout/process1"/>
    <dgm:cxn modelId="{D8D93E64-9BD7-4E93-855F-352E43D8E64F}" type="presParOf" srcId="{B450C243-F3FF-4B55-BCF1-0CE4D57F4091}" destId="{2C8919B2-9A29-4B7C-B580-1CADFBED59E0}" srcOrd="5" destOrd="0" presId="urn:microsoft.com/office/officeart/2005/8/layout/process1"/>
    <dgm:cxn modelId="{0BE89AD9-5545-4AE2-86BB-82AD0FF6663C}" type="presParOf" srcId="{2C8919B2-9A29-4B7C-B580-1CADFBED59E0}" destId="{08B094E6-470A-458C-BDCC-A0626256CFD5}" srcOrd="0" destOrd="0" presId="urn:microsoft.com/office/officeart/2005/8/layout/process1"/>
    <dgm:cxn modelId="{23518650-B362-4E1B-A5FF-11B820797499}" type="presParOf" srcId="{B450C243-F3FF-4B55-BCF1-0CE4D57F4091}" destId="{A7280906-DE55-492D-B5CB-040475BA6CF7}" srcOrd="6"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A5E483C9-A3BD-4F9A-8F9F-CDFA80B74485}" type="doc">
      <dgm:prSet loTypeId="urn:microsoft.com/office/officeart/2005/8/layout/process1" loCatId="process" qsTypeId="urn:microsoft.com/office/officeart/2005/8/quickstyle/3d3" qsCatId="3D" csTypeId="urn:microsoft.com/office/officeart/2005/8/colors/colorful5" csCatId="colorful" phldr="1"/>
      <dgm:spPr/>
    </dgm:pt>
    <dgm:pt modelId="{FDBF41EA-DF9A-4A44-9AAC-097517E2463F}">
      <dgm:prSet phldrT="[Text]" custT="1"/>
      <dgm:spPr/>
      <dgm:t>
        <a:bodyPr/>
        <a:lstStyle/>
        <a:p>
          <a:r>
            <a:rPr lang="en-US" sz="3600" b="1" dirty="0"/>
            <a:t>Shift</a:t>
          </a:r>
        </a:p>
      </dgm:t>
    </dgm:pt>
    <dgm:pt modelId="{CF759CB2-C87D-4427-A4B2-5AD3E63BC3B6}" type="parTrans" cxnId="{BC9B51A1-ACA8-4CBD-87E5-C9213C385E27}">
      <dgm:prSet/>
      <dgm:spPr/>
      <dgm:t>
        <a:bodyPr/>
        <a:lstStyle/>
        <a:p>
          <a:endParaRPr lang="en-US" sz="3600" b="1"/>
        </a:p>
      </dgm:t>
    </dgm:pt>
    <dgm:pt modelId="{5A7B8353-D55C-40BC-AFA9-4101E69F0AAC}" type="sibTrans" cxnId="{BC9B51A1-ACA8-4CBD-87E5-C9213C385E27}">
      <dgm:prSet custT="1"/>
      <dgm:spPr/>
      <dgm:t>
        <a:bodyPr/>
        <a:lstStyle/>
        <a:p>
          <a:endParaRPr lang="en-US" sz="3600" b="1"/>
        </a:p>
      </dgm:t>
    </dgm:pt>
    <dgm:pt modelId="{676B2E30-39F0-4B19-80A5-947E41665008}">
      <dgm:prSet phldrT="[Text]" custT="1"/>
      <dgm:spPr/>
      <dgm:t>
        <a:bodyPr/>
        <a:lstStyle/>
        <a:p>
          <a:r>
            <a:rPr lang="en-US" sz="3600" b="1" dirty="0"/>
            <a:t>2</a:t>
          </a:r>
        </a:p>
      </dgm:t>
    </dgm:pt>
    <dgm:pt modelId="{A7BFF212-4C41-40DE-9345-E8AAA8F4ACAD}" type="parTrans" cxnId="{B6B15E23-2288-4E53-AC6C-5C2C072B52CF}">
      <dgm:prSet/>
      <dgm:spPr/>
      <dgm:t>
        <a:bodyPr/>
        <a:lstStyle/>
        <a:p>
          <a:endParaRPr lang="en-US" sz="3600" b="1"/>
        </a:p>
      </dgm:t>
    </dgm:pt>
    <dgm:pt modelId="{6300F33D-AE15-417F-8922-C2991075A116}" type="sibTrans" cxnId="{B6B15E23-2288-4E53-AC6C-5C2C072B52CF}">
      <dgm:prSet custT="1"/>
      <dgm:spPr/>
      <dgm:t>
        <a:bodyPr/>
        <a:lstStyle/>
        <a:p>
          <a:endParaRPr lang="en-US" sz="3600" b="1"/>
        </a:p>
      </dgm:t>
    </dgm:pt>
    <dgm:pt modelId="{3A2CE8DF-123E-43D2-99F9-012836600209}">
      <dgm:prSet phldrT="[Text]" custT="1"/>
      <dgm:spPr/>
      <dgm:t>
        <a:bodyPr/>
        <a:lstStyle/>
        <a:p>
          <a:r>
            <a:rPr lang="en-US" sz="3600" b="1" dirty="0"/>
            <a:t>Digit</a:t>
          </a:r>
          <a:endParaRPr lang="en-US" sz="3600" b="1" dirty="0">
            <a:solidFill>
              <a:srgbClr val="FFFF00"/>
            </a:solidFill>
          </a:endParaRPr>
        </a:p>
      </dgm:t>
    </dgm:pt>
    <dgm:pt modelId="{8F4A4DFA-E902-4F63-9C66-7A5222C9C171}" type="parTrans" cxnId="{8D2E8B5A-6F08-4337-8277-E183FCC2E3FD}">
      <dgm:prSet/>
      <dgm:spPr/>
      <dgm:t>
        <a:bodyPr/>
        <a:lstStyle/>
        <a:p>
          <a:endParaRPr lang="en-US" sz="3600" b="1"/>
        </a:p>
      </dgm:t>
    </dgm:pt>
    <dgm:pt modelId="{38CEDB57-7D29-4D21-8203-7F6E44EA777E}" type="sibTrans" cxnId="{8D2E8B5A-6F08-4337-8277-E183FCC2E3FD}">
      <dgm:prSet custT="1"/>
      <dgm:spPr/>
      <dgm:t>
        <a:bodyPr/>
        <a:lstStyle/>
        <a:p>
          <a:endParaRPr lang="en-US" sz="3600" b="1"/>
        </a:p>
      </dgm:t>
    </dgm:pt>
    <dgm:pt modelId="{0CD145DC-1283-47D9-9842-9F28D9292403}">
      <dgm:prSet phldrT="[Text]" custT="1"/>
      <dgm:spPr/>
      <dgm:t>
        <a:bodyPr/>
        <a:lstStyle/>
        <a:p>
          <a:r>
            <a:rPr lang="en-US" sz="3600" b="1" dirty="0"/>
            <a:t>=</a:t>
          </a:r>
        </a:p>
      </dgm:t>
    </dgm:pt>
    <dgm:pt modelId="{0D9B67D3-2181-406C-92D3-DC1D56CD0CD8}" type="parTrans" cxnId="{555C8181-422E-4293-A5B2-29CF411103B9}">
      <dgm:prSet/>
      <dgm:spPr/>
      <dgm:t>
        <a:bodyPr/>
        <a:lstStyle/>
        <a:p>
          <a:endParaRPr lang="en-US" sz="3600" b="1"/>
        </a:p>
      </dgm:t>
    </dgm:pt>
    <dgm:pt modelId="{8BFBDCF5-5907-42CD-A174-33BEF20C4F6E}" type="sibTrans" cxnId="{555C8181-422E-4293-A5B2-29CF411103B9}">
      <dgm:prSet/>
      <dgm:spPr/>
      <dgm:t>
        <a:bodyPr/>
        <a:lstStyle/>
        <a:p>
          <a:endParaRPr lang="en-US" sz="3600" b="1"/>
        </a:p>
      </dgm:t>
    </dgm:pt>
    <dgm:pt modelId="{2684763D-B7AD-42C8-8B98-884819581026}">
      <dgm:prSet phldrT="[Text]" custT="1"/>
      <dgm:spPr/>
      <dgm:t>
        <a:bodyPr/>
        <a:lstStyle/>
        <a:p>
          <a:r>
            <a:rPr lang="en-US" sz="2800" b="1" dirty="0">
              <a:solidFill>
                <a:srgbClr val="002060"/>
              </a:solidFill>
            </a:rPr>
            <a:t>Right Side</a:t>
          </a:r>
        </a:p>
      </dgm:t>
    </dgm:pt>
    <dgm:pt modelId="{C378E5D0-706C-40B1-875E-284805739B40}" type="parTrans" cxnId="{D045775A-8713-42B2-B02D-37D2078B4755}">
      <dgm:prSet/>
      <dgm:spPr/>
      <dgm:t>
        <a:bodyPr/>
        <a:lstStyle/>
        <a:p>
          <a:endParaRPr lang="en-US"/>
        </a:p>
      </dgm:t>
    </dgm:pt>
    <dgm:pt modelId="{370CD1F3-97D6-4969-AD3D-CC35B3420198}" type="sibTrans" cxnId="{D045775A-8713-42B2-B02D-37D2078B4755}">
      <dgm:prSet/>
      <dgm:spPr/>
      <dgm:t>
        <a:bodyPr/>
        <a:lstStyle/>
        <a:p>
          <a:endParaRPr lang="en-US"/>
        </a:p>
      </dgm:t>
    </dgm:pt>
    <dgm:pt modelId="{B450C243-F3FF-4B55-BCF1-0CE4D57F4091}" type="pres">
      <dgm:prSet presAssocID="{A5E483C9-A3BD-4F9A-8F9F-CDFA80B74485}" presName="Name0" presStyleCnt="0">
        <dgm:presLayoutVars>
          <dgm:dir/>
          <dgm:resizeHandles val="exact"/>
        </dgm:presLayoutVars>
      </dgm:prSet>
      <dgm:spPr/>
    </dgm:pt>
    <dgm:pt modelId="{2DC0BE8A-A50D-459F-8803-8F629D24FD59}" type="pres">
      <dgm:prSet presAssocID="{FDBF41EA-DF9A-4A44-9AAC-097517E2463F}" presName="node" presStyleLbl="node1" presStyleIdx="0" presStyleCnt="5">
        <dgm:presLayoutVars>
          <dgm:bulletEnabled val="1"/>
        </dgm:presLayoutVars>
      </dgm:prSet>
      <dgm:spPr/>
    </dgm:pt>
    <dgm:pt modelId="{44BA6F07-9809-453E-B5B3-AB636F82DB9E}" type="pres">
      <dgm:prSet presAssocID="{5A7B8353-D55C-40BC-AFA9-4101E69F0AAC}" presName="sibTrans" presStyleLbl="sibTrans2D1" presStyleIdx="0" presStyleCnt="4"/>
      <dgm:spPr/>
    </dgm:pt>
    <dgm:pt modelId="{99AE6907-DE4A-4A2A-9F71-3AA51CC83CB9}" type="pres">
      <dgm:prSet presAssocID="{5A7B8353-D55C-40BC-AFA9-4101E69F0AAC}" presName="connectorText" presStyleLbl="sibTrans2D1" presStyleIdx="0" presStyleCnt="4"/>
      <dgm:spPr/>
    </dgm:pt>
    <dgm:pt modelId="{C1D3A877-193E-433E-996E-DE3797C7F529}" type="pres">
      <dgm:prSet presAssocID="{676B2E30-39F0-4B19-80A5-947E41665008}" presName="node" presStyleLbl="node1" presStyleIdx="1" presStyleCnt="5">
        <dgm:presLayoutVars>
          <dgm:bulletEnabled val="1"/>
        </dgm:presLayoutVars>
      </dgm:prSet>
      <dgm:spPr/>
    </dgm:pt>
    <dgm:pt modelId="{98B97CCD-AFF1-49BB-8170-C62165E0F732}" type="pres">
      <dgm:prSet presAssocID="{6300F33D-AE15-417F-8922-C2991075A116}" presName="sibTrans" presStyleLbl="sibTrans2D1" presStyleIdx="1" presStyleCnt="4"/>
      <dgm:spPr/>
    </dgm:pt>
    <dgm:pt modelId="{052C7B0B-AC64-435F-9087-F76A8F81AD70}" type="pres">
      <dgm:prSet presAssocID="{6300F33D-AE15-417F-8922-C2991075A116}" presName="connectorText" presStyleLbl="sibTrans2D1" presStyleIdx="1" presStyleCnt="4"/>
      <dgm:spPr/>
    </dgm:pt>
    <dgm:pt modelId="{E0C570FE-9914-4A6D-9031-C7F5D06CA4B6}" type="pres">
      <dgm:prSet presAssocID="{2684763D-B7AD-42C8-8B98-884819581026}" presName="node" presStyleLbl="node1" presStyleIdx="2" presStyleCnt="5">
        <dgm:presLayoutVars>
          <dgm:bulletEnabled val="1"/>
        </dgm:presLayoutVars>
      </dgm:prSet>
      <dgm:spPr/>
    </dgm:pt>
    <dgm:pt modelId="{4C28BE01-289E-4DB1-8B74-4F0C1045C683}" type="pres">
      <dgm:prSet presAssocID="{370CD1F3-97D6-4969-AD3D-CC35B3420198}" presName="sibTrans" presStyleLbl="sibTrans2D1" presStyleIdx="2" presStyleCnt="4"/>
      <dgm:spPr/>
    </dgm:pt>
    <dgm:pt modelId="{BFE2A48B-6BE2-48B5-85BD-EFA88010AC56}" type="pres">
      <dgm:prSet presAssocID="{370CD1F3-97D6-4969-AD3D-CC35B3420198}" presName="connectorText" presStyleLbl="sibTrans2D1" presStyleIdx="2" presStyleCnt="4"/>
      <dgm:spPr/>
    </dgm:pt>
    <dgm:pt modelId="{75494D80-AAE1-44AB-A5A1-D4E336C9A241}" type="pres">
      <dgm:prSet presAssocID="{3A2CE8DF-123E-43D2-99F9-012836600209}" presName="node" presStyleLbl="node1" presStyleIdx="3" presStyleCnt="5" custScaleY="85521">
        <dgm:presLayoutVars>
          <dgm:bulletEnabled val="1"/>
        </dgm:presLayoutVars>
      </dgm:prSet>
      <dgm:spPr/>
    </dgm:pt>
    <dgm:pt modelId="{2C8919B2-9A29-4B7C-B580-1CADFBED59E0}" type="pres">
      <dgm:prSet presAssocID="{38CEDB57-7D29-4D21-8203-7F6E44EA777E}" presName="sibTrans" presStyleLbl="sibTrans2D1" presStyleIdx="3" presStyleCnt="4"/>
      <dgm:spPr/>
    </dgm:pt>
    <dgm:pt modelId="{08B094E6-470A-458C-BDCC-A0626256CFD5}" type="pres">
      <dgm:prSet presAssocID="{38CEDB57-7D29-4D21-8203-7F6E44EA777E}" presName="connectorText" presStyleLbl="sibTrans2D1" presStyleIdx="3" presStyleCnt="4"/>
      <dgm:spPr/>
    </dgm:pt>
    <dgm:pt modelId="{A7280906-DE55-492D-B5CB-040475BA6CF7}" type="pres">
      <dgm:prSet presAssocID="{0CD145DC-1283-47D9-9842-9F28D9292403}" presName="node" presStyleLbl="node1" presStyleIdx="4" presStyleCnt="5">
        <dgm:presLayoutVars>
          <dgm:bulletEnabled val="1"/>
        </dgm:presLayoutVars>
      </dgm:prSet>
      <dgm:spPr/>
    </dgm:pt>
  </dgm:ptLst>
  <dgm:cxnLst>
    <dgm:cxn modelId="{B6B69A0E-B6EF-4FC1-8234-0DFD33F69BE8}" type="presOf" srcId="{6300F33D-AE15-417F-8922-C2991075A116}" destId="{98B97CCD-AFF1-49BB-8170-C62165E0F732}" srcOrd="0" destOrd="0" presId="urn:microsoft.com/office/officeart/2005/8/layout/process1"/>
    <dgm:cxn modelId="{B6B15E23-2288-4E53-AC6C-5C2C072B52CF}" srcId="{A5E483C9-A3BD-4F9A-8F9F-CDFA80B74485}" destId="{676B2E30-39F0-4B19-80A5-947E41665008}" srcOrd="1" destOrd="0" parTransId="{A7BFF212-4C41-40DE-9345-E8AAA8F4ACAD}" sibTransId="{6300F33D-AE15-417F-8922-C2991075A116}"/>
    <dgm:cxn modelId="{27961724-6BEC-4AA7-B300-4EB417AA82EE}" type="presOf" srcId="{FDBF41EA-DF9A-4A44-9AAC-097517E2463F}" destId="{2DC0BE8A-A50D-459F-8803-8F629D24FD59}" srcOrd="0" destOrd="0" presId="urn:microsoft.com/office/officeart/2005/8/layout/process1"/>
    <dgm:cxn modelId="{E2033E65-D8C7-419A-90F7-4532285FF5D3}" type="presOf" srcId="{676B2E30-39F0-4B19-80A5-947E41665008}" destId="{C1D3A877-193E-433E-996E-DE3797C7F529}" srcOrd="0" destOrd="0" presId="urn:microsoft.com/office/officeart/2005/8/layout/process1"/>
    <dgm:cxn modelId="{C155546D-4309-48E5-A2CA-105D269051D4}" type="presOf" srcId="{370CD1F3-97D6-4969-AD3D-CC35B3420198}" destId="{BFE2A48B-6BE2-48B5-85BD-EFA88010AC56}" srcOrd="1" destOrd="0" presId="urn:microsoft.com/office/officeart/2005/8/layout/process1"/>
    <dgm:cxn modelId="{B3350451-D7A6-4C76-A727-36A810244ABE}" type="presOf" srcId="{6300F33D-AE15-417F-8922-C2991075A116}" destId="{052C7B0B-AC64-435F-9087-F76A8F81AD70}" srcOrd="1" destOrd="0" presId="urn:microsoft.com/office/officeart/2005/8/layout/process1"/>
    <dgm:cxn modelId="{F4A7C451-B13D-4BB5-A2B4-C0762282B8B2}" type="presOf" srcId="{38CEDB57-7D29-4D21-8203-7F6E44EA777E}" destId="{2C8919B2-9A29-4B7C-B580-1CADFBED59E0}" srcOrd="0" destOrd="0" presId="urn:microsoft.com/office/officeart/2005/8/layout/process1"/>
    <dgm:cxn modelId="{D045775A-8713-42B2-B02D-37D2078B4755}" srcId="{A5E483C9-A3BD-4F9A-8F9F-CDFA80B74485}" destId="{2684763D-B7AD-42C8-8B98-884819581026}" srcOrd="2" destOrd="0" parTransId="{C378E5D0-706C-40B1-875E-284805739B40}" sibTransId="{370CD1F3-97D6-4969-AD3D-CC35B3420198}"/>
    <dgm:cxn modelId="{8D2E8B5A-6F08-4337-8277-E183FCC2E3FD}" srcId="{A5E483C9-A3BD-4F9A-8F9F-CDFA80B74485}" destId="{3A2CE8DF-123E-43D2-99F9-012836600209}" srcOrd="3" destOrd="0" parTransId="{8F4A4DFA-E902-4F63-9C66-7A5222C9C171}" sibTransId="{38CEDB57-7D29-4D21-8203-7F6E44EA777E}"/>
    <dgm:cxn modelId="{555C8181-422E-4293-A5B2-29CF411103B9}" srcId="{A5E483C9-A3BD-4F9A-8F9F-CDFA80B74485}" destId="{0CD145DC-1283-47D9-9842-9F28D9292403}" srcOrd="4" destOrd="0" parTransId="{0D9B67D3-2181-406C-92D3-DC1D56CD0CD8}" sibTransId="{8BFBDCF5-5907-42CD-A174-33BEF20C4F6E}"/>
    <dgm:cxn modelId="{E15DA78B-CBF6-4892-A8AE-B82C25A33A4E}" type="presOf" srcId="{38CEDB57-7D29-4D21-8203-7F6E44EA777E}" destId="{08B094E6-470A-458C-BDCC-A0626256CFD5}" srcOrd="1" destOrd="0" presId="urn:microsoft.com/office/officeart/2005/8/layout/process1"/>
    <dgm:cxn modelId="{BC9B51A1-ACA8-4CBD-87E5-C9213C385E27}" srcId="{A5E483C9-A3BD-4F9A-8F9F-CDFA80B74485}" destId="{FDBF41EA-DF9A-4A44-9AAC-097517E2463F}" srcOrd="0" destOrd="0" parTransId="{CF759CB2-C87D-4427-A4B2-5AD3E63BC3B6}" sibTransId="{5A7B8353-D55C-40BC-AFA9-4101E69F0AAC}"/>
    <dgm:cxn modelId="{B5B8D5A1-F40A-428B-86FE-390D4F09EEA1}" type="presOf" srcId="{0CD145DC-1283-47D9-9842-9F28D9292403}" destId="{A7280906-DE55-492D-B5CB-040475BA6CF7}" srcOrd="0" destOrd="0" presId="urn:microsoft.com/office/officeart/2005/8/layout/process1"/>
    <dgm:cxn modelId="{D8114CA4-29BC-4119-963A-380A4A08D680}" type="presOf" srcId="{5A7B8353-D55C-40BC-AFA9-4101E69F0AAC}" destId="{44BA6F07-9809-453E-B5B3-AB636F82DB9E}" srcOrd="0" destOrd="0" presId="urn:microsoft.com/office/officeart/2005/8/layout/process1"/>
    <dgm:cxn modelId="{979FF0AE-5D41-4288-9EBA-0E0F853E3015}" type="presOf" srcId="{A5E483C9-A3BD-4F9A-8F9F-CDFA80B74485}" destId="{B450C243-F3FF-4B55-BCF1-0CE4D57F4091}" srcOrd="0" destOrd="0" presId="urn:microsoft.com/office/officeart/2005/8/layout/process1"/>
    <dgm:cxn modelId="{998F5EC4-B940-4502-9031-8722806C3173}" type="presOf" srcId="{3A2CE8DF-123E-43D2-99F9-012836600209}" destId="{75494D80-AAE1-44AB-A5A1-D4E336C9A241}" srcOrd="0" destOrd="0" presId="urn:microsoft.com/office/officeart/2005/8/layout/process1"/>
    <dgm:cxn modelId="{FF10A7D9-C07B-4326-AE11-BF5537FDB27E}" type="presOf" srcId="{370CD1F3-97D6-4969-AD3D-CC35B3420198}" destId="{4C28BE01-289E-4DB1-8B74-4F0C1045C683}" srcOrd="0" destOrd="0" presId="urn:microsoft.com/office/officeart/2005/8/layout/process1"/>
    <dgm:cxn modelId="{2C1AFEE6-8F9E-421F-92F8-A1554A2C706B}" type="presOf" srcId="{5A7B8353-D55C-40BC-AFA9-4101E69F0AAC}" destId="{99AE6907-DE4A-4A2A-9F71-3AA51CC83CB9}" srcOrd="1" destOrd="0" presId="urn:microsoft.com/office/officeart/2005/8/layout/process1"/>
    <dgm:cxn modelId="{BA6DA1FB-608D-4D69-8CBA-50D764E4A8BA}" type="presOf" srcId="{2684763D-B7AD-42C8-8B98-884819581026}" destId="{E0C570FE-9914-4A6D-9031-C7F5D06CA4B6}" srcOrd="0" destOrd="0" presId="urn:microsoft.com/office/officeart/2005/8/layout/process1"/>
    <dgm:cxn modelId="{BBD253F5-1EF1-4469-BE08-939AA613D0D7}" type="presParOf" srcId="{B450C243-F3FF-4B55-BCF1-0CE4D57F4091}" destId="{2DC0BE8A-A50D-459F-8803-8F629D24FD59}" srcOrd="0" destOrd="0" presId="urn:microsoft.com/office/officeart/2005/8/layout/process1"/>
    <dgm:cxn modelId="{852B4F3F-C458-4A84-83B2-ED9A09C0378D}" type="presParOf" srcId="{B450C243-F3FF-4B55-BCF1-0CE4D57F4091}" destId="{44BA6F07-9809-453E-B5B3-AB636F82DB9E}" srcOrd="1" destOrd="0" presId="urn:microsoft.com/office/officeart/2005/8/layout/process1"/>
    <dgm:cxn modelId="{8ABC4375-C393-43C2-866A-6AAB9CDA8669}" type="presParOf" srcId="{44BA6F07-9809-453E-B5B3-AB636F82DB9E}" destId="{99AE6907-DE4A-4A2A-9F71-3AA51CC83CB9}" srcOrd="0" destOrd="0" presId="urn:microsoft.com/office/officeart/2005/8/layout/process1"/>
    <dgm:cxn modelId="{48AA612B-EBFF-44E4-B50C-216CA27865A1}" type="presParOf" srcId="{B450C243-F3FF-4B55-BCF1-0CE4D57F4091}" destId="{C1D3A877-193E-433E-996E-DE3797C7F529}" srcOrd="2" destOrd="0" presId="urn:microsoft.com/office/officeart/2005/8/layout/process1"/>
    <dgm:cxn modelId="{4D7CD39C-0BE1-4E8C-AC63-E7372219956E}" type="presParOf" srcId="{B450C243-F3FF-4B55-BCF1-0CE4D57F4091}" destId="{98B97CCD-AFF1-49BB-8170-C62165E0F732}" srcOrd="3" destOrd="0" presId="urn:microsoft.com/office/officeart/2005/8/layout/process1"/>
    <dgm:cxn modelId="{DB6A4D1D-B606-4B23-BD09-B1C345C237EC}" type="presParOf" srcId="{98B97CCD-AFF1-49BB-8170-C62165E0F732}" destId="{052C7B0B-AC64-435F-9087-F76A8F81AD70}" srcOrd="0" destOrd="0" presId="urn:microsoft.com/office/officeart/2005/8/layout/process1"/>
    <dgm:cxn modelId="{E9A8A388-F56A-4B57-B0D0-2E1363F5ACDD}" type="presParOf" srcId="{B450C243-F3FF-4B55-BCF1-0CE4D57F4091}" destId="{E0C570FE-9914-4A6D-9031-C7F5D06CA4B6}" srcOrd="4" destOrd="0" presId="urn:microsoft.com/office/officeart/2005/8/layout/process1"/>
    <dgm:cxn modelId="{DF31FBF4-F348-4BDE-B49D-C4C88F8CAD4D}" type="presParOf" srcId="{B450C243-F3FF-4B55-BCF1-0CE4D57F4091}" destId="{4C28BE01-289E-4DB1-8B74-4F0C1045C683}" srcOrd="5" destOrd="0" presId="urn:microsoft.com/office/officeart/2005/8/layout/process1"/>
    <dgm:cxn modelId="{3CC1EF30-C565-4EA6-B496-FBA458BAB993}" type="presParOf" srcId="{4C28BE01-289E-4DB1-8B74-4F0C1045C683}" destId="{BFE2A48B-6BE2-48B5-85BD-EFA88010AC56}" srcOrd="0" destOrd="0" presId="urn:microsoft.com/office/officeart/2005/8/layout/process1"/>
    <dgm:cxn modelId="{95A2AD6E-95D1-473B-AB79-25507B9C339E}" type="presParOf" srcId="{B450C243-F3FF-4B55-BCF1-0CE4D57F4091}" destId="{75494D80-AAE1-44AB-A5A1-D4E336C9A241}" srcOrd="6" destOrd="0" presId="urn:microsoft.com/office/officeart/2005/8/layout/process1"/>
    <dgm:cxn modelId="{E64323D9-6355-4640-BA40-0C0DA9A2A0FA}" type="presParOf" srcId="{B450C243-F3FF-4B55-BCF1-0CE4D57F4091}" destId="{2C8919B2-9A29-4B7C-B580-1CADFBED59E0}" srcOrd="7" destOrd="0" presId="urn:microsoft.com/office/officeart/2005/8/layout/process1"/>
    <dgm:cxn modelId="{70D812CB-3EE7-4B6E-B076-A7B97D8DDF21}" type="presParOf" srcId="{2C8919B2-9A29-4B7C-B580-1CADFBED59E0}" destId="{08B094E6-470A-458C-BDCC-A0626256CFD5}" srcOrd="0" destOrd="0" presId="urn:microsoft.com/office/officeart/2005/8/layout/process1"/>
    <dgm:cxn modelId="{ADAC7BE7-9B99-4419-8B76-165CC41C04F5}" type="presParOf" srcId="{B450C243-F3FF-4B55-BCF1-0CE4D57F4091}" destId="{A7280906-DE55-492D-B5CB-040475BA6CF7}" srcOrd="8" destOrd="0" presId="urn:microsoft.com/office/officeart/2005/8/layout/process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38BCAC-23C3-4932-AAB2-39310585EFF8}">
      <dsp:nvSpPr>
        <dsp:cNvPr id="0" name=""/>
        <dsp:cNvSpPr/>
      </dsp:nvSpPr>
      <dsp:spPr>
        <a:xfrm>
          <a:off x="4926968" y="4975975"/>
          <a:ext cx="441917" cy="1263101"/>
        </a:xfrm>
        <a:custGeom>
          <a:avLst/>
          <a:gdLst/>
          <a:ahLst/>
          <a:cxnLst/>
          <a:rect l="0" t="0" r="0" b="0"/>
          <a:pathLst>
            <a:path>
              <a:moveTo>
                <a:pt x="0" y="0"/>
              </a:moveTo>
              <a:lnTo>
                <a:pt x="220958" y="0"/>
              </a:lnTo>
              <a:lnTo>
                <a:pt x="220958" y="1263101"/>
              </a:lnTo>
              <a:lnTo>
                <a:pt x="441917" y="1263101"/>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5114472" y="5574072"/>
        <a:ext cx="66908" cy="66908"/>
      </dsp:txXfrm>
    </dsp:sp>
    <dsp:sp modelId="{301F455A-5EF6-4365-AE49-7BEB79E8E1DF}">
      <dsp:nvSpPr>
        <dsp:cNvPr id="0" name=""/>
        <dsp:cNvSpPr/>
      </dsp:nvSpPr>
      <dsp:spPr>
        <a:xfrm>
          <a:off x="4926968" y="4975975"/>
          <a:ext cx="441917" cy="421033"/>
        </a:xfrm>
        <a:custGeom>
          <a:avLst/>
          <a:gdLst/>
          <a:ahLst/>
          <a:cxnLst/>
          <a:rect l="0" t="0" r="0" b="0"/>
          <a:pathLst>
            <a:path>
              <a:moveTo>
                <a:pt x="0" y="0"/>
              </a:moveTo>
              <a:lnTo>
                <a:pt x="220958" y="0"/>
              </a:lnTo>
              <a:lnTo>
                <a:pt x="220958" y="421033"/>
              </a:lnTo>
              <a:lnTo>
                <a:pt x="441917" y="421033"/>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5132667" y="5171233"/>
        <a:ext cx="30518" cy="30518"/>
      </dsp:txXfrm>
    </dsp:sp>
    <dsp:sp modelId="{59CE0662-B62E-4154-A706-48186BF21A37}">
      <dsp:nvSpPr>
        <dsp:cNvPr id="0" name=""/>
        <dsp:cNvSpPr/>
      </dsp:nvSpPr>
      <dsp:spPr>
        <a:xfrm>
          <a:off x="4926968" y="4554941"/>
          <a:ext cx="441917" cy="421033"/>
        </a:xfrm>
        <a:custGeom>
          <a:avLst/>
          <a:gdLst/>
          <a:ahLst/>
          <a:cxnLst/>
          <a:rect l="0" t="0" r="0" b="0"/>
          <a:pathLst>
            <a:path>
              <a:moveTo>
                <a:pt x="0" y="421033"/>
              </a:moveTo>
              <a:lnTo>
                <a:pt x="220958" y="421033"/>
              </a:lnTo>
              <a:lnTo>
                <a:pt x="220958" y="0"/>
              </a:lnTo>
              <a:lnTo>
                <a:pt x="441917" y="0"/>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5132667" y="4750199"/>
        <a:ext cx="30518" cy="30518"/>
      </dsp:txXfrm>
    </dsp:sp>
    <dsp:sp modelId="{3CB65087-B2C7-4512-B83C-EE7CB3255E2F}">
      <dsp:nvSpPr>
        <dsp:cNvPr id="0" name=""/>
        <dsp:cNvSpPr/>
      </dsp:nvSpPr>
      <dsp:spPr>
        <a:xfrm>
          <a:off x="4926968" y="3712873"/>
          <a:ext cx="441917" cy="1263101"/>
        </a:xfrm>
        <a:custGeom>
          <a:avLst/>
          <a:gdLst/>
          <a:ahLst/>
          <a:cxnLst/>
          <a:rect l="0" t="0" r="0" b="0"/>
          <a:pathLst>
            <a:path>
              <a:moveTo>
                <a:pt x="0" y="1263101"/>
              </a:moveTo>
              <a:lnTo>
                <a:pt x="220958" y="1263101"/>
              </a:lnTo>
              <a:lnTo>
                <a:pt x="220958" y="0"/>
              </a:lnTo>
              <a:lnTo>
                <a:pt x="441917" y="0"/>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5114472" y="4310970"/>
        <a:ext cx="66908" cy="66908"/>
      </dsp:txXfrm>
    </dsp:sp>
    <dsp:sp modelId="{0FAF362C-3BC9-4C3D-8C62-5A9965223D18}">
      <dsp:nvSpPr>
        <dsp:cNvPr id="0" name=""/>
        <dsp:cNvSpPr/>
      </dsp:nvSpPr>
      <dsp:spPr>
        <a:xfrm>
          <a:off x="827457" y="2870806"/>
          <a:ext cx="441917" cy="2105169"/>
        </a:xfrm>
        <a:custGeom>
          <a:avLst/>
          <a:gdLst/>
          <a:ahLst/>
          <a:cxnLst/>
          <a:rect l="0" t="0" r="0" b="0"/>
          <a:pathLst>
            <a:path>
              <a:moveTo>
                <a:pt x="0" y="0"/>
              </a:moveTo>
              <a:lnTo>
                <a:pt x="220958" y="0"/>
              </a:lnTo>
              <a:lnTo>
                <a:pt x="220958" y="2105169"/>
              </a:lnTo>
              <a:lnTo>
                <a:pt x="441917" y="2105169"/>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994639" y="3869614"/>
        <a:ext cx="107552" cy="107552"/>
      </dsp:txXfrm>
    </dsp:sp>
    <dsp:sp modelId="{57ED6F44-CA02-424C-8337-521C22BBA932}">
      <dsp:nvSpPr>
        <dsp:cNvPr id="0" name=""/>
        <dsp:cNvSpPr/>
      </dsp:nvSpPr>
      <dsp:spPr>
        <a:xfrm>
          <a:off x="4926968" y="2449772"/>
          <a:ext cx="441917" cy="421033"/>
        </a:xfrm>
        <a:custGeom>
          <a:avLst/>
          <a:gdLst/>
          <a:ahLst/>
          <a:cxnLst/>
          <a:rect l="0" t="0" r="0" b="0"/>
          <a:pathLst>
            <a:path>
              <a:moveTo>
                <a:pt x="0" y="0"/>
              </a:moveTo>
              <a:lnTo>
                <a:pt x="220958" y="0"/>
              </a:lnTo>
              <a:lnTo>
                <a:pt x="220958" y="421033"/>
              </a:lnTo>
              <a:lnTo>
                <a:pt x="441917" y="421033"/>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5132667" y="2645029"/>
        <a:ext cx="30518" cy="30518"/>
      </dsp:txXfrm>
    </dsp:sp>
    <dsp:sp modelId="{6948C841-4BA5-43C0-93EA-7EC2AFE16AEE}">
      <dsp:nvSpPr>
        <dsp:cNvPr id="0" name=""/>
        <dsp:cNvSpPr/>
      </dsp:nvSpPr>
      <dsp:spPr>
        <a:xfrm>
          <a:off x="4926968" y="2028738"/>
          <a:ext cx="441917" cy="421033"/>
        </a:xfrm>
        <a:custGeom>
          <a:avLst/>
          <a:gdLst/>
          <a:ahLst/>
          <a:cxnLst/>
          <a:rect l="0" t="0" r="0" b="0"/>
          <a:pathLst>
            <a:path>
              <a:moveTo>
                <a:pt x="0" y="421033"/>
              </a:moveTo>
              <a:lnTo>
                <a:pt x="220958" y="421033"/>
              </a:lnTo>
              <a:lnTo>
                <a:pt x="220958" y="0"/>
              </a:lnTo>
              <a:lnTo>
                <a:pt x="441917" y="0"/>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5132667" y="2223995"/>
        <a:ext cx="30518" cy="30518"/>
      </dsp:txXfrm>
    </dsp:sp>
    <dsp:sp modelId="{1F977605-4724-4FAE-90A0-241B56E79D6C}">
      <dsp:nvSpPr>
        <dsp:cNvPr id="0" name=""/>
        <dsp:cNvSpPr/>
      </dsp:nvSpPr>
      <dsp:spPr>
        <a:xfrm>
          <a:off x="827457" y="2449772"/>
          <a:ext cx="441917" cy="421033"/>
        </a:xfrm>
        <a:custGeom>
          <a:avLst/>
          <a:gdLst/>
          <a:ahLst/>
          <a:cxnLst/>
          <a:rect l="0" t="0" r="0" b="0"/>
          <a:pathLst>
            <a:path>
              <a:moveTo>
                <a:pt x="0" y="421033"/>
              </a:moveTo>
              <a:lnTo>
                <a:pt x="220958" y="421033"/>
              </a:lnTo>
              <a:lnTo>
                <a:pt x="220958" y="0"/>
              </a:lnTo>
              <a:lnTo>
                <a:pt x="441917" y="0"/>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1033156" y="2645029"/>
        <a:ext cx="30518" cy="30518"/>
      </dsp:txXfrm>
    </dsp:sp>
    <dsp:sp modelId="{76E278D8-2DB1-4FBD-A027-8A43BA50C9AD}">
      <dsp:nvSpPr>
        <dsp:cNvPr id="0" name=""/>
        <dsp:cNvSpPr/>
      </dsp:nvSpPr>
      <dsp:spPr>
        <a:xfrm>
          <a:off x="4926968" y="765636"/>
          <a:ext cx="441917" cy="421033"/>
        </a:xfrm>
        <a:custGeom>
          <a:avLst/>
          <a:gdLst/>
          <a:ahLst/>
          <a:cxnLst/>
          <a:rect l="0" t="0" r="0" b="0"/>
          <a:pathLst>
            <a:path>
              <a:moveTo>
                <a:pt x="0" y="0"/>
              </a:moveTo>
              <a:lnTo>
                <a:pt x="220958" y="0"/>
              </a:lnTo>
              <a:lnTo>
                <a:pt x="220958" y="421033"/>
              </a:lnTo>
              <a:lnTo>
                <a:pt x="441917" y="421033"/>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5132667" y="960893"/>
        <a:ext cx="30518" cy="30518"/>
      </dsp:txXfrm>
    </dsp:sp>
    <dsp:sp modelId="{57CD5811-3B4C-4482-8E58-A7C78D76C43E}">
      <dsp:nvSpPr>
        <dsp:cNvPr id="0" name=""/>
        <dsp:cNvSpPr/>
      </dsp:nvSpPr>
      <dsp:spPr>
        <a:xfrm>
          <a:off x="4926968" y="344602"/>
          <a:ext cx="441917" cy="421033"/>
        </a:xfrm>
        <a:custGeom>
          <a:avLst/>
          <a:gdLst/>
          <a:ahLst/>
          <a:cxnLst/>
          <a:rect l="0" t="0" r="0" b="0"/>
          <a:pathLst>
            <a:path>
              <a:moveTo>
                <a:pt x="0" y="421033"/>
              </a:moveTo>
              <a:lnTo>
                <a:pt x="220958" y="421033"/>
              </a:lnTo>
              <a:lnTo>
                <a:pt x="220958" y="0"/>
              </a:lnTo>
              <a:lnTo>
                <a:pt x="441917" y="0"/>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5132667" y="539859"/>
        <a:ext cx="30518" cy="30518"/>
      </dsp:txXfrm>
    </dsp:sp>
    <dsp:sp modelId="{2BECC748-E082-4EF4-8FC7-EF79EC8DCB28}">
      <dsp:nvSpPr>
        <dsp:cNvPr id="0" name=""/>
        <dsp:cNvSpPr/>
      </dsp:nvSpPr>
      <dsp:spPr>
        <a:xfrm>
          <a:off x="827457" y="765636"/>
          <a:ext cx="441917" cy="2105169"/>
        </a:xfrm>
        <a:custGeom>
          <a:avLst/>
          <a:gdLst/>
          <a:ahLst/>
          <a:cxnLst/>
          <a:rect l="0" t="0" r="0" b="0"/>
          <a:pathLst>
            <a:path>
              <a:moveTo>
                <a:pt x="0" y="2105169"/>
              </a:moveTo>
              <a:lnTo>
                <a:pt x="220958" y="2105169"/>
              </a:lnTo>
              <a:lnTo>
                <a:pt x="220958" y="0"/>
              </a:lnTo>
              <a:lnTo>
                <a:pt x="441917" y="0"/>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994639" y="1764444"/>
        <a:ext cx="107552" cy="107552"/>
      </dsp:txXfrm>
    </dsp:sp>
    <dsp:sp modelId="{5EC79A03-2E40-4B3C-96E6-A6483958B750}">
      <dsp:nvSpPr>
        <dsp:cNvPr id="0" name=""/>
        <dsp:cNvSpPr/>
      </dsp:nvSpPr>
      <dsp:spPr>
        <a:xfrm rot="16200000">
          <a:off x="-1282144" y="2533978"/>
          <a:ext cx="3545549" cy="673654"/>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b="1" kern="1200" dirty="0"/>
            <a:t>Inferential Statistics</a:t>
          </a:r>
          <a:endParaRPr lang="en-US" sz="2800" kern="1200" dirty="0"/>
        </a:p>
      </dsp:txBody>
      <dsp:txXfrm>
        <a:off x="-1282144" y="2533978"/>
        <a:ext cx="3545549" cy="673654"/>
      </dsp:txXfrm>
    </dsp:sp>
    <dsp:sp modelId="{9D3A7FC3-4D44-4BA3-8A85-4C999FCFA295}">
      <dsp:nvSpPr>
        <dsp:cNvPr id="0" name=""/>
        <dsp:cNvSpPr/>
      </dsp:nvSpPr>
      <dsp:spPr>
        <a:xfrm>
          <a:off x="1269374" y="428809"/>
          <a:ext cx="3657594" cy="673654"/>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b="1" u="sng" kern="1200" dirty="0"/>
            <a:t>Correlation</a:t>
          </a:r>
          <a:endParaRPr lang="en-US" sz="2800" kern="1200" dirty="0"/>
        </a:p>
      </dsp:txBody>
      <dsp:txXfrm>
        <a:off x="1269374" y="428809"/>
        <a:ext cx="3657594" cy="673654"/>
      </dsp:txXfrm>
    </dsp:sp>
    <dsp:sp modelId="{12FFADAC-4B4A-41BE-ACA9-1D15F1D55FF0}">
      <dsp:nvSpPr>
        <dsp:cNvPr id="0" name=""/>
        <dsp:cNvSpPr/>
      </dsp:nvSpPr>
      <dsp:spPr>
        <a:xfrm>
          <a:off x="5368885" y="7775"/>
          <a:ext cx="4672678" cy="673654"/>
        </a:xfrm>
        <a:prstGeom prst="rect">
          <a:avLst/>
        </a:prstGeom>
        <a:solidFill>
          <a:srgbClr val="B1444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t>Correlation Coefficient</a:t>
          </a:r>
        </a:p>
      </dsp:txBody>
      <dsp:txXfrm>
        <a:off x="5368885" y="7775"/>
        <a:ext cx="4672678" cy="673654"/>
      </dsp:txXfrm>
    </dsp:sp>
    <dsp:sp modelId="{F3FE7014-DCFD-416A-B907-1F15B85AD4CE}">
      <dsp:nvSpPr>
        <dsp:cNvPr id="0" name=""/>
        <dsp:cNvSpPr/>
      </dsp:nvSpPr>
      <dsp:spPr>
        <a:xfrm>
          <a:off x="5368885" y="849843"/>
          <a:ext cx="4672678" cy="673654"/>
        </a:xfrm>
        <a:prstGeom prst="rect">
          <a:avLst/>
        </a:prstGeom>
        <a:solidFill>
          <a:srgbClr val="B1444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t>Rank Correlation Coefficient</a:t>
          </a:r>
        </a:p>
      </dsp:txBody>
      <dsp:txXfrm>
        <a:off x="5368885" y="849843"/>
        <a:ext cx="4672678" cy="673654"/>
      </dsp:txXfrm>
    </dsp:sp>
    <dsp:sp modelId="{4FDC5538-ECFD-438B-898B-C8AAF6CB57B0}">
      <dsp:nvSpPr>
        <dsp:cNvPr id="0" name=""/>
        <dsp:cNvSpPr/>
      </dsp:nvSpPr>
      <dsp:spPr>
        <a:xfrm>
          <a:off x="1269374" y="2112944"/>
          <a:ext cx="3657594" cy="673654"/>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b="1" u="sng" kern="1200" dirty="0"/>
            <a:t>Regression</a:t>
          </a:r>
          <a:endParaRPr lang="en-US" sz="2800" kern="1200" dirty="0"/>
        </a:p>
      </dsp:txBody>
      <dsp:txXfrm>
        <a:off x="1269374" y="2112944"/>
        <a:ext cx="3657594" cy="673654"/>
      </dsp:txXfrm>
    </dsp:sp>
    <dsp:sp modelId="{E9BF5D78-4682-43FA-9D74-E79971406B7B}">
      <dsp:nvSpPr>
        <dsp:cNvPr id="0" name=""/>
        <dsp:cNvSpPr/>
      </dsp:nvSpPr>
      <dsp:spPr>
        <a:xfrm>
          <a:off x="5368885" y="1691910"/>
          <a:ext cx="4672678" cy="673654"/>
        </a:xfrm>
        <a:prstGeom prst="rect">
          <a:avLst/>
        </a:prstGeom>
        <a:solidFill>
          <a:schemeClr val="accent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t>Linear Regression</a:t>
          </a:r>
        </a:p>
      </dsp:txBody>
      <dsp:txXfrm>
        <a:off x="5368885" y="1691910"/>
        <a:ext cx="4672678" cy="673654"/>
      </dsp:txXfrm>
    </dsp:sp>
    <dsp:sp modelId="{053B944D-73A6-4CE8-9EE8-30270E92EE83}">
      <dsp:nvSpPr>
        <dsp:cNvPr id="0" name=""/>
        <dsp:cNvSpPr/>
      </dsp:nvSpPr>
      <dsp:spPr>
        <a:xfrm>
          <a:off x="5368885" y="2533978"/>
          <a:ext cx="4672678" cy="673654"/>
        </a:xfrm>
        <a:prstGeom prst="rect">
          <a:avLst/>
        </a:prstGeom>
        <a:solidFill>
          <a:schemeClr val="accent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t>Curve Fitting</a:t>
          </a:r>
        </a:p>
      </dsp:txBody>
      <dsp:txXfrm>
        <a:off x="5368885" y="2533978"/>
        <a:ext cx="4672678" cy="673654"/>
      </dsp:txXfrm>
    </dsp:sp>
    <dsp:sp modelId="{CD69D2F8-283B-4D0A-9743-B7F1464F6DB9}">
      <dsp:nvSpPr>
        <dsp:cNvPr id="0" name=""/>
        <dsp:cNvSpPr/>
      </dsp:nvSpPr>
      <dsp:spPr>
        <a:xfrm>
          <a:off x="1269374" y="4639148"/>
          <a:ext cx="3657594" cy="673654"/>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b="1" u="sng" kern="1200"/>
            <a:t>Hypothesis Testing</a:t>
          </a:r>
          <a:endParaRPr lang="en-US" sz="2800" kern="1200" dirty="0"/>
        </a:p>
      </dsp:txBody>
      <dsp:txXfrm>
        <a:off x="1269374" y="4639148"/>
        <a:ext cx="3657594" cy="673654"/>
      </dsp:txXfrm>
    </dsp:sp>
    <dsp:sp modelId="{674E6A40-A5B8-409A-8B13-3D8B52D023FD}">
      <dsp:nvSpPr>
        <dsp:cNvPr id="0" name=""/>
        <dsp:cNvSpPr/>
      </dsp:nvSpPr>
      <dsp:spPr>
        <a:xfrm>
          <a:off x="5368885" y="3376046"/>
          <a:ext cx="4672678" cy="673654"/>
        </a:xfrm>
        <a:prstGeom prst="rect">
          <a:avLst/>
        </a:prstGeom>
        <a:solidFill>
          <a:srgbClr val="B1444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t>Z - Test</a:t>
          </a:r>
        </a:p>
      </dsp:txBody>
      <dsp:txXfrm>
        <a:off x="5368885" y="3376046"/>
        <a:ext cx="4672678" cy="673654"/>
      </dsp:txXfrm>
    </dsp:sp>
    <dsp:sp modelId="{7C2006F4-07A1-42B5-8DDB-95B737D4D6E5}">
      <dsp:nvSpPr>
        <dsp:cNvPr id="0" name=""/>
        <dsp:cNvSpPr/>
      </dsp:nvSpPr>
      <dsp:spPr>
        <a:xfrm>
          <a:off x="5368885" y="4218114"/>
          <a:ext cx="4672678" cy="673654"/>
        </a:xfrm>
        <a:prstGeom prst="rect">
          <a:avLst/>
        </a:prstGeom>
        <a:solidFill>
          <a:srgbClr val="B1444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t>t – Test</a:t>
          </a:r>
        </a:p>
      </dsp:txBody>
      <dsp:txXfrm>
        <a:off x="5368885" y="4218114"/>
        <a:ext cx="4672678" cy="673654"/>
      </dsp:txXfrm>
    </dsp:sp>
    <dsp:sp modelId="{1AB7745A-BC6D-4AEF-9413-09E9FD0BE70C}">
      <dsp:nvSpPr>
        <dsp:cNvPr id="0" name=""/>
        <dsp:cNvSpPr/>
      </dsp:nvSpPr>
      <dsp:spPr>
        <a:xfrm>
          <a:off x="5368885" y="5060182"/>
          <a:ext cx="4672678" cy="673654"/>
        </a:xfrm>
        <a:prstGeom prst="rect">
          <a:avLst/>
        </a:prstGeom>
        <a:solidFill>
          <a:srgbClr val="B1444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t>F - Test</a:t>
          </a:r>
        </a:p>
      </dsp:txBody>
      <dsp:txXfrm>
        <a:off x="5368885" y="5060182"/>
        <a:ext cx="4672678" cy="673654"/>
      </dsp:txXfrm>
    </dsp:sp>
    <dsp:sp modelId="{CE060C20-7370-47A5-8DCB-2B795E09C899}">
      <dsp:nvSpPr>
        <dsp:cNvPr id="0" name=""/>
        <dsp:cNvSpPr/>
      </dsp:nvSpPr>
      <dsp:spPr>
        <a:xfrm>
          <a:off x="5368885" y="5902250"/>
          <a:ext cx="4672678" cy="673654"/>
        </a:xfrm>
        <a:prstGeom prst="rect">
          <a:avLst/>
        </a:prstGeom>
        <a:solidFill>
          <a:srgbClr val="B1444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t>Chi Square Test</a:t>
          </a:r>
        </a:p>
      </dsp:txBody>
      <dsp:txXfrm>
        <a:off x="5368885" y="5902250"/>
        <a:ext cx="4672678" cy="67365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DD7C44-DA22-4514-AB1B-471230B37C3E}">
      <dsp:nvSpPr>
        <dsp:cNvPr id="0" name=""/>
        <dsp:cNvSpPr/>
      </dsp:nvSpPr>
      <dsp:spPr>
        <a:xfrm>
          <a:off x="6706" y="412316"/>
          <a:ext cx="2674127" cy="640080"/>
        </a:xfrm>
        <a:prstGeom prst="roundRect">
          <a:avLst>
            <a:gd name="adj" fmla="val 10000"/>
          </a:avLst>
        </a:prstGeom>
        <a:solidFill>
          <a:srgbClr val="B71B1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7625" tIns="31750" rIns="47625" bIns="31750" numCol="1" spcCol="1270" anchor="ctr" anchorCtr="0">
          <a:noAutofit/>
        </a:bodyPr>
        <a:lstStyle/>
        <a:p>
          <a:pPr marL="0" lvl="0" indent="0" algn="ctr" defTabSz="1111250">
            <a:lnSpc>
              <a:spcPct val="90000"/>
            </a:lnSpc>
            <a:spcBef>
              <a:spcPct val="0"/>
            </a:spcBef>
            <a:spcAft>
              <a:spcPct val="35000"/>
            </a:spcAft>
            <a:buNone/>
          </a:pPr>
          <a:r>
            <a:rPr lang="en-US" sz="2500" b="1" kern="1200" dirty="0"/>
            <a:t>Correlation</a:t>
          </a:r>
        </a:p>
      </dsp:txBody>
      <dsp:txXfrm>
        <a:off x="25453" y="431063"/>
        <a:ext cx="2636633" cy="602586"/>
      </dsp:txXfrm>
    </dsp:sp>
    <dsp:sp modelId="{52C211B4-EC89-4B37-80A5-47E6E5F6F75C}">
      <dsp:nvSpPr>
        <dsp:cNvPr id="0" name=""/>
        <dsp:cNvSpPr/>
      </dsp:nvSpPr>
      <dsp:spPr>
        <a:xfrm>
          <a:off x="274119" y="1052397"/>
          <a:ext cx="267412" cy="940782"/>
        </a:xfrm>
        <a:custGeom>
          <a:avLst/>
          <a:gdLst/>
          <a:ahLst/>
          <a:cxnLst/>
          <a:rect l="0" t="0" r="0" b="0"/>
          <a:pathLst>
            <a:path>
              <a:moveTo>
                <a:pt x="0" y="0"/>
              </a:moveTo>
              <a:lnTo>
                <a:pt x="0" y="940782"/>
              </a:lnTo>
              <a:lnTo>
                <a:pt x="267412" y="940782"/>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A986F34-3232-407F-AB6B-DC8BD557291D}">
      <dsp:nvSpPr>
        <dsp:cNvPr id="0" name=""/>
        <dsp:cNvSpPr/>
      </dsp:nvSpPr>
      <dsp:spPr>
        <a:xfrm>
          <a:off x="541532" y="1450645"/>
          <a:ext cx="5358041" cy="1085067"/>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7625" tIns="31750" rIns="47625" bIns="31750" numCol="1" spcCol="1270" anchor="ctr" anchorCtr="0">
          <a:noAutofit/>
        </a:bodyPr>
        <a:lstStyle/>
        <a:p>
          <a:pPr marL="0" lvl="0" indent="0" algn="ctr" defTabSz="1111250">
            <a:lnSpc>
              <a:spcPct val="90000"/>
            </a:lnSpc>
            <a:spcBef>
              <a:spcPct val="0"/>
            </a:spcBef>
            <a:spcAft>
              <a:spcPct val="35000"/>
            </a:spcAft>
            <a:buNone/>
          </a:pPr>
          <a:r>
            <a:rPr lang="en-US" sz="2500" kern="1200" dirty="0">
              <a:solidFill>
                <a:srgbClr val="002060"/>
              </a:solidFill>
            </a:rPr>
            <a:t>Correlation refers to the </a:t>
          </a:r>
        </a:p>
        <a:p>
          <a:pPr marL="0" lvl="0" indent="0" algn="ctr" defTabSz="1111250">
            <a:lnSpc>
              <a:spcPct val="90000"/>
            </a:lnSpc>
            <a:spcBef>
              <a:spcPct val="0"/>
            </a:spcBef>
            <a:spcAft>
              <a:spcPct val="35000"/>
            </a:spcAft>
            <a:buNone/>
          </a:pPr>
          <a:r>
            <a:rPr lang="en-US" sz="2500" kern="1200" dirty="0">
              <a:solidFill>
                <a:srgbClr val="FF0000"/>
              </a:solidFill>
            </a:rPr>
            <a:t>relationship</a:t>
          </a:r>
          <a:r>
            <a:rPr lang="en-US" sz="2500" kern="1200" dirty="0">
              <a:solidFill>
                <a:srgbClr val="002060"/>
              </a:solidFill>
            </a:rPr>
            <a:t> of two or more variables.</a:t>
          </a:r>
        </a:p>
      </dsp:txBody>
      <dsp:txXfrm>
        <a:off x="573313" y="1482426"/>
        <a:ext cx="5294479" cy="1021505"/>
      </dsp:txXfrm>
    </dsp:sp>
    <dsp:sp modelId="{689E2ED2-039C-4197-BBC2-FB715748D804}">
      <dsp:nvSpPr>
        <dsp:cNvPr id="0" name=""/>
        <dsp:cNvSpPr/>
      </dsp:nvSpPr>
      <dsp:spPr>
        <a:xfrm>
          <a:off x="274119" y="1052397"/>
          <a:ext cx="267412" cy="2173138"/>
        </a:xfrm>
        <a:custGeom>
          <a:avLst/>
          <a:gdLst/>
          <a:ahLst/>
          <a:cxnLst/>
          <a:rect l="0" t="0" r="0" b="0"/>
          <a:pathLst>
            <a:path>
              <a:moveTo>
                <a:pt x="0" y="0"/>
              </a:moveTo>
              <a:lnTo>
                <a:pt x="0" y="2173138"/>
              </a:lnTo>
              <a:lnTo>
                <a:pt x="267412" y="217313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CE9CE13-E4D6-4171-BA9E-54603192651F}">
      <dsp:nvSpPr>
        <dsp:cNvPr id="0" name=""/>
        <dsp:cNvSpPr/>
      </dsp:nvSpPr>
      <dsp:spPr>
        <a:xfrm>
          <a:off x="541532" y="2683001"/>
          <a:ext cx="5358041" cy="1085067"/>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1524153"/>
              <a:satOff val="4045"/>
              <a:lumOff val="325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7625" tIns="31750" rIns="47625" bIns="31750" numCol="1" spcCol="1270" anchor="ctr" anchorCtr="0">
          <a:noAutofit/>
        </a:bodyPr>
        <a:lstStyle/>
        <a:p>
          <a:pPr marL="0" lvl="0" indent="0" algn="ctr" defTabSz="1111250">
            <a:lnSpc>
              <a:spcPct val="90000"/>
            </a:lnSpc>
            <a:spcBef>
              <a:spcPct val="0"/>
            </a:spcBef>
            <a:spcAft>
              <a:spcPct val="35000"/>
            </a:spcAft>
            <a:buNone/>
          </a:pPr>
          <a:r>
            <a:rPr lang="en-US" sz="2500" kern="1200" dirty="0">
              <a:solidFill>
                <a:srgbClr val="002060"/>
              </a:solidFill>
            </a:rPr>
            <a:t>Here both variables </a:t>
          </a:r>
        </a:p>
        <a:p>
          <a:pPr marL="0" lvl="0" indent="0" algn="ctr" defTabSz="1111250">
            <a:lnSpc>
              <a:spcPct val="90000"/>
            </a:lnSpc>
            <a:spcBef>
              <a:spcPct val="0"/>
            </a:spcBef>
            <a:spcAft>
              <a:spcPct val="35000"/>
            </a:spcAft>
            <a:buNone/>
          </a:pPr>
          <a:r>
            <a:rPr lang="en-US" sz="2500" kern="1200" dirty="0">
              <a:solidFill>
                <a:srgbClr val="FF0000"/>
              </a:solidFill>
            </a:rPr>
            <a:t>x</a:t>
          </a:r>
          <a:r>
            <a:rPr lang="en-US" sz="2500" kern="1200" dirty="0">
              <a:solidFill>
                <a:srgbClr val="002060"/>
              </a:solidFill>
            </a:rPr>
            <a:t> and </a:t>
          </a:r>
          <a:r>
            <a:rPr lang="en-US" sz="2500" kern="1200" dirty="0">
              <a:solidFill>
                <a:srgbClr val="FF0000"/>
              </a:solidFill>
            </a:rPr>
            <a:t>y</a:t>
          </a:r>
          <a:r>
            <a:rPr lang="en-US" sz="2500" kern="1200" dirty="0">
              <a:solidFill>
                <a:srgbClr val="002060"/>
              </a:solidFill>
            </a:rPr>
            <a:t> are </a:t>
          </a:r>
          <a:r>
            <a:rPr lang="en-US" sz="2500" kern="1200" dirty="0">
              <a:solidFill>
                <a:srgbClr val="FF0000"/>
              </a:solidFill>
            </a:rPr>
            <a:t>random</a:t>
          </a:r>
          <a:r>
            <a:rPr lang="en-US" sz="2500" kern="1200" dirty="0">
              <a:solidFill>
                <a:srgbClr val="002060"/>
              </a:solidFill>
            </a:rPr>
            <a:t> variable.</a:t>
          </a:r>
        </a:p>
      </dsp:txBody>
      <dsp:txXfrm>
        <a:off x="573313" y="2714782"/>
        <a:ext cx="5294479" cy="1021505"/>
      </dsp:txXfrm>
    </dsp:sp>
    <dsp:sp modelId="{7B845BF5-095C-4916-9907-39791346B103}">
      <dsp:nvSpPr>
        <dsp:cNvPr id="0" name=""/>
        <dsp:cNvSpPr/>
      </dsp:nvSpPr>
      <dsp:spPr>
        <a:xfrm>
          <a:off x="274119" y="1052397"/>
          <a:ext cx="267412" cy="3438485"/>
        </a:xfrm>
        <a:custGeom>
          <a:avLst/>
          <a:gdLst/>
          <a:ahLst/>
          <a:cxnLst/>
          <a:rect l="0" t="0" r="0" b="0"/>
          <a:pathLst>
            <a:path>
              <a:moveTo>
                <a:pt x="0" y="0"/>
              </a:moveTo>
              <a:lnTo>
                <a:pt x="0" y="3438485"/>
              </a:lnTo>
              <a:lnTo>
                <a:pt x="267412" y="3438485"/>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D6D8E66-D63A-43D2-8D77-3BA6D9763E26}">
      <dsp:nvSpPr>
        <dsp:cNvPr id="0" name=""/>
        <dsp:cNvSpPr/>
      </dsp:nvSpPr>
      <dsp:spPr>
        <a:xfrm>
          <a:off x="541532" y="3948349"/>
          <a:ext cx="5358041" cy="1085067"/>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3048306"/>
              <a:satOff val="8089"/>
              <a:lumOff val="650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7625" tIns="31750" rIns="47625" bIns="31750" numCol="1" spcCol="1270" anchor="ctr" anchorCtr="0">
          <a:noAutofit/>
        </a:bodyPr>
        <a:lstStyle/>
        <a:p>
          <a:pPr marL="0" lvl="0" indent="0" algn="ctr" defTabSz="1111250">
            <a:lnSpc>
              <a:spcPct val="90000"/>
            </a:lnSpc>
            <a:spcBef>
              <a:spcPct val="0"/>
            </a:spcBef>
            <a:spcAft>
              <a:spcPct val="35000"/>
            </a:spcAft>
            <a:buNone/>
          </a:pPr>
          <a:r>
            <a:rPr lang="en-US" sz="2500" kern="1200" dirty="0">
              <a:solidFill>
                <a:srgbClr val="002060"/>
              </a:solidFill>
            </a:rPr>
            <a:t>The coefficient of correlation is</a:t>
          </a:r>
        </a:p>
        <a:p>
          <a:pPr marL="0" lvl="0" indent="0" algn="ctr" defTabSz="1111250">
            <a:lnSpc>
              <a:spcPct val="90000"/>
            </a:lnSpc>
            <a:spcBef>
              <a:spcPct val="0"/>
            </a:spcBef>
            <a:spcAft>
              <a:spcPct val="35000"/>
            </a:spcAft>
            <a:buNone/>
          </a:pPr>
          <a:r>
            <a:rPr lang="en-US" sz="2500" kern="1200" dirty="0">
              <a:solidFill>
                <a:srgbClr val="002060"/>
              </a:solidFill>
            </a:rPr>
            <a:t>a </a:t>
          </a:r>
          <a:r>
            <a:rPr lang="en-US" sz="2500" kern="1200" dirty="0">
              <a:solidFill>
                <a:srgbClr val="FF0000"/>
              </a:solidFill>
            </a:rPr>
            <a:t>relative</a:t>
          </a:r>
          <a:r>
            <a:rPr lang="en-US" sz="2500" kern="1200" dirty="0">
              <a:solidFill>
                <a:srgbClr val="002060"/>
              </a:solidFill>
            </a:rPr>
            <a:t> measure.</a:t>
          </a:r>
        </a:p>
      </dsp:txBody>
      <dsp:txXfrm>
        <a:off x="573313" y="3980130"/>
        <a:ext cx="5294479" cy="1021505"/>
      </dsp:txXfrm>
    </dsp:sp>
    <dsp:sp modelId="{CB43860D-24E3-4A43-A710-81CBFDA6851B}">
      <dsp:nvSpPr>
        <dsp:cNvPr id="0" name=""/>
        <dsp:cNvSpPr/>
      </dsp:nvSpPr>
      <dsp:spPr>
        <a:xfrm>
          <a:off x="6161245" y="412316"/>
          <a:ext cx="2674127" cy="640080"/>
        </a:xfrm>
        <a:prstGeom prst="roundRect">
          <a:avLst>
            <a:gd name="adj" fmla="val 10000"/>
          </a:avLst>
        </a:prstGeom>
        <a:solidFill>
          <a:schemeClr val="accent4">
            <a:hueOff val="-7620765"/>
            <a:satOff val="20223"/>
            <a:lumOff val="1627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7625" tIns="31750" rIns="47625" bIns="31750" numCol="1" spcCol="1270" anchor="ctr" anchorCtr="0">
          <a:noAutofit/>
        </a:bodyPr>
        <a:lstStyle/>
        <a:p>
          <a:pPr marL="0" lvl="0" indent="0" algn="ctr" defTabSz="1111250">
            <a:lnSpc>
              <a:spcPct val="90000"/>
            </a:lnSpc>
            <a:spcBef>
              <a:spcPct val="0"/>
            </a:spcBef>
            <a:spcAft>
              <a:spcPct val="35000"/>
            </a:spcAft>
            <a:buNone/>
          </a:pPr>
          <a:r>
            <a:rPr lang="en-US" sz="2500" b="1" kern="1200" dirty="0"/>
            <a:t>Regression</a:t>
          </a:r>
        </a:p>
      </dsp:txBody>
      <dsp:txXfrm>
        <a:off x="6179992" y="431063"/>
        <a:ext cx="2636633" cy="602586"/>
      </dsp:txXfrm>
    </dsp:sp>
    <dsp:sp modelId="{FD3B361C-E831-4370-A442-62016E0206DF}">
      <dsp:nvSpPr>
        <dsp:cNvPr id="0" name=""/>
        <dsp:cNvSpPr/>
      </dsp:nvSpPr>
      <dsp:spPr>
        <a:xfrm>
          <a:off x="6428658" y="1052397"/>
          <a:ext cx="267412" cy="940782"/>
        </a:xfrm>
        <a:custGeom>
          <a:avLst/>
          <a:gdLst/>
          <a:ahLst/>
          <a:cxnLst/>
          <a:rect l="0" t="0" r="0" b="0"/>
          <a:pathLst>
            <a:path>
              <a:moveTo>
                <a:pt x="0" y="0"/>
              </a:moveTo>
              <a:lnTo>
                <a:pt x="0" y="940782"/>
              </a:lnTo>
              <a:lnTo>
                <a:pt x="267412" y="940782"/>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3AB8149-F97A-463C-A376-AFBC586897A0}">
      <dsp:nvSpPr>
        <dsp:cNvPr id="0" name=""/>
        <dsp:cNvSpPr/>
      </dsp:nvSpPr>
      <dsp:spPr>
        <a:xfrm>
          <a:off x="6696071" y="1450645"/>
          <a:ext cx="5358041" cy="1085067"/>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4572459"/>
              <a:satOff val="12134"/>
              <a:lumOff val="976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7625" tIns="31750" rIns="47625" bIns="31750" numCol="1" spcCol="1270" anchor="ctr" anchorCtr="0">
          <a:noAutofit/>
        </a:bodyPr>
        <a:lstStyle/>
        <a:p>
          <a:pPr marL="0" lvl="0" indent="0" algn="ctr" defTabSz="1111250">
            <a:lnSpc>
              <a:spcPct val="90000"/>
            </a:lnSpc>
            <a:spcBef>
              <a:spcPct val="0"/>
            </a:spcBef>
            <a:spcAft>
              <a:spcPct val="35000"/>
            </a:spcAft>
            <a:buNone/>
          </a:pPr>
          <a:r>
            <a:rPr lang="en-US" sz="2500" kern="1200" dirty="0">
              <a:solidFill>
                <a:srgbClr val="002060"/>
              </a:solidFill>
            </a:rPr>
            <a:t>Regression establishes a </a:t>
          </a:r>
          <a:r>
            <a:rPr lang="en-US" sz="2500" kern="1200" dirty="0">
              <a:solidFill>
                <a:srgbClr val="FF0000"/>
              </a:solidFill>
            </a:rPr>
            <a:t>functional</a:t>
          </a:r>
          <a:r>
            <a:rPr lang="en-US" sz="2500" kern="1200" dirty="0">
              <a:solidFill>
                <a:srgbClr val="002060"/>
              </a:solidFill>
            </a:rPr>
            <a:t> </a:t>
          </a:r>
          <a:r>
            <a:rPr lang="en-US" sz="2500" kern="1200" dirty="0">
              <a:solidFill>
                <a:srgbClr val="FF0000"/>
              </a:solidFill>
            </a:rPr>
            <a:t>relationship</a:t>
          </a:r>
          <a:r>
            <a:rPr lang="en-US" sz="2500" kern="1200" dirty="0">
              <a:solidFill>
                <a:srgbClr val="002060"/>
              </a:solidFill>
            </a:rPr>
            <a:t> between the variables.</a:t>
          </a:r>
        </a:p>
      </dsp:txBody>
      <dsp:txXfrm>
        <a:off x="6727852" y="1482426"/>
        <a:ext cx="5294479" cy="1021505"/>
      </dsp:txXfrm>
    </dsp:sp>
    <dsp:sp modelId="{B340F958-1C97-42D8-A539-C2F820B65B80}">
      <dsp:nvSpPr>
        <dsp:cNvPr id="0" name=""/>
        <dsp:cNvSpPr/>
      </dsp:nvSpPr>
      <dsp:spPr>
        <a:xfrm>
          <a:off x="6428658" y="1052397"/>
          <a:ext cx="267412" cy="2195344"/>
        </a:xfrm>
        <a:custGeom>
          <a:avLst/>
          <a:gdLst/>
          <a:ahLst/>
          <a:cxnLst/>
          <a:rect l="0" t="0" r="0" b="0"/>
          <a:pathLst>
            <a:path>
              <a:moveTo>
                <a:pt x="0" y="0"/>
              </a:moveTo>
              <a:lnTo>
                <a:pt x="0" y="2195344"/>
              </a:lnTo>
              <a:lnTo>
                <a:pt x="267412" y="2195344"/>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8C87EC5-532F-47ED-968B-279486B1B8DD}">
      <dsp:nvSpPr>
        <dsp:cNvPr id="0" name=""/>
        <dsp:cNvSpPr/>
      </dsp:nvSpPr>
      <dsp:spPr>
        <a:xfrm>
          <a:off x="6696071" y="2705208"/>
          <a:ext cx="5358041" cy="1085067"/>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6096612"/>
              <a:satOff val="16178"/>
              <a:lumOff val="1301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7625" tIns="31750" rIns="47625" bIns="31750" numCol="1" spcCol="1270" anchor="ctr" anchorCtr="0">
          <a:noAutofit/>
        </a:bodyPr>
        <a:lstStyle/>
        <a:p>
          <a:pPr marL="0" lvl="0" indent="0" algn="ctr" defTabSz="1111250">
            <a:lnSpc>
              <a:spcPct val="90000"/>
            </a:lnSpc>
            <a:spcBef>
              <a:spcPct val="0"/>
            </a:spcBef>
            <a:spcAft>
              <a:spcPct val="35000"/>
            </a:spcAft>
            <a:buNone/>
          </a:pPr>
          <a:r>
            <a:rPr lang="en-US" sz="2500" kern="1200" dirty="0">
              <a:solidFill>
                <a:srgbClr val="002060"/>
              </a:solidFill>
            </a:rPr>
            <a:t>Here </a:t>
          </a:r>
          <a:r>
            <a:rPr lang="en-US" sz="2500" kern="1200" dirty="0">
              <a:solidFill>
                <a:srgbClr val="FF0000"/>
              </a:solidFill>
            </a:rPr>
            <a:t>x</a:t>
          </a:r>
          <a:r>
            <a:rPr lang="en-US" sz="2500" kern="1200" dirty="0">
              <a:solidFill>
                <a:srgbClr val="002060"/>
              </a:solidFill>
            </a:rPr>
            <a:t> is </a:t>
          </a:r>
          <a:r>
            <a:rPr lang="en-US" sz="2500" kern="1200" dirty="0">
              <a:solidFill>
                <a:srgbClr val="FF0000"/>
              </a:solidFill>
            </a:rPr>
            <a:t>random</a:t>
          </a:r>
          <a:r>
            <a:rPr lang="en-US" sz="2500" kern="1200" dirty="0">
              <a:solidFill>
                <a:srgbClr val="002060"/>
              </a:solidFill>
            </a:rPr>
            <a:t> variable and </a:t>
          </a:r>
        </a:p>
        <a:p>
          <a:pPr marL="0" lvl="0" indent="0" algn="ctr" defTabSz="1111250">
            <a:lnSpc>
              <a:spcPct val="90000"/>
            </a:lnSpc>
            <a:spcBef>
              <a:spcPct val="0"/>
            </a:spcBef>
            <a:spcAft>
              <a:spcPct val="35000"/>
            </a:spcAft>
            <a:buNone/>
          </a:pPr>
          <a:r>
            <a:rPr lang="en-US" sz="2500" kern="1200" dirty="0">
              <a:solidFill>
                <a:srgbClr val="FF0000"/>
              </a:solidFill>
            </a:rPr>
            <a:t>y</a:t>
          </a:r>
          <a:r>
            <a:rPr lang="en-US" sz="2500" kern="1200" dirty="0">
              <a:solidFill>
                <a:srgbClr val="002060"/>
              </a:solidFill>
            </a:rPr>
            <a:t> is </a:t>
          </a:r>
          <a:r>
            <a:rPr lang="en-US" sz="2500" kern="1200" dirty="0">
              <a:solidFill>
                <a:srgbClr val="FF0000"/>
              </a:solidFill>
            </a:rPr>
            <a:t>fixed</a:t>
          </a:r>
          <a:r>
            <a:rPr lang="en-US" sz="2500" kern="1200" dirty="0">
              <a:solidFill>
                <a:srgbClr val="002060"/>
              </a:solidFill>
            </a:rPr>
            <a:t> variable.</a:t>
          </a:r>
        </a:p>
      </dsp:txBody>
      <dsp:txXfrm>
        <a:off x="6727852" y="2736989"/>
        <a:ext cx="5294479" cy="1021505"/>
      </dsp:txXfrm>
    </dsp:sp>
    <dsp:sp modelId="{B536A45F-D8A7-4579-B107-774479B8B38F}">
      <dsp:nvSpPr>
        <dsp:cNvPr id="0" name=""/>
        <dsp:cNvSpPr/>
      </dsp:nvSpPr>
      <dsp:spPr>
        <a:xfrm>
          <a:off x="6428658" y="1052397"/>
          <a:ext cx="267412" cy="3438485"/>
        </a:xfrm>
        <a:custGeom>
          <a:avLst/>
          <a:gdLst/>
          <a:ahLst/>
          <a:cxnLst/>
          <a:rect l="0" t="0" r="0" b="0"/>
          <a:pathLst>
            <a:path>
              <a:moveTo>
                <a:pt x="0" y="0"/>
              </a:moveTo>
              <a:lnTo>
                <a:pt x="0" y="3438485"/>
              </a:lnTo>
              <a:lnTo>
                <a:pt x="267412" y="3438485"/>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82DA67F-1517-44A2-84D9-FE118A19594B}">
      <dsp:nvSpPr>
        <dsp:cNvPr id="0" name=""/>
        <dsp:cNvSpPr/>
      </dsp:nvSpPr>
      <dsp:spPr>
        <a:xfrm>
          <a:off x="6696071" y="3948349"/>
          <a:ext cx="5358041" cy="1085067"/>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7620765"/>
              <a:satOff val="20223"/>
              <a:lumOff val="1627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7625" tIns="31750" rIns="47625" bIns="31750" numCol="1" spcCol="1270" anchor="ctr" anchorCtr="0">
          <a:noAutofit/>
        </a:bodyPr>
        <a:lstStyle/>
        <a:p>
          <a:pPr marL="0" lvl="0" indent="0" algn="ctr" defTabSz="1111250">
            <a:lnSpc>
              <a:spcPct val="90000"/>
            </a:lnSpc>
            <a:spcBef>
              <a:spcPct val="0"/>
            </a:spcBef>
            <a:spcAft>
              <a:spcPct val="35000"/>
            </a:spcAft>
            <a:buNone/>
          </a:pPr>
          <a:r>
            <a:rPr lang="en-US" sz="2500" kern="1200" dirty="0">
              <a:solidFill>
                <a:srgbClr val="002060"/>
              </a:solidFill>
            </a:rPr>
            <a:t>The coefficient of regression is </a:t>
          </a:r>
        </a:p>
        <a:p>
          <a:pPr marL="0" lvl="0" indent="0" algn="ctr" defTabSz="1111250">
            <a:lnSpc>
              <a:spcPct val="90000"/>
            </a:lnSpc>
            <a:spcBef>
              <a:spcPct val="0"/>
            </a:spcBef>
            <a:spcAft>
              <a:spcPct val="35000"/>
            </a:spcAft>
            <a:buNone/>
          </a:pPr>
          <a:r>
            <a:rPr lang="en-US" sz="2500" kern="1200" dirty="0">
              <a:solidFill>
                <a:srgbClr val="002060"/>
              </a:solidFill>
            </a:rPr>
            <a:t>an </a:t>
          </a:r>
          <a:r>
            <a:rPr lang="en-US" sz="2500" kern="1200" dirty="0">
              <a:solidFill>
                <a:srgbClr val="FF0000"/>
              </a:solidFill>
            </a:rPr>
            <a:t>absolute</a:t>
          </a:r>
          <a:r>
            <a:rPr lang="en-US" sz="2500" kern="1200" dirty="0">
              <a:solidFill>
                <a:srgbClr val="002060"/>
              </a:solidFill>
            </a:rPr>
            <a:t> measure.</a:t>
          </a:r>
        </a:p>
      </dsp:txBody>
      <dsp:txXfrm>
        <a:off x="6727852" y="3980130"/>
        <a:ext cx="5294479" cy="102150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9CA935-CE76-4A66-AF37-5C242712231E}">
      <dsp:nvSpPr>
        <dsp:cNvPr id="0" name=""/>
        <dsp:cNvSpPr/>
      </dsp:nvSpPr>
      <dsp:spPr>
        <a:xfrm rot="16200000">
          <a:off x="914400" y="-914400"/>
          <a:ext cx="2286000" cy="4114800"/>
        </a:xfrm>
        <a:prstGeom prst="round1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4480" tIns="284480" rIns="284480" bIns="284480" numCol="1" spcCol="1270" anchor="ctr" anchorCtr="0">
          <a:noAutofit/>
        </a:bodyPr>
        <a:lstStyle/>
        <a:p>
          <a:pPr marL="0" lvl="0" indent="0" algn="ctr" defTabSz="1778000">
            <a:lnSpc>
              <a:spcPct val="90000"/>
            </a:lnSpc>
            <a:spcBef>
              <a:spcPct val="0"/>
            </a:spcBef>
            <a:spcAft>
              <a:spcPct val="35000"/>
            </a:spcAft>
            <a:buNone/>
          </a:pPr>
          <a:r>
            <a:rPr lang="en-US" sz="4000" b="1" kern="1200" dirty="0"/>
            <a:t>Positive</a:t>
          </a:r>
        </a:p>
        <a:p>
          <a:pPr marL="0" lvl="0" indent="0" algn="ctr" defTabSz="1778000">
            <a:lnSpc>
              <a:spcPct val="90000"/>
            </a:lnSpc>
            <a:spcBef>
              <a:spcPct val="0"/>
            </a:spcBef>
            <a:spcAft>
              <a:spcPct val="35000"/>
            </a:spcAft>
            <a:buNone/>
          </a:pPr>
          <a:r>
            <a:rPr lang="en-US" sz="4000" b="1" kern="1200" dirty="0"/>
            <a:t>Correlation</a:t>
          </a:r>
        </a:p>
      </dsp:txBody>
      <dsp:txXfrm rot="5400000">
        <a:off x="-1" y="1"/>
        <a:ext cx="4114800" cy="1714500"/>
      </dsp:txXfrm>
    </dsp:sp>
    <dsp:sp modelId="{8BA80FDA-357D-4628-B28C-52B661E0995A}">
      <dsp:nvSpPr>
        <dsp:cNvPr id="0" name=""/>
        <dsp:cNvSpPr/>
      </dsp:nvSpPr>
      <dsp:spPr>
        <a:xfrm>
          <a:off x="4114800" y="0"/>
          <a:ext cx="4114800" cy="2286000"/>
        </a:xfrm>
        <a:prstGeom prst="round1Rect">
          <a:avLst/>
        </a:prstGeom>
        <a:solidFill>
          <a:schemeClr val="accent5">
            <a:hueOff val="-682485"/>
            <a:satOff val="-13775"/>
            <a:lumOff val="-104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4480" tIns="284480" rIns="284480" bIns="284480" numCol="1" spcCol="1270" anchor="ctr" anchorCtr="0">
          <a:noAutofit/>
        </a:bodyPr>
        <a:lstStyle/>
        <a:p>
          <a:pPr marL="0" lvl="0" indent="0" algn="ctr" defTabSz="1778000">
            <a:lnSpc>
              <a:spcPct val="90000"/>
            </a:lnSpc>
            <a:spcBef>
              <a:spcPct val="0"/>
            </a:spcBef>
            <a:spcAft>
              <a:spcPct val="35000"/>
            </a:spcAft>
            <a:buNone/>
          </a:pPr>
          <a:r>
            <a:rPr lang="en-US" sz="4000" b="1" kern="1200" dirty="0"/>
            <a:t>Negative</a:t>
          </a:r>
        </a:p>
        <a:p>
          <a:pPr marL="0" lvl="0" indent="0" algn="ctr" defTabSz="1778000">
            <a:lnSpc>
              <a:spcPct val="90000"/>
            </a:lnSpc>
            <a:spcBef>
              <a:spcPct val="0"/>
            </a:spcBef>
            <a:spcAft>
              <a:spcPct val="35000"/>
            </a:spcAft>
            <a:buNone/>
          </a:pPr>
          <a:r>
            <a:rPr lang="en-US" sz="4000" b="1" kern="1200" dirty="0"/>
            <a:t>Correlation</a:t>
          </a:r>
        </a:p>
      </dsp:txBody>
      <dsp:txXfrm>
        <a:off x="4114800" y="0"/>
        <a:ext cx="4114800" cy="1714500"/>
      </dsp:txXfrm>
    </dsp:sp>
    <dsp:sp modelId="{8CA5AEA3-27E8-4182-B68A-D33BC036ED01}">
      <dsp:nvSpPr>
        <dsp:cNvPr id="0" name=""/>
        <dsp:cNvSpPr/>
      </dsp:nvSpPr>
      <dsp:spPr>
        <a:xfrm rot="10800000">
          <a:off x="0" y="2286000"/>
          <a:ext cx="4114800" cy="2286000"/>
        </a:xfrm>
        <a:prstGeom prst="round1Rect">
          <a:avLst/>
        </a:prstGeom>
        <a:solidFill>
          <a:schemeClr val="accent5">
            <a:hueOff val="-1364971"/>
            <a:satOff val="-27549"/>
            <a:lumOff val="-209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4480" tIns="284480" rIns="284480" bIns="284480" numCol="1" spcCol="1270" anchor="ctr" anchorCtr="0">
          <a:noAutofit/>
        </a:bodyPr>
        <a:lstStyle/>
        <a:p>
          <a:pPr marL="0" lvl="0" indent="0" algn="ctr" defTabSz="1778000">
            <a:lnSpc>
              <a:spcPct val="90000"/>
            </a:lnSpc>
            <a:spcBef>
              <a:spcPct val="0"/>
            </a:spcBef>
            <a:spcAft>
              <a:spcPct val="35000"/>
            </a:spcAft>
            <a:buNone/>
          </a:pPr>
          <a:r>
            <a:rPr lang="en-US" sz="4000" b="1" kern="1200"/>
            <a:t>Linear</a:t>
          </a:r>
        </a:p>
        <a:p>
          <a:pPr marL="0" lvl="0" indent="0" algn="ctr" defTabSz="1778000">
            <a:lnSpc>
              <a:spcPct val="90000"/>
            </a:lnSpc>
            <a:spcBef>
              <a:spcPct val="0"/>
            </a:spcBef>
            <a:spcAft>
              <a:spcPct val="35000"/>
            </a:spcAft>
            <a:buNone/>
          </a:pPr>
          <a:r>
            <a:rPr lang="en-US" sz="4000" b="1" kern="1200"/>
            <a:t>Correlation</a:t>
          </a:r>
          <a:endParaRPr lang="en-US" sz="4000" b="1" kern="1200" dirty="0"/>
        </a:p>
      </dsp:txBody>
      <dsp:txXfrm rot="10800000">
        <a:off x="0" y="2857500"/>
        <a:ext cx="4114800" cy="1714500"/>
      </dsp:txXfrm>
    </dsp:sp>
    <dsp:sp modelId="{FDEB3F9F-FADC-4A4D-9DD5-F897C6AF6370}">
      <dsp:nvSpPr>
        <dsp:cNvPr id="0" name=""/>
        <dsp:cNvSpPr/>
      </dsp:nvSpPr>
      <dsp:spPr>
        <a:xfrm rot="5400000">
          <a:off x="5029199" y="1371600"/>
          <a:ext cx="2286000" cy="4114800"/>
        </a:xfrm>
        <a:prstGeom prst="round1Rect">
          <a:avLst/>
        </a:prstGeom>
        <a:solidFill>
          <a:schemeClr val="accent5">
            <a:hueOff val="-2047456"/>
            <a:satOff val="-41324"/>
            <a:lumOff val="-313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4480" tIns="284480" rIns="284480" bIns="284480" numCol="1" spcCol="1270" anchor="ctr" anchorCtr="0">
          <a:noAutofit/>
        </a:bodyPr>
        <a:lstStyle/>
        <a:p>
          <a:pPr marL="0" lvl="0" indent="0" algn="ctr" defTabSz="1778000">
            <a:lnSpc>
              <a:spcPct val="90000"/>
            </a:lnSpc>
            <a:spcBef>
              <a:spcPct val="0"/>
            </a:spcBef>
            <a:spcAft>
              <a:spcPct val="35000"/>
            </a:spcAft>
            <a:buNone/>
          </a:pPr>
          <a:r>
            <a:rPr lang="en-US" sz="4000" b="1" kern="1200" dirty="0"/>
            <a:t>Nonlinear </a:t>
          </a:r>
        </a:p>
        <a:p>
          <a:pPr marL="0" lvl="0" indent="0" algn="ctr" defTabSz="1778000">
            <a:lnSpc>
              <a:spcPct val="90000"/>
            </a:lnSpc>
            <a:spcBef>
              <a:spcPct val="0"/>
            </a:spcBef>
            <a:spcAft>
              <a:spcPct val="35000"/>
            </a:spcAft>
            <a:buNone/>
          </a:pPr>
          <a:r>
            <a:rPr lang="en-US" sz="4000" b="1" kern="1200" dirty="0"/>
            <a:t>Correlation</a:t>
          </a:r>
        </a:p>
      </dsp:txBody>
      <dsp:txXfrm rot="-5400000">
        <a:off x="4114799" y="2857500"/>
        <a:ext cx="4114800" cy="1714500"/>
      </dsp:txXfrm>
    </dsp:sp>
    <dsp:sp modelId="{0BC15D81-A538-484D-945C-D714018D5448}">
      <dsp:nvSpPr>
        <dsp:cNvPr id="0" name=""/>
        <dsp:cNvSpPr/>
      </dsp:nvSpPr>
      <dsp:spPr>
        <a:xfrm>
          <a:off x="2880359" y="1714500"/>
          <a:ext cx="2468880" cy="1143000"/>
        </a:xfrm>
        <a:prstGeom prst="roundRect">
          <a:avLst/>
        </a:prstGeom>
        <a:solidFill>
          <a:schemeClr val="accent5">
            <a:tint val="4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solidFill>
                <a:srgbClr val="002060"/>
              </a:solidFill>
            </a:rPr>
            <a:t>Types of Correlation</a:t>
          </a:r>
        </a:p>
      </dsp:txBody>
      <dsp:txXfrm>
        <a:off x="2936156" y="1770297"/>
        <a:ext cx="2357286" cy="103140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BDAF43-C2BC-4584-A805-898E3C524EFA}">
      <dsp:nvSpPr>
        <dsp:cNvPr id="0" name=""/>
        <dsp:cNvSpPr/>
      </dsp:nvSpPr>
      <dsp:spPr>
        <a:xfrm>
          <a:off x="2094" y="264709"/>
          <a:ext cx="3711342" cy="1285651"/>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35560" rIns="53340" bIns="35560" numCol="1" spcCol="1270" anchor="ctr" anchorCtr="0">
          <a:noAutofit/>
        </a:bodyPr>
        <a:lstStyle/>
        <a:p>
          <a:pPr marL="0" lvl="0" indent="0" algn="ctr" defTabSz="1244600">
            <a:lnSpc>
              <a:spcPct val="90000"/>
            </a:lnSpc>
            <a:spcBef>
              <a:spcPct val="0"/>
            </a:spcBef>
            <a:spcAft>
              <a:spcPct val="35000"/>
            </a:spcAft>
            <a:buNone/>
          </a:pPr>
          <a:r>
            <a:rPr lang="en-US" sz="2800" b="1" kern="1200" dirty="0"/>
            <a:t>Graphical Methods</a:t>
          </a:r>
          <a:endParaRPr lang="en-US" sz="2800" b="1" kern="1200" dirty="0">
            <a:solidFill>
              <a:srgbClr val="002060"/>
            </a:solidFill>
          </a:endParaRPr>
        </a:p>
      </dsp:txBody>
      <dsp:txXfrm>
        <a:off x="39749" y="302364"/>
        <a:ext cx="3636032" cy="1210341"/>
      </dsp:txXfrm>
    </dsp:sp>
    <dsp:sp modelId="{5C1F0B61-3FA8-4E5C-92FE-0E8A5C22B68A}">
      <dsp:nvSpPr>
        <dsp:cNvPr id="0" name=""/>
        <dsp:cNvSpPr/>
      </dsp:nvSpPr>
      <dsp:spPr>
        <a:xfrm>
          <a:off x="373228" y="1550361"/>
          <a:ext cx="371134" cy="964238"/>
        </a:xfrm>
        <a:custGeom>
          <a:avLst/>
          <a:gdLst/>
          <a:ahLst/>
          <a:cxnLst/>
          <a:rect l="0" t="0" r="0" b="0"/>
          <a:pathLst>
            <a:path>
              <a:moveTo>
                <a:pt x="0" y="0"/>
              </a:moveTo>
              <a:lnTo>
                <a:pt x="0" y="964238"/>
              </a:lnTo>
              <a:lnTo>
                <a:pt x="371134" y="964238"/>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7C8D00F-40F1-4546-B59C-D1F7CCA30E1C}">
      <dsp:nvSpPr>
        <dsp:cNvPr id="0" name=""/>
        <dsp:cNvSpPr/>
      </dsp:nvSpPr>
      <dsp:spPr>
        <a:xfrm>
          <a:off x="744362" y="1871774"/>
          <a:ext cx="2743190" cy="1285651"/>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35560" rIns="53340" bIns="35560" numCol="1" spcCol="1270" anchor="ctr" anchorCtr="0">
          <a:noAutofit/>
        </a:bodyPr>
        <a:lstStyle/>
        <a:p>
          <a:pPr marL="0" lvl="0" indent="0" algn="ctr" defTabSz="1244600">
            <a:lnSpc>
              <a:spcPct val="90000"/>
            </a:lnSpc>
            <a:spcBef>
              <a:spcPct val="0"/>
            </a:spcBef>
            <a:spcAft>
              <a:spcPct val="35000"/>
            </a:spcAft>
            <a:buNone/>
          </a:pPr>
          <a:r>
            <a:rPr lang="en-US" sz="2800" kern="1200" dirty="0">
              <a:solidFill>
                <a:srgbClr val="002060"/>
              </a:solidFill>
            </a:rPr>
            <a:t>Scatter Diagram</a:t>
          </a:r>
        </a:p>
      </dsp:txBody>
      <dsp:txXfrm>
        <a:off x="782017" y="1909429"/>
        <a:ext cx="2667880" cy="1210341"/>
      </dsp:txXfrm>
    </dsp:sp>
    <dsp:sp modelId="{C8B48EB4-2325-4417-A77B-F8C10228D87F}">
      <dsp:nvSpPr>
        <dsp:cNvPr id="0" name=""/>
        <dsp:cNvSpPr/>
      </dsp:nvSpPr>
      <dsp:spPr>
        <a:xfrm>
          <a:off x="373228" y="1550361"/>
          <a:ext cx="371134" cy="2571303"/>
        </a:xfrm>
        <a:custGeom>
          <a:avLst/>
          <a:gdLst/>
          <a:ahLst/>
          <a:cxnLst/>
          <a:rect l="0" t="0" r="0" b="0"/>
          <a:pathLst>
            <a:path>
              <a:moveTo>
                <a:pt x="0" y="0"/>
              </a:moveTo>
              <a:lnTo>
                <a:pt x="0" y="2571303"/>
              </a:lnTo>
              <a:lnTo>
                <a:pt x="371134" y="2571303"/>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4FDF4C2-1961-4F55-91F2-2EDE077FB81E}">
      <dsp:nvSpPr>
        <dsp:cNvPr id="0" name=""/>
        <dsp:cNvSpPr/>
      </dsp:nvSpPr>
      <dsp:spPr>
        <a:xfrm>
          <a:off x="744362" y="3478838"/>
          <a:ext cx="2743190" cy="1285651"/>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682485"/>
              <a:satOff val="-13775"/>
              <a:lumOff val="-104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35560" rIns="53340" bIns="35560" numCol="1" spcCol="1270" anchor="ctr" anchorCtr="0">
          <a:noAutofit/>
        </a:bodyPr>
        <a:lstStyle/>
        <a:p>
          <a:pPr marL="0" lvl="0" indent="0" algn="ctr" defTabSz="1244600">
            <a:lnSpc>
              <a:spcPct val="90000"/>
            </a:lnSpc>
            <a:spcBef>
              <a:spcPct val="0"/>
            </a:spcBef>
            <a:spcAft>
              <a:spcPct val="35000"/>
            </a:spcAft>
            <a:buNone/>
          </a:pPr>
          <a:r>
            <a:rPr lang="en-US" sz="2800" kern="1200" dirty="0">
              <a:solidFill>
                <a:srgbClr val="002060"/>
              </a:solidFill>
            </a:rPr>
            <a:t>Simple Graph</a:t>
          </a:r>
        </a:p>
      </dsp:txBody>
      <dsp:txXfrm>
        <a:off x="782017" y="3516493"/>
        <a:ext cx="2667880" cy="1210341"/>
      </dsp:txXfrm>
    </dsp:sp>
    <dsp:sp modelId="{C66D18FF-A13D-4755-B587-FCA3B65D7FFD}">
      <dsp:nvSpPr>
        <dsp:cNvPr id="0" name=""/>
        <dsp:cNvSpPr/>
      </dsp:nvSpPr>
      <dsp:spPr>
        <a:xfrm>
          <a:off x="4356262" y="264709"/>
          <a:ext cx="3711342" cy="1285651"/>
        </a:xfrm>
        <a:prstGeom prst="roundRect">
          <a:avLst>
            <a:gd name="adj" fmla="val 10000"/>
          </a:avLst>
        </a:prstGeom>
        <a:solidFill>
          <a:schemeClr val="accent5">
            <a:hueOff val="-2047456"/>
            <a:satOff val="-41324"/>
            <a:lumOff val="-313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35560" rIns="53340" bIns="35560" numCol="1" spcCol="1270" anchor="ctr" anchorCtr="0">
          <a:noAutofit/>
        </a:bodyPr>
        <a:lstStyle/>
        <a:p>
          <a:pPr marL="0" lvl="0" indent="0" algn="ctr" defTabSz="1244600">
            <a:lnSpc>
              <a:spcPct val="90000"/>
            </a:lnSpc>
            <a:spcBef>
              <a:spcPct val="0"/>
            </a:spcBef>
            <a:spcAft>
              <a:spcPct val="35000"/>
            </a:spcAft>
            <a:buNone/>
          </a:pPr>
          <a:r>
            <a:rPr lang="en-US" sz="2800" b="1" kern="1200" dirty="0"/>
            <a:t>Mathematical Methods</a:t>
          </a:r>
        </a:p>
      </dsp:txBody>
      <dsp:txXfrm>
        <a:off x="4393917" y="302364"/>
        <a:ext cx="3636032" cy="1210341"/>
      </dsp:txXfrm>
    </dsp:sp>
    <dsp:sp modelId="{B1F16C50-A37D-41CE-A4C8-80C2921B2983}">
      <dsp:nvSpPr>
        <dsp:cNvPr id="0" name=""/>
        <dsp:cNvSpPr/>
      </dsp:nvSpPr>
      <dsp:spPr>
        <a:xfrm>
          <a:off x="4727396" y="1550361"/>
          <a:ext cx="371134" cy="964238"/>
        </a:xfrm>
        <a:custGeom>
          <a:avLst/>
          <a:gdLst/>
          <a:ahLst/>
          <a:cxnLst/>
          <a:rect l="0" t="0" r="0" b="0"/>
          <a:pathLst>
            <a:path>
              <a:moveTo>
                <a:pt x="0" y="0"/>
              </a:moveTo>
              <a:lnTo>
                <a:pt x="0" y="964238"/>
              </a:lnTo>
              <a:lnTo>
                <a:pt x="371134" y="964238"/>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381AB4C-B4DC-45FB-8458-2EFD6908FE26}">
      <dsp:nvSpPr>
        <dsp:cNvPr id="0" name=""/>
        <dsp:cNvSpPr/>
      </dsp:nvSpPr>
      <dsp:spPr>
        <a:xfrm>
          <a:off x="5098530" y="1871774"/>
          <a:ext cx="6786575" cy="1285651"/>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1364971"/>
              <a:satOff val="-27549"/>
              <a:lumOff val="-209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35560" rIns="53340" bIns="35560" numCol="1" spcCol="1270" anchor="ctr" anchorCtr="0">
          <a:noAutofit/>
        </a:bodyPr>
        <a:lstStyle/>
        <a:p>
          <a:pPr marL="0" lvl="0" indent="0" algn="ctr" defTabSz="1244600">
            <a:lnSpc>
              <a:spcPct val="90000"/>
            </a:lnSpc>
            <a:spcBef>
              <a:spcPct val="0"/>
            </a:spcBef>
            <a:spcAft>
              <a:spcPct val="35000"/>
            </a:spcAft>
            <a:buNone/>
          </a:pPr>
          <a:r>
            <a:rPr lang="en-US" sz="2800" kern="1200" dirty="0">
              <a:solidFill>
                <a:srgbClr val="002060"/>
              </a:solidFill>
            </a:rPr>
            <a:t>Karl Pearson’s coefficient of correlation</a:t>
          </a:r>
        </a:p>
      </dsp:txBody>
      <dsp:txXfrm>
        <a:off x="5136185" y="1909429"/>
        <a:ext cx="6711265" cy="1210341"/>
      </dsp:txXfrm>
    </dsp:sp>
    <dsp:sp modelId="{0E06BE20-C642-4825-B135-C90D7B8F433B}">
      <dsp:nvSpPr>
        <dsp:cNvPr id="0" name=""/>
        <dsp:cNvSpPr/>
      </dsp:nvSpPr>
      <dsp:spPr>
        <a:xfrm>
          <a:off x="4727396" y="1550361"/>
          <a:ext cx="371134" cy="2571303"/>
        </a:xfrm>
        <a:custGeom>
          <a:avLst/>
          <a:gdLst/>
          <a:ahLst/>
          <a:cxnLst/>
          <a:rect l="0" t="0" r="0" b="0"/>
          <a:pathLst>
            <a:path>
              <a:moveTo>
                <a:pt x="0" y="0"/>
              </a:moveTo>
              <a:lnTo>
                <a:pt x="0" y="2571303"/>
              </a:lnTo>
              <a:lnTo>
                <a:pt x="371134" y="2571303"/>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87B2C0D-FF94-4B21-81BB-56825EE7819A}">
      <dsp:nvSpPr>
        <dsp:cNvPr id="0" name=""/>
        <dsp:cNvSpPr/>
      </dsp:nvSpPr>
      <dsp:spPr>
        <a:xfrm>
          <a:off x="5098530" y="3478838"/>
          <a:ext cx="6786575" cy="1285651"/>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2047456"/>
              <a:satOff val="-41324"/>
              <a:lumOff val="-313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35560" rIns="53340" bIns="35560" numCol="1" spcCol="1270" anchor="ctr" anchorCtr="0">
          <a:noAutofit/>
        </a:bodyPr>
        <a:lstStyle/>
        <a:p>
          <a:pPr marL="0" lvl="0" indent="0" algn="ctr" defTabSz="1244600">
            <a:lnSpc>
              <a:spcPct val="90000"/>
            </a:lnSpc>
            <a:spcBef>
              <a:spcPct val="0"/>
            </a:spcBef>
            <a:spcAft>
              <a:spcPct val="35000"/>
            </a:spcAft>
            <a:buNone/>
          </a:pPr>
          <a:r>
            <a:rPr lang="en-US" sz="2800" kern="1200" dirty="0">
              <a:solidFill>
                <a:srgbClr val="002060"/>
              </a:solidFill>
            </a:rPr>
            <a:t>Spearman’s coefficient of rank correlation</a:t>
          </a:r>
        </a:p>
      </dsp:txBody>
      <dsp:txXfrm>
        <a:off x="5136185" y="3516493"/>
        <a:ext cx="6711265" cy="121034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C0BE8A-A50D-459F-8803-8F629D24FD59}">
      <dsp:nvSpPr>
        <dsp:cNvPr id="0" name=""/>
        <dsp:cNvSpPr/>
      </dsp:nvSpPr>
      <dsp:spPr>
        <a:xfrm>
          <a:off x="4688" y="0"/>
          <a:ext cx="2050112" cy="1005840"/>
        </a:xfrm>
        <a:prstGeom prst="roundRect">
          <a:avLst>
            <a:gd name="adj" fmla="val 10000"/>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kern="1200" dirty="0"/>
            <a:t>Shift</a:t>
          </a:r>
        </a:p>
      </dsp:txBody>
      <dsp:txXfrm>
        <a:off x="34148" y="29460"/>
        <a:ext cx="1991192" cy="946920"/>
      </dsp:txXfrm>
    </dsp:sp>
    <dsp:sp modelId="{44BA6F07-9809-453E-B5B3-AB636F82DB9E}">
      <dsp:nvSpPr>
        <dsp:cNvPr id="0" name=""/>
        <dsp:cNvSpPr/>
      </dsp:nvSpPr>
      <dsp:spPr>
        <a:xfrm>
          <a:off x="2259812" y="248706"/>
          <a:ext cx="434623" cy="508427"/>
        </a:xfrm>
        <a:prstGeom prst="rightArrow">
          <a:avLst>
            <a:gd name="adj1" fmla="val 60000"/>
            <a:gd name="adj2" fmla="val 50000"/>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b="1" kern="1200"/>
        </a:p>
      </dsp:txBody>
      <dsp:txXfrm>
        <a:off x="2259812" y="350391"/>
        <a:ext cx="304236" cy="305057"/>
      </dsp:txXfrm>
    </dsp:sp>
    <dsp:sp modelId="{C1D3A877-193E-433E-996E-DE3797C7F529}">
      <dsp:nvSpPr>
        <dsp:cNvPr id="0" name=""/>
        <dsp:cNvSpPr/>
      </dsp:nvSpPr>
      <dsp:spPr>
        <a:xfrm>
          <a:off x="2874846" y="0"/>
          <a:ext cx="2050112" cy="1005840"/>
        </a:xfrm>
        <a:prstGeom prst="roundRect">
          <a:avLst>
            <a:gd name="adj" fmla="val 10000"/>
          </a:avLst>
        </a:prstGeom>
        <a:solidFill>
          <a:schemeClr val="accent5">
            <a:hueOff val="-682485"/>
            <a:satOff val="-13775"/>
            <a:lumOff val="-1045"/>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kern="1200" dirty="0"/>
            <a:t>Mode</a:t>
          </a:r>
        </a:p>
      </dsp:txBody>
      <dsp:txXfrm>
        <a:off x="2904306" y="29460"/>
        <a:ext cx="1991192" cy="946920"/>
      </dsp:txXfrm>
    </dsp:sp>
    <dsp:sp modelId="{98B97CCD-AFF1-49BB-8170-C62165E0F732}">
      <dsp:nvSpPr>
        <dsp:cNvPr id="0" name=""/>
        <dsp:cNvSpPr/>
      </dsp:nvSpPr>
      <dsp:spPr>
        <a:xfrm>
          <a:off x="5129970" y="248706"/>
          <a:ext cx="434623" cy="508427"/>
        </a:xfrm>
        <a:prstGeom prst="rightArrow">
          <a:avLst>
            <a:gd name="adj1" fmla="val 60000"/>
            <a:gd name="adj2" fmla="val 50000"/>
          </a:avLst>
        </a:prstGeom>
        <a:solidFill>
          <a:schemeClr val="accent5">
            <a:hueOff val="-1023728"/>
            <a:satOff val="-20662"/>
            <a:lumOff val="-1568"/>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b="1" kern="1200"/>
        </a:p>
      </dsp:txBody>
      <dsp:txXfrm>
        <a:off x="5129970" y="350391"/>
        <a:ext cx="304236" cy="305057"/>
      </dsp:txXfrm>
    </dsp:sp>
    <dsp:sp modelId="{75494D80-AAE1-44AB-A5A1-D4E336C9A241}">
      <dsp:nvSpPr>
        <dsp:cNvPr id="0" name=""/>
        <dsp:cNvSpPr/>
      </dsp:nvSpPr>
      <dsp:spPr>
        <a:xfrm>
          <a:off x="5745004" y="0"/>
          <a:ext cx="2050112" cy="1005840"/>
        </a:xfrm>
        <a:prstGeom prst="roundRect">
          <a:avLst>
            <a:gd name="adj" fmla="val 10000"/>
          </a:avLst>
        </a:prstGeom>
        <a:solidFill>
          <a:schemeClr val="accent5">
            <a:hueOff val="-1364971"/>
            <a:satOff val="-27549"/>
            <a:lumOff val="-2091"/>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kern="1200" dirty="0"/>
            <a:t>All</a:t>
          </a:r>
          <a:r>
            <a:rPr lang="en-US" sz="3600" b="1" kern="1200" dirty="0">
              <a:solidFill>
                <a:srgbClr val="FFFF00"/>
              </a:solidFill>
            </a:rPr>
            <a:t>(3)</a:t>
          </a:r>
        </a:p>
      </dsp:txBody>
      <dsp:txXfrm>
        <a:off x="5774464" y="29460"/>
        <a:ext cx="1991192" cy="946920"/>
      </dsp:txXfrm>
    </dsp:sp>
    <dsp:sp modelId="{2C8919B2-9A29-4B7C-B580-1CADFBED59E0}">
      <dsp:nvSpPr>
        <dsp:cNvPr id="0" name=""/>
        <dsp:cNvSpPr/>
      </dsp:nvSpPr>
      <dsp:spPr>
        <a:xfrm>
          <a:off x="8000127" y="248706"/>
          <a:ext cx="434623" cy="508427"/>
        </a:xfrm>
        <a:prstGeom prst="rightArrow">
          <a:avLst>
            <a:gd name="adj1" fmla="val 60000"/>
            <a:gd name="adj2" fmla="val 50000"/>
          </a:avLst>
        </a:prstGeom>
        <a:solidFill>
          <a:schemeClr val="accent5">
            <a:hueOff val="-2047456"/>
            <a:satOff val="-41324"/>
            <a:lumOff val="-3136"/>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b="1" kern="1200"/>
        </a:p>
      </dsp:txBody>
      <dsp:txXfrm>
        <a:off x="8000127" y="350391"/>
        <a:ext cx="304236" cy="305057"/>
      </dsp:txXfrm>
    </dsp:sp>
    <dsp:sp modelId="{A7280906-DE55-492D-B5CB-040475BA6CF7}">
      <dsp:nvSpPr>
        <dsp:cNvPr id="0" name=""/>
        <dsp:cNvSpPr/>
      </dsp:nvSpPr>
      <dsp:spPr>
        <a:xfrm>
          <a:off x="8615161" y="0"/>
          <a:ext cx="2050112" cy="1005840"/>
        </a:xfrm>
        <a:prstGeom prst="roundRect">
          <a:avLst>
            <a:gd name="adj" fmla="val 10000"/>
          </a:avLst>
        </a:prstGeom>
        <a:solidFill>
          <a:schemeClr val="accent5">
            <a:hueOff val="-2047456"/>
            <a:satOff val="-41324"/>
            <a:lumOff val="-3136"/>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kern="1200" dirty="0"/>
            <a:t>=</a:t>
          </a:r>
        </a:p>
      </dsp:txBody>
      <dsp:txXfrm>
        <a:off x="8644621" y="29460"/>
        <a:ext cx="1991192" cy="94692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C0BE8A-A50D-459F-8803-8F629D24FD59}">
      <dsp:nvSpPr>
        <dsp:cNvPr id="0" name=""/>
        <dsp:cNvSpPr/>
      </dsp:nvSpPr>
      <dsp:spPr>
        <a:xfrm>
          <a:off x="9377" y="0"/>
          <a:ext cx="2802949" cy="1005840"/>
        </a:xfrm>
        <a:prstGeom prst="roundRect">
          <a:avLst>
            <a:gd name="adj" fmla="val 10000"/>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kern="1200" dirty="0"/>
            <a:t>Mode</a:t>
          </a:r>
        </a:p>
      </dsp:txBody>
      <dsp:txXfrm>
        <a:off x="38837" y="29460"/>
        <a:ext cx="2744029" cy="946920"/>
      </dsp:txXfrm>
    </dsp:sp>
    <dsp:sp modelId="{44BA6F07-9809-453E-B5B3-AB636F82DB9E}">
      <dsp:nvSpPr>
        <dsp:cNvPr id="0" name=""/>
        <dsp:cNvSpPr/>
      </dsp:nvSpPr>
      <dsp:spPr>
        <a:xfrm>
          <a:off x="3092622" y="155354"/>
          <a:ext cx="594225" cy="695131"/>
        </a:xfrm>
        <a:prstGeom prst="rightArrow">
          <a:avLst>
            <a:gd name="adj1" fmla="val 60000"/>
            <a:gd name="adj2" fmla="val 50000"/>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b="1" kern="1200"/>
        </a:p>
      </dsp:txBody>
      <dsp:txXfrm>
        <a:off x="3092622" y="294380"/>
        <a:ext cx="415958" cy="417079"/>
      </dsp:txXfrm>
    </dsp:sp>
    <dsp:sp modelId="{C1D3A877-193E-433E-996E-DE3797C7F529}">
      <dsp:nvSpPr>
        <dsp:cNvPr id="0" name=""/>
        <dsp:cNvSpPr/>
      </dsp:nvSpPr>
      <dsp:spPr>
        <a:xfrm>
          <a:off x="3933506" y="0"/>
          <a:ext cx="2802949" cy="1005840"/>
        </a:xfrm>
        <a:prstGeom prst="roundRect">
          <a:avLst>
            <a:gd name="adj" fmla="val 10000"/>
          </a:avLst>
        </a:prstGeom>
        <a:solidFill>
          <a:schemeClr val="accent5">
            <a:hueOff val="-1023728"/>
            <a:satOff val="-20662"/>
            <a:lumOff val="-1568"/>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kern="1200" dirty="0" err="1"/>
            <a:t>Reg</a:t>
          </a:r>
          <a:r>
            <a:rPr lang="en-US" sz="3600" b="1" kern="1200" dirty="0">
              <a:solidFill>
                <a:srgbClr val="FFFF00"/>
              </a:solidFill>
            </a:rPr>
            <a:t>(3)</a:t>
          </a:r>
        </a:p>
      </dsp:txBody>
      <dsp:txXfrm>
        <a:off x="3962966" y="29460"/>
        <a:ext cx="2744029" cy="946920"/>
      </dsp:txXfrm>
    </dsp:sp>
    <dsp:sp modelId="{98B97CCD-AFF1-49BB-8170-C62165E0F732}">
      <dsp:nvSpPr>
        <dsp:cNvPr id="0" name=""/>
        <dsp:cNvSpPr/>
      </dsp:nvSpPr>
      <dsp:spPr>
        <a:xfrm>
          <a:off x="7016751" y="155354"/>
          <a:ext cx="594225" cy="695131"/>
        </a:xfrm>
        <a:prstGeom prst="rightArrow">
          <a:avLst>
            <a:gd name="adj1" fmla="val 60000"/>
            <a:gd name="adj2" fmla="val 50000"/>
          </a:avLst>
        </a:prstGeom>
        <a:solidFill>
          <a:schemeClr val="accent5">
            <a:hueOff val="-2047456"/>
            <a:satOff val="-41324"/>
            <a:lumOff val="-3136"/>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b="1" kern="1200"/>
        </a:p>
      </dsp:txBody>
      <dsp:txXfrm>
        <a:off x="7016751" y="294380"/>
        <a:ext cx="415958" cy="417079"/>
      </dsp:txXfrm>
    </dsp:sp>
    <dsp:sp modelId="{75494D80-AAE1-44AB-A5A1-D4E336C9A241}">
      <dsp:nvSpPr>
        <dsp:cNvPr id="0" name=""/>
        <dsp:cNvSpPr/>
      </dsp:nvSpPr>
      <dsp:spPr>
        <a:xfrm>
          <a:off x="7857635" y="0"/>
          <a:ext cx="2802949" cy="1005840"/>
        </a:xfrm>
        <a:prstGeom prst="roundRect">
          <a:avLst>
            <a:gd name="adj" fmla="val 10000"/>
          </a:avLst>
        </a:prstGeom>
        <a:solidFill>
          <a:schemeClr val="accent5">
            <a:hueOff val="-2047456"/>
            <a:satOff val="-41324"/>
            <a:lumOff val="-3136"/>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kern="1200" dirty="0"/>
            <a:t>Lin</a:t>
          </a:r>
          <a:r>
            <a:rPr lang="en-US" sz="3600" b="1" kern="1200" dirty="0">
              <a:solidFill>
                <a:srgbClr val="FFFF00"/>
              </a:solidFill>
            </a:rPr>
            <a:t>(1)</a:t>
          </a:r>
        </a:p>
      </dsp:txBody>
      <dsp:txXfrm>
        <a:off x="7887095" y="29460"/>
        <a:ext cx="2744029" cy="94692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C0BE8A-A50D-459F-8803-8F629D24FD59}">
      <dsp:nvSpPr>
        <dsp:cNvPr id="0" name=""/>
        <dsp:cNvSpPr/>
      </dsp:nvSpPr>
      <dsp:spPr>
        <a:xfrm>
          <a:off x="9894" y="45720"/>
          <a:ext cx="2048110" cy="914399"/>
        </a:xfrm>
        <a:prstGeom prst="roundRect">
          <a:avLst>
            <a:gd name="adj" fmla="val 10000"/>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t>1</a:t>
          </a:r>
          <a:r>
            <a:rPr lang="en-US" sz="2800" b="1" kern="1200" baseline="30000" dirty="0"/>
            <a:t>st</a:t>
          </a:r>
          <a:r>
            <a:rPr lang="en-US" sz="2800" b="1" kern="1200" dirty="0"/>
            <a:t> value    of x</a:t>
          </a:r>
        </a:p>
      </dsp:txBody>
      <dsp:txXfrm>
        <a:off x="36676" y="72502"/>
        <a:ext cx="1994546" cy="860835"/>
      </dsp:txXfrm>
    </dsp:sp>
    <dsp:sp modelId="{44BA6F07-9809-453E-B5B3-AB636F82DB9E}">
      <dsp:nvSpPr>
        <dsp:cNvPr id="0" name=""/>
        <dsp:cNvSpPr/>
      </dsp:nvSpPr>
      <dsp:spPr>
        <a:xfrm>
          <a:off x="2262815" y="248954"/>
          <a:ext cx="434199" cy="507931"/>
        </a:xfrm>
        <a:prstGeom prst="rightArrow">
          <a:avLst>
            <a:gd name="adj1" fmla="val 60000"/>
            <a:gd name="adj2" fmla="val 50000"/>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b="1" kern="1200"/>
        </a:p>
      </dsp:txBody>
      <dsp:txXfrm>
        <a:off x="2262815" y="350540"/>
        <a:ext cx="303939" cy="304759"/>
      </dsp:txXfrm>
    </dsp:sp>
    <dsp:sp modelId="{C1D3A877-193E-433E-996E-DE3797C7F529}">
      <dsp:nvSpPr>
        <dsp:cNvPr id="0" name=""/>
        <dsp:cNvSpPr/>
      </dsp:nvSpPr>
      <dsp:spPr>
        <a:xfrm>
          <a:off x="2877248" y="45720"/>
          <a:ext cx="2048110" cy="914399"/>
        </a:xfrm>
        <a:prstGeom prst="roundRect">
          <a:avLst>
            <a:gd name="adj" fmla="val 10000"/>
          </a:avLst>
        </a:prstGeom>
        <a:solidFill>
          <a:schemeClr val="accent5">
            <a:hueOff val="-682485"/>
            <a:satOff val="-13775"/>
            <a:lumOff val="-1045"/>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kern="1200" dirty="0"/>
            <a:t>,</a:t>
          </a:r>
          <a:endParaRPr lang="en-US" sz="3600" b="1" kern="1200" dirty="0">
            <a:solidFill>
              <a:srgbClr val="FFFF00"/>
            </a:solidFill>
          </a:endParaRPr>
        </a:p>
      </dsp:txBody>
      <dsp:txXfrm>
        <a:off x="2904030" y="72502"/>
        <a:ext cx="1994546" cy="860835"/>
      </dsp:txXfrm>
    </dsp:sp>
    <dsp:sp modelId="{98B97CCD-AFF1-49BB-8170-C62165E0F732}">
      <dsp:nvSpPr>
        <dsp:cNvPr id="0" name=""/>
        <dsp:cNvSpPr/>
      </dsp:nvSpPr>
      <dsp:spPr>
        <a:xfrm>
          <a:off x="5130170" y="248954"/>
          <a:ext cx="434199" cy="507931"/>
        </a:xfrm>
        <a:prstGeom prst="rightArrow">
          <a:avLst>
            <a:gd name="adj1" fmla="val 60000"/>
            <a:gd name="adj2" fmla="val 50000"/>
          </a:avLst>
        </a:prstGeom>
        <a:solidFill>
          <a:schemeClr val="accent5">
            <a:hueOff val="-1023728"/>
            <a:satOff val="-20662"/>
            <a:lumOff val="-1568"/>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b="1" kern="1200"/>
        </a:p>
      </dsp:txBody>
      <dsp:txXfrm>
        <a:off x="5130170" y="350540"/>
        <a:ext cx="303939" cy="304759"/>
      </dsp:txXfrm>
    </dsp:sp>
    <dsp:sp modelId="{75494D80-AAE1-44AB-A5A1-D4E336C9A241}">
      <dsp:nvSpPr>
        <dsp:cNvPr id="0" name=""/>
        <dsp:cNvSpPr/>
      </dsp:nvSpPr>
      <dsp:spPr>
        <a:xfrm>
          <a:off x="5744603" y="45720"/>
          <a:ext cx="2048110" cy="914399"/>
        </a:xfrm>
        <a:prstGeom prst="roundRect">
          <a:avLst>
            <a:gd name="adj" fmla="val 10000"/>
          </a:avLst>
        </a:prstGeom>
        <a:solidFill>
          <a:schemeClr val="accent5">
            <a:hueOff val="-1364971"/>
            <a:satOff val="-27549"/>
            <a:lumOff val="-2091"/>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t>1</a:t>
          </a:r>
          <a:r>
            <a:rPr lang="en-US" sz="2800" b="1" kern="1200" baseline="30000" dirty="0"/>
            <a:t>st</a:t>
          </a:r>
          <a:r>
            <a:rPr lang="en-US" sz="2800" b="1" kern="1200" dirty="0"/>
            <a:t> value    of y</a:t>
          </a:r>
          <a:endParaRPr lang="en-US" sz="2800" b="1" kern="1200" dirty="0">
            <a:solidFill>
              <a:srgbClr val="FFFF00"/>
            </a:solidFill>
          </a:endParaRPr>
        </a:p>
      </dsp:txBody>
      <dsp:txXfrm>
        <a:off x="5771385" y="72502"/>
        <a:ext cx="1994546" cy="860835"/>
      </dsp:txXfrm>
    </dsp:sp>
    <dsp:sp modelId="{2C8919B2-9A29-4B7C-B580-1CADFBED59E0}">
      <dsp:nvSpPr>
        <dsp:cNvPr id="0" name=""/>
        <dsp:cNvSpPr/>
      </dsp:nvSpPr>
      <dsp:spPr>
        <a:xfrm>
          <a:off x="7997525" y="248954"/>
          <a:ext cx="434199" cy="507931"/>
        </a:xfrm>
        <a:prstGeom prst="rightArrow">
          <a:avLst>
            <a:gd name="adj1" fmla="val 60000"/>
            <a:gd name="adj2" fmla="val 50000"/>
          </a:avLst>
        </a:prstGeom>
        <a:solidFill>
          <a:schemeClr val="accent5">
            <a:hueOff val="-2047456"/>
            <a:satOff val="-41324"/>
            <a:lumOff val="-3136"/>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b="1" kern="1200"/>
        </a:p>
      </dsp:txBody>
      <dsp:txXfrm>
        <a:off x="7997525" y="350540"/>
        <a:ext cx="303939" cy="304759"/>
      </dsp:txXfrm>
    </dsp:sp>
    <dsp:sp modelId="{FF7AE4D5-99CD-430E-997C-4D9624DA75B6}">
      <dsp:nvSpPr>
        <dsp:cNvPr id="0" name=""/>
        <dsp:cNvSpPr/>
      </dsp:nvSpPr>
      <dsp:spPr>
        <a:xfrm>
          <a:off x="8611958" y="45720"/>
          <a:ext cx="2048110" cy="914399"/>
        </a:xfrm>
        <a:prstGeom prst="roundRect">
          <a:avLst>
            <a:gd name="adj" fmla="val 10000"/>
          </a:avLst>
        </a:prstGeom>
        <a:solidFill>
          <a:schemeClr val="accent5">
            <a:hueOff val="-2047456"/>
            <a:satOff val="-41324"/>
            <a:lumOff val="-3136"/>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kern="1200" dirty="0">
              <a:solidFill>
                <a:schemeClr val="bg1"/>
              </a:solidFill>
            </a:rPr>
            <a:t>M+</a:t>
          </a:r>
        </a:p>
      </dsp:txBody>
      <dsp:txXfrm>
        <a:off x="8638740" y="72502"/>
        <a:ext cx="1994546" cy="86083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C0BE8A-A50D-459F-8803-8F629D24FD59}">
      <dsp:nvSpPr>
        <dsp:cNvPr id="0" name=""/>
        <dsp:cNvSpPr/>
      </dsp:nvSpPr>
      <dsp:spPr>
        <a:xfrm>
          <a:off x="9894" y="45720"/>
          <a:ext cx="2048110" cy="914399"/>
        </a:xfrm>
        <a:prstGeom prst="roundRect">
          <a:avLst>
            <a:gd name="adj" fmla="val 10000"/>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t>2</a:t>
          </a:r>
          <a:r>
            <a:rPr lang="en-US" sz="2800" b="1" kern="1200" baseline="30000" dirty="0"/>
            <a:t>nd</a:t>
          </a:r>
          <a:r>
            <a:rPr lang="en-US" sz="2800" b="1" kern="1200" dirty="0"/>
            <a:t> value   of x</a:t>
          </a:r>
        </a:p>
      </dsp:txBody>
      <dsp:txXfrm>
        <a:off x="36676" y="72502"/>
        <a:ext cx="1994546" cy="860835"/>
      </dsp:txXfrm>
    </dsp:sp>
    <dsp:sp modelId="{44BA6F07-9809-453E-B5B3-AB636F82DB9E}">
      <dsp:nvSpPr>
        <dsp:cNvPr id="0" name=""/>
        <dsp:cNvSpPr/>
      </dsp:nvSpPr>
      <dsp:spPr>
        <a:xfrm>
          <a:off x="2262815" y="248954"/>
          <a:ext cx="434199" cy="507931"/>
        </a:xfrm>
        <a:prstGeom prst="rightArrow">
          <a:avLst>
            <a:gd name="adj1" fmla="val 60000"/>
            <a:gd name="adj2" fmla="val 50000"/>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b="1" kern="1200"/>
        </a:p>
      </dsp:txBody>
      <dsp:txXfrm>
        <a:off x="2262815" y="350540"/>
        <a:ext cx="303939" cy="304759"/>
      </dsp:txXfrm>
    </dsp:sp>
    <dsp:sp modelId="{C1D3A877-193E-433E-996E-DE3797C7F529}">
      <dsp:nvSpPr>
        <dsp:cNvPr id="0" name=""/>
        <dsp:cNvSpPr/>
      </dsp:nvSpPr>
      <dsp:spPr>
        <a:xfrm>
          <a:off x="2877248" y="45720"/>
          <a:ext cx="2048110" cy="914399"/>
        </a:xfrm>
        <a:prstGeom prst="roundRect">
          <a:avLst>
            <a:gd name="adj" fmla="val 10000"/>
          </a:avLst>
        </a:prstGeom>
        <a:solidFill>
          <a:schemeClr val="accent5">
            <a:hueOff val="-682485"/>
            <a:satOff val="-13775"/>
            <a:lumOff val="-1045"/>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kern="1200" dirty="0"/>
            <a:t>,</a:t>
          </a:r>
          <a:endParaRPr lang="en-US" sz="3600" b="1" kern="1200" dirty="0">
            <a:solidFill>
              <a:srgbClr val="FFFF00"/>
            </a:solidFill>
          </a:endParaRPr>
        </a:p>
      </dsp:txBody>
      <dsp:txXfrm>
        <a:off x="2904030" y="72502"/>
        <a:ext cx="1994546" cy="860835"/>
      </dsp:txXfrm>
    </dsp:sp>
    <dsp:sp modelId="{98B97CCD-AFF1-49BB-8170-C62165E0F732}">
      <dsp:nvSpPr>
        <dsp:cNvPr id="0" name=""/>
        <dsp:cNvSpPr/>
      </dsp:nvSpPr>
      <dsp:spPr>
        <a:xfrm>
          <a:off x="5130170" y="248954"/>
          <a:ext cx="434199" cy="507931"/>
        </a:xfrm>
        <a:prstGeom prst="rightArrow">
          <a:avLst>
            <a:gd name="adj1" fmla="val 60000"/>
            <a:gd name="adj2" fmla="val 50000"/>
          </a:avLst>
        </a:prstGeom>
        <a:solidFill>
          <a:schemeClr val="accent5">
            <a:hueOff val="-1023728"/>
            <a:satOff val="-20662"/>
            <a:lumOff val="-1568"/>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b="1" kern="1200"/>
        </a:p>
      </dsp:txBody>
      <dsp:txXfrm>
        <a:off x="5130170" y="350540"/>
        <a:ext cx="303939" cy="304759"/>
      </dsp:txXfrm>
    </dsp:sp>
    <dsp:sp modelId="{75494D80-AAE1-44AB-A5A1-D4E336C9A241}">
      <dsp:nvSpPr>
        <dsp:cNvPr id="0" name=""/>
        <dsp:cNvSpPr/>
      </dsp:nvSpPr>
      <dsp:spPr>
        <a:xfrm>
          <a:off x="5744603" y="45720"/>
          <a:ext cx="2048110" cy="914399"/>
        </a:xfrm>
        <a:prstGeom prst="roundRect">
          <a:avLst>
            <a:gd name="adj" fmla="val 10000"/>
          </a:avLst>
        </a:prstGeom>
        <a:solidFill>
          <a:schemeClr val="accent5">
            <a:hueOff val="-1364971"/>
            <a:satOff val="-27549"/>
            <a:lumOff val="-2091"/>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t>2</a:t>
          </a:r>
          <a:r>
            <a:rPr lang="en-US" sz="2800" b="1" kern="1200" baseline="30000" dirty="0"/>
            <a:t>nd</a:t>
          </a:r>
          <a:r>
            <a:rPr lang="en-US" sz="2800" b="1" kern="1200" dirty="0"/>
            <a:t> value   of y</a:t>
          </a:r>
          <a:endParaRPr lang="en-US" sz="2800" b="1" kern="1200" dirty="0">
            <a:solidFill>
              <a:srgbClr val="FFFF00"/>
            </a:solidFill>
          </a:endParaRPr>
        </a:p>
      </dsp:txBody>
      <dsp:txXfrm>
        <a:off x="5771385" y="72502"/>
        <a:ext cx="1994546" cy="860835"/>
      </dsp:txXfrm>
    </dsp:sp>
    <dsp:sp modelId="{2C8919B2-9A29-4B7C-B580-1CADFBED59E0}">
      <dsp:nvSpPr>
        <dsp:cNvPr id="0" name=""/>
        <dsp:cNvSpPr/>
      </dsp:nvSpPr>
      <dsp:spPr>
        <a:xfrm>
          <a:off x="7997525" y="248954"/>
          <a:ext cx="434199" cy="507931"/>
        </a:xfrm>
        <a:prstGeom prst="rightArrow">
          <a:avLst>
            <a:gd name="adj1" fmla="val 60000"/>
            <a:gd name="adj2" fmla="val 50000"/>
          </a:avLst>
        </a:prstGeom>
        <a:solidFill>
          <a:schemeClr val="accent5">
            <a:hueOff val="-2047456"/>
            <a:satOff val="-41324"/>
            <a:lumOff val="-3136"/>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b="1" kern="1200"/>
        </a:p>
      </dsp:txBody>
      <dsp:txXfrm>
        <a:off x="7997525" y="350540"/>
        <a:ext cx="303939" cy="304759"/>
      </dsp:txXfrm>
    </dsp:sp>
    <dsp:sp modelId="{FF7AE4D5-99CD-430E-997C-4D9624DA75B6}">
      <dsp:nvSpPr>
        <dsp:cNvPr id="0" name=""/>
        <dsp:cNvSpPr/>
      </dsp:nvSpPr>
      <dsp:spPr>
        <a:xfrm>
          <a:off x="8611958" y="45720"/>
          <a:ext cx="2048110" cy="914399"/>
        </a:xfrm>
        <a:prstGeom prst="roundRect">
          <a:avLst>
            <a:gd name="adj" fmla="val 10000"/>
          </a:avLst>
        </a:prstGeom>
        <a:solidFill>
          <a:schemeClr val="accent5">
            <a:hueOff val="-2047456"/>
            <a:satOff val="-41324"/>
            <a:lumOff val="-3136"/>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kern="1200" dirty="0">
              <a:solidFill>
                <a:schemeClr val="bg1"/>
              </a:solidFill>
            </a:rPr>
            <a:t>M+</a:t>
          </a:r>
        </a:p>
      </dsp:txBody>
      <dsp:txXfrm>
        <a:off x="8638740" y="72502"/>
        <a:ext cx="1994546" cy="860835"/>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C0BE8A-A50D-459F-8803-8F629D24FD59}">
      <dsp:nvSpPr>
        <dsp:cNvPr id="0" name=""/>
        <dsp:cNvSpPr/>
      </dsp:nvSpPr>
      <dsp:spPr>
        <a:xfrm>
          <a:off x="9894" y="45720"/>
          <a:ext cx="2048110" cy="914399"/>
        </a:xfrm>
        <a:prstGeom prst="roundRect">
          <a:avLst>
            <a:gd name="adj" fmla="val 10000"/>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t>Last value of x</a:t>
          </a:r>
        </a:p>
      </dsp:txBody>
      <dsp:txXfrm>
        <a:off x="36676" y="72502"/>
        <a:ext cx="1994546" cy="860835"/>
      </dsp:txXfrm>
    </dsp:sp>
    <dsp:sp modelId="{44BA6F07-9809-453E-B5B3-AB636F82DB9E}">
      <dsp:nvSpPr>
        <dsp:cNvPr id="0" name=""/>
        <dsp:cNvSpPr/>
      </dsp:nvSpPr>
      <dsp:spPr>
        <a:xfrm>
          <a:off x="2262815" y="248954"/>
          <a:ext cx="434199" cy="507931"/>
        </a:xfrm>
        <a:prstGeom prst="rightArrow">
          <a:avLst>
            <a:gd name="adj1" fmla="val 60000"/>
            <a:gd name="adj2" fmla="val 50000"/>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b="1" kern="1200"/>
        </a:p>
      </dsp:txBody>
      <dsp:txXfrm>
        <a:off x="2262815" y="350540"/>
        <a:ext cx="303939" cy="304759"/>
      </dsp:txXfrm>
    </dsp:sp>
    <dsp:sp modelId="{C1D3A877-193E-433E-996E-DE3797C7F529}">
      <dsp:nvSpPr>
        <dsp:cNvPr id="0" name=""/>
        <dsp:cNvSpPr/>
      </dsp:nvSpPr>
      <dsp:spPr>
        <a:xfrm>
          <a:off x="2877248" y="45720"/>
          <a:ext cx="2048110" cy="914399"/>
        </a:xfrm>
        <a:prstGeom prst="roundRect">
          <a:avLst>
            <a:gd name="adj" fmla="val 10000"/>
          </a:avLst>
        </a:prstGeom>
        <a:solidFill>
          <a:schemeClr val="accent5">
            <a:hueOff val="-682485"/>
            <a:satOff val="-13775"/>
            <a:lumOff val="-1045"/>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kern="1200" dirty="0"/>
            <a:t>,</a:t>
          </a:r>
          <a:endParaRPr lang="en-US" sz="3600" b="1" kern="1200" dirty="0">
            <a:solidFill>
              <a:srgbClr val="FFFF00"/>
            </a:solidFill>
          </a:endParaRPr>
        </a:p>
      </dsp:txBody>
      <dsp:txXfrm>
        <a:off x="2904030" y="72502"/>
        <a:ext cx="1994546" cy="860835"/>
      </dsp:txXfrm>
    </dsp:sp>
    <dsp:sp modelId="{98B97CCD-AFF1-49BB-8170-C62165E0F732}">
      <dsp:nvSpPr>
        <dsp:cNvPr id="0" name=""/>
        <dsp:cNvSpPr/>
      </dsp:nvSpPr>
      <dsp:spPr>
        <a:xfrm>
          <a:off x="5130170" y="248954"/>
          <a:ext cx="434199" cy="507931"/>
        </a:xfrm>
        <a:prstGeom prst="rightArrow">
          <a:avLst>
            <a:gd name="adj1" fmla="val 60000"/>
            <a:gd name="adj2" fmla="val 50000"/>
          </a:avLst>
        </a:prstGeom>
        <a:solidFill>
          <a:schemeClr val="accent5">
            <a:hueOff val="-1023728"/>
            <a:satOff val="-20662"/>
            <a:lumOff val="-1568"/>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b="1" kern="1200"/>
        </a:p>
      </dsp:txBody>
      <dsp:txXfrm>
        <a:off x="5130170" y="350540"/>
        <a:ext cx="303939" cy="304759"/>
      </dsp:txXfrm>
    </dsp:sp>
    <dsp:sp modelId="{75494D80-AAE1-44AB-A5A1-D4E336C9A241}">
      <dsp:nvSpPr>
        <dsp:cNvPr id="0" name=""/>
        <dsp:cNvSpPr/>
      </dsp:nvSpPr>
      <dsp:spPr>
        <a:xfrm>
          <a:off x="5744603" y="45720"/>
          <a:ext cx="2048110" cy="914399"/>
        </a:xfrm>
        <a:prstGeom prst="roundRect">
          <a:avLst>
            <a:gd name="adj" fmla="val 10000"/>
          </a:avLst>
        </a:prstGeom>
        <a:solidFill>
          <a:schemeClr val="accent5">
            <a:hueOff val="-1364971"/>
            <a:satOff val="-27549"/>
            <a:lumOff val="-2091"/>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t>Last value of y</a:t>
          </a:r>
          <a:endParaRPr lang="en-US" sz="2800" b="1" kern="1200" dirty="0">
            <a:solidFill>
              <a:srgbClr val="FFFF00"/>
            </a:solidFill>
          </a:endParaRPr>
        </a:p>
      </dsp:txBody>
      <dsp:txXfrm>
        <a:off x="5771385" y="72502"/>
        <a:ext cx="1994546" cy="860835"/>
      </dsp:txXfrm>
    </dsp:sp>
    <dsp:sp modelId="{2C8919B2-9A29-4B7C-B580-1CADFBED59E0}">
      <dsp:nvSpPr>
        <dsp:cNvPr id="0" name=""/>
        <dsp:cNvSpPr/>
      </dsp:nvSpPr>
      <dsp:spPr>
        <a:xfrm>
          <a:off x="7997525" y="248954"/>
          <a:ext cx="434199" cy="507931"/>
        </a:xfrm>
        <a:prstGeom prst="rightArrow">
          <a:avLst>
            <a:gd name="adj1" fmla="val 60000"/>
            <a:gd name="adj2" fmla="val 50000"/>
          </a:avLst>
        </a:prstGeom>
        <a:solidFill>
          <a:schemeClr val="accent5">
            <a:hueOff val="-2047456"/>
            <a:satOff val="-41324"/>
            <a:lumOff val="-3136"/>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b="1" kern="1200"/>
        </a:p>
      </dsp:txBody>
      <dsp:txXfrm>
        <a:off x="7997525" y="350540"/>
        <a:ext cx="303939" cy="304759"/>
      </dsp:txXfrm>
    </dsp:sp>
    <dsp:sp modelId="{FF7AE4D5-99CD-430E-997C-4D9624DA75B6}">
      <dsp:nvSpPr>
        <dsp:cNvPr id="0" name=""/>
        <dsp:cNvSpPr/>
      </dsp:nvSpPr>
      <dsp:spPr>
        <a:xfrm>
          <a:off x="8611958" y="45720"/>
          <a:ext cx="2048110" cy="914399"/>
        </a:xfrm>
        <a:prstGeom prst="roundRect">
          <a:avLst>
            <a:gd name="adj" fmla="val 10000"/>
          </a:avLst>
        </a:prstGeom>
        <a:solidFill>
          <a:schemeClr val="accent5">
            <a:hueOff val="-2047456"/>
            <a:satOff val="-41324"/>
            <a:lumOff val="-3136"/>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kern="1200" dirty="0">
              <a:solidFill>
                <a:schemeClr val="bg1"/>
              </a:solidFill>
            </a:rPr>
            <a:t>M+</a:t>
          </a:r>
        </a:p>
      </dsp:txBody>
      <dsp:txXfrm>
        <a:off x="8638740" y="72502"/>
        <a:ext cx="1994546" cy="860835"/>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C0BE8A-A50D-459F-8803-8F629D24FD59}">
      <dsp:nvSpPr>
        <dsp:cNvPr id="0" name=""/>
        <dsp:cNvSpPr/>
      </dsp:nvSpPr>
      <dsp:spPr>
        <a:xfrm>
          <a:off x="0" y="0"/>
          <a:ext cx="2050112" cy="1005840"/>
        </a:xfrm>
        <a:prstGeom prst="roundRect">
          <a:avLst>
            <a:gd name="adj" fmla="val 10000"/>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kern="1200" dirty="0"/>
            <a:t>Shift</a:t>
          </a:r>
        </a:p>
      </dsp:txBody>
      <dsp:txXfrm>
        <a:off x="29460" y="29460"/>
        <a:ext cx="1991192" cy="946920"/>
      </dsp:txXfrm>
    </dsp:sp>
    <dsp:sp modelId="{44BA6F07-9809-453E-B5B3-AB636F82DB9E}">
      <dsp:nvSpPr>
        <dsp:cNvPr id="0" name=""/>
        <dsp:cNvSpPr/>
      </dsp:nvSpPr>
      <dsp:spPr>
        <a:xfrm>
          <a:off x="2256296" y="248706"/>
          <a:ext cx="437108" cy="508427"/>
        </a:xfrm>
        <a:prstGeom prst="rightArrow">
          <a:avLst>
            <a:gd name="adj1" fmla="val 60000"/>
            <a:gd name="adj2" fmla="val 50000"/>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b="1" kern="1200"/>
        </a:p>
      </dsp:txBody>
      <dsp:txXfrm>
        <a:off x="2256296" y="350391"/>
        <a:ext cx="305976" cy="305057"/>
      </dsp:txXfrm>
    </dsp:sp>
    <dsp:sp modelId="{C1D3A877-193E-433E-996E-DE3797C7F529}">
      <dsp:nvSpPr>
        <dsp:cNvPr id="0" name=""/>
        <dsp:cNvSpPr/>
      </dsp:nvSpPr>
      <dsp:spPr>
        <a:xfrm>
          <a:off x="2874846" y="0"/>
          <a:ext cx="2050112" cy="1005840"/>
        </a:xfrm>
        <a:prstGeom prst="roundRect">
          <a:avLst>
            <a:gd name="adj" fmla="val 10000"/>
          </a:avLst>
        </a:prstGeom>
        <a:solidFill>
          <a:schemeClr val="accent5">
            <a:hueOff val="-682485"/>
            <a:satOff val="-13775"/>
            <a:lumOff val="-1045"/>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kern="1200" dirty="0"/>
            <a:t>1</a:t>
          </a:r>
        </a:p>
      </dsp:txBody>
      <dsp:txXfrm>
        <a:off x="2904306" y="29460"/>
        <a:ext cx="1991192" cy="946920"/>
      </dsp:txXfrm>
    </dsp:sp>
    <dsp:sp modelId="{98B97CCD-AFF1-49BB-8170-C62165E0F732}">
      <dsp:nvSpPr>
        <dsp:cNvPr id="0" name=""/>
        <dsp:cNvSpPr/>
      </dsp:nvSpPr>
      <dsp:spPr>
        <a:xfrm>
          <a:off x="5129970" y="248706"/>
          <a:ext cx="434623" cy="508427"/>
        </a:xfrm>
        <a:prstGeom prst="rightArrow">
          <a:avLst>
            <a:gd name="adj1" fmla="val 60000"/>
            <a:gd name="adj2" fmla="val 50000"/>
          </a:avLst>
        </a:prstGeom>
        <a:solidFill>
          <a:schemeClr val="accent5">
            <a:hueOff val="-1023728"/>
            <a:satOff val="-20662"/>
            <a:lumOff val="-1568"/>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b="1" kern="1200"/>
        </a:p>
      </dsp:txBody>
      <dsp:txXfrm>
        <a:off x="5129970" y="350391"/>
        <a:ext cx="304236" cy="305057"/>
      </dsp:txXfrm>
    </dsp:sp>
    <dsp:sp modelId="{A7280906-DE55-492D-B5CB-040475BA6CF7}">
      <dsp:nvSpPr>
        <dsp:cNvPr id="0" name=""/>
        <dsp:cNvSpPr/>
      </dsp:nvSpPr>
      <dsp:spPr>
        <a:xfrm>
          <a:off x="5745004" y="0"/>
          <a:ext cx="2050112" cy="1005840"/>
        </a:xfrm>
        <a:prstGeom prst="roundRect">
          <a:avLst>
            <a:gd name="adj" fmla="val 10000"/>
          </a:avLst>
        </a:prstGeom>
        <a:solidFill>
          <a:schemeClr val="accent5">
            <a:hueOff val="-1364971"/>
            <a:satOff val="-27549"/>
            <a:lumOff val="-2091"/>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kern="1200" dirty="0"/>
            <a:t>Digit</a:t>
          </a:r>
        </a:p>
      </dsp:txBody>
      <dsp:txXfrm>
        <a:off x="5774464" y="29460"/>
        <a:ext cx="1991192" cy="946920"/>
      </dsp:txXfrm>
    </dsp:sp>
    <dsp:sp modelId="{0B22A032-D8BA-41D9-8980-1ED515E23209}">
      <dsp:nvSpPr>
        <dsp:cNvPr id="0" name=""/>
        <dsp:cNvSpPr/>
      </dsp:nvSpPr>
      <dsp:spPr>
        <a:xfrm>
          <a:off x="8000127" y="248706"/>
          <a:ext cx="434623" cy="508427"/>
        </a:xfrm>
        <a:prstGeom prst="rightArrow">
          <a:avLst>
            <a:gd name="adj1" fmla="val 60000"/>
            <a:gd name="adj2" fmla="val 50000"/>
          </a:avLst>
        </a:prstGeom>
        <a:solidFill>
          <a:schemeClr val="accent5">
            <a:hueOff val="-2047456"/>
            <a:satOff val="-41324"/>
            <a:lumOff val="-3136"/>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b="1" kern="1200"/>
        </a:p>
      </dsp:txBody>
      <dsp:txXfrm>
        <a:off x="8000127" y="350391"/>
        <a:ext cx="304236" cy="305057"/>
      </dsp:txXfrm>
    </dsp:sp>
    <dsp:sp modelId="{E92B4EFD-C544-41C7-9D79-34EBAB47E99F}">
      <dsp:nvSpPr>
        <dsp:cNvPr id="0" name=""/>
        <dsp:cNvSpPr/>
      </dsp:nvSpPr>
      <dsp:spPr>
        <a:xfrm>
          <a:off x="8615161" y="0"/>
          <a:ext cx="2050112" cy="1005840"/>
        </a:xfrm>
        <a:prstGeom prst="roundRect">
          <a:avLst>
            <a:gd name="adj" fmla="val 10000"/>
          </a:avLst>
        </a:prstGeom>
        <a:solidFill>
          <a:schemeClr val="accent5">
            <a:hueOff val="-2047456"/>
            <a:satOff val="-41324"/>
            <a:lumOff val="-3136"/>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kern="1200" dirty="0"/>
            <a:t>=</a:t>
          </a:r>
        </a:p>
      </dsp:txBody>
      <dsp:txXfrm>
        <a:off x="8644621" y="29460"/>
        <a:ext cx="1991192" cy="94692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490075-3CCB-4E08-A331-236FAED0D33C}">
      <dsp:nvSpPr>
        <dsp:cNvPr id="0" name=""/>
        <dsp:cNvSpPr/>
      </dsp:nvSpPr>
      <dsp:spPr>
        <a:xfrm>
          <a:off x="8000" y="0"/>
          <a:ext cx="1603258" cy="1005840"/>
        </a:xfrm>
        <a:prstGeom prst="roundRect">
          <a:avLst>
            <a:gd name="adj" fmla="val 10000"/>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b="1" kern="1200" dirty="0"/>
            <a:t>Shift</a:t>
          </a:r>
        </a:p>
      </dsp:txBody>
      <dsp:txXfrm>
        <a:off x="37460" y="29460"/>
        <a:ext cx="1544338" cy="946920"/>
      </dsp:txXfrm>
    </dsp:sp>
    <dsp:sp modelId="{CC967DED-7155-44D0-B814-E69C027BFE20}">
      <dsp:nvSpPr>
        <dsp:cNvPr id="0" name=""/>
        <dsp:cNvSpPr/>
      </dsp:nvSpPr>
      <dsp:spPr>
        <a:xfrm>
          <a:off x="1771584" y="304115"/>
          <a:ext cx="339890" cy="397608"/>
        </a:xfrm>
        <a:prstGeom prst="rightArrow">
          <a:avLst>
            <a:gd name="adj1" fmla="val 60000"/>
            <a:gd name="adj2" fmla="val 50000"/>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a:off x="1771584" y="383637"/>
        <a:ext cx="237923" cy="238564"/>
      </dsp:txXfrm>
    </dsp:sp>
    <dsp:sp modelId="{2117E75B-D0D7-4BA1-98AC-725EA941D7C5}">
      <dsp:nvSpPr>
        <dsp:cNvPr id="0" name=""/>
        <dsp:cNvSpPr/>
      </dsp:nvSpPr>
      <dsp:spPr>
        <a:xfrm>
          <a:off x="2252562" y="0"/>
          <a:ext cx="1603258" cy="1005840"/>
        </a:xfrm>
        <a:prstGeom prst="roundRect">
          <a:avLst>
            <a:gd name="adj" fmla="val 10000"/>
          </a:avLst>
        </a:prstGeom>
        <a:solidFill>
          <a:schemeClr val="accent5">
            <a:hueOff val="-511864"/>
            <a:satOff val="-10331"/>
            <a:lumOff val="-784"/>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b="1" kern="1200" dirty="0"/>
            <a:t>1</a:t>
          </a:r>
        </a:p>
      </dsp:txBody>
      <dsp:txXfrm>
        <a:off x="2282022" y="29460"/>
        <a:ext cx="1544338" cy="946920"/>
      </dsp:txXfrm>
    </dsp:sp>
    <dsp:sp modelId="{D66E8FE2-6FFD-4E71-8809-FA2BEDBE9684}">
      <dsp:nvSpPr>
        <dsp:cNvPr id="0" name=""/>
        <dsp:cNvSpPr/>
      </dsp:nvSpPr>
      <dsp:spPr>
        <a:xfrm>
          <a:off x="4011181" y="304115"/>
          <a:ext cx="329364" cy="397608"/>
        </a:xfrm>
        <a:prstGeom prst="rightArrow">
          <a:avLst>
            <a:gd name="adj1" fmla="val 60000"/>
            <a:gd name="adj2" fmla="val 50000"/>
          </a:avLst>
        </a:prstGeom>
        <a:solidFill>
          <a:schemeClr val="accent5">
            <a:hueOff val="-682485"/>
            <a:satOff val="-13775"/>
            <a:lumOff val="-1045"/>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a:off x="4011181" y="383637"/>
        <a:ext cx="230555" cy="238564"/>
      </dsp:txXfrm>
    </dsp:sp>
    <dsp:sp modelId="{2DC0BE8A-A50D-459F-8803-8F629D24FD59}">
      <dsp:nvSpPr>
        <dsp:cNvPr id="0" name=""/>
        <dsp:cNvSpPr/>
      </dsp:nvSpPr>
      <dsp:spPr>
        <a:xfrm>
          <a:off x="4477262" y="0"/>
          <a:ext cx="1630289" cy="1005840"/>
        </a:xfrm>
        <a:prstGeom prst="roundRect">
          <a:avLst>
            <a:gd name="adj" fmla="val 10000"/>
          </a:avLst>
        </a:prstGeom>
        <a:solidFill>
          <a:schemeClr val="accent5">
            <a:hueOff val="-1023728"/>
            <a:satOff val="-20662"/>
            <a:lumOff val="-1568"/>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b="1" kern="1200" dirty="0"/>
            <a:t>Right side</a:t>
          </a:r>
        </a:p>
      </dsp:txBody>
      <dsp:txXfrm>
        <a:off x="4506722" y="29460"/>
        <a:ext cx="1571369" cy="946920"/>
      </dsp:txXfrm>
    </dsp:sp>
    <dsp:sp modelId="{44BA6F07-9809-453E-B5B3-AB636F82DB9E}">
      <dsp:nvSpPr>
        <dsp:cNvPr id="0" name=""/>
        <dsp:cNvSpPr/>
      </dsp:nvSpPr>
      <dsp:spPr>
        <a:xfrm>
          <a:off x="6272843" y="304115"/>
          <a:ext cx="350417" cy="397608"/>
        </a:xfrm>
        <a:prstGeom prst="rightArrow">
          <a:avLst>
            <a:gd name="adj1" fmla="val 60000"/>
            <a:gd name="adj2" fmla="val 50000"/>
          </a:avLst>
        </a:prstGeom>
        <a:solidFill>
          <a:schemeClr val="accent5">
            <a:hueOff val="-1364971"/>
            <a:satOff val="-27549"/>
            <a:lumOff val="-2091"/>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b="1" kern="1200"/>
        </a:p>
      </dsp:txBody>
      <dsp:txXfrm>
        <a:off x="6272843" y="383637"/>
        <a:ext cx="245292" cy="238564"/>
      </dsp:txXfrm>
    </dsp:sp>
    <dsp:sp modelId="{A7280906-DE55-492D-B5CB-040475BA6CF7}">
      <dsp:nvSpPr>
        <dsp:cNvPr id="0" name=""/>
        <dsp:cNvSpPr/>
      </dsp:nvSpPr>
      <dsp:spPr>
        <a:xfrm>
          <a:off x="6768716" y="0"/>
          <a:ext cx="1649768" cy="1005840"/>
        </a:xfrm>
        <a:prstGeom prst="roundRect">
          <a:avLst>
            <a:gd name="adj" fmla="val 10000"/>
          </a:avLst>
        </a:prstGeom>
        <a:solidFill>
          <a:schemeClr val="accent5">
            <a:hueOff val="-1535592"/>
            <a:satOff val="-30993"/>
            <a:lumOff val="-2352"/>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kern="1200" dirty="0"/>
            <a:t>Digit</a:t>
          </a:r>
        </a:p>
      </dsp:txBody>
      <dsp:txXfrm>
        <a:off x="6798176" y="29460"/>
        <a:ext cx="1590848" cy="946920"/>
      </dsp:txXfrm>
    </dsp:sp>
    <dsp:sp modelId="{F89185C1-F6BD-43BF-9339-92DE8E29064E}">
      <dsp:nvSpPr>
        <dsp:cNvPr id="0" name=""/>
        <dsp:cNvSpPr/>
      </dsp:nvSpPr>
      <dsp:spPr>
        <a:xfrm>
          <a:off x="8578811" y="304115"/>
          <a:ext cx="339890" cy="397608"/>
        </a:xfrm>
        <a:prstGeom prst="rightArrow">
          <a:avLst>
            <a:gd name="adj1" fmla="val 60000"/>
            <a:gd name="adj2" fmla="val 50000"/>
          </a:avLst>
        </a:prstGeom>
        <a:solidFill>
          <a:schemeClr val="accent5">
            <a:hueOff val="-2047456"/>
            <a:satOff val="-41324"/>
            <a:lumOff val="-3136"/>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b="1" kern="1200"/>
        </a:p>
      </dsp:txBody>
      <dsp:txXfrm>
        <a:off x="8578811" y="383637"/>
        <a:ext cx="237923" cy="238564"/>
      </dsp:txXfrm>
    </dsp:sp>
    <dsp:sp modelId="{12B9467C-0CAF-489E-ADDA-9ABF5B2734E4}">
      <dsp:nvSpPr>
        <dsp:cNvPr id="0" name=""/>
        <dsp:cNvSpPr/>
      </dsp:nvSpPr>
      <dsp:spPr>
        <a:xfrm>
          <a:off x="9059788" y="0"/>
          <a:ext cx="1603258" cy="1005840"/>
        </a:xfrm>
        <a:prstGeom prst="roundRect">
          <a:avLst>
            <a:gd name="adj" fmla="val 10000"/>
          </a:avLst>
        </a:prstGeom>
        <a:solidFill>
          <a:schemeClr val="accent5">
            <a:hueOff val="-2047456"/>
            <a:satOff val="-41324"/>
            <a:lumOff val="-3136"/>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kern="1200" dirty="0"/>
            <a:t>=</a:t>
          </a:r>
        </a:p>
      </dsp:txBody>
      <dsp:txXfrm>
        <a:off x="9089248" y="29460"/>
        <a:ext cx="1544338" cy="94692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C0BE8A-A50D-459F-8803-8F629D24FD59}">
      <dsp:nvSpPr>
        <dsp:cNvPr id="0" name=""/>
        <dsp:cNvSpPr/>
      </dsp:nvSpPr>
      <dsp:spPr>
        <a:xfrm>
          <a:off x="0" y="0"/>
          <a:ext cx="1833685" cy="1005840"/>
        </a:xfrm>
        <a:prstGeom prst="roundRect">
          <a:avLst>
            <a:gd name="adj" fmla="val 10000"/>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kern="1200" dirty="0"/>
            <a:t>Shift</a:t>
          </a:r>
        </a:p>
      </dsp:txBody>
      <dsp:txXfrm>
        <a:off x="29460" y="29460"/>
        <a:ext cx="1774765" cy="946920"/>
      </dsp:txXfrm>
    </dsp:sp>
    <dsp:sp modelId="{44BA6F07-9809-453E-B5B3-AB636F82DB9E}">
      <dsp:nvSpPr>
        <dsp:cNvPr id="0" name=""/>
        <dsp:cNvSpPr/>
      </dsp:nvSpPr>
      <dsp:spPr>
        <a:xfrm>
          <a:off x="2015309" y="280739"/>
          <a:ext cx="385041" cy="444360"/>
        </a:xfrm>
        <a:prstGeom prst="rightArrow">
          <a:avLst>
            <a:gd name="adj1" fmla="val 60000"/>
            <a:gd name="adj2" fmla="val 50000"/>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b="1" kern="1200"/>
        </a:p>
      </dsp:txBody>
      <dsp:txXfrm>
        <a:off x="2015309" y="369611"/>
        <a:ext cx="269529" cy="266616"/>
      </dsp:txXfrm>
    </dsp:sp>
    <dsp:sp modelId="{C1D3A877-193E-433E-996E-DE3797C7F529}">
      <dsp:nvSpPr>
        <dsp:cNvPr id="0" name=""/>
        <dsp:cNvSpPr/>
      </dsp:nvSpPr>
      <dsp:spPr>
        <a:xfrm>
          <a:off x="2560179" y="0"/>
          <a:ext cx="1791776" cy="1005840"/>
        </a:xfrm>
        <a:prstGeom prst="roundRect">
          <a:avLst>
            <a:gd name="adj" fmla="val 10000"/>
          </a:avLst>
        </a:prstGeom>
        <a:solidFill>
          <a:schemeClr val="accent5">
            <a:hueOff val="-511864"/>
            <a:satOff val="-10331"/>
            <a:lumOff val="-784"/>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kern="1200" dirty="0"/>
            <a:t>2</a:t>
          </a:r>
        </a:p>
      </dsp:txBody>
      <dsp:txXfrm>
        <a:off x="2589639" y="29460"/>
        <a:ext cx="1732856" cy="946920"/>
      </dsp:txXfrm>
    </dsp:sp>
    <dsp:sp modelId="{98B97CCD-AFF1-49BB-8170-C62165E0F732}">
      <dsp:nvSpPr>
        <dsp:cNvPr id="0" name=""/>
        <dsp:cNvSpPr/>
      </dsp:nvSpPr>
      <dsp:spPr>
        <a:xfrm>
          <a:off x="4531133" y="280739"/>
          <a:ext cx="379856" cy="444360"/>
        </a:xfrm>
        <a:prstGeom prst="rightArrow">
          <a:avLst>
            <a:gd name="adj1" fmla="val 60000"/>
            <a:gd name="adj2" fmla="val 50000"/>
          </a:avLst>
        </a:prstGeom>
        <a:solidFill>
          <a:schemeClr val="accent5">
            <a:hueOff val="-682485"/>
            <a:satOff val="-13775"/>
            <a:lumOff val="-1045"/>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b="1" kern="1200"/>
        </a:p>
      </dsp:txBody>
      <dsp:txXfrm>
        <a:off x="4531133" y="369611"/>
        <a:ext cx="265899" cy="266616"/>
      </dsp:txXfrm>
    </dsp:sp>
    <dsp:sp modelId="{A7280906-DE55-492D-B5CB-040475BA6CF7}">
      <dsp:nvSpPr>
        <dsp:cNvPr id="0" name=""/>
        <dsp:cNvSpPr/>
      </dsp:nvSpPr>
      <dsp:spPr>
        <a:xfrm>
          <a:off x="5068666" y="0"/>
          <a:ext cx="1791776" cy="1005840"/>
        </a:xfrm>
        <a:prstGeom prst="roundRect">
          <a:avLst>
            <a:gd name="adj" fmla="val 10000"/>
          </a:avLst>
        </a:prstGeom>
        <a:solidFill>
          <a:schemeClr val="accent5">
            <a:hueOff val="-1023728"/>
            <a:satOff val="-20662"/>
            <a:lumOff val="-1568"/>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t>Right side            2 times</a:t>
          </a:r>
        </a:p>
      </dsp:txBody>
      <dsp:txXfrm>
        <a:off x="5098126" y="29460"/>
        <a:ext cx="1732856" cy="946920"/>
      </dsp:txXfrm>
    </dsp:sp>
    <dsp:sp modelId="{EE278DE9-2FD7-4E9F-964F-D06A7AEA7EF1}">
      <dsp:nvSpPr>
        <dsp:cNvPr id="0" name=""/>
        <dsp:cNvSpPr/>
      </dsp:nvSpPr>
      <dsp:spPr>
        <a:xfrm>
          <a:off x="7039620" y="280739"/>
          <a:ext cx="379856" cy="444360"/>
        </a:xfrm>
        <a:prstGeom prst="rightArrow">
          <a:avLst>
            <a:gd name="adj1" fmla="val 60000"/>
            <a:gd name="adj2" fmla="val 50000"/>
          </a:avLst>
        </a:prstGeom>
        <a:solidFill>
          <a:schemeClr val="accent5">
            <a:hueOff val="-1364971"/>
            <a:satOff val="-27549"/>
            <a:lumOff val="-2091"/>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b="1" kern="1200"/>
        </a:p>
      </dsp:txBody>
      <dsp:txXfrm>
        <a:off x="7039620" y="369611"/>
        <a:ext cx="265899" cy="266616"/>
      </dsp:txXfrm>
    </dsp:sp>
    <dsp:sp modelId="{F2D91B32-5FAB-464F-AFF0-3061A61BCF77}">
      <dsp:nvSpPr>
        <dsp:cNvPr id="0" name=""/>
        <dsp:cNvSpPr/>
      </dsp:nvSpPr>
      <dsp:spPr>
        <a:xfrm>
          <a:off x="7577153" y="0"/>
          <a:ext cx="1791776" cy="1005840"/>
        </a:xfrm>
        <a:prstGeom prst="roundRect">
          <a:avLst>
            <a:gd name="adj" fmla="val 10000"/>
          </a:avLst>
        </a:prstGeom>
        <a:solidFill>
          <a:schemeClr val="accent5">
            <a:hueOff val="-1535592"/>
            <a:satOff val="-30993"/>
            <a:lumOff val="-2352"/>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kern="1200" dirty="0"/>
            <a:t>3</a:t>
          </a:r>
        </a:p>
      </dsp:txBody>
      <dsp:txXfrm>
        <a:off x="7606613" y="29460"/>
        <a:ext cx="1732856" cy="946920"/>
      </dsp:txXfrm>
    </dsp:sp>
    <dsp:sp modelId="{F529AC4C-6940-442E-AD90-CB16FE443101}">
      <dsp:nvSpPr>
        <dsp:cNvPr id="0" name=""/>
        <dsp:cNvSpPr/>
      </dsp:nvSpPr>
      <dsp:spPr>
        <a:xfrm>
          <a:off x="9548107" y="280739"/>
          <a:ext cx="379856" cy="444360"/>
        </a:xfrm>
        <a:prstGeom prst="rightArrow">
          <a:avLst>
            <a:gd name="adj1" fmla="val 60000"/>
            <a:gd name="adj2" fmla="val 50000"/>
          </a:avLst>
        </a:prstGeom>
        <a:solidFill>
          <a:schemeClr val="accent5">
            <a:hueOff val="-2047456"/>
            <a:satOff val="-41324"/>
            <a:lumOff val="-3136"/>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9548107" y="369611"/>
        <a:ext cx="265899" cy="266616"/>
      </dsp:txXfrm>
    </dsp:sp>
    <dsp:sp modelId="{5627E902-CF83-4687-B9C6-4920488473F8}">
      <dsp:nvSpPr>
        <dsp:cNvPr id="0" name=""/>
        <dsp:cNvSpPr/>
      </dsp:nvSpPr>
      <dsp:spPr>
        <a:xfrm>
          <a:off x="10085640" y="0"/>
          <a:ext cx="1791776" cy="1005840"/>
        </a:xfrm>
        <a:prstGeom prst="roundRect">
          <a:avLst>
            <a:gd name="adj" fmla="val 10000"/>
          </a:avLst>
        </a:prstGeom>
        <a:solidFill>
          <a:schemeClr val="accent5">
            <a:hueOff val="-2047456"/>
            <a:satOff val="-41324"/>
            <a:lumOff val="-3136"/>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kern="1200" dirty="0"/>
            <a:t>=</a:t>
          </a:r>
        </a:p>
      </dsp:txBody>
      <dsp:txXfrm>
        <a:off x="10115100" y="29460"/>
        <a:ext cx="1732856" cy="946920"/>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9CA935-CE76-4A66-AF37-5C242712231E}">
      <dsp:nvSpPr>
        <dsp:cNvPr id="0" name=""/>
        <dsp:cNvSpPr/>
      </dsp:nvSpPr>
      <dsp:spPr>
        <a:xfrm rot="16200000">
          <a:off x="914400" y="-914400"/>
          <a:ext cx="2286000" cy="4114800"/>
        </a:xfrm>
        <a:prstGeom prst="round1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4480" tIns="284480" rIns="284480" bIns="284480" numCol="1" spcCol="1270" anchor="ctr" anchorCtr="0">
          <a:noAutofit/>
        </a:bodyPr>
        <a:lstStyle/>
        <a:p>
          <a:pPr marL="0" lvl="0" indent="0" algn="ctr" defTabSz="1778000">
            <a:lnSpc>
              <a:spcPct val="90000"/>
            </a:lnSpc>
            <a:spcBef>
              <a:spcPct val="0"/>
            </a:spcBef>
            <a:spcAft>
              <a:spcPct val="35000"/>
            </a:spcAft>
            <a:buNone/>
          </a:pPr>
          <a:r>
            <a:rPr lang="en-US" sz="4000" b="1" kern="1200" dirty="0"/>
            <a:t>Simple</a:t>
          </a:r>
        </a:p>
        <a:p>
          <a:pPr marL="0" lvl="0" indent="0" algn="ctr" defTabSz="1778000">
            <a:lnSpc>
              <a:spcPct val="90000"/>
            </a:lnSpc>
            <a:spcBef>
              <a:spcPct val="0"/>
            </a:spcBef>
            <a:spcAft>
              <a:spcPct val="35000"/>
            </a:spcAft>
            <a:buNone/>
          </a:pPr>
          <a:r>
            <a:rPr lang="en-US" sz="4000" b="1" kern="1200" dirty="0"/>
            <a:t>Regression</a:t>
          </a:r>
        </a:p>
      </dsp:txBody>
      <dsp:txXfrm rot="5400000">
        <a:off x="-1" y="1"/>
        <a:ext cx="4114800" cy="1714500"/>
      </dsp:txXfrm>
    </dsp:sp>
    <dsp:sp modelId="{8BA80FDA-357D-4628-B28C-52B661E0995A}">
      <dsp:nvSpPr>
        <dsp:cNvPr id="0" name=""/>
        <dsp:cNvSpPr/>
      </dsp:nvSpPr>
      <dsp:spPr>
        <a:xfrm>
          <a:off x="4114800" y="0"/>
          <a:ext cx="4114800" cy="2286000"/>
        </a:xfrm>
        <a:prstGeom prst="round1Rect">
          <a:avLst/>
        </a:prstGeom>
        <a:solidFill>
          <a:schemeClr val="accent5">
            <a:hueOff val="-682485"/>
            <a:satOff val="-13775"/>
            <a:lumOff val="-104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4480" tIns="284480" rIns="284480" bIns="284480" numCol="1" spcCol="1270" anchor="ctr" anchorCtr="0">
          <a:noAutofit/>
        </a:bodyPr>
        <a:lstStyle/>
        <a:p>
          <a:pPr marL="0" lvl="0" indent="0" algn="ctr" defTabSz="1778000">
            <a:lnSpc>
              <a:spcPct val="90000"/>
            </a:lnSpc>
            <a:spcBef>
              <a:spcPct val="0"/>
            </a:spcBef>
            <a:spcAft>
              <a:spcPct val="35000"/>
            </a:spcAft>
            <a:buNone/>
          </a:pPr>
          <a:r>
            <a:rPr lang="en-US" sz="4000" b="1" kern="1200" dirty="0"/>
            <a:t>Multiple</a:t>
          </a:r>
        </a:p>
        <a:p>
          <a:pPr marL="0" lvl="0" indent="0" algn="ctr" defTabSz="1778000">
            <a:lnSpc>
              <a:spcPct val="90000"/>
            </a:lnSpc>
            <a:spcBef>
              <a:spcPct val="0"/>
            </a:spcBef>
            <a:spcAft>
              <a:spcPct val="35000"/>
            </a:spcAft>
            <a:buNone/>
          </a:pPr>
          <a:r>
            <a:rPr lang="en-US" sz="4000" b="1" kern="1200" dirty="0"/>
            <a:t>Regression</a:t>
          </a:r>
        </a:p>
      </dsp:txBody>
      <dsp:txXfrm>
        <a:off x="4114800" y="0"/>
        <a:ext cx="4114800" cy="1714500"/>
      </dsp:txXfrm>
    </dsp:sp>
    <dsp:sp modelId="{8CA5AEA3-27E8-4182-B68A-D33BC036ED01}">
      <dsp:nvSpPr>
        <dsp:cNvPr id="0" name=""/>
        <dsp:cNvSpPr/>
      </dsp:nvSpPr>
      <dsp:spPr>
        <a:xfrm rot="10800000">
          <a:off x="0" y="2286000"/>
          <a:ext cx="4114800" cy="2286000"/>
        </a:xfrm>
        <a:prstGeom prst="round1Rect">
          <a:avLst/>
        </a:prstGeom>
        <a:solidFill>
          <a:schemeClr val="accent5">
            <a:hueOff val="-1364971"/>
            <a:satOff val="-27549"/>
            <a:lumOff val="-209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4480" tIns="284480" rIns="284480" bIns="284480" numCol="1" spcCol="1270" anchor="ctr" anchorCtr="0">
          <a:noAutofit/>
        </a:bodyPr>
        <a:lstStyle/>
        <a:p>
          <a:pPr marL="0" lvl="0" indent="0" algn="ctr" defTabSz="1778000">
            <a:lnSpc>
              <a:spcPct val="90000"/>
            </a:lnSpc>
            <a:spcBef>
              <a:spcPct val="0"/>
            </a:spcBef>
            <a:spcAft>
              <a:spcPct val="35000"/>
            </a:spcAft>
            <a:buNone/>
          </a:pPr>
          <a:r>
            <a:rPr lang="en-US" sz="4000" b="1" kern="1200" dirty="0"/>
            <a:t>Linear</a:t>
          </a:r>
        </a:p>
        <a:p>
          <a:pPr marL="0" lvl="0" indent="0" algn="ctr" defTabSz="1778000">
            <a:lnSpc>
              <a:spcPct val="90000"/>
            </a:lnSpc>
            <a:spcBef>
              <a:spcPct val="0"/>
            </a:spcBef>
            <a:spcAft>
              <a:spcPct val="35000"/>
            </a:spcAft>
            <a:buNone/>
          </a:pPr>
          <a:r>
            <a:rPr lang="en-US" sz="4000" b="1" kern="1200" dirty="0"/>
            <a:t>Regression</a:t>
          </a:r>
        </a:p>
      </dsp:txBody>
      <dsp:txXfrm rot="10800000">
        <a:off x="0" y="2857500"/>
        <a:ext cx="4114800" cy="1714500"/>
      </dsp:txXfrm>
    </dsp:sp>
    <dsp:sp modelId="{FDEB3F9F-FADC-4A4D-9DD5-F897C6AF6370}">
      <dsp:nvSpPr>
        <dsp:cNvPr id="0" name=""/>
        <dsp:cNvSpPr/>
      </dsp:nvSpPr>
      <dsp:spPr>
        <a:xfrm rot="5400000">
          <a:off x="5029199" y="1371600"/>
          <a:ext cx="2286000" cy="4114800"/>
        </a:xfrm>
        <a:prstGeom prst="round1Rect">
          <a:avLst/>
        </a:prstGeom>
        <a:solidFill>
          <a:schemeClr val="accent5">
            <a:hueOff val="-2047456"/>
            <a:satOff val="-41324"/>
            <a:lumOff val="-313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4480" tIns="284480" rIns="284480" bIns="284480" numCol="1" spcCol="1270" anchor="ctr" anchorCtr="0">
          <a:noAutofit/>
        </a:bodyPr>
        <a:lstStyle/>
        <a:p>
          <a:pPr marL="0" lvl="0" indent="0" algn="ctr" defTabSz="1778000">
            <a:lnSpc>
              <a:spcPct val="90000"/>
            </a:lnSpc>
            <a:spcBef>
              <a:spcPct val="0"/>
            </a:spcBef>
            <a:spcAft>
              <a:spcPct val="35000"/>
            </a:spcAft>
            <a:buNone/>
          </a:pPr>
          <a:r>
            <a:rPr lang="en-US" sz="4000" b="1" kern="1200" dirty="0"/>
            <a:t>Nonlinear </a:t>
          </a:r>
        </a:p>
        <a:p>
          <a:pPr marL="0" lvl="0" indent="0" algn="ctr" defTabSz="1778000">
            <a:lnSpc>
              <a:spcPct val="90000"/>
            </a:lnSpc>
            <a:spcBef>
              <a:spcPct val="0"/>
            </a:spcBef>
            <a:spcAft>
              <a:spcPct val="35000"/>
            </a:spcAft>
            <a:buNone/>
          </a:pPr>
          <a:r>
            <a:rPr lang="en-US" sz="4000" b="1" kern="1200" dirty="0"/>
            <a:t>Regression</a:t>
          </a:r>
        </a:p>
      </dsp:txBody>
      <dsp:txXfrm rot="-5400000">
        <a:off x="4114799" y="2857500"/>
        <a:ext cx="4114800" cy="1714500"/>
      </dsp:txXfrm>
    </dsp:sp>
    <dsp:sp modelId="{0BC15D81-A538-484D-945C-D714018D5448}">
      <dsp:nvSpPr>
        <dsp:cNvPr id="0" name=""/>
        <dsp:cNvSpPr/>
      </dsp:nvSpPr>
      <dsp:spPr>
        <a:xfrm>
          <a:off x="2880359" y="1714500"/>
          <a:ext cx="2468880" cy="1143000"/>
        </a:xfrm>
        <a:prstGeom prst="roundRect">
          <a:avLst/>
        </a:prstGeom>
        <a:solidFill>
          <a:schemeClr val="accent5">
            <a:tint val="4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solidFill>
                <a:srgbClr val="002060"/>
              </a:solidFill>
            </a:rPr>
            <a:t>Types of Regression</a:t>
          </a:r>
        </a:p>
      </dsp:txBody>
      <dsp:txXfrm>
        <a:off x="2936156" y="1770297"/>
        <a:ext cx="2357286" cy="1031406"/>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140C08-39CC-4FC3-AA14-4B5AB8EBE7C4}">
      <dsp:nvSpPr>
        <dsp:cNvPr id="0" name=""/>
        <dsp:cNvSpPr/>
      </dsp:nvSpPr>
      <dsp:spPr>
        <a:xfrm>
          <a:off x="1896533" y="415493"/>
          <a:ext cx="4551680" cy="4551680"/>
        </a:xfrm>
        <a:prstGeom prst="pie">
          <a:avLst>
            <a:gd name="adj1" fmla="val 16200000"/>
            <a:gd name="adj2" fmla="val 5400000"/>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r>
            <a:rPr lang="en-US" sz="3600" kern="1200" dirty="0"/>
            <a:t>Least Square</a:t>
          </a:r>
        </a:p>
      </dsp:txBody>
      <dsp:txXfrm>
        <a:off x="4383701" y="1607600"/>
        <a:ext cx="1625600" cy="2167466"/>
      </dsp:txXfrm>
    </dsp:sp>
    <dsp:sp modelId="{975F847E-4CDF-4ECD-ADC1-3295CDE8909B}">
      <dsp:nvSpPr>
        <dsp:cNvPr id="0" name=""/>
        <dsp:cNvSpPr/>
      </dsp:nvSpPr>
      <dsp:spPr>
        <a:xfrm>
          <a:off x="1679786" y="415493"/>
          <a:ext cx="4551680" cy="4551680"/>
        </a:xfrm>
        <a:prstGeom prst="pie">
          <a:avLst>
            <a:gd name="adj1" fmla="val 5400000"/>
            <a:gd name="adj2" fmla="val 16200000"/>
          </a:avLst>
        </a:prstGeom>
        <a:gradFill rotWithShape="0">
          <a:gsLst>
            <a:gs pos="0">
              <a:schemeClr val="accent5">
                <a:hueOff val="-2047456"/>
                <a:satOff val="-41324"/>
                <a:lumOff val="-3136"/>
                <a:alphaOff val="0"/>
                <a:satMod val="103000"/>
                <a:lumMod val="102000"/>
                <a:tint val="94000"/>
              </a:schemeClr>
            </a:gs>
            <a:gs pos="50000">
              <a:schemeClr val="accent5">
                <a:hueOff val="-2047456"/>
                <a:satOff val="-41324"/>
                <a:lumOff val="-3136"/>
                <a:alphaOff val="0"/>
                <a:satMod val="110000"/>
                <a:lumMod val="100000"/>
                <a:shade val="100000"/>
              </a:schemeClr>
            </a:gs>
            <a:gs pos="100000">
              <a:schemeClr val="accent5">
                <a:hueOff val="-2047456"/>
                <a:satOff val="-41324"/>
                <a:lumOff val="-3136"/>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r>
            <a:rPr lang="en-US" sz="3600" kern="1200" dirty="0"/>
            <a:t>Scatter Diagram</a:t>
          </a:r>
        </a:p>
      </dsp:txBody>
      <dsp:txXfrm>
        <a:off x="2118698" y="1607600"/>
        <a:ext cx="1625600" cy="2167466"/>
      </dsp:txXfrm>
    </dsp:sp>
    <dsp:sp modelId="{9247D763-D865-43E4-B781-5612D169309C}">
      <dsp:nvSpPr>
        <dsp:cNvPr id="0" name=""/>
        <dsp:cNvSpPr/>
      </dsp:nvSpPr>
      <dsp:spPr>
        <a:xfrm>
          <a:off x="1614762" y="133722"/>
          <a:ext cx="5115221" cy="5115221"/>
        </a:xfrm>
        <a:prstGeom prst="circularArrow">
          <a:avLst>
            <a:gd name="adj1" fmla="val 5085"/>
            <a:gd name="adj2" fmla="val 327528"/>
            <a:gd name="adj3" fmla="val 5072472"/>
            <a:gd name="adj4" fmla="val 16200000"/>
            <a:gd name="adj5" fmla="val 5932"/>
          </a:avLst>
        </a:prstGeom>
        <a:solidFill>
          <a:schemeClr val="accent5">
            <a:hueOff val="0"/>
            <a:satOff val="0"/>
            <a:lumOff val="0"/>
            <a:alphaOff val="0"/>
          </a:schemeClr>
        </a:solidFill>
        <a:ln>
          <a:noFill/>
        </a:ln>
        <a:effectLst/>
        <a:scene3d>
          <a:camera prst="orthographicFront"/>
          <a:lightRig rig="threePt" dir="t">
            <a:rot lat="0" lon="0" rev="7500000"/>
          </a:lightRig>
        </a:scene3d>
        <a:sp3d z="1524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sp>
    <dsp:sp modelId="{D123AC64-2D48-44F7-B8F9-414F78F247A8}">
      <dsp:nvSpPr>
        <dsp:cNvPr id="0" name=""/>
        <dsp:cNvSpPr/>
      </dsp:nvSpPr>
      <dsp:spPr>
        <a:xfrm>
          <a:off x="1398015" y="133722"/>
          <a:ext cx="5115221" cy="5115221"/>
        </a:xfrm>
        <a:prstGeom prst="circularArrow">
          <a:avLst>
            <a:gd name="adj1" fmla="val 5085"/>
            <a:gd name="adj2" fmla="val 327528"/>
            <a:gd name="adj3" fmla="val 15872472"/>
            <a:gd name="adj4" fmla="val 5400000"/>
            <a:gd name="adj5" fmla="val 5932"/>
          </a:avLst>
        </a:prstGeom>
        <a:solidFill>
          <a:schemeClr val="accent5">
            <a:hueOff val="-2047456"/>
            <a:satOff val="-41324"/>
            <a:lumOff val="-3136"/>
            <a:alphaOff val="0"/>
          </a:schemeClr>
        </a:solidFill>
        <a:ln>
          <a:noFill/>
        </a:ln>
        <a:effectLst/>
        <a:scene3d>
          <a:camera prst="orthographicFront"/>
          <a:lightRig rig="threePt" dir="t">
            <a:rot lat="0" lon="0" rev="7500000"/>
          </a:lightRig>
        </a:scene3d>
        <a:sp3d z="1524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9C3C07-ABA9-48F2-83DF-D8E821ACC495}">
      <dsp:nvSpPr>
        <dsp:cNvPr id="0" name=""/>
        <dsp:cNvSpPr/>
      </dsp:nvSpPr>
      <dsp:spPr>
        <a:xfrm>
          <a:off x="3632" y="0"/>
          <a:ext cx="4225574" cy="4572000"/>
        </a:xfrm>
        <a:prstGeom prst="pentagon">
          <a:avLst/>
        </a:prstGeom>
        <a:solidFill>
          <a:srgbClr val="B84742"/>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b="1" kern="1200" dirty="0"/>
            <a:t>Line of Regression</a:t>
          </a:r>
        </a:p>
        <a:p>
          <a:pPr marL="0" lvl="0" indent="0" algn="ctr" defTabSz="1778000">
            <a:lnSpc>
              <a:spcPct val="90000"/>
            </a:lnSpc>
            <a:spcBef>
              <a:spcPct val="0"/>
            </a:spcBef>
            <a:spcAft>
              <a:spcPct val="35000"/>
            </a:spcAft>
            <a:buNone/>
          </a:pPr>
          <a:r>
            <a:rPr lang="en-US" sz="4000" b="1" kern="1200" dirty="0"/>
            <a:t>of</a:t>
          </a:r>
        </a:p>
        <a:p>
          <a:pPr marL="0" lvl="0" indent="0" algn="ctr" defTabSz="1778000">
            <a:lnSpc>
              <a:spcPct val="90000"/>
            </a:lnSpc>
            <a:spcBef>
              <a:spcPct val="0"/>
            </a:spcBef>
            <a:spcAft>
              <a:spcPct val="35000"/>
            </a:spcAft>
            <a:buNone/>
          </a:pPr>
          <a:r>
            <a:rPr lang="en-US" sz="4000" b="1" kern="1200" dirty="0"/>
            <a:t>y on x</a:t>
          </a:r>
        </a:p>
      </dsp:txBody>
      <dsp:txXfrm>
        <a:off x="810648" y="1079300"/>
        <a:ext cx="2611542" cy="3492688"/>
      </dsp:txXfrm>
    </dsp:sp>
    <dsp:sp modelId="{A73A69B8-EA3A-43EC-9740-845C298FB65E}">
      <dsp:nvSpPr>
        <dsp:cNvPr id="0" name=""/>
        <dsp:cNvSpPr/>
      </dsp:nvSpPr>
      <dsp:spPr>
        <a:xfrm>
          <a:off x="4914792" y="0"/>
          <a:ext cx="4225574" cy="4572000"/>
        </a:xfrm>
        <a:prstGeom prst="pentagon">
          <a:avLst/>
        </a:prstGeom>
        <a:solidFill>
          <a:srgbClr val="FF9801"/>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b="1" kern="1200" dirty="0"/>
            <a:t>Line of Regression</a:t>
          </a:r>
        </a:p>
        <a:p>
          <a:pPr marL="0" lvl="0" indent="0" algn="ctr" defTabSz="1778000">
            <a:lnSpc>
              <a:spcPct val="90000"/>
            </a:lnSpc>
            <a:spcBef>
              <a:spcPct val="0"/>
            </a:spcBef>
            <a:spcAft>
              <a:spcPct val="35000"/>
            </a:spcAft>
            <a:buNone/>
          </a:pPr>
          <a:r>
            <a:rPr lang="en-US" sz="4000" b="1" kern="1200" dirty="0"/>
            <a:t>of</a:t>
          </a:r>
        </a:p>
        <a:p>
          <a:pPr marL="0" lvl="0" indent="0" algn="ctr" defTabSz="1778000">
            <a:lnSpc>
              <a:spcPct val="90000"/>
            </a:lnSpc>
            <a:spcBef>
              <a:spcPct val="0"/>
            </a:spcBef>
            <a:spcAft>
              <a:spcPct val="35000"/>
            </a:spcAft>
            <a:buNone/>
          </a:pPr>
          <a:r>
            <a:rPr lang="en-US" sz="4000" b="1" kern="1200" dirty="0"/>
            <a:t>x on y</a:t>
          </a:r>
        </a:p>
      </dsp:txBody>
      <dsp:txXfrm>
        <a:off x="5721808" y="1079300"/>
        <a:ext cx="2611542" cy="3492688"/>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05B29E-1B9F-4DEC-B79A-DC83E4149990}">
      <dsp:nvSpPr>
        <dsp:cNvPr id="0" name=""/>
        <dsp:cNvSpPr/>
      </dsp:nvSpPr>
      <dsp:spPr>
        <a:xfrm>
          <a:off x="2233035" y="836887"/>
          <a:ext cx="3366112" cy="1409527"/>
        </a:xfrm>
        <a:prstGeom prst="rect">
          <a:avLst/>
        </a:prstGeom>
        <a:solidFill>
          <a:schemeClr val="accent5">
            <a:tint val="40000"/>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0" tIns="199136" rIns="199136" bIns="199136" numCol="1" spcCol="1270" anchor="ctr" anchorCtr="0">
          <a:noAutofit/>
        </a:bodyPr>
        <a:lstStyle/>
        <a:p>
          <a:pPr marL="0" lvl="0" indent="0" algn="ctr" defTabSz="1244600">
            <a:lnSpc>
              <a:spcPct val="90000"/>
            </a:lnSpc>
            <a:spcBef>
              <a:spcPct val="0"/>
            </a:spcBef>
            <a:spcAft>
              <a:spcPct val="35000"/>
            </a:spcAft>
            <a:buNone/>
          </a:pPr>
          <a:r>
            <a:rPr lang="en-US" sz="2800" kern="1200" dirty="0">
              <a:solidFill>
                <a:srgbClr val="7030A0"/>
              </a:solidFill>
            </a:rPr>
            <a:t>Straight</a:t>
          </a:r>
          <a:r>
            <a:rPr lang="en-US" sz="2800" kern="1200" dirty="0">
              <a:solidFill>
                <a:srgbClr val="002060"/>
              </a:solidFill>
            </a:rPr>
            <a:t> </a:t>
          </a:r>
          <a:r>
            <a:rPr lang="en-US" sz="2800" kern="1200" dirty="0">
              <a:solidFill>
                <a:srgbClr val="7030A0"/>
              </a:solidFill>
            </a:rPr>
            <a:t>line</a:t>
          </a:r>
        </a:p>
      </dsp:txBody>
      <dsp:txXfrm>
        <a:off x="2771612" y="836887"/>
        <a:ext cx="2827534" cy="1409527"/>
      </dsp:txXfrm>
    </dsp:sp>
    <dsp:sp modelId="{469B5CA2-5F0F-4431-B59C-09710A2716AC}">
      <dsp:nvSpPr>
        <dsp:cNvPr id="0" name=""/>
        <dsp:cNvSpPr/>
      </dsp:nvSpPr>
      <dsp:spPr>
        <a:xfrm>
          <a:off x="2051669" y="2246414"/>
          <a:ext cx="3728843" cy="1409527"/>
        </a:xfrm>
        <a:prstGeom prst="rect">
          <a:avLst/>
        </a:prstGeom>
        <a:solidFill>
          <a:schemeClr val="accent5">
            <a:tint val="40000"/>
            <a:alpha val="90000"/>
            <a:hueOff val="-464057"/>
            <a:satOff val="-16234"/>
            <a:lumOff val="-1098"/>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0" tIns="199136" rIns="199136" bIns="199136" numCol="1" spcCol="1270" anchor="ctr" anchorCtr="0">
          <a:noAutofit/>
        </a:bodyPr>
        <a:lstStyle/>
        <a:p>
          <a:pPr marL="0" lvl="0" indent="0" algn="l" defTabSz="1244600">
            <a:lnSpc>
              <a:spcPct val="90000"/>
            </a:lnSpc>
            <a:spcBef>
              <a:spcPct val="0"/>
            </a:spcBef>
            <a:spcAft>
              <a:spcPct val="35000"/>
            </a:spcAft>
            <a:buNone/>
          </a:pPr>
          <a14:m xmlns:a14="http://schemas.microsoft.com/office/drawing/2010/main">
            <m:oMathPara xmlns:m="http://schemas.openxmlformats.org/officeDocument/2006/math">
              <m:oMathParaPr>
                <m:jc m:val="center"/>
              </m:oMathParaPr>
              <m:oMath xmlns:m="http://schemas.openxmlformats.org/officeDocument/2006/math">
                <m:r>
                  <a:rPr lang="en-US" sz="2800" b="1" i="0" kern="1200" smtClean="0">
                    <a:solidFill>
                      <a:srgbClr val="002060"/>
                    </a:solidFill>
                    <a:latin typeface="Cambria Math" panose="02040503050406030204" pitchFamily="18" charset="0"/>
                  </a:rPr>
                  <m:t>𝐲</m:t>
                </m:r>
                <m:r>
                  <a:rPr lang="en-US" sz="2800" b="1" i="0" kern="1200" smtClean="0">
                    <a:solidFill>
                      <a:srgbClr val="002060"/>
                    </a:solidFill>
                    <a:latin typeface="Cambria Math" panose="02040503050406030204" pitchFamily="18" charset="0"/>
                  </a:rPr>
                  <m:t>=</m:t>
                </m:r>
                <m:r>
                  <a:rPr lang="en-US" sz="2800" b="1" i="0" kern="1200" smtClean="0">
                    <a:solidFill>
                      <a:srgbClr val="002060"/>
                    </a:solidFill>
                    <a:latin typeface="Cambria Math" panose="02040503050406030204" pitchFamily="18" charset="0"/>
                  </a:rPr>
                  <m:t>𝐚</m:t>
                </m:r>
                <m:r>
                  <a:rPr lang="en-US" sz="2800" b="1" i="0" kern="1200" smtClean="0">
                    <a:solidFill>
                      <a:srgbClr val="002060"/>
                    </a:solidFill>
                    <a:latin typeface="Cambria Math" panose="02040503050406030204" pitchFamily="18" charset="0"/>
                  </a:rPr>
                  <m:t>+</m:t>
                </m:r>
                <m:r>
                  <a:rPr lang="en-US" sz="2800" b="1" i="0" kern="1200" smtClean="0">
                    <a:solidFill>
                      <a:srgbClr val="002060"/>
                    </a:solidFill>
                    <a:latin typeface="Cambria Math" panose="02040503050406030204" pitchFamily="18" charset="0"/>
                  </a:rPr>
                  <m:t>𝐛𝐱</m:t>
                </m:r>
              </m:oMath>
            </m:oMathPara>
          </a14:m>
          <a:endParaRPr lang="en-US" sz="2800" b="1" kern="1200" dirty="0">
            <a:solidFill>
              <a:srgbClr val="002060"/>
            </a:solidFill>
          </a:endParaRPr>
        </a:p>
      </dsp:txBody>
      <dsp:txXfrm>
        <a:off x="2648284" y="2246414"/>
        <a:ext cx="3132228" cy="1409527"/>
      </dsp:txXfrm>
    </dsp:sp>
    <dsp:sp modelId="{1B949808-C3B1-4B29-BC1D-7C5840D259FD}">
      <dsp:nvSpPr>
        <dsp:cNvPr id="0" name=""/>
        <dsp:cNvSpPr/>
      </dsp:nvSpPr>
      <dsp:spPr>
        <a:xfrm>
          <a:off x="977943" y="1657"/>
          <a:ext cx="2088073" cy="2088073"/>
        </a:xfrm>
        <a:prstGeom prst="ellipse">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1333500">
            <a:lnSpc>
              <a:spcPct val="90000"/>
            </a:lnSpc>
            <a:spcBef>
              <a:spcPct val="0"/>
            </a:spcBef>
            <a:spcAft>
              <a:spcPct val="35000"/>
            </a:spcAft>
            <a:buNone/>
          </a:pPr>
          <a:r>
            <a:rPr lang="en-US" sz="3000" b="1" kern="1200" dirty="0"/>
            <a:t>Linear Curve</a:t>
          </a:r>
        </a:p>
      </dsp:txBody>
      <dsp:txXfrm>
        <a:off x="1283734" y="307448"/>
        <a:ext cx="1476491" cy="1476491"/>
      </dsp:txXfrm>
    </dsp:sp>
    <dsp:sp modelId="{A4221394-677D-4227-8D4A-248CECEE7FA3}">
      <dsp:nvSpPr>
        <dsp:cNvPr id="0" name=""/>
        <dsp:cNvSpPr/>
      </dsp:nvSpPr>
      <dsp:spPr>
        <a:xfrm>
          <a:off x="8049951" y="836887"/>
          <a:ext cx="3366112" cy="1409527"/>
        </a:xfrm>
        <a:prstGeom prst="rect">
          <a:avLst/>
        </a:prstGeom>
        <a:solidFill>
          <a:schemeClr val="accent5">
            <a:tint val="40000"/>
            <a:alpha val="90000"/>
            <a:hueOff val="-928113"/>
            <a:satOff val="-32467"/>
            <a:lumOff val="-2196"/>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0" tIns="199136" rIns="199136" bIns="199136" numCol="1" spcCol="1270" anchor="ctr" anchorCtr="0">
          <a:noAutofit/>
        </a:bodyPr>
        <a:lstStyle/>
        <a:p>
          <a:pPr marL="0" lvl="0" indent="0" algn="ctr" defTabSz="1244600">
            <a:lnSpc>
              <a:spcPct val="90000"/>
            </a:lnSpc>
            <a:spcBef>
              <a:spcPct val="0"/>
            </a:spcBef>
            <a:spcAft>
              <a:spcPct val="35000"/>
            </a:spcAft>
            <a:buNone/>
          </a:pPr>
          <a:r>
            <a:rPr lang="en-US" sz="2800" kern="1200" dirty="0">
              <a:solidFill>
                <a:srgbClr val="7030A0"/>
              </a:solidFill>
            </a:rPr>
            <a:t>Parabola</a:t>
          </a:r>
        </a:p>
      </dsp:txBody>
      <dsp:txXfrm>
        <a:off x="8588529" y="836887"/>
        <a:ext cx="2827534" cy="1409527"/>
      </dsp:txXfrm>
    </dsp:sp>
    <dsp:sp modelId="{3A484D1E-07BF-47BD-B8E8-A53A4AA025C1}">
      <dsp:nvSpPr>
        <dsp:cNvPr id="0" name=""/>
        <dsp:cNvSpPr/>
      </dsp:nvSpPr>
      <dsp:spPr>
        <a:xfrm>
          <a:off x="7868586" y="2246414"/>
          <a:ext cx="3728843" cy="1409527"/>
        </a:xfrm>
        <a:prstGeom prst="rect">
          <a:avLst/>
        </a:prstGeom>
        <a:solidFill>
          <a:schemeClr val="accent5">
            <a:tint val="40000"/>
            <a:alpha val="90000"/>
            <a:hueOff val="-1392170"/>
            <a:satOff val="-48701"/>
            <a:lumOff val="-3294"/>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0" tIns="199136" rIns="199136" bIns="199136" numCol="1" spcCol="1270" anchor="ctr" anchorCtr="0">
          <a:noAutofit/>
        </a:bodyPr>
        <a:lstStyle/>
        <a:p>
          <a:pPr marL="0" lvl="0" indent="0" algn="l" defTabSz="1244600">
            <a:lnSpc>
              <a:spcPct val="90000"/>
            </a:lnSpc>
            <a:spcBef>
              <a:spcPct val="0"/>
            </a:spcBef>
            <a:spcAft>
              <a:spcPct val="35000"/>
            </a:spcAft>
            <a:buNone/>
          </a:pPr>
          <a14:m xmlns:a14="http://schemas.microsoft.com/office/drawing/2010/main">
            <m:oMathPara xmlns:m="http://schemas.openxmlformats.org/officeDocument/2006/math">
              <m:oMathParaPr>
                <m:jc m:val="centerGroup"/>
              </m:oMathParaPr>
              <m:oMath xmlns:m="http://schemas.openxmlformats.org/officeDocument/2006/math">
                <m:r>
                  <a:rPr lang="en-US" sz="2800" b="1" i="1" kern="1200" smtClean="0">
                    <a:solidFill>
                      <a:srgbClr val="002060"/>
                    </a:solidFill>
                    <a:latin typeface="Cambria Math" panose="02040503050406030204" pitchFamily="18" charset="0"/>
                  </a:rPr>
                  <m:t>𝐲</m:t>
                </m:r>
                <m:r>
                  <a:rPr lang="en-US" sz="2800" b="1" kern="1200" smtClean="0">
                    <a:solidFill>
                      <a:srgbClr val="002060"/>
                    </a:solidFill>
                    <a:latin typeface="Cambria Math" panose="02040503050406030204" pitchFamily="18" charset="0"/>
                  </a:rPr>
                  <m:t>=</m:t>
                </m:r>
                <m:r>
                  <a:rPr lang="en-US" sz="2800" b="1" i="1" kern="1200" smtClean="0">
                    <a:solidFill>
                      <a:srgbClr val="002060"/>
                    </a:solidFill>
                    <a:latin typeface="Cambria Math" panose="02040503050406030204" pitchFamily="18" charset="0"/>
                  </a:rPr>
                  <m:t>𝐚</m:t>
                </m:r>
                <m:r>
                  <a:rPr lang="en-US" sz="2800" b="1" kern="1200" smtClean="0">
                    <a:solidFill>
                      <a:srgbClr val="002060"/>
                    </a:solidFill>
                    <a:latin typeface="Cambria Math" panose="02040503050406030204" pitchFamily="18" charset="0"/>
                  </a:rPr>
                  <m:t>+</m:t>
                </m:r>
                <m:r>
                  <a:rPr lang="en-US" sz="2800" b="1" i="1" kern="1200" smtClean="0">
                    <a:solidFill>
                      <a:srgbClr val="002060"/>
                    </a:solidFill>
                    <a:latin typeface="Cambria Math" panose="02040503050406030204" pitchFamily="18" charset="0"/>
                  </a:rPr>
                  <m:t>𝐛𝐱</m:t>
                </m:r>
                <m:r>
                  <a:rPr lang="en-US" sz="2800" b="1" i="0" kern="1200" smtClean="0">
                    <a:solidFill>
                      <a:srgbClr val="002060"/>
                    </a:solidFill>
                    <a:latin typeface="Cambria Math" panose="02040503050406030204" pitchFamily="18" charset="0"/>
                  </a:rPr>
                  <m:t>+</m:t>
                </m:r>
                <m:sSup>
                  <m:sSupPr>
                    <m:ctrlPr>
                      <a:rPr lang="en-US" sz="2800" b="1" i="1" kern="1200" smtClean="0">
                        <a:solidFill>
                          <a:srgbClr val="002060"/>
                        </a:solidFill>
                        <a:latin typeface="Cambria Math" panose="02040503050406030204" pitchFamily="18" charset="0"/>
                      </a:rPr>
                    </m:ctrlPr>
                  </m:sSupPr>
                  <m:e>
                    <m:r>
                      <a:rPr lang="en-US" sz="2800" b="1" i="0" kern="1200" smtClean="0">
                        <a:solidFill>
                          <a:srgbClr val="002060"/>
                        </a:solidFill>
                        <a:latin typeface="Cambria Math" panose="02040503050406030204" pitchFamily="18" charset="0"/>
                      </a:rPr>
                      <m:t>𝐜𝐱</m:t>
                    </m:r>
                  </m:e>
                  <m:sup>
                    <m:r>
                      <a:rPr lang="en-US" sz="2800" b="1" i="0" kern="1200" smtClean="0">
                        <a:solidFill>
                          <a:srgbClr val="002060"/>
                        </a:solidFill>
                        <a:latin typeface="Cambria Math" panose="02040503050406030204" pitchFamily="18" charset="0"/>
                      </a:rPr>
                      <m:t>𝟐</m:t>
                    </m:r>
                  </m:sup>
                </m:sSup>
              </m:oMath>
            </m:oMathPara>
          </a14:m>
          <a:endParaRPr lang="en-US" sz="2800" b="1" kern="1200" dirty="0">
            <a:solidFill>
              <a:srgbClr val="002060"/>
            </a:solidFill>
          </a:endParaRPr>
        </a:p>
      </dsp:txBody>
      <dsp:txXfrm>
        <a:off x="8465201" y="2246414"/>
        <a:ext cx="3132228" cy="1409527"/>
      </dsp:txXfrm>
    </dsp:sp>
    <dsp:sp modelId="{B3C7F712-D1F6-4F71-82C9-DAB6542BD890}">
      <dsp:nvSpPr>
        <dsp:cNvPr id="0" name=""/>
        <dsp:cNvSpPr/>
      </dsp:nvSpPr>
      <dsp:spPr>
        <a:xfrm>
          <a:off x="6794860" y="1657"/>
          <a:ext cx="2088073" cy="2088073"/>
        </a:xfrm>
        <a:prstGeom prst="ellipse">
          <a:avLst/>
        </a:prstGeom>
        <a:solidFill>
          <a:schemeClr val="accent5">
            <a:hueOff val="-2047456"/>
            <a:satOff val="-41324"/>
            <a:lumOff val="-3136"/>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1333500">
            <a:lnSpc>
              <a:spcPct val="90000"/>
            </a:lnSpc>
            <a:spcBef>
              <a:spcPct val="0"/>
            </a:spcBef>
            <a:spcAft>
              <a:spcPct val="35000"/>
            </a:spcAft>
            <a:buNone/>
          </a:pPr>
          <a:r>
            <a:rPr lang="en-US" sz="3000" b="1" kern="1200" dirty="0"/>
            <a:t>Quadratic</a:t>
          </a:r>
          <a:r>
            <a:rPr lang="en-US" sz="3000" kern="1200" dirty="0"/>
            <a:t> </a:t>
          </a:r>
          <a:r>
            <a:rPr lang="en-US" sz="3000" b="1" kern="1200" dirty="0"/>
            <a:t>Curve</a:t>
          </a:r>
        </a:p>
      </dsp:txBody>
      <dsp:txXfrm>
        <a:off x="7100651" y="307448"/>
        <a:ext cx="1476491" cy="1476491"/>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C0BE8A-A50D-459F-8803-8F629D24FD59}">
      <dsp:nvSpPr>
        <dsp:cNvPr id="0" name=""/>
        <dsp:cNvSpPr/>
      </dsp:nvSpPr>
      <dsp:spPr>
        <a:xfrm>
          <a:off x="4688" y="0"/>
          <a:ext cx="2050112" cy="1005840"/>
        </a:xfrm>
        <a:prstGeom prst="roundRect">
          <a:avLst>
            <a:gd name="adj" fmla="val 10000"/>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kern="1200" dirty="0"/>
            <a:t>Shift</a:t>
          </a:r>
        </a:p>
      </dsp:txBody>
      <dsp:txXfrm>
        <a:off x="34148" y="29460"/>
        <a:ext cx="1991192" cy="946920"/>
      </dsp:txXfrm>
    </dsp:sp>
    <dsp:sp modelId="{44BA6F07-9809-453E-B5B3-AB636F82DB9E}">
      <dsp:nvSpPr>
        <dsp:cNvPr id="0" name=""/>
        <dsp:cNvSpPr/>
      </dsp:nvSpPr>
      <dsp:spPr>
        <a:xfrm>
          <a:off x="2259812" y="248706"/>
          <a:ext cx="434623" cy="508427"/>
        </a:xfrm>
        <a:prstGeom prst="rightArrow">
          <a:avLst>
            <a:gd name="adj1" fmla="val 60000"/>
            <a:gd name="adj2" fmla="val 50000"/>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b="1" kern="1200"/>
        </a:p>
      </dsp:txBody>
      <dsp:txXfrm>
        <a:off x="2259812" y="350391"/>
        <a:ext cx="304236" cy="305057"/>
      </dsp:txXfrm>
    </dsp:sp>
    <dsp:sp modelId="{C1D3A877-193E-433E-996E-DE3797C7F529}">
      <dsp:nvSpPr>
        <dsp:cNvPr id="0" name=""/>
        <dsp:cNvSpPr/>
      </dsp:nvSpPr>
      <dsp:spPr>
        <a:xfrm>
          <a:off x="2874846" y="0"/>
          <a:ext cx="2050112" cy="1005840"/>
        </a:xfrm>
        <a:prstGeom prst="roundRect">
          <a:avLst>
            <a:gd name="adj" fmla="val 10000"/>
          </a:avLst>
        </a:prstGeom>
        <a:solidFill>
          <a:schemeClr val="accent5">
            <a:hueOff val="-682485"/>
            <a:satOff val="-13775"/>
            <a:lumOff val="-1045"/>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kern="1200" dirty="0"/>
            <a:t>Mode</a:t>
          </a:r>
        </a:p>
      </dsp:txBody>
      <dsp:txXfrm>
        <a:off x="2904306" y="29460"/>
        <a:ext cx="1991192" cy="946920"/>
      </dsp:txXfrm>
    </dsp:sp>
    <dsp:sp modelId="{98B97CCD-AFF1-49BB-8170-C62165E0F732}">
      <dsp:nvSpPr>
        <dsp:cNvPr id="0" name=""/>
        <dsp:cNvSpPr/>
      </dsp:nvSpPr>
      <dsp:spPr>
        <a:xfrm>
          <a:off x="5129970" y="248706"/>
          <a:ext cx="434623" cy="508427"/>
        </a:xfrm>
        <a:prstGeom prst="rightArrow">
          <a:avLst>
            <a:gd name="adj1" fmla="val 60000"/>
            <a:gd name="adj2" fmla="val 50000"/>
          </a:avLst>
        </a:prstGeom>
        <a:solidFill>
          <a:schemeClr val="accent5">
            <a:hueOff val="-1023728"/>
            <a:satOff val="-20662"/>
            <a:lumOff val="-1568"/>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b="1" kern="1200"/>
        </a:p>
      </dsp:txBody>
      <dsp:txXfrm>
        <a:off x="5129970" y="350391"/>
        <a:ext cx="304236" cy="305057"/>
      </dsp:txXfrm>
    </dsp:sp>
    <dsp:sp modelId="{75494D80-AAE1-44AB-A5A1-D4E336C9A241}">
      <dsp:nvSpPr>
        <dsp:cNvPr id="0" name=""/>
        <dsp:cNvSpPr/>
      </dsp:nvSpPr>
      <dsp:spPr>
        <a:xfrm>
          <a:off x="5745004" y="0"/>
          <a:ext cx="2050112" cy="1005840"/>
        </a:xfrm>
        <a:prstGeom prst="roundRect">
          <a:avLst>
            <a:gd name="adj" fmla="val 10000"/>
          </a:avLst>
        </a:prstGeom>
        <a:solidFill>
          <a:schemeClr val="accent5">
            <a:hueOff val="-1364971"/>
            <a:satOff val="-27549"/>
            <a:lumOff val="-2091"/>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kern="1200" dirty="0"/>
            <a:t>All</a:t>
          </a:r>
          <a:r>
            <a:rPr lang="en-US" sz="3600" b="1" kern="1200" dirty="0">
              <a:solidFill>
                <a:srgbClr val="FFFF00"/>
              </a:solidFill>
            </a:rPr>
            <a:t>(3)</a:t>
          </a:r>
        </a:p>
      </dsp:txBody>
      <dsp:txXfrm>
        <a:off x="5774464" y="29460"/>
        <a:ext cx="1991192" cy="946920"/>
      </dsp:txXfrm>
    </dsp:sp>
    <dsp:sp modelId="{2C8919B2-9A29-4B7C-B580-1CADFBED59E0}">
      <dsp:nvSpPr>
        <dsp:cNvPr id="0" name=""/>
        <dsp:cNvSpPr/>
      </dsp:nvSpPr>
      <dsp:spPr>
        <a:xfrm>
          <a:off x="8000127" y="248706"/>
          <a:ext cx="434623" cy="508427"/>
        </a:xfrm>
        <a:prstGeom prst="rightArrow">
          <a:avLst>
            <a:gd name="adj1" fmla="val 60000"/>
            <a:gd name="adj2" fmla="val 50000"/>
          </a:avLst>
        </a:prstGeom>
        <a:solidFill>
          <a:schemeClr val="accent5">
            <a:hueOff val="-2047456"/>
            <a:satOff val="-41324"/>
            <a:lumOff val="-3136"/>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b="1" kern="1200"/>
        </a:p>
      </dsp:txBody>
      <dsp:txXfrm>
        <a:off x="8000127" y="350391"/>
        <a:ext cx="304236" cy="305057"/>
      </dsp:txXfrm>
    </dsp:sp>
    <dsp:sp modelId="{A7280906-DE55-492D-B5CB-040475BA6CF7}">
      <dsp:nvSpPr>
        <dsp:cNvPr id="0" name=""/>
        <dsp:cNvSpPr/>
      </dsp:nvSpPr>
      <dsp:spPr>
        <a:xfrm>
          <a:off x="8615161" y="0"/>
          <a:ext cx="2050112" cy="1005840"/>
        </a:xfrm>
        <a:prstGeom prst="roundRect">
          <a:avLst>
            <a:gd name="adj" fmla="val 10000"/>
          </a:avLst>
        </a:prstGeom>
        <a:solidFill>
          <a:schemeClr val="accent5">
            <a:hueOff val="-2047456"/>
            <a:satOff val="-41324"/>
            <a:lumOff val="-3136"/>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kern="1200" dirty="0"/>
            <a:t>=</a:t>
          </a:r>
        </a:p>
      </dsp:txBody>
      <dsp:txXfrm>
        <a:off x="8644621" y="29460"/>
        <a:ext cx="1991192" cy="946920"/>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C0BE8A-A50D-459F-8803-8F629D24FD59}">
      <dsp:nvSpPr>
        <dsp:cNvPr id="0" name=""/>
        <dsp:cNvSpPr/>
      </dsp:nvSpPr>
      <dsp:spPr>
        <a:xfrm>
          <a:off x="27847" y="0"/>
          <a:ext cx="2050112" cy="1005840"/>
        </a:xfrm>
        <a:prstGeom prst="roundRect">
          <a:avLst>
            <a:gd name="adj" fmla="val 10000"/>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kern="1200" dirty="0"/>
            <a:t>Mode</a:t>
          </a:r>
        </a:p>
      </dsp:txBody>
      <dsp:txXfrm>
        <a:off x="57307" y="29460"/>
        <a:ext cx="1991192" cy="946920"/>
      </dsp:txXfrm>
    </dsp:sp>
    <dsp:sp modelId="{44BA6F07-9809-453E-B5B3-AB636F82DB9E}">
      <dsp:nvSpPr>
        <dsp:cNvPr id="0" name=""/>
        <dsp:cNvSpPr/>
      </dsp:nvSpPr>
      <dsp:spPr>
        <a:xfrm>
          <a:off x="2277181" y="248706"/>
          <a:ext cx="422350" cy="508427"/>
        </a:xfrm>
        <a:prstGeom prst="rightArrow">
          <a:avLst>
            <a:gd name="adj1" fmla="val 60000"/>
            <a:gd name="adj2" fmla="val 50000"/>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b="1" kern="1200"/>
        </a:p>
      </dsp:txBody>
      <dsp:txXfrm>
        <a:off x="2277181" y="350391"/>
        <a:ext cx="295645" cy="305057"/>
      </dsp:txXfrm>
    </dsp:sp>
    <dsp:sp modelId="{C1D3A877-193E-433E-996E-DE3797C7F529}">
      <dsp:nvSpPr>
        <dsp:cNvPr id="0" name=""/>
        <dsp:cNvSpPr/>
      </dsp:nvSpPr>
      <dsp:spPr>
        <a:xfrm>
          <a:off x="2874846" y="0"/>
          <a:ext cx="2050112" cy="1005840"/>
        </a:xfrm>
        <a:prstGeom prst="roundRect">
          <a:avLst>
            <a:gd name="adj" fmla="val 10000"/>
          </a:avLst>
        </a:prstGeom>
        <a:solidFill>
          <a:schemeClr val="accent5">
            <a:hueOff val="-682485"/>
            <a:satOff val="-13775"/>
            <a:lumOff val="-1045"/>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kern="1200" dirty="0" err="1"/>
            <a:t>Reg</a:t>
          </a:r>
          <a:r>
            <a:rPr lang="en-US" sz="3600" b="1" kern="1200" dirty="0">
              <a:solidFill>
                <a:srgbClr val="FFFF00"/>
              </a:solidFill>
            </a:rPr>
            <a:t>(3)</a:t>
          </a:r>
          <a:endParaRPr lang="en-US" sz="3600" b="1" kern="1200" dirty="0"/>
        </a:p>
      </dsp:txBody>
      <dsp:txXfrm>
        <a:off x="2904306" y="29460"/>
        <a:ext cx="1991192" cy="946920"/>
      </dsp:txXfrm>
    </dsp:sp>
    <dsp:sp modelId="{98B97CCD-AFF1-49BB-8170-C62165E0F732}">
      <dsp:nvSpPr>
        <dsp:cNvPr id="0" name=""/>
        <dsp:cNvSpPr/>
      </dsp:nvSpPr>
      <dsp:spPr>
        <a:xfrm>
          <a:off x="5129970" y="248706"/>
          <a:ext cx="434623" cy="508427"/>
        </a:xfrm>
        <a:prstGeom prst="rightArrow">
          <a:avLst>
            <a:gd name="adj1" fmla="val 60000"/>
            <a:gd name="adj2" fmla="val 50000"/>
          </a:avLst>
        </a:prstGeom>
        <a:solidFill>
          <a:schemeClr val="accent5">
            <a:hueOff val="-1023728"/>
            <a:satOff val="-20662"/>
            <a:lumOff val="-1568"/>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b="1" kern="1200"/>
        </a:p>
      </dsp:txBody>
      <dsp:txXfrm>
        <a:off x="5129970" y="350391"/>
        <a:ext cx="304236" cy="305057"/>
      </dsp:txXfrm>
    </dsp:sp>
    <dsp:sp modelId="{75494D80-AAE1-44AB-A5A1-D4E336C9A241}">
      <dsp:nvSpPr>
        <dsp:cNvPr id="0" name=""/>
        <dsp:cNvSpPr/>
      </dsp:nvSpPr>
      <dsp:spPr>
        <a:xfrm>
          <a:off x="5745004" y="0"/>
          <a:ext cx="2050112" cy="1005840"/>
        </a:xfrm>
        <a:prstGeom prst="roundRect">
          <a:avLst>
            <a:gd name="adj" fmla="val 10000"/>
          </a:avLst>
        </a:prstGeom>
        <a:solidFill>
          <a:schemeClr val="accent5">
            <a:hueOff val="-1364971"/>
            <a:satOff val="-27549"/>
            <a:lumOff val="-2091"/>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b="1" kern="1200" dirty="0"/>
            <a:t>Right side</a:t>
          </a:r>
          <a:endParaRPr lang="en-US" sz="3200" b="1" kern="1200" dirty="0">
            <a:solidFill>
              <a:srgbClr val="FFFF00"/>
            </a:solidFill>
          </a:endParaRPr>
        </a:p>
      </dsp:txBody>
      <dsp:txXfrm>
        <a:off x="5774464" y="29460"/>
        <a:ext cx="1991192" cy="946920"/>
      </dsp:txXfrm>
    </dsp:sp>
    <dsp:sp modelId="{2C8919B2-9A29-4B7C-B580-1CADFBED59E0}">
      <dsp:nvSpPr>
        <dsp:cNvPr id="0" name=""/>
        <dsp:cNvSpPr/>
      </dsp:nvSpPr>
      <dsp:spPr>
        <a:xfrm>
          <a:off x="8000127" y="248706"/>
          <a:ext cx="434623" cy="508427"/>
        </a:xfrm>
        <a:prstGeom prst="rightArrow">
          <a:avLst>
            <a:gd name="adj1" fmla="val 60000"/>
            <a:gd name="adj2" fmla="val 50000"/>
          </a:avLst>
        </a:prstGeom>
        <a:solidFill>
          <a:schemeClr val="accent5">
            <a:hueOff val="-2047456"/>
            <a:satOff val="-41324"/>
            <a:lumOff val="-3136"/>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b="1" kern="1200"/>
        </a:p>
      </dsp:txBody>
      <dsp:txXfrm>
        <a:off x="8000127" y="350391"/>
        <a:ext cx="304236" cy="305057"/>
      </dsp:txXfrm>
    </dsp:sp>
    <dsp:sp modelId="{A7280906-DE55-492D-B5CB-040475BA6CF7}">
      <dsp:nvSpPr>
        <dsp:cNvPr id="0" name=""/>
        <dsp:cNvSpPr/>
      </dsp:nvSpPr>
      <dsp:spPr>
        <a:xfrm>
          <a:off x="8615161" y="0"/>
          <a:ext cx="2050112" cy="1005840"/>
        </a:xfrm>
        <a:prstGeom prst="roundRect">
          <a:avLst>
            <a:gd name="adj" fmla="val 10000"/>
          </a:avLst>
        </a:prstGeom>
        <a:solidFill>
          <a:schemeClr val="accent5">
            <a:hueOff val="-2047456"/>
            <a:satOff val="-41324"/>
            <a:lumOff val="-3136"/>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kern="1200" dirty="0"/>
            <a:t>Quad</a:t>
          </a:r>
          <a:r>
            <a:rPr lang="en-US" sz="3600" b="1" kern="1200" dirty="0">
              <a:solidFill>
                <a:srgbClr val="FFFF00"/>
              </a:solidFill>
            </a:rPr>
            <a:t>(3)</a:t>
          </a:r>
          <a:endParaRPr lang="en-US" sz="3600" b="1" kern="1200" dirty="0"/>
        </a:p>
      </dsp:txBody>
      <dsp:txXfrm>
        <a:off x="8644621" y="29460"/>
        <a:ext cx="1991192" cy="946920"/>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C0BE8A-A50D-459F-8803-8F629D24FD59}">
      <dsp:nvSpPr>
        <dsp:cNvPr id="0" name=""/>
        <dsp:cNvSpPr/>
      </dsp:nvSpPr>
      <dsp:spPr>
        <a:xfrm>
          <a:off x="9894" y="45720"/>
          <a:ext cx="2048110" cy="914399"/>
        </a:xfrm>
        <a:prstGeom prst="roundRect">
          <a:avLst>
            <a:gd name="adj" fmla="val 10000"/>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t>1</a:t>
          </a:r>
          <a:r>
            <a:rPr lang="en-US" sz="2800" b="1" kern="1200" baseline="30000" dirty="0"/>
            <a:t>st</a:t>
          </a:r>
          <a:r>
            <a:rPr lang="en-US" sz="2800" b="1" kern="1200" dirty="0"/>
            <a:t> value    of x</a:t>
          </a:r>
        </a:p>
      </dsp:txBody>
      <dsp:txXfrm>
        <a:off x="36676" y="72502"/>
        <a:ext cx="1994546" cy="860835"/>
      </dsp:txXfrm>
    </dsp:sp>
    <dsp:sp modelId="{44BA6F07-9809-453E-B5B3-AB636F82DB9E}">
      <dsp:nvSpPr>
        <dsp:cNvPr id="0" name=""/>
        <dsp:cNvSpPr/>
      </dsp:nvSpPr>
      <dsp:spPr>
        <a:xfrm>
          <a:off x="2262815" y="248954"/>
          <a:ext cx="434199" cy="507931"/>
        </a:xfrm>
        <a:prstGeom prst="rightArrow">
          <a:avLst>
            <a:gd name="adj1" fmla="val 60000"/>
            <a:gd name="adj2" fmla="val 50000"/>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b="1" kern="1200"/>
        </a:p>
      </dsp:txBody>
      <dsp:txXfrm>
        <a:off x="2262815" y="350540"/>
        <a:ext cx="303939" cy="304759"/>
      </dsp:txXfrm>
    </dsp:sp>
    <dsp:sp modelId="{C1D3A877-193E-433E-996E-DE3797C7F529}">
      <dsp:nvSpPr>
        <dsp:cNvPr id="0" name=""/>
        <dsp:cNvSpPr/>
      </dsp:nvSpPr>
      <dsp:spPr>
        <a:xfrm>
          <a:off x="2877248" y="45720"/>
          <a:ext cx="2048110" cy="914399"/>
        </a:xfrm>
        <a:prstGeom prst="roundRect">
          <a:avLst>
            <a:gd name="adj" fmla="val 10000"/>
          </a:avLst>
        </a:prstGeom>
        <a:solidFill>
          <a:schemeClr val="accent5">
            <a:hueOff val="-682485"/>
            <a:satOff val="-13775"/>
            <a:lumOff val="-1045"/>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kern="1200" dirty="0"/>
            <a:t>,</a:t>
          </a:r>
          <a:endParaRPr lang="en-US" sz="3600" b="1" kern="1200" dirty="0">
            <a:solidFill>
              <a:srgbClr val="FFFF00"/>
            </a:solidFill>
          </a:endParaRPr>
        </a:p>
      </dsp:txBody>
      <dsp:txXfrm>
        <a:off x="2904030" y="72502"/>
        <a:ext cx="1994546" cy="860835"/>
      </dsp:txXfrm>
    </dsp:sp>
    <dsp:sp modelId="{98B97CCD-AFF1-49BB-8170-C62165E0F732}">
      <dsp:nvSpPr>
        <dsp:cNvPr id="0" name=""/>
        <dsp:cNvSpPr/>
      </dsp:nvSpPr>
      <dsp:spPr>
        <a:xfrm>
          <a:off x="5130170" y="248954"/>
          <a:ext cx="434199" cy="507931"/>
        </a:xfrm>
        <a:prstGeom prst="rightArrow">
          <a:avLst>
            <a:gd name="adj1" fmla="val 60000"/>
            <a:gd name="adj2" fmla="val 50000"/>
          </a:avLst>
        </a:prstGeom>
        <a:solidFill>
          <a:schemeClr val="accent5">
            <a:hueOff val="-1023728"/>
            <a:satOff val="-20662"/>
            <a:lumOff val="-1568"/>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b="1" kern="1200"/>
        </a:p>
      </dsp:txBody>
      <dsp:txXfrm>
        <a:off x="5130170" y="350540"/>
        <a:ext cx="303939" cy="304759"/>
      </dsp:txXfrm>
    </dsp:sp>
    <dsp:sp modelId="{75494D80-AAE1-44AB-A5A1-D4E336C9A241}">
      <dsp:nvSpPr>
        <dsp:cNvPr id="0" name=""/>
        <dsp:cNvSpPr/>
      </dsp:nvSpPr>
      <dsp:spPr>
        <a:xfrm>
          <a:off x="5744603" y="45720"/>
          <a:ext cx="2048110" cy="914399"/>
        </a:xfrm>
        <a:prstGeom prst="roundRect">
          <a:avLst>
            <a:gd name="adj" fmla="val 10000"/>
          </a:avLst>
        </a:prstGeom>
        <a:solidFill>
          <a:schemeClr val="accent5">
            <a:hueOff val="-1364971"/>
            <a:satOff val="-27549"/>
            <a:lumOff val="-2091"/>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t>1</a:t>
          </a:r>
          <a:r>
            <a:rPr lang="en-US" sz="2800" b="1" kern="1200" baseline="30000" dirty="0"/>
            <a:t>st</a:t>
          </a:r>
          <a:r>
            <a:rPr lang="en-US" sz="2800" b="1" kern="1200" dirty="0"/>
            <a:t> value    of y</a:t>
          </a:r>
          <a:endParaRPr lang="en-US" sz="2800" b="1" kern="1200" dirty="0">
            <a:solidFill>
              <a:srgbClr val="FFFF00"/>
            </a:solidFill>
          </a:endParaRPr>
        </a:p>
      </dsp:txBody>
      <dsp:txXfrm>
        <a:off x="5771385" y="72502"/>
        <a:ext cx="1994546" cy="860835"/>
      </dsp:txXfrm>
    </dsp:sp>
    <dsp:sp modelId="{2C8919B2-9A29-4B7C-B580-1CADFBED59E0}">
      <dsp:nvSpPr>
        <dsp:cNvPr id="0" name=""/>
        <dsp:cNvSpPr/>
      </dsp:nvSpPr>
      <dsp:spPr>
        <a:xfrm>
          <a:off x="7997525" y="248954"/>
          <a:ext cx="434199" cy="507931"/>
        </a:xfrm>
        <a:prstGeom prst="rightArrow">
          <a:avLst>
            <a:gd name="adj1" fmla="val 60000"/>
            <a:gd name="adj2" fmla="val 50000"/>
          </a:avLst>
        </a:prstGeom>
        <a:solidFill>
          <a:schemeClr val="accent5">
            <a:hueOff val="-2047456"/>
            <a:satOff val="-41324"/>
            <a:lumOff val="-3136"/>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b="1" kern="1200"/>
        </a:p>
      </dsp:txBody>
      <dsp:txXfrm>
        <a:off x="7997525" y="350540"/>
        <a:ext cx="303939" cy="304759"/>
      </dsp:txXfrm>
    </dsp:sp>
    <dsp:sp modelId="{FF7AE4D5-99CD-430E-997C-4D9624DA75B6}">
      <dsp:nvSpPr>
        <dsp:cNvPr id="0" name=""/>
        <dsp:cNvSpPr/>
      </dsp:nvSpPr>
      <dsp:spPr>
        <a:xfrm>
          <a:off x="8611958" y="45720"/>
          <a:ext cx="2048110" cy="914399"/>
        </a:xfrm>
        <a:prstGeom prst="roundRect">
          <a:avLst>
            <a:gd name="adj" fmla="val 10000"/>
          </a:avLst>
        </a:prstGeom>
        <a:solidFill>
          <a:schemeClr val="accent5">
            <a:hueOff val="-2047456"/>
            <a:satOff val="-41324"/>
            <a:lumOff val="-3136"/>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kern="1200" dirty="0">
              <a:solidFill>
                <a:schemeClr val="bg1"/>
              </a:solidFill>
            </a:rPr>
            <a:t>M+</a:t>
          </a:r>
        </a:p>
      </dsp:txBody>
      <dsp:txXfrm>
        <a:off x="8638740" y="72502"/>
        <a:ext cx="1994546" cy="860835"/>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C0BE8A-A50D-459F-8803-8F629D24FD59}">
      <dsp:nvSpPr>
        <dsp:cNvPr id="0" name=""/>
        <dsp:cNvSpPr/>
      </dsp:nvSpPr>
      <dsp:spPr>
        <a:xfrm>
          <a:off x="9894" y="45720"/>
          <a:ext cx="2048110" cy="914399"/>
        </a:xfrm>
        <a:prstGeom prst="roundRect">
          <a:avLst>
            <a:gd name="adj" fmla="val 10000"/>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t>2</a:t>
          </a:r>
          <a:r>
            <a:rPr lang="en-US" sz="2800" b="1" kern="1200" baseline="30000" dirty="0"/>
            <a:t>nd</a:t>
          </a:r>
          <a:r>
            <a:rPr lang="en-US" sz="2800" b="1" kern="1200" dirty="0"/>
            <a:t> value   of x</a:t>
          </a:r>
        </a:p>
      </dsp:txBody>
      <dsp:txXfrm>
        <a:off x="36676" y="72502"/>
        <a:ext cx="1994546" cy="860835"/>
      </dsp:txXfrm>
    </dsp:sp>
    <dsp:sp modelId="{44BA6F07-9809-453E-B5B3-AB636F82DB9E}">
      <dsp:nvSpPr>
        <dsp:cNvPr id="0" name=""/>
        <dsp:cNvSpPr/>
      </dsp:nvSpPr>
      <dsp:spPr>
        <a:xfrm>
          <a:off x="2262815" y="248954"/>
          <a:ext cx="434199" cy="507931"/>
        </a:xfrm>
        <a:prstGeom prst="rightArrow">
          <a:avLst>
            <a:gd name="adj1" fmla="val 60000"/>
            <a:gd name="adj2" fmla="val 50000"/>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b="1" kern="1200"/>
        </a:p>
      </dsp:txBody>
      <dsp:txXfrm>
        <a:off x="2262815" y="350540"/>
        <a:ext cx="303939" cy="304759"/>
      </dsp:txXfrm>
    </dsp:sp>
    <dsp:sp modelId="{C1D3A877-193E-433E-996E-DE3797C7F529}">
      <dsp:nvSpPr>
        <dsp:cNvPr id="0" name=""/>
        <dsp:cNvSpPr/>
      </dsp:nvSpPr>
      <dsp:spPr>
        <a:xfrm>
          <a:off x="2877248" y="45720"/>
          <a:ext cx="2048110" cy="914399"/>
        </a:xfrm>
        <a:prstGeom prst="roundRect">
          <a:avLst>
            <a:gd name="adj" fmla="val 10000"/>
          </a:avLst>
        </a:prstGeom>
        <a:solidFill>
          <a:schemeClr val="accent5">
            <a:hueOff val="-682485"/>
            <a:satOff val="-13775"/>
            <a:lumOff val="-1045"/>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kern="1200" dirty="0"/>
            <a:t>,</a:t>
          </a:r>
          <a:endParaRPr lang="en-US" sz="3600" b="1" kern="1200" dirty="0">
            <a:solidFill>
              <a:srgbClr val="FFFF00"/>
            </a:solidFill>
          </a:endParaRPr>
        </a:p>
      </dsp:txBody>
      <dsp:txXfrm>
        <a:off x="2904030" y="72502"/>
        <a:ext cx="1994546" cy="860835"/>
      </dsp:txXfrm>
    </dsp:sp>
    <dsp:sp modelId="{98B97CCD-AFF1-49BB-8170-C62165E0F732}">
      <dsp:nvSpPr>
        <dsp:cNvPr id="0" name=""/>
        <dsp:cNvSpPr/>
      </dsp:nvSpPr>
      <dsp:spPr>
        <a:xfrm>
          <a:off x="5130170" y="248954"/>
          <a:ext cx="434199" cy="507931"/>
        </a:xfrm>
        <a:prstGeom prst="rightArrow">
          <a:avLst>
            <a:gd name="adj1" fmla="val 60000"/>
            <a:gd name="adj2" fmla="val 50000"/>
          </a:avLst>
        </a:prstGeom>
        <a:solidFill>
          <a:schemeClr val="accent5">
            <a:hueOff val="-1023728"/>
            <a:satOff val="-20662"/>
            <a:lumOff val="-1568"/>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b="1" kern="1200"/>
        </a:p>
      </dsp:txBody>
      <dsp:txXfrm>
        <a:off x="5130170" y="350540"/>
        <a:ext cx="303939" cy="304759"/>
      </dsp:txXfrm>
    </dsp:sp>
    <dsp:sp modelId="{75494D80-AAE1-44AB-A5A1-D4E336C9A241}">
      <dsp:nvSpPr>
        <dsp:cNvPr id="0" name=""/>
        <dsp:cNvSpPr/>
      </dsp:nvSpPr>
      <dsp:spPr>
        <a:xfrm>
          <a:off x="5744603" y="45720"/>
          <a:ext cx="2048110" cy="914399"/>
        </a:xfrm>
        <a:prstGeom prst="roundRect">
          <a:avLst>
            <a:gd name="adj" fmla="val 10000"/>
          </a:avLst>
        </a:prstGeom>
        <a:solidFill>
          <a:schemeClr val="accent5">
            <a:hueOff val="-1364971"/>
            <a:satOff val="-27549"/>
            <a:lumOff val="-2091"/>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t>2</a:t>
          </a:r>
          <a:r>
            <a:rPr lang="en-US" sz="2800" b="1" kern="1200" baseline="30000" dirty="0"/>
            <a:t>nd</a:t>
          </a:r>
          <a:r>
            <a:rPr lang="en-US" sz="2800" b="1" kern="1200" dirty="0"/>
            <a:t> value   of y</a:t>
          </a:r>
          <a:endParaRPr lang="en-US" sz="2800" b="1" kern="1200" dirty="0">
            <a:solidFill>
              <a:srgbClr val="FFFF00"/>
            </a:solidFill>
          </a:endParaRPr>
        </a:p>
      </dsp:txBody>
      <dsp:txXfrm>
        <a:off x="5771385" y="72502"/>
        <a:ext cx="1994546" cy="860835"/>
      </dsp:txXfrm>
    </dsp:sp>
    <dsp:sp modelId="{2C8919B2-9A29-4B7C-B580-1CADFBED59E0}">
      <dsp:nvSpPr>
        <dsp:cNvPr id="0" name=""/>
        <dsp:cNvSpPr/>
      </dsp:nvSpPr>
      <dsp:spPr>
        <a:xfrm>
          <a:off x="7997525" y="248954"/>
          <a:ext cx="434199" cy="507931"/>
        </a:xfrm>
        <a:prstGeom prst="rightArrow">
          <a:avLst>
            <a:gd name="adj1" fmla="val 60000"/>
            <a:gd name="adj2" fmla="val 50000"/>
          </a:avLst>
        </a:prstGeom>
        <a:solidFill>
          <a:schemeClr val="accent5">
            <a:hueOff val="-2047456"/>
            <a:satOff val="-41324"/>
            <a:lumOff val="-3136"/>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b="1" kern="1200"/>
        </a:p>
      </dsp:txBody>
      <dsp:txXfrm>
        <a:off x="7997525" y="350540"/>
        <a:ext cx="303939" cy="304759"/>
      </dsp:txXfrm>
    </dsp:sp>
    <dsp:sp modelId="{FF7AE4D5-99CD-430E-997C-4D9624DA75B6}">
      <dsp:nvSpPr>
        <dsp:cNvPr id="0" name=""/>
        <dsp:cNvSpPr/>
      </dsp:nvSpPr>
      <dsp:spPr>
        <a:xfrm>
          <a:off x="8611958" y="45720"/>
          <a:ext cx="2048110" cy="914399"/>
        </a:xfrm>
        <a:prstGeom prst="roundRect">
          <a:avLst>
            <a:gd name="adj" fmla="val 10000"/>
          </a:avLst>
        </a:prstGeom>
        <a:solidFill>
          <a:schemeClr val="accent5">
            <a:hueOff val="-2047456"/>
            <a:satOff val="-41324"/>
            <a:lumOff val="-3136"/>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kern="1200" dirty="0">
              <a:solidFill>
                <a:schemeClr val="bg1"/>
              </a:solidFill>
            </a:rPr>
            <a:t>M+</a:t>
          </a:r>
        </a:p>
      </dsp:txBody>
      <dsp:txXfrm>
        <a:off x="8638740" y="72502"/>
        <a:ext cx="1994546" cy="860835"/>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C0BE8A-A50D-459F-8803-8F629D24FD59}">
      <dsp:nvSpPr>
        <dsp:cNvPr id="0" name=""/>
        <dsp:cNvSpPr/>
      </dsp:nvSpPr>
      <dsp:spPr>
        <a:xfrm>
          <a:off x="9894" y="45720"/>
          <a:ext cx="2048110" cy="914399"/>
        </a:xfrm>
        <a:prstGeom prst="roundRect">
          <a:avLst>
            <a:gd name="adj" fmla="val 10000"/>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t>Last value of x</a:t>
          </a:r>
        </a:p>
      </dsp:txBody>
      <dsp:txXfrm>
        <a:off x="36676" y="72502"/>
        <a:ext cx="1994546" cy="860835"/>
      </dsp:txXfrm>
    </dsp:sp>
    <dsp:sp modelId="{44BA6F07-9809-453E-B5B3-AB636F82DB9E}">
      <dsp:nvSpPr>
        <dsp:cNvPr id="0" name=""/>
        <dsp:cNvSpPr/>
      </dsp:nvSpPr>
      <dsp:spPr>
        <a:xfrm>
          <a:off x="2262815" y="248954"/>
          <a:ext cx="434199" cy="507931"/>
        </a:xfrm>
        <a:prstGeom prst="rightArrow">
          <a:avLst>
            <a:gd name="adj1" fmla="val 60000"/>
            <a:gd name="adj2" fmla="val 50000"/>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b="1" kern="1200"/>
        </a:p>
      </dsp:txBody>
      <dsp:txXfrm>
        <a:off x="2262815" y="350540"/>
        <a:ext cx="303939" cy="304759"/>
      </dsp:txXfrm>
    </dsp:sp>
    <dsp:sp modelId="{C1D3A877-193E-433E-996E-DE3797C7F529}">
      <dsp:nvSpPr>
        <dsp:cNvPr id="0" name=""/>
        <dsp:cNvSpPr/>
      </dsp:nvSpPr>
      <dsp:spPr>
        <a:xfrm>
          <a:off x="2877248" y="45720"/>
          <a:ext cx="2048110" cy="914399"/>
        </a:xfrm>
        <a:prstGeom prst="roundRect">
          <a:avLst>
            <a:gd name="adj" fmla="val 10000"/>
          </a:avLst>
        </a:prstGeom>
        <a:solidFill>
          <a:schemeClr val="accent5">
            <a:hueOff val="-682485"/>
            <a:satOff val="-13775"/>
            <a:lumOff val="-1045"/>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kern="1200" dirty="0"/>
            <a:t>,</a:t>
          </a:r>
          <a:endParaRPr lang="en-US" sz="3600" b="1" kern="1200" dirty="0">
            <a:solidFill>
              <a:srgbClr val="FFFF00"/>
            </a:solidFill>
          </a:endParaRPr>
        </a:p>
      </dsp:txBody>
      <dsp:txXfrm>
        <a:off x="2904030" y="72502"/>
        <a:ext cx="1994546" cy="860835"/>
      </dsp:txXfrm>
    </dsp:sp>
    <dsp:sp modelId="{98B97CCD-AFF1-49BB-8170-C62165E0F732}">
      <dsp:nvSpPr>
        <dsp:cNvPr id="0" name=""/>
        <dsp:cNvSpPr/>
      </dsp:nvSpPr>
      <dsp:spPr>
        <a:xfrm>
          <a:off x="5130170" y="248954"/>
          <a:ext cx="434199" cy="507931"/>
        </a:xfrm>
        <a:prstGeom prst="rightArrow">
          <a:avLst>
            <a:gd name="adj1" fmla="val 60000"/>
            <a:gd name="adj2" fmla="val 50000"/>
          </a:avLst>
        </a:prstGeom>
        <a:solidFill>
          <a:schemeClr val="accent5">
            <a:hueOff val="-1023728"/>
            <a:satOff val="-20662"/>
            <a:lumOff val="-1568"/>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b="1" kern="1200"/>
        </a:p>
      </dsp:txBody>
      <dsp:txXfrm>
        <a:off x="5130170" y="350540"/>
        <a:ext cx="303939" cy="304759"/>
      </dsp:txXfrm>
    </dsp:sp>
    <dsp:sp modelId="{75494D80-AAE1-44AB-A5A1-D4E336C9A241}">
      <dsp:nvSpPr>
        <dsp:cNvPr id="0" name=""/>
        <dsp:cNvSpPr/>
      </dsp:nvSpPr>
      <dsp:spPr>
        <a:xfrm>
          <a:off x="5744603" y="45720"/>
          <a:ext cx="2048110" cy="914399"/>
        </a:xfrm>
        <a:prstGeom prst="roundRect">
          <a:avLst>
            <a:gd name="adj" fmla="val 10000"/>
          </a:avLst>
        </a:prstGeom>
        <a:solidFill>
          <a:schemeClr val="accent5">
            <a:hueOff val="-1364971"/>
            <a:satOff val="-27549"/>
            <a:lumOff val="-2091"/>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t>Last value of y</a:t>
          </a:r>
          <a:endParaRPr lang="en-US" sz="2800" b="1" kern="1200" dirty="0">
            <a:solidFill>
              <a:srgbClr val="FFFF00"/>
            </a:solidFill>
          </a:endParaRPr>
        </a:p>
      </dsp:txBody>
      <dsp:txXfrm>
        <a:off x="5771385" y="72502"/>
        <a:ext cx="1994546" cy="860835"/>
      </dsp:txXfrm>
    </dsp:sp>
    <dsp:sp modelId="{2C8919B2-9A29-4B7C-B580-1CADFBED59E0}">
      <dsp:nvSpPr>
        <dsp:cNvPr id="0" name=""/>
        <dsp:cNvSpPr/>
      </dsp:nvSpPr>
      <dsp:spPr>
        <a:xfrm>
          <a:off x="7997525" y="248954"/>
          <a:ext cx="434199" cy="507931"/>
        </a:xfrm>
        <a:prstGeom prst="rightArrow">
          <a:avLst>
            <a:gd name="adj1" fmla="val 60000"/>
            <a:gd name="adj2" fmla="val 50000"/>
          </a:avLst>
        </a:prstGeom>
        <a:solidFill>
          <a:schemeClr val="accent5">
            <a:hueOff val="-2047456"/>
            <a:satOff val="-41324"/>
            <a:lumOff val="-3136"/>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b="1" kern="1200"/>
        </a:p>
      </dsp:txBody>
      <dsp:txXfrm>
        <a:off x="7997525" y="350540"/>
        <a:ext cx="303939" cy="304759"/>
      </dsp:txXfrm>
    </dsp:sp>
    <dsp:sp modelId="{FF7AE4D5-99CD-430E-997C-4D9624DA75B6}">
      <dsp:nvSpPr>
        <dsp:cNvPr id="0" name=""/>
        <dsp:cNvSpPr/>
      </dsp:nvSpPr>
      <dsp:spPr>
        <a:xfrm>
          <a:off x="8611958" y="45720"/>
          <a:ext cx="2048110" cy="914399"/>
        </a:xfrm>
        <a:prstGeom prst="roundRect">
          <a:avLst>
            <a:gd name="adj" fmla="val 10000"/>
          </a:avLst>
        </a:prstGeom>
        <a:solidFill>
          <a:schemeClr val="accent5">
            <a:hueOff val="-2047456"/>
            <a:satOff val="-41324"/>
            <a:lumOff val="-3136"/>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kern="1200" dirty="0">
              <a:solidFill>
                <a:schemeClr val="bg1"/>
              </a:solidFill>
            </a:rPr>
            <a:t>M+</a:t>
          </a:r>
        </a:p>
      </dsp:txBody>
      <dsp:txXfrm>
        <a:off x="8638740" y="72502"/>
        <a:ext cx="1994546" cy="860835"/>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C0BE8A-A50D-459F-8803-8F629D24FD59}">
      <dsp:nvSpPr>
        <dsp:cNvPr id="0" name=""/>
        <dsp:cNvSpPr/>
      </dsp:nvSpPr>
      <dsp:spPr>
        <a:xfrm>
          <a:off x="4688" y="0"/>
          <a:ext cx="2050112" cy="1005840"/>
        </a:xfrm>
        <a:prstGeom prst="roundRect">
          <a:avLst>
            <a:gd name="adj" fmla="val 10000"/>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kern="1200" dirty="0"/>
            <a:t>Shift</a:t>
          </a:r>
        </a:p>
      </dsp:txBody>
      <dsp:txXfrm>
        <a:off x="34148" y="29460"/>
        <a:ext cx="1991192" cy="946920"/>
      </dsp:txXfrm>
    </dsp:sp>
    <dsp:sp modelId="{44BA6F07-9809-453E-B5B3-AB636F82DB9E}">
      <dsp:nvSpPr>
        <dsp:cNvPr id="0" name=""/>
        <dsp:cNvSpPr/>
      </dsp:nvSpPr>
      <dsp:spPr>
        <a:xfrm>
          <a:off x="2259812" y="248706"/>
          <a:ext cx="434623" cy="508427"/>
        </a:xfrm>
        <a:prstGeom prst="rightArrow">
          <a:avLst>
            <a:gd name="adj1" fmla="val 60000"/>
            <a:gd name="adj2" fmla="val 50000"/>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b="1" kern="1200"/>
        </a:p>
      </dsp:txBody>
      <dsp:txXfrm>
        <a:off x="2259812" y="350391"/>
        <a:ext cx="304236" cy="305057"/>
      </dsp:txXfrm>
    </dsp:sp>
    <dsp:sp modelId="{C1D3A877-193E-433E-996E-DE3797C7F529}">
      <dsp:nvSpPr>
        <dsp:cNvPr id="0" name=""/>
        <dsp:cNvSpPr/>
      </dsp:nvSpPr>
      <dsp:spPr>
        <a:xfrm>
          <a:off x="2874846" y="0"/>
          <a:ext cx="2050112" cy="1005840"/>
        </a:xfrm>
        <a:prstGeom prst="roundRect">
          <a:avLst>
            <a:gd name="adj" fmla="val 10000"/>
          </a:avLst>
        </a:prstGeom>
        <a:solidFill>
          <a:schemeClr val="accent5">
            <a:hueOff val="-682485"/>
            <a:satOff val="-13775"/>
            <a:lumOff val="-1045"/>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kern="1200" dirty="0"/>
            <a:t>1</a:t>
          </a:r>
        </a:p>
      </dsp:txBody>
      <dsp:txXfrm>
        <a:off x="2904306" y="29460"/>
        <a:ext cx="1991192" cy="946920"/>
      </dsp:txXfrm>
    </dsp:sp>
    <dsp:sp modelId="{98B97CCD-AFF1-49BB-8170-C62165E0F732}">
      <dsp:nvSpPr>
        <dsp:cNvPr id="0" name=""/>
        <dsp:cNvSpPr/>
      </dsp:nvSpPr>
      <dsp:spPr>
        <a:xfrm>
          <a:off x="5129970" y="248706"/>
          <a:ext cx="434623" cy="508427"/>
        </a:xfrm>
        <a:prstGeom prst="rightArrow">
          <a:avLst>
            <a:gd name="adj1" fmla="val 60000"/>
            <a:gd name="adj2" fmla="val 50000"/>
          </a:avLst>
        </a:prstGeom>
        <a:solidFill>
          <a:schemeClr val="accent5">
            <a:hueOff val="-1023728"/>
            <a:satOff val="-20662"/>
            <a:lumOff val="-1568"/>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b="1" kern="1200"/>
        </a:p>
      </dsp:txBody>
      <dsp:txXfrm>
        <a:off x="5129970" y="350391"/>
        <a:ext cx="304236" cy="305057"/>
      </dsp:txXfrm>
    </dsp:sp>
    <dsp:sp modelId="{75494D80-AAE1-44AB-A5A1-D4E336C9A241}">
      <dsp:nvSpPr>
        <dsp:cNvPr id="0" name=""/>
        <dsp:cNvSpPr/>
      </dsp:nvSpPr>
      <dsp:spPr>
        <a:xfrm>
          <a:off x="5745004" y="0"/>
          <a:ext cx="2050112" cy="1005840"/>
        </a:xfrm>
        <a:prstGeom prst="roundRect">
          <a:avLst>
            <a:gd name="adj" fmla="val 10000"/>
          </a:avLst>
        </a:prstGeom>
        <a:solidFill>
          <a:schemeClr val="accent5">
            <a:hueOff val="-1364971"/>
            <a:satOff val="-27549"/>
            <a:lumOff val="-2091"/>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kern="1200" dirty="0"/>
            <a:t>Digit</a:t>
          </a:r>
          <a:endParaRPr lang="en-US" sz="3600" b="1" kern="1200" dirty="0">
            <a:solidFill>
              <a:srgbClr val="FFFF00"/>
            </a:solidFill>
          </a:endParaRPr>
        </a:p>
      </dsp:txBody>
      <dsp:txXfrm>
        <a:off x="5774464" y="29460"/>
        <a:ext cx="1991192" cy="946920"/>
      </dsp:txXfrm>
    </dsp:sp>
    <dsp:sp modelId="{2C8919B2-9A29-4B7C-B580-1CADFBED59E0}">
      <dsp:nvSpPr>
        <dsp:cNvPr id="0" name=""/>
        <dsp:cNvSpPr/>
      </dsp:nvSpPr>
      <dsp:spPr>
        <a:xfrm>
          <a:off x="8000127" y="248706"/>
          <a:ext cx="434623" cy="508427"/>
        </a:xfrm>
        <a:prstGeom prst="rightArrow">
          <a:avLst>
            <a:gd name="adj1" fmla="val 60000"/>
            <a:gd name="adj2" fmla="val 50000"/>
          </a:avLst>
        </a:prstGeom>
        <a:solidFill>
          <a:schemeClr val="accent5">
            <a:hueOff val="-2047456"/>
            <a:satOff val="-41324"/>
            <a:lumOff val="-3136"/>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b="1" kern="1200"/>
        </a:p>
      </dsp:txBody>
      <dsp:txXfrm>
        <a:off x="8000127" y="350391"/>
        <a:ext cx="304236" cy="305057"/>
      </dsp:txXfrm>
    </dsp:sp>
    <dsp:sp modelId="{A7280906-DE55-492D-B5CB-040475BA6CF7}">
      <dsp:nvSpPr>
        <dsp:cNvPr id="0" name=""/>
        <dsp:cNvSpPr/>
      </dsp:nvSpPr>
      <dsp:spPr>
        <a:xfrm>
          <a:off x="8615161" y="0"/>
          <a:ext cx="2050112" cy="1005840"/>
        </a:xfrm>
        <a:prstGeom prst="roundRect">
          <a:avLst>
            <a:gd name="adj" fmla="val 10000"/>
          </a:avLst>
        </a:prstGeom>
        <a:solidFill>
          <a:schemeClr val="accent5">
            <a:hueOff val="-2047456"/>
            <a:satOff val="-41324"/>
            <a:lumOff val="-3136"/>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kern="1200" dirty="0"/>
            <a:t>=</a:t>
          </a:r>
        </a:p>
      </dsp:txBody>
      <dsp:txXfrm>
        <a:off x="8644621" y="29460"/>
        <a:ext cx="1991192" cy="946920"/>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C0BE8A-A50D-459F-8803-8F629D24FD59}">
      <dsp:nvSpPr>
        <dsp:cNvPr id="0" name=""/>
        <dsp:cNvSpPr/>
      </dsp:nvSpPr>
      <dsp:spPr>
        <a:xfrm>
          <a:off x="10414" y="0"/>
          <a:ext cx="1613505" cy="1005840"/>
        </a:xfrm>
        <a:prstGeom prst="roundRect">
          <a:avLst>
            <a:gd name="adj" fmla="val 10000"/>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kern="1200" dirty="0"/>
            <a:t>Shift</a:t>
          </a:r>
        </a:p>
      </dsp:txBody>
      <dsp:txXfrm>
        <a:off x="39874" y="29460"/>
        <a:ext cx="1554585" cy="946920"/>
      </dsp:txXfrm>
    </dsp:sp>
    <dsp:sp modelId="{44BA6F07-9809-453E-B5B3-AB636F82DB9E}">
      <dsp:nvSpPr>
        <dsp:cNvPr id="0" name=""/>
        <dsp:cNvSpPr/>
      </dsp:nvSpPr>
      <dsp:spPr>
        <a:xfrm>
          <a:off x="1785270" y="302845"/>
          <a:ext cx="342063" cy="400149"/>
        </a:xfrm>
        <a:prstGeom prst="rightArrow">
          <a:avLst>
            <a:gd name="adj1" fmla="val 60000"/>
            <a:gd name="adj2" fmla="val 50000"/>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b="1" kern="1200"/>
        </a:p>
      </dsp:txBody>
      <dsp:txXfrm>
        <a:off x="1785270" y="382875"/>
        <a:ext cx="239444" cy="240089"/>
      </dsp:txXfrm>
    </dsp:sp>
    <dsp:sp modelId="{C1D3A877-193E-433E-996E-DE3797C7F529}">
      <dsp:nvSpPr>
        <dsp:cNvPr id="0" name=""/>
        <dsp:cNvSpPr/>
      </dsp:nvSpPr>
      <dsp:spPr>
        <a:xfrm>
          <a:off x="2269321" y="0"/>
          <a:ext cx="1613505" cy="1005840"/>
        </a:xfrm>
        <a:prstGeom prst="roundRect">
          <a:avLst>
            <a:gd name="adj" fmla="val 10000"/>
          </a:avLst>
        </a:prstGeom>
        <a:solidFill>
          <a:schemeClr val="accent5">
            <a:hueOff val="-511864"/>
            <a:satOff val="-10331"/>
            <a:lumOff val="-784"/>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kern="1200" dirty="0"/>
            <a:t>1</a:t>
          </a:r>
        </a:p>
      </dsp:txBody>
      <dsp:txXfrm>
        <a:off x="2298781" y="29460"/>
        <a:ext cx="1554585" cy="946920"/>
      </dsp:txXfrm>
    </dsp:sp>
    <dsp:sp modelId="{98B97CCD-AFF1-49BB-8170-C62165E0F732}">
      <dsp:nvSpPr>
        <dsp:cNvPr id="0" name=""/>
        <dsp:cNvSpPr/>
      </dsp:nvSpPr>
      <dsp:spPr>
        <a:xfrm>
          <a:off x="4044177" y="302845"/>
          <a:ext cx="342063" cy="400149"/>
        </a:xfrm>
        <a:prstGeom prst="rightArrow">
          <a:avLst>
            <a:gd name="adj1" fmla="val 60000"/>
            <a:gd name="adj2" fmla="val 50000"/>
          </a:avLst>
        </a:prstGeom>
        <a:solidFill>
          <a:schemeClr val="accent5">
            <a:hueOff val="-682485"/>
            <a:satOff val="-13775"/>
            <a:lumOff val="-1045"/>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b="1" kern="1200"/>
        </a:p>
      </dsp:txBody>
      <dsp:txXfrm>
        <a:off x="4044177" y="382875"/>
        <a:ext cx="239444" cy="240089"/>
      </dsp:txXfrm>
    </dsp:sp>
    <dsp:sp modelId="{E0C570FE-9914-4A6D-9031-C7F5D06CA4B6}">
      <dsp:nvSpPr>
        <dsp:cNvPr id="0" name=""/>
        <dsp:cNvSpPr/>
      </dsp:nvSpPr>
      <dsp:spPr>
        <a:xfrm>
          <a:off x="4528228" y="0"/>
          <a:ext cx="1613505" cy="1005840"/>
        </a:xfrm>
        <a:prstGeom prst="roundRect">
          <a:avLst>
            <a:gd name="adj" fmla="val 10000"/>
          </a:avLst>
        </a:prstGeom>
        <a:solidFill>
          <a:schemeClr val="accent5">
            <a:hueOff val="-1023728"/>
            <a:satOff val="-20662"/>
            <a:lumOff val="-1568"/>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rgbClr val="002060"/>
              </a:solidFill>
            </a:rPr>
            <a:t>Right Side</a:t>
          </a:r>
        </a:p>
      </dsp:txBody>
      <dsp:txXfrm>
        <a:off x="4557688" y="29460"/>
        <a:ext cx="1554585" cy="946920"/>
      </dsp:txXfrm>
    </dsp:sp>
    <dsp:sp modelId="{4C28BE01-289E-4DB1-8B74-4F0C1045C683}">
      <dsp:nvSpPr>
        <dsp:cNvPr id="0" name=""/>
        <dsp:cNvSpPr/>
      </dsp:nvSpPr>
      <dsp:spPr>
        <a:xfrm>
          <a:off x="6303084" y="302845"/>
          <a:ext cx="342063" cy="400149"/>
        </a:xfrm>
        <a:prstGeom prst="rightArrow">
          <a:avLst>
            <a:gd name="adj1" fmla="val 60000"/>
            <a:gd name="adj2" fmla="val 50000"/>
          </a:avLst>
        </a:prstGeom>
        <a:solidFill>
          <a:schemeClr val="accent5">
            <a:hueOff val="-1364971"/>
            <a:satOff val="-27549"/>
            <a:lumOff val="-2091"/>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a:off x="6303084" y="382875"/>
        <a:ext cx="239444" cy="240089"/>
      </dsp:txXfrm>
    </dsp:sp>
    <dsp:sp modelId="{75494D80-AAE1-44AB-A5A1-D4E336C9A241}">
      <dsp:nvSpPr>
        <dsp:cNvPr id="0" name=""/>
        <dsp:cNvSpPr/>
      </dsp:nvSpPr>
      <dsp:spPr>
        <a:xfrm>
          <a:off x="6787136" y="72817"/>
          <a:ext cx="1613505" cy="860204"/>
        </a:xfrm>
        <a:prstGeom prst="roundRect">
          <a:avLst>
            <a:gd name="adj" fmla="val 10000"/>
          </a:avLst>
        </a:prstGeom>
        <a:solidFill>
          <a:schemeClr val="accent5">
            <a:hueOff val="-1535592"/>
            <a:satOff val="-30993"/>
            <a:lumOff val="-2352"/>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kern="1200" dirty="0"/>
            <a:t>Digit</a:t>
          </a:r>
          <a:endParaRPr lang="en-US" sz="3600" b="1" kern="1200" dirty="0">
            <a:solidFill>
              <a:srgbClr val="FFFF00"/>
            </a:solidFill>
          </a:endParaRPr>
        </a:p>
      </dsp:txBody>
      <dsp:txXfrm>
        <a:off x="6812331" y="98012"/>
        <a:ext cx="1563115" cy="809814"/>
      </dsp:txXfrm>
    </dsp:sp>
    <dsp:sp modelId="{2C8919B2-9A29-4B7C-B580-1CADFBED59E0}">
      <dsp:nvSpPr>
        <dsp:cNvPr id="0" name=""/>
        <dsp:cNvSpPr/>
      </dsp:nvSpPr>
      <dsp:spPr>
        <a:xfrm>
          <a:off x="8561991" y="302845"/>
          <a:ext cx="342063" cy="400149"/>
        </a:xfrm>
        <a:prstGeom prst="rightArrow">
          <a:avLst>
            <a:gd name="adj1" fmla="val 60000"/>
            <a:gd name="adj2" fmla="val 50000"/>
          </a:avLst>
        </a:prstGeom>
        <a:solidFill>
          <a:schemeClr val="accent5">
            <a:hueOff val="-2047456"/>
            <a:satOff val="-41324"/>
            <a:lumOff val="-3136"/>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b="1" kern="1200"/>
        </a:p>
      </dsp:txBody>
      <dsp:txXfrm>
        <a:off x="8561991" y="382875"/>
        <a:ext cx="239444" cy="240089"/>
      </dsp:txXfrm>
    </dsp:sp>
    <dsp:sp modelId="{A7280906-DE55-492D-B5CB-040475BA6CF7}">
      <dsp:nvSpPr>
        <dsp:cNvPr id="0" name=""/>
        <dsp:cNvSpPr/>
      </dsp:nvSpPr>
      <dsp:spPr>
        <a:xfrm>
          <a:off x="9046043" y="0"/>
          <a:ext cx="1613505" cy="1005840"/>
        </a:xfrm>
        <a:prstGeom prst="roundRect">
          <a:avLst>
            <a:gd name="adj" fmla="val 10000"/>
          </a:avLst>
        </a:prstGeom>
        <a:solidFill>
          <a:schemeClr val="accent5">
            <a:hueOff val="-2047456"/>
            <a:satOff val="-41324"/>
            <a:lumOff val="-3136"/>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kern="1200" dirty="0"/>
            <a:t>=</a:t>
          </a:r>
        </a:p>
      </dsp:txBody>
      <dsp:txXfrm>
        <a:off x="9075503" y="29460"/>
        <a:ext cx="1554585" cy="946920"/>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C0BE8A-A50D-459F-8803-8F629D24FD59}">
      <dsp:nvSpPr>
        <dsp:cNvPr id="0" name=""/>
        <dsp:cNvSpPr/>
      </dsp:nvSpPr>
      <dsp:spPr>
        <a:xfrm>
          <a:off x="4688" y="0"/>
          <a:ext cx="2050112" cy="1005840"/>
        </a:xfrm>
        <a:prstGeom prst="roundRect">
          <a:avLst>
            <a:gd name="adj" fmla="val 10000"/>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kern="1200" dirty="0"/>
            <a:t>Shift</a:t>
          </a:r>
        </a:p>
      </dsp:txBody>
      <dsp:txXfrm>
        <a:off x="34148" y="29460"/>
        <a:ext cx="1991192" cy="946920"/>
      </dsp:txXfrm>
    </dsp:sp>
    <dsp:sp modelId="{44BA6F07-9809-453E-B5B3-AB636F82DB9E}">
      <dsp:nvSpPr>
        <dsp:cNvPr id="0" name=""/>
        <dsp:cNvSpPr/>
      </dsp:nvSpPr>
      <dsp:spPr>
        <a:xfrm>
          <a:off x="2259812" y="248706"/>
          <a:ext cx="434623" cy="508427"/>
        </a:xfrm>
        <a:prstGeom prst="rightArrow">
          <a:avLst>
            <a:gd name="adj1" fmla="val 60000"/>
            <a:gd name="adj2" fmla="val 50000"/>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b="1" kern="1200"/>
        </a:p>
      </dsp:txBody>
      <dsp:txXfrm>
        <a:off x="2259812" y="350391"/>
        <a:ext cx="304236" cy="305057"/>
      </dsp:txXfrm>
    </dsp:sp>
    <dsp:sp modelId="{C1D3A877-193E-433E-996E-DE3797C7F529}">
      <dsp:nvSpPr>
        <dsp:cNvPr id="0" name=""/>
        <dsp:cNvSpPr/>
      </dsp:nvSpPr>
      <dsp:spPr>
        <a:xfrm>
          <a:off x="2874846" y="0"/>
          <a:ext cx="2050112" cy="1005840"/>
        </a:xfrm>
        <a:prstGeom prst="roundRect">
          <a:avLst>
            <a:gd name="adj" fmla="val 10000"/>
          </a:avLst>
        </a:prstGeom>
        <a:solidFill>
          <a:schemeClr val="accent5">
            <a:hueOff val="-682485"/>
            <a:satOff val="-13775"/>
            <a:lumOff val="-1045"/>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kern="1200" dirty="0"/>
            <a:t>2</a:t>
          </a:r>
        </a:p>
      </dsp:txBody>
      <dsp:txXfrm>
        <a:off x="2904306" y="29460"/>
        <a:ext cx="1991192" cy="946920"/>
      </dsp:txXfrm>
    </dsp:sp>
    <dsp:sp modelId="{98B97CCD-AFF1-49BB-8170-C62165E0F732}">
      <dsp:nvSpPr>
        <dsp:cNvPr id="0" name=""/>
        <dsp:cNvSpPr/>
      </dsp:nvSpPr>
      <dsp:spPr>
        <a:xfrm>
          <a:off x="5129970" y="248706"/>
          <a:ext cx="434623" cy="508427"/>
        </a:xfrm>
        <a:prstGeom prst="rightArrow">
          <a:avLst>
            <a:gd name="adj1" fmla="val 60000"/>
            <a:gd name="adj2" fmla="val 50000"/>
          </a:avLst>
        </a:prstGeom>
        <a:solidFill>
          <a:schemeClr val="accent5">
            <a:hueOff val="-1023728"/>
            <a:satOff val="-20662"/>
            <a:lumOff val="-1568"/>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b="1" kern="1200"/>
        </a:p>
      </dsp:txBody>
      <dsp:txXfrm>
        <a:off x="5129970" y="350391"/>
        <a:ext cx="304236" cy="305057"/>
      </dsp:txXfrm>
    </dsp:sp>
    <dsp:sp modelId="{75494D80-AAE1-44AB-A5A1-D4E336C9A241}">
      <dsp:nvSpPr>
        <dsp:cNvPr id="0" name=""/>
        <dsp:cNvSpPr/>
      </dsp:nvSpPr>
      <dsp:spPr>
        <a:xfrm>
          <a:off x="5745004" y="0"/>
          <a:ext cx="2050112" cy="1005840"/>
        </a:xfrm>
        <a:prstGeom prst="roundRect">
          <a:avLst>
            <a:gd name="adj" fmla="val 10000"/>
          </a:avLst>
        </a:prstGeom>
        <a:solidFill>
          <a:schemeClr val="accent5">
            <a:hueOff val="-1364971"/>
            <a:satOff val="-27549"/>
            <a:lumOff val="-2091"/>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kern="1200" dirty="0"/>
            <a:t>Digit</a:t>
          </a:r>
          <a:endParaRPr lang="en-US" sz="3600" b="1" kern="1200" dirty="0">
            <a:solidFill>
              <a:srgbClr val="FFFF00"/>
            </a:solidFill>
          </a:endParaRPr>
        </a:p>
      </dsp:txBody>
      <dsp:txXfrm>
        <a:off x="5774464" y="29460"/>
        <a:ext cx="1991192" cy="946920"/>
      </dsp:txXfrm>
    </dsp:sp>
    <dsp:sp modelId="{2C8919B2-9A29-4B7C-B580-1CADFBED59E0}">
      <dsp:nvSpPr>
        <dsp:cNvPr id="0" name=""/>
        <dsp:cNvSpPr/>
      </dsp:nvSpPr>
      <dsp:spPr>
        <a:xfrm>
          <a:off x="8000127" y="248706"/>
          <a:ext cx="434623" cy="508427"/>
        </a:xfrm>
        <a:prstGeom prst="rightArrow">
          <a:avLst>
            <a:gd name="adj1" fmla="val 60000"/>
            <a:gd name="adj2" fmla="val 50000"/>
          </a:avLst>
        </a:prstGeom>
        <a:solidFill>
          <a:schemeClr val="accent5">
            <a:hueOff val="-2047456"/>
            <a:satOff val="-41324"/>
            <a:lumOff val="-3136"/>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b="1" kern="1200"/>
        </a:p>
      </dsp:txBody>
      <dsp:txXfrm>
        <a:off x="8000127" y="350391"/>
        <a:ext cx="304236" cy="305057"/>
      </dsp:txXfrm>
    </dsp:sp>
    <dsp:sp modelId="{A7280906-DE55-492D-B5CB-040475BA6CF7}">
      <dsp:nvSpPr>
        <dsp:cNvPr id="0" name=""/>
        <dsp:cNvSpPr/>
      </dsp:nvSpPr>
      <dsp:spPr>
        <a:xfrm>
          <a:off x="8615161" y="0"/>
          <a:ext cx="2050112" cy="1005840"/>
        </a:xfrm>
        <a:prstGeom prst="roundRect">
          <a:avLst>
            <a:gd name="adj" fmla="val 10000"/>
          </a:avLst>
        </a:prstGeom>
        <a:solidFill>
          <a:schemeClr val="accent5">
            <a:hueOff val="-2047456"/>
            <a:satOff val="-41324"/>
            <a:lumOff val="-3136"/>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kern="1200" dirty="0"/>
            <a:t>=</a:t>
          </a:r>
        </a:p>
      </dsp:txBody>
      <dsp:txXfrm>
        <a:off x="8644621" y="29460"/>
        <a:ext cx="1991192" cy="946920"/>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C0BE8A-A50D-459F-8803-8F629D24FD59}">
      <dsp:nvSpPr>
        <dsp:cNvPr id="0" name=""/>
        <dsp:cNvSpPr/>
      </dsp:nvSpPr>
      <dsp:spPr>
        <a:xfrm>
          <a:off x="10414" y="0"/>
          <a:ext cx="1613505" cy="1005840"/>
        </a:xfrm>
        <a:prstGeom prst="roundRect">
          <a:avLst>
            <a:gd name="adj" fmla="val 10000"/>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kern="1200" dirty="0"/>
            <a:t>Shift</a:t>
          </a:r>
        </a:p>
      </dsp:txBody>
      <dsp:txXfrm>
        <a:off x="39874" y="29460"/>
        <a:ext cx="1554585" cy="946920"/>
      </dsp:txXfrm>
    </dsp:sp>
    <dsp:sp modelId="{44BA6F07-9809-453E-B5B3-AB636F82DB9E}">
      <dsp:nvSpPr>
        <dsp:cNvPr id="0" name=""/>
        <dsp:cNvSpPr/>
      </dsp:nvSpPr>
      <dsp:spPr>
        <a:xfrm>
          <a:off x="1785270" y="302845"/>
          <a:ext cx="342063" cy="400149"/>
        </a:xfrm>
        <a:prstGeom prst="rightArrow">
          <a:avLst>
            <a:gd name="adj1" fmla="val 60000"/>
            <a:gd name="adj2" fmla="val 50000"/>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b="1" kern="1200"/>
        </a:p>
      </dsp:txBody>
      <dsp:txXfrm>
        <a:off x="1785270" y="382875"/>
        <a:ext cx="239444" cy="240089"/>
      </dsp:txXfrm>
    </dsp:sp>
    <dsp:sp modelId="{C1D3A877-193E-433E-996E-DE3797C7F529}">
      <dsp:nvSpPr>
        <dsp:cNvPr id="0" name=""/>
        <dsp:cNvSpPr/>
      </dsp:nvSpPr>
      <dsp:spPr>
        <a:xfrm>
          <a:off x="2269321" y="0"/>
          <a:ext cx="1613505" cy="1005840"/>
        </a:xfrm>
        <a:prstGeom prst="roundRect">
          <a:avLst>
            <a:gd name="adj" fmla="val 10000"/>
          </a:avLst>
        </a:prstGeom>
        <a:solidFill>
          <a:schemeClr val="accent5">
            <a:hueOff val="-511864"/>
            <a:satOff val="-10331"/>
            <a:lumOff val="-784"/>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kern="1200" dirty="0"/>
            <a:t>2</a:t>
          </a:r>
        </a:p>
      </dsp:txBody>
      <dsp:txXfrm>
        <a:off x="2298781" y="29460"/>
        <a:ext cx="1554585" cy="946920"/>
      </dsp:txXfrm>
    </dsp:sp>
    <dsp:sp modelId="{98B97CCD-AFF1-49BB-8170-C62165E0F732}">
      <dsp:nvSpPr>
        <dsp:cNvPr id="0" name=""/>
        <dsp:cNvSpPr/>
      </dsp:nvSpPr>
      <dsp:spPr>
        <a:xfrm>
          <a:off x="4044177" y="302845"/>
          <a:ext cx="342063" cy="400149"/>
        </a:xfrm>
        <a:prstGeom prst="rightArrow">
          <a:avLst>
            <a:gd name="adj1" fmla="val 60000"/>
            <a:gd name="adj2" fmla="val 50000"/>
          </a:avLst>
        </a:prstGeom>
        <a:solidFill>
          <a:schemeClr val="accent5">
            <a:hueOff val="-682485"/>
            <a:satOff val="-13775"/>
            <a:lumOff val="-1045"/>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b="1" kern="1200"/>
        </a:p>
      </dsp:txBody>
      <dsp:txXfrm>
        <a:off x="4044177" y="382875"/>
        <a:ext cx="239444" cy="240089"/>
      </dsp:txXfrm>
    </dsp:sp>
    <dsp:sp modelId="{E0C570FE-9914-4A6D-9031-C7F5D06CA4B6}">
      <dsp:nvSpPr>
        <dsp:cNvPr id="0" name=""/>
        <dsp:cNvSpPr/>
      </dsp:nvSpPr>
      <dsp:spPr>
        <a:xfrm>
          <a:off x="4528228" y="0"/>
          <a:ext cx="1613505" cy="1005840"/>
        </a:xfrm>
        <a:prstGeom prst="roundRect">
          <a:avLst>
            <a:gd name="adj" fmla="val 10000"/>
          </a:avLst>
        </a:prstGeom>
        <a:solidFill>
          <a:schemeClr val="accent5">
            <a:hueOff val="-1023728"/>
            <a:satOff val="-20662"/>
            <a:lumOff val="-1568"/>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rgbClr val="002060"/>
              </a:solidFill>
            </a:rPr>
            <a:t>Right Side</a:t>
          </a:r>
        </a:p>
      </dsp:txBody>
      <dsp:txXfrm>
        <a:off x="4557688" y="29460"/>
        <a:ext cx="1554585" cy="946920"/>
      </dsp:txXfrm>
    </dsp:sp>
    <dsp:sp modelId="{4C28BE01-289E-4DB1-8B74-4F0C1045C683}">
      <dsp:nvSpPr>
        <dsp:cNvPr id="0" name=""/>
        <dsp:cNvSpPr/>
      </dsp:nvSpPr>
      <dsp:spPr>
        <a:xfrm>
          <a:off x="6303084" y="302845"/>
          <a:ext cx="342063" cy="400149"/>
        </a:xfrm>
        <a:prstGeom prst="rightArrow">
          <a:avLst>
            <a:gd name="adj1" fmla="val 60000"/>
            <a:gd name="adj2" fmla="val 50000"/>
          </a:avLst>
        </a:prstGeom>
        <a:solidFill>
          <a:schemeClr val="accent5">
            <a:hueOff val="-1364971"/>
            <a:satOff val="-27549"/>
            <a:lumOff val="-2091"/>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a:off x="6303084" y="382875"/>
        <a:ext cx="239444" cy="240089"/>
      </dsp:txXfrm>
    </dsp:sp>
    <dsp:sp modelId="{75494D80-AAE1-44AB-A5A1-D4E336C9A241}">
      <dsp:nvSpPr>
        <dsp:cNvPr id="0" name=""/>
        <dsp:cNvSpPr/>
      </dsp:nvSpPr>
      <dsp:spPr>
        <a:xfrm>
          <a:off x="6787136" y="72817"/>
          <a:ext cx="1613505" cy="860204"/>
        </a:xfrm>
        <a:prstGeom prst="roundRect">
          <a:avLst>
            <a:gd name="adj" fmla="val 10000"/>
          </a:avLst>
        </a:prstGeom>
        <a:solidFill>
          <a:schemeClr val="accent5">
            <a:hueOff val="-1535592"/>
            <a:satOff val="-30993"/>
            <a:lumOff val="-2352"/>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kern="1200" dirty="0"/>
            <a:t>Digit</a:t>
          </a:r>
          <a:endParaRPr lang="en-US" sz="3600" b="1" kern="1200" dirty="0">
            <a:solidFill>
              <a:srgbClr val="FFFF00"/>
            </a:solidFill>
          </a:endParaRPr>
        </a:p>
      </dsp:txBody>
      <dsp:txXfrm>
        <a:off x="6812331" y="98012"/>
        <a:ext cx="1563115" cy="809814"/>
      </dsp:txXfrm>
    </dsp:sp>
    <dsp:sp modelId="{2C8919B2-9A29-4B7C-B580-1CADFBED59E0}">
      <dsp:nvSpPr>
        <dsp:cNvPr id="0" name=""/>
        <dsp:cNvSpPr/>
      </dsp:nvSpPr>
      <dsp:spPr>
        <a:xfrm>
          <a:off x="8561991" y="302845"/>
          <a:ext cx="342063" cy="400149"/>
        </a:xfrm>
        <a:prstGeom prst="rightArrow">
          <a:avLst>
            <a:gd name="adj1" fmla="val 60000"/>
            <a:gd name="adj2" fmla="val 50000"/>
          </a:avLst>
        </a:prstGeom>
        <a:solidFill>
          <a:schemeClr val="accent5">
            <a:hueOff val="-2047456"/>
            <a:satOff val="-41324"/>
            <a:lumOff val="-3136"/>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b="1" kern="1200"/>
        </a:p>
      </dsp:txBody>
      <dsp:txXfrm>
        <a:off x="8561991" y="382875"/>
        <a:ext cx="239444" cy="240089"/>
      </dsp:txXfrm>
    </dsp:sp>
    <dsp:sp modelId="{A7280906-DE55-492D-B5CB-040475BA6CF7}">
      <dsp:nvSpPr>
        <dsp:cNvPr id="0" name=""/>
        <dsp:cNvSpPr/>
      </dsp:nvSpPr>
      <dsp:spPr>
        <a:xfrm>
          <a:off x="9046043" y="0"/>
          <a:ext cx="1613505" cy="1005840"/>
        </a:xfrm>
        <a:prstGeom prst="roundRect">
          <a:avLst>
            <a:gd name="adj" fmla="val 10000"/>
          </a:avLst>
        </a:prstGeom>
        <a:solidFill>
          <a:schemeClr val="accent5">
            <a:hueOff val="-2047456"/>
            <a:satOff val="-41324"/>
            <a:lumOff val="-3136"/>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kern="1200" dirty="0"/>
            <a:t>=</a:t>
          </a:r>
        </a:p>
      </dsp:txBody>
      <dsp:txXfrm>
        <a:off x="9075503" y="29460"/>
        <a:ext cx="1554585" cy="946920"/>
      </dsp:txXfrm>
    </dsp:sp>
  </dsp:spTree>
</dsp:drawing>
</file>

<file path=ppt/diagrams/layout1.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layout4.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layout14.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15.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hList9">
  <dgm:title val=""/>
  <dgm:desc val=""/>
  <dgm:catLst>
    <dgm:cat type="list" pri="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3" srcId="0" destId="1" srcOrd="0" destOrd="0"/>
        <dgm:cxn modelId="4"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1" destId="2" srcOrd="0" destOrd="0"/>
      </dgm:cxnLst>
      <dgm:bg/>
      <dgm:whole/>
    </dgm:dataModel>
  </dgm:styleData>
  <dgm:clrData>
    <dgm:dataModel>
      <dgm:ptLst>
        <dgm:pt modelId="0" type="doc"/>
        <dgm:pt modelId="1"/>
        <dgm:pt modelId="11"/>
        <dgm:pt modelId="12"/>
        <dgm:pt modelId="13"/>
        <dgm:pt modelId="14"/>
        <dgm:pt modelId="2"/>
        <dgm:pt modelId="21"/>
        <dgm:pt modelId="22"/>
        <dgm:pt modelId="23"/>
        <dgm:pt modelId="24"/>
        <dgm:pt modelId="3"/>
        <dgm:pt modelId="31"/>
        <dgm:pt modelId="32"/>
        <dgm:pt modelId="33"/>
        <dgm:pt modelId="34"/>
      </dgm:ptLst>
      <dgm:cxnLst>
        <dgm:cxn modelId="4" srcId="0" destId="1" srcOrd="0" destOrd="0"/>
        <dgm:cxn modelId="5" srcId="0" destId="2" srcOrd="1" destOrd="0"/>
        <dgm:cxn modelId="6" srcId="0" destId="3" srcOrd="1" destOrd="0"/>
        <dgm:cxn modelId="15" srcId="1" destId="11" srcOrd="0" destOrd="0"/>
        <dgm:cxn modelId="16" srcId="1" destId="12" srcOrd="0" destOrd="0"/>
        <dgm:cxn modelId="17" srcId="1" destId="13" srcOrd="0" destOrd="0"/>
        <dgm:cxn modelId="18" srcId="1" destId="14" srcOrd="0" destOrd="0"/>
        <dgm:cxn modelId="25" srcId="2" destId="21" srcOrd="0" destOrd="0"/>
        <dgm:cxn modelId="26" srcId="2" destId="22" srcOrd="0" destOrd="0"/>
        <dgm:cxn modelId="27" srcId="2" destId="23" srcOrd="0" destOrd="0"/>
        <dgm:cxn modelId="28" srcId="2" destId="24" srcOrd="0" destOrd="0"/>
        <dgm:cxn modelId="35" srcId="3" destId="31" srcOrd="0" destOrd="0"/>
        <dgm:cxn modelId="36" srcId="3" destId="32" srcOrd="0" destOrd="0"/>
        <dgm:cxn modelId="37" srcId="3" destId="33" srcOrd="0" destOrd="0"/>
        <dgm:cxn modelId="38" srcId="3" destId="34" srcOrd="0" destOrd="0"/>
      </dgm:cxnLst>
      <dgm:bg/>
      <dgm:whole/>
    </dgm:dataModel>
  </dgm:clrData>
  <dgm:layoutNode name="list">
    <dgm:varLst>
      <dgm:dir/>
      <dgm:animLvl val="lvl"/>
    </dgm:varLst>
    <dgm:choose name="Name0">
      <dgm:if name="Name1" func="var" arg="dir" op="equ" val="norm">
        <dgm:alg type="lin">
          <dgm:param type="linDir" val="fromL"/>
          <dgm:param type="fallback" val="2D"/>
          <dgm:param type="nodeVertAlign" val="t"/>
        </dgm:alg>
      </dgm:if>
      <dgm:else name="Name2">
        <dgm:alg type="lin">
          <dgm:param type="linDir" val="fromR"/>
          <dgm:param type="fallback" val="2D"/>
          <dgm:param type="nodeVertAlign" val="t"/>
        </dgm:alg>
      </dgm:else>
    </dgm:choose>
    <dgm:shape xmlns:r="http://schemas.openxmlformats.org/officeDocument/2006/relationships" r:blip="">
      <dgm:adjLst/>
    </dgm:shape>
    <dgm:presOf/>
    <dgm:constrLst>
      <dgm:constr type="w" for="ch" forName="circle" refType="w" fact="0.5"/>
      <dgm:constr type="w" for="ch" forName="vertFlow" refType="w" fact="0.75"/>
      <dgm:constr type="h" for="des" forName="firstComp" refType="w" refFor="ch" refForName="vertFlow" fact="0.667"/>
      <dgm:constr type="h" for="des" forName="comp" refType="h" refFor="des" refForName="firstComp" op="equ"/>
      <dgm:constr type="h" for="des" forName="topSpace" refType="w" refFor="ch" refForName="circle" op="equ" fact="0.4"/>
      <dgm:constr type="w" for="ch" forName="posSpace" refType="w" fact="0.4"/>
      <dgm:constr type="w" for="ch" forName="negSpace" refType="w" fact="-1.15"/>
      <dgm:constr type="w" for="ch" forName="transSpace" refType="w" fact="0.75"/>
      <dgm:constr type="primFontSz" for="ch" forName="circle" op="equ" val="65"/>
      <dgm:constr type="primFontSz" for="des" forName="firstChildTx" val="65"/>
      <dgm:constr type="primFontSz" for="des" forName="childTx" refType="primFontSz" refFor="des" refForName="firstChildTx" op="equ"/>
    </dgm:constrLst>
    <dgm:ruleLst/>
    <dgm:forEach name="Name3" axis="ch" ptType="node">
      <dgm:layoutNode name="posSpace">
        <dgm:alg type="sp"/>
        <dgm:shape xmlns:r="http://schemas.openxmlformats.org/officeDocument/2006/relationships" r:blip="">
          <dgm:adjLst/>
        </dgm:shape>
        <dgm:presOf/>
        <dgm:constrLst/>
        <dgm:ruleLst/>
      </dgm:layoutNode>
      <dgm:layoutNode name="vertFlow">
        <dgm:alg type="lin">
          <dgm:param type="linDir" val="fromT"/>
        </dgm:alg>
        <dgm:shape xmlns:r="http://schemas.openxmlformats.org/officeDocument/2006/relationships" r:blip="">
          <dgm:adjLst/>
        </dgm:shape>
        <dgm:presOf/>
        <dgm:constrLst>
          <dgm:constr type="w" for="ch" forName="firstComp" refType="w"/>
          <dgm:constr type="w" for="ch" forName="comp" refType="w"/>
        </dgm:constrLst>
        <dgm:ruleLst/>
        <dgm:layoutNode name="topSpace">
          <dgm:alg type="sp"/>
          <dgm:shape xmlns:r="http://schemas.openxmlformats.org/officeDocument/2006/relationships" r:blip="">
            <dgm:adjLst/>
          </dgm:shape>
          <dgm:presOf/>
          <dgm:constrLst/>
          <dgm:ruleLst/>
        </dgm:layoutNode>
        <dgm:layoutNode name="firstComp">
          <dgm:alg type="composite"/>
          <dgm:shape xmlns:r="http://schemas.openxmlformats.org/officeDocument/2006/relationships" r:blip="">
            <dgm:adjLst/>
          </dgm:shape>
          <dgm:presOf/>
          <dgm:choose name="Name4">
            <dgm:if name="Name5" func="var" arg="dir" op="equ" val="norm">
              <dgm:constrLst>
                <dgm:constr type="l" for="ch" forName="firstChild"/>
                <dgm:constr type="t" for="ch" forName="firstChild"/>
                <dgm:constr type="w" for="ch" forName="firstChild" refType="w"/>
                <dgm:constr type="h" for="ch" forName="firstChild" refType="h"/>
                <dgm:constr type="l" for="ch" forName="firstChildTx" refType="w" fact="0.16"/>
                <dgm:constr type="r" for="ch" forName="firstChildTx" refType="w"/>
                <dgm:constr type="h" for="ch" forName="firstChildTx" refFor="ch" refForName="firstChild" op="equ"/>
              </dgm:constrLst>
            </dgm:if>
            <dgm:else name="Name6">
              <dgm:constrLst>
                <dgm:constr type="l" for="ch" forName="firstChild"/>
                <dgm:constr type="t" for="ch" forName="firstChild"/>
                <dgm:constr type="w" for="ch" forName="firstChild" refType="w"/>
                <dgm:constr type="h" for="ch" forName="firstChild" refType="h"/>
                <dgm:constr type="l" for="ch" forName="firstChildTx"/>
                <dgm:constr type="r" for="ch" forName="firstChildTx" refType="w" fact="0.825"/>
                <dgm:constr type="h" for="ch" forName="firstChildTx" refFor="ch" refForName="firstChild" op="equ"/>
              </dgm:constrLst>
            </dgm:else>
          </dgm:choose>
          <dgm:ruleLst/>
          <dgm:layoutNode name="firstChild" styleLbl="bgAccFollowNode1">
            <dgm:alg type="sp"/>
            <dgm:shape xmlns:r="http://schemas.openxmlformats.org/officeDocument/2006/relationships" type="rect" r:blip="">
              <dgm:adjLst/>
            </dgm:shape>
            <dgm:presOf axis="ch desOrSelf" ptType="node node" cnt="1 0"/>
            <dgm:constrLst/>
            <dgm:ruleLst/>
          </dgm:layoutNode>
          <dgm:layoutNode name="firstChildTx" styleLbl="bgAccFollowNode1">
            <dgm:varLst>
              <dgm:bulletEnabled val="1"/>
            </dgm:varLst>
            <dgm:alg type="tx">
              <dgm:param type="parTxLTRAlign" val="l"/>
            </dgm:alg>
            <dgm:shape xmlns:r="http://schemas.openxmlformats.org/officeDocument/2006/relationships" type="rect" r:blip="" hideGeom="1">
              <dgm:adjLst/>
            </dgm:shape>
            <dgm:presOf axis="ch desOrSelf" ptType="node node" cnt="1 0"/>
            <dgm:choose name="Name7">
              <dgm:if name="Name8" func="var" arg="dir" op="equ" val="norm">
                <dgm:constrLst>
                  <dgm:constr type="primFontSz" val="65"/>
                  <dgm:constr type="lMarg"/>
                </dgm:constrLst>
              </dgm:if>
              <dgm:else name="Name9">
                <dgm:constrLst>
                  <dgm:constr type="primFontSz" val="65"/>
                  <dgm:constr type="rMarg"/>
                </dgm:constrLst>
              </dgm:else>
            </dgm:choose>
            <dgm:ruleLst>
              <dgm:rule type="primFontSz" val="5" fact="NaN" max="NaN"/>
            </dgm:ruleLst>
          </dgm:layoutNode>
        </dgm:layoutNode>
        <dgm:forEach name="Name10" axis="ch" ptType="node" st="2">
          <dgm:layoutNode name="comp">
            <dgm:alg type="composite"/>
            <dgm:shape xmlns:r="http://schemas.openxmlformats.org/officeDocument/2006/relationships" r:blip="">
              <dgm:adjLst/>
            </dgm:shape>
            <dgm:presOf/>
            <dgm:choose name="Name11">
              <dgm:if name="Name12" func="var" arg="dir" op="equ" val="norm">
                <dgm:constrLst>
                  <dgm:constr type="l" for="ch" forName="child"/>
                  <dgm:constr type="t" for="ch" forName="child"/>
                  <dgm:constr type="w" for="ch" forName="child" refType="w"/>
                  <dgm:constr type="h" for="ch" forName="child" refType="h"/>
                  <dgm:constr type="l" for="ch" forName="childTx" refType="w" fact="0.16"/>
                  <dgm:constr type="r" for="ch" forName="childTx" refType="w"/>
                  <dgm:constr type="h" for="ch" forName="childTx" refFor="ch" refForName="child" op="equ"/>
                </dgm:constrLst>
              </dgm:if>
              <dgm:else name="Name13">
                <dgm:constrLst>
                  <dgm:constr type="l" for="ch" forName="child"/>
                  <dgm:constr type="t" for="ch" forName="child"/>
                  <dgm:constr type="w" for="ch" forName="child" refType="w"/>
                  <dgm:constr type="h" for="ch" forName="child" refType="h"/>
                  <dgm:constr type="l" for="ch" forName="childTx"/>
                  <dgm:constr type="r" for="ch" forName="childTx" refType="w" fact="0.825"/>
                  <dgm:constr type="h" for="ch" forName="childTx" refFor="ch" refForName="child" op="equ"/>
                </dgm:constrLst>
              </dgm:else>
            </dgm:choose>
            <dgm:ruleLst/>
            <dgm:layoutNode name="child" styleLbl="bgAccFollowNode1">
              <dgm:alg type="sp"/>
              <dgm:shape xmlns:r="http://schemas.openxmlformats.org/officeDocument/2006/relationships" type="rect" r:blip="">
                <dgm:adjLst/>
              </dgm:shape>
              <dgm:presOf axis="desOrSelf" ptType="node"/>
              <dgm:constrLst/>
              <dgm:ruleLst/>
            </dgm:layoutNode>
            <dgm:layoutNode name="childTx" styleLbl="bgAccFollowNode1">
              <dgm:varLst>
                <dgm:bulletEnabled val="1"/>
              </dgm:varLst>
              <dgm:alg type="tx">
                <dgm:param type="parTxLTRAlign" val="l"/>
              </dgm:alg>
              <dgm:shape xmlns:r="http://schemas.openxmlformats.org/officeDocument/2006/relationships" type="rect" r:blip="" hideGeom="1">
                <dgm:adjLst/>
              </dgm:shape>
              <dgm:presOf axis="desOrSelf" ptType="node"/>
              <dgm:choose name="Name14">
                <dgm:if name="Name15" func="var" arg="dir" op="equ" val="norm">
                  <dgm:constrLst>
                    <dgm:constr type="primFontSz" val="65"/>
                    <dgm:constr type="lMarg"/>
                  </dgm:constrLst>
                </dgm:if>
                <dgm:else name="Name16">
                  <dgm:constrLst>
                    <dgm:constr type="primFontSz" val="65"/>
                    <dgm:constr type="rMarg"/>
                  </dgm:constrLst>
                </dgm:else>
              </dgm:choose>
              <dgm:ruleLst>
                <dgm:rule type="primFontSz" val="5" fact="NaN" max="NaN"/>
              </dgm:ruleLst>
            </dgm:layoutNode>
          </dgm:layoutNode>
        </dgm:forEach>
      </dgm:layoutNode>
      <dgm:layoutNode name="negSpace">
        <dgm:alg type="sp"/>
        <dgm:shape xmlns:r="http://schemas.openxmlformats.org/officeDocument/2006/relationships" r:blip="">
          <dgm:adjLst/>
        </dgm:shape>
        <dgm:presOf/>
        <dgm:constrLst/>
        <dgm:ruleLst/>
      </dgm:layoutNode>
      <dgm:layoutNode name="circle" styleLbl="node1">
        <dgm:alg type="tx"/>
        <dgm:shape xmlns:r="http://schemas.openxmlformats.org/officeDocument/2006/relationships" type="ellipse" r:blip="">
          <dgm:adjLst/>
        </dgm:shape>
        <dgm:presOf axis="self"/>
        <dgm:constrLst>
          <dgm:constr type="lMarg"/>
          <dgm:constr type="rMarg"/>
          <dgm:constr type="tMarg"/>
          <dgm:constr type="bMarg"/>
          <dgm:constr type="h" refType="w"/>
        </dgm:constrLst>
        <dgm:ruleLst>
          <dgm:rule type="primFontSz" val="5" fact="NaN" max="NaN"/>
        </dgm:ruleLst>
      </dgm:layoutNode>
      <dgm:forEach name="Name17" axis="followSib" ptType="sibTrans" cnt="1">
        <dgm:layoutNode name="transSpace">
          <dgm:alg type="sp"/>
          <dgm:shape xmlns:r="http://schemas.openxmlformats.org/officeDocument/2006/relationships" r:blip="">
            <dgm:adjLst/>
          </dgm:shape>
          <dgm:presOf/>
          <dgm:constrLst/>
          <dgm:ruleLst/>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5.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40691E0-E0E7-464F-892B-71ACC2518A4D}" type="datetimeFigureOut">
              <a:rPr lang="en-US" smtClean="0"/>
              <a:t>2/5/2025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153689D-5810-4E66-9D5F-1657D824CFAB}" type="slidenum">
              <a:rPr lang="en-US" smtClean="0"/>
              <a:t>‹#›</a:t>
            </a:fld>
            <a:endParaRPr lang="en-US"/>
          </a:p>
        </p:txBody>
      </p:sp>
    </p:spTree>
    <p:extLst>
      <p:ext uri="{BB962C8B-B14F-4D97-AF65-F5344CB8AC3E}">
        <p14:creationId xmlns:p14="http://schemas.microsoft.com/office/powerpoint/2010/main" val="98709607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t>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79BDEF-6165-4E72-B1A6-6E8034CEC248}" type="slidenum">
              <a:rPr lang="en-US" smtClean="0"/>
              <a:t>43</a:t>
            </a:fld>
            <a:endParaRPr lang="en-US"/>
          </a:p>
        </p:txBody>
      </p:sp>
    </p:spTree>
    <p:extLst>
      <p:ext uri="{BB962C8B-B14F-4D97-AF65-F5344CB8AC3E}">
        <p14:creationId xmlns:p14="http://schemas.microsoft.com/office/powerpoint/2010/main" val="1177359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79BDEF-6165-4E72-B1A6-6E8034CEC248}" type="slidenum">
              <a:rPr lang="en-US" smtClean="0"/>
              <a:t>104</a:t>
            </a:fld>
            <a:endParaRPr lang="en-US"/>
          </a:p>
        </p:txBody>
      </p:sp>
    </p:spTree>
    <p:extLst>
      <p:ext uri="{BB962C8B-B14F-4D97-AF65-F5344CB8AC3E}">
        <p14:creationId xmlns:p14="http://schemas.microsoft.com/office/powerpoint/2010/main" val="13294720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79BDEF-6165-4E72-B1A6-6E8034CEC248}" type="slidenum">
              <a:rPr lang="en-US" smtClean="0"/>
              <a:t>176</a:t>
            </a:fld>
            <a:endParaRPr lang="en-US"/>
          </a:p>
        </p:txBody>
      </p:sp>
    </p:spTree>
    <p:extLst>
      <p:ext uri="{BB962C8B-B14F-4D97-AF65-F5344CB8AC3E}">
        <p14:creationId xmlns:p14="http://schemas.microsoft.com/office/powerpoint/2010/main" val="8350847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79BDEF-6165-4E72-B1A6-6E8034CEC248}" type="slidenum">
              <a:rPr lang="en-US" smtClean="0"/>
              <a:t>181</a:t>
            </a:fld>
            <a:endParaRPr lang="en-US"/>
          </a:p>
        </p:txBody>
      </p:sp>
    </p:spTree>
    <p:extLst>
      <p:ext uri="{BB962C8B-B14F-4D97-AF65-F5344CB8AC3E}">
        <p14:creationId xmlns:p14="http://schemas.microsoft.com/office/powerpoint/2010/main" val="25341254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79BDEF-6165-4E72-B1A6-6E8034CEC248}" type="slidenum">
              <a:rPr lang="en-US" smtClean="0"/>
              <a:t>193</a:t>
            </a:fld>
            <a:endParaRPr lang="en-US"/>
          </a:p>
        </p:txBody>
      </p:sp>
    </p:spTree>
    <p:extLst>
      <p:ext uri="{BB962C8B-B14F-4D97-AF65-F5344CB8AC3E}">
        <p14:creationId xmlns:p14="http://schemas.microsoft.com/office/powerpoint/2010/main" val="14638981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79BDEF-6165-4E72-B1A6-6E8034CEC248}" type="slidenum">
              <a:rPr lang="en-US" smtClean="0"/>
              <a:t>238</a:t>
            </a:fld>
            <a:endParaRPr lang="en-US"/>
          </a:p>
        </p:txBody>
      </p:sp>
    </p:spTree>
    <p:extLst>
      <p:ext uri="{BB962C8B-B14F-4D97-AF65-F5344CB8AC3E}">
        <p14:creationId xmlns:p14="http://schemas.microsoft.com/office/powerpoint/2010/main" val="293229993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png"/><Relationship Id="rId4" Type="http://schemas.microsoft.com/office/2007/relationships/hdphoto" Target="../media/hdphoto1.wdp"/></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image" Target="../media/image10.jpeg"/></Relationships>
</file>

<file path=ppt/slideLayouts/_rels/slideLayout9.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image" Target="../media/image10.jpeg"/></Relationships>
</file>

<file path=ppt/slideLayouts/_rels/slideLayout10.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image" Target="../media/image10.jpeg"/></Relationships>
</file>

<file path=ppt/slideLayouts/_rels/slideLayout11.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image" Target="../media/image10.jpeg"/></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png"/><Relationship Id="rId7" Type="http://schemas.openxmlformats.org/officeDocument/2006/relationships/image" Target="../media/image11.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png"/><Relationship Id="rId5" Type="http://schemas.microsoft.com/office/2007/relationships/hdphoto" Target="../media/hdphoto2.wdp"/><Relationship Id="rId10" Type="http://schemas.openxmlformats.org/officeDocument/2006/relationships/image" Target="../media/image10.jpeg"/><Relationship Id="rId4" Type="http://schemas.openxmlformats.org/officeDocument/2006/relationships/image" Target="../media/image9.png"/><Relationship Id="rId9"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image" Target="../media/image10.jpeg"/></Relationships>
</file>

<file path=ppt/slideLayouts/_rels/slideLayout14.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image" Target="../media/image10.jpeg"/></Relationships>
</file>

<file path=ppt/slideLayouts/_rels/slideLayout15.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image" Target="../media/image10.jpe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3.png"/><Relationship Id="rId7" Type="http://schemas.microsoft.com/office/2007/relationships/hdphoto" Target="../media/hdphoto2.wdp"/><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2.png"/><Relationship Id="rId4" Type="http://schemas.openxmlformats.org/officeDocument/2006/relationships/image" Target="../media/image7.png"/><Relationship Id="rId9"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11" Type="http://schemas.openxmlformats.org/officeDocument/2006/relationships/image" Target="../media/image1.png"/><Relationship Id="rId5" Type="http://schemas.openxmlformats.org/officeDocument/2006/relationships/image" Target="../media/image7.png"/><Relationship Id="rId10" Type="http://schemas.openxmlformats.org/officeDocument/2006/relationships/image" Target="../media/image10.jpeg"/><Relationship Id="rId4" Type="http://schemas.openxmlformats.org/officeDocument/2006/relationships/image" Target="../media/image6.png"/><Relationship Id="rId9" Type="http://schemas.openxmlformats.org/officeDocument/2006/relationships/image" Target="../media/image13.jpeg"/></Relationships>
</file>

<file path=ppt/slideLayouts/_rels/slideLayout18.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image" Target="../media/image10.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9A329F3-B4EA-403B-BD1C-FDD65D8E9D3F}"/>
              </a:ext>
            </a:extLst>
          </p:cNvPr>
          <p:cNvGrpSpPr/>
          <p:nvPr userDrawn="1"/>
        </p:nvGrpSpPr>
        <p:grpSpPr>
          <a:xfrm>
            <a:off x="10721798" y="852808"/>
            <a:ext cx="1339023" cy="407045"/>
            <a:chOff x="10721798" y="852808"/>
            <a:chExt cx="1339023" cy="407045"/>
          </a:xfrm>
        </p:grpSpPr>
        <p:pic>
          <p:nvPicPr>
            <p:cNvPr id="16" name="Picture 15">
              <a:extLst>
                <a:ext uri="{FF2B5EF4-FFF2-40B4-BE49-F238E27FC236}">
                  <a16:creationId xmlns:a16="http://schemas.microsoft.com/office/drawing/2014/main" id="{F0325C5E-F004-43A9-9277-53A0BD206A7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5" name="Rectangle 14">
              <a:extLst>
                <a:ext uri="{FF2B5EF4-FFF2-40B4-BE49-F238E27FC236}">
                  <a16:creationId xmlns:a16="http://schemas.microsoft.com/office/drawing/2014/main" id="{4B63808E-204C-4894-A747-B51DDC7425C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userDrawn="1">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800">
                <a:solidFill>
                  <a:srgbClr val="002060"/>
                </a:solidFill>
              </a:defRPr>
            </a:lvl1pPr>
            <a:lvl2pPr marL="809625" indent="-352425" algn="just">
              <a:buClr>
                <a:schemeClr val="accent6"/>
              </a:buClr>
              <a:buFont typeface="Wingdings 3" panose="05040102010807070707" pitchFamily="18" charset="2"/>
              <a:buChar char=""/>
              <a:defRPr sz="2800">
                <a:solidFill>
                  <a:srgbClr val="002060"/>
                </a:solidFill>
              </a:defRPr>
            </a:lvl2pPr>
            <a:lvl3pPr marL="1143000" indent="-228600" algn="just">
              <a:buClr>
                <a:schemeClr val="accent6"/>
              </a:buClr>
              <a:buFont typeface="Wingdings" panose="05000000000000000000" pitchFamily="2" charset="2"/>
              <a:buChar char="§"/>
              <a:defRPr sz="2800">
                <a:solidFill>
                  <a:srgbClr val="002060"/>
                </a:solidFill>
              </a:defRPr>
            </a:lvl3pPr>
            <a:lvl4pPr algn="just">
              <a:buClr>
                <a:schemeClr val="accent6"/>
              </a:buClr>
              <a:defRPr sz="2800">
                <a:solidFill>
                  <a:srgbClr val="002060"/>
                </a:solidFill>
              </a:defRPr>
            </a:lvl4pPr>
            <a:lvl5pPr algn="just">
              <a:buClr>
                <a:schemeClr val="accent6"/>
              </a:buClr>
              <a:defRPr sz="2800">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Date Placeholder 1">
            <a:extLst>
              <a:ext uri="{FF2B5EF4-FFF2-40B4-BE49-F238E27FC236}">
                <a16:creationId xmlns:a16="http://schemas.microsoft.com/office/drawing/2014/main" id="{BDCCD67D-FD1C-45DA-9071-29F9F47A3494}"/>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b="0" kern="1200" dirty="0">
              <a:solidFill>
                <a:schemeClr val="tx1">
                  <a:lumMod val="90000"/>
                  <a:lumOff val="10000"/>
                </a:schemeClr>
              </a:solidFill>
              <a:latin typeface="+mn-lt"/>
              <a:ea typeface="+mn-ea"/>
              <a:cs typeface="+mn-cs"/>
            </a:endParaRPr>
          </a:p>
        </p:txBody>
      </p:sp>
      <p:sp>
        <p:nvSpPr>
          <p:cNvPr id="22" name="Footer Placeholder 2">
            <a:extLst>
              <a:ext uri="{FF2B5EF4-FFF2-40B4-BE49-F238E27FC236}">
                <a16:creationId xmlns:a16="http://schemas.microsoft.com/office/drawing/2014/main" id="{DF949A34-812B-4860-89D9-F866C155599E}"/>
              </a:ext>
            </a:extLst>
          </p:cNvPr>
          <p:cNvSpPr txBox="1">
            <a:spLocks/>
          </p:cNvSpPr>
          <p:nvPr userDrawn="1"/>
        </p:nvSpPr>
        <p:spPr>
          <a:xfrm>
            <a:off x="3357601" y="6604000"/>
            <a:ext cx="5476799"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#2301HS402 (Probability &amp; Statistics)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sz="1200" b="0" kern="1200" dirty="0">
                <a:solidFill>
                  <a:schemeClr val="tx1">
                    <a:lumMod val="90000"/>
                    <a:lumOff val="10000"/>
                  </a:schemeClr>
                </a:solidFill>
                <a:latin typeface="+mn-lt"/>
                <a:ea typeface="+mn-ea"/>
                <a:cs typeface="+mn-cs"/>
              </a:rPr>
              <a:t>   Unit 4 – Inferential Statistics – I</a:t>
            </a:r>
          </a:p>
        </p:txBody>
      </p:sp>
      <p:sp>
        <p:nvSpPr>
          <p:cNvPr id="5" name="Footer Placeholder 2">
            <a:extLst>
              <a:ext uri="{FF2B5EF4-FFF2-40B4-BE49-F238E27FC236}">
                <a16:creationId xmlns:a16="http://schemas.microsoft.com/office/drawing/2014/main" id="{5D474F9F-F71B-B615-CC15-5215668C5BF8}"/>
              </a:ext>
            </a:extLst>
          </p:cNvPr>
          <p:cNvSpPr txBox="1">
            <a:spLocks/>
          </p:cNvSpPr>
          <p:nvPr userDrawn="1"/>
        </p:nvSpPr>
        <p:spPr>
          <a:xfrm>
            <a:off x="115545" y="6607643"/>
            <a:ext cx="2780056"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Prof. Prashant Bakotiya</a:t>
            </a:r>
          </a:p>
        </p:txBody>
      </p:sp>
    </p:spTree>
    <p:extLst>
      <p:ext uri="{BB962C8B-B14F-4D97-AF65-F5344CB8AC3E}">
        <p14:creationId xmlns:p14="http://schemas.microsoft.com/office/powerpoint/2010/main" val="3466633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619E228D-B2BD-4EFA-9FE9-86D81DDC600E}"/>
              </a:ext>
            </a:extLst>
          </p:cNvPr>
          <p:cNvGrpSpPr/>
          <p:nvPr userDrawn="1"/>
        </p:nvGrpSpPr>
        <p:grpSpPr>
          <a:xfrm>
            <a:off x="10721797" y="6047527"/>
            <a:ext cx="1339023" cy="407045"/>
            <a:chOff x="10721798" y="852808"/>
            <a:chExt cx="1339023" cy="407045"/>
          </a:xfrm>
        </p:grpSpPr>
        <p:pic>
          <p:nvPicPr>
            <p:cNvPr id="25" name="Picture 24">
              <a:extLst>
                <a:ext uri="{FF2B5EF4-FFF2-40B4-BE49-F238E27FC236}">
                  <a16:creationId xmlns:a16="http://schemas.microsoft.com/office/drawing/2014/main" id="{60ED7292-9BDD-4D31-8064-11177842F8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6" name="Rectangle 25">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800">
                <a:solidFill>
                  <a:srgbClr val="002060"/>
                </a:solidFill>
              </a:defRPr>
            </a:lvl1pPr>
            <a:lvl2pPr marL="857250" indent="-400050" algn="just">
              <a:buClr>
                <a:schemeClr val="accent6"/>
              </a:buClr>
              <a:buFont typeface="Wingdings 3" panose="05040102010807070707" pitchFamily="18" charset="2"/>
              <a:buChar char=""/>
              <a:defRPr sz="2800">
                <a:solidFill>
                  <a:srgbClr val="002060"/>
                </a:solidFill>
              </a:defRPr>
            </a:lvl2pPr>
            <a:lvl3pPr marL="1143000" indent="-228600" algn="just">
              <a:buClr>
                <a:schemeClr val="accent6"/>
              </a:buClr>
              <a:buFont typeface="Wingdings" panose="05000000000000000000" pitchFamily="2" charset="2"/>
              <a:buChar char="§"/>
              <a:defRPr sz="2800">
                <a:solidFill>
                  <a:srgbClr val="002060"/>
                </a:solidFill>
              </a:defRPr>
            </a:lvl3pPr>
            <a:lvl4pPr algn="just">
              <a:buClr>
                <a:schemeClr val="accent6"/>
              </a:buClr>
              <a:defRPr sz="2800">
                <a:solidFill>
                  <a:srgbClr val="002060"/>
                </a:solidFill>
              </a:defRPr>
            </a:lvl4pPr>
            <a:lvl5pPr algn="just">
              <a:buClr>
                <a:schemeClr val="accent6"/>
              </a:buClr>
              <a:defRPr sz="2800">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Footer Placeholder 2">
            <a:extLst>
              <a:ext uri="{FF2B5EF4-FFF2-40B4-BE49-F238E27FC236}">
                <a16:creationId xmlns:a16="http://schemas.microsoft.com/office/drawing/2014/main" id="{DF949A34-812B-4860-89D9-F866C155599E}"/>
              </a:ext>
            </a:extLst>
          </p:cNvPr>
          <p:cNvSpPr txBox="1">
            <a:spLocks/>
          </p:cNvSpPr>
          <p:nvPr userDrawn="1"/>
        </p:nvSpPr>
        <p:spPr>
          <a:xfrm>
            <a:off x="3357601" y="6604000"/>
            <a:ext cx="5476799"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#2301HS402 (Probability &amp; Statistics)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sz="1200" b="0" kern="1200" dirty="0">
                <a:solidFill>
                  <a:schemeClr val="tx1">
                    <a:lumMod val="90000"/>
                    <a:lumOff val="10000"/>
                  </a:schemeClr>
                </a:solidFill>
                <a:latin typeface="+mn-lt"/>
                <a:ea typeface="+mn-ea"/>
                <a:cs typeface="+mn-cs"/>
              </a:rPr>
              <a:t>   Unit 4 – Inferential Statistics – I</a:t>
            </a:r>
          </a:p>
        </p:txBody>
      </p:sp>
      <p:sp>
        <p:nvSpPr>
          <p:cNvPr id="4" name="Footer Placeholder 2">
            <a:extLst>
              <a:ext uri="{FF2B5EF4-FFF2-40B4-BE49-F238E27FC236}">
                <a16:creationId xmlns:a16="http://schemas.microsoft.com/office/drawing/2014/main" id="{007E5B41-931D-A96E-993E-428E8006EA0F}"/>
              </a:ext>
            </a:extLst>
          </p:cNvPr>
          <p:cNvSpPr txBox="1">
            <a:spLocks/>
          </p:cNvSpPr>
          <p:nvPr userDrawn="1"/>
        </p:nvSpPr>
        <p:spPr>
          <a:xfrm>
            <a:off x="115545" y="6607643"/>
            <a:ext cx="2780056"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Prof. Prashant Bakotiya</a:t>
            </a:r>
          </a:p>
        </p:txBody>
      </p:sp>
    </p:spTree>
    <p:extLst>
      <p:ext uri="{BB962C8B-B14F-4D97-AF65-F5344CB8AC3E}">
        <p14:creationId xmlns:p14="http://schemas.microsoft.com/office/powerpoint/2010/main" val="4202761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AE04132C-088A-4457-A3C3-1DC6427585FC}"/>
              </a:ext>
            </a:extLst>
          </p:cNvPr>
          <p:cNvGrpSpPr/>
          <p:nvPr userDrawn="1"/>
        </p:nvGrpSpPr>
        <p:grpSpPr>
          <a:xfrm>
            <a:off x="131179" y="6047527"/>
            <a:ext cx="1339023" cy="407045"/>
            <a:chOff x="10721798" y="852808"/>
            <a:chExt cx="1339023" cy="407045"/>
          </a:xfrm>
        </p:grpSpPr>
        <p:pic>
          <p:nvPicPr>
            <p:cNvPr id="25" name="Picture 24">
              <a:extLst>
                <a:ext uri="{FF2B5EF4-FFF2-40B4-BE49-F238E27FC236}">
                  <a16:creationId xmlns:a16="http://schemas.microsoft.com/office/drawing/2014/main" id="{B49C31A0-0173-45C3-B715-F73A797EA6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6" name="Rectangle 25">
              <a:extLst>
                <a:ext uri="{FF2B5EF4-FFF2-40B4-BE49-F238E27FC236}">
                  <a16:creationId xmlns:a16="http://schemas.microsoft.com/office/drawing/2014/main" id="{26EB3A16-1B2C-44F3-A559-3929B9A2E16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800">
                <a:solidFill>
                  <a:srgbClr val="002060"/>
                </a:solidFill>
              </a:defRPr>
            </a:lvl1pPr>
            <a:lvl2pPr marL="809625" indent="-352425" algn="just">
              <a:buClr>
                <a:schemeClr val="accent6"/>
              </a:buClr>
              <a:buFont typeface="Wingdings 3" panose="05040102010807070707" pitchFamily="18" charset="2"/>
              <a:buChar char=""/>
              <a:defRPr sz="2800">
                <a:solidFill>
                  <a:srgbClr val="002060"/>
                </a:solidFill>
              </a:defRPr>
            </a:lvl2pPr>
            <a:lvl3pPr marL="1143000" indent="-228600" algn="just">
              <a:buClr>
                <a:schemeClr val="accent6"/>
              </a:buClr>
              <a:buFont typeface="Wingdings" panose="05000000000000000000" pitchFamily="2" charset="2"/>
              <a:buChar char="§"/>
              <a:defRPr sz="2800">
                <a:solidFill>
                  <a:srgbClr val="002060"/>
                </a:solidFill>
              </a:defRPr>
            </a:lvl3pPr>
            <a:lvl4pPr algn="just">
              <a:buClr>
                <a:schemeClr val="accent6"/>
              </a:buClr>
              <a:defRPr sz="2800">
                <a:solidFill>
                  <a:srgbClr val="002060"/>
                </a:solidFill>
              </a:defRPr>
            </a:lvl4pPr>
            <a:lvl5pPr algn="just">
              <a:buClr>
                <a:schemeClr val="accent6"/>
              </a:buClr>
              <a:defRPr sz="2800">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Footer Placeholder 2">
            <a:extLst>
              <a:ext uri="{FF2B5EF4-FFF2-40B4-BE49-F238E27FC236}">
                <a16:creationId xmlns:a16="http://schemas.microsoft.com/office/drawing/2014/main" id="{DF949A34-812B-4860-89D9-F866C155599E}"/>
              </a:ext>
            </a:extLst>
          </p:cNvPr>
          <p:cNvSpPr txBox="1">
            <a:spLocks/>
          </p:cNvSpPr>
          <p:nvPr userDrawn="1"/>
        </p:nvSpPr>
        <p:spPr>
          <a:xfrm>
            <a:off x="3357601" y="6604000"/>
            <a:ext cx="5476799"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#2301HS402 (Probability &amp; Statistics)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sz="1200" b="0" kern="1200" dirty="0">
                <a:solidFill>
                  <a:schemeClr val="tx1">
                    <a:lumMod val="90000"/>
                    <a:lumOff val="10000"/>
                  </a:schemeClr>
                </a:solidFill>
                <a:latin typeface="+mn-lt"/>
                <a:ea typeface="+mn-ea"/>
                <a:cs typeface="+mn-cs"/>
              </a:rPr>
              <a:t>   Unit 4 – Inferential Statistics – I</a:t>
            </a:r>
          </a:p>
        </p:txBody>
      </p:sp>
      <p:sp>
        <p:nvSpPr>
          <p:cNvPr id="4" name="Footer Placeholder 2">
            <a:extLst>
              <a:ext uri="{FF2B5EF4-FFF2-40B4-BE49-F238E27FC236}">
                <a16:creationId xmlns:a16="http://schemas.microsoft.com/office/drawing/2014/main" id="{83569C0D-E51E-894B-8CAE-4D05F79856BF}"/>
              </a:ext>
            </a:extLst>
          </p:cNvPr>
          <p:cNvSpPr txBox="1">
            <a:spLocks/>
          </p:cNvSpPr>
          <p:nvPr userDrawn="1"/>
        </p:nvSpPr>
        <p:spPr>
          <a:xfrm>
            <a:off x="115545" y="6607643"/>
            <a:ext cx="2780056"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Prof. Prashant Bakotiya</a:t>
            </a:r>
          </a:p>
        </p:txBody>
      </p:sp>
    </p:spTree>
    <p:extLst>
      <p:ext uri="{BB962C8B-B14F-4D97-AF65-F5344CB8AC3E}">
        <p14:creationId xmlns:p14="http://schemas.microsoft.com/office/powerpoint/2010/main" val="3468628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Freeform 17">
            <a:extLst>
              <a:ext uri="{FF2B5EF4-FFF2-40B4-BE49-F238E27FC236}">
                <a16:creationId xmlns:a16="http://schemas.microsoft.com/office/drawing/2014/main" id="{910DC0DC-3FC7-402D-8C9F-62D3ACC8DC86}"/>
              </a:ext>
            </a:extLst>
          </p:cNvPr>
          <p:cNvSpPr>
            <a:spLocks/>
          </p:cNvSpPr>
          <p:nvPr userDrawn="1"/>
        </p:nvSpPr>
        <p:spPr bwMode="auto">
          <a:xfrm>
            <a:off x="0" y="5905332"/>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vert="horz" lIns="91440" tIns="45720" rIns="91440" bIns="45720" rtlCol="0" anchor="b">
            <a:noAutofit/>
          </a:bodyPr>
          <a:lstStyle>
            <a:lvl1pPr>
              <a:defRPr lang="en-US" sz="6000" b="1"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marL="0" lvl="0" indent="0">
              <a:buFont typeface="Arial" panose="020B0604020202020204" pitchFamily="34" charset="0"/>
            </a:pPr>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grpSp>
        <p:nvGrpSpPr>
          <p:cNvPr id="10" name="Group 9">
            <a:extLst>
              <a:ext uri="{FF2B5EF4-FFF2-40B4-BE49-F238E27FC236}">
                <a16:creationId xmlns:a16="http://schemas.microsoft.com/office/drawing/2014/main" id="{AE04132C-088A-4457-A3C3-1DC6427585FC}"/>
              </a:ext>
            </a:extLst>
          </p:cNvPr>
          <p:cNvGrpSpPr/>
          <p:nvPr userDrawn="1"/>
        </p:nvGrpSpPr>
        <p:grpSpPr>
          <a:xfrm>
            <a:off x="10677938" y="6350844"/>
            <a:ext cx="1339023" cy="407045"/>
            <a:chOff x="10721798" y="852808"/>
            <a:chExt cx="1339023" cy="407045"/>
          </a:xfrm>
        </p:grpSpPr>
        <p:pic>
          <p:nvPicPr>
            <p:cNvPr id="15" name="Picture 14">
              <a:extLst>
                <a:ext uri="{FF2B5EF4-FFF2-40B4-BE49-F238E27FC236}">
                  <a16:creationId xmlns:a16="http://schemas.microsoft.com/office/drawing/2014/main" id="{B49C31A0-0173-45C3-B715-F73A797EA64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6" name="Rectangle 15">
              <a:extLst>
                <a:ext uri="{FF2B5EF4-FFF2-40B4-BE49-F238E27FC236}">
                  <a16:creationId xmlns:a16="http://schemas.microsoft.com/office/drawing/2014/main" id="{26EB3A16-1B2C-44F3-A559-3929B9A2E16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016929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8FD38B6F-D549-4D28-B5DA-3AF636652084}"/>
              </a:ext>
            </a:extLst>
          </p:cNvPr>
          <p:cNvGrpSpPr/>
          <p:nvPr userDrawn="1"/>
        </p:nvGrpSpPr>
        <p:grpSpPr>
          <a:xfrm>
            <a:off x="10357991" y="5976558"/>
            <a:ext cx="1649043" cy="501287"/>
            <a:chOff x="10721798" y="852808"/>
            <a:chExt cx="1339023" cy="407045"/>
          </a:xfrm>
        </p:grpSpPr>
        <p:pic>
          <p:nvPicPr>
            <p:cNvPr id="15" name="Picture 14">
              <a:extLst>
                <a:ext uri="{FF2B5EF4-FFF2-40B4-BE49-F238E27FC236}">
                  <a16:creationId xmlns:a16="http://schemas.microsoft.com/office/drawing/2014/main" id="{538C9597-8AB6-41B2-8903-FB3D0B47ADD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Footer Placeholder 2">
            <a:extLst>
              <a:ext uri="{FF2B5EF4-FFF2-40B4-BE49-F238E27FC236}">
                <a16:creationId xmlns:a16="http://schemas.microsoft.com/office/drawing/2014/main" id="{DF949A34-812B-4860-89D9-F866C155599E}"/>
              </a:ext>
            </a:extLst>
          </p:cNvPr>
          <p:cNvSpPr txBox="1">
            <a:spLocks/>
          </p:cNvSpPr>
          <p:nvPr userDrawn="1"/>
        </p:nvSpPr>
        <p:spPr>
          <a:xfrm>
            <a:off x="3357601" y="6604000"/>
            <a:ext cx="5476799"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#2301HS402 (Probability &amp; Statistics)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sz="1200" b="0" kern="1200" dirty="0">
                <a:solidFill>
                  <a:schemeClr val="tx1">
                    <a:lumMod val="90000"/>
                    <a:lumOff val="10000"/>
                  </a:schemeClr>
                </a:solidFill>
                <a:latin typeface="+mn-lt"/>
                <a:ea typeface="+mn-ea"/>
                <a:cs typeface="+mn-cs"/>
              </a:rPr>
              <a:t>   Unit 4 – Inferential Statistics – I</a:t>
            </a:r>
          </a:p>
        </p:txBody>
      </p:sp>
      <p:sp>
        <p:nvSpPr>
          <p:cNvPr id="2" name="Footer Placeholder 2">
            <a:extLst>
              <a:ext uri="{FF2B5EF4-FFF2-40B4-BE49-F238E27FC236}">
                <a16:creationId xmlns:a16="http://schemas.microsoft.com/office/drawing/2014/main" id="{D76729E7-79B7-2F28-8487-40B3215FED71}"/>
              </a:ext>
            </a:extLst>
          </p:cNvPr>
          <p:cNvSpPr txBox="1">
            <a:spLocks/>
          </p:cNvSpPr>
          <p:nvPr userDrawn="1"/>
        </p:nvSpPr>
        <p:spPr>
          <a:xfrm>
            <a:off x="115545" y="6607643"/>
            <a:ext cx="2780056"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Prof. Prashant Bakotiya</a:t>
            </a:r>
          </a:p>
        </p:txBody>
      </p:sp>
    </p:spTree>
    <p:extLst>
      <p:ext uri="{BB962C8B-B14F-4D97-AF65-F5344CB8AC3E}">
        <p14:creationId xmlns:p14="http://schemas.microsoft.com/office/powerpoint/2010/main" val="32062478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3116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40033120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a16="http://schemas.microsoft.com/office/drawing/2014/main" id="{4A8E0F54-DC01-449D-B951-DC7CBAFD9546}"/>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0" name="Picture 29">
            <a:extLst>
              <a:ext uri="{FF2B5EF4-FFF2-40B4-BE49-F238E27FC236}">
                <a16:creationId xmlns:a16="http://schemas.microsoft.com/office/drawing/2014/main" id="{65C24A8B-C009-4A74-9481-67BB67CA49B0}"/>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27088808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a16="http://schemas.microsoft.com/office/drawing/2014/main" id="{5F55812D-505A-4B1A-9EB5-16DCD08F2B82}"/>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21" name="Picture 20">
            <a:extLst>
              <a:ext uri="{FF2B5EF4-FFF2-40B4-BE49-F238E27FC236}">
                <a16:creationId xmlns:a16="http://schemas.microsoft.com/office/drawing/2014/main" id="{8DCFBA18-DBB7-4232-9BDC-C0D95AE93AF0}"/>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7645704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6570A8-081D-45CE-A0DD-F78F5EDB0F9B}"/>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5E75AD4F-9BB9-4005-AB78-4A6D388A4CD6}"/>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7850339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4964C355-848F-46E4-BB2A-EA2EE69FEBA2}"/>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6158597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4" cstate="print">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036D56FE-CA91-4481-9096-27448303AC20}"/>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pic>
        <p:nvPicPr>
          <p:cNvPr id="8" name="Picture 7"/>
          <p:cNvPicPr>
            <a:picLocks noChangeAspect="1"/>
          </p:cNvPicPr>
          <p:nvPr userDrawn="1"/>
        </p:nvPicPr>
        <p:blipFill rotWithShape="1">
          <a:blip r:embed="rId7"/>
          <a:srcRect l="46480" t="7715" r="8760" b="7715"/>
          <a:stretch/>
        </p:blipFill>
        <p:spPr>
          <a:xfrm>
            <a:off x="9313608" y="1942278"/>
            <a:ext cx="2120171" cy="2103120"/>
          </a:xfrm>
          <a:prstGeom prst="rect">
            <a:avLst/>
          </a:prstGeom>
        </p:spPr>
      </p:pic>
      <p:sp>
        <p:nvSpPr>
          <p:cNvPr id="3" name="TextBox 2">
            <a:extLst>
              <a:ext uri="{FF2B5EF4-FFF2-40B4-BE49-F238E27FC236}">
                <a16:creationId xmlns:a16="http://schemas.microsoft.com/office/drawing/2014/main" id="{76A14D7C-1655-2072-6EA0-1AA041E6196B}"/>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cxnSp>
        <p:nvCxnSpPr>
          <p:cNvPr id="4" name="Straight Connector 3">
            <a:extLst>
              <a:ext uri="{FF2B5EF4-FFF2-40B4-BE49-F238E27FC236}">
                <a16:creationId xmlns:a16="http://schemas.microsoft.com/office/drawing/2014/main" id="{C11FDCBF-FD40-1E34-7E5D-BE1FED3FC1D5}"/>
              </a:ext>
            </a:extLst>
          </p:cNvPr>
          <p:cNvCxnSpPr/>
          <p:nvPr userDrawn="1"/>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2E077C81-D2DA-95BE-89AD-F6684723B6F1}"/>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6" name="Picture 5">
            <a:extLst>
              <a:ext uri="{FF2B5EF4-FFF2-40B4-BE49-F238E27FC236}">
                <a16:creationId xmlns:a16="http://schemas.microsoft.com/office/drawing/2014/main" id="{F7BCE0F6-3C45-A10C-EE53-AB80D24B4BB3}"/>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7" name="Text Placeholder 2">
            <a:extLst>
              <a:ext uri="{FF2B5EF4-FFF2-40B4-BE49-F238E27FC236}">
                <a16:creationId xmlns:a16="http://schemas.microsoft.com/office/drawing/2014/main" id="{7426A7B9-D429-6F48-8539-5C9A02E06A7E}"/>
              </a:ext>
            </a:extLst>
          </p:cNvPr>
          <p:cNvSpPr>
            <a:spLocks noGrp="1"/>
          </p:cNvSpPr>
          <p:nvPr>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9" name="Text Placeholder 2">
            <a:extLst>
              <a:ext uri="{FF2B5EF4-FFF2-40B4-BE49-F238E27FC236}">
                <a16:creationId xmlns:a16="http://schemas.microsoft.com/office/drawing/2014/main" id="{78D2A690-4886-7CF4-ECD2-92F0EBF8FC0A}"/>
              </a:ext>
            </a:extLst>
          </p:cNvPr>
          <p:cNvSpPr>
            <a:spLocks noGrp="1"/>
          </p:cNvSpPr>
          <p:nvPr>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10" name="Text Placeholder 2">
            <a:extLst>
              <a:ext uri="{FF2B5EF4-FFF2-40B4-BE49-F238E27FC236}">
                <a16:creationId xmlns:a16="http://schemas.microsoft.com/office/drawing/2014/main" id="{CF5C5199-CB1C-50DF-94F5-AC4D562C845B}"/>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11" name="Text Placeholder 2">
            <a:extLst>
              <a:ext uri="{FF2B5EF4-FFF2-40B4-BE49-F238E27FC236}">
                <a16:creationId xmlns:a16="http://schemas.microsoft.com/office/drawing/2014/main" id="{A4A0863F-2272-63BF-743E-FD21E5BCE25A}"/>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12" name="Picture 11" descr="User icon Royalty Free Vector Image - VectorStock">
            <a:extLst>
              <a:ext uri="{FF2B5EF4-FFF2-40B4-BE49-F238E27FC236}">
                <a16:creationId xmlns:a16="http://schemas.microsoft.com/office/drawing/2014/main" id="{3321661E-7C71-EE79-54FC-C92BEEB68D0D}"/>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13" name="Picture Placeholder 29">
            <a:extLst>
              <a:ext uri="{FF2B5EF4-FFF2-40B4-BE49-F238E27FC236}">
                <a16:creationId xmlns:a16="http://schemas.microsoft.com/office/drawing/2014/main" id="{557A052E-399A-F06D-6F02-3FEAF2C0CE39}"/>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316259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B45C91-0DA6-4973-9AEA-FF1388508ACC}"/>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A561853C-B15A-4153-A982-7E7EB1213BCE}"/>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37518816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7E386D9D-B92A-4F40-9089-A1FD00CD387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B976521A-C815-4A64-A047-CE405ED0E59A}"/>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18065262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BE300026-40E8-4FB1-998A-9CEB5F7A1B8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631765DD-2E04-4EE4-AFB7-43E328823E61}"/>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40122809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8"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1018DFAF-9B15-4199-9C36-C730A2CE6C5E}"/>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pic>
        <p:nvPicPr>
          <p:cNvPr id="34" name="Picture 33"/>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9002094" y="1609868"/>
            <a:ext cx="2743200" cy="2743200"/>
          </a:xfrm>
          <a:prstGeom prst="rect">
            <a:avLst/>
          </a:prstGeom>
        </p:spPr>
      </p:pic>
    </p:spTree>
    <p:extLst>
      <p:ext uri="{BB962C8B-B14F-4D97-AF65-F5344CB8AC3E}">
        <p14:creationId xmlns:p14="http://schemas.microsoft.com/office/powerpoint/2010/main" val="25328075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userDrawn="1"/>
        </p:nvPicPr>
        <p:blipFill>
          <a:blip r:embed="rId9"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5" name="Picture 34">
            <a:extLst>
              <a:ext uri="{FF2B5EF4-FFF2-40B4-BE49-F238E27FC236}">
                <a16:creationId xmlns:a16="http://schemas.microsoft.com/office/drawing/2014/main" id="{744A518A-BE68-4048-BDCB-77578CB57230}"/>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37651319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2F1AAAC-C051-4A31-837B-4A9977722A4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C248CBD5-99BA-4017-857A-5ED400F43651}"/>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11705025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2/5/2025</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70" r:id="rId1"/>
    <p:sldLayoutId id="2147483687" r:id="rId2"/>
    <p:sldLayoutId id="2147483688" r:id="rId3"/>
    <p:sldLayoutId id="2147483671" r:id="rId4"/>
    <p:sldLayoutId id="2147483689" r:id="rId5"/>
    <p:sldLayoutId id="2147483673" r:id="rId6"/>
    <p:sldLayoutId id="2147483691" r:id="rId7"/>
    <p:sldLayoutId id="2147483674" r:id="rId8"/>
    <p:sldLayoutId id="2147483676" r:id="rId9"/>
    <p:sldLayoutId id="2147483677" r:id="rId10"/>
    <p:sldLayoutId id="2147483678" r:id="rId11"/>
    <p:sldLayoutId id="2147483679" r:id="rId12"/>
    <p:sldLayoutId id="2147483681" r:id="rId13"/>
    <p:sldLayoutId id="2147483683" r:id="rId14"/>
    <p:sldLayoutId id="2147483682" r:id="rId15"/>
    <p:sldLayoutId id="2147483684" r:id="rId16"/>
    <p:sldLayoutId id="2147483685" r:id="rId17"/>
    <p:sldLayoutId id="2147483686" r:id="rId1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5.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10.pn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282.png"/></Relationships>
</file>

<file path=ppt/slides/_rels/slide35.xml.rels><?xml version="1.0" encoding="UTF-8" standalone="yes"?>
<Relationships xmlns="http://schemas.openxmlformats.org/package/2006/relationships"><Relationship Id="rId8" Type="http://schemas.openxmlformats.org/officeDocument/2006/relationships/image" Target="../media/image27.jpeg"/><Relationship Id="rId3" Type="http://schemas.openxmlformats.org/officeDocument/2006/relationships/diagramLayout" Target="../diagrams/layout5.xml"/><Relationship Id="rId7" Type="http://schemas.openxmlformats.org/officeDocument/2006/relationships/image" Target="../media/image26.jpeg"/><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 Id="rId9" Type="http://schemas.openxmlformats.org/officeDocument/2006/relationships/image" Target="../media/image28.jpeg"/></Relationships>
</file>

<file path=ppt/slides/_rels/slide36.xml.rels><?xml version="1.0" encoding="UTF-8" standalone="yes"?>
<Relationships xmlns="http://schemas.openxmlformats.org/package/2006/relationships"><Relationship Id="rId8" Type="http://schemas.openxmlformats.org/officeDocument/2006/relationships/image" Target="../media/image30.jpeg"/><Relationship Id="rId3" Type="http://schemas.openxmlformats.org/officeDocument/2006/relationships/diagramLayout" Target="../diagrams/layout6.xml"/><Relationship Id="rId7" Type="http://schemas.openxmlformats.org/officeDocument/2006/relationships/image" Target="../media/image29.jpeg"/><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 Id="rId9" Type="http://schemas.openxmlformats.org/officeDocument/2006/relationships/image" Target="../media/image31.jpeg"/></Relationships>
</file>

<file path=ppt/slides/_rels/slide37.xml.rels><?xml version="1.0" encoding="UTF-8" standalone="yes"?>
<Relationships xmlns="http://schemas.openxmlformats.org/package/2006/relationships"><Relationship Id="rId8" Type="http://schemas.openxmlformats.org/officeDocument/2006/relationships/diagramData" Target="../diagrams/data8.xml"/><Relationship Id="rId13" Type="http://schemas.openxmlformats.org/officeDocument/2006/relationships/diagramData" Target="../diagrams/data9.xml"/><Relationship Id="rId18" Type="http://schemas.openxmlformats.org/officeDocument/2006/relationships/image" Target="../media/image35.png"/><Relationship Id="rId3" Type="http://schemas.openxmlformats.org/officeDocument/2006/relationships/diagramData" Target="../diagrams/data7.xml"/><Relationship Id="rId21" Type="http://schemas.openxmlformats.org/officeDocument/2006/relationships/image" Target="../media/image38.png"/><Relationship Id="rId7" Type="http://schemas.microsoft.com/office/2007/relationships/diagramDrawing" Target="../diagrams/drawing7.xml"/><Relationship Id="rId12" Type="http://schemas.microsoft.com/office/2007/relationships/diagramDrawing" Target="../diagrams/drawing8.xml"/><Relationship Id="rId17" Type="http://schemas.microsoft.com/office/2007/relationships/diagramDrawing" Target="../diagrams/drawing9.xml"/><Relationship Id="rId2" Type="http://schemas.openxmlformats.org/officeDocument/2006/relationships/image" Target="../media/image340.png"/><Relationship Id="rId16" Type="http://schemas.openxmlformats.org/officeDocument/2006/relationships/diagramColors" Target="../diagrams/colors9.xml"/><Relationship Id="rId20"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diagramColors" Target="../diagrams/colors7.xml"/><Relationship Id="rId11" Type="http://schemas.openxmlformats.org/officeDocument/2006/relationships/diagramColors" Target="../diagrams/colors8.xml"/><Relationship Id="rId5" Type="http://schemas.openxmlformats.org/officeDocument/2006/relationships/diagramQuickStyle" Target="../diagrams/quickStyle7.xml"/><Relationship Id="rId15" Type="http://schemas.openxmlformats.org/officeDocument/2006/relationships/diagramQuickStyle" Target="../diagrams/quickStyle9.xml"/><Relationship Id="rId10" Type="http://schemas.openxmlformats.org/officeDocument/2006/relationships/diagramQuickStyle" Target="../diagrams/quickStyle8.xml"/><Relationship Id="rId19" Type="http://schemas.openxmlformats.org/officeDocument/2006/relationships/image" Target="../media/image36.png"/><Relationship Id="rId4" Type="http://schemas.openxmlformats.org/officeDocument/2006/relationships/diagramLayout" Target="../diagrams/layout7.xml"/><Relationship Id="rId9" Type="http://schemas.openxmlformats.org/officeDocument/2006/relationships/diagramLayout" Target="../diagrams/layout8.xml"/><Relationship Id="rId14" Type="http://schemas.openxmlformats.org/officeDocument/2006/relationships/diagramLayout" Target="../diagrams/layout9.xml"/></Relationships>
</file>

<file path=ppt/slides/_rels/slide38.xml.rels><?xml version="1.0" encoding="UTF-8" standalone="yes"?>
<Relationships xmlns="http://schemas.openxmlformats.org/package/2006/relationships"><Relationship Id="rId8" Type="http://schemas.openxmlformats.org/officeDocument/2006/relationships/image" Target="../media/image33.jpeg"/><Relationship Id="rId13" Type="http://schemas.openxmlformats.org/officeDocument/2006/relationships/diagramColors" Target="../diagrams/colors11.xml"/><Relationship Id="rId3" Type="http://schemas.openxmlformats.org/officeDocument/2006/relationships/diagramLayout" Target="../diagrams/layout10.xml"/><Relationship Id="rId7" Type="http://schemas.openxmlformats.org/officeDocument/2006/relationships/image" Target="../media/image32.jpeg"/><Relationship Id="rId12" Type="http://schemas.openxmlformats.org/officeDocument/2006/relationships/diagramQuickStyle" Target="../diagrams/quickStyle11.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11" Type="http://schemas.openxmlformats.org/officeDocument/2006/relationships/diagramLayout" Target="../diagrams/layout11.xml"/><Relationship Id="rId5" Type="http://schemas.openxmlformats.org/officeDocument/2006/relationships/diagramColors" Target="../diagrams/colors10.xml"/><Relationship Id="rId10" Type="http://schemas.openxmlformats.org/officeDocument/2006/relationships/diagramData" Target="../diagrams/data11.xml"/><Relationship Id="rId4" Type="http://schemas.openxmlformats.org/officeDocument/2006/relationships/diagramQuickStyle" Target="../diagrams/quickStyle10.xml"/><Relationship Id="rId9" Type="http://schemas.openxmlformats.org/officeDocument/2006/relationships/image" Target="../media/image34.jpeg"/><Relationship Id="rId14" Type="http://schemas.microsoft.com/office/2007/relationships/diagramDrawing" Target="../diagrams/drawing11.xml"/></Relationships>
</file>

<file path=ppt/slides/_rels/slide39.xml.rels><?xml version="1.0" encoding="UTF-8" standalone="yes"?>
<Relationships xmlns="http://schemas.openxmlformats.org/package/2006/relationships"><Relationship Id="rId8" Type="http://schemas.openxmlformats.org/officeDocument/2006/relationships/image" Target="../media/image35.jpeg"/><Relationship Id="rId3" Type="http://schemas.openxmlformats.org/officeDocument/2006/relationships/diagramLayout" Target="../diagrams/layout12.xml"/><Relationship Id="rId7" Type="http://schemas.openxmlformats.org/officeDocument/2006/relationships/image" Target="../media/image34.jpeg"/><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10" Type="http://schemas.openxmlformats.org/officeDocument/2006/relationships/image" Target="../media/image37.jpeg"/><Relationship Id="rId4" Type="http://schemas.openxmlformats.org/officeDocument/2006/relationships/diagramQuickStyle" Target="../diagrams/quickStyle12.xml"/><Relationship Id="rId9" Type="http://schemas.openxmlformats.org/officeDocument/2006/relationships/image" Target="../media/image36.jpeg"/></Relationships>
</file>

<file path=ppt/slides/_rels/slide4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image" Target="../media/image48.png"/><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42.xml.rels><?xml version="1.0" encoding="UTF-8" standalone="yes"?>
<Relationships xmlns="http://schemas.openxmlformats.org/package/2006/relationships"><Relationship Id="rId51" Type="http://schemas.openxmlformats.org/officeDocument/2006/relationships/image" Target="../media/image269.png"/><Relationship Id="rId42" Type="http://schemas.openxmlformats.org/officeDocument/2006/relationships/image" Target="../media/image263.png"/><Relationship Id="rId47" Type="http://schemas.openxmlformats.org/officeDocument/2006/relationships/image" Target="../media/image41.png"/><Relationship Id="rId50" Type="http://schemas.openxmlformats.org/officeDocument/2006/relationships/image" Target="../media/image42.png"/><Relationship Id="rId55" Type="http://schemas.openxmlformats.org/officeDocument/2006/relationships/image" Target="../media/image44.png"/><Relationship Id="rId46" Type="http://schemas.openxmlformats.org/officeDocument/2006/relationships/image" Target="../media/image266.png"/><Relationship Id="rId59" Type="http://schemas.openxmlformats.org/officeDocument/2006/relationships/image" Target="../media/image275.png"/><Relationship Id="rId2" Type="http://schemas.openxmlformats.org/officeDocument/2006/relationships/image" Target="../media/image39.png"/><Relationship Id="rId54" Type="http://schemas.openxmlformats.org/officeDocument/2006/relationships/image" Target="../media/image271.png"/><Relationship Id="rId1" Type="http://schemas.openxmlformats.org/officeDocument/2006/relationships/slideLayout" Target="../slideLayouts/slideLayout2.xml"/><Relationship Id="rId45" Type="http://schemas.openxmlformats.org/officeDocument/2006/relationships/image" Target="../media/image265.png"/><Relationship Id="rId53" Type="http://schemas.openxmlformats.org/officeDocument/2006/relationships/image" Target="../media/image43.png"/><Relationship Id="rId58" Type="http://schemas.openxmlformats.org/officeDocument/2006/relationships/image" Target="../media/image273.png"/><Relationship Id="rId49" Type="http://schemas.openxmlformats.org/officeDocument/2006/relationships/image" Target="../media/image268.png"/><Relationship Id="rId57" Type="http://schemas.openxmlformats.org/officeDocument/2006/relationships/image" Target="../media/image45.png"/><Relationship Id="rId44" Type="http://schemas.openxmlformats.org/officeDocument/2006/relationships/image" Target="../media/image264.png"/><Relationship Id="rId52" Type="http://schemas.openxmlformats.org/officeDocument/2006/relationships/image" Target="../media/image270.png"/><Relationship Id="rId60" Type="http://schemas.openxmlformats.org/officeDocument/2006/relationships/image" Target="../media/image277.png"/><Relationship Id="rId43" Type="http://schemas.openxmlformats.org/officeDocument/2006/relationships/image" Target="../media/image40.png"/><Relationship Id="rId48" Type="http://schemas.openxmlformats.org/officeDocument/2006/relationships/image" Target="../media/image267.png"/><Relationship Id="rId56" Type="http://schemas.openxmlformats.org/officeDocument/2006/relationships/image" Target="../media/image272.png"/></Relationships>
</file>

<file path=ppt/slides/_rels/slide43.xml.rels><?xml version="1.0" encoding="UTF-8" standalone="yes"?>
<Relationships xmlns="http://schemas.openxmlformats.org/package/2006/relationships"><Relationship Id="rId3" Type="http://schemas.openxmlformats.org/officeDocument/2006/relationships/image" Target="../media/image4010.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210.png"/><Relationship Id="rId4" Type="http://schemas.openxmlformats.org/officeDocument/2006/relationships/image" Target="../media/image4110.png"/><Relationship Id="rId9" Type="http://schemas.openxmlformats.org/officeDocument/2006/relationships/image" Target="../media/image56.png"/></Relationships>
</file>

<file path=ppt/slides/_rels/slide44.xml.rels><?xml version="1.0" encoding="UTF-8" standalone="yes"?>
<Relationships xmlns="http://schemas.openxmlformats.org/package/2006/relationships"><Relationship Id="rId8" Type="http://schemas.openxmlformats.org/officeDocument/2006/relationships/image" Target="../media/image278.png"/><Relationship Id="rId13" Type="http://schemas.openxmlformats.org/officeDocument/2006/relationships/image" Target="../media/image291.png"/><Relationship Id="rId12" Type="http://schemas.openxmlformats.org/officeDocument/2006/relationships/image" Target="../media/image276.png"/><Relationship Id="rId1" Type="http://schemas.openxmlformats.org/officeDocument/2006/relationships/slideLayout" Target="../slideLayouts/slideLayout2.xml"/><Relationship Id="rId11" Type="http://schemas.openxmlformats.org/officeDocument/2006/relationships/image" Target="../media/image281.png"/><Relationship Id="rId10" Type="http://schemas.openxmlformats.org/officeDocument/2006/relationships/image" Target="../media/image280.png"/><Relationship Id="rId9" Type="http://schemas.openxmlformats.org/officeDocument/2006/relationships/image" Target="../media/image279.png"/></Relationships>
</file>

<file path=ppt/slides/_rels/slide45.xml.rels><?xml version="1.0" encoding="UTF-8" standalone="yes"?>
<Relationships xmlns="http://schemas.openxmlformats.org/package/2006/relationships"><Relationship Id="rId8" Type="http://schemas.openxmlformats.org/officeDocument/2006/relationships/image" Target="../media/image54.png"/><Relationship Id="rId13" Type="http://schemas.openxmlformats.org/officeDocument/2006/relationships/image" Target="../media/image461.png"/><Relationship Id="rId18" Type="http://schemas.openxmlformats.org/officeDocument/2006/relationships/image" Target="../media/image59.png"/><Relationship Id="rId3" Type="http://schemas.openxmlformats.org/officeDocument/2006/relationships/image" Target="../media/image301.png"/><Relationship Id="rId21" Type="http://schemas.openxmlformats.org/officeDocument/2006/relationships/image" Target="../media/image540.png"/><Relationship Id="rId7" Type="http://schemas.openxmlformats.org/officeDocument/2006/relationships/image" Target="../media/image403.png"/><Relationship Id="rId12" Type="http://schemas.openxmlformats.org/officeDocument/2006/relationships/image" Target="../media/image453.png"/><Relationship Id="rId17" Type="http://schemas.openxmlformats.org/officeDocument/2006/relationships/image" Target="../media/image507.png"/><Relationship Id="rId2" Type="http://schemas.openxmlformats.org/officeDocument/2006/relationships/image" Target="../media/image77.png"/><Relationship Id="rId16" Type="http://schemas.openxmlformats.org/officeDocument/2006/relationships/image" Target="../media/image58.png"/><Relationship Id="rId20" Type="http://schemas.openxmlformats.org/officeDocument/2006/relationships/image" Target="../media/image530.png"/><Relationship Id="rId1" Type="http://schemas.openxmlformats.org/officeDocument/2006/relationships/slideLayout" Target="../slideLayouts/slideLayout2.xml"/><Relationship Id="rId6" Type="http://schemas.openxmlformats.org/officeDocument/2006/relationships/image" Target="../media/image380.png"/><Relationship Id="rId11" Type="http://schemas.openxmlformats.org/officeDocument/2006/relationships/image" Target="../media/image55.png"/><Relationship Id="rId5" Type="http://schemas.openxmlformats.org/officeDocument/2006/relationships/image" Target="../media/image370.png"/><Relationship Id="rId15" Type="http://schemas.openxmlformats.org/officeDocument/2006/relationships/image" Target="../media/image482.png"/><Relationship Id="rId10" Type="http://schemas.openxmlformats.org/officeDocument/2006/relationships/image" Target="../media/image4310.png"/><Relationship Id="rId19" Type="http://schemas.openxmlformats.org/officeDocument/2006/relationships/image" Target="../media/image521.png"/><Relationship Id="rId4" Type="http://schemas.openxmlformats.org/officeDocument/2006/relationships/image" Target="../media/image46.png"/><Relationship Id="rId9" Type="http://schemas.openxmlformats.org/officeDocument/2006/relationships/image" Target="../media/image420.png"/><Relationship Id="rId14" Type="http://schemas.openxmlformats.org/officeDocument/2006/relationships/image" Target="../media/image57.png"/></Relationships>
</file>

<file path=ppt/slides/_rels/slide46.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9.png"/><Relationship Id="rId1" Type="http://schemas.openxmlformats.org/officeDocument/2006/relationships/slideLayout" Target="../slideLayouts/slideLayout2.xml"/><Relationship Id="rId5" Type="http://schemas.openxmlformats.org/officeDocument/2006/relationships/image" Target="../media/image112.png"/><Relationship Id="rId4" Type="http://schemas.openxmlformats.org/officeDocument/2006/relationships/image" Target="../media/image111.png"/></Relationships>
</file>

<file path=ppt/slides/_rels/slide47.xml.rels><?xml version="1.0" encoding="UTF-8" standalone="yes"?>
<Relationships xmlns="http://schemas.openxmlformats.org/package/2006/relationships"><Relationship Id="rId8" Type="http://schemas.openxmlformats.org/officeDocument/2006/relationships/image" Target="../media/image119.png"/><Relationship Id="rId3" Type="http://schemas.openxmlformats.org/officeDocument/2006/relationships/image" Target="../media/image114.png"/><Relationship Id="rId7" Type="http://schemas.openxmlformats.org/officeDocument/2006/relationships/image" Target="../media/image118.png"/><Relationship Id="rId2" Type="http://schemas.openxmlformats.org/officeDocument/2006/relationships/image" Target="../media/image4410.png"/><Relationship Id="rId1" Type="http://schemas.openxmlformats.org/officeDocument/2006/relationships/slideLayout" Target="../slideLayouts/slideLayout2.xml"/><Relationship Id="rId6" Type="http://schemas.openxmlformats.org/officeDocument/2006/relationships/image" Target="../media/image4510.png"/><Relationship Id="rId5" Type="http://schemas.openxmlformats.org/officeDocument/2006/relationships/image" Target="../media/image116.png"/><Relationship Id="rId4" Type="http://schemas.openxmlformats.org/officeDocument/2006/relationships/image" Target="../media/image115.png"/><Relationship Id="rId9" Type="http://schemas.openxmlformats.org/officeDocument/2006/relationships/image" Target="../media/image120.png"/></Relationships>
</file>

<file path=ppt/slides/_rels/slide48.xml.rels><?xml version="1.0" encoding="UTF-8" standalone="yes"?>
<Relationships xmlns="http://schemas.openxmlformats.org/package/2006/relationships"><Relationship Id="rId8" Type="http://schemas.openxmlformats.org/officeDocument/2006/relationships/image" Target="../media/image127.png"/><Relationship Id="rId3" Type="http://schemas.openxmlformats.org/officeDocument/2006/relationships/image" Target="../media/image122.png"/><Relationship Id="rId7" Type="http://schemas.openxmlformats.org/officeDocument/2006/relationships/image" Target="../media/image126.png"/><Relationship Id="rId2" Type="http://schemas.openxmlformats.org/officeDocument/2006/relationships/image" Target="../media/image4610.png"/><Relationship Id="rId1" Type="http://schemas.openxmlformats.org/officeDocument/2006/relationships/slideLayout" Target="../slideLayouts/slideLayout2.xml"/><Relationship Id="rId6" Type="http://schemas.openxmlformats.org/officeDocument/2006/relationships/image" Target="../media/image125.png"/><Relationship Id="rId11" Type="http://schemas.openxmlformats.org/officeDocument/2006/relationships/image" Target="../media/image130.png"/><Relationship Id="rId5" Type="http://schemas.openxmlformats.org/officeDocument/2006/relationships/image" Target="../media/image124.png"/><Relationship Id="rId10" Type="http://schemas.openxmlformats.org/officeDocument/2006/relationships/image" Target="../media/image129.png"/><Relationship Id="rId4" Type="http://schemas.openxmlformats.org/officeDocument/2006/relationships/image" Target="../media/image123.png"/><Relationship Id="rId9" Type="http://schemas.openxmlformats.org/officeDocument/2006/relationships/image" Target="../media/image128.png"/></Relationships>
</file>

<file path=ppt/slides/_rels/slide49.xml.rels><?xml version="1.0" encoding="UTF-8" standalone="yes"?>
<Relationships xmlns="http://schemas.openxmlformats.org/package/2006/relationships"><Relationship Id="rId8" Type="http://schemas.openxmlformats.org/officeDocument/2006/relationships/image" Target="../media/image136.png"/><Relationship Id="rId13" Type="http://schemas.openxmlformats.org/officeDocument/2006/relationships/image" Target="../media/image141.png"/><Relationship Id="rId18" Type="http://schemas.openxmlformats.org/officeDocument/2006/relationships/image" Target="../media/image146.png"/><Relationship Id="rId3" Type="http://schemas.openxmlformats.org/officeDocument/2006/relationships/image" Target="../media/image131.png"/><Relationship Id="rId21" Type="http://schemas.openxmlformats.org/officeDocument/2006/relationships/image" Target="../media/image6210.png"/><Relationship Id="rId7" Type="http://schemas.openxmlformats.org/officeDocument/2006/relationships/image" Target="../media/image135.png"/><Relationship Id="rId12" Type="http://schemas.openxmlformats.org/officeDocument/2006/relationships/image" Target="../media/image62.png"/><Relationship Id="rId17" Type="http://schemas.openxmlformats.org/officeDocument/2006/relationships/image" Target="../media/image64.png"/><Relationship Id="rId2" Type="http://schemas.openxmlformats.org/officeDocument/2006/relationships/image" Target="../media/image77.png"/><Relationship Id="rId16" Type="http://schemas.openxmlformats.org/officeDocument/2006/relationships/image" Target="../media/image144.png"/><Relationship Id="rId20" Type="http://schemas.openxmlformats.org/officeDocument/2006/relationships/image" Target="../media/image148.png"/><Relationship Id="rId1" Type="http://schemas.openxmlformats.org/officeDocument/2006/relationships/slideLayout" Target="../slideLayouts/slideLayout2.xml"/><Relationship Id="rId6" Type="http://schemas.openxmlformats.org/officeDocument/2006/relationships/image" Target="../media/image134.png"/><Relationship Id="rId11" Type="http://schemas.openxmlformats.org/officeDocument/2006/relationships/image" Target="../media/image139.png"/><Relationship Id="rId15" Type="http://schemas.openxmlformats.org/officeDocument/2006/relationships/image" Target="../media/image63.png"/><Relationship Id="rId10" Type="http://schemas.openxmlformats.org/officeDocument/2006/relationships/image" Target="../media/image138.png"/><Relationship Id="rId19" Type="http://schemas.openxmlformats.org/officeDocument/2006/relationships/image" Target="../media/image65.png"/><Relationship Id="rId4" Type="http://schemas.openxmlformats.org/officeDocument/2006/relationships/image" Target="../media/image60.png"/><Relationship Id="rId9" Type="http://schemas.openxmlformats.org/officeDocument/2006/relationships/image" Target="../media/image61.png"/><Relationship Id="rId14" Type="http://schemas.openxmlformats.org/officeDocument/2006/relationships/image" Target="../media/image142.png"/><Relationship Id="rId22" Type="http://schemas.openxmlformats.org/officeDocument/2006/relationships/image" Target="../media/image6310.png"/></Relationships>
</file>

<file path=ppt/slides/_rels/slide50.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image" Target="../media/image162.png"/><Relationship Id="rId1" Type="http://schemas.openxmlformats.org/officeDocument/2006/relationships/slideLayout" Target="../slideLayouts/slideLayout2.xml"/><Relationship Id="rId4" Type="http://schemas.openxmlformats.org/officeDocument/2006/relationships/image" Target="../media/image164.png"/></Relationships>
</file>

<file path=ppt/slides/_rels/slide51.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67.png"/><Relationship Id="rId7" Type="http://schemas.openxmlformats.org/officeDocument/2006/relationships/image" Target="../media/image170.png"/><Relationship Id="rId12" Type="http://schemas.openxmlformats.org/officeDocument/2006/relationships/image" Target="../media/image175.png"/><Relationship Id="rId2" Type="http://schemas.openxmlformats.org/officeDocument/2006/relationships/image" Target="../media/image66.png"/><Relationship Id="rId1" Type="http://schemas.openxmlformats.org/officeDocument/2006/relationships/slideLayout" Target="../slideLayouts/slideLayout2.xml"/><Relationship Id="rId6" Type="http://schemas.openxmlformats.org/officeDocument/2006/relationships/image" Target="../media/image169.png"/><Relationship Id="rId11" Type="http://schemas.openxmlformats.org/officeDocument/2006/relationships/image" Target="../media/image174.png"/><Relationship Id="rId5" Type="http://schemas.openxmlformats.org/officeDocument/2006/relationships/image" Target="../media/image168.png"/><Relationship Id="rId10" Type="http://schemas.openxmlformats.org/officeDocument/2006/relationships/image" Target="../media/image173.png"/><Relationship Id="rId4" Type="http://schemas.openxmlformats.org/officeDocument/2006/relationships/image" Target="../media/image68.png"/><Relationship Id="rId9" Type="http://schemas.openxmlformats.org/officeDocument/2006/relationships/image" Target="../media/image172.png"/></Relationships>
</file>

<file path=ppt/slides/_rels/slide52.xml.rels><?xml version="1.0" encoding="UTF-8" standalone="yes"?>
<Relationships xmlns="http://schemas.openxmlformats.org/package/2006/relationships"><Relationship Id="rId8" Type="http://schemas.openxmlformats.org/officeDocument/2006/relationships/image" Target="../media/image182.png"/><Relationship Id="rId13" Type="http://schemas.openxmlformats.org/officeDocument/2006/relationships/image" Target="../media/image187.png"/><Relationship Id="rId3" Type="http://schemas.openxmlformats.org/officeDocument/2006/relationships/image" Target="../media/image177.png"/><Relationship Id="rId7" Type="http://schemas.openxmlformats.org/officeDocument/2006/relationships/image" Target="../media/image181.png"/><Relationship Id="rId12" Type="http://schemas.openxmlformats.org/officeDocument/2006/relationships/image" Target="../media/image186.png"/><Relationship Id="rId17" Type="http://schemas.openxmlformats.org/officeDocument/2006/relationships/image" Target="../media/image7010.png"/><Relationship Id="rId2" Type="http://schemas.openxmlformats.org/officeDocument/2006/relationships/image" Target="../media/image176.png"/><Relationship Id="rId16" Type="http://schemas.openxmlformats.org/officeDocument/2006/relationships/image" Target="../media/image70.png"/><Relationship Id="rId1" Type="http://schemas.openxmlformats.org/officeDocument/2006/relationships/slideLayout" Target="../slideLayouts/slideLayout2.xml"/><Relationship Id="rId6" Type="http://schemas.openxmlformats.org/officeDocument/2006/relationships/image" Target="../media/image180.png"/><Relationship Id="rId11" Type="http://schemas.openxmlformats.org/officeDocument/2006/relationships/image" Target="../media/image185.png"/><Relationship Id="rId5" Type="http://schemas.openxmlformats.org/officeDocument/2006/relationships/image" Target="../media/image179.png"/><Relationship Id="rId15" Type="http://schemas.openxmlformats.org/officeDocument/2006/relationships/image" Target="../media/image189.png"/><Relationship Id="rId10" Type="http://schemas.openxmlformats.org/officeDocument/2006/relationships/image" Target="../media/image184.png"/><Relationship Id="rId4" Type="http://schemas.openxmlformats.org/officeDocument/2006/relationships/image" Target="../media/image178.png"/><Relationship Id="rId9" Type="http://schemas.openxmlformats.org/officeDocument/2006/relationships/image" Target="../media/image183.png"/><Relationship Id="rId14" Type="http://schemas.openxmlformats.org/officeDocument/2006/relationships/image" Target="../media/image188.png"/></Relationships>
</file>

<file path=ppt/slides/_rels/slide53.xml.rels><?xml version="1.0" encoding="UTF-8" standalone="yes"?>
<Relationships xmlns="http://schemas.openxmlformats.org/package/2006/relationships"><Relationship Id="rId8" Type="http://schemas.openxmlformats.org/officeDocument/2006/relationships/image" Target="../media/image197.png"/><Relationship Id="rId13" Type="http://schemas.openxmlformats.org/officeDocument/2006/relationships/image" Target="../media/image202.png"/><Relationship Id="rId18" Type="http://schemas.openxmlformats.org/officeDocument/2006/relationships/image" Target="../media/image207.png"/><Relationship Id="rId3" Type="http://schemas.openxmlformats.org/officeDocument/2006/relationships/image" Target="../media/image192.png"/><Relationship Id="rId21" Type="http://schemas.openxmlformats.org/officeDocument/2006/relationships/image" Target="../media/image447.png"/><Relationship Id="rId7" Type="http://schemas.openxmlformats.org/officeDocument/2006/relationships/image" Target="../media/image196.png"/><Relationship Id="rId12" Type="http://schemas.openxmlformats.org/officeDocument/2006/relationships/image" Target="../media/image6810.png"/><Relationship Id="rId17" Type="http://schemas.openxmlformats.org/officeDocument/2006/relationships/image" Target="../media/image702.png"/><Relationship Id="rId2" Type="http://schemas.openxmlformats.org/officeDocument/2006/relationships/image" Target="../media/image77.png"/><Relationship Id="rId16" Type="http://schemas.openxmlformats.org/officeDocument/2006/relationships/image" Target="../media/image205.png"/><Relationship Id="rId20" Type="http://schemas.openxmlformats.org/officeDocument/2006/relationships/image" Target="../media/image209.png"/><Relationship Id="rId1" Type="http://schemas.openxmlformats.org/officeDocument/2006/relationships/slideLayout" Target="../slideLayouts/slideLayout2.xml"/><Relationship Id="rId6" Type="http://schemas.openxmlformats.org/officeDocument/2006/relationships/image" Target="../media/image195.png"/><Relationship Id="rId11" Type="http://schemas.openxmlformats.org/officeDocument/2006/relationships/image" Target="../media/image200.png"/><Relationship Id="rId15" Type="http://schemas.openxmlformats.org/officeDocument/2006/relationships/image" Target="../media/image698.png"/><Relationship Id="rId10" Type="http://schemas.openxmlformats.org/officeDocument/2006/relationships/image" Target="../media/image199.png"/><Relationship Id="rId19" Type="http://schemas.openxmlformats.org/officeDocument/2006/relationships/image" Target="../media/image71.png"/><Relationship Id="rId4" Type="http://schemas.openxmlformats.org/officeDocument/2006/relationships/image" Target="../media/image6610.png"/><Relationship Id="rId9" Type="http://schemas.openxmlformats.org/officeDocument/2006/relationships/image" Target="../media/image670.png"/><Relationship Id="rId14" Type="http://schemas.openxmlformats.org/officeDocument/2006/relationships/image" Target="../media/image203.png"/><Relationship Id="rId22" Type="http://schemas.openxmlformats.org/officeDocument/2006/relationships/image" Target="../media/image45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image" Target="../media/image44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4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6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5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 Id="rId5" Type="http://schemas.openxmlformats.org/officeDocument/2006/relationships/image" Target="../media/image76.png"/><Relationship Id="rId4" Type="http://schemas.openxmlformats.org/officeDocument/2006/relationships/image" Target="../media/image75.png"/></Relationships>
</file>

<file path=ppt/slides/_rels/slide60.xml.rels><?xml version="1.0" encoding="UTF-8" standalone="yes"?>
<Relationships xmlns="http://schemas.openxmlformats.org/package/2006/relationships"><Relationship Id="rId3" Type="http://schemas.openxmlformats.org/officeDocument/2006/relationships/image" Target="../media/image700.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8" Type="http://schemas.openxmlformats.org/officeDocument/2006/relationships/image" Target="../media/image89.png"/><Relationship Id="rId3" Type="http://schemas.openxmlformats.org/officeDocument/2006/relationships/image" Target="../media/image84.png"/><Relationship Id="rId7" Type="http://schemas.openxmlformats.org/officeDocument/2006/relationships/image" Target="../media/image88.png"/><Relationship Id="rId2" Type="http://schemas.openxmlformats.org/officeDocument/2006/relationships/image" Target="../media/image83.png"/><Relationship Id="rId1" Type="http://schemas.openxmlformats.org/officeDocument/2006/relationships/slideLayout" Target="../slideLayouts/slideLayout2.xml"/><Relationship Id="rId6" Type="http://schemas.openxmlformats.org/officeDocument/2006/relationships/image" Target="../media/image87.png"/><Relationship Id="rId5" Type="http://schemas.openxmlformats.org/officeDocument/2006/relationships/image" Target="../media/image78.png"/><Relationship Id="rId10" Type="http://schemas.openxmlformats.org/officeDocument/2006/relationships/image" Target="../media/image91.png"/><Relationship Id="rId4" Type="http://schemas.openxmlformats.org/officeDocument/2006/relationships/image" Target="../media/image72.png"/><Relationship Id="rId9" Type="http://schemas.openxmlformats.org/officeDocument/2006/relationships/image" Target="../media/image90.png"/></Relationships>
</file>

<file path=ppt/slides/_rels/slide64.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2.xml"/><Relationship Id="rId4" Type="http://schemas.openxmlformats.org/officeDocument/2006/relationships/image" Target="../media/image94.png"/></Relationships>
</file>

<file path=ppt/slides/_rels/slide65.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2.xml"/><Relationship Id="rId6" Type="http://schemas.openxmlformats.org/officeDocument/2006/relationships/image" Target="../media/image100.png"/><Relationship Id="rId5" Type="http://schemas.openxmlformats.org/officeDocument/2006/relationships/image" Target="../media/image99.png"/><Relationship Id="rId4" Type="http://schemas.openxmlformats.org/officeDocument/2006/relationships/image" Target="../media/image98.png"/></Relationships>
</file>

<file path=ppt/slides/_rels/slide67.xml.rels><?xml version="1.0" encoding="UTF-8" standalone="yes"?>
<Relationships xmlns="http://schemas.openxmlformats.org/package/2006/relationships"><Relationship Id="rId8" Type="http://schemas.openxmlformats.org/officeDocument/2006/relationships/image" Target="../media/image107.png"/><Relationship Id="rId3" Type="http://schemas.openxmlformats.org/officeDocument/2006/relationships/image" Target="../media/image102.png"/><Relationship Id="rId7" Type="http://schemas.openxmlformats.org/officeDocument/2006/relationships/image" Target="../media/image106.png"/><Relationship Id="rId2" Type="http://schemas.openxmlformats.org/officeDocument/2006/relationships/image" Target="../media/image101.png"/><Relationship Id="rId1" Type="http://schemas.openxmlformats.org/officeDocument/2006/relationships/slideLayout" Target="../slideLayouts/slideLayout2.xml"/><Relationship Id="rId6" Type="http://schemas.openxmlformats.org/officeDocument/2006/relationships/image" Target="../media/image86.png"/><Relationship Id="rId5" Type="http://schemas.openxmlformats.org/officeDocument/2006/relationships/image" Target="../media/image85.png"/><Relationship Id="rId10" Type="http://schemas.openxmlformats.org/officeDocument/2006/relationships/image" Target="../media/image132.png"/><Relationship Id="rId4" Type="http://schemas.openxmlformats.org/officeDocument/2006/relationships/image" Target="../media/image103.png"/><Relationship Id="rId9" Type="http://schemas.openxmlformats.org/officeDocument/2006/relationships/image" Target="../media/image108.png"/></Relationships>
</file>

<file path=ppt/slides/_rels/slide68.xml.rels><?xml version="1.0" encoding="UTF-8" standalone="yes"?>
<Relationships xmlns="http://schemas.openxmlformats.org/package/2006/relationships"><Relationship Id="rId8" Type="http://schemas.openxmlformats.org/officeDocument/2006/relationships/image" Target="../media/image107.png"/><Relationship Id="rId3" Type="http://schemas.openxmlformats.org/officeDocument/2006/relationships/image" Target="../media/image133.png"/><Relationship Id="rId7" Type="http://schemas.openxmlformats.org/officeDocument/2006/relationships/image" Target="../media/image143.png"/><Relationship Id="rId2" Type="http://schemas.openxmlformats.org/officeDocument/2006/relationships/image" Target="../media/image101.png"/><Relationship Id="rId1" Type="http://schemas.openxmlformats.org/officeDocument/2006/relationships/slideLayout" Target="../slideLayouts/slideLayout2.xml"/><Relationship Id="rId6" Type="http://schemas.openxmlformats.org/officeDocument/2006/relationships/image" Target="../media/image105.png"/><Relationship Id="rId5" Type="http://schemas.openxmlformats.org/officeDocument/2006/relationships/image" Target="../media/image104.png"/><Relationship Id="rId10" Type="http://schemas.openxmlformats.org/officeDocument/2006/relationships/image" Target="../media/image145.png"/><Relationship Id="rId4" Type="http://schemas.openxmlformats.org/officeDocument/2006/relationships/image" Target="../media/image103.png"/><Relationship Id="rId9" Type="http://schemas.openxmlformats.org/officeDocument/2006/relationships/image" Target="../media/image108.png"/></Relationships>
</file>

<file path=ppt/slides/_rels/slide69.xml.rels><?xml version="1.0" encoding="UTF-8" standalone="yes"?>
<Relationships xmlns="http://schemas.openxmlformats.org/package/2006/relationships"><Relationship Id="rId8" Type="http://schemas.openxmlformats.org/officeDocument/2006/relationships/image" Target="../media/image107.png"/><Relationship Id="rId3" Type="http://schemas.openxmlformats.org/officeDocument/2006/relationships/image" Target="../media/image147.png"/><Relationship Id="rId7" Type="http://schemas.openxmlformats.org/officeDocument/2006/relationships/image" Target="../media/image150.png"/><Relationship Id="rId2" Type="http://schemas.openxmlformats.org/officeDocument/2006/relationships/image" Target="../media/image101.png"/><Relationship Id="rId1" Type="http://schemas.openxmlformats.org/officeDocument/2006/relationships/slideLayout" Target="../slideLayouts/slideLayout2.xml"/><Relationship Id="rId6" Type="http://schemas.openxmlformats.org/officeDocument/2006/relationships/image" Target="../media/image117.png"/><Relationship Id="rId5" Type="http://schemas.openxmlformats.org/officeDocument/2006/relationships/image" Target="../media/image113.png"/><Relationship Id="rId10" Type="http://schemas.openxmlformats.org/officeDocument/2006/relationships/image" Target="../media/image151.png"/><Relationship Id="rId4" Type="http://schemas.openxmlformats.org/officeDocument/2006/relationships/image" Target="../media/image103.png"/><Relationship Id="rId9" Type="http://schemas.openxmlformats.org/officeDocument/2006/relationships/image" Target="../media/image108.png"/></Relationships>
</file>

<file path=ppt/slides/_rels/slide70.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image" Target="../media/image152.png"/><Relationship Id="rId1" Type="http://schemas.openxmlformats.org/officeDocument/2006/relationships/slideLayout" Target="../slideLayouts/slideLayout2.xml"/><Relationship Id="rId6" Type="http://schemas.openxmlformats.org/officeDocument/2006/relationships/image" Target="../media/image156.png"/><Relationship Id="rId5" Type="http://schemas.openxmlformats.org/officeDocument/2006/relationships/image" Target="../media/image155.png"/><Relationship Id="rId4" Type="http://schemas.openxmlformats.org/officeDocument/2006/relationships/image" Target="../media/image154.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image" Target="../media/image157.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8" Type="http://schemas.openxmlformats.org/officeDocument/2006/relationships/image" Target="../media/image198.png"/><Relationship Id="rId3" Type="http://schemas.openxmlformats.org/officeDocument/2006/relationships/image" Target="../media/image159.png"/><Relationship Id="rId7" Type="http://schemas.openxmlformats.org/officeDocument/2006/relationships/image" Target="../media/image194.png"/><Relationship Id="rId2" Type="http://schemas.openxmlformats.org/officeDocument/2006/relationships/image" Target="../media/image83.png"/><Relationship Id="rId1" Type="http://schemas.openxmlformats.org/officeDocument/2006/relationships/slideLayout" Target="../slideLayouts/slideLayout2.xml"/><Relationship Id="rId6" Type="http://schemas.openxmlformats.org/officeDocument/2006/relationships/image" Target="../media/image193.png"/><Relationship Id="rId5" Type="http://schemas.openxmlformats.org/officeDocument/2006/relationships/image" Target="../media/image137.png"/><Relationship Id="rId10" Type="http://schemas.openxmlformats.org/officeDocument/2006/relationships/image" Target="../media/image204.png"/><Relationship Id="rId4" Type="http://schemas.openxmlformats.org/officeDocument/2006/relationships/image" Target="../media/image121.png"/><Relationship Id="rId9" Type="http://schemas.openxmlformats.org/officeDocument/2006/relationships/image" Target="../media/image20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7111.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7211.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211.png"/><Relationship Id="rId2" Type="http://schemas.openxmlformats.org/officeDocument/2006/relationships/image" Target="../media/image210.png"/><Relationship Id="rId1" Type="http://schemas.openxmlformats.org/officeDocument/2006/relationships/slideLayout" Target="../slideLayouts/slideLayout2.xml"/><Relationship Id="rId4" Type="http://schemas.openxmlformats.org/officeDocument/2006/relationships/image" Target="../media/image212.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214.png"/><Relationship Id="rId2" Type="http://schemas.openxmlformats.org/officeDocument/2006/relationships/image" Target="../media/image213.png"/><Relationship Id="rId1" Type="http://schemas.openxmlformats.org/officeDocument/2006/relationships/slideLayout" Target="../slideLayouts/slideLayout2.xml"/><Relationship Id="rId4" Type="http://schemas.openxmlformats.org/officeDocument/2006/relationships/image" Target="../media/image215.png"/></Relationships>
</file>

<file path=ppt/slides/_rels/slide80.xml.rels><?xml version="1.0" encoding="UTF-8" standalone="yes"?>
<Relationships xmlns="http://schemas.openxmlformats.org/package/2006/relationships"><Relationship Id="rId3" Type="http://schemas.openxmlformats.org/officeDocument/2006/relationships/image" Target="../media/image216.png"/><Relationship Id="rId2" Type="http://schemas.openxmlformats.org/officeDocument/2006/relationships/image" Target="../media/image213.png"/><Relationship Id="rId1" Type="http://schemas.openxmlformats.org/officeDocument/2006/relationships/slideLayout" Target="../slideLayouts/slideLayout2.xml"/><Relationship Id="rId4" Type="http://schemas.openxmlformats.org/officeDocument/2006/relationships/image" Target="../media/image217.png"/></Relationships>
</file>

<file path=ppt/slides/_rels/slide81.xml.rels><?xml version="1.0" encoding="UTF-8" standalone="yes"?>
<Relationships xmlns="http://schemas.openxmlformats.org/package/2006/relationships"><Relationship Id="rId3" Type="http://schemas.openxmlformats.org/officeDocument/2006/relationships/image" Target="../media/image218.png"/><Relationship Id="rId2" Type="http://schemas.openxmlformats.org/officeDocument/2006/relationships/image" Target="../media/image213.png"/><Relationship Id="rId1" Type="http://schemas.openxmlformats.org/officeDocument/2006/relationships/slideLayout" Target="../slideLayouts/slideLayout2.xml"/><Relationship Id="rId4" Type="http://schemas.openxmlformats.org/officeDocument/2006/relationships/image" Target="../media/image219.png"/></Relationships>
</file>

<file path=ppt/slides/_rels/slide82.xml.rels><?xml version="1.0" encoding="UTF-8" standalone="yes"?>
<Relationships xmlns="http://schemas.openxmlformats.org/package/2006/relationships"><Relationship Id="rId3" Type="http://schemas.openxmlformats.org/officeDocument/2006/relationships/image" Target="../media/image221.png"/><Relationship Id="rId2" Type="http://schemas.openxmlformats.org/officeDocument/2006/relationships/image" Target="../media/image220.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8" Type="http://schemas.openxmlformats.org/officeDocument/2006/relationships/image" Target="../media/image228.png"/><Relationship Id="rId13" Type="http://schemas.openxmlformats.org/officeDocument/2006/relationships/image" Target="../media/image1134.png"/><Relationship Id="rId3" Type="http://schemas.openxmlformats.org/officeDocument/2006/relationships/image" Target="../media/image223.png"/><Relationship Id="rId7" Type="http://schemas.openxmlformats.org/officeDocument/2006/relationships/image" Target="../media/image227.png"/><Relationship Id="rId12" Type="http://schemas.openxmlformats.org/officeDocument/2006/relationships/image" Target="../media/image7810.png"/><Relationship Id="rId2" Type="http://schemas.openxmlformats.org/officeDocument/2006/relationships/image" Target="../media/image222.png"/><Relationship Id="rId1" Type="http://schemas.openxmlformats.org/officeDocument/2006/relationships/slideLayout" Target="../slideLayouts/slideLayout2.xml"/><Relationship Id="rId6" Type="http://schemas.openxmlformats.org/officeDocument/2006/relationships/image" Target="../media/image226.png"/><Relationship Id="rId11" Type="http://schemas.openxmlformats.org/officeDocument/2006/relationships/image" Target="../media/image7210.png"/><Relationship Id="rId5" Type="http://schemas.openxmlformats.org/officeDocument/2006/relationships/image" Target="../media/image225.png"/><Relationship Id="rId10" Type="http://schemas.openxmlformats.org/officeDocument/2006/relationships/image" Target="../media/image7110.png"/><Relationship Id="rId4" Type="http://schemas.openxmlformats.org/officeDocument/2006/relationships/image" Target="../media/image224.png"/><Relationship Id="rId9" Type="http://schemas.openxmlformats.org/officeDocument/2006/relationships/image" Target="../media/image229.png"/><Relationship Id="rId14" Type="http://schemas.openxmlformats.org/officeDocument/2006/relationships/image" Target="../media/image1172.png"/></Relationships>
</file>

<file path=ppt/slides/_rels/slide84.xml.rels><?xml version="1.0" encoding="UTF-8" standalone="yes"?>
<Relationships xmlns="http://schemas.openxmlformats.org/package/2006/relationships"><Relationship Id="rId8" Type="http://schemas.openxmlformats.org/officeDocument/2006/relationships/image" Target="../media/image166.png"/><Relationship Id="rId3" Type="http://schemas.openxmlformats.org/officeDocument/2006/relationships/image" Target="../media/image140.png"/><Relationship Id="rId7" Type="http://schemas.openxmlformats.org/officeDocument/2006/relationships/image" Target="../media/image165.png"/><Relationship Id="rId2" Type="http://schemas.openxmlformats.org/officeDocument/2006/relationships/image" Target="../media/image235.png"/><Relationship Id="rId1" Type="http://schemas.openxmlformats.org/officeDocument/2006/relationships/slideLayout" Target="../slideLayouts/slideLayout2.xml"/><Relationship Id="rId6" Type="http://schemas.openxmlformats.org/officeDocument/2006/relationships/image" Target="../media/image161.png"/><Relationship Id="rId11" Type="http://schemas.openxmlformats.org/officeDocument/2006/relationships/image" Target="../media/image190.png"/><Relationship Id="rId5" Type="http://schemas.openxmlformats.org/officeDocument/2006/relationships/image" Target="../media/image160.png"/><Relationship Id="rId10" Type="http://schemas.openxmlformats.org/officeDocument/2006/relationships/image" Target="../media/image171.png"/><Relationship Id="rId4" Type="http://schemas.openxmlformats.org/officeDocument/2006/relationships/image" Target="../media/image149.png"/><Relationship Id="rId9" Type="http://schemas.openxmlformats.org/officeDocument/2006/relationships/image" Target="../media/image167.png"/></Relationships>
</file>

<file path=ppt/slides/_rels/slide85.xml.rels><?xml version="1.0" encoding="UTF-8" standalone="yes"?>
<Relationships xmlns="http://schemas.openxmlformats.org/package/2006/relationships"><Relationship Id="rId3" Type="http://schemas.openxmlformats.org/officeDocument/2006/relationships/image" Target="../media/image246.png"/><Relationship Id="rId2" Type="http://schemas.openxmlformats.org/officeDocument/2006/relationships/image" Target="../media/image245.png"/><Relationship Id="rId1" Type="http://schemas.openxmlformats.org/officeDocument/2006/relationships/slideLayout" Target="../slideLayouts/slideLayout2.xml"/><Relationship Id="rId5" Type="http://schemas.openxmlformats.org/officeDocument/2006/relationships/image" Target="../media/image248.png"/><Relationship Id="rId4" Type="http://schemas.openxmlformats.org/officeDocument/2006/relationships/image" Target="../media/image247.png"/></Relationships>
</file>

<file path=ppt/slides/_rels/slide86.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image" Target="../media/image249.png"/><Relationship Id="rId1" Type="http://schemas.openxmlformats.org/officeDocument/2006/relationships/slideLayout" Target="../slideLayouts/slideLayout2.xml"/><Relationship Id="rId6" Type="http://schemas.openxmlformats.org/officeDocument/2006/relationships/image" Target="../media/image256.png"/><Relationship Id="rId5" Type="http://schemas.openxmlformats.org/officeDocument/2006/relationships/image" Target="../media/image255.png"/><Relationship Id="rId4" Type="http://schemas.openxmlformats.org/officeDocument/2006/relationships/image" Target="../media/image251.png"/></Relationships>
</file>

<file path=ppt/slides/_rels/slide87.xml.rels><?xml version="1.0" encoding="UTF-8" standalone="yes"?>
<Relationships xmlns="http://schemas.openxmlformats.org/package/2006/relationships"><Relationship Id="rId8" Type="http://schemas.openxmlformats.org/officeDocument/2006/relationships/image" Target="../media/image283.png"/><Relationship Id="rId3" Type="http://schemas.openxmlformats.org/officeDocument/2006/relationships/image" Target="../media/image258.png"/><Relationship Id="rId7" Type="http://schemas.openxmlformats.org/officeDocument/2006/relationships/image" Target="../media/image274.png"/><Relationship Id="rId2" Type="http://schemas.openxmlformats.org/officeDocument/2006/relationships/image" Target="../media/image257.png"/><Relationship Id="rId1" Type="http://schemas.openxmlformats.org/officeDocument/2006/relationships/slideLayout" Target="../slideLayouts/slideLayout2.xml"/><Relationship Id="rId6" Type="http://schemas.openxmlformats.org/officeDocument/2006/relationships/image" Target="../media/image262.png"/><Relationship Id="rId5" Type="http://schemas.openxmlformats.org/officeDocument/2006/relationships/image" Target="../media/image261.png"/><Relationship Id="rId10" Type="http://schemas.openxmlformats.org/officeDocument/2006/relationships/image" Target="../media/image285.png"/><Relationship Id="rId4" Type="http://schemas.openxmlformats.org/officeDocument/2006/relationships/image" Target="../media/image259.png"/><Relationship Id="rId9" Type="http://schemas.openxmlformats.org/officeDocument/2006/relationships/image" Target="../media/image284.png"/></Relationships>
</file>

<file path=ppt/slides/_rels/slide88.xml.rels><?xml version="1.0" encoding="UTF-8" standalone="yes"?>
<Relationships xmlns="http://schemas.openxmlformats.org/package/2006/relationships"><Relationship Id="rId8" Type="http://schemas.openxmlformats.org/officeDocument/2006/relationships/image" Target="../media/image293.png"/><Relationship Id="rId13" Type="http://schemas.openxmlformats.org/officeDocument/2006/relationships/image" Target="../media/image298.png"/><Relationship Id="rId3" Type="http://schemas.openxmlformats.org/officeDocument/2006/relationships/image" Target="../media/image287.png"/><Relationship Id="rId7" Type="http://schemas.openxmlformats.org/officeDocument/2006/relationships/image" Target="../media/image292.png"/><Relationship Id="rId12" Type="http://schemas.openxmlformats.org/officeDocument/2006/relationships/image" Target="../media/image297.png"/><Relationship Id="rId2" Type="http://schemas.openxmlformats.org/officeDocument/2006/relationships/image" Target="../media/image286.png"/><Relationship Id="rId16" Type="http://schemas.openxmlformats.org/officeDocument/2006/relationships/image" Target="../media/image302.png"/><Relationship Id="rId1" Type="http://schemas.openxmlformats.org/officeDocument/2006/relationships/slideLayout" Target="../slideLayouts/slideLayout2.xml"/><Relationship Id="rId6" Type="http://schemas.openxmlformats.org/officeDocument/2006/relationships/image" Target="../media/image290.png"/><Relationship Id="rId11" Type="http://schemas.openxmlformats.org/officeDocument/2006/relationships/image" Target="../media/image296.png"/><Relationship Id="rId5" Type="http://schemas.openxmlformats.org/officeDocument/2006/relationships/image" Target="../media/image289.png"/><Relationship Id="rId15" Type="http://schemas.openxmlformats.org/officeDocument/2006/relationships/image" Target="../media/image300.png"/><Relationship Id="rId10" Type="http://schemas.openxmlformats.org/officeDocument/2006/relationships/image" Target="../media/image295.png"/><Relationship Id="rId4" Type="http://schemas.openxmlformats.org/officeDocument/2006/relationships/image" Target="../media/image288.png"/><Relationship Id="rId9" Type="http://schemas.openxmlformats.org/officeDocument/2006/relationships/image" Target="../media/image294.png"/><Relationship Id="rId14" Type="http://schemas.openxmlformats.org/officeDocument/2006/relationships/image" Target="../media/image299.png"/></Relationships>
</file>

<file path=ppt/slides/_rels/slide89.xml.rels><?xml version="1.0" encoding="UTF-8" standalone="yes"?>
<Relationships xmlns="http://schemas.openxmlformats.org/package/2006/relationships"><Relationship Id="rId8" Type="http://schemas.openxmlformats.org/officeDocument/2006/relationships/image" Target="../media/image309.png"/><Relationship Id="rId3" Type="http://schemas.openxmlformats.org/officeDocument/2006/relationships/image" Target="../media/image304.png"/><Relationship Id="rId7" Type="http://schemas.openxmlformats.org/officeDocument/2006/relationships/image" Target="../media/image1490.png"/><Relationship Id="rId2" Type="http://schemas.openxmlformats.org/officeDocument/2006/relationships/image" Target="../media/image303.png"/><Relationship Id="rId1" Type="http://schemas.openxmlformats.org/officeDocument/2006/relationships/slideLayout" Target="../slideLayouts/slideLayout2.xml"/><Relationship Id="rId6" Type="http://schemas.openxmlformats.org/officeDocument/2006/relationships/image" Target="../media/image1400.png"/><Relationship Id="rId5" Type="http://schemas.openxmlformats.org/officeDocument/2006/relationships/image" Target="../media/image306.png"/><Relationship Id="rId10" Type="http://schemas.openxmlformats.org/officeDocument/2006/relationships/image" Target="../media/image311.png"/><Relationship Id="rId4" Type="http://schemas.openxmlformats.org/officeDocument/2006/relationships/image" Target="../media/image305.png"/><Relationship Id="rId9" Type="http://schemas.openxmlformats.org/officeDocument/2006/relationships/image" Target="../media/image310.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9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91.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206.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8.xml.rels><?xml version="1.0" encoding="UTF-8" standalone="yes"?>
<Relationships xmlns="http://schemas.openxmlformats.org/package/2006/relationships"><Relationship Id="rId2" Type="http://schemas.openxmlformats.org/officeDocument/2006/relationships/image" Target="../media/image208.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1133.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312.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230.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230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313.png"/><Relationship Id="rId2" Type="http://schemas.openxmlformats.org/officeDocument/2006/relationships/image" Target="../media/image316.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132.png"/><Relationship Id="rId2" Type="http://schemas.openxmlformats.org/officeDocument/2006/relationships/image" Target="../media/image318.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321.png"/><Relationship Id="rId7" Type="http://schemas.openxmlformats.org/officeDocument/2006/relationships/image" Target="../media/image317.png"/><Relationship Id="rId2" Type="http://schemas.openxmlformats.org/officeDocument/2006/relationships/image" Target="../media/image320.png"/><Relationship Id="rId1" Type="http://schemas.openxmlformats.org/officeDocument/2006/relationships/slideLayout" Target="../slideLayouts/slideLayout2.xml"/><Relationship Id="rId6" Type="http://schemas.openxmlformats.org/officeDocument/2006/relationships/image" Target="../media/image324.png"/><Relationship Id="rId5" Type="http://schemas.openxmlformats.org/officeDocument/2006/relationships/image" Target="../media/image323.png"/><Relationship Id="rId4" Type="http://schemas.openxmlformats.org/officeDocument/2006/relationships/image" Target="../media/image322.png"/></Relationships>
</file>

<file path=ppt/slides/_rels/slide108.xml.rels><?xml version="1.0" encoding="UTF-8" standalone="yes"?>
<Relationships xmlns="http://schemas.openxmlformats.org/package/2006/relationships"><Relationship Id="rId8" Type="http://schemas.openxmlformats.org/officeDocument/2006/relationships/image" Target="../media/image331.png"/><Relationship Id="rId13" Type="http://schemas.openxmlformats.org/officeDocument/2006/relationships/image" Target="../media/image325.png"/><Relationship Id="rId3" Type="http://schemas.openxmlformats.org/officeDocument/2006/relationships/image" Target="../media/image320.png"/><Relationship Id="rId7" Type="http://schemas.openxmlformats.org/officeDocument/2006/relationships/image" Target="../media/image330.png"/><Relationship Id="rId12" Type="http://schemas.openxmlformats.org/officeDocument/2006/relationships/image" Target="../media/image1211.png"/><Relationship Id="rId2" Type="http://schemas.openxmlformats.org/officeDocument/2006/relationships/image" Target="../media/image1131.png"/><Relationship Id="rId1" Type="http://schemas.openxmlformats.org/officeDocument/2006/relationships/slideLayout" Target="../slideLayouts/slideLayout2.xml"/><Relationship Id="rId6" Type="http://schemas.openxmlformats.org/officeDocument/2006/relationships/image" Target="../media/image329.png"/><Relationship Id="rId5" Type="http://schemas.openxmlformats.org/officeDocument/2006/relationships/image" Target="../media/image328.png"/><Relationship Id="rId15" Type="http://schemas.openxmlformats.org/officeDocument/2006/relationships/image" Target="../media/image333.png"/><Relationship Id="rId10" Type="http://schemas.openxmlformats.org/officeDocument/2006/relationships/image" Target="../media/image1171.png"/><Relationship Id="rId4" Type="http://schemas.openxmlformats.org/officeDocument/2006/relationships/image" Target="../media/image327.png"/><Relationship Id="rId9" Type="http://schemas.openxmlformats.org/officeDocument/2006/relationships/image" Target="../media/image332.png"/><Relationship Id="rId14" Type="http://schemas.openxmlformats.org/officeDocument/2006/relationships/image" Target="../media/image326.png"/></Relationships>
</file>

<file path=ppt/slides/_rels/slide109.xml.rels><?xml version="1.0" encoding="UTF-8" standalone="yes"?>
<Relationships xmlns="http://schemas.openxmlformats.org/package/2006/relationships"><Relationship Id="rId8" Type="http://schemas.openxmlformats.org/officeDocument/2006/relationships/image" Target="../media/image344.png"/><Relationship Id="rId13" Type="http://schemas.openxmlformats.org/officeDocument/2006/relationships/image" Target="../media/image349.png"/><Relationship Id="rId3" Type="http://schemas.openxmlformats.org/officeDocument/2006/relationships/image" Target="../media/image334.png"/><Relationship Id="rId7" Type="http://schemas.openxmlformats.org/officeDocument/2006/relationships/image" Target="../media/image343.png"/><Relationship Id="rId12" Type="http://schemas.openxmlformats.org/officeDocument/2006/relationships/image" Target="../media/image348.png"/><Relationship Id="rId2" Type="http://schemas.openxmlformats.org/officeDocument/2006/relationships/image" Target="../media/image320.png"/><Relationship Id="rId1" Type="http://schemas.openxmlformats.org/officeDocument/2006/relationships/slideLayout" Target="../slideLayouts/slideLayout2.xml"/><Relationship Id="rId6" Type="http://schemas.openxmlformats.org/officeDocument/2006/relationships/image" Target="../media/image342.png"/><Relationship Id="rId11" Type="http://schemas.openxmlformats.org/officeDocument/2006/relationships/image" Target="../media/image347.png"/><Relationship Id="rId5" Type="http://schemas.openxmlformats.org/officeDocument/2006/relationships/image" Target="../media/image341.png"/><Relationship Id="rId10" Type="http://schemas.openxmlformats.org/officeDocument/2006/relationships/image" Target="../media/image346.png"/><Relationship Id="rId4" Type="http://schemas.openxmlformats.org/officeDocument/2006/relationships/image" Target="../media/image339.png"/><Relationship Id="rId9" Type="http://schemas.openxmlformats.org/officeDocument/2006/relationships/image" Target="../media/image345.png"/><Relationship Id="rId14" Type="http://schemas.openxmlformats.org/officeDocument/2006/relationships/image" Target="../media/image351.png"/></Relationships>
</file>

<file path=ppt/slides/_rels/slide110.xml.rels><?xml version="1.0" encoding="UTF-8" standalone="yes"?>
<Relationships xmlns="http://schemas.openxmlformats.org/package/2006/relationships"><Relationship Id="rId8" Type="http://schemas.openxmlformats.org/officeDocument/2006/relationships/image" Target="../media/image331.png"/><Relationship Id="rId13" Type="http://schemas.openxmlformats.org/officeDocument/2006/relationships/image" Target="../media/image358.png"/><Relationship Id="rId3" Type="http://schemas.openxmlformats.org/officeDocument/2006/relationships/image" Target="../media/image335.png"/><Relationship Id="rId7" Type="http://schemas.openxmlformats.org/officeDocument/2006/relationships/image" Target="../media/image330.png"/><Relationship Id="rId12" Type="http://schemas.openxmlformats.org/officeDocument/2006/relationships/image" Target="../media/image357.png"/><Relationship Id="rId2" Type="http://schemas.openxmlformats.org/officeDocument/2006/relationships/image" Target="../media/image352.png"/><Relationship Id="rId1" Type="http://schemas.openxmlformats.org/officeDocument/2006/relationships/slideLayout" Target="../slideLayouts/slideLayout2.xml"/><Relationship Id="rId6" Type="http://schemas.openxmlformats.org/officeDocument/2006/relationships/image" Target="../media/image329.png"/><Relationship Id="rId11" Type="http://schemas.openxmlformats.org/officeDocument/2006/relationships/image" Target="../media/image356.png"/><Relationship Id="rId5" Type="http://schemas.openxmlformats.org/officeDocument/2006/relationships/image" Target="../media/image328.png"/><Relationship Id="rId10" Type="http://schemas.openxmlformats.org/officeDocument/2006/relationships/image" Target="../media/image355.png"/><Relationship Id="rId4" Type="http://schemas.openxmlformats.org/officeDocument/2006/relationships/image" Target="../media/image327.png"/><Relationship Id="rId9" Type="http://schemas.openxmlformats.org/officeDocument/2006/relationships/image" Target="../media/image354.png"/><Relationship Id="rId14" Type="http://schemas.openxmlformats.org/officeDocument/2006/relationships/image" Target="../media/image359.png"/></Relationships>
</file>

<file path=ppt/slides/_rels/slide111.xml.rels><?xml version="1.0" encoding="UTF-8" standalone="yes"?>
<Relationships xmlns="http://schemas.openxmlformats.org/package/2006/relationships"><Relationship Id="rId8" Type="http://schemas.openxmlformats.org/officeDocument/2006/relationships/image" Target="../media/image362.png"/><Relationship Id="rId13" Type="http://schemas.openxmlformats.org/officeDocument/2006/relationships/image" Target="../media/image367.png"/><Relationship Id="rId3" Type="http://schemas.openxmlformats.org/officeDocument/2006/relationships/image" Target="../media/image337.png"/><Relationship Id="rId7" Type="http://schemas.openxmlformats.org/officeDocument/2006/relationships/image" Target="../media/image361.png"/><Relationship Id="rId12" Type="http://schemas.openxmlformats.org/officeDocument/2006/relationships/image" Target="../media/image366.png"/><Relationship Id="rId2" Type="http://schemas.openxmlformats.org/officeDocument/2006/relationships/image" Target="../media/image336.png"/><Relationship Id="rId1" Type="http://schemas.openxmlformats.org/officeDocument/2006/relationships/slideLayout" Target="../slideLayouts/slideLayout2.xml"/><Relationship Id="rId6" Type="http://schemas.openxmlformats.org/officeDocument/2006/relationships/image" Target="../media/image360.png"/><Relationship Id="rId11" Type="http://schemas.openxmlformats.org/officeDocument/2006/relationships/image" Target="../media/image365.png"/><Relationship Id="rId5" Type="http://schemas.openxmlformats.org/officeDocument/2006/relationships/image" Target="../media/image353.png"/><Relationship Id="rId10" Type="http://schemas.openxmlformats.org/officeDocument/2006/relationships/image" Target="../media/image364.png"/><Relationship Id="rId4" Type="http://schemas.openxmlformats.org/officeDocument/2006/relationships/image" Target="../media/image338.png"/><Relationship Id="rId9" Type="http://schemas.openxmlformats.org/officeDocument/2006/relationships/image" Target="../media/image363.png"/><Relationship Id="rId14" Type="http://schemas.openxmlformats.org/officeDocument/2006/relationships/image" Target="../media/image368.png"/></Relationships>
</file>

<file path=ppt/slides/_rels/slide112.xml.rels><?xml version="1.0" encoding="UTF-8" standalone="yes"?>
<Relationships xmlns="http://schemas.openxmlformats.org/package/2006/relationships"><Relationship Id="rId3" Type="http://schemas.openxmlformats.org/officeDocument/2006/relationships/image" Target="../media/image369.png"/><Relationship Id="rId2" Type="http://schemas.openxmlformats.org/officeDocument/2006/relationships/image" Target="../media/image373.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8" Type="http://schemas.openxmlformats.org/officeDocument/2006/relationships/image" Target="../media/image372.png"/><Relationship Id="rId13" Type="http://schemas.openxmlformats.org/officeDocument/2006/relationships/image" Target="../media/image382.png"/><Relationship Id="rId3" Type="http://schemas.openxmlformats.org/officeDocument/2006/relationships/image" Target="../media/image320.png"/><Relationship Id="rId7" Type="http://schemas.openxmlformats.org/officeDocument/2006/relationships/image" Target="../media/image379.png"/><Relationship Id="rId12" Type="http://schemas.openxmlformats.org/officeDocument/2006/relationships/image" Target="../media/image375.png"/><Relationship Id="rId2" Type="http://schemas.openxmlformats.org/officeDocument/2006/relationships/image" Target="../media/image3690.png"/><Relationship Id="rId1" Type="http://schemas.openxmlformats.org/officeDocument/2006/relationships/slideLayout" Target="../slideLayouts/slideLayout2.xml"/><Relationship Id="rId6" Type="http://schemas.openxmlformats.org/officeDocument/2006/relationships/image" Target="../media/image378.png"/><Relationship Id="rId11" Type="http://schemas.openxmlformats.org/officeDocument/2006/relationships/image" Target="../media/image3720.png"/><Relationship Id="rId5" Type="http://schemas.openxmlformats.org/officeDocument/2006/relationships/image" Target="../media/image377.png"/><Relationship Id="rId10" Type="http://schemas.openxmlformats.org/officeDocument/2006/relationships/image" Target="../media/image3710.png"/><Relationship Id="rId4" Type="http://schemas.openxmlformats.org/officeDocument/2006/relationships/image" Target="../media/image371.png"/><Relationship Id="rId9" Type="http://schemas.openxmlformats.org/officeDocument/2006/relationships/image" Target="../media/image332.png"/><Relationship Id="rId14" Type="http://schemas.openxmlformats.org/officeDocument/2006/relationships/image" Target="../media/image386.png"/></Relationships>
</file>

<file path=ppt/slides/_rels/slide114.xml.rels><?xml version="1.0" encoding="UTF-8" standalone="yes"?>
<Relationships xmlns="http://schemas.openxmlformats.org/package/2006/relationships"><Relationship Id="rId8" Type="http://schemas.openxmlformats.org/officeDocument/2006/relationships/image" Target="../media/image392.png"/><Relationship Id="rId13" Type="http://schemas.openxmlformats.org/officeDocument/2006/relationships/image" Target="../media/image397.png"/><Relationship Id="rId3" Type="http://schemas.openxmlformats.org/officeDocument/2006/relationships/image" Target="../media/image383.png"/><Relationship Id="rId7" Type="http://schemas.openxmlformats.org/officeDocument/2006/relationships/image" Target="../media/image391.png"/><Relationship Id="rId12" Type="http://schemas.openxmlformats.org/officeDocument/2006/relationships/image" Target="../media/image396.png"/><Relationship Id="rId2" Type="http://schemas.openxmlformats.org/officeDocument/2006/relationships/image" Target="../media/image320.png"/><Relationship Id="rId1" Type="http://schemas.openxmlformats.org/officeDocument/2006/relationships/slideLayout" Target="../slideLayouts/slideLayout2.xml"/><Relationship Id="rId6" Type="http://schemas.openxmlformats.org/officeDocument/2006/relationships/image" Target="../media/image390.png"/><Relationship Id="rId11" Type="http://schemas.openxmlformats.org/officeDocument/2006/relationships/image" Target="../media/image395.png"/><Relationship Id="rId5" Type="http://schemas.openxmlformats.org/officeDocument/2006/relationships/image" Target="../media/image389.png"/><Relationship Id="rId10" Type="http://schemas.openxmlformats.org/officeDocument/2006/relationships/image" Target="../media/image394.png"/><Relationship Id="rId4" Type="http://schemas.openxmlformats.org/officeDocument/2006/relationships/image" Target="../media/image388.png"/><Relationship Id="rId9" Type="http://schemas.openxmlformats.org/officeDocument/2006/relationships/image" Target="../media/image393.png"/><Relationship Id="rId14" Type="http://schemas.openxmlformats.org/officeDocument/2006/relationships/image" Target="../media/image351.png"/></Relationships>
</file>

<file path=ppt/slides/_rels/slide115.xml.rels><?xml version="1.0" encoding="UTF-8" standalone="yes"?>
<Relationships xmlns="http://schemas.openxmlformats.org/package/2006/relationships"><Relationship Id="rId3" Type="http://schemas.openxmlformats.org/officeDocument/2006/relationships/image" Target="../media/image399.png"/><Relationship Id="rId2" Type="http://schemas.openxmlformats.org/officeDocument/2006/relationships/image" Target="../media/image398.png"/><Relationship Id="rId1" Type="http://schemas.openxmlformats.org/officeDocument/2006/relationships/slideLayout" Target="../slideLayouts/slideLayout2.xml"/><Relationship Id="rId6" Type="http://schemas.openxmlformats.org/officeDocument/2006/relationships/image" Target="../media/image402.png"/><Relationship Id="rId5" Type="http://schemas.openxmlformats.org/officeDocument/2006/relationships/image" Target="../media/image401.png"/><Relationship Id="rId4" Type="http://schemas.openxmlformats.org/officeDocument/2006/relationships/image" Target="../media/image400.png"/></Relationships>
</file>

<file path=ppt/slides/_rels/slide116.xml.rels><?xml version="1.0" encoding="UTF-8" standalone="yes"?>
<Relationships xmlns="http://schemas.openxmlformats.org/package/2006/relationships"><Relationship Id="rId2" Type="http://schemas.openxmlformats.org/officeDocument/2006/relationships/image" Target="../media/image1130.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1170.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406.png"/><Relationship Id="rId2" Type="http://schemas.openxmlformats.org/officeDocument/2006/relationships/image" Target="../media/image405.png"/><Relationship Id="rId1" Type="http://schemas.openxmlformats.org/officeDocument/2006/relationships/slideLayout" Target="../slideLayouts/slideLayout2.xml"/><Relationship Id="rId6" Type="http://schemas.openxmlformats.org/officeDocument/2006/relationships/image" Target="../media/image3260.png"/><Relationship Id="rId5" Type="http://schemas.openxmlformats.org/officeDocument/2006/relationships/image" Target="../media/image3750.png"/><Relationship Id="rId4" Type="http://schemas.openxmlformats.org/officeDocument/2006/relationships/image" Target="../media/image1210.png"/></Relationships>
</file>

<file path=ppt/slides/_rels/slide119.xml.rels><?xml version="1.0" encoding="UTF-8" standalone="yes"?>
<Relationships xmlns="http://schemas.openxmlformats.org/package/2006/relationships"><Relationship Id="rId8" Type="http://schemas.openxmlformats.org/officeDocument/2006/relationships/image" Target="../media/image414.png"/><Relationship Id="rId3" Type="http://schemas.openxmlformats.org/officeDocument/2006/relationships/image" Target="../media/image404.png"/><Relationship Id="rId7" Type="http://schemas.openxmlformats.org/officeDocument/2006/relationships/image" Target="../media/image413.png"/><Relationship Id="rId2" Type="http://schemas.openxmlformats.org/officeDocument/2006/relationships/image" Target="../media/image411.png"/><Relationship Id="rId1" Type="http://schemas.openxmlformats.org/officeDocument/2006/relationships/slideLayout" Target="../slideLayouts/slideLayout2.xml"/><Relationship Id="rId6" Type="http://schemas.openxmlformats.org/officeDocument/2006/relationships/image" Target="../media/image412.png"/><Relationship Id="rId5" Type="http://schemas.openxmlformats.org/officeDocument/2006/relationships/image" Target="../media/image408.png"/><Relationship Id="rId10" Type="http://schemas.openxmlformats.org/officeDocument/2006/relationships/image" Target="../media/image416.png"/><Relationship Id="rId4" Type="http://schemas.openxmlformats.org/officeDocument/2006/relationships/image" Target="../media/image3610.png"/><Relationship Id="rId9" Type="http://schemas.openxmlformats.org/officeDocument/2006/relationships/image" Target="../media/image415.png"/></Relationships>
</file>

<file path=ppt/slides/_rels/slide120.xml.rels><?xml version="1.0" encoding="UTF-8" standalone="yes"?>
<Relationships xmlns="http://schemas.openxmlformats.org/package/2006/relationships"><Relationship Id="rId8" Type="http://schemas.openxmlformats.org/officeDocument/2006/relationships/image" Target="../media/image424.png"/><Relationship Id="rId13" Type="http://schemas.openxmlformats.org/officeDocument/2006/relationships/image" Target="../media/image429.png"/><Relationship Id="rId18" Type="http://schemas.openxmlformats.org/officeDocument/2006/relationships/image" Target="../media/image2300.png"/><Relationship Id="rId3" Type="http://schemas.openxmlformats.org/officeDocument/2006/relationships/image" Target="../media/image418.png"/><Relationship Id="rId21" Type="http://schemas.openxmlformats.org/officeDocument/2006/relationships/image" Target="../media/image233.png"/><Relationship Id="rId7" Type="http://schemas.openxmlformats.org/officeDocument/2006/relationships/image" Target="../media/image423.png"/><Relationship Id="rId12" Type="http://schemas.openxmlformats.org/officeDocument/2006/relationships/image" Target="../media/image428.png"/><Relationship Id="rId17" Type="http://schemas.openxmlformats.org/officeDocument/2006/relationships/image" Target="../media/image2080.png"/><Relationship Id="rId2" Type="http://schemas.openxmlformats.org/officeDocument/2006/relationships/image" Target="../media/image417.png"/><Relationship Id="rId16" Type="http://schemas.openxmlformats.org/officeDocument/2006/relationships/image" Target="../media/image432.png"/><Relationship Id="rId20" Type="http://schemas.openxmlformats.org/officeDocument/2006/relationships/image" Target="../media/image232.png"/><Relationship Id="rId1" Type="http://schemas.openxmlformats.org/officeDocument/2006/relationships/slideLayout" Target="../slideLayouts/slideLayout2.xml"/><Relationship Id="rId6" Type="http://schemas.openxmlformats.org/officeDocument/2006/relationships/image" Target="../media/image422.png"/><Relationship Id="rId11" Type="http://schemas.openxmlformats.org/officeDocument/2006/relationships/image" Target="../media/image427.png"/><Relationship Id="rId5" Type="http://schemas.openxmlformats.org/officeDocument/2006/relationships/image" Target="../media/image421.png"/><Relationship Id="rId15" Type="http://schemas.openxmlformats.org/officeDocument/2006/relationships/image" Target="../media/image431.png"/><Relationship Id="rId10" Type="http://schemas.openxmlformats.org/officeDocument/2006/relationships/image" Target="../media/image426.png"/><Relationship Id="rId19" Type="http://schemas.openxmlformats.org/officeDocument/2006/relationships/image" Target="../media/image231.png"/><Relationship Id="rId4" Type="http://schemas.openxmlformats.org/officeDocument/2006/relationships/image" Target="../media/image419.png"/><Relationship Id="rId9" Type="http://schemas.openxmlformats.org/officeDocument/2006/relationships/image" Target="../media/image425.png"/><Relationship Id="rId14" Type="http://schemas.openxmlformats.org/officeDocument/2006/relationships/image" Target="../media/image430.png"/></Relationships>
</file>

<file path=ppt/slides/_rels/slide121.xml.rels><?xml version="1.0" encoding="UTF-8" standalone="yes"?>
<Relationships xmlns="http://schemas.openxmlformats.org/package/2006/relationships"><Relationship Id="rId13" Type="http://schemas.openxmlformats.org/officeDocument/2006/relationships/image" Target="../media/image445.png"/><Relationship Id="rId3" Type="http://schemas.openxmlformats.org/officeDocument/2006/relationships/image" Target="../media/image385.png"/><Relationship Id="rId7" Type="http://schemas.openxmlformats.org/officeDocument/2006/relationships/image" Target="../media/image234.png"/><Relationship Id="rId12" Type="http://schemas.openxmlformats.org/officeDocument/2006/relationships/image" Target="../media/image387.png"/><Relationship Id="rId2" Type="http://schemas.openxmlformats.org/officeDocument/2006/relationships/image" Target="../media/image384.png"/><Relationship Id="rId1" Type="http://schemas.openxmlformats.org/officeDocument/2006/relationships/slideLayout" Target="../slideLayouts/slideLayout2.xml"/><Relationship Id="rId6" Type="http://schemas.openxmlformats.org/officeDocument/2006/relationships/image" Target="../media/image435.png"/><Relationship Id="rId11" Type="http://schemas.openxmlformats.org/officeDocument/2006/relationships/image" Target="../media/image443.png"/><Relationship Id="rId5" Type="http://schemas.openxmlformats.org/officeDocument/2006/relationships/image" Target="../media/image434.png"/><Relationship Id="rId15" Type="http://schemas.openxmlformats.org/officeDocument/2006/relationships/image" Target="../media/image409.png"/><Relationship Id="rId10" Type="http://schemas.openxmlformats.org/officeDocument/2006/relationships/image" Target="../media/image442.png"/><Relationship Id="rId4" Type="http://schemas.openxmlformats.org/officeDocument/2006/relationships/image" Target="../media/image433.png"/><Relationship Id="rId9" Type="http://schemas.openxmlformats.org/officeDocument/2006/relationships/image" Target="../media/image441.png"/><Relationship Id="rId14" Type="http://schemas.openxmlformats.org/officeDocument/2006/relationships/image" Target="../media/image407.png"/></Relationships>
</file>

<file path=ppt/slides/_rels/slide122.xml.rels><?xml version="1.0" encoding="UTF-8" standalone="yes"?>
<Relationships xmlns="http://schemas.openxmlformats.org/package/2006/relationships"><Relationship Id="rId3" Type="http://schemas.openxmlformats.org/officeDocument/2006/relationships/image" Target="../media/image381.png"/><Relationship Id="rId2" Type="http://schemas.openxmlformats.org/officeDocument/2006/relationships/image" Target="../media/image376.png"/><Relationship Id="rId1" Type="http://schemas.openxmlformats.org/officeDocument/2006/relationships/slideLayout" Target="../slideLayouts/slideLayout2.xml"/><Relationship Id="rId5" Type="http://schemas.openxmlformats.org/officeDocument/2006/relationships/image" Target="../media/image437.png"/><Relationship Id="rId4" Type="http://schemas.openxmlformats.org/officeDocument/2006/relationships/image" Target="../media/image436.png"/></Relationships>
</file>

<file path=ppt/slides/_rels/slide123.xml.rels><?xml version="1.0" encoding="UTF-8" standalone="yes"?>
<Relationships xmlns="http://schemas.openxmlformats.org/package/2006/relationships"><Relationship Id="rId8" Type="http://schemas.openxmlformats.org/officeDocument/2006/relationships/image" Target="../media/image454.png"/><Relationship Id="rId13" Type="http://schemas.openxmlformats.org/officeDocument/2006/relationships/image" Target="../media/image459.png"/><Relationship Id="rId3" Type="http://schemas.openxmlformats.org/officeDocument/2006/relationships/image" Target="../media/image444.png"/><Relationship Id="rId7" Type="http://schemas.openxmlformats.org/officeDocument/2006/relationships/image" Target="../media/image452.png"/><Relationship Id="rId12" Type="http://schemas.openxmlformats.org/officeDocument/2006/relationships/image" Target="../media/image458.png"/><Relationship Id="rId2" Type="http://schemas.openxmlformats.org/officeDocument/2006/relationships/image" Target="../media/image438.png"/><Relationship Id="rId1" Type="http://schemas.openxmlformats.org/officeDocument/2006/relationships/slideLayout" Target="../slideLayouts/slideLayout2.xml"/><Relationship Id="rId6" Type="http://schemas.openxmlformats.org/officeDocument/2006/relationships/image" Target="../media/image449.png"/><Relationship Id="rId11" Type="http://schemas.openxmlformats.org/officeDocument/2006/relationships/image" Target="../media/image457.png"/><Relationship Id="rId5" Type="http://schemas.openxmlformats.org/officeDocument/2006/relationships/image" Target="../media/image448.png"/><Relationship Id="rId10" Type="http://schemas.openxmlformats.org/officeDocument/2006/relationships/image" Target="../media/image456.png"/><Relationship Id="rId4" Type="http://schemas.openxmlformats.org/officeDocument/2006/relationships/image" Target="../media/image446.png"/><Relationship Id="rId9" Type="http://schemas.openxmlformats.org/officeDocument/2006/relationships/image" Target="../media/image455.png"/></Relationships>
</file>

<file path=ppt/slides/_rels/slide124.xml.rels><?xml version="1.0" encoding="UTF-8" standalone="yes"?>
<Relationships xmlns="http://schemas.openxmlformats.org/package/2006/relationships"><Relationship Id="rId8" Type="http://schemas.openxmlformats.org/officeDocument/2006/relationships/image" Target="../media/image468.png"/><Relationship Id="rId3" Type="http://schemas.openxmlformats.org/officeDocument/2006/relationships/image" Target="../media/image463.png"/><Relationship Id="rId7" Type="http://schemas.openxmlformats.org/officeDocument/2006/relationships/image" Target="../media/image319.png"/><Relationship Id="rId12" Type="http://schemas.openxmlformats.org/officeDocument/2006/relationships/image" Target="../media/image472.png"/><Relationship Id="rId2" Type="http://schemas.openxmlformats.org/officeDocument/2006/relationships/image" Target="../media/image462.png"/><Relationship Id="rId1" Type="http://schemas.openxmlformats.org/officeDocument/2006/relationships/slideLayout" Target="../slideLayouts/slideLayout2.xml"/><Relationship Id="rId6" Type="http://schemas.openxmlformats.org/officeDocument/2006/relationships/image" Target="../media/image466.png"/><Relationship Id="rId11" Type="http://schemas.openxmlformats.org/officeDocument/2006/relationships/image" Target="../media/image471.png"/><Relationship Id="rId5" Type="http://schemas.openxmlformats.org/officeDocument/2006/relationships/image" Target="../media/image465.png"/><Relationship Id="rId10" Type="http://schemas.openxmlformats.org/officeDocument/2006/relationships/image" Target="../media/image470.png"/><Relationship Id="rId4" Type="http://schemas.openxmlformats.org/officeDocument/2006/relationships/image" Target="../media/image464.png"/><Relationship Id="rId9" Type="http://schemas.openxmlformats.org/officeDocument/2006/relationships/image" Target="../media/image469.png"/></Relationships>
</file>

<file path=ppt/slides/_rels/slide125.xml.rels><?xml version="1.0" encoding="UTF-8" standalone="yes"?>
<Relationships xmlns="http://schemas.openxmlformats.org/package/2006/relationships"><Relationship Id="rId8" Type="http://schemas.openxmlformats.org/officeDocument/2006/relationships/image" Target="../media/image479.png"/><Relationship Id="rId13" Type="http://schemas.openxmlformats.org/officeDocument/2006/relationships/image" Target="../media/image459.png"/><Relationship Id="rId3" Type="http://schemas.openxmlformats.org/officeDocument/2006/relationships/image" Target="../media/image474.png"/><Relationship Id="rId7" Type="http://schemas.openxmlformats.org/officeDocument/2006/relationships/image" Target="../media/image478.png"/><Relationship Id="rId12" Type="http://schemas.openxmlformats.org/officeDocument/2006/relationships/image" Target="../media/image458.png"/><Relationship Id="rId2" Type="http://schemas.openxmlformats.org/officeDocument/2006/relationships/image" Target="../media/image473.png"/><Relationship Id="rId1" Type="http://schemas.openxmlformats.org/officeDocument/2006/relationships/slideLayout" Target="../slideLayouts/slideLayout2.xml"/><Relationship Id="rId6" Type="http://schemas.openxmlformats.org/officeDocument/2006/relationships/image" Target="../media/image477.png"/><Relationship Id="rId11" Type="http://schemas.openxmlformats.org/officeDocument/2006/relationships/image" Target="../media/image457.png"/><Relationship Id="rId5" Type="http://schemas.openxmlformats.org/officeDocument/2006/relationships/image" Target="../media/image476.png"/><Relationship Id="rId10" Type="http://schemas.openxmlformats.org/officeDocument/2006/relationships/image" Target="../media/image456.png"/><Relationship Id="rId4" Type="http://schemas.openxmlformats.org/officeDocument/2006/relationships/image" Target="../media/image475.png"/><Relationship Id="rId9" Type="http://schemas.openxmlformats.org/officeDocument/2006/relationships/image" Target="../media/image455.png"/></Relationships>
</file>

<file path=ppt/slides/_rels/slide126.xml.rels><?xml version="1.0" encoding="UTF-8" standalone="yes"?>
<Relationships xmlns="http://schemas.openxmlformats.org/package/2006/relationships"><Relationship Id="rId8" Type="http://schemas.openxmlformats.org/officeDocument/2006/relationships/image" Target="../media/image253.png"/><Relationship Id="rId3" Type="http://schemas.openxmlformats.org/officeDocument/2006/relationships/image" Target="../media/image480.png"/><Relationship Id="rId7" Type="http://schemas.openxmlformats.org/officeDocument/2006/relationships/image" Target="../media/image485.png"/><Relationship Id="rId12" Type="http://schemas.openxmlformats.org/officeDocument/2006/relationships/image" Target="../media/image490.png"/><Relationship Id="rId2" Type="http://schemas.openxmlformats.org/officeDocument/2006/relationships/image" Target="../media/image252.png"/><Relationship Id="rId1" Type="http://schemas.openxmlformats.org/officeDocument/2006/relationships/slideLayout" Target="../slideLayouts/slideLayout2.xml"/><Relationship Id="rId6" Type="http://schemas.openxmlformats.org/officeDocument/2006/relationships/image" Target="../media/image484.png"/><Relationship Id="rId11" Type="http://schemas.openxmlformats.org/officeDocument/2006/relationships/image" Target="../media/image489.png"/><Relationship Id="rId5" Type="http://schemas.openxmlformats.org/officeDocument/2006/relationships/image" Target="../media/image483.png"/><Relationship Id="rId10" Type="http://schemas.openxmlformats.org/officeDocument/2006/relationships/image" Target="../media/image488.png"/><Relationship Id="rId4" Type="http://schemas.openxmlformats.org/officeDocument/2006/relationships/image" Target="../media/image481.png"/><Relationship Id="rId9" Type="http://schemas.openxmlformats.org/officeDocument/2006/relationships/image" Target="../media/image254.png"/></Relationships>
</file>

<file path=ppt/slides/_rels/slide127.xml.rels><?xml version="1.0" encoding="UTF-8" standalone="yes"?>
<Relationships xmlns="http://schemas.openxmlformats.org/package/2006/relationships"><Relationship Id="rId3" Type="http://schemas.openxmlformats.org/officeDocument/2006/relationships/image" Target="../media/image492.png"/><Relationship Id="rId7" Type="http://schemas.openxmlformats.org/officeDocument/2006/relationships/image" Target="../media/image496.png"/><Relationship Id="rId2" Type="http://schemas.openxmlformats.org/officeDocument/2006/relationships/image" Target="../media/image491.png"/><Relationship Id="rId1" Type="http://schemas.openxmlformats.org/officeDocument/2006/relationships/slideLayout" Target="../slideLayouts/slideLayout2.xml"/><Relationship Id="rId6" Type="http://schemas.openxmlformats.org/officeDocument/2006/relationships/image" Target="../media/image495.png"/><Relationship Id="rId5" Type="http://schemas.openxmlformats.org/officeDocument/2006/relationships/image" Target="../media/image494.png"/><Relationship Id="rId4" Type="http://schemas.openxmlformats.org/officeDocument/2006/relationships/image" Target="../media/image493.png"/></Relationships>
</file>

<file path=ppt/slides/_rels/slide128.xml.rels><?xml version="1.0" encoding="UTF-8" standalone="yes"?>
<Relationships xmlns="http://schemas.openxmlformats.org/package/2006/relationships"><Relationship Id="rId3" Type="http://schemas.openxmlformats.org/officeDocument/2006/relationships/image" Target="../media/image498.png"/><Relationship Id="rId7" Type="http://schemas.openxmlformats.org/officeDocument/2006/relationships/image" Target="../media/image503.png"/><Relationship Id="rId2" Type="http://schemas.openxmlformats.org/officeDocument/2006/relationships/image" Target="../media/image497.png"/><Relationship Id="rId1" Type="http://schemas.openxmlformats.org/officeDocument/2006/relationships/slideLayout" Target="../slideLayouts/slideLayout2.xml"/><Relationship Id="rId6" Type="http://schemas.openxmlformats.org/officeDocument/2006/relationships/image" Target="../media/image501.png"/><Relationship Id="rId5" Type="http://schemas.openxmlformats.org/officeDocument/2006/relationships/image" Target="../media/image500.png"/><Relationship Id="rId4" Type="http://schemas.openxmlformats.org/officeDocument/2006/relationships/image" Target="../media/image499.png"/></Relationships>
</file>

<file path=ppt/slides/_rels/slide129.xml.rels><?xml version="1.0" encoding="UTF-8" standalone="yes"?>
<Relationships xmlns="http://schemas.openxmlformats.org/package/2006/relationships"><Relationship Id="rId3" Type="http://schemas.openxmlformats.org/officeDocument/2006/relationships/image" Target="../media/image504.png"/><Relationship Id="rId7" Type="http://schemas.openxmlformats.org/officeDocument/2006/relationships/image" Target="../media/image509.png"/><Relationship Id="rId2" Type="http://schemas.openxmlformats.org/officeDocument/2006/relationships/image" Target="../media/image374.png"/><Relationship Id="rId1" Type="http://schemas.openxmlformats.org/officeDocument/2006/relationships/slideLayout" Target="../slideLayouts/slideLayout2.xml"/><Relationship Id="rId6" Type="http://schemas.openxmlformats.org/officeDocument/2006/relationships/image" Target="../media/image508.png"/><Relationship Id="rId5" Type="http://schemas.openxmlformats.org/officeDocument/2006/relationships/image" Target="../media/image506.png"/><Relationship Id="rId4" Type="http://schemas.openxmlformats.org/officeDocument/2006/relationships/image" Target="../media/image505.png"/></Relationships>
</file>

<file path=ppt/slides/_rels/slide130.xml.rels><?xml version="1.0" encoding="UTF-8" standalone="yes"?>
<Relationships xmlns="http://schemas.openxmlformats.org/package/2006/relationships"><Relationship Id="rId8" Type="http://schemas.openxmlformats.org/officeDocument/2006/relationships/image" Target="../media/image517.png"/><Relationship Id="rId13" Type="http://schemas.openxmlformats.org/officeDocument/2006/relationships/image" Target="../media/image524.png"/><Relationship Id="rId3" Type="http://schemas.openxmlformats.org/officeDocument/2006/relationships/image" Target="../media/image512.png"/><Relationship Id="rId7" Type="http://schemas.openxmlformats.org/officeDocument/2006/relationships/image" Target="../media/image516.png"/><Relationship Id="rId12" Type="http://schemas.openxmlformats.org/officeDocument/2006/relationships/image" Target="../media/image523.png"/><Relationship Id="rId2" Type="http://schemas.openxmlformats.org/officeDocument/2006/relationships/image" Target="../media/image511.png"/><Relationship Id="rId1" Type="http://schemas.openxmlformats.org/officeDocument/2006/relationships/slideLayout" Target="../slideLayouts/slideLayout2.xml"/><Relationship Id="rId6" Type="http://schemas.openxmlformats.org/officeDocument/2006/relationships/image" Target="../media/image515.png"/><Relationship Id="rId11" Type="http://schemas.openxmlformats.org/officeDocument/2006/relationships/image" Target="../media/image520.png"/><Relationship Id="rId5" Type="http://schemas.openxmlformats.org/officeDocument/2006/relationships/image" Target="../media/image514.png"/><Relationship Id="rId10" Type="http://schemas.openxmlformats.org/officeDocument/2006/relationships/image" Target="../media/image519.png"/><Relationship Id="rId4" Type="http://schemas.openxmlformats.org/officeDocument/2006/relationships/image" Target="../media/image513.png"/><Relationship Id="rId9" Type="http://schemas.openxmlformats.org/officeDocument/2006/relationships/image" Target="../media/image518.png"/></Relationships>
</file>

<file path=ppt/slides/_rels/slide131.xml.rels><?xml version="1.0" encoding="UTF-8" standalone="yes"?>
<Relationships xmlns="http://schemas.openxmlformats.org/package/2006/relationships"><Relationship Id="rId8" Type="http://schemas.openxmlformats.org/officeDocument/2006/relationships/image" Target="../media/image532.png"/><Relationship Id="rId3" Type="http://schemas.openxmlformats.org/officeDocument/2006/relationships/image" Target="../media/image3190.png"/><Relationship Id="rId7" Type="http://schemas.openxmlformats.org/officeDocument/2006/relationships/image" Target="../media/image529.png"/><Relationship Id="rId12" Type="http://schemas.openxmlformats.org/officeDocument/2006/relationships/image" Target="../media/image536.png"/><Relationship Id="rId1" Type="http://schemas.openxmlformats.org/officeDocument/2006/relationships/slideLayout" Target="../slideLayouts/slideLayout2.xml"/><Relationship Id="rId6" Type="http://schemas.openxmlformats.org/officeDocument/2006/relationships/image" Target="../media/image450.png"/><Relationship Id="rId11" Type="http://schemas.openxmlformats.org/officeDocument/2006/relationships/image" Target="../media/image527.png"/><Relationship Id="rId5" Type="http://schemas.openxmlformats.org/officeDocument/2006/relationships/image" Target="../media/image528.png"/><Relationship Id="rId10" Type="http://schemas.openxmlformats.org/officeDocument/2006/relationships/image" Target="../media/image525.png"/><Relationship Id="rId4" Type="http://schemas.openxmlformats.org/officeDocument/2006/relationships/image" Target="../media/image526.png"/><Relationship Id="rId9" Type="http://schemas.openxmlformats.org/officeDocument/2006/relationships/image" Target="../media/image533.png"/></Relationships>
</file>

<file path=ppt/slides/_rels/slide132.xml.rels><?xml version="1.0" encoding="UTF-8" standalone="yes"?>
<Relationships xmlns="http://schemas.openxmlformats.org/package/2006/relationships"><Relationship Id="rId3" Type="http://schemas.openxmlformats.org/officeDocument/2006/relationships/image" Target="../media/image539.png"/><Relationship Id="rId7" Type="http://schemas.openxmlformats.org/officeDocument/2006/relationships/image" Target="../media/image545.png"/><Relationship Id="rId2" Type="http://schemas.openxmlformats.org/officeDocument/2006/relationships/image" Target="../media/image538.png"/><Relationship Id="rId1" Type="http://schemas.openxmlformats.org/officeDocument/2006/relationships/slideLayout" Target="../slideLayouts/slideLayout2.xml"/><Relationship Id="rId6" Type="http://schemas.openxmlformats.org/officeDocument/2006/relationships/image" Target="../media/image544.png"/><Relationship Id="rId5" Type="http://schemas.openxmlformats.org/officeDocument/2006/relationships/image" Target="../media/image543.png"/><Relationship Id="rId4" Type="http://schemas.openxmlformats.org/officeDocument/2006/relationships/image" Target="../media/image542.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209.jpg"/><Relationship Id="rId2" Type="http://schemas.openxmlformats.org/officeDocument/2006/relationships/image" Target="../media/image467.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image" Target="../media/image209.jp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546.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236.pn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549.png"/><Relationship Id="rId7" Type="http://schemas.openxmlformats.org/officeDocument/2006/relationships/image" Target="../media/image554.png"/><Relationship Id="rId2" Type="http://schemas.openxmlformats.org/officeDocument/2006/relationships/image" Target="../media/image548.png"/><Relationship Id="rId1" Type="http://schemas.openxmlformats.org/officeDocument/2006/relationships/slideLayout" Target="../slideLayouts/slideLayout2.xml"/><Relationship Id="rId6" Type="http://schemas.openxmlformats.org/officeDocument/2006/relationships/image" Target="../media/image553.png"/><Relationship Id="rId5" Type="http://schemas.openxmlformats.org/officeDocument/2006/relationships/image" Target="../media/image552.png"/><Relationship Id="rId4" Type="http://schemas.openxmlformats.org/officeDocument/2006/relationships/image" Target="../media/image551.png"/></Relationships>
</file>

<file path=ppt/slides/_rels/slide140.xml.rels><?xml version="1.0" encoding="UTF-8" standalone="yes"?>
<Relationships xmlns="http://schemas.openxmlformats.org/package/2006/relationships"><Relationship Id="rId3" Type="http://schemas.openxmlformats.org/officeDocument/2006/relationships/image" Target="../media/image549.png"/><Relationship Id="rId7" Type="http://schemas.openxmlformats.org/officeDocument/2006/relationships/image" Target="../media/image554.png"/><Relationship Id="rId2" Type="http://schemas.openxmlformats.org/officeDocument/2006/relationships/image" Target="../media/image535.png"/><Relationship Id="rId1" Type="http://schemas.openxmlformats.org/officeDocument/2006/relationships/slideLayout" Target="../slideLayouts/slideLayout2.xml"/><Relationship Id="rId6" Type="http://schemas.openxmlformats.org/officeDocument/2006/relationships/image" Target="../media/image553.png"/><Relationship Id="rId5" Type="http://schemas.openxmlformats.org/officeDocument/2006/relationships/image" Target="../media/image552.png"/><Relationship Id="rId4" Type="http://schemas.openxmlformats.org/officeDocument/2006/relationships/image" Target="../media/image551.png"/></Relationships>
</file>

<file path=ppt/slides/_rels/slide141.xml.rels><?xml version="1.0" encoding="UTF-8" standalone="yes"?>
<Relationships xmlns="http://schemas.openxmlformats.org/package/2006/relationships"><Relationship Id="rId2" Type="http://schemas.openxmlformats.org/officeDocument/2006/relationships/image" Target="../media/image237.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556.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8" Type="http://schemas.openxmlformats.org/officeDocument/2006/relationships/diagramLayout" Target="../diagrams/layout16.xml"/><Relationship Id="rId3" Type="http://schemas.openxmlformats.org/officeDocument/2006/relationships/diagramLayout" Target="../diagrams/layout16.xml"/><Relationship Id="rId7" Type="http://schemas.openxmlformats.org/officeDocument/2006/relationships/diagramData" Target="../diagrams/data17.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10" Type="http://schemas.openxmlformats.org/officeDocument/2006/relationships/diagramColors" Target="../diagrams/colors16.xml"/><Relationship Id="rId4" Type="http://schemas.openxmlformats.org/officeDocument/2006/relationships/diagramQuickStyle" Target="../diagrams/quickStyle16.xml"/><Relationship Id="rId9" Type="http://schemas.openxmlformats.org/officeDocument/2006/relationships/diagramQuickStyle" Target="../diagrams/quickStyle16.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5.xml.rels><?xml version="1.0" encoding="UTF-8" standalone="yes"?>
<Relationships xmlns="http://schemas.openxmlformats.org/package/2006/relationships"><Relationship Id="rId2" Type="http://schemas.openxmlformats.org/officeDocument/2006/relationships/image" Target="../media/image555.png"/><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2" Type="http://schemas.openxmlformats.org/officeDocument/2006/relationships/image" Target="../media/image557.png"/><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image" Target="../media/image558.pn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559.png"/><Relationship Id="rId2" Type="http://schemas.openxmlformats.org/officeDocument/2006/relationships/image" Target="../media/image562.pn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8" Type="http://schemas.openxmlformats.org/officeDocument/2006/relationships/image" Target="../media/image570.png"/><Relationship Id="rId13" Type="http://schemas.openxmlformats.org/officeDocument/2006/relationships/image" Target="../media/image563.png"/><Relationship Id="rId18" Type="http://schemas.openxmlformats.org/officeDocument/2006/relationships/image" Target="../media/image578.png"/><Relationship Id="rId3" Type="http://schemas.openxmlformats.org/officeDocument/2006/relationships/image" Target="../media/image565.png"/><Relationship Id="rId7" Type="http://schemas.openxmlformats.org/officeDocument/2006/relationships/image" Target="../media/image569.png"/><Relationship Id="rId12" Type="http://schemas.openxmlformats.org/officeDocument/2006/relationships/image" Target="../media/image574.png"/><Relationship Id="rId17" Type="http://schemas.openxmlformats.org/officeDocument/2006/relationships/image" Target="../media/image577.png"/><Relationship Id="rId2" Type="http://schemas.openxmlformats.org/officeDocument/2006/relationships/image" Target="../media/image564.png"/><Relationship Id="rId16" Type="http://schemas.openxmlformats.org/officeDocument/2006/relationships/image" Target="../media/image576.png"/><Relationship Id="rId1" Type="http://schemas.openxmlformats.org/officeDocument/2006/relationships/slideLayout" Target="../slideLayouts/slideLayout2.xml"/><Relationship Id="rId6" Type="http://schemas.openxmlformats.org/officeDocument/2006/relationships/image" Target="../media/image568.png"/><Relationship Id="rId11" Type="http://schemas.openxmlformats.org/officeDocument/2006/relationships/image" Target="../media/image573.png"/><Relationship Id="rId5" Type="http://schemas.openxmlformats.org/officeDocument/2006/relationships/image" Target="../media/image567.png"/><Relationship Id="rId15" Type="http://schemas.openxmlformats.org/officeDocument/2006/relationships/image" Target="../media/image571.png"/><Relationship Id="rId10" Type="http://schemas.openxmlformats.org/officeDocument/2006/relationships/image" Target="../media/image572.png"/><Relationship Id="rId19" Type="http://schemas.openxmlformats.org/officeDocument/2006/relationships/image" Target="../media/image579.png"/><Relationship Id="rId4" Type="http://schemas.openxmlformats.org/officeDocument/2006/relationships/image" Target="../media/image566.png"/><Relationship Id="rId9" Type="http://schemas.openxmlformats.org/officeDocument/2006/relationships/image" Target="../media/image561.png"/><Relationship Id="rId14" Type="http://schemas.openxmlformats.org/officeDocument/2006/relationships/image" Target="../media/image5630.png"/></Relationships>
</file>

<file path=ppt/slides/_rels/slide150.xml.rels><?xml version="1.0" encoding="UTF-8" standalone="yes"?>
<Relationships xmlns="http://schemas.openxmlformats.org/package/2006/relationships"><Relationship Id="rId8" Type="http://schemas.openxmlformats.org/officeDocument/2006/relationships/image" Target="../media/image585.png"/><Relationship Id="rId3" Type="http://schemas.openxmlformats.org/officeDocument/2006/relationships/image" Target="../media/image580.png"/><Relationship Id="rId7" Type="http://schemas.openxmlformats.org/officeDocument/2006/relationships/image" Target="../media/image584.png"/><Relationship Id="rId2" Type="http://schemas.openxmlformats.org/officeDocument/2006/relationships/image" Target="../media/image575.png"/><Relationship Id="rId1" Type="http://schemas.openxmlformats.org/officeDocument/2006/relationships/slideLayout" Target="../slideLayouts/slideLayout2.xml"/><Relationship Id="rId6" Type="http://schemas.openxmlformats.org/officeDocument/2006/relationships/image" Target="../media/image583.png"/><Relationship Id="rId5" Type="http://schemas.openxmlformats.org/officeDocument/2006/relationships/image" Target="../media/image582.png"/><Relationship Id="rId4" Type="http://schemas.openxmlformats.org/officeDocument/2006/relationships/image" Target="../media/image581.png"/><Relationship Id="rId9" Type="http://schemas.openxmlformats.org/officeDocument/2006/relationships/image" Target="../media/image586.png"/></Relationships>
</file>

<file path=ppt/slides/_rels/slide151.xml.rels><?xml version="1.0" encoding="UTF-8" standalone="yes"?>
<Relationships xmlns="http://schemas.openxmlformats.org/package/2006/relationships"><Relationship Id="rId8" Type="http://schemas.openxmlformats.org/officeDocument/2006/relationships/image" Target="../media/image593.png"/><Relationship Id="rId13" Type="http://schemas.openxmlformats.org/officeDocument/2006/relationships/image" Target="../media/image598.png"/><Relationship Id="rId18" Type="http://schemas.openxmlformats.org/officeDocument/2006/relationships/image" Target="../media/image603.png"/><Relationship Id="rId3" Type="http://schemas.openxmlformats.org/officeDocument/2006/relationships/image" Target="../media/image588.png"/><Relationship Id="rId7" Type="http://schemas.openxmlformats.org/officeDocument/2006/relationships/image" Target="../media/image592.png"/><Relationship Id="rId12" Type="http://schemas.openxmlformats.org/officeDocument/2006/relationships/image" Target="../media/image597.png"/><Relationship Id="rId17" Type="http://schemas.openxmlformats.org/officeDocument/2006/relationships/image" Target="../media/image602.png"/><Relationship Id="rId2" Type="http://schemas.openxmlformats.org/officeDocument/2006/relationships/image" Target="../media/image587.png"/><Relationship Id="rId16" Type="http://schemas.openxmlformats.org/officeDocument/2006/relationships/image" Target="../media/image601.png"/><Relationship Id="rId1" Type="http://schemas.openxmlformats.org/officeDocument/2006/relationships/slideLayout" Target="../slideLayouts/slideLayout2.xml"/><Relationship Id="rId6" Type="http://schemas.openxmlformats.org/officeDocument/2006/relationships/image" Target="../media/image591.png"/><Relationship Id="rId11" Type="http://schemas.openxmlformats.org/officeDocument/2006/relationships/image" Target="../media/image596.png"/><Relationship Id="rId5" Type="http://schemas.openxmlformats.org/officeDocument/2006/relationships/image" Target="../media/image590.png"/><Relationship Id="rId15" Type="http://schemas.openxmlformats.org/officeDocument/2006/relationships/image" Target="../media/image600.png"/><Relationship Id="rId10" Type="http://schemas.openxmlformats.org/officeDocument/2006/relationships/image" Target="../media/image595.png"/><Relationship Id="rId19" Type="http://schemas.openxmlformats.org/officeDocument/2006/relationships/image" Target="../media/image604.png"/><Relationship Id="rId4" Type="http://schemas.openxmlformats.org/officeDocument/2006/relationships/image" Target="../media/image589.png"/><Relationship Id="rId9" Type="http://schemas.openxmlformats.org/officeDocument/2006/relationships/image" Target="../media/image594.png"/><Relationship Id="rId14" Type="http://schemas.openxmlformats.org/officeDocument/2006/relationships/image" Target="../media/image599.png"/></Relationships>
</file>

<file path=ppt/slides/_rels/slide152.xml.rels><?xml version="1.0" encoding="UTF-8" standalone="yes"?>
<Relationships xmlns="http://schemas.openxmlformats.org/package/2006/relationships"><Relationship Id="rId8" Type="http://schemas.openxmlformats.org/officeDocument/2006/relationships/image" Target="../media/image611.png"/><Relationship Id="rId3" Type="http://schemas.openxmlformats.org/officeDocument/2006/relationships/image" Target="../media/image606.png"/><Relationship Id="rId7" Type="http://schemas.openxmlformats.org/officeDocument/2006/relationships/image" Target="../media/image610.png"/><Relationship Id="rId2" Type="http://schemas.openxmlformats.org/officeDocument/2006/relationships/image" Target="../media/image605.png"/><Relationship Id="rId1" Type="http://schemas.openxmlformats.org/officeDocument/2006/relationships/slideLayout" Target="../slideLayouts/slideLayout2.xml"/><Relationship Id="rId6" Type="http://schemas.openxmlformats.org/officeDocument/2006/relationships/image" Target="../media/image609.png"/><Relationship Id="rId5" Type="http://schemas.openxmlformats.org/officeDocument/2006/relationships/image" Target="../media/image608.png"/><Relationship Id="rId4" Type="http://schemas.openxmlformats.org/officeDocument/2006/relationships/image" Target="../media/image607.png"/><Relationship Id="rId9" Type="http://schemas.openxmlformats.org/officeDocument/2006/relationships/image" Target="../media/image612.png"/></Relationships>
</file>

<file path=ppt/slides/_rels/slide153.xml.rels><?xml version="1.0" encoding="UTF-8" standalone="yes"?>
<Relationships xmlns="http://schemas.openxmlformats.org/package/2006/relationships"><Relationship Id="rId8" Type="http://schemas.openxmlformats.org/officeDocument/2006/relationships/image" Target="../media/image5930.png"/><Relationship Id="rId13" Type="http://schemas.openxmlformats.org/officeDocument/2006/relationships/image" Target="../media/image622.png"/><Relationship Id="rId18" Type="http://schemas.openxmlformats.org/officeDocument/2006/relationships/image" Target="../media/image627.png"/><Relationship Id="rId3" Type="http://schemas.openxmlformats.org/officeDocument/2006/relationships/image" Target="../media/image614.png"/><Relationship Id="rId7" Type="http://schemas.openxmlformats.org/officeDocument/2006/relationships/image" Target="../media/image5920.png"/><Relationship Id="rId12" Type="http://schemas.openxmlformats.org/officeDocument/2006/relationships/image" Target="../media/image621.png"/><Relationship Id="rId17" Type="http://schemas.openxmlformats.org/officeDocument/2006/relationships/image" Target="../media/image626.png"/><Relationship Id="rId2" Type="http://schemas.openxmlformats.org/officeDocument/2006/relationships/image" Target="../media/image613.png"/><Relationship Id="rId16" Type="http://schemas.openxmlformats.org/officeDocument/2006/relationships/image" Target="../media/image625.png"/><Relationship Id="rId1" Type="http://schemas.openxmlformats.org/officeDocument/2006/relationships/slideLayout" Target="../slideLayouts/slideLayout2.xml"/><Relationship Id="rId6" Type="http://schemas.openxmlformats.org/officeDocument/2006/relationships/image" Target="../media/image617.png"/><Relationship Id="rId11" Type="http://schemas.openxmlformats.org/officeDocument/2006/relationships/image" Target="../media/image620.png"/><Relationship Id="rId5" Type="http://schemas.openxmlformats.org/officeDocument/2006/relationships/image" Target="../media/image616.png"/><Relationship Id="rId15" Type="http://schemas.openxmlformats.org/officeDocument/2006/relationships/image" Target="../media/image624.png"/><Relationship Id="rId10" Type="http://schemas.openxmlformats.org/officeDocument/2006/relationships/image" Target="../media/image619.png"/><Relationship Id="rId19" Type="http://schemas.openxmlformats.org/officeDocument/2006/relationships/image" Target="../media/image628.png"/><Relationship Id="rId4" Type="http://schemas.openxmlformats.org/officeDocument/2006/relationships/image" Target="../media/image615.png"/><Relationship Id="rId9" Type="http://schemas.openxmlformats.org/officeDocument/2006/relationships/image" Target="../media/image618.png"/><Relationship Id="rId14" Type="http://schemas.openxmlformats.org/officeDocument/2006/relationships/image" Target="../media/image623.png"/></Relationships>
</file>

<file path=ppt/slides/_rels/slide154.xml.rels><?xml version="1.0" encoding="UTF-8" standalone="yes"?>
<Relationships xmlns="http://schemas.openxmlformats.org/package/2006/relationships"><Relationship Id="rId3" Type="http://schemas.openxmlformats.org/officeDocument/2006/relationships/image" Target="../media/image630.png"/><Relationship Id="rId7" Type="http://schemas.openxmlformats.org/officeDocument/2006/relationships/image" Target="../media/image634.png"/><Relationship Id="rId2" Type="http://schemas.openxmlformats.org/officeDocument/2006/relationships/image" Target="../media/image629.png"/><Relationship Id="rId1" Type="http://schemas.openxmlformats.org/officeDocument/2006/relationships/slideLayout" Target="../slideLayouts/slideLayout2.xml"/><Relationship Id="rId6" Type="http://schemas.openxmlformats.org/officeDocument/2006/relationships/image" Target="../media/image633.png"/><Relationship Id="rId5" Type="http://schemas.openxmlformats.org/officeDocument/2006/relationships/image" Target="../media/image632.png"/><Relationship Id="rId4" Type="http://schemas.openxmlformats.org/officeDocument/2006/relationships/image" Target="../media/image631.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6.xml.rels><?xml version="1.0" encoding="UTF-8" standalone="yes"?>
<Relationships xmlns="http://schemas.openxmlformats.org/package/2006/relationships"><Relationship Id="rId2" Type="http://schemas.openxmlformats.org/officeDocument/2006/relationships/image" Target="../media/image635.pn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image" Target="../media/image636.png"/><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image" Target="../media/image637.png"/><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8" Type="http://schemas.openxmlformats.org/officeDocument/2006/relationships/diagramLayout" Target="../diagrams/layout18.xml"/><Relationship Id="rId3" Type="http://schemas.openxmlformats.org/officeDocument/2006/relationships/diagramLayout" Target="../diagrams/layout17.xml"/><Relationship Id="rId7" Type="http://schemas.openxmlformats.org/officeDocument/2006/relationships/diagramData" Target="../diagrams/data19.xm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7.xml"/><Relationship Id="rId11" Type="http://schemas.microsoft.com/office/2007/relationships/diagramDrawing" Target="../diagrams/drawing18.xml"/><Relationship Id="rId5" Type="http://schemas.openxmlformats.org/officeDocument/2006/relationships/diagramColors" Target="../diagrams/colors17.xml"/><Relationship Id="rId10" Type="http://schemas.openxmlformats.org/officeDocument/2006/relationships/diagramColors" Target="../diagrams/colors18.xml"/><Relationship Id="rId4" Type="http://schemas.openxmlformats.org/officeDocument/2006/relationships/diagramQuickStyle" Target="../diagrams/quickStyle17.xml"/><Relationship Id="rId9" Type="http://schemas.openxmlformats.org/officeDocument/2006/relationships/diagramQuickStyle" Target="../diagrams/quickStyle18.xml"/></Relationships>
</file>

<file path=ppt/slides/_rels/slide160.xml.rels><?xml version="1.0" encoding="UTF-8" standalone="yes"?>
<Relationships xmlns="http://schemas.openxmlformats.org/package/2006/relationships"><Relationship Id="rId8" Type="http://schemas.openxmlformats.org/officeDocument/2006/relationships/diagramData" Target="../diagrams/data21.xml"/><Relationship Id="rId13" Type="http://schemas.openxmlformats.org/officeDocument/2006/relationships/diagramData" Target="../diagrams/data22.xml"/><Relationship Id="rId18" Type="http://schemas.openxmlformats.org/officeDocument/2006/relationships/image" Target="../media/image639.png"/><Relationship Id="rId3" Type="http://schemas.openxmlformats.org/officeDocument/2006/relationships/diagramData" Target="../diagrams/data20.xml"/><Relationship Id="rId21" Type="http://schemas.openxmlformats.org/officeDocument/2006/relationships/image" Target="../media/image642.png"/><Relationship Id="rId7" Type="http://schemas.microsoft.com/office/2007/relationships/diagramDrawing" Target="../diagrams/drawing19.xml"/><Relationship Id="rId12" Type="http://schemas.microsoft.com/office/2007/relationships/diagramDrawing" Target="../diagrams/drawing20.xml"/><Relationship Id="rId17" Type="http://schemas.microsoft.com/office/2007/relationships/diagramDrawing" Target="../diagrams/drawing21.xml"/><Relationship Id="rId2" Type="http://schemas.openxmlformats.org/officeDocument/2006/relationships/image" Target="../media/image638.png"/><Relationship Id="rId16" Type="http://schemas.openxmlformats.org/officeDocument/2006/relationships/diagramColors" Target="../diagrams/colors21.xml"/><Relationship Id="rId20" Type="http://schemas.openxmlformats.org/officeDocument/2006/relationships/image" Target="../media/image641.png"/><Relationship Id="rId1" Type="http://schemas.openxmlformats.org/officeDocument/2006/relationships/slideLayout" Target="../slideLayouts/slideLayout2.xml"/><Relationship Id="rId6" Type="http://schemas.openxmlformats.org/officeDocument/2006/relationships/diagramColors" Target="../diagrams/colors19.xml"/><Relationship Id="rId11" Type="http://schemas.openxmlformats.org/officeDocument/2006/relationships/diagramColors" Target="../diagrams/colors20.xml"/><Relationship Id="rId5" Type="http://schemas.openxmlformats.org/officeDocument/2006/relationships/diagramQuickStyle" Target="../diagrams/quickStyle19.xml"/><Relationship Id="rId15" Type="http://schemas.openxmlformats.org/officeDocument/2006/relationships/diagramQuickStyle" Target="../diagrams/quickStyle21.xml"/><Relationship Id="rId10" Type="http://schemas.openxmlformats.org/officeDocument/2006/relationships/diagramQuickStyle" Target="../diagrams/quickStyle20.xml"/><Relationship Id="rId19" Type="http://schemas.openxmlformats.org/officeDocument/2006/relationships/image" Target="../media/image640.png"/><Relationship Id="rId4" Type="http://schemas.openxmlformats.org/officeDocument/2006/relationships/diagramLayout" Target="../diagrams/layout19.xml"/><Relationship Id="rId9" Type="http://schemas.openxmlformats.org/officeDocument/2006/relationships/diagramLayout" Target="../diagrams/layout20.xml"/><Relationship Id="rId14" Type="http://schemas.openxmlformats.org/officeDocument/2006/relationships/diagramLayout" Target="../diagrams/layout21.xml"/></Relationships>
</file>

<file path=ppt/slides/_rels/slide161.xml.rels><?xml version="1.0" encoding="UTF-8" standalone="yes"?>
<Relationships xmlns="http://schemas.openxmlformats.org/package/2006/relationships"><Relationship Id="rId8" Type="http://schemas.openxmlformats.org/officeDocument/2006/relationships/diagramLayout" Target="../diagrams/layout23.xml"/><Relationship Id="rId3" Type="http://schemas.openxmlformats.org/officeDocument/2006/relationships/diagramLayout" Target="../diagrams/layout22.xml"/><Relationship Id="rId7" Type="http://schemas.openxmlformats.org/officeDocument/2006/relationships/diagramData" Target="../diagrams/data24.xml"/><Relationship Id="rId2" Type="http://schemas.openxmlformats.org/officeDocument/2006/relationships/diagramData" Target="../diagrams/data23.xml"/><Relationship Id="rId1" Type="http://schemas.openxmlformats.org/officeDocument/2006/relationships/slideLayout" Target="../slideLayouts/slideLayout2.xml"/><Relationship Id="rId6" Type="http://schemas.microsoft.com/office/2007/relationships/diagramDrawing" Target="../diagrams/drawing22.xml"/><Relationship Id="rId11" Type="http://schemas.microsoft.com/office/2007/relationships/diagramDrawing" Target="../diagrams/drawing23.xml"/><Relationship Id="rId5" Type="http://schemas.openxmlformats.org/officeDocument/2006/relationships/diagramColors" Target="../diagrams/colors22.xml"/><Relationship Id="rId10" Type="http://schemas.openxmlformats.org/officeDocument/2006/relationships/diagramColors" Target="../diagrams/colors23.xml"/><Relationship Id="rId4" Type="http://schemas.openxmlformats.org/officeDocument/2006/relationships/diagramQuickStyle" Target="../diagrams/quickStyle22.xml"/><Relationship Id="rId9" Type="http://schemas.openxmlformats.org/officeDocument/2006/relationships/diagramQuickStyle" Target="../diagrams/quickStyle23.xml"/></Relationships>
</file>

<file path=ppt/slides/_rels/slide162.xml.rels><?xml version="1.0" encoding="UTF-8" standalone="yes"?>
<Relationships xmlns="http://schemas.openxmlformats.org/package/2006/relationships"><Relationship Id="rId8" Type="http://schemas.openxmlformats.org/officeDocument/2006/relationships/diagramLayout" Target="../diagrams/layout25.xml"/><Relationship Id="rId3" Type="http://schemas.openxmlformats.org/officeDocument/2006/relationships/diagramLayout" Target="../diagrams/layout24.xml"/><Relationship Id="rId7" Type="http://schemas.openxmlformats.org/officeDocument/2006/relationships/diagramData" Target="../diagrams/data26.xml"/><Relationship Id="rId2" Type="http://schemas.openxmlformats.org/officeDocument/2006/relationships/diagramData" Target="../diagrams/data25.xml"/><Relationship Id="rId1" Type="http://schemas.openxmlformats.org/officeDocument/2006/relationships/slideLayout" Target="../slideLayouts/slideLayout2.xml"/><Relationship Id="rId6" Type="http://schemas.microsoft.com/office/2007/relationships/diagramDrawing" Target="../diagrams/drawing24.xml"/><Relationship Id="rId11" Type="http://schemas.microsoft.com/office/2007/relationships/diagramDrawing" Target="../diagrams/drawing25.xml"/><Relationship Id="rId5" Type="http://schemas.openxmlformats.org/officeDocument/2006/relationships/diagramColors" Target="../diagrams/colors24.xml"/><Relationship Id="rId10" Type="http://schemas.openxmlformats.org/officeDocument/2006/relationships/diagramColors" Target="../diagrams/colors25.xml"/><Relationship Id="rId4" Type="http://schemas.openxmlformats.org/officeDocument/2006/relationships/diagramQuickStyle" Target="../diagrams/quickStyle24.xml"/><Relationship Id="rId9" Type="http://schemas.openxmlformats.org/officeDocument/2006/relationships/diagramQuickStyle" Target="../diagrams/quickStyle25.xml"/></Relationships>
</file>

<file path=ppt/slides/_rels/slide163.xml.rels><?xml version="1.0" encoding="UTF-8" standalone="yes"?>
<Relationships xmlns="http://schemas.openxmlformats.org/package/2006/relationships"><Relationship Id="rId3" Type="http://schemas.openxmlformats.org/officeDocument/2006/relationships/image" Target="../media/image644.png"/><Relationship Id="rId2" Type="http://schemas.openxmlformats.org/officeDocument/2006/relationships/image" Target="../media/image643.png"/><Relationship Id="rId1" Type="http://schemas.openxmlformats.org/officeDocument/2006/relationships/slideLayout" Target="../slideLayouts/slideLayout2.xml"/><Relationship Id="rId4" Type="http://schemas.openxmlformats.org/officeDocument/2006/relationships/image" Target="../media/image645.png"/></Relationships>
</file>

<file path=ppt/slides/_rels/slide164.xml.rels><?xml version="1.0" encoding="UTF-8" standalone="yes"?>
<Relationships xmlns="http://schemas.openxmlformats.org/package/2006/relationships"><Relationship Id="rId8" Type="http://schemas.openxmlformats.org/officeDocument/2006/relationships/image" Target="../media/image652.png"/><Relationship Id="rId13" Type="http://schemas.openxmlformats.org/officeDocument/2006/relationships/image" Target="../media/image657.png"/><Relationship Id="rId18" Type="http://schemas.openxmlformats.org/officeDocument/2006/relationships/image" Target="../media/image662.png"/><Relationship Id="rId3" Type="http://schemas.openxmlformats.org/officeDocument/2006/relationships/image" Target="../media/image647.png"/><Relationship Id="rId21" Type="http://schemas.openxmlformats.org/officeDocument/2006/relationships/image" Target="../media/image665.png"/><Relationship Id="rId7" Type="http://schemas.openxmlformats.org/officeDocument/2006/relationships/image" Target="../media/image651.png"/><Relationship Id="rId12" Type="http://schemas.openxmlformats.org/officeDocument/2006/relationships/image" Target="../media/image656.png"/><Relationship Id="rId17" Type="http://schemas.openxmlformats.org/officeDocument/2006/relationships/image" Target="../media/image661.png"/><Relationship Id="rId2" Type="http://schemas.openxmlformats.org/officeDocument/2006/relationships/image" Target="../media/image646.png"/><Relationship Id="rId16" Type="http://schemas.openxmlformats.org/officeDocument/2006/relationships/image" Target="../media/image660.png"/><Relationship Id="rId20" Type="http://schemas.openxmlformats.org/officeDocument/2006/relationships/image" Target="../media/image664.png"/><Relationship Id="rId1" Type="http://schemas.openxmlformats.org/officeDocument/2006/relationships/slideLayout" Target="../slideLayouts/slideLayout2.xml"/><Relationship Id="rId6" Type="http://schemas.openxmlformats.org/officeDocument/2006/relationships/image" Target="../media/image650.png"/><Relationship Id="rId11" Type="http://schemas.openxmlformats.org/officeDocument/2006/relationships/image" Target="../media/image655.png"/><Relationship Id="rId5" Type="http://schemas.openxmlformats.org/officeDocument/2006/relationships/image" Target="../media/image649.png"/><Relationship Id="rId15" Type="http://schemas.openxmlformats.org/officeDocument/2006/relationships/image" Target="../media/image659.png"/><Relationship Id="rId23" Type="http://schemas.openxmlformats.org/officeDocument/2006/relationships/image" Target="../media/image667.png"/><Relationship Id="rId10" Type="http://schemas.openxmlformats.org/officeDocument/2006/relationships/image" Target="../media/image654.png"/><Relationship Id="rId19" Type="http://schemas.openxmlformats.org/officeDocument/2006/relationships/image" Target="../media/image663.png"/><Relationship Id="rId4" Type="http://schemas.openxmlformats.org/officeDocument/2006/relationships/image" Target="../media/image648.png"/><Relationship Id="rId9" Type="http://schemas.openxmlformats.org/officeDocument/2006/relationships/image" Target="../media/image653.png"/><Relationship Id="rId14" Type="http://schemas.openxmlformats.org/officeDocument/2006/relationships/image" Target="../media/image658.png"/><Relationship Id="rId22" Type="http://schemas.openxmlformats.org/officeDocument/2006/relationships/image" Target="../media/image666.png"/></Relationships>
</file>

<file path=ppt/slides/_rels/slide165.xml.rels><?xml version="1.0" encoding="UTF-8" standalone="yes"?>
<Relationships xmlns="http://schemas.openxmlformats.org/package/2006/relationships"><Relationship Id="rId3" Type="http://schemas.openxmlformats.org/officeDocument/2006/relationships/image" Target="../media/image669.png"/><Relationship Id="rId7" Type="http://schemas.openxmlformats.org/officeDocument/2006/relationships/image" Target="../media/image673.png"/><Relationship Id="rId2" Type="http://schemas.openxmlformats.org/officeDocument/2006/relationships/image" Target="../media/image668.png"/><Relationship Id="rId1" Type="http://schemas.openxmlformats.org/officeDocument/2006/relationships/slideLayout" Target="../slideLayouts/slideLayout2.xml"/><Relationship Id="rId6" Type="http://schemas.openxmlformats.org/officeDocument/2006/relationships/image" Target="../media/image2330.png"/><Relationship Id="rId5" Type="http://schemas.openxmlformats.org/officeDocument/2006/relationships/image" Target="../media/image671.png"/><Relationship Id="rId4" Type="http://schemas.openxmlformats.org/officeDocument/2006/relationships/image" Target="../media/image2320.png"/></Relationships>
</file>

<file path=ppt/slides/_rels/slide166.xml.rels><?xml version="1.0" encoding="UTF-8" standalone="yes"?>
<Relationships xmlns="http://schemas.openxmlformats.org/package/2006/relationships"><Relationship Id="rId8" Type="http://schemas.openxmlformats.org/officeDocument/2006/relationships/image" Target="../media/image680.png"/><Relationship Id="rId3" Type="http://schemas.openxmlformats.org/officeDocument/2006/relationships/image" Target="../media/image675.png"/><Relationship Id="rId7" Type="http://schemas.openxmlformats.org/officeDocument/2006/relationships/image" Target="../media/image679.png"/><Relationship Id="rId2" Type="http://schemas.openxmlformats.org/officeDocument/2006/relationships/image" Target="../media/image674.png"/><Relationship Id="rId1" Type="http://schemas.openxmlformats.org/officeDocument/2006/relationships/slideLayout" Target="../slideLayouts/slideLayout2.xml"/><Relationship Id="rId6" Type="http://schemas.openxmlformats.org/officeDocument/2006/relationships/image" Target="../media/image678.png"/><Relationship Id="rId5" Type="http://schemas.openxmlformats.org/officeDocument/2006/relationships/image" Target="../media/image677.png"/><Relationship Id="rId4" Type="http://schemas.openxmlformats.org/officeDocument/2006/relationships/image" Target="../media/image676.png"/></Relationships>
</file>

<file path=ppt/slides/_rels/slide167.xml.rels><?xml version="1.0" encoding="UTF-8" standalone="yes"?>
<Relationships xmlns="http://schemas.openxmlformats.org/package/2006/relationships"><Relationship Id="rId8" Type="http://schemas.openxmlformats.org/officeDocument/2006/relationships/image" Target="../media/image687.png"/><Relationship Id="rId3" Type="http://schemas.openxmlformats.org/officeDocument/2006/relationships/image" Target="../media/image682.png"/><Relationship Id="rId7" Type="http://schemas.openxmlformats.org/officeDocument/2006/relationships/image" Target="../media/image686.png"/><Relationship Id="rId2" Type="http://schemas.openxmlformats.org/officeDocument/2006/relationships/image" Target="../media/image681.png"/><Relationship Id="rId1" Type="http://schemas.openxmlformats.org/officeDocument/2006/relationships/slideLayout" Target="../slideLayouts/slideLayout2.xml"/><Relationship Id="rId6" Type="http://schemas.openxmlformats.org/officeDocument/2006/relationships/image" Target="../media/image685.png"/><Relationship Id="rId5" Type="http://schemas.openxmlformats.org/officeDocument/2006/relationships/image" Target="../media/image684.png"/><Relationship Id="rId4" Type="http://schemas.openxmlformats.org/officeDocument/2006/relationships/image" Target="../media/image683.png"/><Relationship Id="rId9" Type="http://schemas.openxmlformats.org/officeDocument/2006/relationships/image" Target="../media/image688.png"/></Relationships>
</file>

<file path=ppt/slides/_rels/slide168.xml.rels><?xml version="1.0" encoding="UTF-8" standalone="yes"?>
<Relationships xmlns="http://schemas.openxmlformats.org/package/2006/relationships"><Relationship Id="rId8" Type="http://schemas.openxmlformats.org/officeDocument/2006/relationships/image" Target="../media/image695.png"/><Relationship Id="rId13" Type="http://schemas.openxmlformats.org/officeDocument/2006/relationships/image" Target="../media/image534.png"/><Relationship Id="rId18" Type="http://schemas.openxmlformats.org/officeDocument/2006/relationships/image" Target="../media/image705.png"/><Relationship Id="rId3" Type="http://schemas.openxmlformats.org/officeDocument/2006/relationships/image" Target="../media/image690.png"/><Relationship Id="rId21" Type="http://schemas.openxmlformats.org/officeDocument/2006/relationships/image" Target="../media/image708.png"/><Relationship Id="rId7" Type="http://schemas.openxmlformats.org/officeDocument/2006/relationships/image" Target="../media/image694.png"/><Relationship Id="rId12" Type="http://schemas.openxmlformats.org/officeDocument/2006/relationships/image" Target="../media/image699.png"/><Relationship Id="rId17" Type="http://schemas.openxmlformats.org/officeDocument/2006/relationships/image" Target="../media/image704.png"/><Relationship Id="rId2" Type="http://schemas.openxmlformats.org/officeDocument/2006/relationships/image" Target="../media/image689.png"/><Relationship Id="rId16" Type="http://schemas.openxmlformats.org/officeDocument/2006/relationships/image" Target="../media/image703.png"/><Relationship Id="rId20" Type="http://schemas.openxmlformats.org/officeDocument/2006/relationships/image" Target="../media/image707.png"/><Relationship Id="rId1" Type="http://schemas.openxmlformats.org/officeDocument/2006/relationships/slideLayout" Target="../slideLayouts/slideLayout2.xml"/><Relationship Id="rId6" Type="http://schemas.openxmlformats.org/officeDocument/2006/relationships/image" Target="../media/image693.png"/><Relationship Id="rId11" Type="http://schemas.openxmlformats.org/officeDocument/2006/relationships/image" Target="../media/image2340.png"/><Relationship Id="rId5" Type="http://schemas.openxmlformats.org/officeDocument/2006/relationships/image" Target="../media/image692.png"/><Relationship Id="rId15" Type="http://schemas.openxmlformats.org/officeDocument/2006/relationships/image" Target="../media/image547.png"/><Relationship Id="rId23" Type="http://schemas.openxmlformats.org/officeDocument/2006/relationships/image" Target="../media/image710.png"/><Relationship Id="rId10" Type="http://schemas.openxmlformats.org/officeDocument/2006/relationships/image" Target="../media/image697.png"/><Relationship Id="rId19" Type="http://schemas.openxmlformats.org/officeDocument/2006/relationships/image" Target="../media/image706.png"/><Relationship Id="rId4" Type="http://schemas.openxmlformats.org/officeDocument/2006/relationships/image" Target="../media/image691.png"/><Relationship Id="rId9" Type="http://schemas.openxmlformats.org/officeDocument/2006/relationships/image" Target="../media/image696.png"/><Relationship Id="rId14" Type="http://schemas.openxmlformats.org/officeDocument/2006/relationships/image" Target="../media/image701.png"/><Relationship Id="rId22" Type="http://schemas.openxmlformats.org/officeDocument/2006/relationships/image" Target="../media/image709.png"/></Relationships>
</file>

<file path=ppt/slides/_rels/slide169.xml.rels><?xml version="1.0" encoding="UTF-8" standalone="yes"?>
<Relationships xmlns="http://schemas.openxmlformats.org/package/2006/relationships"><Relationship Id="rId3" Type="http://schemas.openxmlformats.org/officeDocument/2006/relationships/image" Target="../media/image712.png"/><Relationship Id="rId7" Type="http://schemas.openxmlformats.org/officeDocument/2006/relationships/image" Target="../media/image716.png"/><Relationship Id="rId2" Type="http://schemas.openxmlformats.org/officeDocument/2006/relationships/image" Target="../media/image711.png"/><Relationship Id="rId1" Type="http://schemas.openxmlformats.org/officeDocument/2006/relationships/slideLayout" Target="../slideLayouts/slideLayout2.xml"/><Relationship Id="rId6" Type="http://schemas.openxmlformats.org/officeDocument/2006/relationships/image" Target="../media/image715.png"/><Relationship Id="rId5" Type="http://schemas.openxmlformats.org/officeDocument/2006/relationships/image" Target="../media/image714.png"/><Relationship Id="rId4" Type="http://schemas.openxmlformats.org/officeDocument/2006/relationships/image" Target="../media/image713.png"/></Relationships>
</file>

<file path=ppt/slides/_rels/slide170.xml.rels><?xml version="1.0" encoding="UTF-8" standalone="yes"?>
<Relationships xmlns="http://schemas.openxmlformats.org/package/2006/relationships"><Relationship Id="rId8" Type="http://schemas.openxmlformats.org/officeDocument/2006/relationships/image" Target="../media/image723.png"/><Relationship Id="rId3" Type="http://schemas.openxmlformats.org/officeDocument/2006/relationships/image" Target="../media/image718.png"/><Relationship Id="rId7" Type="http://schemas.openxmlformats.org/officeDocument/2006/relationships/image" Target="../media/image722.png"/><Relationship Id="rId2" Type="http://schemas.openxmlformats.org/officeDocument/2006/relationships/image" Target="../media/image717.png"/><Relationship Id="rId1" Type="http://schemas.openxmlformats.org/officeDocument/2006/relationships/slideLayout" Target="../slideLayouts/slideLayout2.xml"/><Relationship Id="rId6" Type="http://schemas.openxmlformats.org/officeDocument/2006/relationships/image" Target="../media/image721.png"/><Relationship Id="rId5" Type="http://schemas.openxmlformats.org/officeDocument/2006/relationships/image" Target="../media/image720.png"/><Relationship Id="rId4" Type="http://schemas.openxmlformats.org/officeDocument/2006/relationships/image" Target="../media/image719.png"/><Relationship Id="rId9" Type="http://schemas.openxmlformats.org/officeDocument/2006/relationships/image" Target="../media/image724.png"/></Relationships>
</file>

<file path=ppt/slides/_rels/slide171.xml.rels><?xml version="1.0" encoding="UTF-8" standalone="yes"?>
<Relationships xmlns="http://schemas.openxmlformats.org/package/2006/relationships"><Relationship Id="rId8" Type="http://schemas.openxmlformats.org/officeDocument/2006/relationships/image" Target="../media/image731.png"/><Relationship Id="rId3" Type="http://schemas.openxmlformats.org/officeDocument/2006/relationships/image" Target="../media/image726.png"/><Relationship Id="rId7" Type="http://schemas.openxmlformats.org/officeDocument/2006/relationships/image" Target="../media/image730.png"/><Relationship Id="rId2" Type="http://schemas.openxmlformats.org/officeDocument/2006/relationships/image" Target="../media/image725.png"/><Relationship Id="rId1" Type="http://schemas.openxmlformats.org/officeDocument/2006/relationships/slideLayout" Target="../slideLayouts/slideLayout2.xml"/><Relationship Id="rId6" Type="http://schemas.openxmlformats.org/officeDocument/2006/relationships/image" Target="../media/image729.png"/><Relationship Id="rId5" Type="http://schemas.openxmlformats.org/officeDocument/2006/relationships/image" Target="../media/image728.png"/><Relationship Id="rId10" Type="http://schemas.openxmlformats.org/officeDocument/2006/relationships/image" Target="../media/image733.png"/><Relationship Id="rId4" Type="http://schemas.openxmlformats.org/officeDocument/2006/relationships/image" Target="../media/image727.png"/><Relationship Id="rId9" Type="http://schemas.openxmlformats.org/officeDocument/2006/relationships/image" Target="../media/image732.png"/></Relationships>
</file>

<file path=ppt/slides/_rels/slide172.xml.rels><?xml version="1.0" encoding="UTF-8" standalone="yes"?>
<Relationships xmlns="http://schemas.openxmlformats.org/package/2006/relationships"><Relationship Id="rId8" Type="http://schemas.openxmlformats.org/officeDocument/2006/relationships/image" Target="../media/image740.png"/><Relationship Id="rId13" Type="http://schemas.openxmlformats.org/officeDocument/2006/relationships/image" Target="../media/image745.png"/><Relationship Id="rId18" Type="http://schemas.openxmlformats.org/officeDocument/2006/relationships/image" Target="../media/image750.png"/><Relationship Id="rId26" Type="http://schemas.openxmlformats.org/officeDocument/2006/relationships/image" Target="../media/image758.png"/><Relationship Id="rId3" Type="http://schemas.openxmlformats.org/officeDocument/2006/relationships/image" Target="../media/image735.png"/><Relationship Id="rId21" Type="http://schemas.openxmlformats.org/officeDocument/2006/relationships/image" Target="../media/image753.png"/><Relationship Id="rId7" Type="http://schemas.openxmlformats.org/officeDocument/2006/relationships/image" Target="../media/image739.png"/><Relationship Id="rId12" Type="http://schemas.openxmlformats.org/officeDocument/2006/relationships/image" Target="../media/image744.png"/><Relationship Id="rId17" Type="http://schemas.openxmlformats.org/officeDocument/2006/relationships/image" Target="../media/image749.png"/><Relationship Id="rId25" Type="http://schemas.openxmlformats.org/officeDocument/2006/relationships/image" Target="../media/image757.png"/><Relationship Id="rId2" Type="http://schemas.openxmlformats.org/officeDocument/2006/relationships/image" Target="../media/image734.png"/><Relationship Id="rId16" Type="http://schemas.openxmlformats.org/officeDocument/2006/relationships/image" Target="../media/image748.png"/><Relationship Id="rId20" Type="http://schemas.openxmlformats.org/officeDocument/2006/relationships/image" Target="../media/image752.png"/><Relationship Id="rId1" Type="http://schemas.openxmlformats.org/officeDocument/2006/relationships/slideLayout" Target="../slideLayouts/slideLayout2.xml"/><Relationship Id="rId6" Type="http://schemas.openxmlformats.org/officeDocument/2006/relationships/image" Target="../media/image738.png"/><Relationship Id="rId11" Type="http://schemas.openxmlformats.org/officeDocument/2006/relationships/image" Target="../media/image743.png"/><Relationship Id="rId24" Type="http://schemas.openxmlformats.org/officeDocument/2006/relationships/image" Target="../media/image756.png"/><Relationship Id="rId5" Type="http://schemas.openxmlformats.org/officeDocument/2006/relationships/image" Target="../media/image737.png"/><Relationship Id="rId15" Type="http://schemas.openxmlformats.org/officeDocument/2006/relationships/image" Target="../media/image747.png"/><Relationship Id="rId23" Type="http://schemas.openxmlformats.org/officeDocument/2006/relationships/image" Target="../media/image755.png"/><Relationship Id="rId19" Type="http://schemas.openxmlformats.org/officeDocument/2006/relationships/image" Target="../media/image751.png"/><Relationship Id="rId4" Type="http://schemas.openxmlformats.org/officeDocument/2006/relationships/image" Target="../media/image736.png"/><Relationship Id="rId9" Type="http://schemas.openxmlformats.org/officeDocument/2006/relationships/image" Target="../media/image741.png"/><Relationship Id="rId14" Type="http://schemas.openxmlformats.org/officeDocument/2006/relationships/image" Target="../media/image746.png"/><Relationship Id="rId22" Type="http://schemas.openxmlformats.org/officeDocument/2006/relationships/image" Target="../media/image754.png"/></Relationships>
</file>

<file path=ppt/slides/_rels/slide173.xml.rels><?xml version="1.0" encoding="UTF-8" standalone="yes"?>
<Relationships xmlns="http://schemas.openxmlformats.org/package/2006/relationships"><Relationship Id="rId8" Type="http://schemas.openxmlformats.org/officeDocument/2006/relationships/image" Target="../media/image765.png"/><Relationship Id="rId3" Type="http://schemas.openxmlformats.org/officeDocument/2006/relationships/image" Target="../media/image760.png"/><Relationship Id="rId7" Type="http://schemas.openxmlformats.org/officeDocument/2006/relationships/image" Target="../media/image764.png"/><Relationship Id="rId2" Type="http://schemas.openxmlformats.org/officeDocument/2006/relationships/image" Target="../media/image759.png"/><Relationship Id="rId1" Type="http://schemas.openxmlformats.org/officeDocument/2006/relationships/slideLayout" Target="../slideLayouts/slideLayout2.xml"/><Relationship Id="rId6" Type="http://schemas.openxmlformats.org/officeDocument/2006/relationships/image" Target="../media/image763.png"/><Relationship Id="rId5" Type="http://schemas.openxmlformats.org/officeDocument/2006/relationships/image" Target="../media/image762.png"/><Relationship Id="rId4" Type="http://schemas.openxmlformats.org/officeDocument/2006/relationships/image" Target="../media/image761.png"/><Relationship Id="rId9" Type="http://schemas.openxmlformats.org/officeDocument/2006/relationships/image" Target="../media/image766.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3" Type="http://schemas.openxmlformats.org/officeDocument/2006/relationships/image" Target="../media/image238.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39.png"/></Relationships>
</file>

<file path=ppt/slides/_rels/slide177.xml.rels><?xml version="1.0" encoding="UTF-8" standalone="yes"?>
<Relationships xmlns="http://schemas.openxmlformats.org/package/2006/relationships"><Relationship Id="rId2" Type="http://schemas.openxmlformats.org/officeDocument/2006/relationships/image" Target="../media/image240.jpg"/><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3" Type="http://schemas.openxmlformats.org/officeDocument/2006/relationships/image" Target="../media/image241.png"/><Relationship Id="rId2" Type="http://schemas.openxmlformats.org/officeDocument/2006/relationships/image" Target="../media/image240.jpg"/><Relationship Id="rId1" Type="http://schemas.openxmlformats.org/officeDocument/2006/relationships/slideLayout" Target="../slideLayouts/slideLayout2.xml"/><Relationship Id="rId6" Type="http://schemas.openxmlformats.org/officeDocument/2006/relationships/image" Target="../media/image772.png"/><Relationship Id="rId5" Type="http://schemas.openxmlformats.org/officeDocument/2006/relationships/image" Target="../media/image771.png"/><Relationship Id="rId4" Type="http://schemas.microsoft.com/office/2007/relationships/hdphoto" Target="../media/hdphoto5.wdp"/></Relationships>
</file>

<file path=ppt/slides/_rels/slide183.xml.rels><?xml version="1.0" encoding="UTF-8" standalone="yes"?>
<Relationships xmlns="http://schemas.openxmlformats.org/package/2006/relationships"><Relationship Id="rId2" Type="http://schemas.openxmlformats.org/officeDocument/2006/relationships/image" Target="../media/image7670.png"/><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8" Type="http://schemas.openxmlformats.org/officeDocument/2006/relationships/image" Target="../media/image774.png"/><Relationship Id="rId13" Type="http://schemas.openxmlformats.org/officeDocument/2006/relationships/image" Target="../media/image779.png"/><Relationship Id="rId3" Type="http://schemas.openxmlformats.org/officeDocument/2006/relationships/image" Target="../media/image769.png"/><Relationship Id="rId7" Type="http://schemas.openxmlformats.org/officeDocument/2006/relationships/image" Target="../media/image773.png"/><Relationship Id="rId12" Type="http://schemas.openxmlformats.org/officeDocument/2006/relationships/image" Target="../media/image778.png"/><Relationship Id="rId2" Type="http://schemas.openxmlformats.org/officeDocument/2006/relationships/image" Target="../media/image7680.png"/><Relationship Id="rId1" Type="http://schemas.openxmlformats.org/officeDocument/2006/relationships/slideLayout" Target="../slideLayouts/slideLayout2.xml"/><Relationship Id="rId6" Type="http://schemas.openxmlformats.org/officeDocument/2006/relationships/image" Target="../media/image7720.png"/><Relationship Id="rId11" Type="http://schemas.openxmlformats.org/officeDocument/2006/relationships/image" Target="../media/image777.png"/><Relationship Id="rId5" Type="http://schemas.openxmlformats.org/officeDocument/2006/relationships/image" Target="../media/image7710.png"/><Relationship Id="rId10" Type="http://schemas.openxmlformats.org/officeDocument/2006/relationships/image" Target="../media/image776.png"/><Relationship Id="rId4" Type="http://schemas.openxmlformats.org/officeDocument/2006/relationships/image" Target="../media/image7700.png"/><Relationship Id="rId9" Type="http://schemas.openxmlformats.org/officeDocument/2006/relationships/image" Target="../media/image775.png"/></Relationships>
</file>

<file path=ppt/slides/_rels/slide187.xml.rels><?xml version="1.0" encoding="UTF-8" standalone="yes"?>
<Relationships xmlns="http://schemas.openxmlformats.org/package/2006/relationships"><Relationship Id="rId2" Type="http://schemas.openxmlformats.org/officeDocument/2006/relationships/image" Target="../media/image768.png"/><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3" Type="http://schemas.openxmlformats.org/officeDocument/2006/relationships/image" Target="../media/image243.png"/><Relationship Id="rId2" Type="http://schemas.openxmlformats.org/officeDocument/2006/relationships/image" Target="../media/image242.jpeg"/><Relationship Id="rId1" Type="http://schemas.openxmlformats.org/officeDocument/2006/relationships/slideLayout" Target="../slideLayouts/slideLayout2.xml"/><Relationship Id="rId4" Type="http://schemas.openxmlformats.org/officeDocument/2006/relationships/image" Target="../media/image244.png"/></Relationships>
</file>

<file path=ppt/slides/_rels/slide189.xml.rels><?xml version="1.0" encoding="UTF-8" standalone="yes"?>
<Relationships xmlns="http://schemas.openxmlformats.org/package/2006/relationships"><Relationship Id="rId3" Type="http://schemas.openxmlformats.org/officeDocument/2006/relationships/image" Target="../media/image783.png"/><Relationship Id="rId2" Type="http://schemas.openxmlformats.org/officeDocument/2006/relationships/image" Target="../media/image244.png"/><Relationship Id="rId1" Type="http://schemas.openxmlformats.org/officeDocument/2006/relationships/slideLayout" Target="../slideLayouts/slideLayout2.xml"/><Relationship Id="rId4" Type="http://schemas.openxmlformats.org/officeDocument/2006/relationships/image" Target="../media/image784.png"/></Relationships>
</file>

<file path=ppt/slides/_rels/slide190.xml.rels><?xml version="1.0" encoding="UTF-8" standalone="yes"?>
<Relationships xmlns="http://schemas.openxmlformats.org/package/2006/relationships"><Relationship Id="rId2" Type="http://schemas.openxmlformats.org/officeDocument/2006/relationships/image" Target="../media/image785.png"/><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2" Type="http://schemas.openxmlformats.org/officeDocument/2006/relationships/image" Target="../media/image781.png"/><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image" Target="../media/image782.png"/><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3" Type="http://schemas.openxmlformats.org/officeDocument/2006/relationships/image" Target="../media/image788.png"/><Relationship Id="rId2" Type="http://schemas.openxmlformats.org/officeDocument/2006/relationships/image" Target="../media/image307.png"/><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3" Type="http://schemas.openxmlformats.org/officeDocument/2006/relationships/image" Target="../media/image7891.png"/><Relationship Id="rId2" Type="http://schemas.openxmlformats.org/officeDocument/2006/relationships/image" Target="../media/image789.png"/><Relationship Id="rId1" Type="http://schemas.openxmlformats.org/officeDocument/2006/relationships/slideLayout" Target="../slideLayouts/slideLayout2.xml"/><Relationship Id="rId4" Type="http://schemas.openxmlformats.org/officeDocument/2006/relationships/image" Target="../media/image791.png"/></Relationships>
</file>

<file path=ppt/slides/_rels/slide196.xml.rels><?xml version="1.0" encoding="UTF-8" standalone="yes"?>
<Relationships xmlns="http://schemas.openxmlformats.org/package/2006/relationships"><Relationship Id="rId8" Type="http://schemas.openxmlformats.org/officeDocument/2006/relationships/image" Target="../media/image792.png"/><Relationship Id="rId13" Type="http://schemas.openxmlformats.org/officeDocument/2006/relationships/image" Target="../media/image798.png"/><Relationship Id="rId3" Type="http://schemas.openxmlformats.org/officeDocument/2006/relationships/image" Target="../media/image7880.png"/><Relationship Id="rId7" Type="http://schemas.openxmlformats.org/officeDocument/2006/relationships/image" Target="../media/image790.png"/><Relationship Id="rId12" Type="http://schemas.openxmlformats.org/officeDocument/2006/relationships/image" Target="../media/image796.png"/><Relationship Id="rId2" Type="http://schemas.openxmlformats.org/officeDocument/2006/relationships/image" Target="../media/image7870.png"/><Relationship Id="rId1" Type="http://schemas.openxmlformats.org/officeDocument/2006/relationships/slideLayout" Target="../slideLayouts/slideLayout2.xml"/><Relationship Id="rId6" Type="http://schemas.openxmlformats.org/officeDocument/2006/relationships/image" Target="../media/image7910.png"/><Relationship Id="rId11" Type="http://schemas.openxmlformats.org/officeDocument/2006/relationships/image" Target="../media/image794.png"/><Relationship Id="rId5" Type="http://schemas.openxmlformats.org/officeDocument/2006/relationships/image" Target="../media/image7900.png"/><Relationship Id="rId10" Type="http://schemas.openxmlformats.org/officeDocument/2006/relationships/image" Target="../media/image795.png"/><Relationship Id="rId4" Type="http://schemas.openxmlformats.org/officeDocument/2006/relationships/image" Target="../media/image7890.png"/><Relationship Id="rId9" Type="http://schemas.openxmlformats.org/officeDocument/2006/relationships/image" Target="../media/image793.png"/><Relationship Id="rId14" Type="http://schemas.openxmlformats.org/officeDocument/2006/relationships/image" Target="../media/image799.png"/></Relationships>
</file>

<file path=ppt/slides/_rels/slide197.xml.rels><?xml version="1.0" encoding="UTF-8" standalone="yes"?>
<Relationships xmlns="http://schemas.openxmlformats.org/package/2006/relationships"><Relationship Id="rId3" Type="http://schemas.openxmlformats.org/officeDocument/2006/relationships/image" Target="../media/image801.png"/><Relationship Id="rId7" Type="http://schemas.openxmlformats.org/officeDocument/2006/relationships/image" Target="../media/image805.png"/><Relationship Id="rId2" Type="http://schemas.openxmlformats.org/officeDocument/2006/relationships/image" Target="../media/image800.png"/><Relationship Id="rId1" Type="http://schemas.openxmlformats.org/officeDocument/2006/relationships/slideLayout" Target="../slideLayouts/slideLayout2.xml"/><Relationship Id="rId6" Type="http://schemas.openxmlformats.org/officeDocument/2006/relationships/image" Target="../media/image804.png"/><Relationship Id="rId5" Type="http://schemas.openxmlformats.org/officeDocument/2006/relationships/image" Target="../media/image802.png"/><Relationship Id="rId4" Type="http://schemas.openxmlformats.org/officeDocument/2006/relationships/image" Target="../media/image797.png"/></Relationships>
</file>

<file path=ppt/slides/_rels/slide198.xml.rels><?xml version="1.0" encoding="UTF-8" standalone="yes"?>
<Relationships xmlns="http://schemas.openxmlformats.org/package/2006/relationships"><Relationship Id="rId3" Type="http://schemas.openxmlformats.org/officeDocument/2006/relationships/image" Target="../media/image308.png"/><Relationship Id="rId2" Type="http://schemas.openxmlformats.org/officeDocument/2006/relationships/hyperlink" Target="https://www.scribbr.com/statistics/mean/" TargetMode="External"/><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2" Type="http://schemas.openxmlformats.org/officeDocument/2006/relationships/image" Target="../media/image807.png"/><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3" Type="http://schemas.openxmlformats.org/officeDocument/2006/relationships/image" Target="../media/image809.png"/><Relationship Id="rId2" Type="http://schemas.openxmlformats.org/officeDocument/2006/relationships/image" Target="../media/image808.png"/><Relationship Id="rId1" Type="http://schemas.openxmlformats.org/officeDocument/2006/relationships/slideLayout" Target="../slideLayouts/slideLayout2.xml"/><Relationship Id="rId4" Type="http://schemas.openxmlformats.org/officeDocument/2006/relationships/image" Target="../media/image810.png"/></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2" Type="http://schemas.openxmlformats.org/officeDocument/2006/relationships/image" Target="../media/image806.png"/><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2" Type="http://schemas.openxmlformats.org/officeDocument/2006/relationships/image" Target="../media/image314.png"/><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8.xml.rels><?xml version="1.0" encoding="UTF-8" standalone="yes"?>
<Relationships xmlns="http://schemas.openxmlformats.org/package/2006/relationships"><Relationship Id="rId3" Type="http://schemas.openxmlformats.org/officeDocument/2006/relationships/image" Target="../media/image814.png"/><Relationship Id="rId2" Type="http://schemas.openxmlformats.org/officeDocument/2006/relationships/image" Target="../media/image813.png"/><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3" Type="http://schemas.openxmlformats.org/officeDocument/2006/relationships/image" Target="../media/image812.png"/><Relationship Id="rId2" Type="http://schemas.openxmlformats.org/officeDocument/2006/relationships/image" Target="../media/image815.png"/><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3" Type="http://schemas.openxmlformats.org/officeDocument/2006/relationships/image" Target="../media/image820.png"/><Relationship Id="rId2" Type="http://schemas.openxmlformats.org/officeDocument/2006/relationships/image" Target="../media/image816.png"/><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8" Type="http://schemas.openxmlformats.org/officeDocument/2006/relationships/image" Target="../media/image824.png"/><Relationship Id="rId3" Type="http://schemas.openxmlformats.org/officeDocument/2006/relationships/image" Target="../media/image818.png"/><Relationship Id="rId7" Type="http://schemas.openxmlformats.org/officeDocument/2006/relationships/image" Target="../media/image823.png"/><Relationship Id="rId2" Type="http://schemas.openxmlformats.org/officeDocument/2006/relationships/image" Target="../media/image817.png"/><Relationship Id="rId1" Type="http://schemas.openxmlformats.org/officeDocument/2006/relationships/slideLayout" Target="../slideLayouts/slideLayout2.xml"/><Relationship Id="rId6" Type="http://schemas.openxmlformats.org/officeDocument/2006/relationships/image" Target="../media/image822.png"/><Relationship Id="rId5" Type="http://schemas.openxmlformats.org/officeDocument/2006/relationships/image" Target="../media/image821.png"/><Relationship Id="rId4" Type="http://schemas.openxmlformats.org/officeDocument/2006/relationships/image" Target="../media/image819.png"/></Relationships>
</file>

<file path=ppt/slides/_rels/slide212.xml.rels><?xml version="1.0" encoding="UTF-8" standalone="yes"?>
<Relationships xmlns="http://schemas.openxmlformats.org/package/2006/relationships"><Relationship Id="rId3" Type="http://schemas.openxmlformats.org/officeDocument/2006/relationships/image" Target="../media/image829.png"/><Relationship Id="rId2" Type="http://schemas.openxmlformats.org/officeDocument/2006/relationships/image" Target="../media/image828.png"/><Relationship Id="rId1" Type="http://schemas.openxmlformats.org/officeDocument/2006/relationships/slideLayout" Target="../slideLayouts/slideLayout2.xml"/><Relationship Id="rId6" Type="http://schemas.openxmlformats.org/officeDocument/2006/relationships/image" Target="../media/image832.png"/><Relationship Id="rId5" Type="http://schemas.openxmlformats.org/officeDocument/2006/relationships/image" Target="../media/image831.png"/><Relationship Id="rId4" Type="http://schemas.openxmlformats.org/officeDocument/2006/relationships/image" Target="../media/image830.png"/></Relationships>
</file>

<file path=ppt/slides/_rels/slide213.xml.rels><?xml version="1.0" encoding="UTF-8" standalone="yes"?>
<Relationships xmlns="http://schemas.openxmlformats.org/package/2006/relationships"><Relationship Id="rId3" Type="http://schemas.openxmlformats.org/officeDocument/2006/relationships/image" Target="../media/image826.png"/><Relationship Id="rId7" Type="http://schemas.openxmlformats.org/officeDocument/2006/relationships/image" Target="../media/image835.png"/><Relationship Id="rId2" Type="http://schemas.openxmlformats.org/officeDocument/2006/relationships/image" Target="../media/image825.png"/><Relationship Id="rId1" Type="http://schemas.openxmlformats.org/officeDocument/2006/relationships/slideLayout" Target="../slideLayouts/slideLayout2.xml"/><Relationship Id="rId6" Type="http://schemas.openxmlformats.org/officeDocument/2006/relationships/image" Target="../media/image834.png"/><Relationship Id="rId5" Type="http://schemas.openxmlformats.org/officeDocument/2006/relationships/image" Target="../media/image833.png"/><Relationship Id="rId10" Type="http://schemas.openxmlformats.org/officeDocument/2006/relationships/image" Target="../media/image838.png"/><Relationship Id="rId4" Type="http://schemas.openxmlformats.org/officeDocument/2006/relationships/image" Target="../media/image827.png"/><Relationship Id="rId9" Type="http://schemas.openxmlformats.org/officeDocument/2006/relationships/image" Target="../media/image837.png"/></Relationships>
</file>

<file path=ppt/slides/_rels/slide214.xml.rels><?xml version="1.0" encoding="UTF-8" standalone="yes"?>
<Relationships xmlns="http://schemas.openxmlformats.org/package/2006/relationships"><Relationship Id="rId8" Type="http://schemas.openxmlformats.org/officeDocument/2006/relationships/image" Target="../media/image845.png"/><Relationship Id="rId13" Type="http://schemas.openxmlformats.org/officeDocument/2006/relationships/image" Target="../media/image850.png"/><Relationship Id="rId3" Type="http://schemas.openxmlformats.org/officeDocument/2006/relationships/image" Target="../media/image840.png"/><Relationship Id="rId7" Type="http://schemas.openxmlformats.org/officeDocument/2006/relationships/image" Target="../media/image780.png"/><Relationship Id="rId12" Type="http://schemas.openxmlformats.org/officeDocument/2006/relationships/image" Target="../media/image849.png"/><Relationship Id="rId2" Type="http://schemas.openxmlformats.org/officeDocument/2006/relationships/image" Target="../media/image767.png"/><Relationship Id="rId16" Type="http://schemas.openxmlformats.org/officeDocument/2006/relationships/image" Target="../media/image853.png"/><Relationship Id="rId1" Type="http://schemas.openxmlformats.org/officeDocument/2006/relationships/slideLayout" Target="../slideLayouts/slideLayout2.xml"/><Relationship Id="rId6" Type="http://schemas.openxmlformats.org/officeDocument/2006/relationships/image" Target="../media/image843.png"/><Relationship Id="rId11" Type="http://schemas.openxmlformats.org/officeDocument/2006/relationships/image" Target="../media/image848.png"/><Relationship Id="rId5" Type="http://schemas.openxmlformats.org/officeDocument/2006/relationships/image" Target="../media/image770.png"/><Relationship Id="rId15" Type="http://schemas.openxmlformats.org/officeDocument/2006/relationships/image" Target="../media/image852.png"/><Relationship Id="rId10" Type="http://schemas.openxmlformats.org/officeDocument/2006/relationships/image" Target="../media/image847.png"/><Relationship Id="rId4" Type="http://schemas.openxmlformats.org/officeDocument/2006/relationships/image" Target="../media/image841.png"/><Relationship Id="rId9" Type="http://schemas.openxmlformats.org/officeDocument/2006/relationships/image" Target="../media/image846.png"/><Relationship Id="rId14" Type="http://schemas.openxmlformats.org/officeDocument/2006/relationships/image" Target="../media/image851.png"/></Relationships>
</file>

<file path=ppt/slides/_rels/slide215.xml.rels><?xml version="1.0" encoding="UTF-8" standalone="yes"?>
<Relationships xmlns="http://schemas.openxmlformats.org/package/2006/relationships"><Relationship Id="rId8" Type="http://schemas.openxmlformats.org/officeDocument/2006/relationships/image" Target="../media/image860.png"/><Relationship Id="rId13" Type="http://schemas.openxmlformats.org/officeDocument/2006/relationships/image" Target="../media/image865.png"/><Relationship Id="rId3" Type="http://schemas.openxmlformats.org/officeDocument/2006/relationships/image" Target="../media/image855.png"/><Relationship Id="rId7" Type="http://schemas.openxmlformats.org/officeDocument/2006/relationships/image" Target="../media/image859.png"/><Relationship Id="rId12" Type="http://schemas.openxmlformats.org/officeDocument/2006/relationships/image" Target="../media/image864.png"/><Relationship Id="rId2" Type="http://schemas.openxmlformats.org/officeDocument/2006/relationships/image" Target="../media/image854.png"/><Relationship Id="rId1" Type="http://schemas.openxmlformats.org/officeDocument/2006/relationships/slideLayout" Target="../slideLayouts/slideLayout2.xml"/><Relationship Id="rId6" Type="http://schemas.openxmlformats.org/officeDocument/2006/relationships/image" Target="../media/image858.png"/><Relationship Id="rId11" Type="http://schemas.openxmlformats.org/officeDocument/2006/relationships/image" Target="../media/image863.png"/><Relationship Id="rId5" Type="http://schemas.openxmlformats.org/officeDocument/2006/relationships/image" Target="../media/image857.png"/><Relationship Id="rId4" Type="http://schemas.openxmlformats.org/officeDocument/2006/relationships/image" Target="../media/image856.png"/><Relationship Id="rId9" Type="http://schemas.openxmlformats.org/officeDocument/2006/relationships/image" Target="../media/image861.png"/></Relationships>
</file>

<file path=ppt/slides/_rels/slide216.xml.rels><?xml version="1.0" encoding="UTF-8" standalone="yes"?>
<Relationships xmlns="http://schemas.openxmlformats.org/package/2006/relationships"><Relationship Id="rId8" Type="http://schemas.openxmlformats.org/officeDocument/2006/relationships/image" Target="../media/image845.png"/><Relationship Id="rId13" Type="http://schemas.openxmlformats.org/officeDocument/2006/relationships/image" Target="../media/image871.png"/><Relationship Id="rId3" Type="http://schemas.openxmlformats.org/officeDocument/2006/relationships/image" Target="../media/image840.png"/><Relationship Id="rId7" Type="http://schemas.openxmlformats.org/officeDocument/2006/relationships/image" Target="../media/image839.png"/><Relationship Id="rId12" Type="http://schemas.openxmlformats.org/officeDocument/2006/relationships/image" Target="../media/image870.png"/><Relationship Id="rId2" Type="http://schemas.openxmlformats.org/officeDocument/2006/relationships/image" Target="../media/image767.png"/><Relationship Id="rId16" Type="http://schemas.openxmlformats.org/officeDocument/2006/relationships/image" Target="../media/image874.png"/><Relationship Id="rId1" Type="http://schemas.openxmlformats.org/officeDocument/2006/relationships/slideLayout" Target="../slideLayouts/slideLayout2.xml"/><Relationship Id="rId6" Type="http://schemas.openxmlformats.org/officeDocument/2006/relationships/image" Target="../media/image867.png"/><Relationship Id="rId11" Type="http://schemas.openxmlformats.org/officeDocument/2006/relationships/image" Target="../media/image848.png"/><Relationship Id="rId5" Type="http://schemas.openxmlformats.org/officeDocument/2006/relationships/image" Target="../media/image770.png"/><Relationship Id="rId15" Type="http://schemas.openxmlformats.org/officeDocument/2006/relationships/image" Target="../media/image873.png"/><Relationship Id="rId10" Type="http://schemas.openxmlformats.org/officeDocument/2006/relationships/image" Target="../media/image869.png"/><Relationship Id="rId4" Type="http://schemas.openxmlformats.org/officeDocument/2006/relationships/image" Target="../media/image866.png"/><Relationship Id="rId9" Type="http://schemas.openxmlformats.org/officeDocument/2006/relationships/image" Target="../media/image868.png"/><Relationship Id="rId14" Type="http://schemas.openxmlformats.org/officeDocument/2006/relationships/image" Target="../media/image872.png"/></Relationships>
</file>

<file path=ppt/slides/_rels/slide217.xml.rels><?xml version="1.0" encoding="UTF-8" standalone="yes"?>
<Relationships xmlns="http://schemas.openxmlformats.org/package/2006/relationships"><Relationship Id="rId8" Type="http://schemas.openxmlformats.org/officeDocument/2006/relationships/image" Target="../media/image881.png"/><Relationship Id="rId3" Type="http://schemas.openxmlformats.org/officeDocument/2006/relationships/image" Target="../media/image876.png"/><Relationship Id="rId7" Type="http://schemas.openxmlformats.org/officeDocument/2006/relationships/image" Target="../media/image880.png"/><Relationship Id="rId2" Type="http://schemas.openxmlformats.org/officeDocument/2006/relationships/image" Target="../media/image875.png"/><Relationship Id="rId1" Type="http://schemas.openxmlformats.org/officeDocument/2006/relationships/slideLayout" Target="../slideLayouts/slideLayout2.xml"/><Relationship Id="rId6" Type="http://schemas.openxmlformats.org/officeDocument/2006/relationships/image" Target="../media/image879.png"/><Relationship Id="rId11" Type="http://schemas.openxmlformats.org/officeDocument/2006/relationships/image" Target="../media/image884.png"/><Relationship Id="rId5" Type="http://schemas.openxmlformats.org/officeDocument/2006/relationships/image" Target="../media/image878.png"/><Relationship Id="rId10" Type="http://schemas.openxmlformats.org/officeDocument/2006/relationships/image" Target="../media/image883.png"/><Relationship Id="rId4" Type="http://schemas.openxmlformats.org/officeDocument/2006/relationships/image" Target="../media/image877.png"/><Relationship Id="rId9" Type="http://schemas.openxmlformats.org/officeDocument/2006/relationships/image" Target="../media/image882.png"/></Relationships>
</file>

<file path=ppt/slides/_rels/slide218.xml.rels><?xml version="1.0" encoding="UTF-8" standalone="yes"?>
<Relationships xmlns="http://schemas.openxmlformats.org/package/2006/relationships"><Relationship Id="rId8" Type="http://schemas.openxmlformats.org/officeDocument/2006/relationships/image" Target="../media/image845.png"/><Relationship Id="rId13" Type="http://schemas.openxmlformats.org/officeDocument/2006/relationships/image" Target="../media/image889.png"/><Relationship Id="rId3" Type="http://schemas.openxmlformats.org/officeDocument/2006/relationships/image" Target="../media/image840.png"/><Relationship Id="rId7" Type="http://schemas.openxmlformats.org/officeDocument/2006/relationships/image" Target="../media/image842.png"/><Relationship Id="rId12" Type="http://schemas.openxmlformats.org/officeDocument/2006/relationships/image" Target="../media/image888.png"/><Relationship Id="rId2" Type="http://schemas.openxmlformats.org/officeDocument/2006/relationships/image" Target="../media/image767.png"/><Relationship Id="rId16" Type="http://schemas.openxmlformats.org/officeDocument/2006/relationships/image" Target="../media/image892.png"/><Relationship Id="rId1" Type="http://schemas.openxmlformats.org/officeDocument/2006/relationships/slideLayout" Target="../slideLayouts/slideLayout2.xml"/><Relationship Id="rId6" Type="http://schemas.openxmlformats.org/officeDocument/2006/relationships/image" Target="../media/image8840.png"/><Relationship Id="rId11" Type="http://schemas.openxmlformats.org/officeDocument/2006/relationships/image" Target="../media/image844.png"/><Relationship Id="rId5" Type="http://schemas.openxmlformats.org/officeDocument/2006/relationships/image" Target="../media/image770.png"/><Relationship Id="rId15" Type="http://schemas.openxmlformats.org/officeDocument/2006/relationships/image" Target="../media/image891.png"/><Relationship Id="rId10" Type="http://schemas.openxmlformats.org/officeDocument/2006/relationships/image" Target="../media/image886.png"/><Relationship Id="rId4" Type="http://schemas.openxmlformats.org/officeDocument/2006/relationships/image" Target="../media/image8830.png"/><Relationship Id="rId9" Type="http://schemas.openxmlformats.org/officeDocument/2006/relationships/image" Target="../media/image885.png"/><Relationship Id="rId14" Type="http://schemas.openxmlformats.org/officeDocument/2006/relationships/image" Target="../media/image890.png"/></Relationships>
</file>

<file path=ppt/slides/_rels/slide219.xml.rels><?xml version="1.0" encoding="UTF-8" standalone="yes"?>
<Relationships xmlns="http://schemas.openxmlformats.org/package/2006/relationships"><Relationship Id="rId8" Type="http://schemas.openxmlformats.org/officeDocument/2006/relationships/image" Target="../media/image899.png"/><Relationship Id="rId3" Type="http://schemas.openxmlformats.org/officeDocument/2006/relationships/image" Target="../media/image894.png"/><Relationship Id="rId7" Type="http://schemas.openxmlformats.org/officeDocument/2006/relationships/image" Target="../media/image898.png"/><Relationship Id="rId2" Type="http://schemas.openxmlformats.org/officeDocument/2006/relationships/image" Target="../media/image893.png"/><Relationship Id="rId1" Type="http://schemas.openxmlformats.org/officeDocument/2006/relationships/slideLayout" Target="../slideLayouts/slideLayout2.xml"/><Relationship Id="rId6" Type="http://schemas.openxmlformats.org/officeDocument/2006/relationships/image" Target="../media/image897.png"/><Relationship Id="rId5" Type="http://schemas.openxmlformats.org/officeDocument/2006/relationships/image" Target="../media/image896.png"/><Relationship Id="rId4" Type="http://schemas.openxmlformats.org/officeDocument/2006/relationships/image" Target="../media/image895.png"/></Relationships>
</file>

<file path=ppt/slides/_rels/slide220.xml.rels><?xml version="1.0" encoding="UTF-8" standalone="yes"?>
<Relationships xmlns="http://schemas.openxmlformats.org/package/2006/relationships"><Relationship Id="rId8" Type="http://schemas.openxmlformats.org/officeDocument/2006/relationships/image" Target="../media/image845.png"/><Relationship Id="rId13" Type="http://schemas.openxmlformats.org/officeDocument/2006/relationships/image" Target="../media/image889.png"/><Relationship Id="rId3" Type="http://schemas.openxmlformats.org/officeDocument/2006/relationships/image" Target="../media/image840.png"/><Relationship Id="rId7" Type="http://schemas.openxmlformats.org/officeDocument/2006/relationships/image" Target="../media/image887.png"/><Relationship Id="rId12" Type="http://schemas.openxmlformats.org/officeDocument/2006/relationships/image" Target="../media/image905.png"/><Relationship Id="rId2" Type="http://schemas.openxmlformats.org/officeDocument/2006/relationships/image" Target="../media/image767.png"/><Relationship Id="rId16" Type="http://schemas.openxmlformats.org/officeDocument/2006/relationships/image" Target="../media/image907.png"/><Relationship Id="rId1" Type="http://schemas.openxmlformats.org/officeDocument/2006/relationships/slideLayout" Target="../slideLayouts/slideLayout2.xml"/><Relationship Id="rId6" Type="http://schemas.openxmlformats.org/officeDocument/2006/relationships/image" Target="../media/image901.png"/><Relationship Id="rId11" Type="http://schemas.openxmlformats.org/officeDocument/2006/relationships/image" Target="../media/image904.png"/><Relationship Id="rId5" Type="http://schemas.openxmlformats.org/officeDocument/2006/relationships/image" Target="../media/image770.png"/><Relationship Id="rId15" Type="http://schemas.openxmlformats.org/officeDocument/2006/relationships/image" Target="../media/image906.png"/><Relationship Id="rId10" Type="http://schemas.openxmlformats.org/officeDocument/2006/relationships/image" Target="../media/image903.png"/><Relationship Id="rId4" Type="http://schemas.openxmlformats.org/officeDocument/2006/relationships/image" Target="../media/image900.png"/><Relationship Id="rId9" Type="http://schemas.openxmlformats.org/officeDocument/2006/relationships/image" Target="../media/image902.png"/><Relationship Id="rId14" Type="http://schemas.openxmlformats.org/officeDocument/2006/relationships/image" Target="../media/image890.png"/></Relationships>
</file>

<file path=ppt/slides/_rels/slide221.xml.rels><?xml version="1.0" encoding="UTF-8" standalone="yes"?>
<Relationships xmlns="http://schemas.openxmlformats.org/package/2006/relationships"><Relationship Id="rId8" Type="http://schemas.openxmlformats.org/officeDocument/2006/relationships/image" Target="../media/image914.png"/><Relationship Id="rId3" Type="http://schemas.openxmlformats.org/officeDocument/2006/relationships/image" Target="../media/image909.png"/><Relationship Id="rId7" Type="http://schemas.openxmlformats.org/officeDocument/2006/relationships/image" Target="../media/image913.png"/><Relationship Id="rId2" Type="http://schemas.openxmlformats.org/officeDocument/2006/relationships/image" Target="../media/image908.png"/><Relationship Id="rId1" Type="http://schemas.openxmlformats.org/officeDocument/2006/relationships/slideLayout" Target="../slideLayouts/slideLayout2.xml"/><Relationship Id="rId6" Type="http://schemas.openxmlformats.org/officeDocument/2006/relationships/image" Target="../media/image912.png"/><Relationship Id="rId5" Type="http://schemas.openxmlformats.org/officeDocument/2006/relationships/image" Target="../media/image911.png"/><Relationship Id="rId4" Type="http://schemas.openxmlformats.org/officeDocument/2006/relationships/image" Target="../media/image910.png"/></Relationships>
</file>

<file path=ppt/slides/_rels/slide222.xml.rels><?xml version="1.0" encoding="UTF-8" standalone="yes"?>
<Relationships xmlns="http://schemas.openxmlformats.org/package/2006/relationships"><Relationship Id="rId8" Type="http://schemas.openxmlformats.org/officeDocument/2006/relationships/image" Target="../media/image845.png"/><Relationship Id="rId13" Type="http://schemas.openxmlformats.org/officeDocument/2006/relationships/image" Target="../media/image889.png"/><Relationship Id="rId3" Type="http://schemas.openxmlformats.org/officeDocument/2006/relationships/image" Target="../media/image840.png"/><Relationship Id="rId7" Type="http://schemas.openxmlformats.org/officeDocument/2006/relationships/image" Target="../media/image916.png"/><Relationship Id="rId12" Type="http://schemas.openxmlformats.org/officeDocument/2006/relationships/image" Target="../media/image919.png"/><Relationship Id="rId2" Type="http://schemas.openxmlformats.org/officeDocument/2006/relationships/image" Target="../media/image767.png"/><Relationship Id="rId16" Type="http://schemas.openxmlformats.org/officeDocument/2006/relationships/image" Target="../media/image921.png"/><Relationship Id="rId1" Type="http://schemas.openxmlformats.org/officeDocument/2006/relationships/slideLayout" Target="../slideLayouts/slideLayout2.xml"/><Relationship Id="rId6" Type="http://schemas.openxmlformats.org/officeDocument/2006/relationships/image" Target="../media/image915.png"/><Relationship Id="rId11" Type="http://schemas.openxmlformats.org/officeDocument/2006/relationships/image" Target="../media/image918.png"/><Relationship Id="rId5" Type="http://schemas.openxmlformats.org/officeDocument/2006/relationships/image" Target="../media/image770.png"/><Relationship Id="rId15" Type="http://schemas.openxmlformats.org/officeDocument/2006/relationships/image" Target="../media/image920.png"/><Relationship Id="rId10" Type="http://schemas.openxmlformats.org/officeDocument/2006/relationships/image" Target="../media/image917.png"/><Relationship Id="rId4" Type="http://schemas.openxmlformats.org/officeDocument/2006/relationships/image" Target="../media/image9140.png"/><Relationship Id="rId9" Type="http://schemas.openxmlformats.org/officeDocument/2006/relationships/image" Target="../media/image9160.png"/><Relationship Id="rId14" Type="http://schemas.openxmlformats.org/officeDocument/2006/relationships/image" Target="../media/image890.png"/></Relationships>
</file>

<file path=ppt/slides/_rels/slide223.xml.rels><?xml version="1.0" encoding="UTF-8" standalone="yes"?>
<Relationships xmlns="http://schemas.openxmlformats.org/package/2006/relationships"><Relationship Id="rId8" Type="http://schemas.openxmlformats.org/officeDocument/2006/relationships/image" Target="../media/image927.png"/><Relationship Id="rId3" Type="http://schemas.openxmlformats.org/officeDocument/2006/relationships/image" Target="../media/image923.png"/><Relationship Id="rId7" Type="http://schemas.openxmlformats.org/officeDocument/2006/relationships/image" Target="../media/image926.png"/><Relationship Id="rId2" Type="http://schemas.openxmlformats.org/officeDocument/2006/relationships/image" Target="../media/image922.png"/><Relationship Id="rId1" Type="http://schemas.openxmlformats.org/officeDocument/2006/relationships/slideLayout" Target="../slideLayouts/slideLayout2.xml"/><Relationship Id="rId6" Type="http://schemas.openxmlformats.org/officeDocument/2006/relationships/image" Target="../media/image925.png"/><Relationship Id="rId5" Type="http://schemas.openxmlformats.org/officeDocument/2006/relationships/image" Target="../media/image924.png"/><Relationship Id="rId4" Type="http://schemas.openxmlformats.org/officeDocument/2006/relationships/image" Target="../media/image8950.png"/></Relationships>
</file>

<file path=ppt/slides/_rels/slide224.xml.rels><?xml version="1.0" encoding="UTF-8" standalone="yes"?>
<Relationships xmlns="http://schemas.openxmlformats.org/package/2006/relationships"><Relationship Id="rId8" Type="http://schemas.openxmlformats.org/officeDocument/2006/relationships/image" Target="../media/image845.png"/><Relationship Id="rId13" Type="http://schemas.openxmlformats.org/officeDocument/2006/relationships/image" Target="../media/image889.png"/><Relationship Id="rId3" Type="http://schemas.openxmlformats.org/officeDocument/2006/relationships/image" Target="../media/image840.png"/><Relationship Id="rId7" Type="http://schemas.openxmlformats.org/officeDocument/2006/relationships/image" Target="../media/image930.png"/><Relationship Id="rId12" Type="http://schemas.openxmlformats.org/officeDocument/2006/relationships/image" Target="../media/image932.png"/><Relationship Id="rId2" Type="http://schemas.openxmlformats.org/officeDocument/2006/relationships/image" Target="../media/image767.png"/><Relationship Id="rId16" Type="http://schemas.openxmlformats.org/officeDocument/2006/relationships/image" Target="../media/image921.png"/><Relationship Id="rId1" Type="http://schemas.openxmlformats.org/officeDocument/2006/relationships/slideLayout" Target="../slideLayouts/slideLayout2.xml"/><Relationship Id="rId6" Type="http://schemas.openxmlformats.org/officeDocument/2006/relationships/image" Target="../media/image929.png"/><Relationship Id="rId11" Type="http://schemas.openxmlformats.org/officeDocument/2006/relationships/image" Target="../media/image918.png"/><Relationship Id="rId5" Type="http://schemas.openxmlformats.org/officeDocument/2006/relationships/image" Target="../media/image770.png"/><Relationship Id="rId15" Type="http://schemas.openxmlformats.org/officeDocument/2006/relationships/image" Target="../media/image933.png"/><Relationship Id="rId10" Type="http://schemas.openxmlformats.org/officeDocument/2006/relationships/image" Target="../media/image931.png"/><Relationship Id="rId4" Type="http://schemas.openxmlformats.org/officeDocument/2006/relationships/image" Target="../media/image928.png"/><Relationship Id="rId9" Type="http://schemas.openxmlformats.org/officeDocument/2006/relationships/image" Target="../media/image9300.png"/><Relationship Id="rId14" Type="http://schemas.openxmlformats.org/officeDocument/2006/relationships/image" Target="../media/image890.png"/></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6.xml.rels><?xml version="1.0" encoding="UTF-8" standalone="yes"?>
<Relationships xmlns="http://schemas.openxmlformats.org/package/2006/relationships"><Relationship Id="rId3" Type="http://schemas.openxmlformats.org/officeDocument/2006/relationships/image" Target="../media/image935.png"/><Relationship Id="rId2" Type="http://schemas.openxmlformats.org/officeDocument/2006/relationships/image" Target="../media/image934.png"/><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3" Type="http://schemas.openxmlformats.org/officeDocument/2006/relationships/image" Target="../media/image937.png"/><Relationship Id="rId2" Type="http://schemas.openxmlformats.org/officeDocument/2006/relationships/image" Target="../media/image936.png"/><Relationship Id="rId1" Type="http://schemas.openxmlformats.org/officeDocument/2006/relationships/slideLayout" Target="../slideLayouts/slideLayout2.xml"/><Relationship Id="rId6" Type="http://schemas.openxmlformats.org/officeDocument/2006/relationships/image" Target="../media/image940.png"/><Relationship Id="rId5" Type="http://schemas.openxmlformats.org/officeDocument/2006/relationships/image" Target="../media/image939.png"/><Relationship Id="rId4" Type="http://schemas.openxmlformats.org/officeDocument/2006/relationships/image" Target="../media/image938.png"/></Relationships>
</file>

<file path=ppt/slides/_rels/slide228.xml.rels><?xml version="1.0" encoding="UTF-8" standalone="yes"?>
<Relationships xmlns="http://schemas.openxmlformats.org/package/2006/relationships"><Relationship Id="rId3" Type="http://schemas.openxmlformats.org/officeDocument/2006/relationships/image" Target="../media/image820.png"/><Relationship Id="rId2" Type="http://schemas.openxmlformats.org/officeDocument/2006/relationships/image" Target="../media/image941.png"/><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8" Type="http://schemas.openxmlformats.org/officeDocument/2006/relationships/image" Target="../media/image948.png"/><Relationship Id="rId3" Type="http://schemas.openxmlformats.org/officeDocument/2006/relationships/image" Target="../media/image943.png"/><Relationship Id="rId7" Type="http://schemas.openxmlformats.org/officeDocument/2006/relationships/image" Target="../media/image947.png"/><Relationship Id="rId2" Type="http://schemas.openxmlformats.org/officeDocument/2006/relationships/image" Target="../media/image942.png"/><Relationship Id="rId1" Type="http://schemas.openxmlformats.org/officeDocument/2006/relationships/slideLayout" Target="../slideLayouts/slideLayout2.xml"/><Relationship Id="rId6" Type="http://schemas.openxmlformats.org/officeDocument/2006/relationships/image" Target="../media/image946.png"/><Relationship Id="rId5" Type="http://schemas.openxmlformats.org/officeDocument/2006/relationships/image" Target="../media/image945.png"/><Relationship Id="rId10" Type="http://schemas.openxmlformats.org/officeDocument/2006/relationships/image" Target="../media/image950.png"/><Relationship Id="rId4" Type="http://schemas.openxmlformats.org/officeDocument/2006/relationships/image" Target="../media/image944.png"/><Relationship Id="rId9" Type="http://schemas.openxmlformats.org/officeDocument/2006/relationships/image" Target="../media/image949.png"/></Relationships>
</file>

<file path=ppt/slides/_rels/slide230.xml.rels><?xml version="1.0" encoding="UTF-8" standalone="yes"?>
<Relationships xmlns="http://schemas.openxmlformats.org/package/2006/relationships"><Relationship Id="rId8" Type="http://schemas.openxmlformats.org/officeDocument/2006/relationships/image" Target="../media/image956.png"/><Relationship Id="rId3" Type="http://schemas.openxmlformats.org/officeDocument/2006/relationships/image" Target="../media/image951.png"/><Relationship Id="rId7" Type="http://schemas.openxmlformats.org/officeDocument/2006/relationships/image" Target="../media/image955.png"/><Relationship Id="rId2" Type="http://schemas.openxmlformats.org/officeDocument/2006/relationships/image" Target="../media/image828.png"/><Relationship Id="rId1" Type="http://schemas.openxmlformats.org/officeDocument/2006/relationships/slideLayout" Target="../slideLayouts/slideLayout2.xml"/><Relationship Id="rId6" Type="http://schemas.openxmlformats.org/officeDocument/2006/relationships/image" Target="../media/image954.png"/><Relationship Id="rId5" Type="http://schemas.openxmlformats.org/officeDocument/2006/relationships/image" Target="../media/image953.png"/><Relationship Id="rId10" Type="http://schemas.openxmlformats.org/officeDocument/2006/relationships/image" Target="../media/image958.png"/><Relationship Id="rId4" Type="http://schemas.openxmlformats.org/officeDocument/2006/relationships/image" Target="../media/image952.png"/><Relationship Id="rId9" Type="http://schemas.openxmlformats.org/officeDocument/2006/relationships/image" Target="../media/image957.png"/></Relationships>
</file>

<file path=ppt/slides/_rels/slide231.xml.rels><?xml version="1.0" encoding="UTF-8" standalone="yes"?>
<Relationships xmlns="http://schemas.openxmlformats.org/package/2006/relationships"><Relationship Id="rId8" Type="http://schemas.openxmlformats.org/officeDocument/2006/relationships/image" Target="../media/image965.png"/><Relationship Id="rId3" Type="http://schemas.openxmlformats.org/officeDocument/2006/relationships/image" Target="../media/image960.png"/><Relationship Id="rId7" Type="http://schemas.openxmlformats.org/officeDocument/2006/relationships/image" Target="../media/image964.png"/><Relationship Id="rId2" Type="http://schemas.openxmlformats.org/officeDocument/2006/relationships/image" Target="../media/image959.png"/><Relationship Id="rId1" Type="http://schemas.openxmlformats.org/officeDocument/2006/relationships/slideLayout" Target="../slideLayouts/slideLayout2.xml"/><Relationship Id="rId6" Type="http://schemas.openxmlformats.org/officeDocument/2006/relationships/image" Target="../media/image963.png"/><Relationship Id="rId5" Type="http://schemas.openxmlformats.org/officeDocument/2006/relationships/image" Target="../media/image962.png"/><Relationship Id="rId10" Type="http://schemas.openxmlformats.org/officeDocument/2006/relationships/image" Target="../media/image967.png"/><Relationship Id="rId4" Type="http://schemas.openxmlformats.org/officeDocument/2006/relationships/image" Target="../media/image961.png"/><Relationship Id="rId9" Type="http://schemas.openxmlformats.org/officeDocument/2006/relationships/image" Target="../media/image966.png"/></Relationships>
</file>

<file path=ppt/slides/_rels/slide232.xml.rels><?xml version="1.0" encoding="UTF-8" standalone="yes"?>
<Relationships xmlns="http://schemas.openxmlformats.org/package/2006/relationships"><Relationship Id="rId8" Type="http://schemas.openxmlformats.org/officeDocument/2006/relationships/image" Target="../media/image974.png"/><Relationship Id="rId3" Type="http://schemas.openxmlformats.org/officeDocument/2006/relationships/image" Target="../media/image969.png"/><Relationship Id="rId7" Type="http://schemas.openxmlformats.org/officeDocument/2006/relationships/image" Target="../media/image973.png"/><Relationship Id="rId2" Type="http://schemas.openxmlformats.org/officeDocument/2006/relationships/image" Target="../media/image968.png"/><Relationship Id="rId1" Type="http://schemas.openxmlformats.org/officeDocument/2006/relationships/slideLayout" Target="../slideLayouts/slideLayout2.xml"/><Relationship Id="rId6" Type="http://schemas.openxmlformats.org/officeDocument/2006/relationships/image" Target="../media/image972.png"/><Relationship Id="rId5" Type="http://schemas.openxmlformats.org/officeDocument/2006/relationships/image" Target="../media/image971.png"/><Relationship Id="rId4" Type="http://schemas.openxmlformats.org/officeDocument/2006/relationships/image" Target="../media/image970.png"/></Relationships>
</file>

<file path=ppt/slides/_rels/slide233.xml.rels><?xml version="1.0" encoding="UTF-8" standalone="yes"?>
<Relationships xmlns="http://schemas.openxmlformats.org/package/2006/relationships"><Relationship Id="rId8" Type="http://schemas.openxmlformats.org/officeDocument/2006/relationships/image" Target="../media/image981.png"/><Relationship Id="rId13" Type="http://schemas.openxmlformats.org/officeDocument/2006/relationships/image" Target="../media/image986.png"/><Relationship Id="rId3" Type="http://schemas.openxmlformats.org/officeDocument/2006/relationships/image" Target="../media/image976.png"/><Relationship Id="rId7" Type="http://schemas.openxmlformats.org/officeDocument/2006/relationships/image" Target="../media/image980.png"/><Relationship Id="rId12" Type="http://schemas.openxmlformats.org/officeDocument/2006/relationships/image" Target="../media/image985.png"/><Relationship Id="rId2" Type="http://schemas.openxmlformats.org/officeDocument/2006/relationships/image" Target="../media/image975.png"/><Relationship Id="rId16" Type="http://schemas.openxmlformats.org/officeDocument/2006/relationships/image" Target="../media/image989.png"/><Relationship Id="rId1" Type="http://schemas.openxmlformats.org/officeDocument/2006/relationships/slideLayout" Target="../slideLayouts/slideLayout2.xml"/><Relationship Id="rId6" Type="http://schemas.openxmlformats.org/officeDocument/2006/relationships/image" Target="../media/image979.png"/><Relationship Id="rId11" Type="http://schemas.openxmlformats.org/officeDocument/2006/relationships/image" Target="../media/image984.png"/><Relationship Id="rId5" Type="http://schemas.openxmlformats.org/officeDocument/2006/relationships/image" Target="../media/image978.png"/><Relationship Id="rId15" Type="http://schemas.openxmlformats.org/officeDocument/2006/relationships/image" Target="../media/image988.png"/><Relationship Id="rId10" Type="http://schemas.openxmlformats.org/officeDocument/2006/relationships/image" Target="../media/image983.png"/><Relationship Id="rId4" Type="http://schemas.openxmlformats.org/officeDocument/2006/relationships/image" Target="../media/image977.png"/><Relationship Id="rId9" Type="http://schemas.openxmlformats.org/officeDocument/2006/relationships/image" Target="../media/image982.png"/><Relationship Id="rId14" Type="http://schemas.openxmlformats.org/officeDocument/2006/relationships/image" Target="../media/image987.png"/></Relationships>
</file>

<file path=ppt/slides/_rels/slide234.xml.rels><?xml version="1.0" encoding="UTF-8" standalone="yes"?>
<Relationships xmlns="http://schemas.openxmlformats.org/package/2006/relationships"><Relationship Id="rId3" Type="http://schemas.openxmlformats.org/officeDocument/2006/relationships/image" Target="../media/image991.png"/><Relationship Id="rId2" Type="http://schemas.openxmlformats.org/officeDocument/2006/relationships/image" Target="../media/image990.png"/><Relationship Id="rId1" Type="http://schemas.openxmlformats.org/officeDocument/2006/relationships/slideLayout" Target="../slideLayouts/slideLayout2.xml"/><Relationship Id="rId6" Type="http://schemas.openxmlformats.org/officeDocument/2006/relationships/image" Target="../media/image994.png"/><Relationship Id="rId5" Type="http://schemas.openxmlformats.org/officeDocument/2006/relationships/image" Target="../media/image993.png"/><Relationship Id="rId4" Type="http://schemas.openxmlformats.org/officeDocument/2006/relationships/image" Target="../media/image992.png"/></Relationships>
</file>

<file path=ppt/slides/_rels/slide235.xml.rels><?xml version="1.0" encoding="UTF-8" standalone="yes"?>
<Relationships xmlns="http://schemas.openxmlformats.org/package/2006/relationships"><Relationship Id="rId8" Type="http://schemas.openxmlformats.org/officeDocument/2006/relationships/image" Target="../media/image1001.png"/><Relationship Id="rId3" Type="http://schemas.openxmlformats.org/officeDocument/2006/relationships/image" Target="../media/image996.png"/><Relationship Id="rId7" Type="http://schemas.openxmlformats.org/officeDocument/2006/relationships/image" Target="../media/image1000.png"/><Relationship Id="rId2" Type="http://schemas.openxmlformats.org/officeDocument/2006/relationships/image" Target="../media/image995.png"/><Relationship Id="rId1" Type="http://schemas.openxmlformats.org/officeDocument/2006/relationships/slideLayout" Target="../slideLayouts/slideLayout2.xml"/><Relationship Id="rId6" Type="http://schemas.openxmlformats.org/officeDocument/2006/relationships/image" Target="../media/image999.png"/><Relationship Id="rId5" Type="http://schemas.openxmlformats.org/officeDocument/2006/relationships/image" Target="../media/image998.png"/><Relationship Id="rId10" Type="http://schemas.openxmlformats.org/officeDocument/2006/relationships/image" Target="../media/image1003.png"/><Relationship Id="rId4" Type="http://schemas.openxmlformats.org/officeDocument/2006/relationships/image" Target="../media/image997.png"/><Relationship Id="rId9" Type="http://schemas.openxmlformats.org/officeDocument/2006/relationships/image" Target="../media/image1002.png"/></Relationships>
</file>

<file path=ppt/slides/_rels/slide236.xml.rels><?xml version="1.0" encoding="UTF-8" standalone="yes"?>
<Relationships xmlns="http://schemas.openxmlformats.org/package/2006/relationships"><Relationship Id="rId8" Type="http://schemas.openxmlformats.org/officeDocument/2006/relationships/image" Target="../media/image981.png"/><Relationship Id="rId13" Type="http://schemas.openxmlformats.org/officeDocument/2006/relationships/image" Target="../media/image1007.png"/><Relationship Id="rId3" Type="http://schemas.openxmlformats.org/officeDocument/2006/relationships/image" Target="../media/image976.png"/><Relationship Id="rId7" Type="http://schemas.openxmlformats.org/officeDocument/2006/relationships/image" Target="../media/image980.png"/><Relationship Id="rId12" Type="http://schemas.openxmlformats.org/officeDocument/2006/relationships/image" Target="../media/image1006.png"/><Relationship Id="rId2" Type="http://schemas.openxmlformats.org/officeDocument/2006/relationships/image" Target="../media/image975.png"/><Relationship Id="rId16" Type="http://schemas.openxmlformats.org/officeDocument/2006/relationships/image" Target="../media/image1010.png"/><Relationship Id="rId1" Type="http://schemas.openxmlformats.org/officeDocument/2006/relationships/slideLayout" Target="../slideLayouts/slideLayout2.xml"/><Relationship Id="rId6" Type="http://schemas.openxmlformats.org/officeDocument/2006/relationships/image" Target="../media/image979.png"/><Relationship Id="rId11" Type="http://schemas.openxmlformats.org/officeDocument/2006/relationships/image" Target="../media/image1005.png"/><Relationship Id="rId5" Type="http://schemas.openxmlformats.org/officeDocument/2006/relationships/image" Target="../media/image978.png"/><Relationship Id="rId15" Type="http://schemas.openxmlformats.org/officeDocument/2006/relationships/image" Target="../media/image1009.png"/><Relationship Id="rId10" Type="http://schemas.openxmlformats.org/officeDocument/2006/relationships/image" Target="../media/image1004.png"/><Relationship Id="rId4" Type="http://schemas.openxmlformats.org/officeDocument/2006/relationships/image" Target="../media/image977.png"/><Relationship Id="rId9" Type="http://schemas.openxmlformats.org/officeDocument/2006/relationships/image" Target="../media/image982.png"/><Relationship Id="rId14" Type="http://schemas.openxmlformats.org/officeDocument/2006/relationships/image" Target="../media/image1008.png"/></Relationships>
</file>

<file path=ppt/slides/_rels/slide237.xml.rels><?xml version="1.0" encoding="UTF-8" standalone="yes"?>
<Relationships xmlns="http://schemas.openxmlformats.org/package/2006/relationships"><Relationship Id="rId3" Type="http://schemas.openxmlformats.org/officeDocument/2006/relationships/image" Target="../media/image1011.png"/><Relationship Id="rId2" Type="http://schemas.openxmlformats.org/officeDocument/2006/relationships/image" Target="../media/image990.png"/><Relationship Id="rId1" Type="http://schemas.openxmlformats.org/officeDocument/2006/relationships/slideLayout" Target="../slideLayouts/slideLayout2.xml"/><Relationship Id="rId6" Type="http://schemas.openxmlformats.org/officeDocument/2006/relationships/image" Target="../media/image1012.png"/><Relationship Id="rId5" Type="http://schemas.openxmlformats.org/officeDocument/2006/relationships/image" Target="../media/image993.png"/><Relationship Id="rId4" Type="http://schemas.openxmlformats.org/officeDocument/2006/relationships/image" Target="../media/image992.png"/></Relationships>
</file>

<file path=ppt/slides/_rels/slide238.xml.rels><?xml version="1.0" encoding="UTF-8" standalone="yes"?>
<Relationships xmlns="http://schemas.openxmlformats.org/package/2006/relationships"><Relationship Id="rId8" Type="http://schemas.openxmlformats.org/officeDocument/2006/relationships/image" Target="../media/image1017.png"/><Relationship Id="rId13" Type="http://schemas.openxmlformats.org/officeDocument/2006/relationships/image" Target="../media/image1022.png"/><Relationship Id="rId3" Type="http://schemas.openxmlformats.org/officeDocument/2006/relationships/image" Target="../media/image1013.png"/><Relationship Id="rId7" Type="http://schemas.openxmlformats.org/officeDocument/2006/relationships/image" Target="../media/image1016.png"/><Relationship Id="rId12" Type="http://schemas.openxmlformats.org/officeDocument/2006/relationships/image" Target="../media/image102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015.png"/><Relationship Id="rId11" Type="http://schemas.openxmlformats.org/officeDocument/2006/relationships/image" Target="../media/image1020.png"/><Relationship Id="rId5" Type="http://schemas.openxmlformats.org/officeDocument/2006/relationships/image" Target="../media/image10140.png"/><Relationship Id="rId15" Type="http://schemas.openxmlformats.org/officeDocument/2006/relationships/image" Target="../media/image1024.png"/><Relationship Id="rId10" Type="http://schemas.openxmlformats.org/officeDocument/2006/relationships/image" Target="../media/image1019.png"/><Relationship Id="rId4" Type="http://schemas.openxmlformats.org/officeDocument/2006/relationships/image" Target="../media/image1014.png"/><Relationship Id="rId9" Type="http://schemas.openxmlformats.org/officeDocument/2006/relationships/image" Target="../media/image1018.png"/><Relationship Id="rId14" Type="http://schemas.openxmlformats.org/officeDocument/2006/relationships/image" Target="../media/image1023.png"/></Relationships>
</file>

<file path=ppt/slides/_rels/slide239.xml.rels><?xml version="1.0" encoding="UTF-8" standalone="yes"?>
<Relationships xmlns="http://schemas.openxmlformats.org/package/2006/relationships"><Relationship Id="rId8" Type="http://schemas.openxmlformats.org/officeDocument/2006/relationships/image" Target="../media/image10250.png"/><Relationship Id="rId3" Type="http://schemas.openxmlformats.org/officeDocument/2006/relationships/image" Target="../media/image976.png"/><Relationship Id="rId7" Type="http://schemas.openxmlformats.org/officeDocument/2006/relationships/image" Target="../media/image1025.png"/><Relationship Id="rId2" Type="http://schemas.openxmlformats.org/officeDocument/2006/relationships/image" Target="../media/image975.png"/><Relationship Id="rId1" Type="http://schemas.openxmlformats.org/officeDocument/2006/relationships/slideLayout" Target="../slideLayouts/slideLayout2.xml"/><Relationship Id="rId6" Type="http://schemas.openxmlformats.org/officeDocument/2006/relationships/image" Target="../media/image979.png"/><Relationship Id="rId5" Type="http://schemas.openxmlformats.org/officeDocument/2006/relationships/image" Target="../media/image978.png"/><Relationship Id="rId10" Type="http://schemas.openxmlformats.org/officeDocument/2006/relationships/image" Target="../media/image1027.png"/><Relationship Id="rId4" Type="http://schemas.openxmlformats.org/officeDocument/2006/relationships/image" Target="../media/image977.png"/><Relationship Id="rId9" Type="http://schemas.openxmlformats.org/officeDocument/2006/relationships/image" Target="../media/image1026.png"/></Relationships>
</file>

<file path=ppt/slides/_rels/slide240.xml.rels><?xml version="1.0" encoding="UTF-8" standalone="yes"?>
<Relationships xmlns="http://schemas.openxmlformats.org/package/2006/relationships"><Relationship Id="rId3" Type="http://schemas.openxmlformats.org/officeDocument/2006/relationships/image" Target="../media/image1028.png"/><Relationship Id="rId2" Type="http://schemas.openxmlformats.org/officeDocument/2006/relationships/image" Target="../media/image990.png"/><Relationship Id="rId1" Type="http://schemas.openxmlformats.org/officeDocument/2006/relationships/slideLayout" Target="../slideLayouts/slideLayout2.xml"/><Relationship Id="rId6" Type="http://schemas.openxmlformats.org/officeDocument/2006/relationships/image" Target="../media/image1030.png"/><Relationship Id="rId5" Type="http://schemas.openxmlformats.org/officeDocument/2006/relationships/image" Target="../media/image993.png"/><Relationship Id="rId4" Type="http://schemas.openxmlformats.org/officeDocument/2006/relationships/image" Target="../media/image1029.png"/></Relationships>
</file>

<file path=ppt/slides/_rels/slide241.xml.rels><?xml version="1.0" encoding="UTF-8" standalone="yes"?>
<Relationships xmlns="http://schemas.openxmlformats.org/package/2006/relationships"><Relationship Id="rId8" Type="http://schemas.openxmlformats.org/officeDocument/2006/relationships/image" Target="../media/image1037.png"/><Relationship Id="rId3" Type="http://schemas.openxmlformats.org/officeDocument/2006/relationships/image" Target="../media/image1032.png"/><Relationship Id="rId7" Type="http://schemas.openxmlformats.org/officeDocument/2006/relationships/image" Target="../media/image1036.png"/><Relationship Id="rId2" Type="http://schemas.openxmlformats.org/officeDocument/2006/relationships/image" Target="../media/image1031.png"/><Relationship Id="rId1" Type="http://schemas.openxmlformats.org/officeDocument/2006/relationships/slideLayout" Target="../slideLayouts/slideLayout2.xml"/><Relationship Id="rId6" Type="http://schemas.openxmlformats.org/officeDocument/2006/relationships/image" Target="../media/image1035.png"/><Relationship Id="rId5" Type="http://schemas.openxmlformats.org/officeDocument/2006/relationships/image" Target="../media/image1034.png"/><Relationship Id="rId4" Type="http://schemas.openxmlformats.org/officeDocument/2006/relationships/image" Target="../media/image1033.png"/></Relationships>
</file>

<file path=ppt/slides/_rels/slide242.xml.rels><?xml version="1.0" encoding="UTF-8" standalone="yes"?>
<Relationships xmlns="http://schemas.openxmlformats.org/package/2006/relationships"><Relationship Id="rId8" Type="http://schemas.openxmlformats.org/officeDocument/2006/relationships/image" Target="../media/image981.png"/><Relationship Id="rId13" Type="http://schemas.openxmlformats.org/officeDocument/2006/relationships/image" Target="../media/image1041.png"/><Relationship Id="rId3" Type="http://schemas.openxmlformats.org/officeDocument/2006/relationships/image" Target="../media/image976.png"/><Relationship Id="rId7" Type="http://schemas.openxmlformats.org/officeDocument/2006/relationships/image" Target="../media/image980.png"/><Relationship Id="rId12" Type="http://schemas.openxmlformats.org/officeDocument/2006/relationships/image" Target="../media/image10060.png"/><Relationship Id="rId2" Type="http://schemas.openxmlformats.org/officeDocument/2006/relationships/image" Target="../media/image975.png"/><Relationship Id="rId16" Type="http://schemas.openxmlformats.org/officeDocument/2006/relationships/image" Target="../media/image1044.png"/><Relationship Id="rId1" Type="http://schemas.openxmlformats.org/officeDocument/2006/relationships/slideLayout" Target="../slideLayouts/slideLayout2.xml"/><Relationship Id="rId6" Type="http://schemas.openxmlformats.org/officeDocument/2006/relationships/image" Target="../media/image1038.png"/><Relationship Id="rId11" Type="http://schemas.openxmlformats.org/officeDocument/2006/relationships/image" Target="../media/image1040.png"/><Relationship Id="rId5" Type="http://schemas.openxmlformats.org/officeDocument/2006/relationships/image" Target="../media/image978.png"/><Relationship Id="rId15" Type="http://schemas.openxmlformats.org/officeDocument/2006/relationships/image" Target="../media/image1043.png"/><Relationship Id="rId10" Type="http://schemas.openxmlformats.org/officeDocument/2006/relationships/image" Target="../media/image1039.png"/><Relationship Id="rId4" Type="http://schemas.openxmlformats.org/officeDocument/2006/relationships/image" Target="../media/image977.png"/><Relationship Id="rId9" Type="http://schemas.openxmlformats.org/officeDocument/2006/relationships/image" Target="../media/image982.png"/><Relationship Id="rId14" Type="http://schemas.openxmlformats.org/officeDocument/2006/relationships/image" Target="../media/image1042.png"/></Relationships>
</file>

<file path=ppt/slides/_rels/slide243.xml.rels><?xml version="1.0" encoding="UTF-8" standalone="yes"?>
<Relationships xmlns="http://schemas.openxmlformats.org/package/2006/relationships"><Relationship Id="rId3" Type="http://schemas.openxmlformats.org/officeDocument/2006/relationships/image" Target="../media/image1046.png"/><Relationship Id="rId2" Type="http://schemas.openxmlformats.org/officeDocument/2006/relationships/image" Target="../media/image1045.png"/><Relationship Id="rId1" Type="http://schemas.openxmlformats.org/officeDocument/2006/relationships/slideLayout" Target="../slideLayouts/slideLayout2.xml"/><Relationship Id="rId6" Type="http://schemas.openxmlformats.org/officeDocument/2006/relationships/image" Target="../media/image1030.png"/><Relationship Id="rId5" Type="http://schemas.openxmlformats.org/officeDocument/2006/relationships/image" Target="../media/image1047.png"/><Relationship Id="rId4" Type="http://schemas.openxmlformats.org/officeDocument/2006/relationships/image" Target="../media/image1029.png"/></Relationships>
</file>

<file path=ppt/slides/_rels/slide244.xml.rels><?xml version="1.0" encoding="UTF-8" standalone="yes"?>
<Relationships xmlns="http://schemas.openxmlformats.org/package/2006/relationships"><Relationship Id="rId8" Type="http://schemas.openxmlformats.org/officeDocument/2006/relationships/image" Target="../media/image1054.png"/><Relationship Id="rId3" Type="http://schemas.openxmlformats.org/officeDocument/2006/relationships/image" Target="../media/image1049.png"/><Relationship Id="rId7" Type="http://schemas.openxmlformats.org/officeDocument/2006/relationships/image" Target="../media/image1053.png"/><Relationship Id="rId2" Type="http://schemas.openxmlformats.org/officeDocument/2006/relationships/image" Target="../media/image1048.png"/><Relationship Id="rId1" Type="http://schemas.openxmlformats.org/officeDocument/2006/relationships/slideLayout" Target="../slideLayouts/slideLayout2.xml"/><Relationship Id="rId6" Type="http://schemas.openxmlformats.org/officeDocument/2006/relationships/image" Target="../media/image1052.png"/><Relationship Id="rId5" Type="http://schemas.openxmlformats.org/officeDocument/2006/relationships/image" Target="../media/image1051.png"/><Relationship Id="rId4" Type="http://schemas.openxmlformats.org/officeDocument/2006/relationships/image" Target="../media/image1050.png"/></Relationships>
</file>

<file path=ppt/slides/_rels/slide245.xml.rels><?xml version="1.0" encoding="UTF-8" standalone="yes"?>
<Relationships xmlns="http://schemas.openxmlformats.org/package/2006/relationships"><Relationship Id="rId8" Type="http://schemas.openxmlformats.org/officeDocument/2006/relationships/image" Target="../media/image981.png"/><Relationship Id="rId13" Type="http://schemas.openxmlformats.org/officeDocument/2006/relationships/image" Target="../media/image1058.png"/><Relationship Id="rId3" Type="http://schemas.openxmlformats.org/officeDocument/2006/relationships/image" Target="../media/image976.png"/><Relationship Id="rId7" Type="http://schemas.openxmlformats.org/officeDocument/2006/relationships/image" Target="../media/image980.png"/><Relationship Id="rId12" Type="http://schemas.openxmlformats.org/officeDocument/2006/relationships/image" Target="../media/image1057.png"/><Relationship Id="rId17" Type="http://schemas.openxmlformats.org/officeDocument/2006/relationships/image" Target="../media/image1062.png"/><Relationship Id="rId2" Type="http://schemas.openxmlformats.org/officeDocument/2006/relationships/image" Target="../media/image975.png"/><Relationship Id="rId16" Type="http://schemas.openxmlformats.org/officeDocument/2006/relationships/image" Target="../media/image1061.png"/><Relationship Id="rId1" Type="http://schemas.openxmlformats.org/officeDocument/2006/relationships/slideLayout" Target="../slideLayouts/slideLayout2.xml"/><Relationship Id="rId6" Type="http://schemas.openxmlformats.org/officeDocument/2006/relationships/image" Target="../media/image1038.png"/><Relationship Id="rId11" Type="http://schemas.openxmlformats.org/officeDocument/2006/relationships/image" Target="../media/image1056.png"/><Relationship Id="rId5" Type="http://schemas.openxmlformats.org/officeDocument/2006/relationships/image" Target="../media/image978.png"/><Relationship Id="rId15" Type="http://schemas.openxmlformats.org/officeDocument/2006/relationships/image" Target="../media/image1060.png"/><Relationship Id="rId10" Type="http://schemas.openxmlformats.org/officeDocument/2006/relationships/image" Target="../media/image1055.png"/><Relationship Id="rId4" Type="http://schemas.openxmlformats.org/officeDocument/2006/relationships/image" Target="../media/image977.png"/><Relationship Id="rId9" Type="http://schemas.openxmlformats.org/officeDocument/2006/relationships/image" Target="../media/image982.png"/><Relationship Id="rId14" Type="http://schemas.openxmlformats.org/officeDocument/2006/relationships/image" Target="../media/image1059.png"/></Relationships>
</file>

<file path=ppt/slides/_rels/slide246.xml.rels><?xml version="1.0" encoding="UTF-8" standalone="yes"?>
<Relationships xmlns="http://schemas.openxmlformats.org/package/2006/relationships"><Relationship Id="rId3" Type="http://schemas.openxmlformats.org/officeDocument/2006/relationships/image" Target="../media/image1064.png"/><Relationship Id="rId2" Type="http://schemas.openxmlformats.org/officeDocument/2006/relationships/image" Target="../media/image1063.png"/><Relationship Id="rId1" Type="http://schemas.openxmlformats.org/officeDocument/2006/relationships/slideLayout" Target="../slideLayouts/slideLayout2.xml"/><Relationship Id="rId6" Type="http://schemas.openxmlformats.org/officeDocument/2006/relationships/image" Target="../media/image1030.png"/><Relationship Id="rId5" Type="http://schemas.openxmlformats.org/officeDocument/2006/relationships/image" Target="../media/image1047.png"/><Relationship Id="rId4" Type="http://schemas.openxmlformats.org/officeDocument/2006/relationships/image" Target="../media/image1029.png"/></Relationships>
</file>

<file path=ppt/slides/_rels/slide247.xml.rels><?xml version="1.0" encoding="UTF-8" standalone="yes"?>
<Relationships xmlns="http://schemas.openxmlformats.org/package/2006/relationships"><Relationship Id="rId8" Type="http://schemas.openxmlformats.org/officeDocument/2006/relationships/image" Target="../media/image10380.png"/><Relationship Id="rId13" Type="http://schemas.openxmlformats.org/officeDocument/2006/relationships/image" Target="../media/image9870.png"/><Relationship Id="rId18" Type="http://schemas.openxmlformats.org/officeDocument/2006/relationships/image" Target="../media/image10410.png"/><Relationship Id="rId3" Type="http://schemas.openxmlformats.org/officeDocument/2006/relationships/image" Target="../media/image9780.png"/><Relationship Id="rId21" Type="http://schemas.openxmlformats.org/officeDocument/2006/relationships/image" Target="../media/image10430.png"/><Relationship Id="rId7" Type="http://schemas.openxmlformats.org/officeDocument/2006/relationships/image" Target="../media/image9820.png"/><Relationship Id="rId12" Type="http://schemas.openxmlformats.org/officeDocument/2006/relationships/image" Target="../media/image10400.png"/><Relationship Id="rId17" Type="http://schemas.openxmlformats.org/officeDocument/2006/relationships/image" Target="../media/image9920.png"/><Relationship Id="rId2" Type="http://schemas.openxmlformats.org/officeDocument/2006/relationships/image" Target="../media/image9770.png"/><Relationship Id="rId16" Type="http://schemas.openxmlformats.org/officeDocument/2006/relationships/image" Target="../media/image9910.png"/><Relationship Id="rId20" Type="http://schemas.openxmlformats.org/officeDocument/2006/relationships/image" Target="../media/image10420.png"/><Relationship Id="rId1" Type="http://schemas.openxmlformats.org/officeDocument/2006/relationships/slideLayout" Target="../slideLayouts/slideLayout2.xml"/><Relationship Id="rId6" Type="http://schemas.openxmlformats.org/officeDocument/2006/relationships/image" Target="../media/image1065.png"/><Relationship Id="rId11" Type="http://schemas.openxmlformats.org/officeDocument/2006/relationships/image" Target="../media/image10390.png"/><Relationship Id="rId24" Type="http://schemas.openxmlformats.org/officeDocument/2006/relationships/image" Target="../media/image10460.png"/><Relationship Id="rId5" Type="http://schemas.openxmlformats.org/officeDocument/2006/relationships/image" Target="../media/image9800.png"/><Relationship Id="rId23" Type="http://schemas.openxmlformats.org/officeDocument/2006/relationships/image" Target="../media/image10450.png"/><Relationship Id="rId10" Type="http://schemas.openxmlformats.org/officeDocument/2006/relationships/image" Target="../media/image9830.png"/><Relationship Id="rId19" Type="http://schemas.openxmlformats.org/officeDocument/2006/relationships/image" Target="../media/image9890.png"/><Relationship Id="rId4" Type="http://schemas.openxmlformats.org/officeDocument/2006/relationships/image" Target="../media/image9790.png"/><Relationship Id="rId14" Type="http://schemas.openxmlformats.org/officeDocument/2006/relationships/image" Target="../media/image9880.png"/><Relationship Id="rId22" Type="http://schemas.openxmlformats.org/officeDocument/2006/relationships/image" Target="../media/image10440.png"/></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9.xml.rels><?xml version="1.0" encoding="UTF-8" standalone="yes"?>
<Relationships xmlns="http://schemas.openxmlformats.org/package/2006/relationships"><Relationship Id="rId2" Type="http://schemas.openxmlformats.org/officeDocument/2006/relationships/image" Target="../media/image245.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6D125B39-4795-4BA6-B9B5-11FFCFC98439}"/>
              </a:ext>
            </a:extLst>
          </p:cNvPr>
          <p:cNvSpPr>
            <a:spLocks noGrp="1"/>
          </p:cNvSpPr>
          <p:nvPr>
            <p:ph type="ctrTitle"/>
          </p:nvPr>
        </p:nvSpPr>
        <p:spPr>
          <a:xfrm>
            <a:off x="559490" y="1122364"/>
            <a:ext cx="8201052" cy="2578780"/>
          </a:xfrm>
        </p:spPr>
        <p:txBody>
          <a:bodyPr/>
          <a:lstStyle/>
          <a:p>
            <a:r>
              <a:rPr lang="en-US" dirty="0"/>
              <a:t>Unit: 4</a:t>
            </a:r>
            <a:br>
              <a:rPr lang="en-US" dirty="0"/>
            </a:br>
            <a:r>
              <a:rPr lang="en-IN" dirty="0"/>
              <a:t>Inferential Statistics – I</a:t>
            </a:r>
            <a:endParaRPr lang="en-US" dirty="0"/>
          </a:p>
        </p:txBody>
      </p:sp>
      <p:sp>
        <p:nvSpPr>
          <p:cNvPr id="2" name="Text Placeholder 1">
            <a:extLst>
              <a:ext uri="{FF2B5EF4-FFF2-40B4-BE49-F238E27FC236}">
                <a16:creationId xmlns:a16="http://schemas.microsoft.com/office/drawing/2014/main" id="{F12C6FA8-76F5-4F55-873C-76674E986E27}"/>
              </a:ext>
            </a:extLst>
          </p:cNvPr>
          <p:cNvSpPr>
            <a:spLocks noGrp="1"/>
          </p:cNvSpPr>
          <p:nvPr>
            <p:ph type="body" sz="quarter" idx="16"/>
          </p:nvPr>
        </p:nvSpPr>
        <p:spPr>
          <a:xfrm>
            <a:off x="2581756" y="20384"/>
            <a:ext cx="4646358" cy="734653"/>
          </a:xfrm>
        </p:spPr>
        <p:txBody>
          <a:bodyPr/>
          <a:lstStyle/>
          <a:p>
            <a:r>
              <a:rPr lang="en-US" dirty="0"/>
              <a:t>Probability &amp; Statistics</a:t>
            </a:r>
            <a:r>
              <a:rPr lang="en-IN" dirty="0"/>
              <a:t> (P&amp;S)</a:t>
            </a:r>
          </a:p>
          <a:p>
            <a:r>
              <a:rPr lang="en-IN" dirty="0"/>
              <a:t>DU # 2301HS402</a:t>
            </a:r>
          </a:p>
        </p:txBody>
      </p:sp>
      <p:sp>
        <p:nvSpPr>
          <p:cNvPr id="6" name="Text Placeholder 5">
            <a:extLst>
              <a:ext uri="{FF2B5EF4-FFF2-40B4-BE49-F238E27FC236}">
                <a16:creationId xmlns:a16="http://schemas.microsoft.com/office/drawing/2014/main" id="{E47C3F11-DC2E-DDA3-529B-9A9A265012EB}"/>
              </a:ext>
            </a:extLst>
          </p:cNvPr>
          <p:cNvSpPr>
            <a:spLocks noGrp="1"/>
          </p:cNvSpPr>
          <p:nvPr>
            <p:ph type="body" sz="quarter" idx="11"/>
          </p:nvPr>
        </p:nvSpPr>
        <p:spPr/>
        <p:txBody>
          <a:bodyPr/>
          <a:lstStyle/>
          <a:p>
            <a:r>
              <a:rPr lang="en-US" dirty="0"/>
              <a:t>prashant.bakotiya@darshan.ac.in</a:t>
            </a:r>
            <a:endParaRPr lang="en-IN" dirty="0"/>
          </a:p>
        </p:txBody>
      </p:sp>
      <p:sp>
        <p:nvSpPr>
          <p:cNvPr id="7" name="Text Placeholder 6">
            <a:extLst>
              <a:ext uri="{FF2B5EF4-FFF2-40B4-BE49-F238E27FC236}">
                <a16:creationId xmlns:a16="http://schemas.microsoft.com/office/drawing/2014/main" id="{4A8B01E8-5DE5-0F8F-DFB6-8D2388299AAB}"/>
              </a:ext>
            </a:extLst>
          </p:cNvPr>
          <p:cNvSpPr>
            <a:spLocks noGrp="1"/>
          </p:cNvSpPr>
          <p:nvPr>
            <p:ph type="body" sz="quarter" idx="12"/>
          </p:nvPr>
        </p:nvSpPr>
        <p:spPr/>
        <p:txBody>
          <a:bodyPr/>
          <a:lstStyle/>
          <a:p>
            <a:r>
              <a:rPr lang="en-US" dirty="0"/>
              <a:t>9979421867</a:t>
            </a:r>
            <a:endParaRPr lang="en-IN" dirty="0"/>
          </a:p>
        </p:txBody>
      </p:sp>
      <p:sp>
        <p:nvSpPr>
          <p:cNvPr id="8" name="Text Placeholder 7">
            <a:extLst>
              <a:ext uri="{FF2B5EF4-FFF2-40B4-BE49-F238E27FC236}">
                <a16:creationId xmlns:a16="http://schemas.microsoft.com/office/drawing/2014/main" id="{52C07383-B186-CF18-3DF3-34CEC85DB5A1}"/>
              </a:ext>
            </a:extLst>
          </p:cNvPr>
          <p:cNvSpPr>
            <a:spLocks noGrp="1"/>
          </p:cNvSpPr>
          <p:nvPr>
            <p:ph type="body" sz="quarter" idx="13"/>
          </p:nvPr>
        </p:nvSpPr>
        <p:spPr/>
        <p:txBody>
          <a:bodyPr/>
          <a:lstStyle/>
          <a:p>
            <a:r>
              <a:rPr lang="en-US" dirty="0"/>
              <a:t>Department of Humanities and Science</a:t>
            </a:r>
            <a:endParaRPr lang="en-IN" dirty="0"/>
          </a:p>
        </p:txBody>
      </p:sp>
      <p:sp>
        <p:nvSpPr>
          <p:cNvPr id="9" name="Text Placeholder 8">
            <a:extLst>
              <a:ext uri="{FF2B5EF4-FFF2-40B4-BE49-F238E27FC236}">
                <a16:creationId xmlns:a16="http://schemas.microsoft.com/office/drawing/2014/main" id="{7CDF3BCD-A033-E308-3437-C03B179AF910}"/>
              </a:ext>
            </a:extLst>
          </p:cNvPr>
          <p:cNvSpPr>
            <a:spLocks noGrp="1"/>
          </p:cNvSpPr>
          <p:nvPr>
            <p:ph type="body" sz="quarter" idx="14"/>
          </p:nvPr>
        </p:nvSpPr>
        <p:spPr/>
        <p:txBody>
          <a:bodyPr/>
          <a:lstStyle/>
          <a:p>
            <a:r>
              <a:rPr lang="en-US" dirty="0"/>
              <a:t>Prof. Prashant Bakotiya</a:t>
            </a:r>
            <a:endParaRPr lang="en-IN" dirty="0"/>
          </a:p>
        </p:txBody>
      </p:sp>
      <p:pic>
        <p:nvPicPr>
          <p:cNvPr id="11" name="Picture Placeholder 10">
            <a:extLst>
              <a:ext uri="{FF2B5EF4-FFF2-40B4-BE49-F238E27FC236}">
                <a16:creationId xmlns:a16="http://schemas.microsoft.com/office/drawing/2014/main" id="{923B9BAE-DB1E-6701-F72C-39148C7DAA10}"/>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a:stretch>
            <a:fillRect/>
          </a:stretch>
        </p:blipFill>
        <p:spPr/>
      </p:pic>
    </p:spTree>
    <p:extLst>
      <p:ext uri="{BB962C8B-B14F-4D97-AF65-F5344CB8AC3E}">
        <p14:creationId xmlns:p14="http://schemas.microsoft.com/office/powerpoint/2010/main" val="12732609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2E988DA4-0944-4E8D-969E-D57D8844DC17}"/>
              </a:ext>
            </a:extLst>
          </p:cNvPr>
          <p:cNvCxnSpPr>
            <a:cxnSpLocks/>
            <a:endCxn id="15" idx="0"/>
          </p:cNvCxnSpPr>
          <p:nvPr/>
        </p:nvCxnSpPr>
        <p:spPr>
          <a:xfrm>
            <a:off x="1191446" y="0"/>
            <a:ext cx="0" cy="51145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854CD797-DE29-41C7-B2F5-D10F1D62CC82}"/>
              </a:ext>
            </a:extLst>
          </p:cNvPr>
          <p:cNvSpPr/>
          <p:nvPr/>
        </p:nvSpPr>
        <p:spPr>
          <a:xfrm>
            <a:off x="954165" y="51145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16" name="TextBox 15">
            <a:extLst>
              <a:ext uri="{FF2B5EF4-FFF2-40B4-BE49-F238E27FC236}">
                <a16:creationId xmlns:a16="http://schemas.microsoft.com/office/drawing/2014/main" id="{0CA37DD2-AB22-447A-B018-EB2E669A682A}"/>
              </a:ext>
            </a:extLst>
          </p:cNvPr>
          <p:cNvSpPr txBox="1"/>
          <p:nvPr/>
        </p:nvSpPr>
        <p:spPr>
          <a:xfrm>
            <a:off x="1527893" y="54868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17" name="Straight Connector 16">
            <a:extLst>
              <a:ext uri="{FF2B5EF4-FFF2-40B4-BE49-F238E27FC236}">
                <a16:creationId xmlns:a16="http://schemas.microsoft.com/office/drawing/2014/main" id="{4F59A2A3-AF1C-4060-BA07-51DF9E55FE5F}"/>
              </a:ext>
            </a:extLst>
          </p:cNvPr>
          <p:cNvCxnSpPr>
            <a:cxnSpLocks/>
          </p:cNvCxnSpPr>
          <p:nvPr/>
        </p:nvCxnSpPr>
        <p:spPr>
          <a:xfrm>
            <a:off x="1191446" y="986017"/>
            <a:ext cx="0" cy="493776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273DE0D8-BF47-4896-BF8F-200F546123CB}"/>
              </a:ext>
            </a:extLst>
          </p:cNvPr>
          <p:cNvSpPr txBox="1"/>
          <p:nvPr/>
        </p:nvSpPr>
        <p:spPr>
          <a:xfrm>
            <a:off x="1458964" y="560256"/>
            <a:ext cx="6412333" cy="6201698"/>
          </a:xfrm>
          <a:prstGeom prst="rect">
            <a:avLst/>
          </a:prstGeom>
          <a:noFill/>
        </p:spPr>
        <p:txBody>
          <a:bodyPr wrap="none" rtlCol="0">
            <a:spAutoFit/>
          </a:bodyPr>
          <a:lstStyle/>
          <a:p>
            <a:r>
              <a:rPr lang="en-US" sz="2800" b="1" dirty="0">
                <a:solidFill>
                  <a:srgbClr val="FF0000"/>
                </a:solidFill>
              </a:rPr>
              <a:t>Topics of Unit 4</a:t>
            </a:r>
          </a:p>
          <a:p>
            <a:pPr marL="914400" lvl="1" indent="-457200">
              <a:lnSpc>
                <a:spcPct val="150000"/>
              </a:lnSpc>
              <a:spcBef>
                <a:spcPts val="600"/>
              </a:spcBef>
              <a:buFont typeface="Wingdings" panose="05000000000000000000" pitchFamily="2" charset="2"/>
              <a:buChar char="§"/>
            </a:pPr>
            <a:r>
              <a:rPr lang="en-US" sz="2400" b="1" u="sng" dirty="0">
                <a:solidFill>
                  <a:srgbClr val="002060"/>
                </a:solidFill>
              </a:rPr>
              <a:t>Correlation &amp; Regression:</a:t>
            </a:r>
            <a:r>
              <a:rPr lang="en-US" sz="2400" b="1" dirty="0">
                <a:solidFill>
                  <a:srgbClr val="002060"/>
                </a:solidFill>
              </a:rPr>
              <a:t> </a:t>
            </a:r>
          </a:p>
          <a:p>
            <a:pPr marL="1371600" lvl="2" indent="-457200">
              <a:lnSpc>
                <a:spcPct val="150000"/>
              </a:lnSpc>
              <a:spcBef>
                <a:spcPts val="600"/>
              </a:spcBef>
              <a:buFont typeface="Wingdings" panose="05000000000000000000" pitchFamily="2" charset="2"/>
              <a:buChar char="§"/>
            </a:pPr>
            <a:r>
              <a:rPr lang="en-US" sz="2400" dirty="0">
                <a:solidFill>
                  <a:srgbClr val="002060"/>
                </a:solidFill>
              </a:rPr>
              <a:t>Correlation Co-Efficient</a:t>
            </a:r>
          </a:p>
          <a:p>
            <a:pPr marL="1371600" lvl="2" indent="-457200">
              <a:lnSpc>
                <a:spcPct val="150000"/>
              </a:lnSpc>
              <a:spcBef>
                <a:spcPts val="600"/>
              </a:spcBef>
              <a:buFont typeface="Wingdings" panose="05000000000000000000" pitchFamily="2" charset="2"/>
              <a:buChar char="§"/>
            </a:pPr>
            <a:r>
              <a:rPr lang="en-US" sz="2400" dirty="0">
                <a:solidFill>
                  <a:srgbClr val="002060"/>
                </a:solidFill>
              </a:rPr>
              <a:t>Rank Correlation Co-Efficient</a:t>
            </a:r>
          </a:p>
          <a:p>
            <a:pPr marL="1371600" lvl="2" indent="-457200">
              <a:lnSpc>
                <a:spcPct val="150000"/>
              </a:lnSpc>
              <a:spcBef>
                <a:spcPts val="600"/>
              </a:spcBef>
              <a:buFont typeface="Wingdings" panose="05000000000000000000" pitchFamily="2" charset="2"/>
              <a:buChar char="§"/>
            </a:pPr>
            <a:r>
              <a:rPr lang="en-US" sz="2400" dirty="0">
                <a:solidFill>
                  <a:srgbClr val="002060"/>
                </a:solidFill>
              </a:rPr>
              <a:t>Linear Regression</a:t>
            </a:r>
          </a:p>
          <a:p>
            <a:pPr marL="1371600" lvl="2" indent="-457200">
              <a:lnSpc>
                <a:spcPct val="150000"/>
              </a:lnSpc>
              <a:spcBef>
                <a:spcPts val="600"/>
              </a:spcBef>
              <a:buFont typeface="Wingdings" panose="05000000000000000000" pitchFamily="2" charset="2"/>
              <a:buChar char="§"/>
            </a:pPr>
            <a:r>
              <a:rPr lang="en-US" sz="2400" dirty="0">
                <a:solidFill>
                  <a:srgbClr val="002060"/>
                </a:solidFill>
              </a:rPr>
              <a:t>Curve Fitting (Least Square Method)</a:t>
            </a:r>
          </a:p>
          <a:p>
            <a:pPr marL="914400" lvl="1" indent="-457200">
              <a:lnSpc>
                <a:spcPct val="150000"/>
              </a:lnSpc>
              <a:spcBef>
                <a:spcPts val="600"/>
              </a:spcBef>
              <a:buFont typeface="Wingdings" panose="05000000000000000000" pitchFamily="2" charset="2"/>
              <a:buChar char="§"/>
            </a:pPr>
            <a:r>
              <a:rPr lang="en-US" sz="2400" b="1" u="sng" dirty="0">
                <a:solidFill>
                  <a:srgbClr val="002060"/>
                </a:solidFill>
              </a:rPr>
              <a:t>Hypothesis Testing:</a:t>
            </a:r>
            <a:r>
              <a:rPr lang="en-US" sz="2400" b="1" dirty="0">
                <a:solidFill>
                  <a:srgbClr val="002060"/>
                </a:solidFill>
              </a:rPr>
              <a:t> </a:t>
            </a:r>
          </a:p>
          <a:p>
            <a:pPr marL="1371600" lvl="2" indent="-457200">
              <a:lnSpc>
                <a:spcPct val="150000"/>
              </a:lnSpc>
              <a:spcBef>
                <a:spcPts val="600"/>
              </a:spcBef>
              <a:buFont typeface="Wingdings" panose="05000000000000000000" pitchFamily="2" charset="2"/>
              <a:buChar char="§"/>
            </a:pPr>
            <a:r>
              <a:rPr lang="en-US" sz="2400" dirty="0">
                <a:solidFill>
                  <a:srgbClr val="002060"/>
                </a:solidFill>
              </a:rPr>
              <a:t>Types of Sampling</a:t>
            </a:r>
          </a:p>
          <a:p>
            <a:pPr marL="1371600" lvl="2" indent="-457200">
              <a:lnSpc>
                <a:spcPct val="150000"/>
              </a:lnSpc>
              <a:spcBef>
                <a:spcPts val="600"/>
              </a:spcBef>
              <a:buFont typeface="Wingdings" panose="05000000000000000000" pitchFamily="2" charset="2"/>
              <a:buChar char="§"/>
            </a:pPr>
            <a:r>
              <a:rPr lang="en-US" sz="2400" dirty="0">
                <a:solidFill>
                  <a:srgbClr val="002060"/>
                </a:solidFill>
              </a:rPr>
              <a:t>Parameter and Statistic</a:t>
            </a:r>
          </a:p>
          <a:p>
            <a:pPr marL="1371600" lvl="2" indent="-457200">
              <a:lnSpc>
                <a:spcPct val="150000"/>
              </a:lnSpc>
              <a:spcBef>
                <a:spcPts val="600"/>
              </a:spcBef>
              <a:buFont typeface="Wingdings" panose="05000000000000000000" pitchFamily="2" charset="2"/>
              <a:buChar char="§"/>
            </a:pPr>
            <a:r>
              <a:rPr lang="en-US" sz="2400" dirty="0">
                <a:solidFill>
                  <a:srgbClr val="002060"/>
                </a:solidFill>
              </a:rPr>
              <a:t>Basic Concepts of Tests of Significance</a:t>
            </a:r>
          </a:p>
        </p:txBody>
      </p:sp>
    </p:spTree>
    <p:extLst>
      <p:ext uri="{BB962C8B-B14F-4D97-AF65-F5344CB8AC3E}">
        <p14:creationId xmlns:p14="http://schemas.microsoft.com/office/powerpoint/2010/main" val="4060919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2E988DA4-0944-4E8D-969E-D57D8844DC17}"/>
              </a:ext>
            </a:extLst>
          </p:cNvPr>
          <p:cNvCxnSpPr>
            <a:cxnSpLocks/>
            <a:endCxn id="15" idx="0"/>
          </p:cNvCxnSpPr>
          <p:nvPr/>
        </p:nvCxnSpPr>
        <p:spPr>
          <a:xfrm>
            <a:off x="1191446" y="0"/>
            <a:ext cx="0" cy="51145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854CD797-DE29-41C7-B2F5-D10F1D62CC82}"/>
              </a:ext>
            </a:extLst>
          </p:cNvPr>
          <p:cNvSpPr/>
          <p:nvPr/>
        </p:nvSpPr>
        <p:spPr>
          <a:xfrm>
            <a:off x="954165" y="51145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16" name="TextBox 15">
            <a:extLst>
              <a:ext uri="{FF2B5EF4-FFF2-40B4-BE49-F238E27FC236}">
                <a16:creationId xmlns:a16="http://schemas.microsoft.com/office/drawing/2014/main" id="{0CA37DD2-AB22-447A-B018-EB2E669A682A}"/>
              </a:ext>
            </a:extLst>
          </p:cNvPr>
          <p:cNvSpPr txBox="1"/>
          <p:nvPr/>
        </p:nvSpPr>
        <p:spPr>
          <a:xfrm>
            <a:off x="1527893" y="54868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17" name="Straight Connector 16">
            <a:extLst>
              <a:ext uri="{FF2B5EF4-FFF2-40B4-BE49-F238E27FC236}">
                <a16:creationId xmlns:a16="http://schemas.microsoft.com/office/drawing/2014/main" id="{4F59A2A3-AF1C-4060-BA07-51DF9E55FE5F}"/>
              </a:ext>
            </a:extLst>
          </p:cNvPr>
          <p:cNvCxnSpPr>
            <a:cxnSpLocks/>
          </p:cNvCxnSpPr>
          <p:nvPr/>
        </p:nvCxnSpPr>
        <p:spPr>
          <a:xfrm>
            <a:off x="1191446" y="986018"/>
            <a:ext cx="0" cy="182880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273DE0D8-BF47-4896-BF8F-200F546123CB}"/>
              </a:ext>
            </a:extLst>
          </p:cNvPr>
          <p:cNvSpPr txBox="1"/>
          <p:nvPr/>
        </p:nvSpPr>
        <p:spPr>
          <a:xfrm>
            <a:off x="1458964" y="560256"/>
            <a:ext cx="6981398" cy="2416046"/>
          </a:xfrm>
          <a:prstGeom prst="rect">
            <a:avLst/>
          </a:prstGeom>
          <a:noFill/>
        </p:spPr>
        <p:txBody>
          <a:bodyPr wrap="none" rtlCol="0">
            <a:spAutoFit/>
          </a:bodyPr>
          <a:lstStyle/>
          <a:p>
            <a:r>
              <a:rPr lang="en-US" sz="2800" b="1" dirty="0">
                <a:solidFill>
                  <a:srgbClr val="FF0000"/>
                </a:solidFill>
              </a:rPr>
              <a:t>Topics of Unit 4 - Continue</a:t>
            </a:r>
          </a:p>
          <a:p>
            <a:pPr marL="914400" lvl="1" indent="-457200">
              <a:lnSpc>
                <a:spcPct val="150000"/>
              </a:lnSpc>
              <a:spcBef>
                <a:spcPts val="600"/>
              </a:spcBef>
              <a:buFont typeface="Wingdings" panose="05000000000000000000" pitchFamily="2" charset="2"/>
              <a:buChar char="§"/>
            </a:pPr>
            <a:r>
              <a:rPr lang="en-US" sz="2400" b="1" u="sng" dirty="0">
                <a:solidFill>
                  <a:srgbClr val="002060"/>
                </a:solidFill>
              </a:rPr>
              <a:t>Hypothesis Testing for Large Samples – I:</a:t>
            </a:r>
          </a:p>
          <a:p>
            <a:pPr marL="1371600" lvl="2" indent="-457200">
              <a:lnSpc>
                <a:spcPct val="150000"/>
              </a:lnSpc>
              <a:spcBef>
                <a:spcPts val="600"/>
              </a:spcBef>
              <a:buFont typeface="Wingdings" panose="05000000000000000000" pitchFamily="2" charset="2"/>
              <a:buChar char="§"/>
            </a:pPr>
            <a:r>
              <a:rPr lang="en-US" sz="2400" dirty="0">
                <a:solidFill>
                  <a:srgbClr val="002060"/>
                </a:solidFill>
              </a:rPr>
              <a:t>Test for Single Proportion</a:t>
            </a:r>
          </a:p>
          <a:p>
            <a:pPr marL="1371600" lvl="2" indent="-457200">
              <a:lnSpc>
                <a:spcPct val="150000"/>
              </a:lnSpc>
              <a:spcBef>
                <a:spcPts val="600"/>
              </a:spcBef>
              <a:buFont typeface="Wingdings" panose="05000000000000000000" pitchFamily="2" charset="2"/>
              <a:buChar char="§"/>
            </a:pPr>
            <a:r>
              <a:rPr lang="en-US" sz="2400" dirty="0">
                <a:solidFill>
                  <a:srgbClr val="002060"/>
                </a:solidFill>
              </a:rPr>
              <a:t>Test for Difference Between Two Proportion</a:t>
            </a:r>
          </a:p>
        </p:txBody>
      </p:sp>
    </p:spTree>
    <p:extLst>
      <p:ext uri="{BB962C8B-B14F-4D97-AF65-F5344CB8AC3E}">
        <p14:creationId xmlns:p14="http://schemas.microsoft.com/office/powerpoint/2010/main" val="1692854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Oval 14">
            <a:extLst>
              <a:ext uri="{FF2B5EF4-FFF2-40B4-BE49-F238E27FC236}">
                <a16:creationId xmlns:a16="http://schemas.microsoft.com/office/drawing/2014/main" id="{854CD797-DE29-41C7-B2F5-D10F1D62CC82}"/>
              </a:ext>
            </a:extLst>
          </p:cNvPr>
          <p:cNvSpPr/>
          <p:nvPr/>
        </p:nvSpPr>
        <p:spPr>
          <a:xfrm>
            <a:off x="954165" y="51145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16" name="TextBox 15">
            <a:extLst>
              <a:ext uri="{FF2B5EF4-FFF2-40B4-BE49-F238E27FC236}">
                <a16:creationId xmlns:a16="http://schemas.microsoft.com/office/drawing/2014/main" id="{0CA37DD2-AB22-447A-B018-EB2E669A682A}"/>
              </a:ext>
            </a:extLst>
          </p:cNvPr>
          <p:cNvSpPr txBox="1"/>
          <p:nvPr/>
        </p:nvSpPr>
        <p:spPr>
          <a:xfrm>
            <a:off x="1527893" y="54868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17" name="Straight Connector 16">
            <a:extLst>
              <a:ext uri="{FF2B5EF4-FFF2-40B4-BE49-F238E27FC236}">
                <a16:creationId xmlns:a16="http://schemas.microsoft.com/office/drawing/2014/main" id="{4F59A2A3-AF1C-4060-BA07-51DF9E55FE5F}"/>
              </a:ext>
            </a:extLst>
          </p:cNvPr>
          <p:cNvCxnSpPr>
            <a:cxnSpLocks/>
          </p:cNvCxnSpPr>
          <p:nvPr/>
        </p:nvCxnSpPr>
        <p:spPr>
          <a:xfrm>
            <a:off x="1191446" y="986018"/>
            <a:ext cx="0" cy="5243332"/>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273DE0D8-BF47-4896-BF8F-200F546123CB}"/>
              </a:ext>
            </a:extLst>
          </p:cNvPr>
          <p:cNvSpPr txBox="1"/>
          <p:nvPr/>
        </p:nvSpPr>
        <p:spPr>
          <a:xfrm>
            <a:off x="1458964" y="560256"/>
            <a:ext cx="6668813" cy="5869299"/>
          </a:xfrm>
          <a:prstGeom prst="rect">
            <a:avLst/>
          </a:prstGeom>
          <a:noFill/>
        </p:spPr>
        <p:txBody>
          <a:bodyPr wrap="none" rtlCol="0">
            <a:spAutoFit/>
          </a:bodyPr>
          <a:lstStyle/>
          <a:p>
            <a:r>
              <a:rPr lang="en-US" sz="2800" b="1" dirty="0">
                <a:solidFill>
                  <a:srgbClr val="FF0000"/>
                </a:solidFill>
              </a:rPr>
              <a:t>Outline of Unit 4</a:t>
            </a:r>
          </a:p>
          <a:p>
            <a:pPr marL="914400" lvl="1" indent="-457200">
              <a:lnSpc>
                <a:spcPct val="140000"/>
              </a:lnSpc>
              <a:spcBef>
                <a:spcPts val="600"/>
              </a:spcBef>
              <a:buFont typeface="Wingdings" panose="05000000000000000000" pitchFamily="2" charset="2"/>
              <a:buChar char="§"/>
            </a:pPr>
            <a:r>
              <a:rPr lang="en-GB" sz="2400" dirty="0">
                <a:solidFill>
                  <a:srgbClr val="002060"/>
                </a:solidFill>
              </a:rPr>
              <a:t>Introduction</a:t>
            </a:r>
          </a:p>
          <a:p>
            <a:pPr marL="914400" lvl="1" indent="-457200">
              <a:lnSpc>
                <a:spcPct val="140000"/>
              </a:lnSpc>
              <a:spcBef>
                <a:spcPts val="600"/>
              </a:spcBef>
              <a:buFont typeface="Wingdings" panose="05000000000000000000" pitchFamily="2" charset="2"/>
              <a:buChar char="§"/>
            </a:pPr>
            <a:r>
              <a:rPr lang="en-GB" sz="2400" dirty="0">
                <a:solidFill>
                  <a:srgbClr val="002060"/>
                </a:solidFill>
              </a:rPr>
              <a:t>Correlation</a:t>
            </a:r>
          </a:p>
          <a:p>
            <a:pPr marL="1371600" lvl="2" indent="-457200">
              <a:lnSpc>
                <a:spcPct val="140000"/>
              </a:lnSpc>
              <a:spcBef>
                <a:spcPts val="600"/>
              </a:spcBef>
              <a:buFont typeface="Wingdings" panose="05000000000000000000" pitchFamily="2" charset="2"/>
              <a:buChar char="§"/>
            </a:pPr>
            <a:r>
              <a:rPr lang="en-US" sz="2400" dirty="0">
                <a:solidFill>
                  <a:srgbClr val="002060"/>
                </a:solidFill>
              </a:rPr>
              <a:t>Karl Pearson’s coefficient of correlation</a:t>
            </a:r>
          </a:p>
          <a:p>
            <a:pPr marL="1371600" lvl="2" indent="-457200">
              <a:lnSpc>
                <a:spcPct val="140000"/>
              </a:lnSpc>
              <a:spcBef>
                <a:spcPts val="600"/>
              </a:spcBef>
              <a:buFont typeface="Wingdings" panose="05000000000000000000" pitchFamily="2" charset="2"/>
              <a:buChar char="§"/>
            </a:pPr>
            <a:r>
              <a:rPr lang="en-US" sz="2400" dirty="0">
                <a:solidFill>
                  <a:srgbClr val="002060"/>
                </a:solidFill>
              </a:rPr>
              <a:t>Spearman’s coefficient of rank correlation</a:t>
            </a:r>
          </a:p>
          <a:p>
            <a:pPr marL="914400" lvl="1" indent="-457200">
              <a:lnSpc>
                <a:spcPct val="140000"/>
              </a:lnSpc>
              <a:spcBef>
                <a:spcPts val="600"/>
              </a:spcBef>
              <a:buFont typeface="Wingdings" panose="05000000000000000000" pitchFamily="2" charset="2"/>
              <a:buChar char="§"/>
            </a:pPr>
            <a:r>
              <a:rPr lang="en-GB" sz="2400" dirty="0">
                <a:solidFill>
                  <a:srgbClr val="002060"/>
                </a:solidFill>
              </a:rPr>
              <a:t>Regression</a:t>
            </a:r>
          </a:p>
          <a:p>
            <a:pPr marL="1371600" lvl="2" indent="-457200">
              <a:lnSpc>
                <a:spcPct val="140000"/>
              </a:lnSpc>
              <a:spcBef>
                <a:spcPts val="600"/>
              </a:spcBef>
              <a:buFont typeface="Wingdings" panose="05000000000000000000" pitchFamily="2" charset="2"/>
              <a:buChar char="§"/>
            </a:pPr>
            <a:r>
              <a:rPr lang="en-GB" sz="2400" dirty="0">
                <a:solidFill>
                  <a:srgbClr val="002060"/>
                </a:solidFill>
              </a:rPr>
              <a:t>Linear Regression</a:t>
            </a:r>
          </a:p>
          <a:p>
            <a:pPr marL="914400" lvl="1" indent="-457200">
              <a:lnSpc>
                <a:spcPct val="140000"/>
              </a:lnSpc>
              <a:spcBef>
                <a:spcPts val="600"/>
              </a:spcBef>
              <a:buFont typeface="Wingdings" panose="05000000000000000000" pitchFamily="2" charset="2"/>
              <a:buChar char="§"/>
            </a:pPr>
            <a:r>
              <a:rPr lang="en-GB" sz="2400" dirty="0">
                <a:solidFill>
                  <a:srgbClr val="002060"/>
                </a:solidFill>
              </a:rPr>
              <a:t>Curve Fitting</a:t>
            </a:r>
          </a:p>
          <a:p>
            <a:pPr marL="1371600" lvl="2" indent="-457200">
              <a:lnSpc>
                <a:spcPct val="140000"/>
              </a:lnSpc>
              <a:spcBef>
                <a:spcPts val="600"/>
              </a:spcBef>
              <a:buFont typeface="Wingdings" panose="05000000000000000000" pitchFamily="2" charset="2"/>
              <a:buChar char="§"/>
            </a:pPr>
            <a:r>
              <a:rPr lang="en-GB" sz="2400" dirty="0">
                <a:solidFill>
                  <a:srgbClr val="002060"/>
                </a:solidFill>
              </a:rPr>
              <a:t>Straight Line</a:t>
            </a:r>
          </a:p>
          <a:p>
            <a:pPr marL="1371600" lvl="2" indent="-457200">
              <a:lnSpc>
                <a:spcPct val="140000"/>
              </a:lnSpc>
              <a:spcBef>
                <a:spcPts val="600"/>
              </a:spcBef>
              <a:buFont typeface="Wingdings" panose="05000000000000000000" pitchFamily="2" charset="2"/>
              <a:buChar char="§"/>
            </a:pPr>
            <a:r>
              <a:rPr lang="en-GB" sz="2400" dirty="0">
                <a:solidFill>
                  <a:srgbClr val="002060"/>
                </a:solidFill>
              </a:rPr>
              <a:t>Parabola</a:t>
            </a:r>
          </a:p>
        </p:txBody>
      </p:sp>
      <p:cxnSp>
        <p:nvCxnSpPr>
          <p:cNvPr id="7" name="Straight Connector 6">
            <a:extLst>
              <a:ext uri="{FF2B5EF4-FFF2-40B4-BE49-F238E27FC236}">
                <a16:creationId xmlns:a16="http://schemas.microsoft.com/office/drawing/2014/main" id="{260783CB-CD6F-42CF-8BA5-118F6020C29C}"/>
              </a:ext>
            </a:extLst>
          </p:cNvPr>
          <p:cNvCxnSpPr>
            <a:cxnSpLocks/>
          </p:cNvCxnSpPr>
          <p:nvPr/>
        </p:nvCxnSpPr>
        <p:spPr>
          <a:xfrm>
            <a:off x="1191446" y="0"/>
            <a:ext cx="0" cy="51145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7980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5"/>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8"/>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337C8-3C27-48C7-2BA4-4DFB8D564150}"/>
            </a:ext>
          </a:extLst>
        </p:cNvPr>
        <p:cNvGrpSpPr/>
        <p:nvPr/>
      </p:nvGrpSpPr>
      <p:grpSpPr>
        <a:xfrm>
          <a:off x="0" y="0"/>
          <a:ext cx="0" cy="0"/>
          <a:chOff x="0" y="0"/>
          <a:chExt cx="0" cy="0"/>
        </a:xfrm>
      </p:grpSpPr>
      <p:sp>
        <p:nvSpPr>
          <p:cNvPr id="15" name="Oval 14">
            <a:extLst>
              <a:ext uri="{FF2B5EF4-FFF2-40B4-BE49-F238E27FC236}">
                <a16:creationId xmlns:a16="http://schemas.microsoft.com/office/drawing/2014/main" id="{DEA971FD-4B6C-18FA-E51A-085BAB1EDE3D}"/>
              </a:ext>
            </a:extLst>
          </p:cNvPr>
          <p:cNvSpPr/>
          <p:nvPr/>
        </p:nvSpPr>
        <p:spPr>
          <a:xfrm>
            <a:off x="954165" y="51145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16" name="TextBox 15">
            <a:extLst>
              <a:ext uri="{FF2B5EF4-FFF2-40B4-BE49-F238E27FC236}">
                <a16:creationId xmlns:a16="http://schemas.microsoft.com/office/drawing/2014/main" id="{B5BD8BCC-5998-ECEC-4311-1BB6B36B2368}"/>
              </a:ext>
            </a:extLst>
          </p:cNvPr>
          <p:cNvSpPr txBox="1"/>
          <p:nvPr/>
        </p:nvSpPr>
        <p:spPr>
          <a:xfrm>
            <a:off x="1527893" y="54868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17" name="Straight Connector 16">
            <a:extLst>
              <a:ext uri="{FF2B5EF4-FFF2-40B4-BE49-F238E27FC236}">
                <a16:creationId xmlns:a16="http://schemas.microsoft.com/office/drawing/2014/main" id="{B6B610AC-E4F7-B7F5-8304-CB85D695ED62}"/>
              </a:ext>
            </a:extLst>
          </p:cNvPr>
          <p:cNvCxnSpPr>
            <a:cxnSpLocks/>
          </p:cNvCxnSpPr>
          <p:nvPr/>
        </p:nvCxnSpPr>
        <p:spPr>
          <a:xfrm>
            <a:off x="1191446" y="986018"/>
            <a:ext cx="0" cy="5243332"/>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133A23A4-126F-F5E9-29DD-F46AD167D429}"/>
              </a:ext>
            </a:extLst>
          </p:cNvPr>
          <p:cNvSpPr txBox="1"/>
          <p:nvPr/>
        </p:nvSpPr>
        <p:spPr>
          <a:xfrm>
            <a:off x="1458964" y="560256"/>
            <a:ext cx="6282489" cy="2289858"/>
          </a:xfrm>
          <a:prstGeom prst="rect">
            <a:avLst/>
          </a:prstGeom>
          <a:noFill/>
        </p:spPr>
        <p:txBody>
          <a:bodyPr wrap="none" rtlCol="0">
            <a:spAutoFit/>
          </a:bodyPr>
          <a:lstStyle/>
          <a:p>
            <a:r>
              <a:rPr lang="en-US" sz="2800" b="1" dirty="0">
                <a:solidFill>
                  <a:srgbClr val="FF0000"/>
                </a:solidFill>
              </a:rPr>
              <a:t>Outline of Unit 4</a:t>
            </a:r>
          </a:p>
          <a:p>
            <a:pPr marL="914400" lvl="1" indent="-457200">
              <a:lnSpc>
                <a:spcPct val="140000"/>
              </a:lnSpc>
              <a:spcBef>
                <a:spcPts val="600"/>
              </a:spcBef>
              <a:buFont typeface="Wingdings" panose="05000000000000000000" pitchFamily="2" charset="2"/>
              <a:buChar char="§"/>
            </a:pPr>
            <a:r>
              <a:rPr lang="en-GB" sz="2400" dirty="0">
                <a:solidFill>
                  <a:srgbClr val="002060"/>
                </a:solidFill>
              </a:rPr>
              <a:t>Hypothesis Testing for Large Sample</a:t>
            </a:r>
          </a:p>
          <a:p>
            <a:pPr marL="1371600" lvl="2" indent="-457200">
              <a:lnSpc>
                <a:spcPct val="150000"/>
              </a:lnSpc>
              <a:spcBef>
                <a:spcPts val="600"/>
              </a:spcBef>
              <a:buFont typeface="Wingdings" panose="05000000000000000000" pitchFamily="2" charset="2"/>
              <a:buChar char="§"/>
            </a:pPr>
            <a:r>
              <a:rPr lang="en-US" sz="2400" dirty="0">
                <a:solidFill>
                  <a:srgbClr val="002060"/>
                </a:solidFill>
              </a:rPr>
              <a:t>Test for Single Proportion</a:t>
            </a:r>
          </a:p>
          <a:p>
            <a:pPr marL="1371600" lvl="2" indent="-457200">
              <a:lnSpc>
                <a:spcPct val="140000"/>
              </a:lnSpc>
              <a:spcBef>
                <a:spcPts val="600"/>
              </a:spcBef>
              <a:buFont typeface="Wingdings" panose="05000000000000000000" pitchFamily="2" charset="2"/>
              <a:buChar char="§"/>
            </a:pPr>
            <a:r>
              <a:rPr lang="en-US" sz="2400" dirty="0">
                <a:solidFill>
                  <a:srgbClr val="002060"/>
                </a:solidFill>
              </a:rPr>
              <a:t>Test for difference between Proportion</a:t>
            </a:r>
          </a:p>
        </p:txBody>
      </p:sp>
      <p:cxnSp>
        <p:nvCxnSpPr>
          <p:cNvPr id="7" name="Straight Connector 6">
            <a:extLst>
              <a:ext uri="{FF2B5EF4-FFF2-40B4-BE49-F238E27FC236}">
                <a16:creationId xmlns:a16="http://schemas.microsoft.com/office/drawing/2014/main" id="{B3A00BE1-CA53-80B1-D8C5-EFCDCD966902}"/>
              </a:ext>
            </a:extLst>
          </p:cNvPr>
          <p:cNvCxnSpPr>
            <a:cxnSpLocks/>
          </p:cNvCxnSpPr>
          <p:nvPr/>
        </p:nvCxnSpPr>
        <p:spPr>
          <a:xfrm>
            <a:off x="1191446" y="0"/>
            <a:ext cx="0" cy="51145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5374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5"/>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8"/>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Introduction</a:t>
            </a:r>
          </a:p>
        </p:txBody>
      </p:sp>
      <p:sp>
        <p:nvSpPr>
          <p:cNvPr id="4" name="Text Placeholder 3">
            <a:extLst>
              <a:ext uri="{FF2B5EF4-FFF2-40B4-BE49-F238E27FC236}">
                <a16:creationId xmlns:a16="http://schemas.microsoft.com/office/drawing/2014/main" id="{4AF66629-F349-43A0-B5A5-A51D2BBB7435}"/>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8792250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E1573B-CA90-43EC-9D0F-B94CEE0772BA}"/>
              </a:ext>
            </a:extLst>
          </p:cNvPr>
          <p:cNvSpPr>
            <a:spLocks noGrp="1"/>
          </p:cNvSpPr>
          <p:nvPr>
            <p:ph type="title"/>
          </p:nvPr>
        </p:nvSpPr>
        <p:spPr/>
        <p:txBody>
          <a:bodyPr/>
          <a:lstStyle/>
          <a:p>
            <a:r>
              <a:rPr lang="en-US" dirty="0"/>
              <a:t>What is Inferential statistics?</a:t>
            </a:r>
          </a:p>
        </p:txBody>
      </p:sp>
      <p:sp>
        <p:nvSpPr>
          <p:cNvPr id="5" name="Content Placeholder 4">
            <a:extLst>
              <a:ext uri="{FF2B5EF4-FFF2-40B4-BE49-F238E27FC236}">
                <a16:creationId xmlns:a16="http://schemas.microsoft.com/office/drawing/2014/main" id="{0346D6E4-2CDF-4CD2-9674-A490F9F9E356}"/>
              </a:ext>
            </a:extLst>
          </p:cNvPr>
          <p:cNvSpPr>
            <a:spLocks noGrp="1"/>
          </p:cNvSpPr>
          <p:nvPr>
            <p:ph idx="1"/>
          </p:nvPr>
        </p:nvSpPr>
        <p:spPr/>
        <p:txBody>
          <a:bodyPr/>
          <a:lstStyle/>
          <a:p>
            <a:pPr>
              <a:spcAft>
                <a:spcPts val="300"/>
              </a:spcAft>
            </a:pPr>
            <a:r>
              <a:rPr lang="en-US" dirty="0"/>
              <a:t>Inferential statistics is a branch of statistics that deals with </a:t>
            </a:r>
            <a:r>
              <a:rPr lang="en-US" dirty="0">
                <a:solidFill>
                  <a:srgbClr val="FF0000"/>
                </a:solidFill>
              </a:rPr>
              <a:t>making inferences</a:t>
            </a:r>
            <a:r>
              <a:rPr lang="en-US" dirty="0"/>
              <a:t> about a population based on a sample of data from that population.</a:t>
            </a:r>
          </a:p>
          <a:p>
            <a:pPr>
              <a:spcAft>
                <a:spcPts val="300"/>
              </a:spcAft>
            </a:pPr>
            <a:r>
              <a:rPr lang="en-US" dirty="0"/>
              <a:t>The goal of inferential statistics is to make generalizations about a </a:t>
            </a:r>
            <a:r>
              <a:rPr lang="en-US" dirty="0">
                <a:solidFill>
                  <a:srgbClr val="FF0000"/>
                </a:solidFill>
              </a:rPr>
              <a:t>larger</a:t>
            </a:r>
            <a:r>
              <a:rPr lang="en-US" dirty="0"/>
              <a:t> </a:t>
            </a:r>
            <a:r>
              <a:rPr lang="en-US" dirty="0">
                <a:solidFill>
                  <a:srgbClr val="FF0000"/>
                </a:solidFill>
              </a:rPr>
              <a:t>group</a:t>
            </a:r>
            <a:r>
              <a:rPr lang="en-US" dirty="0"/>
              <a:t> of individuals or objects based on the characteristics observed in a </a:t>
            </a:r>
            <a:r>
              <a:rPr lang="en-US" dirty="0">
                <a:solidFill>
                  <a:srgbClr val="FF0000"/>
                </a:solidFill>
              </a:rPr>
              <a:t>smaller</a:t>
            </a:r>
            <a:r>
              <a:rPr lang="en-US" dirty="0"/>
              <a:t> </a:t>
            </a:r>
            <a:r>
              <a:rPr lang="en-US" dirty="0">
                <a:solidFill>
                  <a:srgbClr val="FF0000"/>
                </a:solidFill>
              </a:rPr>
              <a:t>sample</a:t>
            </a:r>
            <a:r>
              <a:rPr lang="en-US" dirty="0"/>
              <a:t>.</a:t>
            </a:r>
            <a:endParaRPr lang="en-GB" dirty="0"/>
          </a:p>
        </p:txBody>
      </p:sp>
    </p:spTree>
    <p:extLst>
      <p:ext uri="{BB962C8B-B14F-4D97-AF65-F5344CB8AC3E}">
        <p14:creationId xmlns:p14="http://schemas.microsoft.com/office/powerpoint/2010/main" val="2449393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4294967295"/>
          </p:nvPr>
        </p:nvPicPr>
        <p:blipFill rotWithShape="1">
          <a:blip r:embed="rId2"/>
          <a:srcRect l="8462" t="2821" r="9652" b="16699"/>
          <a:stretch/>
        </p:blipFill>
        <p:spPr>
          <a:xfrm>
            <a:off x="994114" y="0"/>
            <a:ext cx="10203772" cy="5943600"/>
          </a:xfrm>
          <a:prstGeom prst="rect">
            <a:avLst/>
          </a:prstGeom>
        </p:spPr>
      </p:pic>
    </p:spTree>
    <p:extLst>
      <p:ext uri="{BB962C8B-B14F-4D97-AF65-F5344CB8AC3E}">
        <p14:creationId xmlns:p14="http://schemas.microsoft.com/office/powerpoint/2010/main" val="27923847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p:cNvPicPr>
            <a:picLocks noChangeAspect="1"/>
          </p:cNvPicPr>
          <p:nvPr/>
        </p:nvPicPr>
        <p:blipFill rotWithShape="1">
          <a:blip r:embed="rId2"/>
          <a:srcRect b="4409"/>
          <a:stretch/>
        </p:blipFill>
        <p:spPr>
          <a:xfrm>
            <a:off x="571389" y="0"/>
            <a:ext cx="11049223" cy="5943600"/>
          </a:xfrm>
          <a:prstGeom prst="rect">
            <a:avLst/>
          </a:prstGeom>
        </p:spPr>
      </p:pic>
    </p:spTree>
    <p:extLst>
      <p:ext uri="{BB962C8B-B14F-4D97-AF65-F5344CB8AC3E}">
        <p14:creationId xmlns:p14="http://schemas.microsoft.com/office/powerpoint/2010/main" val="1662280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E1573B-CA90-43EC-9D0F-B94CEE0772BA}"/>
              </a:ext>
            </a:extLst>
          </p:cNvPr>
          <p:cNvSpPr>
            <a:spLocks noGrp="1"/>
          </p:cNvSpPr>
          <p:nvPr>
            <p:ph type="title"/>
          </p:nvPr>
        </p:nvSpPr>
        <p:spPr/>
        <p:txBody>
          <a:bodyPr/>
          <a:lstStyle/>
          <a:p>
            <a:r>
              <a:rPr lang="en-US" dirty="0"/>
              <a:t>What is Inferential statistics?</a:t>
            </a:r>
          </a:p>
        </p:txBody>
      </p:sp>
      <p:sp>
        <p:nvSpPr>
          <p:cNvPr id="5" name="Content Placeholder 4">
            <a:extLst>
              <a:ext uri="{FF2B5EF4-FFF2-40B4-BE49-F238E27FC236}">
                <a16:creationId xmlns:a16="http://schemas.microsoft.com/office/drawing/2014/main" id="{0346D6E4-2CDF-4CD2-9674-A490F9F9E356}"/>
              </a:ext>
            </a:extLst>
          </p:cNvPr>
          <p:cNvSpPr>
            <a:spLocks noGrp="1"/>
          </p:cNvSpPr>
          <p:nvPr>
            <p:ph idx="1"/>
          </p:nvPr>
        </p:nvSpPr>
        <p:spPr/>
        <p:txBody>
          <a:bodyPr/>
          <a:lstStyle/>
          <a:p>
            <a:pPr lvl="0"/>
            <a:r>
              <a:rPr lang="en-US" dirty="0"/>
              <a:t>In quantitative research, </a:t>
            </a:r>
          </a:p>
          <a:p>
            <a:pPr lvl="1"/>
            <a:r>
              <a:rPr lang="en-US" dirty="0"/>
              <a:t>after collecting data, the first step of statistical analysis is to </a:t>
            </a:r>
            <a:r>
              <a:rPr lang="en-US" dirty="0">
                <a:solidFill>
                  <a:srgbClr val="FF0000"/>
                </a:solidFill>
              </a:rPr>
              <a:t>describe</a:t>
            </a:r>
            <a:r>
              <a:rPr lang="en-US" dirty="0"/>
              <a:t> characteristics of the </a:t>
            </a:r>
            <a:r>
              <a:rPr lang="en-US" dirty="0">
                <a:solidFill>
                  <a:srgbClr val="FF0000"/>
                </a:solidFill>
              </a:rPr>
              <a:t>responses</a:t>
            </a:r>
            <a:r>
              <a:rPr lang="en-US" dirty="0"/>
              <a:t>, such as the average of one variable (e.g., age), or the relation between two variables (e.g., age and creativity).</a:t>
            </a:r>
          </a:p>
          <a:p>
            <a:pPr lvl="0"/>
            <a:r>
              <a:rPr lang="en-US" dirty="0"/>
              <a:t>After summarizing the data,</a:t>
            </a:r>
          </a:p>
          <a:p>
            <a:pPr lvl="1"/>
            <a:r>
              <a:rPr lang="en-US" dirty="0"/>
              <a:t> we use Inferential Statistics, which help us to </a:t>
            </a:r>
            <a:r>
              <a:rPr lang="en-US" dirty="0">
                <a:solidFill>
                  <a:srgbClr val="FF0000"/>
                </a:solidFill>
              </a:rPr>
              <a:t>decide</a:t>
            </a:r>
            <a:r>
              <a:rPr lang="en-US" dirty="0"/>
              <a:t> whether your data </a:t>
            </a:r>
            <a:r>
              <a:rPr lang="en-US" dirty="0">
                <a:solidFill>
                  <a:srgbClr val="FF0000"/>
                </a:solidFill>
              </a:rPr>
              <a:t>confirms</a:t>
            </a:r>
            <a:r>
              <a:rPr lang="en-US" dirty="0"/>
              <a:t> or </a:t>
            </a:r>
            <a:r>
              <a:rPr lang="en-US" dirty="0">
                <a:solidFill>
                  <a:srgbClr val="FF0000"/>
                </a:solidFill>
              </a:rPr>
              <a:t>refutes</a:t>
            </a:r>
            <a:r>
              <a:rPr lang="en-US" dirty="0"/>
              <a:t> your statement/hypothesis or it can be </a:t>
            </a:r>
            <a:r>
              <a:rPr lang="en-US" dirty="0">
                <a:solidFill>
                  <a:srgbClr val="FF0000"/>
                </a:solidFill>
              </a:rPr>
              <a:t>generalizable</a:t>
            </a:r>
            <a:r>
              <a:rPr lang="en-US" dirty="0"/>
              <a:t> to a larger population or not.</a:t>
            </a:r>
          </a:p>
        </p:txBody>
      </p:sp>
    </p:spTree>
    <p:extLst>
      <p:ext uri="{BB962C8B-B14F-4D97-AF65-F5344CB8AC3E}">
        <p14:creationId xmlns:p14="http://schemas.microsoft.com/office/powerpoint/2010/main" val="586134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5">
                                            <p:txEl>
                                              <p:pRg st="2" end="2"/>
                                            </p:txEl>
                                          </p:spTgt>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grpId="0" nodeType="after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extLst>
              <p:ext uri="{D42A27DB-BD31-4B8C-83A1-F6EECF244321}">
                <p14:modId xmlns:p14="http://schemas.microsoft.com/office/powerpoint/2010/main" val="138595379"/>
              </p:ext>
            </p:extLst>
          </p:nvPr>
        </p:nvGraphicFramePr>
        <p:xfrm>
          <a:off x="0" y="0"/>
          <a:ext cx="10195367" cy="65836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05968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graphicEl>
                                              <a:dgm id="{5EC79A03-2E40-4B3C-96E6-A6483958B750}"/>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graphicEl>
                                              <a:dgm id="{2BECC748-E082-4EF4-8FC7-EF79EC8DCB28}"/>
                                            </p:graphic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graphicEl>
                                              <a:dgm id="{9D3A7FC3-4D44-4BA3-8A85-4C999FCFA295}"/>
                                            </p:graphic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graphicEl>
                                              <a:dgm id="{1F977605-4724-4FAE-90A0-241B56E79D6C}"/>
                                            </p:graphic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
                                            <p:graphicEl>
                                              <a:dgm id="{4FDC5538-ECFD-438B-898B-C8AAF6CB57B0}"/>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graphicEl>
                                              <a:dgm id="{0FAF362C-3BC9-4C3D-8C62-5A9965223D18}"/>
                                            </p:graphic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
                                            <p:graphicEl>
                                              <a:dgm id="{CD69D2F8-283B-4D0A-9743-B7F1464F6DB9}"/>
                                            </p:graphic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
                                            <p:graphicEl>
                                              <a:dgm id="{57CD5811-3B4C-4482-8E58-A7C78D76C43E}"/>
                                            </p:graphic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
                                            <p:graphicEl>
                                              <a:dgm id="{12FFADAC-4B4A-41BE-ACA9-1D15F1D55FF0}"/>
                                            </p:graphic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graphicEl>
                                              <a:dgm id="{76E278D8-2DB1-4FBD-A027-8A43BA50C9AD}"/>
                                            </p:graphic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
                                            <p:graphicEl>
                                              <a:dgm id="{F3FE7014-DCFD-416A-B907-1F15B85AD4CE}"/>
                                            </p:graphic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
                                            <p:graphicEl>
                                              <a:dgm id="{6948C841-4BA5-43C0-93EA-7EC2AFE16AEE}"/>
                                            </p:graphic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
                                            <p:graphicEl>
                                              <a:dgm id="{E9BF5D78-4682-43FA-9D74-E79971406B7B}"/>
                                            </p:graphic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
                                            <p:graphicEl>
                                              <a:dgm id="{57ED6F44-CA02-424C-8337-521C22BBA932}"/>
                                            </p:graphic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graphicEl>
                                              <a:dgm id="{053B944D-73A6-4CE8-9EE8-30270E92EE83}"/>
                                            </p:graphic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
                                            <p:graphicEl>
                                              <a:dgm id="{3CB65087-B2C7-4512-B83C-EE7CB3255E2F}"/>
                                            </p:graphicEl>
                                          </p:spTgt>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
                                            <p:graphicEl>
                                              <a:dgm id="{674E6A40-A5B8-409A-8B13-3D8B52D023FD}"/>
                                            </p:graphic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
                                            <p:graphicEl>
                                              <a:dgm id="{59CE0662-B62E-4154-A706-48186BF21A37}"/>
                                            </p:graphicEl>
                                          </p:spTgt>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
                                            <p:graphicEl>
                                              <a:dgm id="{7C2006F4-07A1-42B5-8DDB-95B737D4D6E5}"/>
                                            </p:graphic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2">
                                            <p:graphicEl>
                                              <a:dgm id="{301F455A-5EF6-4365-AE49-7BEB79E8E1DF}"/>
                                            </p:graphicEl>
                                          </p:spTgt>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
                                            <p:graphicEl>
                                              <a:dgm id="{1AB7745A-BC6D-4AEF-9413-09E9FD0BE70C}"/>
                                            </p:graphic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
                                            <p:graphicEl>
                                              <a:dgm id="{F438BCAC-23C3-4932-AAB2-39310585EFF8}"/>
                                            </p:graphicEl>
                                          </p:spTgt>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
                                            <p:graphicEl>
                                              <a:dgm id="{CE060C20-7370-47A5-8DCB-2B795E09C899}"/>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Sub>
          <a:bldDgm bld="lvlOne"/>
        </p:bldSub>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Correlation</a:t>
            </a:r>
            <a:endParaRPr lang="en-IN" dirty="0"/>
          </a:p>
        </p:txBody>
      </p:sp>
      <p:sp>
        <p:nvSpPr>
          <p:cNvPr id="4" name="Text Placeholder 3">
            <a:extLst>
              <a:ext uri="{FF2B5EF4-FFF2-40B4-BE49-F238E27FC236}">
                <a16:creationId xmlns:a16="http://schemas.microsoft.com/office/drawing/2014/main" id="{4AF66629-F349-43A0-B5A5-A51D2BBB7435}"/>
              </a:ext>
            </a:extLst>
          </p:cNvPr>
          <p:cNvSpPr>
            <a:spLocks noGrp="1"/>
          </p:cNvSpPr>
          <p:nvPr>
            <p:ph type="body" idx="1"/>
          </p:nvPr>
        </p:nvSpPr>
        <p:spPr/>
        <p:txBody>
          <a:bodyPr/>
          <a:lstStyle/>
          <a:p>
            <a:pPr>
              <a:lnSpc>
                <a:spcPct val="100000"/>
              </a:lnSpc>
            </a:pPr>
            <a:r>
              <a:rPr lang="en-IN" dirty="0"/>
              <a:t>Types of Correlation</a:t>
            </a:r>
          </a:p>
          <a:p>
            <a:pPr>
              <a:lnSpc>
                <a:spcPct val="100000"/>
              </a:lnSpc>
            </a:pPr>
            <a:r>
              <a:rPr lang="en-US" dirty="0"/>
              <a:t>Methods of Studying Correlation	</a:t>
            </a:r>
            <a:endParaRPr lang="en-IN" dirty="0"/>
          </a:p>
        </p:txBody>
      </p:sp>
    </p:spTree>
    <p:extLst>
      <p:ext uri="{BB962C8B-B14F-4D97-AF65-F5344CB8AC3E}">
        <p14:creationId xmlns:p14="http://schemas.microsoft.com/office/powerpoint/2010/main" val="8620611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4" name="Content Placeholder 3"/>
          <p:cNvSpPr>
            <a:spLocks noGrp="1"/>
          </p:cNvSpPr>
          <p:nvPr>
            <p:ph idx="1"/>
          </p:nvPr>
        </p:nvSpPr>
        <p:spPr/>
        <p:txBody>
          <a:bodyPr/>
          <a:lstStyle/>
          <a:p>
            <a:pPr lvl="0"/>
            <a:r>
              <a:rPr lang="en-US" dirty="0"/>
              <a:t>Correlation and Regression are the most commonly used techniques for investigating the </a:t>
            </a:r>
            <a:r>
              <a:rPr lang="en-US" dirty="0">
                <a:solidFill>
                  <a:srgbClr val="FF0000"/>
                </a:solidFill>
              </a:rPr>
              <a:t>relationship</a:t>
            </a:r>
            <a:r>
              <a:rPr lang="en-US" dirty="0"/>
              <a:t> between </a:t>
            </a:r>
            <a:r>
              <a:rPr lang="en-US" dirty="0">
                <a:solidFill>
                  <a:srgbClr val="FF0000"/>
                </a:solidFill>
              </a:rPr>
              <a:t>two quantitative variables</a:t>
            </a:r>
            <a:r>
              <a:rPr lang="en-US" dirty="0"/>
              <a:t>.</a:t>
            </a:r>
          </a:p>
        </p:txBody>
      </p:sp>
    </p:spTree>
    <p:extLst>
      <p:ext uri="{BB962C8B-B14F-4D97-AF65-F5344CB8AC3E}">
        <p14:creationId xmlns:p14="http://schemas.microsoft.com/office/powerpoint/2010/main" val="4010176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Content Placeholder 3"/>
          <p:cNvSpPr>
            <a:spLocks noGrp="1"/>
          </p:cNvSpPr>
          <p:nvPr>
            <p:ph idx="4294967295"/>
          </p:nvPr>
        </p:nvSpPr>
        <p:spPr>
          <a:xfrm>
            <a:off x="0" y="863600"/>
            <a:ext cx="11928475" cy="5591175"/>
          </a:xfrm>
        </p:spPr>
        <p:txBody>
          <a:bodyPr/>
          <a:lstStyle/>
          <a:p>
            <a:pPr marL="0" lvl="0" indent="0">
              <a:buNone/>
            </a:pPr>
            <a:endParaRPr lang="en-US" dirty="0"/>
          </a:p>
          <a:p>
            <a:pPr lvl="0"/>
            <a:endParaRPr lang="en-US" dirty="0"/>
          </a:p>
        </p:txBody>
      </p:sp>
      <p:graphicFrame>
        <p:nvGraphicFramePr>
          <p:cNvPr id="3" name="Diagram 2"/>
          <p:cNvGraphicFramePr/>
          <p:nvPr>
            <p:extLst>
              <p:ext uri="{D42A27DB-BD31-4B8C-83A1-F6EECF244321}">
                <p14:modId xmlns:p14="http://schemas.microsoft.com/office/powerpoint/2010/main" val="1836457140"/>
              </p:ext>
            </p:extLst>
          </p:nvPr>
        </p:nvGraphicFramePr>
        <p:xfrm>
          <a:off x="65590" y="-365760"/>
          <a:ext cx="12060820" cy="59146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A75F65B1-324E-73EE-C697-B32A6E6CC885}"/>
              </a:ext>
            </a:extLst>
          </p:cNvPr>
          <p:cNvSpPr txBox="1"/>
          <p:nvPr/>
        </p:nvSpPr>
        <p:spPr>
          <a:xfrm>
            <a:off x="65590" y="4930616"/>
            <a:ext cx="12126410" cy="1384995"/>
          </a:xfrm>
          <a:prstGeom prst="rect">
            <a:avLst/>
          </a:prstGeom>
          <a:noFill/>
        </p:spPr>
        <p:txBody>
          <a:bodyPr wrap="square">
            <a:spAutoFit/>
          </a:bodyPr>
          <a:lstStyle/>
          <a:p>
            <a:r>
              <a:rPr lang="en-US" sz="2800" dirty="0">
                <a:solidFill>
                  <a:srgbClr val="002060"/>
                </a:solidFill>
              </a:rPr>
              <a:t>i.e., Correlation only measures the strength and direction of the relationship between two variables. whereas, a regression coefficient quantifies the actual change in one variable resulting from a one-unit change in another.</a:t>
            </a:r>
            <a:endParaRPr lang="en-IN" sz="2800" dirty="0">
              <a:solidFill>
                <a:srgbClr val="002060"/>
              </a:solidFill>
            </a:endParaRPr>
          </a:p>
        </p:txBody>
      </p:sp>
    </p:spTree>
    <p:extLst>
      <p:ext uri="{BB962C8B-B14F-4D97-AF65-F5344CB8AC3E}">
        <p14:creationId xmlns:p14="http://schemas.microsoft.com/office/powerpoint/2010/main" val="402969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graphicEl>
                                              <a:dgm id="{5EDD7C44-DA22-4514-AB1B-471230B37C3E}"/>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graphicEl>
                                              <a:dgm id="{CB43860D-24E3-4A43-A710-81CBFDA6851B}"/>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graphicEl>
                                              <a:dgm id="{52C211B4-EC89-4B37-80A5-47E6E5F6F75C}"/>
                                            </p:graphic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graphicEl>
                                              <a:dgm id="{6A986F34-3232-407F-AB6B-DC8BD557291D}"/>
                                            </p:graphic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graphicEl>
                                              <a:dgm id="{689E2ED2-039C-4197-BBC2-FB715748D804}"/>
                                            </p:graphic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graphicEl>
                                              <a:dgm id="{9CE9CE13-E4D6-4171-BA9E-54603192651F}"/>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graphicEl>
                                              <a:dgm id="{7B845BF5-095C-4916-9907-39791346B103}"/>
                                            </p:graphic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graphicEl>
                                              <a:dgm id="{2D6D8E66-D63A-43D2-8D77-3BA6D9763E26}"/>
                                            </p:graphic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graphicEl>
                                              <a:dgm id="{FD3B361C-E831-4370-A442-62016E0206DF}"/>
                                            </p:graphic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graphicEl>
                                              <a:dgm id="{D3AB8149-F97A-463C-A376-AFBC586897A0}"/>
                                            </p:graphic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graphicEl>
                                              <a:dgm id="{B340F958-1C97-42D8-A539-C2F820B65B80}"/>
                                            </p:graphic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graphicEl>
                                              <a:dgm id="{58C87EC5-532F-47ED-968B-279486B1B8DD}"/>
                                            </p:graphic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graphicEl>
                                              <a:dgm id="{B536A45F-D8A7-4579-B107-774479B8B38F}"/>
                                            </p:graphic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
                                            <p:graphicEl>
                                              <a:dgm id="{E82DA67F-1517-44A2-84D9-FE118A19594B}"/>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Sub>
          <a:bldDgm bld="lvlOne"/>
        </p:bldSub>
      </p:bldGraphic>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Correlation ?</a:t>
            </a:r>
          </a:p>
        </p:txBody>
      </p:sp>
      <p:sp>
        <p:nvSpPr>
          <p:cNvPr id="4" name="Content Placeholder 3"/>
          <p:cNvSpPr>
            <a:spLocks noGrp="1"/>
          </p:cNvSpPr>
          <p:nvPr>
            <p:ph idx="1"/>
          </p:nvPr>
        </p:nvSpPr>
        <p:spPr/>
        <p:txBody>
          <a:bodyPr/>
          <a:lstStyle/>
          <a:p>
            <a:pPr lvl="0"/>
            <a:r>
              <a:rPr lang="en-US" dirty="0"/>
              <a:t>Two variables are known as </a:t>
            </a:r>
            <a:r>
              <a:rPr lang="en-US" dirty="0">
                <a:solidFill>
                  <a:srgbClr val="FF0000"/>
                </a:solidFill>
              </a:rPr>
              <a:t>correlated</a:t>
            </a:r>
            <a:endParaRPr lang="en-US" dirty="0"/>
          </a:p>
          <a:p>
            <a:pPr lvl="1"/>
            <a:r>
              <a:rPr lang="en-US" dirty="0"/>
              <a:t>If a change in one variable affects a change in the other variable. </a:t>
            </a:r>
          </a:p>
          <a:p>
            <a:r>
              <a:rPr lang="en-US" dirty="0"/>
              <a:t>A data connecting </a:t>
            </a:r>
            <a:r>
              <a:rPr lang="en-US" dirty="0">
                <a:solidFill>
                  <a:srgbClr val="FF0000"/>
                </a:solidFill>
              </a:rPr>
              <a:t>two</a:t>
            </a:r>
            <a:r>
              <a:rPr lang="en-US" dirty="0"/>
              <a:t> variables is called </a:t>
            </a:r>
            <a:r>
              <a:rPr lang="en-US" dirty="0">
                <a:solidFill>
                  <a:srgbClr val="FF0000"/>
                </a:solidFill>
              </a:rPr>
              <a:t>bivariate</a:t>
            </a:r>
            <a:r>
              <a:rPr lang="en-US" dirty="0"/>
              <a:t> data.</a:t>
            </a:r>
          </a:p>
          <a:p>
            <a:pPr lvl="0"/>
            <a:endParaRPr lang="en-US" dirty="0"/>
          </a:p>
          <a:p>
            <a:pPr lvl="0"/>
            <a:r>
              <a:rPr lang="en-US" dirty="0"/>
              <a:t>For Example:</a:t>
            </a:r>
          </a:p>
          <a:p>
            <a:pPr lvl="1"/>
            <a:r>
              <a:rPr lang="en-US" dirty="0"/>
              <a:t>Relationship between </a:t>
            </a:r>
            <a:r>
              <a:rPr lang="en-US" dirty="0">
                <a:solidFill>
                  <a:srgbClr val="FF0000"/>
                </a:solidFill>
              </a:rPr>
              <a:t>heights</a:t>
            </a:r>
            <a:r>
              <a:rPr lang="en-US" dirty="0"/>
              <a:t> and </a:t>
            </a:r>
            <a:r>
              <a:rPr lang="en-US" dirty="0">
                <a:solidFill>
                  <a:srgbClr val="FF0000"/>
                </a:solidFill>
              </a:rPr>
              <a:t>weights</a:t>
            </a:r>
            <a:r>
              <a:rPr lang="en-US" dirty="0"/>
              <a:t>.</a:t>
            </a:r>
          </a:p>
          <a:p>
            <a:pPr lvl="1"/>
            <a:r>
              <a:rPr lang="en-US" dirty="0"/>
              <a:t>Relationship between </a:t>
            </a:r>
            <a:r>
              <a:rPr lang="en-US" dirty="0">
                <a:solidFill>
                  <a:srgbClr val="FF0000"/>
                </a:solidFill>
              </a:rPr>
              <a:t>price</a:t>
            </a:r>
            <a:r>
              <a:rPr lang="en-US" dirty="0"/>
              <a:t> and </a:t>
            </a:r>
            <a:r>
              <a:rPr lang="en-US" dirty="0">
                <a:solidFill>
                  <a:srgbClr val="FF0000"/>
                </a:solidFill>
              </a:rPr>
              <a:t>demand</a:t>
            </a:r>
            <a:r>
              <a:rPr lang="en-US" dirty="0"/>
              <a:t> of commodity.</a:t>
            </a:r>
          </a:p>
          <a:p>
            <a:pPr lvl="1"/>
            <a:r>
              <a:rPr lang="en-US" dirty="0"/>
              <a:t>Relationship between age of </a:t>
            </a:r>
            <a:r>
              <a:rPr lang="en-US" dirty="0">
                <a:solidFill>
                  <a:srgbClr val="FF0000"/>
                </a:solidFill>
              </a:rPr>
              <a:t>husband</a:t>
            </a:r>
            <a:r>
              <a:rPr lang="en-US" dirty="0"/>
              <a:t> and age of </a:t>
            </a:r>
            <a:r>
              <a:rPr lang="en-US" dirty="0">
                <a:solidFill>
                  <a:srgbClr val="FF0000"/>
                </a:solidFill>
              </a:rPr>
              <a:t>wife</a:t>
            </a:r>
            <a:r>
              <a:rPr lang="en-US" dirty="0"/>
              <a:t>.</a:t>
            </a:r>
          </a:p>
        </p:txBody>
      </p:sp>
    </p:spTree>
    <p:extLst>
      <p:ext uri="{BB962C8B-B14F-4D97-AF65-F5344CB8AC3E}">
        <p14:creationId xmlns:p14="http://schemas.microsoft.com/office/powerpoint/2010/main" val="1983309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4">
                                            <p:txEl>
                                              <p:pRg st="4" end="4"/>
                                            </p:txEl>
                                          </p:spTgt>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grpId="0" nodeType="after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Coefficient of Correlation</a:t>
            </a: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lvl="0"/>
                <a:r>
                  <a:rPr lang="en-US" dirty="0"/>
                  <a:t>When two variables are correlated with each other, </a:t>
                </a:r>
              </a:p>
              <a:p>
                <a:pPr lvl="1"/>
                <a:r>
                  <a:rPr lang="en-US" dirty="0"/>
                  <a:t>it is important to know the </a:t>
                </a:r>
                <a:r>
                  <a:rPr lang="en-US" dirty="0">
                    <a:solidFill>
                      <a:srgbClr val="FF0000"/>
                    </a:solidFill>
                  </a:rPr>
                  <a:t>amount or extent</a:t>
                </a:r>
                <a:r>
                  <a:rPr lang="en-US" dirty="0"/>
                  <a:t> of correlation between them. </a:t>
                </a:r>
              </a:p>
              <a:p>
                <a:endParaRPr lang="en-US" dirty="0"/>
              </a:p>
              <a:p>
                <a:r>
                  <a:rPr lang="en-US" dirty="0"/>
                  <a:t>The numerical measure of correlation of </a:t>
                </a:r>
                <a:r>
                  <a:rPr lang="en-US" dirty="0">
                    <a:solidFill>
                      <a:srgbClr val="FF0000"/>
                    </a:solidFill>
                  </a:rPr>
                  <a:t>degree of relationship</a:t>
                </a:r>
                <a:r>
                  <a:rPr lang="en-US" dirty="0"/>
                  <a:t> existing between two variables is known as the coefficient of correlation.</a:t>
                </a:r>
              </a:p>
              <a:p>
                <a:endParaRPr lang="en-US" dirty="0"/>
              </a:p>
              <a:p>
                <a:r>
                  <a:rPr lang="en-US" dirty="0"/>
                  <a:t>It is denoted by </a:t>
                </a:r>
                <a14:m>
                  <m:oMath xmlns:m="http://schemas.openxmlformats.org/officeDocument/2006/math">
                    <m:r>
                      <m:rPr>
                        <m:sty m:val="p"/>
                      </m:rPr>
                      <a:rPr lang="en-US" i="0" dirty="0" smtClean="0">
                        <a:solidFill>
                          <a:srgbClr val="FF0000"/>
                        </a:solidFill>
                        <a:latin typeface="Cambria Math" panose="02040503050406030204" pitchFamily="18" charset="0"/>
                      </a:rPr>
                      <m:t>r</m:t>
                    </m:r>
                  </m:oMath>
                </a14:m>
                <a:r>
                  <a:rPr lang="en-US" dirty="0"/>
                  <a:t>.</a:t>
                </a:r>
              </a:p>
              <a:p>
                <a:r>
                  <a:rPr lang="en-US" dirty="0"/>
                  <a:t>It is always lying between </a:t>
                </a:r>
                <a14:m>
                  <m:oMath xmlns:m="http://schemas.openxmlformats.org/officeDocument/2006/math">
                    <m:r>
                      <a:rPr lang="en-US" i="1" smtClean="0">
                        <a:solidFill>
                          <a:srgbClr val="FF0000"/>
                        </a:solidFill>
                        <a:latin typeface="Cambria Math" panose="02040503050406030204" pitchFamily="18" charset="0"/>
                      </a:rPr>
                      <m:t>−</m:t>
                    </m:r>
                    <m:r>
                      <a:rPr lang="en-US">
                        <a:solidFill>
                          <a:srgbClr val="FF0000"/>
                        </a:solidFill>
                        <a:latin typeface="Cambria Math" panose="02040503050406030204" pitchFamily="18" charset="0"/>
                      </a:rPr>
                      <m:t>1</m:t>
                    </m:r>
                  </m:oMath>
                </a14:m>
                <a:r>
                  <a:rPr lang="en-US" dirty="0"/>
                  <a:t> and </a:t>
                </a:r>
                <a14:m>
                  <m:oMath xmlns:m="http://schemas.openxmlformats.org/officeDocument/2006/math">
                    <m:r>
                      <a:rPr lang="en-US" smtClean="0">
                        <a:solidFill>
                          <a:srgbClr val="FF0000"/>
                        </a:solidFill>
                        <a:latin typeface="Cambria Math" panose="02040503050406030204" pitchFamily="18" charset="0"/>
                      </a:rPr>
                      <m:t>1</m:t>
                    </m:r>
                    <m:r>
                      <a:rPr lang="en-US">
                        <a:latin typeface="Cambria Math" panose="02040503050406030204" pitchFamily="18" charset="0"/>
                      </a:rPr>
                      <m:t>.</m:t>
                    </m:r>
                  </m:oMath>
                </a14:m>
                <a:endParaRPr lang="en-US"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rotWithShape="0">
                <a:blip r:embed="rId2"/>
                <a:stretch>
                  <a:fillRect l="-971" r="-1074"/>
                </a:stretch>
              </a:blipFill>
            </p:spPr>
            <p:txBody>
              <a:bodyPr/>
              <a:lstStyle/>
              <a:p>
                <a:r>
                  <a:rPr lang="en-US">
                    <a:noFill/>
                  </a:rPr>
                  <a:t> </a:t>
                </a:r>
              </a:p>
            </p:txBody>
          </p:sp>
        </mc:Fallback>
      </mc:AlternateContent>
    </p:spTree>
    <p:extLst>
      <p:ext uri="{BB962C8B-B14F-4D97-AF65-F5344CB8AC3E}">
        <p14:creationId xmlns:p14="http://schemas.microsoft.com/office/powerpoint/2010/main" val="2732458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Coefficient of Correlation</a:t>
            </a: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lvl="0"/>
                <a:r>
                  <a:rPr lang="en-US" dirty="0"/>
                  <a:t>The value of </a:t>
                </a:r>
                <a14:m>
                  <m:oMath xmlns:m="http://schemas.openxmlformats.org/officeDocument/2006/math">
                    <m:r>
                      <m:rPr>
                        <m:sty m:val="p"/>
                      </m:rPr>
                      <a:rPr lang="en-US" dirty="0">
                        <a:solidFill>
                          <a:srgbClr val="FF0000"/>
                        </a:solidFill>
                        <a:latin typeface="Cambria Math" panose="02040503050406030204" pitchFamily="18" charset="0"/>
                      </a:rPr>
                      <m:t>r</m:t>
                    </m:r>
                  </m:oMath>
                </a14:m>
                <a:r>
                  <a:rPr lang="en-US" dirty="0"/>
                  <a:t> is </a:t>
                </a:r>
              </a:p>
              <a:p>
                <a:pPr lvl="1"/>
                <a14:m>
                  <m:oMath xmlns:m="http://schemas.openxmlformats.org/officeDocument/2006/math">
                    <m:r>
                      <a:rPr lang="en-US">
                        <a:latin typeface="Cambria Math" panose="02040503050406030204" pitchFamily="18" charset="0"/>
                      </a:rPr>
                      <m:t>±0.9</m:t>
                    </m:r>
                  </m:oMath>
                </a14:m>
                <a:r>
                  <a:rPr lang="en-US" dirty="0"/>
                  <a:t> or </a:t>
                </a:r>
                <a14:m>
                  <m:oMath xmlns:m="http://schemas.openxmlformats.org/officeDocument/2006/math">
                    <m:r>
                      <a:rPr lang="en-US">
                        <a:latin typeface="Cambria Math" panose="02040503050406030204" pitchFamily="18" charset="0"/>
                      </a:rPr>
                      <m:t>±0.8</m:t>
                    </m:r>
                  </m:oMath>
                </a14:m>
                <a:r>
                  <a:rPr lang="en-US" dirty="0"/>
                  <a:t> etc shows </a:t>
                </a:r>
                <a:r>
                  <a:rPr lang="en-US" dirty="0">
                    <a:solidFill>
                      <a:srgbClr val="FF0000"/>
                    </a:solidFill>
                  </a:rPr>
                  <a:t>high degree </a:t>
                </a:r>
                <a:r>
                  <a:rPr lang="en-US" dirty="0"/>
                  <a:t>of relationship between the variables.</a:t>
                </a:r>
              </a:p>
              <a:p>
                <a:pPr lvl="1"/>
                <a14:m>
                  <m:oMath xmlns:m="http://schemas.openxmlformats.org/officeDocument/2006/math">
                    <m:r>
                      <a:rPr lang="en-US">
                        <a:latin typeface="Cambria Math" panose="02040503050406030204" pitchFamily="18" charset="0"/>
                      </a:rPr>
                      <m:t>±0.2</m:t>
                    </m:r>
                  </m:oMath>
                </a14:m>
                <a:r>
                  <a:rPr lang="en-US" dirty="0"/>
                  <a:t> or </a:t>
                </a:r>
                <a14:m>
                  <m:oMath xmlns:m="http://schemas.openxmlformats.org/officeDocument/2006/math">
                    <m:r>
                      <a:rPr lang="en-US">
                        <a:latin typeface="Cambria Math" panose="02040503050406030204" pitchFamily="18" charset="0"/>
                      </a:rPr>
                      <m:t>±0.1</m:t>
                    </m:r>
                  </m:oMath>
                </a14:m>
                <a:r>
                  <a:rPr lang="en-US" dirty="0"/>
                  <a:t> etc shows </a:t>
                </a:r>
                <a:r>
                  <a:rPr lang="en-US" dirty="0">
                    <a:solidFill>
                      <a:srgbClr val="FF0000"/>
                    </a:solidFill>
                  </a:rPr>
                  <a:t>low degree </a:t>
                </a:r>
                <a:r>
                  <a:rPr lang="en-US" dirty="0"/>
                  <a:t>of relationship between the variables.</a:t>
                </a:r>
              </a:p>
              <a:p>
                <a:endParaRPr lang="en-US"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rotWithShape="0">
                <a:blip r:embed="rId2"/>
                <a:stretch>
                  <a:fillRect l="-971"/>
                </a:stretch>
              </a:blipFill>
            </p:spPr>
            <p:txBody>
              <a:bodyPr/>
              <a:lstStyle/>
              <a:p>
                <a:r>
                  <a:rPr lang="en-US">
                    <a:noFill/>
                  </a:rPr>
                  <a:t> </a:t>
                </a:r>
              </a:p>
            </p:txBody>
          </p:sp>
        </mc:Fallback>
      </mc:AlternateContent>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3030696"/>
            <a:ext cx="11887200" cy="2938242"/>
          </a:xfrm>
          <a:prstGeom prst="rect">
            <a:avLst/>
          </a:prstGeom>
        </p:spPr>
      </p:pic>
    </p:spTree>
    <p:extLst>
      <p:ext uri="{BB962C8B-B14F-4D97-AF65-F5344CB8AC3E}">
        <p14:creationId xmlns:p14="http://schemas.microsoft.com/office/powerpoint/2010/main" val="1899119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Correlation</a:t>
            </a:r>
          </a:p>
        </p:txBody>
      </p:sp>
      <p:graphicFrame>
        <p:nvGraphicFramePr>
          <p:cNvPr id="3" name="Diagram 2"/>
          <p:cNvGraphicFramePr/>
          <p:nvPr>
            <p:extLst>
              <p:ext uri="{D42A27DB-BD31-4B8C-83A1-F6EECF244321}">
                <p14:modId xmlns:p14="http://schemas.microsoft.com/office/powerpoint/2010/main" val="2688717269"/>
              </p:ext>
            </p:extLst>
          </p:nvPr>
        </p:nvGraphicFramePr>
        <p:xfrm>
          <a:off x="1981200" y="1299410"/>
          <a:ext cx="822960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26485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graphicEl>
                                              <a:dgm id="{0BC15D81-A538-484D-945C-D714018D5448}"/>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graphicEl>
                                              <a:dgm id="{519CA935-CE76-4A66-AF37-5C242712231E}"/>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graphicEl>
                                              <a:dgm id="{8BA80FDA-357D-4628-B28C-52B661E0995A}"/>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graphicEl>
                                              <a:dgm id="{8CA5AEA3-27E8-4182-B68A-D33BC036ED01}"/>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graphicEl>
                                              <a:dgm id="{FDEB3F9F-FADC-4A4D-9DD5-F897C6AF6370}"/>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Sub>
          <a:bldDgm bld="lvlOne"/>
        </p:bldSub>
      </p:bldGraphic>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Positive Correlation</a:t>
            </a:r>
          </a:p>
        </p:txBody>
      </p:sp>
      <p:sp>
        <p:nvSpPr>
          <p:cNvPr id="4" name="Content Placeholder 3"/>
          <p:cNvSpPr>
            <a:spLocks noGrp="1"/>
          </p:cNvSpPr>
          <p:nvPr>
            <p:ph idx="1"/>
          </p:nvPr>
        </p:nvSpPr>
        <p:spPr/>
        <p:txBody>
          <a:bodyPr/>
          <a:lstStyle/>
          <a:p>
            <a:pPr lvl="0"/>
            <a:r>
              <a:rPr lang="en-US" dirty="0"/>
              <a:t>If both the variables </a:t>
            </a:r>
            <a:r>
              <a:rPr lang="en-US" dirty="0">
                <a:solidFill>
                  <a:srgbClr val="FF0000"/>
                </a:solidFill>
              </a:rPr>
              <a:t>vary</a:t>
            </a:r>
            <a:r>
              <a:rPr lang="en-US" dirty="0"/>
              <a:t> in </a:t>
            </a:r>
            <a:r>
              <a:rPr lang="en-US" dirty="0">
                <a:solidFill>
                  <a:srgbClr val="FF0000"/>
                </a:solidFill>
              </a:rPr>
              <a:t>same direction</a:t>
            </a:r>
            <a:r>
              <a:rPr lang="en-US" dirty="0"/>
              <a:t>, then such a correlation is known as positive correlation.</a:t>
            </a:r>
          </a:p>
          <a:p>
            <a:pPr lvl="0"/>
            <a:endParaRPr lang="en-US" dirty="0"/>
          </a:p>
          <a:p>
            <a:pPr lvl="0"/>
            <a:r>
              <a:rPr lang="en-US" dirty="0"/>
              <a:t>In other words,</a:t>
            </a:r>
          </a:p>
          <a:p>
            <a:pPr marL="288925" lvl="0" indent="0">
              <a:buNone/>
            </a:pPr>
            <a:r>
              <a:rPr lang="en-US" dirty="0"/>
              <a:t>If the value of one variable </a:t>
            </a:r>
            <a:r>
              <a:rPr lang="en-US" dirty="0">
                <a:solidFill>
                  <a:srgbClr val="FF0000"/>
                </a:solidFill>
              </a:rPr>
              <a:t>increases</a:t>
            </a:r>
            <a:r>
              <a:rPr lang="en-US" dirty="0"/>
              <a:t>, the value of other variables also </a:t>
            </a:r>
            <a:r>
              <a:rPr lang="en-US" dirty="0">
                <a:solidFill>
                  <a:srgbClr val="FF0000"/>
                </a:solidFill>
              </a:rPr>
              <a:t>increases</a:t>
            </a:r>
            <a:r>
              <a:rPr lang="en-US" dirty="0"/>
              <a:t>. </a:t>
            </a:r>
            <a:r>
              <a:rPr lang="en-US" dirty="0">
                <a:solidFill>
                  <a:srgbClr val="FF0000"/>
                </a:solidFill>
              </a:rPr>
              <a:t>or</a:t>
            </a:r>
          </a:p>
          <a:p>
            <a:pPr marL="288925" lvl="0" indent="0">
              <a:buNone/>
            </a:pPr>
            <a:r>
              <a:rPr lang="en-US" dirty="0"/>
              <a:t>If the value of one variable </a:t>
            </a:r>
            <a:r>
              <a:rPr lang="en-US" dirty="0">
                <a:solidFill>
                  <a:srgbClr val="FF0000"/>
                </a:solidFill>
              </a:rPr>
              <a:t>decreases</a:t>
            </a:r>
            <a:r>
              <a:rPr lang="en-US" dirty="0"/>
              <a:t>, the value of other variables also </a:t>
            </a:r>
            <a:r>
              <a:rPr lang="en-US" dirty="0">
                <a:solidFill>
                  <a:srgbClr val="FF0000"/>
                </a:solidFill>
              </a:rPr>
              <a:t>decreases</a:t>
            </a:r>
            <a:r>
              <a:rPr lang="en-US" dirty="0"/>
              <a:t>.</a:t>
            </a:r>
          </a:p>
        </p:txBody>
      </p:sp>
    </p:spTree>
    <p:extLst>
      <p:ext uri="{BB962C8B-B14F-4D97-AF65-F5344CB8AC3E}">
        <p14:creationId xmlns:p14="http://schemas.microsoft.com/office/powerpoint/2010/main" val="403895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Positive Correlation</a:t>
            </a:r>
          </a:p>
        </p:txBody>
      </p:sp>
      <p:sp>
        <p:nvSpPr>
          <p:cNvPr id="4" name="Content Placeholder 3"/>
          <p:cNvSpPr>
            <a:spLocks noGrp="1"/>
          </p:cNvSpPr>
          <p:nvPr>
            <p:ph idx="1"/>
          </p:nvPr>
        </p:nvSpPr>
        <p:spPr/>
        <p:txBody>
          <a:bodyPr/>
          <a:lstStyle/>
          <a:p>
            <a:pPr lvl="0"/>
            <a:r>
              <a:rPr lang="en-US" dirty="0"/>
              <a:t>For Example:</a:t>
            </a:r>
          </a:p>
          <a:p>
            <a:pPr lvl="0"/>
            <a:r>
              <a:rPr lang="en-US" dirty="0"/>
              <a:t>The correlation between </a:t>
            </a:r>
            <a:r>
              <a:rPr lang="en-US" dirty="0">
                <a:solidFill>
                  <a:srgbClr val="FF0000"/>
                </a:solidFill>
              </a:rPr>
              <a:t>heights</a:t>
            </a:r>
            <a:r>
              <a:rPr lang="en-US" dirty="0"/>
              <a:t> and </a:t>
            </a:r>
            <a:r>
              <a:rPr lang="en-US" dirty="0">
                <a:solidFill>
                  <a:srgbClr val="FF0000"/>
                </a:solidFill>
              </a:rPr>
              <a:t>weights</a:t>
            </a:r>
            <a:r>
              <a:rPr lang="en-US" dirty="0"/>
              <a:t> of group of persons is a positive correlation.</a:t>
            </a: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3687745170"/>
                  </p:ext>
                </p:extLst>
              </p:nvPr>
            </p:nvGraphicFramePr>
            <p:xfrm>
              <a:off x="479441" y="2968984"/>
              <a:ext cx="9753599" cy="1516388"/>
            </p:xfrm>
            <a:graphic>
              <a:graphicData uri="http://schemas.openxmlformats.org/drawingml/2006/table">
                <a:tbl>
                  <a:tblPr firstRow="1" firstCol="1" bandRow="1">
                    <a:tableStyleId>{93296810-A885-4BE3-A3E7-6D5BEEA58F35}</a:tableStyleId>
                  </a:tblPr>
                  <a:tblGrid>
                    <a:gridCol w="2477561">
                      <a:extLst>
                        <a:ext uri="{9D8B030D-6E8A-4147-A177-3AD203B41FA5}">
                          <a16:colId xmlns:a16="http://schemas.microsoft.com/office/drawing/2014/main" val="20000"/>
                        </a:ext>
                      </a:extLst>
                    </a:gridCol>
                    <a:gridCol w="1212673">
                      <a:extLst>
                        <a:ext uri="{9D8B030D-6E8A-4147-A177-3AD203B41FA5}">
                          <a16:colId xmlns:a16="http://schemas.microsoft.com/office/drawing/2014/main" val="20001"/>
                        </a:ext>
                      </a:extLst>
                    </a:gridCol>
                    <a:gridCol w="1212673">
                      <a:extLst>
                        <a:ext uri="{9D8B030D-6E8A-4147-A177-3AD203B41FA5}">
                          <a16:colId xmlns:a16="http://schemas.microsoft.com/office/drawing/2014/main" val="20002"/>
                        </a:ext>
                      </a:extLst>
                    </a:gridCol>
                    <a:gridCol w="1212673">
                      <a:extLst>
                        <a:ext uri="{9D8B030D-6E8A-4147-A177-3AD203B41FA5}">
                          <a16:colId xmlns:a16="http://schemas.microsoft.com/office/drawing/2014/main" val="20003"/>
                        </a:ext>
                      </a:extLst>
                    </a:gridCol>
                    <a:gridCol w="1212673">
                      <a:extLst>
                        <a:ext uri="{9D8B030D-6E8A-4147-A177-3AD203B41FA5}">
                          <a16:colId xmlns:a16="http://schemas.microsoft.com/office/drawing/2014/main" val="20004"/>
                        </a:ext>
                      </a:extLst>
                    </a:gridCol>
                    <a:gridCol w="1212673">
                      <a:extLst>
                        <a:ext uri="{9D8B030D-6E8A-4147-A177-3AD203B41FA5}">
                          <a16:colId xmlns:a16="http://schemas.microsoft.com/office/drawing/2014/main" val="20005"/>
                        </a:ext>
                      </a:extLst>
                    </a:gridCol>
                    <a:gridCol w="1212673">
                      <a:extLst>
                        <a:ext uri="{9D8B030D-6E8A-4147-A177-3AD203B41FA5}">
                          <a16:colId xmlns:a16="http://schemas.microsoft.com/office/drawing/2014/main" val="20006"/>
                        </a:ext>
                      </a:extLst>
                    </a:gridCol>
                  </a:tblGrid>
                  <a:tr h="784868">
                    <a:tc>
                      <a:txBody>
                        <a:bodyPr/>
                        <a:lstStyle/>
                        <a:p>
                          <a:pPr marL="0" marR="0" algn="ctr">
                            <a:lnSpc>
                              <a:spcPct val="100000"/>
                            </a:lnSpc>
                            <a:spcBef>
                              <a:spcPts val="0"/>
                            </a:spcBef>
                            <a:spcAft>
                              <a:spcPts val="0"/>
                            </a:spcAft>
                            <a:tabLst>
                              <a:tab pos="0" algn="l"/>
                              <a:tab pos="447675" algn="l"/>
                            </a:tabLst>
                          </a:pPr>
                          <a:r>
                            <a:rPr lang="en-US" sz="2800" dirty="0">
                              <a:effectLst/>
                            </a:rPr>
                            <a:t>Height(cm)</a:t>
                          </a:r>
                          <a:endParaRPr lang="en-US" sz="280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81901" marR="181901" marT="0" marB="0" anchor="ctr"/>
                    </a:tc>
                    <a:tc>
                      <a:txBody>
                        <a:bodyPr/>
                        <a:lstStyle/>
                        <a:p>
                          <a:pPr marL="0" marR="0" algn="ctr">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i="0">
                                    <a:effectLst/>
                                  </a:rPr>
                                  <m:t>150</m:t>
                                </m:r>
                              </m:oMath>
                            </m:oMathPara>
                          </a14:m>
                          <a:endParaRPr lang="en-US" sz="280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81901" marR="181901" marT="0" marB="0" anchor="ctr"/>
                    </a:tc>
                    <a:tc>
                      <a:txBody>
                        <a:bodyPr/>
                        <a:lstStyle/>
                        <a:p>
                          <a:pPr marL="0" marR="0" algn="ctr">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i="0">
                                    <a:effectLst/>
                                  </a:rPr>
                                  <m:t>152</m:t>
                                </m:r>
                              </m:oMath>
                            </m:oMathPara>
                          </a14:m>
                          <a:endParaRPr lang="en-US" sz="280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81901" marR="181901" marT="0" marB="0" anchor="ctr"/>
                    </a:tc>
                    <a:tc>
                      <a:txBody>
                        <a:bodyPr/>
                        <a:lstStyle/>
                        <a:p>
                          <a:pPr marL="0" marR="0" algn="ctr">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i="0">
                                    <a:effectLst/>
                                  </a:rPr>
                                  <m:t>155</m:t>
                                </m:r>
                              </m:oMath>
                            </m:oMathPara>
                          </a14:m>
                          <a:endParaRPr lang="en-US" sz="280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81901" marR="181901" marT="0" marB="0" anchor="ctr"/>
                    </a:tc>
                    <a:tc>
                      <a:txBody>
                        <a:bodyPr/>
                        <a:lstStyle/>
                        <a:p>
                          <a:pPr marL="0" marR="0" algn="ctr">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i="0">
                                    <a:effectLst/>
                                  </a:rPr>
                                  <m:t>160</m:t>
                                </m:r>
                              </m:oMath>
                            </m:oMathPara>
                          </a14:m>
                          <a:endParaRPr lang="en-US" sz="280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81901" marR="181901" marT="0" marB="0" anchor="ctr"/>
                    </a:tc>
                    <a:tc>
                      <a:txBody>
                        <a:bodyPr/>
                        <a:lstStyle/>
                        <a:p>
                          <a:pPr marL="0" marR="0" algn="ctr">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i="0">
                                    <a:effectLst/>
                                  </a:rPr>
                                  <m:t>162</m:t>
                                </m:r>
                              </m:oMath>
                            </m:oMathPara>
                          </a14:m>
                          <a:endParaRPr lang="en-US" sz="280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81901" marR="181901" marT="0" marB="0" anchor="ctr"/>
                    </a:tc>
                    <a:tc>
                      <a:txBody>
                        <a:bodyPr/>
                        <a:lstStyle/>
                        <a:p>
                          <a:pPr marL="0" marR="0" algn="ctr">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i="0">
                                    <a:effectLst/>
                                  </a:rPr>
                                  <m:t>165</m:t>
                                </m:r>
                              </m:oMath>
                            </m:oMathPara>
                          </a14:m>
                          <a:endParaRPr lang="en-US" sz="280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81901" marR="181901" marT="0" marB="0" anchor="ctr"/>
                    </a:tc>
                    <a:extLst>
                      <a:ext uri="{0D108BD9-81ED-4DB2-BD59-A6C34878D82A}">
                        <a16:rowId xmlns:a16="http://schemas.microsoft.com/office/drawing/2014/main" val="10000"/>
                      </a:ext>
                    </a:extLst>
                  </a:tr>
                  <a:tr h="731520">
                    <a:tc>
                      <a:txBody>
                        <a:bodyPr/>
                        <a:lstStyle/>
                        <a:p>
                          <a:pPr marL="0" marR="0" algn="ctr">
                            <a:lnSpc>
                              <a:spcPct val="100000"/>
                            </a:lnSpc>
                            <a:spcBef>
                              <a:spcPts val="0"/>
                            </a:spcBef>
                            <a:spcAft>
                              <a:spcPts val="0"/>
                            </a:spcAft>
                            <a:tabLst>
                              <a:tab pos="0" algn="l"/>
                              <a:tab pos="447675" algn="l"/>
                            </a:tabLst>
                          </a:pPr>
                          <a:r>
                            <a:rPr lang="en-US" sz="2800" dirty="0">
                              <a:effectLst/>
                            </a:rPr>
                            <a:t>Weight(kg)</a:t>
                          </a:r>
                          <a:endParaRPr lang="en-US" sz="280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81901" marR="181901" marT="0" marB="0" anchor="ctr"/>
                    </a:tc>
                    <a:tc>
                      <a:txBody>
                        <a:bodyPr/>
                        <a:lstStyle/>
                        <a:p>
                          <a:pPr marL="0" marR="0" algn="ctr">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i="0" smtClean="0">
                                    <a:solidFill>
                                      <a:srgbClr val="002060"/>
                                    </a:solidFill>
                                    <a:effectLst/>
                                  </a:rPr>
                                  <m:t>60</m:t>
                                </m:r>
                              </m:oMath>
                            </m:oMathPara>
                          </a14:m>
                          <a:endParaRPr lang="en-US" sz="280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81901" marR="181901" marT="0" marB="0" anchor="ctr"/>
                    </a:tc>
                    <a:tc>
                      <a:txBody>
                        <a:bodyPr/>
                        <a:lstStyle/>
                        <a:p>
                          <a:pPr marL="0" marR="0" algn="ctr">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i="0" smtClean="0">
                                    <a:solidFill>
                                      <a:srgbClr val="002060"/>
                                    </a:solidFill>
                                    <a:effectLst/>
                                  </a:rPr>
                                  <m:t>62</m:t>
                                </m:r>
                              </m:oMath>
                            </m:oMathPara>
                          </a14:m>
                          <a:endParaRPr lang="en-US" sz="280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81901" marR="181901" marT="0" marB="0" anchor="ctr"/>
                    </a:tc>
                    <a:tc>
                      <a:txBody>
                        <a:bodyPr/>
                        <a:lstStyle/>
                        <a:p>
                          <a:pPr marL="0" marR="0" algn="ctr">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i="0" smtClean="0">
                                    <a:solidFill>
                                      <a:srgbClr val="002060"/>
                                    </a:solidFill>
                                    <a:effectLst/>
                                  </a:rPr>
                                  <m:t>64</m:t>
                                </m:r>
                              </m:oMath>
                            </m:oMathPara>
                          </a14:m>
                          <a:endParaRPr lang="en-US" sz="280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81901" marR="181901" marT="0" marB="0" anchor="ctr"/>
                    </a:tc>
                    <a:tc>
                      <a:txBody>
                        <a:bodyPr/>
                        <a:lstStyle/>
                        <a:p>
                          <a:pPr marL="0" marR="0" algn="ctr">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i="0" smtClean="0">
                                    <a:solidFill>
                                      <a:srgbClr val="002060"/>
                                    </a:solidFill>
                                    <a:effectLst/>
                                  </a:rPr>
                                  <m:t>65</m:t>
                                </m:r>
                              </m:oMath>
                            </m:oMathPara>
                          </a14:m>
                          <a:endParaRPr lang="en-US" sz="280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81901" marR="181901" marT="0" marB="0" anchor="ctr"/>
                    </a:tc>
                    <a:tc>
                      <a:txBody>
                        <a:bodyPr/>
                        <a:lstStyle/>
                        <a:p>
                          <a:pPr marL="0" marR="0" algn="ctr">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i="0" smtClean="0">
                                    <a:solidFill>
                                      <a:srgbClr val="002060"/>
                                    </a:solidFill>
                                    <a:effectLst/>
                                  </a:rPr>
                                  <m:t>67</m:t>
                                </m:r>
                              </m:oMath>
                            </m:oMathPara>
                          </a14:m>
                          <a:endParaRPr lang="en-US" sz="280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81901" marR="181901" marT="0" marB="0" anchor="ctr"/>
                    </a:tc>
                    <a:tc>
                      <a:txBody>
                        <a:bodyPr/>
                        <a:lstStyle/>
                        <a:p>
                          <a:pPr marL="0" marR="0" algn="ctr">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i="0" smtClean="0">
                                    <a:solidFill>
                                      <a:srgbClr val="002060"/>
                                    </a:solidFill>
                                    <a:effectLst/>
                                  </a:rPr>
                                  <m:t>69</m:t>
                                </m:r>
                              </m:oMath>
                            </m:oMathPara>
                          </a14:m>
                          <a:endParaRPr lang="en-US" sz="280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81901" marR="181901" marT="0" marB="0" anchor="ctr"/>
                    </a:tc>
                    <a:extLst>
                      <a:ext uri="{0D108BD9-81ED-4DB2-BD59-A6C34878D82A}">
                        <a16:rowId xmlns:a16="http://schemas.microsoft.com/office/drawing/2014/main" val="10001"/>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3687745170"/>
                  </p:ext>
                </p:extLst>
              </p:nvPr>
            </p:nvGraphicFramePr>
            <p:xfrm>
              <a:off x="479441" y="2968984"/>
              <a:ext cx="9753599" cy="1516388"/>
            </p:xfrm>
            <a:graphic>
              <a:graphicData uri="http://schemas.openxmlformats.org/drawingml/2006/table">
                <a:tbl>
                  <a:tblPr firstRow="1" firstCol="1" bandRow="1">
                    <a:tableStyleId>{93296810-A885-4BE3-A3E7-6D5BEEA58F35}</a:tableStyleId>
                  </a:tblPr>
                  <a:tblGrid>
                    <a:gridCol w="2477561"/>
                    <a:gridCol w="1212673"/>
                    <a:gridCol w="1212673"/>
                    <a:gridCol w="1212673"/>
                    <a:gridCol w="1212673"/>
                    <a:gridCol w="1212673"/>
                    <a:gridCol w="1212673"/>
                  </a:tblGrid>
                  <a:tr h="784868">
                    <a:tc>
                      <a:txBody>
                        <a:bodyPr/>
                        <a:lstStyle/>
                        <a:p>
                          <a:pPr marL="0" marR="0" algn="ctr">
                            <a:lnSpc>
                              <a:spcPct val="100000"/>
                            </a:lnSpc>
                            <a:spcBef>
                              <a:spcPts val="0"/>
                            </a:spcBef>
                            <a:spcAft>
                              <a:spcPts val="0"/>
                            </a:spcAft>
                            <a:tabLst>
                              <a:tab pos="0" algn="l"/>
                              <a:tab pos="447675" algn="l"/>
                            </a:tabLst>
                          </a:pPr>
                          <a:r>
                            <a:rPr lang="en-US" sz="2800" dirty="0">
                              <a:effectLst/>
                            </a:rPr>
                            <a:t>Height(cm)</a:t>
                          </a:r>
                          <a:endParaRPr lang="en-US" sz="280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81901" marR="181901" marT="0" marB="0" anchor="ctr"/>
                    </a:tc>
                    <a:tc>
                      <a:txBody>
                        <a:bodyPr/>
                        <a:lstStyle/>
                        <a:p>
                          <a:endParaRPr lang="en-US"/>
                        </a:p>
                      </a:txBody>
                      <a:tcPr marL="181901" marR="181901" marT="0" marB="0" anchor="ctr">
                        <a:blipFill rotWithShape="0">
                          <a:blip r:embed="rId2"/>
                          <a:stretch>
                            <a:fillRect l="-205025" t="-1550" r="-502010" b="-101550"/>
                          </a:stretch>
                        </a:blipFill>
                      </a:tcPr>
                    </a:tc>
                    <a:tc>
                      <a:txBody>
                        <a:bodyPr/>
                        <a:lstStyle/>
                        <a:p>
                          <a:endParaRPr lang="en-US"/>
                        </a:p>
                      </a:txBody>
                      <a:tcPr marL="181901" marR="181901" marT="0" marB="0" anchor="ctr">
                        <a:blipFill rotWithShape="0">
                          <a:blip r:embed="rId2"/>
                          <a:stretch>
                            <a:fillRect l="-305025" t="-1550" r="-402010" b="-101550"/>
                          </a:stretch>
                        </a:blipFill>
                      </a:tcPr>
                    </a:tc>
                    <a:tc>
                      <a:txBody>
                        <a:bodyPr/>
                        <a:lstStyle/>
                        <a:p>
                          <a:endParaRPr lang="en-US"/>
                        </a:p>
                      </a:txBody>
                      <a:tcPr marL="181901" marR="181901" marT="0" marB="0" anchor="ctr">
                        <a:blipFill rotWithShape="0">
                          <a:blip r:embed="rId2"/>
                          <a:stretch>
                            <a:fillRect l="-405025" t="-1550" r="-302010" b="-101550"/>
                          </a:stretch>
                        </a:blipFill>
                      </a:tcPr>
                    </a:tc>
                    <a:tc>
                      <a:txBody>
                        <a:bodyPr/>
                        <a:lstStyle/>
                        <a:p>
                          <a:endParaRPr lang="en-US"/>
                        </a:p>
                      </a:txBody>
                      <a:tcPr marL="181901" marR="181901" marT="0" marB="0" anchor="ctr">
                        <a:blipFill rotWithShape="0">
                          <a:blip r:embed="rId2"/>
                          <a:stretch>
                            <a:fillRect l="-505025" t="-1550" r="-202010" b="-101550"/>
                          </a:stretch>
                        </a:blipFill>
                      </a:tcPr>
                    </a:tc>
                    <a:tc>
                      <a:txBody>
                        <a:bodyPr/>
                        <a:lstStyle/>
                        <a:p>
                          <a:endParaRPr lang="en-US"/>
                        </a:p>
                      </a:txBody>
                      <a:tcPr marL="181901" marR="181901" marT="0" marB="0" anchor="ctr">
                        <a:blipFill rotWithShape="0">
                          <a:blip r:embed="rId2"/>
                          <a:stretch>
                            <a:fillRect l="-605025" t="-1550" r="-102010" b="-101550"/>
                          </a:stretch>
                        </a:blipFill>
                      </a:tcPr>
                    </a:tc>
                    <a:tc>
                      <a:txBody>
                        <a:bodyPr/>
                        <a:lstStyle/>
                        <a:p>
                          <a:endParaRPr lang="en-US"/>
                        </a:p>
                      </a:txBody>
                      <a:tcPr marL="181901" marR="181901" marT="0" marB="0" anchor="ctr">
                        <a:blipFill rotWithShape="0">
                          <a:blip r:embed="rId2"/>
                          <a:stretch>
                            <a:fillRect l="-705025" t="-1550" r="-2010" b="-101550"/>
                          </a:stretch>
                        </a:blipFill>
                      </a:tcPr>
                    </a:tc>
                  </a:tr>
                  <a:tr h="731520">
                    <a:tc>
                      <a:txBody>
                        <a:bodyPr/>
                        <a:lstStyle/>
                        <a:p>
                          <a:pPr marL="0" marR="0" algn="ctr">
                            <a:lnSpc>
                              <a:spcPct val="100000"/>
                            </a:lnSpc>
                            <a:spcBef>
                              <a:spcPts val="0"/>
                            </a:spcBef>
                            <a:spcAft>
                              <a:spcPts val="0"/>
                            </a:spcAft>
                            <a:tabLst>
                              <a:tab pos="0" algn="l"/>
                              <a:tab pos="447675" algn="l"/>
                            </a:tabLst>
                          </a:pPr>
                          <a:r>
                            <a:rPr lang="en-US" sz="2800" dirty="0">
                              <a:effectLst/>
                            </a:rPr>
                            <a:t>Weight(kg)</a:t>
                          </a:r>
                          <a:endParaRPr lang="en-US" sz="280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81901" marR="181901" marT="0" marB="0" anchor="ctr"/>
                    </a:tc>
                    <a:tc>
                      <a:txBody>
                        <a:bodyPr/>
                        <a:lstStyle/>
                        <a:p>
                          <a:endParaRPr lang="en-US"/>
                        </a:p>
                      </a:txBody>
                      <a:tcPr marL="181901" marR="181901" marT="0" marB="0" anchor="ctr">
                        <a:blipFill rotWithShape="0">
                          <a:blip r:embed="rId2"/>
                          <a:stretch>
                            <a:fillRect l="-205025" t="-109167" r="-502010" b="-9167"/>
                          </a:stretch>
                        </a:blipFill>
                      </a:tcPr>
                    </a:tc>
                    <a:tc>
                      <a:txBody>
                        <a:bodyPr/>
                        <a:lstStyle/>
                        <a:p>
                          <a:endParaRPr lang="en-US"/>
                        </a:p>
                      </a:txBody>
                      <a:tcPr marL="181901" marR="181901" marT="0" marB="0" anchor="ctr">
                        <a:blipFill rotWithShape="0">
                          <a:blip r:embed="rId2"/>
                          <a:stretch>
                            <a:fillRect l="-305025" t="-109167" r="-402010" b="-9167"/>
                          </a:stretch>
                        </a:blipFill>
                      </a:tcPr>
                    </a:tc>
                    <a:tc>
                      <a:txBody>
                        <a:bodyPr/>
                        <a:lstStyle/>
                        <a:p>
                          <a:endParaRPr lang="en-US"/>
                        </a:p>
                      </a:txBody>
                      <a:tcPr marL="181901" marR="181901" marT="0" marB="0" anchor="ctr">
                        <a:blipFill rotWithShape="0">
                          <a:blip r:embed="rId2"/>
                          <a:stretch>
                            <a:fillRect l="-405025" t="-109167" r="-302010" b="-9167"/>
                          </a:stretch>
                        </a:blipFill>
                      </a:tcPr>
                    </a:tc>
                    <a:tc>
                      <a:txBody>
                        <a:bodyPr/>
                        <a:lstStyle/>
                        <a:p>
                          <a:endParaRPr lang="en-US"/>
                        </a:p>
                      </a:txBody>
                      <a:tcPr marL="181901" marR="181901" marT="0" marB="0" anchor="ctr">
                        <a:blipFill rotWithShape="0">
                          <a:blip r:embed="rId2"/>
                          <a:stretch>
                            <a:fillRect l="-505025" t="-109167" r="-202010" b="-9167"/>
                          </a:stretch>
                        </a:blipFill>
                      </a:tcPr>
                    </a:tc>
                    <a:tc>
                      <a:txBody>
                        <a:bodyPr/>
                        <a:lstStyle/>
                        <a:p>
                          <a:endParaRPr lang="en-US"/>
                        </a:p>
                      </a:txBody>
                      <a:tcPr marL="181901" marR="181901" marT="0" marB="0" anchor="ctr">
                        <a:blipFill rotWithShape="0">
                          <a:blip r:embed="rId2"/>
                          <a:stretch>
                            <a:fillRect l="-605025" t="-109167" r="-102010" b="-9167"/>
                          </a:stretch>
                        </a:blipFill>
                      </a:tcPr>
                    </a:tc>
                    <a:tc>
                      <a:txBody>
                        <a:bodyPr/>
                        <a:lstStyle/>
                        <a:p>
                          <a:endParaRPr lang="en-US"/>
                        </a:p>
                      </a:txBody>
                      <a:tcPr marL="181901" marR="181901" marT="0" marB="0" anchor="ctr">
                        <a:blipFill rotWithShape="0">
                          <a:blip r:embed="rId2"/>
                          <a:stretch>
                            <a:fillRect l="-705025" t="-109167" r="-2010" b="-9167"/>
                          </a:stretch>
                        </a:blipFill>
                      </a:tcPr>
                    </a:tc>
                  </a:tr>
                </a:tbl>
              </a:graphicData>
            </a:graphic>
          </p:graphicFrame>
        </mc:Fallback>
      </mc:AlternateContent>
    </p:spTree>
    <p:extLst>
      <p:ext uri="{BB962C8B-B14F-4D97-AF65-F5344CB8AC3E}">
        <p14:creationId xmlns:p14="http://schemas.microsoft.com/office/powerpoint/2010/main" val="4112616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532093" y="173625"/>
            <a:ext cx="9127814" cy="5486400"/>
          </a:xfrm>
          <a:prstGeom prst="rect">
            <a:avLst/>
          </a:prstGeom>
        </p:spPr>
      </p:pic>
    </p:spTree>
    <p:extLst>
      <p:ext uri="{BB962C8B-B14F-4D97-AF65-F5344CB8AC3E}">
        <p14:creationId xmlns:p14="http://schemas.microsoft.com/office/powerpoint/2010/main" val="13351933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Negative Correlation</a:t>
            </a:r>
          </a:p>
        </p:txBody>
      </p:sp>
      <p:sp>
        <p:nvSpPr>
          <p:cNvPr id="4" name="Content Placeholder 3"/>
          <p:cNvSpPr>
            <a:spLocks noGrp="1"/>
          </p:cNvSpPr>
          <p:nvPr>
            <p:ph idx="1"/>
          </p:nvPr>
        </p:nvSpPr>
        <p:spPr/>
        <p:txBody>
          <a:bodyPr/>
          <a:lstStyle/>
          <a:p>
            <a:pPr lvl="0"/>
            <a:r>
              <a:rPr lang="en-US" dirty="0"/>
              <a:t>If both the variables </a:t>
            </a:r>
            <a:r>
              <a:rPr lang="en-US" dirty="0">
                <a:solidFill>
                  <a:srgbClr val="FF0000"/>
                </a:solidFill>
              </a:rPr>
              <a:t>vary</a:t>
            </a:r>
            <a:r>
              <a:rPr lang="en-US" dirty="0"/>
              <a:t> in </a:t>
            </a:r>
            <a:r>
              <a:rPr lang="en-US" dirty="0">
                <a:solidFill>
                  <a:srgbClr val="FF0000"/>
                </a:solidFill>
              </a:rPr>
              <a:t>opposite direction</a:t>
            </a:r>
            <a:r>
              <a:rPr lang="en-US" dirty="0"/>
              <a:t>, then such a correlation is known as negative correlation.</a:t>
            </a:r>
          </a:p>
          <a:p>
            <a:pPr lvl="0"/>
            <a:endParaRPr lang="en-US" dirty="0"/>
          </a:p>
          <a:p>
            <a:pPr lvl="0"/>
            <a:r>
              <a:rPr lang="en-US" dirty="0"/>
              <a:t>In other words,</a:t>
            </a:r>
          </a:p>
          <a:p>
            <a:pPr marL="288925" lvl="0" indent="0">
              <a:buNone/>
            </a:pPr>
            <a:r>
              <a:rPr lang="en-US" dirty="0"/>
              <a:t>If the value of one variable </a:t>
            </a:r>
            <a:r>
              <a:rPr lang="en-US" dirty="0">
                <a:solidFill>
                  <a:srgbClr val="FF0000"/>
                </a:solidFill>
              </a:rPr>
              <a:t>increases</a:t>
            </a:r>
            <a:r>
              <a:rPr lang="en-US" dirty="0"/>
              <a:t>, the value of other variables </a:t>
            </a:r>
            <a:r>
              <a:rPr lang="en-US" dirty="0">
                <a:solidFill>
                  <a:srgbClr val="FF0000"/>
                </a:solidFill>
              </a:rPr>
              <a:t>decreases</a:t>
            </a:r>
            <a:r>
              <a:rPr lang="en-US" dirty="0"/>
              <a:t>.      </a:t>
            </a:r>
            <a:r>
              <a:rPr lang="en-US" dirty="0">
                <a:solidFill>
                  <a:srgbClr val="FF0000"/>
                </a:solidFill>
              </a:rPr>
              <a:t>or</a:t>
            </a:r>
          </a:p>
          <a:p>
            <a:pPr marL="288925" lvl="0" indent="0">
              <a:buNone/>
            </a:pPr>
            <a:r>
              <a:rPr lang="en-US" dirty="0"/>
              <a:t>If the value of one variable </a:t>
            </a:r>
            <a:r>
              <a:rPr lang="en-US" dirty="0">
                <a:solidFill>
                  <a:srgbClr val="FF0000"/>
                </a:solidFill>
              </a:rPr>
              <a:t>decreases</a:t>
            </a:r>
            <a:r>
              <a:rPr lang="en-US" dirty="0"/>
              <a:t>, the value of other variables also </a:t>
            </a:r>
            <a:r>
              <a:rPr lang="en-US" dirty="0">
                <a:solidFill>
                  <a:srgbClr val="FF0000"/>
                </a:solidFill>
              </a:rPr>
              <a:t>increases</a:t>
            </a:r>
            <a:r>
              <a:rPr lang="en-US" dirty="0"/>
              <a:t>.</a:t>
            </a:r>
          </a:p>
        </p:txBody>
      </p:sp>
    </p:spTree>
    <p:extLst>
      <p:ext uri="{BB962C8B-B14F-4D97-AF65-F5344CB8AC3E}">
        <p14:creationId xmlns:p14="http://schemas.microsoft.com/office/powerpoint/2010/main" val="323808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Negative Correlation</a:t>
            </a:r>
          </a:p>
        </p:txBody>
      </p:sp>
      <p:sp>
        <p:nvSpPr>
          <p:cNvPr id="4" name="Content Placeholder 3"/>
          <p:cNvSpPr>
            <a:spLocks noGrp="1"/>
          </p:cNvSpPr>
          <p:nvPr>
            <p:ph idx="1"/>
          </p:nvPr>
        </p:nvSpPr>
        <p:spPr/>
        <p:txBody>
          <a:bodyPr/>
          <a:lstStyle/>
          <a:p>
            <a:pPr lvl="0"/>
            <a:r>
              <a:rPr lang="en-US" b="1" dirty="0">
                <a:solidFill>
                  <a:schemeClr val="accent6">
                    <a:lumMod val="75000"/>
                  </a:schemeClr>
                </a:solidFill>
              </a:rPr>
              <a:t>For Example:</a:t>
            </a:r>
          </a:p>
          <a:p>
            <a:pPr lvl="0"/>
            <a:r>
              <a:rPr lang="en-US" dirty="0"/>
              <a:t>The correlation between the </a:t>
            </a:r>
            <a:r>
              <a:rPr lang="en-US" dirty="0">
                <a:solidFill>
                  <a:srgbClr val="FF0000"/>
                </a:solidFill>
              </a:rPr>
              <a:t>price</a:t>
            </a:r>
            <a:r>
              <a:rPr lang="en-US" dirty="0"/>
              <a:t> and </a:t>
            </a:r>
            <a:r>
              <a:rPr lang="en-US" dirty="0">
                <a:solidFill>
                  <a:srgbClr val="FF0000"/>
                </a:solidFill>
              </a:rPr>
              <a:t>demand</a:t>
            </a:r>
            <a:r>
              <a:rPr lang="en-US" dirty="0"/>
              <a:t> of a commodity is a negative correlation.</a:t>
            </a:r>
          </a:p>
        </p:txBody>
      </p:sp>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853529918"/>
                  </p:ext>
                </p:extLst>
              </p:nvPr>
            </p:nvGraphicFramePr>
            <p:xfrm>
              <a:off x="479441" y="2968984"/>
              <a:ext cx="10972800" cy="1516388"/>
            </p:xfrm>
            <a:graphic>
              <a:graphicData uri="http://schemas.openxmlformats.org/drawingml/2006/table">
                <a:tbl>
                  <a:tblPr firstRow="1" firstCol="1" bandRow="1">
                    <a:tableStyleId>{93296810-A885-4BE3-A3E7-6D5BEEA58F35}</a:tableStyleId>
                  </a:tblPr>
                  <a:tblGrid>
                    <a:gridCol w="2787258">
                      <a:extLst>
                        <a:ext uri="{9D8B030D-6E8A-4147-A177-3AD203B41FA5}">
                          <a16:colId xmlns:a16="http://schemas.microsoft.com/office/drawing/2014/main" val="20000"/>
                        </a:ext>
                      </a:extLst>
                    </a:gridCol>
                    <a:gridCol w="1364257">
                      <a:extLst>
                        <a:ext uri="{9D8B030D-6E8A-4147-A177-3AD203B41FA5}">
                          <a16:colId xmlns:a16="http://schemas.microsoft.com/office/drawing/2014/main" val="20001"/>
                        </a:ext>
                      </a:extLst>
                    </a:gridCol>
                    <a:gridCol w="1364257">
                      <a:extLst>
                        <a:ext uri="{9D8B030D-6E8A-4147-A177-3AD203B41FA5}">
                          <a16:colId xmlns:a16="http://schemas.microsoft.com/office/drawing/2014/main" val="20002"/>
                        </a:ext>
                      </a:extLst>
                    </a:gridCol>
                    <a:gridCol w="1364257">
                      <a:extLst>
                        <a:ext uri="{9D8B030D-6E8A-4147-A177-3AD203B41FA5}">
                          <a16:colId xmlns:a16="http://schemas.microsoft.com/office/drawing/2014/main" val="20003"/>
                        </a:ext>
                      </a:extLst>
                    </a:gridCol>
                    <a:gridCol w="1364257">
                      <a:extLst>
                        <a:ext uri="{9D8B030D-6E8A-4147-A177-3AD203B41FA5}">
                          <a16:colId xmlns:a16="http://schemas.microsoft.com/office/drawing/2014/main" val="20004"/>
                        </a:ext>
                      </a:extLst>
                    </a:gridCol>
                    <a:gridCol w="1364257">
                      <a:extLst>
                        <a:ext uri="{9D8B030D-6E8A-4147-A177-3AD203B41FA5}">
                          <a16:colId xmlns:a16="http://schemas.microsoft.com/office/drawing/2014/main" val="20005"/>
                        </a:ext>
                      </a:extLst>
                    </a:gridCol>
                    <a:gridCol w="1364257">
                      <a:extLst>
                        <a:ext uri="{9D8B030D-6E8A-4147-A177-3AD203B41FA5}">
                          <a16:colId xmlns:a16="http://schemas.microsoft.com/office/drawing/2014/main" val="20006"/>
                        </a:ext>
                      </a:extLst>
                    </a:gridCol>
                  </a:tblGrid>
                  <a:tr h="784868">
                    <a:tc>
                      <a:txBody>
                        <a:bodyPr/>
                        <a:lstStyle/>
                        <a:p>
                          <a:pPr marL="0" marR="0" algn="ctr">
                            <a:lnSpc>
                              <a:spcPct val="100000"/>
                            </a:lnSpc>
                            <a:spcBef>
                              <a:spcPts val="0"/>
                            </a:spcBef>
                            <a:spcAft>
                              <a:spcPts val="0"/>
                            </a:spcAft>
                            <a:tabLst>
                              <a:tab pos="0" algn="l"/>
                              <a:tab pos="447675" algn="l"/>
                            </a:tabLst>
                          </a:pPr>
                          <a:r>
                            <a:rPr lang="en-US" sz="2800" dirty="0">
                              <a:effectLst/>
                            </a:rPr>
                            <a:t>Price(₹ per unit)</a:t>
                          </a:r>
                          <a:endParaRPr lang="en-US" sz="280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81901" marR="181901" marT="0" marB="0" anchor="ctr"/>
                    </a:tc>
                    <a:tc>
                      <a:txBody>
                        <a:bodyPr/>
                        <a:lstStyle/>
                        <a:p>
                          <a:pPr marL="0" marR="0" algn="ctr">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i="0" smtClean="0">
                                    <a:effectLst/>
                                  </a:rPr>
                                  <m:t>10</m:t>
                                </m:r>
                              </m:oMath>
                            </m:oMathPara>
                          </a14:m>
                          <a:endParaRPr lang="en-US" sz="280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81901" marR="181901" marT="0" marB="0" anchor="ctr"/>
                    </a:tc>
                    <a:tc>
                      <a:txBody>
                        <a:bodyPr/>
                        <a:lstStyle/>
                        <a:p>
                          <a:pPr marL="0" marR="0" algn="ctr">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1" i="0" smtClean="0">
                                    <a:effectLst/>
                                  </a:rPr>
                                  <m:t>8</m:t>
                                </m:r>
                              </m:oMath>
                            </m:oMathPara>
                          </a14:m>
                          <a:endParaRPr lang="en-US" sz="280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81901" marR="181901" marT="0" marB="0" anchor="ctr"/>
                    </a:tc>
                    <a:tc>
                      <a:txBody>
                        <a:bodyPr/>
                        <a:lstStyle/>
                        <a:p>
                          <a:pPr marL="0" marR="0" algn="ctr">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1" i="0" smtClean="0">
                                    <a:effectLst/>
                                  </a:rPr>
                                  <m:t>6</m:t>
                                </m:r>
                              </m:oMath>
                            </m:oMathPara>
                          </a14:m>
                          <a:endParaRPr lang="en-US" sz="280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81901" marR="181901" marT="0" marB="0" anchor="ctr"/>
                    </a:tc>
                    <a:tc>
                      <a:txBody>
                        <a:bodyPr/>
                        <a:lstStyle/>
                        <a:p>
                          <a:pPr marL="0" marR="0" algn="ctr">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1" i="0" smtClean="0">
                                    <a:effectLst/>
                                  </a:rPr>
                                  <m:t>5</m:t>
                                </m:r>
                              </m:oMath>
                            </m:oMathPara>
                          </a14:m>
                          <a:endParaRPr lang="en-US" sz="280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81901" marR="181901" marT="0" marB="0" anchor="ctr"/>
                    </a:tc>
                    <a:tc>
                      <a:txBody>
                        <a:bodyPr/>
                        <a:lstStyle/>
                        <a:p>
                          <a:pPr marL="0" marR="0" algn="ctr">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1" i="0" smtClean="0">
                                    <a:effectLst/>
                                  </a:rPr>
                                  <m:t>4</m:t>
                                </m:r>
                              </m:oMath>
                            </m:oMathPara>
                          </a14:m>
                          <a:endParaRPr lang="en-US" sz="280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81901" marR="181901" marT="0" marB="0" anchor="ctr"/>
                    </a:tc>
                    <a:tc>
                      <a:txBody>
                        <a:bodyPr/>
                        <a:lstStyle/>
                        <a:p>
                          <a:pPr marL="0" marR="0" algn="ctr">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1" i="0" smtClean="0">
                                    <a:effectLst/>
                                  </a:rPr>
                                  <m:t>1</m:t>
                                </m:r>
                              </m:oMath>
                            </m:oMathPara>
                          </a14:m>
                          <a:endParaRPr lang="en-US" sz="280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81901" marR="181901" marT="0" marB="0" anchor="ctr"/>
                    </a:tc>
                    <a:extLst>
                      <a:ext uri="{0D108BD9-81ED-4DB2-BD59-A6C34878D82A}">
                        <a16:rowId xmlns:a16="http://schemas.microsoft.com/office/drawing/2014/main" val="10000"/>
                      </a:ext>
                    </a:extLst>
                  </a:tr>
                  <a:tr h="731520">
                    <a:tc>
                      <a:txBody>
                        <a:bodyPr/>
                        <a:lstStyle/>
                        <a:p>
                          <a:pPr marL="0" marR="0" algn="ctr">
                            <a:lnSpc>
                              <a:spcPct val="100000"/>
                            </a:lnSpc>
                            <a:spcBef>
                              <a:spcPts val="0"/>
                            </a:spcBef>
                            <a:spcAft>
                              <a:spcPts val="0"/>
                            </a:spcAft>
                            <a:tabLst>
                              <a:tab pos="0" algn="l"/>
                              <a:tab pos="447675" algn="l"/>
                            </a:tabLst>
                          </a:pPr>
                          <a:r>
                            <a:rPr lang="en-US" sz="2800" dirty="0">
                              <a:effectLst/>
                            </a:rPr>
                            <a:t>Demand(units)</a:t>
                          </a:r>
                          <a:endParaRPr lang="en-US" sz="280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81901" marR="181901" marT="0" marB="0" anchor="ctr"/>
                    </a:tc>
                    <a:tc>
                      <a:txBody>
                        <a:bodyPr/>
                        <a:lstStyle/>
                        <a:p>
                          <a:pPr marL="0" marR="0" algn="ctr">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0" i="0" smtClean="0">
                                    <a:solidFill>
                                      <a:srgbClr val="002060"/>
                                    </a:solidFill>
                                    <a:effectLst/>
                                  </a:rPr>
                                  <m:t>100</m:t>
                                </m:r>
                              </m:oMath>
                            </m:oMathPara>
                          </a14:m>
                          <a:endParaRPr lang="en-US" sz="280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81901" marR="181901" marT="0" marB="0" anchor="ctr"/>
                    </a:tc>
                    <a:tc>
                      <a:txBody>
                        <a:bodyPr/>
                        <a:lstStyle/>
                        <a:p>
                          <a:pPr marL="0" marR="0" algn="ctr">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0" i="0" smtClean="0">
                                    <a:solidFill>
                                      <a:srgbClr val="002060"/>
                                    </a:solidFill>
                                    <a:effectLst/>
                                  </a:rPr>
                                  <m:t>200</m:t>
                                </m:r>
                              </m:oMath>
                            </m:oMathPara>
                          </a14:m>
                          <a:endParaRPr lang="en-US" sz="280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81901" marR="181901" marT="0" marB="0" anchor="ctr"/>
                    </a:tc>
                    <a:tc>
                      <a:txBody>
                        <a:bodyPr/>
                        <a:lstStyle/>
                        <a:p>
                          <a:pPr marL="0" marR="0" algn="ctr">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0" i="0" smtClean="0">
                                    <a:solidFill>
                                      <a:srgbClr val="002060"/>
                                    </a:solidFill>
                                    <a:effectLst/>
                                  </a:rPr>
                                  <m:t>300</m:t>
                                </m:r>
                              </m:oMath>
                            </m:oMathPara>
                          </a14:m>
                          <a:endParaRPr lang="en-US" sz="280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81901" marR="181901" marT="0" marB="0" anchor="ctr"/>
                    </a:tc>
                    <a:tc>
                      <a:txBody>
                        <a:bodyPr/>
                        <a:lstStyle/>
                        <a:p>
                          <a:pPr marL="0" marR="0" algn="ctr">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0" i="0" smtClean="0">
                                    <a:solidFill>
                                      <a:srgbClr val="002060"/>
                                    </a:solidFill>
                                    <a:effectLst/>
                                  </a:rPr>
                                  <m:t>400</m:t>
                                </m:r>
                              </m:oMath>
                            </m:oMathPara>
                          </a14:m>
                          <a:endParaRPr lang="en-US" sz="280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81901" marR="181901" marT="0" marB="0" anchor="ctr"/>
                    </a:tc>
                    <a:tc>
                      <a:txBody>
                        <a:bodyPr/>
                        <a:lstStyle/>
                        <a:p>
                          <a:pPr marL="0" marR="0" algn="ctr">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0" i="0" smtClean="0">
                                    <a:solidFill>
                                      <a:srgbClr val="002060"/>
                                    </a:solidFill>
                                    <a:effectLst/>
                                  </a:rPr>
                                  <m:t>500</m:t>
                                </m:r>
                              </m:oMath>
                            </m:oMathPara>
                          </a14:m>
                          <a:endParaRPr lang="en-US" sz="280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81901" marR="181901" marT="0" marB="0" anchor="ctr"/>
                    </a:tc>
                    <a:tc>
                      <a:txBody>
                        <a:bodyPr/>
                        <a:lstStyle/>
                        <a:p>
                          <a:pPr marL="0" marR="0" algn="ctr">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0" i="0" smtClean="0">
                                    <a:solidFill>
                                      <a:srgbClr val="002060"/>
                                    </a:solidFill>
                                    <a:effectLst/>
                                  </a:rPr>
                                  <m:t>600</m:t>
                                </m:r>
                              </m:oMath>
                            </m:oMathPara>
                          </a14:m>
                          <a:endParaRPr lang="en-US" sz="280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81901" marR="181901" marT="0" marB="0" anchor="ctr"/>
                    </a:tc>
                    <a:extLst>
                      <a:ext uri="{0D108BD9-81ED-4DB2-BD59-A6C34878D82A}">
                        <a16:rowId xmlns:a16="http://schemas.microsoft.com/office/drawing/2014/main" val="10001"/>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853529918"/>
                  </p:ext>
                </p:extLst>
              </p:nvPr>
            </p:nvGraphicFramePr>
            <p:xfrm>
              <a:off x="479441" y="2968984"/>
              <a:ext cx="10972800" cy="1516388"/>
            </p:xfrm>
            <a:graphic>
              <a:graphicData uri="http://schemas.openxmlformats.org/drawingml/2006/table">
                <a:tbl>
                  <a:tblPr firstRow="1" firstCol="1" bandRow="1">
                    <a:tableStyleId>{93296810-A885-4BE3-A3E7-6D5BEEA58F35}</a:tableStyleId>
                  </a:tblPr>
                  <a:tblGrid>
                    <a:gridCol w="2787258"/>
                    <a:gridCol w="1364257"/>
                    <a:gridCol w="1364257"/>
                    <a:gridCol w="1364257"/>
                    <a:gridCol w="1364257"/>
                    <a:gridCol w="1364257"/>
                    <a:gridCol w="1364257"/>
                  </a:tblGrid>
                  <a:tr h="784868">
                    <a:tc>
                      <a:txBody>
                        <a:bodyPr/>
                        <a:lstStyle/>
                        <a:p>
                          <a:pPr marL="0" marR="0" algn="ctr">
                            <a:lnSpc>
                              <a:spcPct val="100000"/>
                            </a:lnSpc>
                            <a:spcBef>
                              <a:spcPts val="0"/>
                            </a:spcBef>
                            <a:spcAft>
                              <a:spcPts val="0"/>
                            </a:spcAft>
                            <a:tabLst>
                              <a:tab pos="0" algn="l"/>
                              <a:tab pos="447675" algn="l"/>
                            </a:tabLst>
                          </a:pPr>
                          <a:r>
                            <a:rPr lang="en-US" sz="2800" dirty="0" smtClean="0">
                              <a:effectLst/>
                            </a:rPr>
                            <a:t>Price(₹ per unit)</a:t>
                          </a:r>
                          <a:endParaRPr lang="en-US" sz="280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81901" marR="181901" marT="0" marB="0" anchor="ctr"/>
                    </a:tc>
                    <a:tc>
                      <a:txBody>
                        <a:bodyPr/>
                        <a:lstStyle/>
                        <a:p>
                          <a:endParaRPr lang="en-US"/>
                        </a:p>
                      </a:txBody>
                      <a:tcPr marL="181901" marR="181901" marT="0" marB="0" anchor="ctr">
                        <a:blipFill rotWithShape="0">
                          <a:blip r:embed="rId2"/>
                          <a:stretch>
                            <a:fillRect l="-204464" t="-1550" r="-501786" b="-101550"/>
                          </a:stretch>
                        </a:blipFill>
                      </a:tcPr>
                    </a:tc>
                    <a:tc>
                      <a:txBody>
                        <a:bodyPr/>
                        <a:lstStyle/>
                        <a:p>
                          <a:endParaRPr lang="en-US"/>
                        </a:p>
                      </a:txBody>
                      <a:tcPr marL="181901" marR="181901" marT="0" marB="0" anchor="ctr">
                        <a:blipFill rotWithShape="0">
                          <a:blip r:embed="rId2"/>
                          <a:stretch>
                            <a:fillRect l="-304464" t="-1550" r="-401786" b="-101550"/>
                          </a:stretch>
                        </a:blipFill>
                      </a:tcPr>
                    </a:tc>
                    <a:tc>
                      <a:txBody>
                        <a:bodyPr/>
                        <a:lstStyle/>
                        <a:p>
                          <a:endParaRPr lang="en-US"/>
                        </a:p>
                      </a:txBody>
                      <a:tcPr marL="181901" marR="181901" marT="0" marB="0" anchor="ctr">
                        <a:blipFill rotWithShape="0">
                          <a:blip r:embed="rId2"/>
                          <a:stretch>
                            <a:fillRect l="-404464" t="-1550" r="-301786" b="-101550"/>
                          </a:stretch>
                        </a:blipFill>
                      </a:tcPr>
                    </a:tc>
                    <a:tc>
                      <a:txBody>
                        <a:bodyPr/>
                        <a:lstStyle/>
                        <a:p>
                          <a:endParaRPr lang="en-US"/>
                        </a:p>
                      </a:txBody>
                      <a:tcPr marL="181901" marR="181901" marT="0" marB="0" anchor="ctr">
                        <a:blipFill rotWithShape="0">
                          <a:blip r:embed="rId2"/>
                          <a:stretch>
                            <a:fillRect l="-504464" t="-1550" r="-201786" b="-101550"/>
                          </a:stretch>
                        </a:blipFill>
                      </a:tcPr>
                    </a:tc>
                    <a:tc>
                      <a:txBody>
                        <a:bodyPr/>
                        <a:lstStyle/>
                        <a:p>
                          <a:endParaRPr lang="en-US"/>
                        </a:p>
                      </a:txBody>
                      <a:tcPr marL="181901" marR="181901" marT="0" marB="0" anchor="ctr">
                        <a:blipFill rotWithShape="0">
                          <a:blip r:embed="rId2"/>
                          <a:stretch>
                            <a:fillRect l="-604464" t="-1550" r="-101786" b="-101550"/>
                          </a:stretch>
                        </a:blipFill>
                      </a:tcPr>
                    </a:tc>
                    <a:tc>
                      <a:txBody>
                        <a:bodyPr/>
                        <a:lstStyle/>
                        <a:p>
                          <a:endParaRPr lang="en-US"/>
                        </a:p>
                      </a:txBody>
                      <a:tcPr marL="181901" marR="181901" marT="0" marB="0" anchor="ctr">
                        <a:blipFill rotWithShape="0">
                          <a:blip r:embed="rId2"/>
                          <a:stretch>
                            <a:fillRect l="-704464" t="-1550" r="-1786" b="-101550"/>
                          </a:stretch>
                        </a:blipFill>
                      </a:tcPr>
                    </a:tc>
                  </a:tr>
                  <a:tr h="731520">
                    <a:tc>
                      <a:txBody>
                        <a:bodyPr/>
                        <a:lstStyle/>
                        <a:p>
                          <a:pPr marL="0" marR="0" algn="ctr">
                            <a:lnSpc>
                              <a:spcPct val="100000"/>
                            </a:lnSpc>
                            <a:spcBef>
                              <a:spcPts val="0"/>
                            </a:spcBef>
                            <a:spcAft>
                              <a:spcPts val="0"/>
                            </a:spcAft>
                            <a:tabLst>
                              <a:tab pos="0" algn="l"/>
                              <a:tab pos="447675" algn="l"/>
                            </a:tabLst>
                          </a:pPr>
                          <a:r>
                            <a:rPr lang="en-US" sz="2800" dirty="0" smtClean="0">
                              <a:effectLst/>
                            </a:rPr>
                            <a:t>Demand(units)</a:t>
                          </a:r>
                          <a:endParaRPr lang="en-US" sz="280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81901" marR="181901" marT="0" marB="0" anchor="ctr"/>
                    </a:tc>
                    <a:tc>
                      <a:txBody>
                        <a:bodyPr/>
                        <a:lstStyle/>
                        <a:p>
                          <a:endParaRPr lang="en-US"/>
                        </a:p>
                      </a:txBody>
                      <a:tcPr marL="181901" marR="181901" marT="0" marB="0" anchor="ctr">
                        <a:blipFill rotWithShape="0">
                          <a:blip r:embed="rId2"/>
                          <a:stretch>
                            <a:fillRect l="-204464" t="-109167" r="-501786" b="-9167"/>
                          </a:stretch>
                        </a:blipFill>
                      </a:tcPr>
                    </a:tc>
                    <a:tc>
                      <a:txBody>
                        <a:bodyPr/>
                        <a:lstStyle/>
                        <a:p>
                          <a:endParaRPr lang="en-US"/>
                        </a:p>
                      </a:txBody>
                      <a:tcPr marL="181901" marR="181901" marT="0" marB="0" anchor="ctr">
                        <a:blipFill rotWithShape="0">
                          <a:blip r:embed="rId2"/>
                          <a:stretch>
                            <a:fillRect l="-304464" t="-109167" r="-401786" b="-9167"/>
                          </a:stretch>
                        </a:blipFill>
                      </a:tcPr>
                    </a:tc>
                    <a:tc>
                      <a:txBody>
                        <a:bodyPr/>
                        <a:lstStyle/>
                        <a:p>
                          <a:endParaRPr lang="en-US"/>
                        </a:p>
                      </a:txBody>
                      <a:tcPr marL="181901" marR="181901" marT="0" marB="0" anchor="ctr">
                        <a:blipFill rotWithShape="0">
                          <a:blip r:embed="rId2"/>
                          <a:stretch>
                            <a:fillRect l="-404464" t="-109167" r="-301786" b="-9167"/>
                          </a:stretch>
                        </a:blipFill>
                      </a:tcPr>
                    </a:tc>
                    <a:tc>
                      <a:txBody>
                        <a:bodyPr/>
                        <a:lstStyle/>
                        <a:p>
                          <a:endParaRPr lang="en-US"/>
                        </a:p>
                      </a:txBody>
                      <a:tcPr marL="181901" marR="181901" marT="0" marB="0" anchor="ctr">
                        <a:blipFill rotWithShape="0">
                          <a:blip r:embed="rId2"/>
                          <a:stretch>
                            <a:fillRect l="-504464" t="-109167" r="-201786" b="-9167"/>
                          </a:stretch>
                        </a:blipFill>
                      </a:tcPr>
                    </a:tc>
                    <a:tc>
                      <a:txBody>
                        <a:bodyPr/>
                        <a:lstStyle/>
                        <a:p>
                          <a:endParaRPr lang="en-US"/>
                        </a:p>
                      </a:txBody>
                      <a:tcPr marL="181901" marR="181901" marT="0" marB="0" anchor="ctr">
                        <a:blipFill rotWithShape="0">
                          <a:blip r:embed="rId2"/>
                          <a:stretch>
                            <a:fillRect l="-604464" t="-109167" r="-101786" b="-9167"/>
                          </a:stretch>
                        </a:blipFill>
                      </a:tcPr>
                    </a:tc>
                    <a:tc>
                      <a:txBody>
                        <a:bodyPr/>
                        <a:lstStyle/>
                        <a:p>
                          <a:endParaRPr lang="en-US"/>
                        </a:p>
                      </a:txBody>
                      <a:tcPr marL="181901" marR="181901" marT="0" marB="0" anchor="ctr">
                        <a:blipFill rotWithShape="0">
                          <a:blip r:embed="rId2"/>
                          <a:stretch>
                            <a:fillRect l="-704464" t="-109167" r="-1786" b="-9167"/>
                          </a:stretch>
                        </a:blipFill>
                      </a:tcPr>
                    </a:tc>
                  </a:tr>
                </a:tbl>
              </a:graphicData>
            </a:graphic>
          </p:graphicFrame>
        </mc:Fallback>
      </mc:AlternateContent>
    </p:spTree>
    <p:extLst>
      <p:ext uri="{BB962C8B-B14F-4D97-AF65-F5344CB8AC3E}">
        <p14:creationId xmlns:p14="http://schemas.microsoft.com/office/powerpoint/2010/main" val="1182506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532093" y="173625"/>
            <a:ext cx="9127815" cy="5486400"/>
          </a:xfrm>
          <a:prstGeom prst="rect">
            <a:avLst/>
          </a:prstGeom>
        </p:spPr>
      </p:pic>
    </p:spTree>
    <p:extLst>
      <p:ext uri="{BB962C8B-B14F-4D97-AF65-F5344CB8AC3E}">
        <p14:creationId xmlns:p14="http://schemas.microsoft.com/office/powerpoint/2010/main" val="17017640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Correlation</a:t>
            </a:r>
          </a:p>
        </p:txBody>
      </p:sp>
      <p:sp>
        <p:nvSpPr>
          <p:cNvPr id="4" name="Content Placeholder 3"/>
          <p:cNvSpPr>
            <a:spLocks noGrp="1"/>
          </p:cNvSpPr>
          <p:nvPr>
            <p:ph idx="1"/>
          </p:nvPr>
        </p:nvSpPr>
        <p:spPr/>
        <p:txBody>
          <a:bodyPr/>
          <a:lstStyle/>
          <a:p>
            <a:pPr lvl="0"/>
            <a:r>
              <a:rPr lang="en-US" dirty="0"/>
              <a:t>If the </a:t>
            </a:r>
            <a:r>
              <a:rPr lang="en-US" dirty="0">
                <a:solidFill>
                  <a:srgbClr val="FF0000"/>
                </a:solidFill>
              </a:rPr>
              <a:t>ratio</a:t>
            </a:r>
            <a:r>
              <a:rPr lang="en-US" dirty="0"/>
              <a:t> of change between two variables is </a:t>
            </a:r>
            <a:r>
              <a:rPr lang="en-US" dirty="0">
                <a:solidFill>
                  <a:srgbClr val="FF0000"/>
                </a:solidFill>
              </a:rPr>
              <a:t>constant</a:t>
            </a:r>
            <a:r>
              <a:rPr lang="en-US" dirty="0"/>
              <a:t>, then such a correlation is known as linear correlation. </a:t>
            </a:r>
          </a:p>
          <a:p>
            <a:r>
              <a:rPr lang="en-US" dirty="0"/>
              <a:t>If such variables are plotted on a graph paper, a straight line is obtained.</a:t>
            </a:r>
          </a:p>
          <a:p>
            <a:pPr lvl="0"/>
            <a:endParaRPr lang="en-US" dirty="0"/>
          </a:p>
          <a:p>
            <a:pPr lvl="0"/>
            <a:r>
              <a:rPr lang="en-US" b="1" dirty="0">
                <a:solidFill>
                  <a:schemeClr val="accent6">
                    <a:lumMod val="75000"/>
                  </a:schemeClr>
                </a:solidFill>
              </a:rPr>
              <a:t>For Example:</a:t>
            </a:r>
          </a:p>
        </p:txBody>
      </p:sp>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2211478424"/>
                  </p:ext>
                </p:extLst>
              </p:nvPr>
            </p:nvGraphicFramePr>
            <p:xfrm>
              <a:off x="479441" y="4220268"/>
              <a:ext cx="10972800" cy="1516388"/>
            </p:xfrm>
            <a:graphic>
              <a:graphicData uri="http://schemas.openxmlformats.org/drawingml/2006/table">
                <a:tbl>
                  <a:tblPr firstRow="1" firstCol="1" bandRow="1">
                    <a:tableStyleId>{93296810-A885-4BE3-A3E7-6D5BEEA58F35}</a:tableStyleId>
                  </a:tblPr>
                  <a:tblGrid>
                    <a:gridCol w="2787258">
                      <a:extLst>
                        <a:ext uri="{9D8B030D-6E8A-4147-A177-3AD203B41FA5}">
                          <a16:colId xmlns:a16="http://schemas.microsoft.com/office/drawing/2014/main" val="20000"/>
                        </a:ext>
                      </a:extLst>
                    </a:gridCol>
                    <a:gridCol w="1364257">
                      <a:extLst>
                        <a:ext uri="{9D8B030D-6E8A-4147-A177-3AD203B41FA5}">
                          <a16:colId xmlns:a16="http://schemas.microsoft.com/office/drawing/2014/main" val="20001"/>
                        </a:ext>
                      </a:extLst>
                    </a:gridCol>
                    <a:gridCol w="1364257">
                      <a:extLst>
                        <a:ext uri="{9D8B030D-6E8A-4147-A177-3AD203B41FA5}">
                          <a16:colId xmlns:a16="http://schemas.microsoft.com/office/drawing/2014/main" val="20002"/>
                        </a:ext>
                      </a:extLst>
                    </a:gridCol>
                    <a:gridCol w="1364257">
                      <a:extLst>
                        <a:ext uri="{9D8B030D-6E8A-4147-A177-3AD203B41FA5}">
                          <a16:colId xmlns:a16="http://schemas.microsoft.com/office/drawing/2014/main" val="20003"/>
                        </a:ext>
                      </a:extLst>
                    </a:gridCol>
                    <a:gridCol w="1364257">
                      <a:extLst>
                        <a:ext uri="{9D8B030D-6E8A-4147-A177-3AD203B41FA5}">
                          <a16:colId xmlns:a16="http://schemas.microsoft.com/office/drawing/2014/main" val="20004"/>
                        </a:ext>
                      </a:extLst>
                    </a:gridCol>
                    <a:gridCol w="1364257">
                      <a:extLst>
                        <a:ext uri="{9D8B030D-6E8A-4147-A177-3AD203B41FA5}">
                          <a16:colId xmlns:a16="http://schemas.microsoft.com/office/drawing/2014/main" val="20005"/>
                        </a:ext>
                      </a:extLst>
                    </a:gridCol>
                    <a:gridCol w="1364257">
                      <a:extLst>
                        <a:ext uri="{9D8B030D-6E8A-4147-A177-3AD203B41FA5}">
                          <a16:colId xmlns:a16="http://schemas.microsoft.com/office/drawing/2014/main" val="20006"/>
                        </a:ext>
                      </a:extLst>
                    </a:gridCol>
                  </a:tblGrid>
                  <a:tr h="784868">
                    <a:tc>
                      <a:txBody>
                        <a:bodyPr/>
                        <a:lstStyle/>
                        <a:p>
                          <a:pPr marL="0" marR="0" algn="ctr">
                            <a:lnSpc>
                              <a:spcPct val="100000"/>
                            </a:lnSpc>
                            <a:spcBef>
                              <a:spcPts val="0"/>
                            </a:spcBef>
                            <a:spcAft>
                              <a:spcPts val="0"/>
                            </a:spcAft>
                            <a:tabLst>
                              <a:tab pos="0" algn="l"/>
                              <a:tab pos="447675" algn="l"/>
                            </a:tabLst>
                          </a:pPr>
                          <a:r>
                            <a:rPr lang="en-US" sz="2800" dirty="0">
                              <a:effectLst/>
                            </a:rPr>
                            <a:t>Milk (l)</a:t>
                          </a:r>
                          <a:endParaRPr lang="en-US" sz="280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81901" marR="181901" marT="0" marB="0" anchor="ctr"/>
                    </a:tc>
                    <a:tc>
                      <a:txBody>
                        <a:bodyPr/>
                        <a:lstStyle/>
                        <a:p>
                          <a:pPr marL="0" marR="0" algn="ctr">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1" i="0" smtClean="0">
                                    <a:effectLst/>
                                  </a:rPr>
                                  <m:t>5</m:t>
                                </m:r>
                              </m:oMath>
                            </m:oMathPara>
                          </a14:m>
                          <a:endParaRPr lang="en-US" sz="280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81901" marR="181901" marT="0" marB="0" anchor="ctr"/>
                    </a:tc>
                    <a:tc>
                      <a:txBody>
                        <a:bodyPr/>
                        <a:lstStyle/>
                        <a:p>
                          <a:pPr marL="0" marR="0" algn="ctr">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1" i="0" smtClean="0">
                                    <a:effectLst/>
                                  </a:rPr>
                                  <m:t>10</m:t>
                                </m:r>
                              </m:oMath>
                            </m:oMathPara>
                          </a14:m>
                          <a:endParaRPr lang="en-US" sz="280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81901" marR="181901" marT="0" marB="0" anchor="ctr"/>
                    </a:tc>
                    <a:tc>
                      <a:txBody>
                        <a:bodyPr/>
                        <a:lstStyle/>
                        <a:p>
                          <a:pPr marL="0" marR="0" algn="ctr">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1" i="0" smtClean="0">
                                    <a:effectLst/>
                                  </a:rPr>
                                  <m:t>15</m:t>
                                </m:r>
                              </m:oMath>
                            </m:oMathPara>
                          </a14:m>
                          <a:endParaRPr lang="en-US" sz="280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81901" marR="181901" marT="0" marB="0" anchor="ctr"/>
                    </a:tc>
                    <a:tc>
                      <a:txBody>
                        <a:bodyPr/>
                        <a:lstStyle/>
                        <a:p>
                          <a:pPr marL="0" marR="0" algn="ctr">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1" i="0" smtClean="0">
                                    <a:effectLst/>
                                  </a:rPr>
                                  <m:t>20</m:t>
                                </m:r>
                              </m:oMath>
                            </m:oMathPara>
                          </a14:m>
                          <a:endParaRPr lang="en-US" sz="280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81901" marR="181901" marT="0" marB="0" anchor="ctr"/>
                    </a:tc>
                    <a:tc>
                      <a:txBody>
                        <a:bodyPr/>
                        <a:lstStyle/>
                        <a:p>
                          <a:pPr marL="0" marR="0" algn="ctr">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1" i="0" smtClean="0">
                                    <a:effectLst/>
                                  </a:rPr>
                                  <m:t>25</m:t>
                                </m:r>
                              </m:oMath>
                            </m:oMathPara>
                          </a14:m>
                          <a:endParaRPr lang="en-US" sz="280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81901" marR="181901" marT="0" marB="0" anchor="ctr"/>
                    </a:tc>
                    <a:tc>
                      <a:txBody>
                        <a:bodyPr/>
                        <a:lstStyle/>
                        <a:p>
                          <a:pPr marL="0" marR="0" algn="ctr">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1" i="0" smtClean="0">
                                    <a:effectLst/>
                                  </a:rPr>
                                  <m:t>30</m:t>
                                </m:r>
                              </m:oMath>
                            </m:oMathPara>
                          </a14:m>
                          <a:endParaRPr lang="en-US" sz="280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81901" marR="181901" marT="0" marB="0" anchor="ctr"/>
                    </a:tc>
                    <a:extLst>
                      <a:ext uri="{0D108BD9-81ED-4DB2-BD59-A6C34878D82A}">
                        <a16:rowId xmlns:a16="http://schemas.microsoft.com/office/drawing/2014/main" val="10000"/>
                      </a:ext>
                    </a:extLst>
                  </a:tr>
                  <a:tr h="731520">
                    <a:tc>
                      <a:txBody>
                        <a:bodyPr/>
                        <a:lstStyle/>
                        <a:p>
                          <a:pPr marL="0" marR="0" algn="ctr">
                            <a:lnSpc>
                              <a:spcPct val="100000"/>
                            </a:lnSpc>
                            <a:spcBef>
                              <a:spcPts val="0"/>
                            </a:spcBef>
                            <a:spcAft>
                              <a:spcPts val="0"/>
                            </a:spcAft>
                            <a:tabLst>
                              <a:tab pos="0" algn="l"/>
                              <a:tab pos="447675" algn="l"/>
                            </a:tabLst>
                          </a:pPr>
                          <a:r>
                            <a:rPr lang="en-US" sz="2800" dirty="0">
                              <a:effectLst/>
                            </a:rPr>
                            <a:t>Curd (kg)</a:t>
                          </a:r>
                          <a:endParaRPr lang="en-US" sz="280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81901" marR="181901" marT="0" marB="0" anchor="ctr"/>
                    </a:tc>
                    <a:tc>
                      <a:txBody>
                        <a:bodyPr/>
                        <a:lstStyle/>
                        <a:p>
                          <a:pPr marL="0" marR="0" algn="ctr">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0" i="0" smtClean="0">
                                    <a:solidFill>
                                      <a:srgbClr val="002060"/>
                                    </a:solidFill>
                                    <a:effectLst/>
                                  </a:rPr>
                                  <m:t>2</m:t>
                                </m:r>
                              </m:oMath>
                            </m:oMathPara>
                          </a14:m>
                          <a:endParaRPr lang="en-US" sz="280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81901" marR="181901" marT="0" marB="0" anchor="ctr"/>
                    </a:tc>
                    <a:tc>
                      <a:txBody>
                        <a:bodyPr/>
                        <a:lstStyle/>
                        <a:p>
                          <a:pPr marL="0" marR="0" algn="ctr">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0" i="0" smtClean="0">
                                    <a:solidFill>
                                      <a:srgbClr val="002060"/>
                                    </a:solidFill>
                                    <a:effectLst/>
                                  </a:rPr>
                                  <m:t>4</m:t>
                                </m:r>
                              </m:oMath>
                            </m:oMathPara>
                          </a14:m>
                          <a:endParaRPr lang="en-US" sz="280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81901" marR="181901" marT="0" marB="0" anchor="ctr"/>
                    </a:tc>
                    <a:tc>
                      <a:txBody>
                        <a:bodyPr/>
                        <a:lstStyle/>
                        <a:p>
                          <a:pPr marL="0" marR="0" algn="ctr">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0" i="0" smtClean="0">
                                    <a:solidFill>
                                      <a:srgbClr val="002060"/>
                                    </a:solidFill>
                                    <a:effectLst/>
                                  </a:rPr>
                                  <m:t>6</m:t>
                                </m:r>
                              </m:oMath>
                            </m:oMathPara>
                          </a14:m>
                          <a:endParaRPr lang="en-US" sz="280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81901" marR="181901" marT="0" marB="0" anchor="ctr"/>
                    </a:tc>
                    <a:tc>
                      <a:txBody>
                        <a:bodyPr/>
                        <a:lstStyle/>
                        <a:p>
                          <a:pPr marL="0" marR="0" algn="ctr">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0" i="0" smtClean="0">
                                    <a:solidFill>
                                      <a:srgbClr val="002060"/>
                                    </a:solidFill>
                                    <a:effectLst/>
                                  </a:rPr>
                                  <m:t>8</m:t>
                                </m:r>
                              </m:oMath>
                            </m:oMathPara>
                          </a14:m>
                          <a:endParaRPr lang="en-US" sz="280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81901" marR="181901" marT="0" marB="0" anchor="ctr"/>
                    </a:tc>
                    <a:tc>
                      <a:txBody>
                        <a:bodyPr/>
                        <a:lstStyle/>
                        <a:p>
                          <a:pPr marL="0" marR="0" algn="ctr">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0" i="0" smtClean="0">
                                    <a:solidFill>
                                      <a:srgbClr val="002060"/>
                                    </a:solidFill>
                                    <a:effectLst/>
                                  </a:rPr>
                                  <m:t>10</m:t>
                                </m:r>
                              </m:oMath>
                            </m:oMathPara>
                          </a14:m>
                          <a:endParaRPr lang="en-US" sz="280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81901" marR="181901" marT="0" marB="0" anchor="ctr"/>
                    </a:tc>
                    <a:tc>
                      <a:txBody>
                        <a:bodyPr/>
                        <a:lstStyle/>
                        <a:p>
                          <a:pPr marL="0" marR="0" algn="ctr">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0" i="0" smtClean="0">
                                    <a:solidFill>
                                      <a:srgbClr val="002060"/>
                                    </a:solidFill>
                                    <a:effectLst/>
                                  </a:rPr>
                                  <m:t>12</m:t>
                                </m:r>
                              </m:oMath>
                            </m:oMathPara>
                          </a14:m>
                          <a:endParaRPr lang="en-US" sz="280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81901" marR="181901" marT="0" marB="0" anchor="ctr"/>
                    </a:tc>
                    <a:extLst>
                      <a:ext uri="{0D108BD9-81ED-4DB2-BD59-A6C34878D82A}">
                        <a16:rowId xmlns:a16="http://schemas.microsoft.com/office/drawing/2014/main" val="10001"/>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2211478424"/>
                  </p:ext>
                </p:extLst>
              </p:nvPr>
            </p:nvGraphicFramePr>
            <p:xfrm>
              <a:off x="479441" y="4220268"/>
              <a:ext cx="10972800" cy="1516388"/>
            </p:xfrm>
            <a:graphic>
              <a:graphicData uri="http://schemas.openxmlformats.org/drawingml/2006/table">
                <a:tbl>
                  <a:tblPr firstRow="1" firstCol="1" bandRow="1">
                    <a:tableStyleId>{93296810-A885-4BE3-A3E7-6D5BEEA58F35}</a:tableStyleId>
                  </a:tblPr>
                  <a:tblGrid>
                    <a:gridCol w="2787258"/>
                    <a:gridCol w="1364257"/>
                    <a:gridCol w="1364257"/>
                    <a:gridCol w="1364257"/>
                    <a:gridCol w="1364257"/>
                    <a:gridCol w="1364257"/>
                    <a:gridCol w="1364257"/>
                  </a:tblGrid>
                  <a:tr h="784868">
                    <a:tc>
                      <a:txBody>
                        <a:bodyPr/>
                        <a:lstStyle/>
                        <a:p>
                          <a:pPr marL="0" marR="0" algn="ctr">
                            <a:lnSpc>
                              <a:spcPct val="100000"/>
                            </a:lnSpc>
                            <a:spcBef>
                              <a:spcPts val="0"/>
                            </a:spcBef>
                            <a:spcAft>
                              <a:spcPts val="0"/>
                            </a:spcAft>
                            <a:tabLst>
                              <a:tab pos="0" algn="l"/>
                              <a:tab pos="447675" algn="l"/>
                            </a:tabLst>
                          </a:pPr>
                          <a:r>
                            <a:rPr lang="en-US" sz="2800" dirty="0" smtClean="0">
                              <a:effectLst/>
                            </a:rPr>
                            <a:t>Milk (l)</a:t>
                          </a:r>
                          <a:endParaRPr lang="en-US" sz="280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81901" marR="181901" marT="0" marB="0" anchor="ctr"/>
                    </a:tc>
                    <a:tc>
                      <a:txBody>
                        <a:bodyPr/>
                        <a:lstStyle/>
                        <a:p>
                          <a:endParaRPr lang="en-US"/>
                        </a:p>
                      </a:txBody>
                      <a:tcPr marL="181901" marR="181901" marT="0" marB="0" anchor="ctr">
                        <a:blipFill rotWithShape="0">
                          <a:blip r:embed="rId2"/>
                          <a:stretch>
                            <a:fillRect l="-204464" t="-775" r="-501786" b="-102326"/>
                          </a:stretch>
                        </a:blipFill>
                      </a:tcPr>
                    </a:tc>
                    <a:tc>
                      <a:txBody>
                        <a:bodyPr/>
                        <a:lstStyle/>
                        <a:p>
                          <a:endParaRPr lang="en-US"/>
                        </a:p>
                      </a:txBody>
                      <a:tcPr marL="181901" marR="181901" marT="0" marB="0" anchor="ctr">
                        <a:blipFill rotWithShape="0">
                          <a:blip r:embed="rId2"/>
                          <a:stretch>
                            <a:fillRect l="-304464" t="-775" r="-401786" b="-102326"/>
                          </a:stretch>
                        </a:blipFill>
                      </a:tcPr>
                    </a:tc>
                    <a:tc>
                      <a:txBody>
                        <a:bodyPr/>
                        <a:lstStyle/>
                        <a:p>
                          <a:endParaRPr lang="en-US"/>
                        </a:p>
                      </a:txBody>
                      <a:tcPr marL="181901" marR="181901" marT="0" marB="0" anchor="ctr">
                        <a:blipFill rotWithShape="0">
                          <a:blip r:embed="rId2"/>
                          <a:stretch>
                            <a:fillRect l="-404464" t="-775" r="-301786" b="-102326"/>
                          </a:stretch>
                        </a:blipFill>
                      </a:tcPr>
                    </a:tc>
                    <a:tc>
                      <a:txBody>
                        <a:bodyPr/>
                        <a:lstStyle/>
                        <a:p>
                          <a:endParaRPr lang="en-US"/>
                        </a:p>
                      </a:txBody>
                      <a:tcPr marL="181901" marR="181901" marT="0" marB="0" anchor="ctr">
                        <a:blipFill rotWithShape="0">
                          <a:blip r:embed="rId2"/>
                          <a:stretch>
                            <a:fillRect l="-504464" t="-775" r="-201786" b="-102326"/>
                          </a:stretch>
                        </a:blipFill>
                      </a:tcPr>
                    </a:tc>
                    <a:tc>
                      <a:txBody>
                        <a:bodyPr/>
                        <a:lstStyle/>
                        <a:p>
                          <a:endParaRPr lang="en-US"/>
                        </a:p>
                      </a:txBody>
                      <a:tcPr marL="181901" marR="181901" marT="0" marB="0" anchor="ctr">
                        <a:blipFill rotWithShape="0">
                          <a:blip r:embed="rId2"/>
                          <a:stretch>
                            <a:fillRect l="-604464" t="-775" r="-101786" b="-102326"/>
                          </a:stretch>
                        </a:blipFill>
                      </a:tcPr>
                    </a:tc>
                    <a:tc>
                      <a:txBody>
                        <a:bodyPr/>
                        <a:lstStyle/>
                        <a:p>
                          <a:endParaRPr lang="en-US"/>
                        </a:p>
                      </a:txBody>
                      <a:tcPr marL="181901" marR="181901" marT="0" marB="0" anchor="ctr">
                        <a:blipFill rotWithShape="0">
                          <a:blip r:embed="rId2"/>
                          <a:stretch>
                            <a:fillRect l="-704464" t="-775" r="-1786" b="-102326"/>
                          </a:stretch>
                        </a:blipFill>
                      </a:tcPr>
                    </a:tc>
                  </a:tr>
                  <a:tr h="731520">
                    <a:tc>
                      <a:txBody>
                        <a:bodyPr/>
                        <a:lstStyle/>
                        <a:p>
                          <a:pPr marL="0" marR="0" algn="ctr">
                            <a:lnSpc>
                              <a:spcPct val="100000"/>
                            </a:lnSpc>
                            <a:spcBef>
                              <a:spcPts val="0"/>
                            </a:spcBef>
                            <a:spcAft>
                              <a:spcPts val="0"/>
                            </a:spcAft>
                            <a:tabLst>
                              <a:tab pos="0" algn="l"/>
                              <a:tab pos="447675" algn="l"/>
                            </a:tabLst>
                          </a:pPr>
                          <a:r>
                            <a:rPr lang="en-US" sz="2800" dirty="0" smtClean="0">
                              <a:effectLst/>
                            </a:rPr>
                            <a:t>Curd (kg)</a:t>
                          </a:r>
                          <a:endParaRPr lang="en-US" sz="280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81901" marR="181901" marT="0" marB="0" anchor="ctr"/>
                    </a:tc>
                    <a:tc>
                      <a:txBody>
                        <a:bodyPr/>
                        <a:lstStyle/>
                        <a:p>
                          <a:endParaRPr lang="en-US"/>
                        </a:p>
                      </a:txBody>
                      <a:tcPr marL="181901" marR="181901" marT="0" marB="0" anchor="ctr">
                        <a:blipFill rotWithShape="0">
                          <a:blip r:embed="rId2"/>
                          <a:stretch>
                            <a:fillRect l="-204464" t="-107438" r="-501786" b="-9091"/>
                          </a:stretch>
                        </a:blipFill>
                      </a:tcPr>
                    </a:tc>
                    <a:tc>
                      <a:txBody>
                        <a:bodyPr/>
                        <a:lstStyle/>
                        <a:p>
                          <a:endParaRPr lang="en-US"/>
                        </a:p>
                      </a:txBody>
                      <a:tcPr marL="181901" marR="181901" marT="0" marB="0" anchor="ctr">
                        <a:blipFill rotWithShape="0">
                          <a:blip r:embed="rId2"/>
                          <a:stretch>
                            <a:fillRect l="-304464" t="-107438" r="-401786" b="-9091"/>
                          </a:stretch>
                        </a:blipFill>
                      </a:tcPr>
                    </a:tc>
                    <a:tc>
                      <a:txBody>
                        <a:bodyPr/>
                        <a:lstStyle/>
                        <a:p>
                          <a:endParaRPr lang="en-US"/>
                        </a:p>
                      </a:txBody>
                      <a:tcPr marL="181901" marR="181901" marT="0" marB="0" anchor="ctr">
                        <a:blipFill rotWithShape="0">
                          <a:blip r:embed="rId2"/>
                          <a:stretch>
                            <a:fillRect l="-404464" t="-107438" r="-301786" b="-9091"/>
                          </a:stretch>
                        </a:blipFill>
                      </a:tcPr>
                    </a:tc>
                    <a:tc>
                      <a:txBody>
                        <a:bodyPr/>
                        <a:lstStyle/>
                        <a:p>
                          <a:endParaRPr lang="en-US"/>
                        </a:p>
                      </a:txBody>
                      <a:tcPr marL="181901" marR="181901" marT="0" marB="0" anchor="ctr">
                        <a:blipFill rotWithShape="0">
                          <a:blip r:embed="rId2"/>
                          <a:stretch>
                            <a:fillRect l="-504464" t="-107438" r="-201786" b="-9091"/>
                          </a:stretch>
                        </a:blipFill>
                      </a:tcPr>
                    </a:tc>
                    <a:tc>
                      <a:txBody>
                        <a:bodyPr/>
                        <a:lstStyle/>
                        <a:p>
                          <a:endParaRPr lang="en-US"/>
                        </a:p>
                      </a:txBody>
                      <a:tcPr marL="181901" marR="181901" marT="0" marB="0" anchor="ctr">
                        <a:blipFill rotWithShape="0">
                          <a:blip r:embed="rId2"/>
                          <a:stretch>
                            <a:fillRect l="-604464" t="-107438" r="-101786" b="-9091"/>
                          </a:stretch>
                        </a:blipFill>
                      </a:tcPr>
                    </a:tc>
                    <a:tc>
                      <a:txBody>
                        <a:bodyPr/>
                        <a:lstStyle/>
                        <a:p>
                          <a:endParaRPr lang="en-US"/>
                        </a:p>
                      </a:txBody>
                      <a:tcPr marL="181901" marR="181901" marT="0" marB="0" anchor="ctr">
                        <a:blipFill rotWithShape="0">
                          <a:blip r:embed="rId2"/>
                          <a:stretch>
                            <a:fillRect l="-704464" t="-107438" r="-1786" b="-9091"/>
                          </a:stretch>
                        </a:blipFill>
                      </a:tcPr>
                    </a:tc>
                  </a:tr>
                </a:tbl>
              </a:graphicData>
            </a:graphic>
          </p:graphicFrame>
        </mc:Fallback>
      </mc:AlternateContent>
    </p:spTree>
    <p:extLst>
      <p:ext uri="{BB962C8B-B14F-4D97-AF65-F5344CB8AC3E}">
        <p14:creationId xmlns:p14="http://schemas.microsoft.com/office/powerpoint/2010/main" val="1072381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nodeType="afterEffect">
                                  <p:stCondLst>
                                    <p:cond delay="0"/>
                                  </p:stCondLst>
                                  <p:childTnLst>
                                    <p:set>
                                      <p:cBhvr>
                                        <p:cTn id="17"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532093" y="173625"/>
            <a:ext cx="9127815" cy="5486400"/>
          </a:xfrm>
          <a:prstGeom prst="rect">
            <a:avLst/>
          </a:prstGeom>
        </p:spPr>
      </p:pic>
    </p:spTree>
    <p:extLst>
      <p:ext uri="{BB962C8B-B14F-4D97-AF65-F5344CB8AC3E}">
        <p14:creationId xmlns:p14="http://schemas.microsoft.com/office/powerpoint/2010/main" val="33536975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Nonlinear Correlation</a:t>
            </a:r>
          </a:p>
        </p:txBody>
      </p:sp>
      <p:sp>
        <p:nvSpPr>
          <p:cNvPr id="4" name="Content Placeholder 3"/>
          <p:cNvSpPr>
            <a:spLocks noGrp="1"/>
          </p:cNvSpPr>
          <p:nvPr>
            <p:ph idx="1"/>
          </p:nvPr>
        </p:nvSpPr>
        <p:spPr/>
        <p:txBody>
          <a:bodyPr/>
          <a:lstStyle/>
          <a:p>
            <a:pPr lvl="0"/>
            <a:r>
              <a:rPr lang="en-US" dirty="0"/>
              <a:t>If the </a:t>
            </a:r>
            <a:r>
              <a:rPr lang="en-US" dirty="0">
                <a:solidFill>
                  <a:srgbClr val="FF0000"/>
                </a:solidFill>
              </a:rPr>
              <a:t>ratio</a:t>
            </a:r>
            <a:r>
              <a:rPr lang="en-US" dirty="0"/>
              <a:t> of change between two variables is </a:t>
            </a:r>
            <a:r>
              <a:rPr lang="en-US" dirty="0">
                <a:solidFill>
                  <a:srgbClr val="FF0000"/>
                </a:solidFill>
              </a:rPr>
              <a:t>not</a:t>
            </a:r>
            <a:r>
              <a:rPr lang="en-US" dirty="0"/>
              <a:t> </a:t>
            </a:r>
            <a:r>
              <a:rPr lang="en-US" dirty="0">
                <a:solidFill>
                  <a:srgbClr val="FF0000"/>
                </a:solidFill>
              </a:rPr>
              <a:t>constant</a:t>
            </a:r>
            <a:r>
              <a:rPr lang="en-US" dirty="0"/>
              <a:t>, then such a correlation is known as nonlinear correlation. </a:t>
            </a:r>
          </a:p>
          <a:p>
            <a:r>
              <a:rPr lang="en-US" dirty="0"/>
              <a:t>If such variables are plotted on a graph paper, a straight curve is obtained.</a:t>
            </a:r>
          </a:p>
          <a:p>
            <a:pPr marL="0" lvl="0" indent="0">
              <a:buNone/>
            </a:pPr>
            <a:endParaRPr lang="en-US" dirty="0"/>
          </a:p>
          <a:p>
            <a:pPr lvl="0"/>
            <a:r>
              <a:rPr lang="en-US" b="1" dirty="0">
                <a:solidFill>
                  <a:schemeClr val="accent6">
                    <a:lumMod val="75000"/>
                  </a:schemeClr>
                </a:solidFill>
              </a:rPr>
              <a:t>For Example:</a:t>
            </a:r>
          </a:p>
        </p:txBody>
      </p:sp>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1186527863"/>
                  </p:ext>
                </p:extLst>
              </p:nvPr>
            </p:nvGraphicFramePr>
            <p:xfrm>
              <a:off x="479441" y="4220268"/>
              <a:ext cx="11430000" cy="1516388"/>
            </p:xfrm>
            <a:graphic>
              <a:graphicData uri="http://schemas.openxmlformats.org/drawingml/2006/table">
                <a:tbl>
                  <a:tblPr firstRow="1" firstCol="1" bandRow="1">
                    <a:tableStyleId>{93296810-A885-4BE3-A3E7-6D5BEEA58F35}</a:tableStyleId>
                  </a:tblPr>
                  <a:tblGrid>
                    <a:gridCol w="502920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1280160">
                      <a:extLst>
                        <a:ext uri="{9D8B030D-6E8A-4147-A177-3AD203B41FA5}">
                          <a16:colId xmlns:a16="http://schemas.microsoft.com/office/drawing/2014/main" val="20005"/>
                        </a:ext>
                      </a:extLst>
                    </a:gridCol>
                  </a:tblGrid>
                  <a:tr h="784868">
                    <a:tc>
                      <a:txBody>
                        <a:bodyPr/>
                        <a:lstStyle/>
                        <a:p>
                          <a:pPr marL="0" marR="0" algn="ctr">
                            <a:lnSpc>
                              <a:spcPct val="100000"/>
                            </a:lnSpc>
                            <a:spcBef>
                              <a:spcPts val="0"/>
                            </a:spcBef>
                            <a:spcAft>
                              <a:spcPts val="0"/>
                            </a:spcAft>
                            <a:tabLst>
                              <a:tab pos="0" algn="l"/>
                              <a:tab pos="447675" algn="l"/>
                            </a:tabLst>
                          </a:pPr>
                          <a:r>
                            <a:rPr lang="en-US" sz="2800" b="1" kern="1200" dirty="0">
                              <a:solidFill>
                                <a:schemeClr val="lt1"/>
                              </a:solidFill>
                              <a:effectLst/>
                              <a:latin typeface="+mn-lt"/>
                              <a:ea typeface="+mn-ea"/>
                              <a:cs typeface="+mn-cs"/>
                            </a:rPr>
                            <a:t>Advertising expenses (₹ in lacs)</a:t>
                          </a:r>
                          <a:endParaRPr lang="en-US" sz="280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81901" marR="181901" marT="0" marB="0" anchor="ctr"/>
                    </a:tc>
                    <a:tc>
                      <a:txBody>
                        <a:bodyPr/>
                        <a:lstStyle/>
                        <a:p>
                          <a:pPr marL="0" marR="0" algn="ctr">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1" i="0" smtClean="0">
                                    <a:effectLst/>
                                  </a:rPr>
                                  <m:t>3</m:t>
                                </m:r>
                              </m:oMath>
                            </m:oMathPara>
                          </a14:m>
                          <a:endParaRPr lang="en-US" sz="280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81901" marR="181901" marT="0" marB="0" anchor="ctr"/>
                    </a:tc>
                    <a:tc>
                      <a:txBody>
                        <a:bodyPr/>
                        <a:lstStyle/>
                        <a:p>
                          <a:pPr marL="0" marR="0" algn="ctr">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1" i="0" smtClean="0">
                                    <a:effectLst/>
                                  </a:rPr>
                                  <m:t>6</m:t>
                                </m:r>
                              </m:oMath>
                            </m:oMathPara>
                          </a14:m>
                          <a:endParaRPr lang="en-US" sz="280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81901" marR="181901" marT="0" marB="0" anchor="ctr"/>
                    </a:tc>
                    <a:tc>
                      <a:txBody>
                        <a:bodyPr/>
                        <a:lstStyle/>
                        <a:p>
                          <a:pPr marL="0" marR="0" algn="ctr">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1" i="0" smtClean="0">
                                    <a:effectLst/>
                                  </a:rPr>
                                  <m:t>9</m:t>
                                </m:r>
                              </m:oMath>
                            </m:oMathPara>
                          </a14:m>
                          <a:endParaRPr lang="en-US" sz="280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81901" marR="181901" marT="0" marB="0" anchor="ctr"/>
                    </a:tc>
                    <a:tc>
                      <a:txBody>
                        <a:bodyPr/>
                        <a:lstStyle/>
                        <a:p>
                          <a:pPr marL="0" marR="0" algn="ctr">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1" i="0" smtClean="0">
                                    <a:effectLst/>
                                  </a:rPr>
                                  <m:t>12</m:t>
                                </m:r>
                              </m:oMath>
                            </m:oMathPara>
                          </a14:m>
                          <a:endParaRPr lang="en-US" sz="280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81901" marR="181901" marT="0" marB="0" anchor="ctr"/>
                    </a:tc>
                    <a:tc>
                      <a:txBody>
                        <a:bodyPr/>
                        <a:lstStyle/>
                        <a:p>
                          <a:pPr marL="0" marR="0" algn="ctr">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1" i="0" smtClean="0">
                                    <a:effectLst/>
                                  </a:rPr>
                                  <m:t>15</m:t>
                                </m:r>
                              </m:oMath>
                            </m:oMathPara>
                          </a14:m>
                          <a:endParaRPr lang="en-US" sz="280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81901" marR="181901" marT="0" marB="0" anchor="ctr"/>
                    </a:tc>
                    <a:extLst>
                      <a:ext uri="{0D108BD9-81ED-4DB2-BD59-A6C34878D82A}">
                        <a16:rowId xmlns:a16="http://schemas.microsoft.com/office/drawing/2014/main" val="10000"/>
                      </a:ext>
                    </a:extLst>
                  </a:tr>
                  <a:tr h="731520">
                    <a:tc>
                      <a:txBody>
                        <a:bodyPr/>
                        <a:lstStyle/>
                        <a:p>
                          <a:pPr marL="0" marR="0" algn="ctr">
                            <a:lnSpc>
                              <a:spcPct val="100000"/>
                            </a:lnSpc>
                            <a:spcBef>
                              <a:spcPts val="0"/>
                            </a:spcBef>
                            <a:spcAft>
                              <a:spcPts val="0"/>
                            </a:spcAft>
                            <a:tabLst>
                              <a:tab pos="0" algn="l"/>
                              <a:tab pos="447675" algn="l"/>
                            </a:tabLst>
                          </a:pPr>
                          <a:r>
                            <a:rPr lang="en-US" sz="2800" b="1" kern="1200" dirty="0">
                              <a:solidFill>
                                <a:schemeClr val="lt1"/>
                              </a:solidFill>
                              <a:effectLst/>
                              <a:latin typeface="+mn-lt"/>
                              <a:ea typeface="+mn-ea"/>
                              <a:cs typeface="+mn-cs"/>
                            </a:rPr>
                            <a:t>Sales (₹ in lacs)</a:t>
                          </a:r>
                          <a:endParaRPr lang="en-US" sz="280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81901" marR="181901" marT="0" marB="0" anchor="ctr"/>
                    </a:tc>
                    <a:tc>
                      <a:txBody>
                        <a:bodyPr/>
                        <a:lstStyle/>
                        <a:p>
                          <a:pPr marL="0" marR="0" algn="ctr">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0" i="0" smtClean="0">
                                    <a:solidFill>
                                      <a:srgbClr val="002060"/>
                                    </a:solidFill>
                                    <a:effectLst/>
                                  </a:rPr>
                                  <m:t>10</m:t>
                                </m:r>
                              </m:oMath>
                            </m:oMathPara>
                          </a14:m>
                          <a:endParaRPr lang="en-US" sz="280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81901" marR="181901" marT="0" marB="0" anchor="ctr"/>
                    </a:tc>
                    <a:tc>
                      <a:txBody>
                        <a:bodyPr/>
                        <a:lstStyle/>
                        <a:p>
                          <a:pPr marL="0" marR="0" algn="ctr">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0" i="0" smtClean="0">
                                    <a:solidFill>
                                      <a:srgbClr val="002060"/>
                                    </a:solidFill>
                                    <a:effectLst/>
                                  </a:rPr>
                                  <m:t>12</m:t>
                                </m:r>
                              </m:oMath>
                            </m:oMathPara>
                          </a14:m>
                          <a:endParaRPr lang="en-US" sz="280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81901" marR="181901" marT="0" marB="0" anchor="ctr"/>
                    </a:tc>
                    <a:tc>
                      <a:txBody>
                        <a:bodyPr/>
                        <a:lstStyle/>
                        <a:p>
                          <a:pPr marL="0" marR="0" algn="ctr">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0" i="0" smtClean="0">
                                    <a:solidFill>
                                      <a:srgbClr val="002060"/>
                                    </a:solidFill>
                                    <a:effectLst/>
                                  </a:rPr>
                                  <m:t>15</m:t>
                                </m:r>
                              </m:oMath>
                            </m:oMathPara>
                          </a14:m>
                          <a:endParaRPr lang="en-US" sz="280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81901" marR="181901" marT="0" marB="0" anchor="ctr"/>
                    </a:tc>
                    <a:tc>
                      <a:txBody>
                        <a:bodyPr/>
                        <a:lstStyle/>
                        <a:p>
                          <a:pPr marL="0" marR="0" algn="ctr">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0" i="0" smtClean="0">
                                    <a:solidFill>
                                      <a:srgbClr val="002060"/>
                                    </a:solidFill>
                                    <a:effectLst/>
                                  </a:rPr>
                                  <m:t>15</m:t>
                                </m:r>
                              </m:oMath>
                            </m:oMathPara>
                          </a14:m>
                          <a:endParaRPr lang="en-US" sz="280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81901" marR="181901" marT="0" marB="0" anchor="ctr"/>
                    </a:tc>
                    <a:tc>
                      <a:txBody>
                        <a:bodyPr/>
                        <a:lstStyle/>
                        <a:p>
                          <a:pPr marL="0" marR="0" algn="ctr">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0" i="0" smtClean="0">
                                    <a:solidFill>
                                      <a:srgbClr val="002060"/>
                                    </a:solidFill>
                                    <a:effectLst/>
                                  </a:rPr>
                                  <m:t>16</m:t>
                                </m:r>
                              </m:oMath>
                            </m:oMathPara>
                          </a14:m>
                          <a:endParaRPr lang="en-US" sz="280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81901" marR="181901" marT="0" marB="0" anchor="ctr"/>
                    </a:tc>
                    <a:extLst>
                      <a:ext uri="{0D108BD9-81ED-4DB2-BD59-A6C34878D82A}">
                        <a16:rowId xmlns:a16="http://schemas.microsoft.com/office/drawing/2014/main" val="10001"/>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1186527863"/>
                  </p:ext>
                </p:extLst>
              </p:nvPr>
            </p:nvGraphicFramePr>
            <p:xfrm>
              <a:off x="479441" y="4220268"/>
              <a:ext cx="11430000" cy="1516388"/>
            </p:xfrm>
            <a:graphic>
              <a:graphicData uri="http://schemas.openxmlformats.org/drawingml/2006/table">
                <a:tbl>
                  <a:tblPr firstRow="1" firstCol="1" bandRow="1">
                    <a:tableStyleId>{93296810-A885-4BE3-A3E7-6D5BEEA58F35}</a:tableStyleId>
                  </a:tblPr>
                  <a:tblGrid>
                    <a:gridCol w="5029200"/>
                    <a:gridCol w="1280160"/>
                    <a:gridCol w="1280160"/>
                    <a:gridCol w="1280160"/>
                    <a:gridCol w="1280160"/>
                    <a:gridCol w="1280160"/>
                  </a:tblGrid>
                  <a:tr h="784868">
                    <a:tc>
                      <a:txBody>
                        <a:bodyPr/>
                        <a:lstStyle/>
                        <a:p>
                          <a:pPr marL="0" marR="0" algn="ctr">
                            <a:lnSpc>
                              <a:spcPct val="100000"/>
                            </a:lnSpc>
                            <a:spcBef>
                              <a:spcPts val="0"/>
                            </a:spcBef>
                            <a:spcAft>
                              <a:spcPts val="0"/>
                            </a:spcAft>
                            <a:tabLst>
                              <a:tab pos="0" algn="l"/>
                              <a:tab pos="447675" algn="l"/>
                            </a:tabLst>
                          </a:pPr>
                          <a:r>
                            <a:rPr lang="en-US" sz="2800" b="1" kern="1200" dirty="0" smtClean="0">
                              <a:solidFill>
                                <a:schemeClr val="lt1"/>
                              </a:solidFill>
                              <a:effectLst/>
                              <a:latin typeface="+mn-lt"/>
                              <a:ea typeface="+mn-ea"/>
                              <a:cs typeface="+mn-cs"/>
                            </a:rPr>
                            <a:t>Advertising expenses (₹ in lacs)</a:t>
                          </a:r>
                          <a:endParaRPr lang="en-US" sz="280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81901" marR="181901" marT="0" marB="0" anchor="ctr"/>
                    </a:tc>
                    <a:tc>
                      <a:txBody>
                        <a:bodyPr/>
                        <a:lstStyle/>
                        <a:p>
                          <a:endParaRPr lang="en-US"/>
                        </a:p>
                      </a:txBody>
                      <a:tcPr marL="181901" marR="181901" marT="0" marB="0" anchor="ctr">
                        <a:blipFill rotWithShape="0">
                          <a:blip r:embed="rId2"/>
                          <a:stretch>
                            <a:fillRect l="-391469" t="-775" r="-400000" b="-102326"/>
                          </a:stretch>
                        </a:blipFill>
                      </a:tcPr>
                    </a:tc>
                    <a:tc>
                      <a:txBody>
                        <a:bodyPr/>
                        <a:lstStyle/>
                        <a:p>
                          <a:endParaRPr lang="en-US"/>
                        </a:p>
                      </a:txBody>
                      <a:tcPr marL="181901" marR="181901" marT="0" marB="0" anchor="ctr">
                        <a:blipFill rotWithShape="0">
                          <a:blip r:embed="rId2"/>
                          <a:stretch>
                            <a:fillRect l="-493810" t="-775" r="-301905" b="-102326"/>
                          </a:stretch>
                        </a:blipFill>
                      </a:tcPr>
                    </a:tc>
                    <a:tc>
                      <a:txBody>
                        <a:bodyPr/>
                        <a:lstStyle/>
                        <a:p>
                          <a:endParaRPr lang="en-US"/>
                        </a:p>
                      </a:txBody>
                      <a:tcPr marL="181901" marR="181901" marT="0" marB="0" anchor="ctr">
                        <a:blipFill rotWithShape="0">
                          <a:blip r:embed="rId2"/>
                          <a:stretch>
                            <a:fillRect l="-593810" t="-775" r="-201905" b="-102326"/>
                          </a:stretch>
                        </a:blipFill>
                      </a:tcPr>
                    </a:tc>
                    <a:tc>
                      <a:txBody>
                        <a:bodyPr/>
                        <a:lstStyle/>
                        <a:p>
                          <a:endParaRPr lang="en-US"/>
                        </a:p>
                      </a:txBody>
                      <a:tcPr marL="181901" marR="181901" marT="0" marB="0" anchor="ctr">
                        <a:blipFill rotWithShape="0">
                          <a:blip r:embed="rId2"/>
                          <a:stretch>
                            <a:fillRect l="-693810" t="-775" r="-101905" b="-102326"/>
                          </a:stretch>
                        </a:blipFill>
                      </a:tcPr>
                    </a:tc>
                    <a:tc>
                      <a:txBody>
                        <a:bodyPr/>
                        <a:lstStyle/>
                        <a:p>
                          <a:endParaRPr lang="en-US"/>
                        </a:p>
                      </a:txBody>
                      <a:tcPr marL="181901" marR="181901" marT="0" marB="0" anchor="ctr">
                        <a:blipFill rotWithShape="0">
                          <a:blip r:embed="rId2"/>
                          <a:stretch>
                            <a:fillRect l="-793810" t="-775" r="-1905" b="-102326"/>
                          </a:stretch>
                        </a:blipFill>
                      </a:tcPr>
                    </a:tc>
                  </a:tr>
                  <a:tr h="731520">
                    <a:tc>
                      <a:txBody>
                        <a:bodyPr/>
                        <a:lstStyle/>
                        <a:p>
                          <a:pPr marL="0" marR="0" algn="ctr">
                            <a:lnSpc>
                              <a:spcPct val="100000"/>
                            </a:lnSpc>
                            <a:spcBef>
                              <a:spcPts val="0"/>
                            </a:spcBef>
                            <a:spcAft>
                              <a:spcPts val="0"/>
                            </a:spcAft>
                            <a:tabLst>
                              <a:tab pos="0" algn="l"/>
                              <a:tab pos="447675" algn="l"/>
                            </a:tabLst>
                          </a:pPr>
                          <a:r>
                            <a:rPr lang="en-US" sz="2800" b="1" kern="1200" dirty="0" smtClean="0">
                              <a:solidFill>
                                <a:schemeClr val="lt1"/>
                              </a:solidFill>
                              <a:effectLst/>
                              <a:latin typeface="+mn-lt"/>
                              <a:ea typeface="+mn-ea"/>
                              <a:cs typeface="+mn-cs"/>
                            </a:rPr>
                            <a:t>Sales (₹ in lacs)</a:t>
                          </a:r>
                          <a:endParaRPr lang="en-US" sz="280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81901" marR="181901" marT="0" marB="0" anchor="ctr"/>
                    </a:tc>
                    <a:tc>
                      <a:txBody>
                        <a:bodyPr/>
                        <a:lstStyle/>
                        <a:p>
                          <a:endParaRPr lang="en-US"/>
                        </a:p>
                      </a:txBody>
                      <a:tcPr marL="181901" marR="181901" marT="0" marB="0" anchor="ctr">
                        <a:blipFill rotWithShape="0">
                          <a:blip r:embed="rId2"/>
                          <a:stretch>
                            <a:fillRect l="-391469" t="-107438" r="-400000" b="-9091"/>
                          </a:stretch>
                        </a:blipFill>
                      </a:tcPr>
                    </a:tc>
                    <a:tc>
                      <a:txBody>
                        <a:bodyPr/>
                        <a:lstStyle/>
                        <a:p>
                          <a:endParaRPr lang="en-US"/>
                        </a:p>
                      </a:txBody>
                      <a:tcPr marL="181901" marR="181901" marT="0" marB="0" anchor="ctr">
                        <a:blipFill rotWithShape="0">
                          <a:blip r:embed="rId2"/>
                          <a:stretch>
                            <a:fillRect l="-493810" t="-107438" r="-301905" b="-9091"/>
                          </a:stretch>
                        </a:blipFill>
                      </a:tcPr>
                    </a:tc>
                    <a:tc>
                      <a:txBody>
                        <a:bodyPr/>
                        <a:lstStyle/>
                        <a:p>
                          <a:endParaRPr lang="en-US"/>
                        </a:p>
                      </a:txBody>
                      <a:tcPr marL="181901" marR="181901" marT="0" marB="0" anchor="ctr">
                        <a:blipFill rotWithShape="0">
                          <a:blip r:embed="rId2"/>
                          <a:stretch>
                            <a:fillRect l="-593810" t="-107438" r="-201905" b="-9091"/>
                          </a:stretch>
                        </a:blipFill>
                      </a:tcPr>
                    </a:tc>
                    <a:tc>
                      <a:txBody>
                        <a:bodyPr/>
                        <a:lstStyle/>
                        <a:p>
                          <a:endParaRPr lang="en-US"/>
                        </a:p>
                      </a:txBody>
                      <a:tcPr marL="181901" marR="181901" marT="0" marB="0" anchor="ctr">
                        <a:blipFill rotWithShape="0">
                          <a:blip r:embed="rId2"/>
                          <a:stretch>
                            <a:fillRect l="-693810" t="-107438" r="-101905" b="-9091"/>
                          </a:stretch>
                        </a:blipFill>
                      </a:tcPr>
                    </a:tc>
                    <a:tc>
                      <a:txBody>
                        <a:bodyPr/>
                        <a:lstStyle/>
                        <a:p>
                          <a:endParaRPr lang="en-US"/>
                        </a:p>
                      </a:txBody>
                      <a:tcPr marL="181901" marR="181901" marT="0" marB="0" anchor="ctr">
                        <a:blipFill rotWithShape="0">
                          <a:blip r:embed="rId2"/>
                          <a:stretch>
                            <a:fillRect l="-793810" t="-107438" r="-1905" b="-9091"/>
                          </a:stretch>
                        </a:blipFill>
                      </a:tcPr>
                    </a:tc>
                  </a:tr>
                </a:tbl>
              </a:graphicData>
            </a:graphic>
          </p:graphicFrame>
        </mc:Fallback>
      </mc:AlternateContent>
    </p:spTree>
    <p:extLst>
      <p:ext uri="{BB962C8B-B14F-4D97-AF65-F5344CB8AC3E}">
        <p14:creationId xmlns:p14="http://schemas.microsoft.com/office/powerpoint/2010/main" val="3835492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nodeType="afterEffect">
                                  <p:stCondLst>
                                    <p:cond delay="0"/>
                                  </p:stCondLst>
                                  <p:childTnLst>
                                    <p:set>
                                      <p:cBhvr>
                                        <p:cTn id="17"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532093" y="173625"/>
            <a:ext cx="9127815" cy="5486400"/>
          </a:xfrm>
          <a:prstGeom prst="rect">
            <a:avLst/>
          </a:prstGeom>
        </p:spPr>
      </p:pic>
    </p:spTree>
    <p:extLst>
      <p:ext uri="{BB962C8B-B14F-4D97-AF65-F5344CB8AC3E}">
        <p14:creationId xmlns:p14="http://schemas.microsoft.com/office/powerpoint/2010/main" val="33794035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Methods of Studying Correlation</a:t>
            </a:r>
          </a:p>
        </p:txBody>
      </p:sp>
      <p:graphicFrame>
        <p:nvGraphicFramePr>
          <p:cNvPr id="3" name="Diagram 2"/>
          <p:cNvGraphicFramePr/>
          <p:nvPr>
            <p:extLst>
              <p:ext uri="{D42A27DB-BD31-4B8C-83A1-F6EECF244321}">
                <p14:modId xmlns:p14="http://schemas.microsoft.com/office/powerpoint/2010/main" val="3652447899"/>
              </p:ext>
            </p:extLst>
          </p:nvPr>
        </p:nvGraphicFramePr>
        <p:xfrm>
          <a:off x="152400" y="938463"/>
          <a:ext cx="11887200" cy="5029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quot;No&quot; Symbol 3"/>
          <p:cNvSpPr/>
          <p:nvPr/>
        </p:nvSpPr>
        <p:spPr>
          <a:xfrm>
            <a:off x="421105" y="866273"/>
            <a:ext cx="3477126" cy="5209674"/>
          </a:xfrm>
          <a:prstGeom prst="noSmoking">
            <a:avLst>
              <a:gd name="adj" fmla="val 7326"/>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261811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graphicEl>
                                              <a:dgm id="{60BDAF43-C2BC-4584-A805-898E3C524EFA}"/>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graphicEl>
                                              <a:dgm id="{C66D18FF-A13D-4755-B587-FCA3B65D7FFD}"/>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graphicEl>
                                              <a:dgm id="{5C1F0B61-3FA8-4E5C-92FE-0E8A5C22B68A}"/>
                                            </p:graphic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graphicEl>
                                              <a:dgm id="{D7C8D00F-40F1-4546-B59C-D1F7CCA30E1C}"/>
                                            </p:graphic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graphicEl>
                                              <a:dgm id="{C8B48EB4-2325-4417-A77B-F8C10228D87F}"/>
                                            </p:graphic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graphicEl>
                                              <a:dgm id="{B4FDF4C2-1961-4F55-91F2-2EDE077FB81E}"/>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graphicEl>
                                              <a:dgm id="{B1F16C50-A37D-41CE-A4C8-80C2921B2983}"/>
                                            </p:graphic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graphicEl>
                                              <a:dgm id="{3381AB4C-B4DC-45FB-8458-2EFD6908FE26}"/>
                                            </p:graphic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graphicEl>
                                              <a:dgm id="{0E06BE20-C642-4825-B135-C90D7B8F433B}"/>
                                            </p:graphic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graphicEl>
                                              <a:dgm id="{E87B2C0D-FF94-4B21-81BB-56825EE7819A}"/>
                                            </p:graphic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uiExpand="1">
        <p:bldSub>
          <a:bldDgm bld="lvlOne"/>
        </p:bldSub>
      </p:bldGraphic>
      <p:bldP spid="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Method – 1</a:t>
            </a:r>
            <a:br>
              <a:rPr lang="en-US" dirty="0"/>
            </a:br>
            <a:r>
              <a:rPr lang="en-US" dirty="0"/>
              <a:t>Correlation Coefficient</a:t>
            </a:r>
            <a:endParaRPr lang="en-IN" dirty="0"/>
          </a:p>
        </p:txBody>
      </p:sp>
      <p:sp>
        <p:nvSpPr>
          <p:cNvPr id="4" name="Text Placeholder 3">
            <a:extLst>
              <a:ext uri="{FF2B5EF4-FFF2-40B4-BE49-F238E27FC236}">
                <a16:creationId xmlns:a16="http://schemas.microsoft.com/office/drawing/2014/main" id="{4AF66629-F349-43A0-B5A5-A51D2BBB7435}"/>
              </a:ext>
            </a:extLst>
          </p:cNvPr>
          <p:cNvSpPr>
            <a:spLocks noGrp="1"/>
          </p:cNvSpPr>
          <p:nvPr>
            <p:ph type="body" idx="1"/>
          </p:nvPr>
        </p:nvSpPr>
        <p:spPr/>
        <p:txBody>
          <a:bodyPr/>
          <a:lstStyle/>
          <a:p>
            <a:r>
              <a:rPr lang="en-US" i="0" dirty="0">
                <a:latin typeface="+mj-lt"/>
              </a:rPr>
              <a:t>Karl Pearson’s coefficient of correlation</a:t>
            </a:r>
            <a:endParaRPr lang="en-IN" dirty="0"/>
          </a:p>
        </p:txBody>
      </p:sp>
    </p:spTree>
    <p:extLst>
      <p:ext uri="{BB962C8B-B14F-4D97-AF65-F5344CB8AC3E}">
        <p14:creationId xmlns:p14="http://schemas.microsoft.com/office/powerpoint/2010/main" val="292301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Karl Pearson’s Coefficient of Correlation</a:t>
            </a: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lvl="0"/>
                <a:r>
                  <a:rPr lang="en-US" dirty="0"/>
                  <a:t>The coefficient of correlation is the measure of correlation between two </a:t>
                </a:r>
                <a:r>
                  <a:rPr lang="en-US" dirty="0">
                    <a:solidFill>
                      <a:srgbClr val="FF0000"/>
                    </a:solidFill>
                  </a:rPr>
                  <a:t>random</a:t>
                </a:r>
                <a:r>
                  <a:rPr lang="en-US" dirty="0"/>
                  <a:t> variables </a:t>
                </a:r>
                <a14:m>
                  <m:oMath xmlns:m="http://schemas.openxmlformats.org/officeDocument/2006/math">
                    <m:r>
                      <m:rPr>
                        <m:sty m:val="p"/>
                      </m:rPr>
                      <a:rPr lang="en-US" smtClean="0">
                        <a:solidFill>
                          <a:srgbClr val="FF0000"/>
                        </a:solidFill>
                        <a:latin typeface="Cambria Math" panose="02040503050406030204" pitchFamily="18" charset="0"/>
                      </a:rPr>
                      <m:t>X</m:t>
                    </m:r>
                  </m:oMath>
                </a14:m>
                <a:r>
                  <a:rPr lang="en-US" dirty="0"/>
                  <a:t> and </a:t>
                </a:r>
                <a14:m>
                  <m:oMath xmlns:m="http://schemas.openxmlformats.org/officeDocument/2006/math">
                    <m:r>
                      <m:rPr>
                        <m:sty m:val="p"/>
                      </m:rPr>
                      <a:rPr lang="en-US" smtClean="0">
                        <a:solidFill>
                          <a:srgbClr val="FF0000"/>
                        </a:solidFill>
                        <a:latin typeface="Cambria Math" panose="02040503050406030204" pitchFamily="18" charset="0"/>
                      </a:rPr>
                      <m:t>Y</m:t>
                    </m:r>
                    <m:r>
                      <a:rPr lang="en-US" b="0" i="0" smtClean="0">
                        <a:latin typeface="Cambria Math" panose="02040503050406030204" pitchFamily="18" charset="0"/>
                      </a:rPr>
                      <m:t>.</m:t>
                    </m:r>
                  </m:oMath>
                </a14:m>
                <a:endParaRPr lang="en-US" dirty="0"/>
              </a:p>
              <a:p>
                <a:pPr lvl="0"/>
                <a:r>
                  <a:rPr lang="en-US" dirty="0"/>
                  <a:t>It is denoted by </a:t>
                </a:r>
                <a14:m>
                  <m:oMath xmlns:m="http://schemas.openxmlformats.org/officeDocument/2006/math">
                    <m:r>
                      <m:rPr>
                        <m:sty m:val="p"/>
                      </m:rPr>
                      <a:rPr lang="en-US" smtClean="0">
                        <a:solidFill>
                          <a:srgbClr val="FF0000"/>
                        </a:solidFill>
                        <a:latin typeface="Cambria Math" panose="02040503050406030204" pitchFamily="18" charset="0"/>
                      </a:rPr>
                      <m:t>r</m:t>
                    </m:r>
                  </m:oMath>
                </a14:m>
                <a:r>
                  <a:rPr lang="en-US" dirty="0"/>
                  <a:t> and Karl Pearson’s coefficient of correlation defined as below:</a:t>
                </a:r>
              </a:p>
              <a:p>
                <a:pPr marL="0" indent="0">
                  <a:buNone/>
                </a:pPr>
                <a14:m>
                  <m:oMathPara xmlns:m="http://schemas.openxmlformats.org/officeDocument/2006/math">
                    <m:oMathParaPr>
                      <m:jc m:val="centerGroup"/>
                    </m:oMathParaPr>
                    <m:oMath xmlns:m="http://schemas.openxmlformats.org/officeDocument/2006/math">
                      <m:r>
                        <m:rPr>
                          <m:sty m:val="p"/>
                        </m:rPr>
                        <a:rPr lang="en-US" sz="3200" b="0" i="0" smtClean="0">
                          <a:solidFill>
                            <a:srgbClr val="C00000"/>
                          </a:solidFill>
                          <a:latin typeface="Cambria Math" panose="02040503050406030204" pitchFamily="18" charset="0"/>
                        </a:rPr>
                        <m:t>r</m:t>
                      </m:r>
                      <m:r>
                        <a:rPr lang="en-US" sz="3200" b="0" i="0" smtClean="0">
                          <a:solidFill>
                            <a:srgbClr val="C00000"/>
                          </a:solidFill>
                          <a:latin typeface="Cambria Math" panose="02040503050406030204" pitchFamily="18" charset="0"/>
                        </a:rPr>
                        <m:t>=</m:t>
                      </m:r>
                      <m:f>
                        <m:fPr>
                          <m:ctrlPr>
                            <a:rPr lang="en-US" sz="3200" i="1">
                              <a:solidFill>
                                <a:srgbClr val="C00000"/>
                              </a:solidFill>
                              <a:latin typeface="Cambria Math" panose="02040503050406030204" pitchFamily="18" charset="0"/>
                            </a:rPr>
                          </m:ctrlPr>
                        </m:fPr>
                        <m:num>
                          <m:r>
                            <a:rPr lang="en-US" sz="3200" b="0" i="0">
                              <a:solidFill>
                                <a:srgbClr val="C00000"/>
                              </a:solidFill>
                              <a:latin typeface="Cambria Math" panose="02040503050406030204" pitchFamily="18" charset="0"/>
                            </a:rPr>
                            <m:t> </m:t>
                          </m:r>
                          <m:r>
                            <m:rPr>
                              <m:sty m:val="p"/>
                            </m:rPr>
                            <a:rPr lang="en-US" sz="3200" b="0" i="0" smtClean="0">
                              <a:solidFill>
                                <a:srgbClr val="C00000"/>
                              </a:solidFill>
                              <a:latin typeface="Cambria Math" panose="02040503050406030204" pitchFamily="18" charset="0"/>
                            </a:rPr>
                            <m:t>cov</m:t>
                          </m:r>
                          <m:d>
                            <m:dPr>
                              <m:ctrlPr>
                                <a:rPr lang="en-US" sz="3200" i="1">
                                  <a:solidFill>
                                    <a:srgbClr val="C00000"/>
                                  </a:solidFill>
                                  <a:latin typeface="Cambria Math" panose="02040503050406030204" pitchFamily="18" charset="0"/>
                                </a:rPr>
                              </m:ctrlPr>
                            </m:dPr>
                            <m:e>
                              <m:r>
                                <m:rPr>
                                  <m:sty m:val="p"/>
                                </m:rPr>
                                <a:rPr lang="en-US" sz="3200" b="0" i="0">
                                  <a:solidFill>
                                    <a:srgbClr val="C00000"/>
                                  </a:solidFill>
                                  <a:latin typeface="Cambria Math" panose="02040503050406030204" pitchFamily="18" charset="0"/>
                                </a:rPr>
                                <m:t>X</m:t>
                              </m:r>
                              <m:r>
                                <a:rPr lang="en-US" sz="3200" b="0" i="0">
                                  <a:solidFill>
                                    <a:srgbClr val="C00000"/>
                                  </a:solidFill>
                                  <a:latin typeface="Cambria Math" panose="02040503050406030204" pitchFamily="18" charset="0"/>
                                </a:rPr>
                                <m:t>, </m:t>
                              </m:r>
                              <m:r>
                                <m:rPr>
                                  <m:sty m:val="p"/>
                                </m:rPr>
                                <a:rPr lang="en-US" sz="3200" b="0" i="0">
                                  <a:solidFill>
                                    <a:srgbClr val="C00000"/>
                                  </a:solidFill>
                                  <a:latin typeface="Cambria Math" panose="02040503050406030204" pitchFamily="18" charset="0"/>
                                </a:rPr>
                                <m:t>Y</m:t>
                              </m:r>
                            </m:e>
                          </m:d>
                          <m:r>
                            <a:rPr lang="en-US" sz="3200" b="0" i="0">
                              <a:solidFill>
                                <a:srgbClr val="C00000"/>
                              </a:solidFill>
                              <a:latin typeface="Cambria Math" panose="02040503050406030204" pitchFamily="18" charset="0"/>
                            </a:rPr>
                            <m:t> </m:t>
                          </m:r>
                        </m:num>
                        <m:den>
                          <m:sSub>
                            <m:sSubPr>
                              <m:ctrlPr>
                                <a:rPr lang="en-US" sz="3200" i="1" smtClean="0">
                                  <a:solidFill>
                                    <a:srgbClr val="C00000"/>
                                  </a:solidFill>
                                  <a:latin typeface="Cambria Math" panose="02040503050406030204" pitchFamily="18" charset="0"/>
                                </a:rPr>
                              </m:ctrlPr>
                            </m:sSubPr>
                            <m:e>
                              <m:r>
                                <m:rPr>
                                  <m:sty m:val="p"/>
                                </m:rPr>
                                <a:rPr lang="en-US" sz="3200" b="0" i="0">
                                  <a:solidFill>
                                    <a:srgbClr val="C00000"/>
                                  </a:solidFill>
                                  <a:latin typeface="Cambria Math" panose="02040503050406030204" pitchFamily="18" charset="0"/>
                                </a:rPr>
                                <m:t>σ</m:t>
                              </m:r>
                            </m:e>
                            <m:sub>
                              <m:r>
                                <m:rPr>
                                  <m:sty m:val="p"/>
                                </m:rPr>
                                <a:rPr lang="en-US" sz="3200" b="0" i="0" smtClean="0">
                                  <a:solidFill>
                                    <a:srgbClr val="C00000"/>
                                  </a:solidFill>
                                  <a:latin typeface="Cambria Math" panose="02040503050406030204" pitchFamily="18" charset="0"/>
                                </a:rPr>
                                <m:t>X</m:t>
                              </m:r>
                            </m:sub>
                          </m:sSub>
                          <m:r>
                            <a:rPr lang="en-US" sz="3200" b="0" i="0">
                              <a:solidFill>
                                <a:srgbClr val="C00000"/>
                              </a:solidFill>
                              <a:latin typeface="Cambria Math" panose="02040503050406030204" pitchFamily="18" charset="0"/>
                            </a:rPr>
                            <m:t> </m:t>
                          </m:r>
                          <m:sSub>
                            <m:sSubPr>
                              <m:ctrlPr>
                                <a:rPr lang="en-US" sz="3200" i="1">
                                  <a:solidFill>
                                    <a:srgbClr val="C00000"/>
                                  </a:solidFill>
                                  <a:latin typeface="Cambria Math" panose="02040503050406030204" pitchFamily="18" charset="0"/>
                                </a:rPr>
                              </m:ctrlPr>
                            </m:sSubPr>
                            <m:e>
                              <m:r>
                                <m:rPr>
                                  <m:sty m:val="p"/>
                                </m:rPr>
                                <a:rPr lang="en-US" sz="3200" b="0" i="0">
                                  <a:solidFill>
                                    <a:srgbClr val="C00000"/>
                                  </a:solidFill>
                                  <a:latin typeface="Cambria Math" panose="02040503050406030204" pitchFamily="18" charset="0"/>
                                </a:rPr>
                                <m:t>σ</m:t>
                              </m:r>
                            </m:e>
                            <m:sub>
                              <m:r>
                                <m:rPr>
                                  <m:sty m:val="p"/>
                                </m:rPr>
                                <a:rPr lang="en-US" sz="3200" b="0" i="0" smtClean="0">
                                  <a:solidFill>
                                    <a:srgbClr val="C00000"/>
                                  </a:solidFill>
                                  <a:latin typeface="Cambria Math" panose="02040503050406030204" pitchFamily="18" charset="0"/>
                                </a:rPr>
                                <m:t>Y</m:t>
                              </m:r>
                            </m:sub>
                          </m:sSub>
                        </m:den>
                      </m:f>
                    </m:oMath>
                  </m:oMathPara>
                </a14:m>
                <a:endParaRPr lang="en-US" sz="3500" dirty="0"/>
              </a:p>
              <a:p>
                <a:pPr lvl="0"/>
                <a:r>
                  <a:rPr lang="en-US" dirty="0"/>
                  <a:t>Where</a:t>
                </a:r>
              </a:p>
              <a:p>
                <a:pPr lvl="1"/>
                <a14:m>
                  <m:oMath xmlns:m="http://schemas.openxmlformats.org/officeDocument/2006/math">
                    <m:r>
                      <m:rPr>
                        <m:sty m:val="p"/>
                      </m:rPr>
                      <a:rPr lang="en-US">
                        <a:latin typeface="Cambria Math" panose="02040503050406030204" pitchFamily="18" charset="0"/>
                      </a:rPr>
                      <m:t>cov</m:t>
                    </m:r>
                    <m:d>
                      <m:dPr>
                        <m:ctrlPr>
                          <a:rPr lang="en-US" i="1">
                            <a:latin typeface="Cambria Math" panose="02040503050406030204" pitchFamily="18" charset="0"/>
                          </a:rPr>
                        </m:ctrlPr>
                      </m:dPr>
                      <m:e>
                        <m:r>
                          <m:rPr>
                            <m:sty m:val="p"/>
                          </m:rPr>
                          <a:rPr lang="en-US">
                            <a:latin typeface="Cambria Math" panose="02040503050406030204" pitchFamily="18" charset="0"/>
                          </a:rPr>
                          <m:t>X</m:t>
                        </m:r>
                        <m:r>
                          <a:rPr lang="en-US">
                            <a:latin typeface="Cambria Math" panose="02040503050406030204" pitchFamily="18" charset="0"/>
                          </a:rPr>
                          <m:t>, </m:t>
                        </m:r>
                        <m:r>
                          <m:rPr>
                            <m:sty m:val="p"/>
                          </m:rPr>
                          <a:rPr lang="en-US">
                            <a:latin typeface="Cambria Math" panose="02040503050406030204" pitchFamily="18" charset="0"/>
                          </a:rPr>
                          <m:t>Y</m:t>
                        </m:r>
                      </m:e>
                    </m:d>
                  </m:oMath>
                </a14:m>
                <a:r>
                  <a:rPr lang="en-US" dirty="0"/>
                  <a:t> is the covariance of variables </a:t>
                </a:r>
                <a14:m>
                  <m:oMath xmlns:m="http://schemas.openxmlformats.org/officeDocument/2006/math">
                    <m:r>
                      <m:rPr>
                        <m:sty m:val="p"/>
                      </m:rPr>
                      <a:rPr lang="en-US">
                        <a:latin typeface="Cambria Math" panose="02040503050406030204" pitchFamily="18" charset="0"/>
                      </a:rPr>
                      <m:t>X</m:t>
                    </m:r>
                  </m:oMath>
                </a14:m>
                <a:r>
                  <a:rPr lang="en-US" dirty="0"/>
                  <a:t> and </a:t>
                </a:r>
                <a14:m>
                  <m:oMath xmlns:m="http://schemas.openxmlformats.org/officeDocument/2006/math">
                    <m:r>
                      <m:rPr>
                        <m:sty m:val="p"/>
                      </m:rPr>
                      <a:rPr lang="en-US">
                        <a:latin typeface="Cambria Math" panose="02040503050406030204" pitchFamily="18" charset="0"/>
                      </a:rPr>
                      <m:t>Y</m:t>
                    </m:r>
                  </m:oMath>
                </a14:m>
                <a:r>
                  <a:rPr lang="en-US" dirty="0"/>
                  <a:t>.</a:t>
                </a:r>
              </a:p>
              <a:p>
                <a:pPr lvl="1"/>
                <a14:m>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m:rPr>
                            <m:sty m:val="p"/>
                          </m:rPr>
                          <a:rPr lang="en-US" b="0" i="0" smtClean="0">
                            <a:latin typeface="Cambria Math" panose="02040503050406030204" pitchFamily="18" charset="0"/>
                          </a:rPr>
                          <m:t>X</m:t>
                        </m:r>
                      </m:sub>
                    </m:sSub>
                    <m:r>
                      <a:rPr lang="en-US" i="1">
                        <a:latin typeface="Cambria Math" panose="02040503050406030204" pitchFamily="18" charset="0"/>
                      </a:rPr>
                      <m:t> &amp; </m:t>
                    </m:r>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m:rPr>
                            <m:sty m:val="p"/>
                          </m:rPr>
                          <a:rPr lang="en-US" b="0" i="0" smtClean="0">
                            <a:latin typeface="Cambria Math" panose="02040503050406030204" pitchFamily="18" charset="0"/>
                          </a:rPr>
                          <m:t>Y</m:t>
                        </m:r>
                      </m:sub>
                    </m:sSub>
                  </m:oMath>
                </a14:m>
                <a:r>
                  <a:rPr lang="en-US" dirty="0"/>
                  <a:t> are standard deviation of </a:t>
                </a:r>
                <a14:m>
                  <m:oMath xmlns:m="http://schemas.openxmlformats.org/officeDocument/2006/math">
                    <m:r>
                      <m:rPr>
                        <m:sty m:val="p"/>
                      </m:rPr>
                      <a:rPr lang="en-US">
                        <a:latin typeface="Cambria Math" panose="02040503050406030204" pitchFamily="18" charset="0"/>
                      </a:rPr>
                      <m:t>X</m:t>
                    </m:r>
                  </m:oMath>
                </a14:m>
                <a:r>
                  <a:rPr lang="en-US" dirty="0"/>
                  <a:t> and </a:t>
                </a:r>
                <a14:m>
                  <m:oMath xmlns:m="http://schemas.openxmlformats.org/officeDocument/2006/math">
                    <m:r>
                      <m:rPr>
                        <m:sty m:val="p"/>
                      </m:rPr>
                      <a:rPr lang="en-US">
                        <a:latin typeface="Cambria Math" panose="02040503050406030204" pitchFamily="18" charset="0"/>
                      </a:rPr>
                      <m:t>Y</m:t>
                    </m:r>
                  </m:oMath>
                </a14:m>
                <a:r>
                  <a:rPr lang="en-US" dirty="0"/>
                  <a:t> respectively.</a:t>
                </a:r>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rotWithShape="0">
                <a:blip r:embed="rId2"/>
                <a:stretch>
                  <a:fillRect l="-971" r="-1074"/>
                </a:stretch>
              </a:blipFill>
            </p:spPr>
            <p:txBody>
              <a:bodyPr/>
              <a:lstStyle/>
              <a:p>
                <a:r>
                  <a:rPr lang="en-US">
                    <a:noFill/>
                  </a:rPr>
                  <a:t> </a:t>
                </a:r>
              </a:p>
            </p:txBody>
          </p:sp>
        </mc:Fallback>
      </mc:AlternateContent>
    </p:spTree>
    <p:extLst>
      <p:ext uri="{BB962C8B-B14F-4D97-AF65-F5344CB8AC3E}">
        <p14:creationId xmlns:p14="http://schemas.microsoft.com/office/powerpoint/2010/main" val="2466160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grpId="0" nodeType="after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Karl Pearson’s Coefficient of Correlation</a:t>
            </a: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a:lnSpc>
                    <a:spcPct val="100000"/>
                  </a:lnSpc>
                </a:pPr>
                <a14:m>
                  <m:oMath xmlns:m="http://schemas.openxmlformats.org/officeDocument/2006/math">
                    <m:r>
                      <m:rPr>
                        <m:nor/>
                      </m:rPr>
                      <a:rPr lang="en-US" dirty="0" smtClean="0"/>
                      <m:t>Karl</m:t>
                    </m:r>
                    <m:r>
                      <m:rPr>
                        <m:nor/>
                      </m:rPr>
                      <a:rPr lang="en-US" dirty="0" smtClean="0"/>
                      <m:t> </m:t>
                    </m:r>
                    <m:r>
                      <m:rPr>
                        <m:nor/>
                      </m:rPr>
                      <a:rPr lang="en-US" dirty="0" smtClean="0"/>
                      <m:t>Pearson</m:t>
                    </m:r>
                    <m:r>
                      <m:rPr>
                        <m:nor/>
                      </m:rPr>
                      <a:rPr lang="en-US" dirty="0" smtClean="0"/>
                      <m:t>’</m:t>
                    </m:r>
                    <m:r>
                      <m:rPr>
                        <m:nor/>
                      </m:rPr>
                      <a:rPr lang="en-US" dirty="0" smtClean="0"/>
                      <m:t>s</m:t>
                    </m:r>
                    <m:r>
                      <m:rPr>
                        <m:nor/>
                      </m:rPr>
                      <a:rPr lang="en-US" dirty="0" smtClean="0"/>
                      <m:t> </m:t>
                    </m:r>
                    <m:r>
                      <m:rPr>
                        <m:nor/>
                      </m:rPr>
                      <a:rPr lang="en-US" dirty="0" smtClean="0"/>
                      <m:t>coefficient</m:t>
                    </m:r>
                    <m:r>
                      <m:rPr>
                        <m:nor/>
                      </m:rPr>
                      <a:rPr lang="en-US" dirty="0" smtClean="0"/>
                      <m:t> </m:t>
                    </m:r>
                    <m:r>
                      <m:rPr>
                        <m:nor/>
                      </m:rPr>
                      <a:rPr lang="en-US" dirty="0" smtClean="0"/>
                      <m:t>of</m:t>
                    </m:r>
                    <m:r>
                      <m:rPr>
                        <m:nor/>
                      </m:rPr>
                      <a:rPr lang="en-US" dirty="0" smtClean="0"/>
                      <m:t> </m:t>
                    </m:r>
                    <m:r>
                      <m:rPr>
                        <m:nor/>
                      </m:rPr>
                      <a:rPr lang="en-US" dirty="0" smtClean="0"/>
                      <m:t>correlation</m:t>
                    </m:r>
                    <m:r>
                      <a:rPr lang="en-US" b="0" i="0" dirty="0" smtClean="0">
                        <a:latin typeface="Cambria Math" panose="02040503050406030204" pitchFamily="18" charset="0"/>
                      </a:rPr>
                      <m:t>=</m:t>
                    </m:r>
                    <m:r>
                      <m:rPr>
                        <m:sty m:val="p"/>
                      </m:rPr>
                      <a:rPr lang="en-US" b="0" i="0" smtClean="0">
                        <a:solidFill>
                          <a:srgbClr val="C00000"/>
                        </a:solidFill>
                        <a:latin typeface="Cambria Math" panose="02040503050406030204" pitchFamily="18" charset="0"/>
                      </a:rPr>
                      <m:t>r</m:t>
                    </m:r>
                    <m:r>
                      <a:rPr lang="en-US" b="0" i="0" smtClean="0">
                        <a:solidFill>
                          <a:srgbClr val="C00000"/>
                        </a:solidFill>
                        <a:latin typeface="Cambria Math" panose="02040503050406030204" pitchFamily="18" charset="0"/>
                      </a:rPr>
                      <m:t>=</m:t>
                    </m:r>
                    <m:f>
                      <m:fPr>
                        <m:ctrlPr>
                          <a:rPr lang="en-US" i="1">
                            <a:solidFill>
                              <a:srgbClr val="C00000"/>
                            </a:solidFill>
                            <a:latin typeface="Cambria Math" panose="02040503050406030204" pitchFamily="18" charset="0"/>
                          </a:rPr>
                        </m:ctrlPr>
                      </m:fPr>
                      <m:num>
                        <m:r>
                          <a:rPr lang="en-US" b="0" i="0">
                            <a:solidFill>
                              <a:srgbClr val="C00000"/>
                            </a:solidFill>
                            <a:latin typeface="Cambria Math" panose="02040503050406030204" pitchFamily="18" charset="0"/>
                          </a:rPr>
                          <m:t> </m:t>
                        </m:r>
                        <m:r>
                          <m:rPr>
                            <m:sty m:val="p"/>
                          </m:rPr>
                          <a:rPr lang="en-US" b="0" i="0">
                            <a:solidFill>
                              <a:srgbClr val="C00000"/>
                            </a:solidFill>
                            <a:latin typeface="Cambria Math" panose="02040503050406030204" pitchFamily="18" charset="0"/>
                          </a:rPr>
                          <m:t>cov</m:t>
                        </m:r>
                        <m:d>
                          <m:dPr>
                            <m:ctrlPr>
                              <a:rPr lang="en-US" i="1">
                                <a:solidFill>
                                  <a:srgbClr val="C00000"/>
                                </a:solidFill>
                                <a:latin typeface="Cambria Math" panose="02040503050406030204" pitchFamily="18" charset="0"/>
                              </a:rPr>
                            </m:ctrlPr>
                          </m:dPr>
                          <m:e>
                            <m:r>
                              <m:rPr>
                                <m:sty m:val="p"/>
                              </m:rPr>
                              <a:rPr lang="en-US" b="0" i="0">
                                <a:solidFill>
                                  <a:srgbClr val="C00000"/>
                                </a:solidFill>
                                <a:latin typeface="Cambria Math" panose="02040503050406030204" pitchFamily="18" charset="0"/>
                              </a:rPr>
                              <m:t>X</m:t>
                            </m:r>
                            <m:r>
                              <a:rPr lang="en-US" b="0" i="0">
                                <a:solidFill>
                                  <a:srgbClr val="C00000"/>
                                </a:solidFill>
                                <a:latin typeface="Cambria Math" panose="02040503050406030204" pitchFamily="18" charset="0"/>
                              </a:rPr>
                              <m:t>, </m:t>
                            </m:r>
                            <m:r>
                              <m:rPr>
                                <m:sty m:val="p"/>
                              </m:rPr>
                              <a:rPr lang="en-US" b="0" i="0">
                                <a:solidFill>
                                  <a:srgbClr val="C00000"/>
                                </a:solidFill>
                                <a:latin typeface="Cambria Math" panose="02040503050406030204" pitchFamily="18" charset="0"/>
                              </a:rPr>
                              <m:t>Y</m:t>
                            </m:r>
                          </m:e>
                        </m:d>
                        <m:r>
                          <a:rPr lang="en-US" b="0" i="0">
                            <a:solidFill>
                              <a:srgbClr val="C00000"/>
                            </a:solidFill>
                            <a:latin typeface="Cambria Math" panose="02040503050406030204" pitchFamily="18" charset="0"/>
                          </a:rPr>
                          <m:t> </m:t>
                        </m:r>
                      </m:num>
                      <m:den>
                        <m:sSub>
                          <m:sSubPr>
                            <m:ctrlPr>
                              <a:rPr lang="en-US" i="1">
                                <a:solidFill>
                                  <a:srgbClr val="C00000"/>
                                </a:solidFill>
                                <a:latin typeface="Cambria Math" panose="02040503050406030204" pitchFamily="18" charset="0"/>
                              </a:rPr>
                            </m:ctrlPr>
                          </m:sSubPr>
                          <m:e>
                            <m:r>
                              <m:rPr>
                                <m:sty m:val="p"/>
                              </m:rPr>
                              <a:rPr lang="en-US" b="0" i="0">
                                <a:solidFill>
                                  <a:srgbClr val="C00000"/>
                                </a:solidFill>
                                <a:latin typeface="Cambria Math" panose="02040503050406030204" pitchFamily="18" charset="0"/>
                              </a:rPr>
                              <m:t>σ</m:t>
                            </m:r>
                          </m:e>
                          <m:sub>
                            <m:r>
                              <m:rPr>
                                <m:sty m:val="p"/>
                              </m:rPr>
                              <a:rPr lang="en-US" b="0" i="0" smtClean="0">
                                <a:solidFill>
                                  <a:srgbClr val="C00000"/>
                                </a:solidFill>
                                <a:latin typeface="Cambria Math" panose="02040503050406030204" pitchFamily="18" charset="0"/>
                              </a:rPr>
                              <m:t>X</m:t>
                            </m:r>
                          </m:sub>
                        </m:sSub>
                        <m:r>
                          <a:rPr lang="en-US" b="0" i="0">
                            <a:solidFill>
                              <a:srgbClr val="C00000"/>
                            </a:solidFill>
                            <a:latin typeface="Cambria Math" panose="02040503050406030204" pitchFamily="18" charset="0"/>
                          </a:rPr>
                          <m:t> </m:t>
                        </m:r>
                        <m:sSub>
                          <m:sSubPr>
                            <m:ctrlPr>
                              <a:rPr lang="en-US" i="1">
                                <a:solidFill>
                                  <a:srgbClr val="C00000"/>
                                </a:solidFill>
                                <a:latin typeface="Cambria Math" panose="02040503050406030204" pitchFamily="18" charset="0"/>
                              </a:rPr>
                            </m:ctrlPr>
                          </m:sSubPr>
                          <m:e>
                            <m:r>
                              <m:rPr>
                                <m:sty m:val="p"/>
                              </m:rPr>
                              <a:rPr lang="en-US" b="0" i="0">
                                <a:solidFill>
                                  <a:srgbClr val="C00000"/>
                                </a:solidFill>
                                <a:latin typeface="Cambria Math" panose="02040503050406030204" pitchFamily="18" charset="0"/>
                              </a:rPr>
                              <m:t>σ</m:t>
                            </m:r>
                          </m:e>
                          <m:sub>
                            <m:r>
                              <m:rPr>
                                <m:sty m:val="p"/>
                              </m:rPr>
                              <a:rPr lang="en-US" b="0" i="0" smtClean="0">
                                <a:solidFill>
                                  <a:srgbClr val="C00000"/>
                                </a:solidFill>
                                <a:latin typeface="Cambria Math" panose="02040503050406030204" pitchFamily="18" charset="0"/>
                              </a:rPr>
                              <m:t>Y</m:t>
                            </m:r>
                          </m:sub>
                        </m:sSub>
                      </m:den>
                    </m:f>
                  </m:oMath>
                </a14:m>
                <a:endParaRPr lang="en-US" dirty="0"/>
              </a:p>
              <a:p>
                <a:pPr lvl="0"/>
                <a:r>
                  <a:rPr lang="en-US" dirty="0"/>
                  <a:t>This can be further reduced to below equation</a:t>
                </a:r>
              </a:p>
              <a:p>
                <a:pPr marL="0" lvl="0" indent="0">
                  <a:buNone/>
                </a:pPr>
                <a14:m>
                  <m:oMathPara xmlns:m="http://schemas.openxmlformats.org/officeDocument/2006/math">
                    <m:oMathParaPr>
                      <m:jc m:val="left"/>
                    </m:oMathParaPr>
                    <m:oMath xmlns:m="http://schemas.openxmlformats.org/officeDocument/2006/math">
                      <m:r>
                        <a:rPr lang="en-US" sz="3200" b="0" i="0" smtClean="0">
                          <a:solidFill>
                            <a:srgbClr val="C00000"/>
                          </a:solidFill>
                          <a:latin typeface="Cambria Math" panose="02040503050406030204" pitchFamily="18" charset="0"/>
                        </a:rPr>
                        <m:t>    </m:t>
                      </m:r>
                      <m:r>
                        <m:rPr>
                          <m:sty m:val="p"/>
                        </m:rPr>
                        <a:rPr lang="en-US" sz="3200">
                          <a:solidFill>
                            <a:srgbClr val="C00000"/>
                          </a:solidFill>
                          <a:latin typeface="Cambria Math" panose="02040503050406030204" pitchFamily="18" charset="0"/>
                        </a:rPr>
                        <m:t>r</m:t>
                      </m:r>
                      <m:r>
                        <a:rPr lang="en-US" sz="3200">
                          <a:solidFill>
                            <a:srgbClr val="C00000"/>
                          </a:solidFill>
                          <a:latin typeface="Cambria Math" panose="02040503050406030204" pitchFamily="18" charset="0"/>
                        </a:rPr>
                        <m:t>=</m:t>
                      </m:r>
                      <m:f>
                        <m:fPr>
                          <m:ctrlPr>
                            <a:rPr lang="en-US" sz="3200" i="1">
                              <a:solidFill>
                                <a:srgbClr val="C00000"/>
                              </a:solidFill>
                              <a:latin typeface="Cambria Math" panose="02040503050406030204" pitchFamily="18" charset="0"/>
                            </a:rPr>
                          </m:ctrlPr>
                        </m:fPr>
                        <m:num>
                          <m:nary>
                            <m:naryPr>
                              <m:chr m:val="∑"/>
                              <m:subHide m:val="on"/>
                              <m:supHide m:val="on"/>
                              <m:ctrlPr>
                                <a:rPr lang="en-US" sz="3200" i="1">
                                  <a:solidFill>
                                    <a:srgbClr val="C00000"/>
                                  </a:solidFill>
                                  <a:latin typeface="Cambria Math" panose="02040503050406030204" pitchFamily="18" charset="0"/>
                                </a:rPr>
                              </m:ctrlPr>
                            </m:naryPr>
                            <m:sub/>
                            <m:sup/>
                            <m:e>
                              <m:d>
                                <m:dPr>
                                  <m:ctrlPr>
                                    <a:rPr lang="en-US" sz="3200" i="1">
                                      <a:solidFill>
                                        <a:srgbClr val="C00000"/>
                                      </a:solidFill>
                                      <a:latin typeface="Cambria Math" panose="02040503050406030204" pitchFamily="18" charset="0"/>
                                    </a:rPr>
                                  </m:ctrlPr>
                                </m:dPr>
                                <m:e>
                                  <m:r>
                                    <m:rPr>
                                      <m:sty m:val="p"/>
                                    </m:rPr>
                                    <a:rPr lang="en-US" sz="3200" b="0" i="0" smtClean="0">
                                      <a:solidFill>
                                        <a:srgbClr val="C00000"/>
                                      </a:solidFill>
                                      <a:latin typeface="Cambria Math" panose="02040503050406030204" pitchFamily="18" charset="0"/>
                                    </a:rPr>
                                    <m:t>x</m:t>
                                  </m:r>
                                  <m:r>
                                    <a:rPr lang="en-US" sz="3200" b="0" i="0" smtClean="0">
                                      <a:solidFill>
                                        <a:srgbClr val="C00000"/>
                                      </a:solidFill>
                                      <a:latin typeface="Cambria Math" panose="02040503050406030204" pitchFamily="18" charset="0"/>
                                    </a:rPr>
                                    <m:t>−</m:t>
                                  </m:r>
                                  <m:acc>
                                    <m:accPr>
                                      <m:chr m:val="̅"/>
                                      <m:ctrlPr>
                                        <a:rPr lang="en-US" sz="3200" b="0" i="1" smtClean="0">
                                          <a:solidFill>
                                            <a:srgbClr val="C00000"/>
                                          </a:solidFill>
                                          <a:latin typeface="Cambria Math" panose="02040503050406030204" pitchFamily="18" charset="0"/>
                                        </a:rPr>
                                      </m:ctrlPr>
                                    </m:accPr>
                                    <m:e>
                                      <m:r>
                                        <m:rPr>
                                          <m:sty m:val="p"/>
                                        </m:rPr>
                                        <a:rPr lang="en-US" sz="3200" b="0" i="0" smtClean="0">
                                          <a:solidFill>
                                            <a:srgbClr val="C00000"/>
                                          </a:solidFill>
                                          <a:latin typeface="Cambria Math" panose="02040503050406030204" pitchFamily="18" charset="0"/>
                                        </a:rPr>
                                        <m:t>x</m:t>
                                      </m:r>
                                    </m:e>
                                  </m:acc>
                                </m:e>
                              </m:d>
                              <m:r>
                                <a:rPr lang="en-US" sz="3200">
                                  <a:solidFill>
                                    <a:srgbClr val="C00000"/>
                                  </a:solidFill>
                                  <a:latin typeface="Cambria Math" panose="02040503050406030204" pitchFamily="18" charset="0"/>
                                </a:rPr>
                                <m:t>⋅</m:t>
                              </m:r>
                              <m:d>
                                <m:dPr>
                                  <m:ctrlPr>
                                    <a:rPr lang="en-US" sz="3200" i="1">
                                      <a:solidFill>
                                        <a:srgbClr val="C00000"/>
                                      </a:solidFill>
                                      <a:latin typeface="Cambria Math" panose="02040503050406030204" pitchFamily="18" charset="0"/>
                                    </a:rPr>
                                  </m:ctrlPr>
                                </m:dPr>
                                <m:e>
                                  <m:r>
                                    <m:rPr>
                                      <m:sty m:val="p"/>
                                    </m:rPr>
                                    <a:rPr lang="en-US" sz="3200" b="0" i="0" smtClean="0">
                                      <a:solidFill>
                                        <a:srgbClr val="C00000"/>
                                      </a:solidFill>
                                      <a:latin typeface="Cambria Math" panose="02040503050406030204" pitchFamily="18" charset="0"/>
                                    </a:rPr>
                                    <m:t>y</m:t>
                                  </m:r>
                                  <m:r>
                                    <a:rPr lang="en-US" sz="3200">
                                      <a:solidFill>
                                        <a:srgbClr val="C00000"/>
                                      </a:solidFill>
                                      <a:latin typeface="Cambria Math" panose="02040503050406030204" pitchFamily="18" charset="0"/>
                                    </a:rPr>
                                    <m:t>−</m:t>
                                  </m:r>
                                  <m:acc>
                                    <m:accPr>
                                      <m:chr m:val="̅"/>
                                      <m:ctrlPr>
                                        <a:rPr lang="en-US" sz="3200" i="1" smtClean="0">
                                          <a:solidFill>
                                            <a:srgbClr val="C00000"/>
                                          </a:solidFill>
                                          <a:latin typeface="Cambria Math" panose="02040503050406030204" pitchFamily="18" charset="0"/>
                                        </a:rPr>
                                      </m:ctrlPr>
                                    </m:accPr>
                                    <m:e>
                                      <m:r>
                                        <m:rPr>
                                          <m:sty m:val="p"/>
                                        </m:rPr>
                                        <a:rPr lang="en-US" sz="3200" b="0" i="0" smtClean="0">
                                          <a:solidFill>
                                            <a:srgbClr val="C00000"/>
                                          </a:solidFill>
                                          <a:latin typeface="Cambria Math" panose="02040503050406030204" pitchFamily="18" charset="0"/>
                                        </a:rPr>
                                        <m:t>y</m:t>
                                      </m:r>
                                    </m:e>
                                  </m:acc>
                                </m:e>
                              </m:d>
                            </m:e>
                          </m:nary>
                        </m:num>
                        <m:den>
                          <m:eqArr>
                            <m:eqArrPr>
                              <m:ctrlPr>
                                <a:rPr lang="en-US" sz="3200" i="1" smtClean="0">
                                  <a:solidFill>
                                    <a:srgbClr val="C00000"/>
                                  </a:solidFill>
                                  <a:latin typeface="Cambria Math" panose="02040503050406030204" pitchFamily="18" charset="0"/>
                                </a:rPr>
                              </m:ctrlPr>
                            </m:eqArrPr>
                            <m:e>
                              <m:r>
                                <a:rPr lang="en-US" sz="3200">
                                  <a:solidFill>
                                    <a:srgbClr val="C00000"/>
                                  </a:solidFill>
                                  <a:latin typeface="Cambria Math" panose="02040503050406030204" pitchFamily="18" charset="0"/>
                                </a:rPr>
                                <m:t> </m:t>
                              </m:r>
                            </m:e>
                            <m:e>
                              <m:r>
                                <a:rPr lang="en-US" sz="3200">
                                  <a:solidFill>
                                    <a:srgbClr val="C00000"/>
                                  </a:solidFill>
                                  <a:latin typeface="Cambria Math" panose="02040503050406030204" pitchFamily="18" charset="0"/>
                                </a:rPr>
                                <m:t>   </m:t>
                              </m:r>
                              <m:rad>
                                <m:radPr>
                                  <m:degHide m:val="on"/>
                                  <m:ctrlPr>
                                    <a:rPr lang="en-US" sz="3200" i="1">
                                      <a:solidFill>
                                        <a:srgbClr val="C00000"/>
                                      </a:solidFill>
                                      <a:latin typeface="Cambria Math" panose="02040503050406030204" pitchFamily="18" charset="0"/>
                                    </a:rPr>
                                  </m:ctrlPr>
                                </m:radPr>
                                <m:deg/>
                                <m:e>
                                  <m:nary>
                                    <m:naryPr>
                                      <m:chr m:val="∑"/>
                                      <m:subHide m:val="on"/>
                                      <m:supHide m:val="on"/>
                                      <m:ctrlPr>
                                        <a:rPr lang="en-US" sz="3200" i="1" smtClean="0">
                                          <a:solidFill>
                                            <a:srgbClr val="C00000"/>
                                          </a:solidFill>
                                          <a:latin typeface="Cambria Math" panose="02040503050406030204" pitchFamily="18" charset="0"/>
                                        </a:rPr>
                                      </m:ctrlPr>
                                    </m:naryPr>
                                    <m:sub/>
                                    <m:sup/>
                                    <m:e>
                                      <m:sSup>
                                        <m:sSupPr>
                                          <m:ctrlPr>
                                            <a:rPr lang="en-US" sz="3200" i="1" smtClean="0">
                                              <a:solidFill>
                                                <a:srgbClr val="C00000"/>
                                              </a:solidFill>
                                              <a:latin typeface="Cambria Math" panose="02040503050406030204" pitchFamily="18" charset="0"/>
                                            </a:rPr>
                                          </m:ctrlPr>
                                        </m:sSupPr>
                                        <m:e>
                                          <m:d>
                                            <m:dPr>
                                              <m:ctrlPr>
                                                <a:rPr lang="en-US" sz="3200" i="1">
                                                  <a:solidFill>
                                                    <a:srgbClr val="C00000"/>
                                                  </a:solidFill>
                                                  <a:latin typeface="Cambria Math" panose="02040503050406030204" pitchFamily="18" charset="0"/>
                                                </a:rPr>
                                              </m:ctrlPr>
                                            </m:dPr>
                                            <m:e>
                                              <m:r>
                                                <m:rPr>
                                                  <m:sty m:val="p"/>
                                                </m:rPr>
                                                <a:rPr lang="en-US" sz="3200">
                                                  <a:solidFill>
                                                    <a:srgbClr val="C00000"/>
                                                  </a:solidFill>
                                                  <a:latin typeface="Cambria Math" panose="02040503050406030204" pitchFamily="18" charset="0"/>
                                                </a:rPr>
                                                <m:t>x</m:t>
                                              </m:r>
                                              <m:r>
                                                <a:rPr lang="en-US" sz="3200">
                                                  <a:solidFill>
                                                    <a:srgbClr val="C00000"/>
                                                  </a:solidFill>
                                                  <a:latin typeface="Cambria Math" panose="02040503050406030204" pitchFamily="18" charset="0"/>
                                                </a:rPr>
                                                <m:t>−</m:t>
                                              </m:r>
                                              <m:acc>
                                                <m:accPr>
                                                  <m:chr m:val="̅"/>
                                                  <m:ctrlPr>
                                                    <a:rPr lang="en-US" sz="3200" i="1">
                                                      <a:solidFill>
                                                        <a:srgbClr val="C00000"/>
                                                      </a:solidFill>
                                                      <a:latin typeface="Cambria Math" panose="02040503050406030204" pitchFamily="18" charset="0"/>
                                                    </a:rPr>
                                                  </m:ctrlPr>
                                                </m:accPr>
                                                <m:e>
                                                  <m:r>
                                                    <m:rPr>
                                                      <m:sty m:val="p"/>
                                                    </m:rPr>
                                                    <a:rPr lang="en-US" sz="3200">
                                                      <a:solidFill>
                                                        <a:srgbClr val="C00000"/>
                                                      </a:solidFill>
                                                      <a:latin typeface="Cambria Math" panose="02040503050406030204" pitchFamily="18" charset="0"/>
                                                    </a:rPr>
                                                    <m:t>x</m:t>
                                                  </m:r>
                                                </m:e>
                                              </m:acc>
                                            </m:e>
                                          </m:d>
                                        </m:e>
                                        <m:sup>
                                          <m:r>
                                            <a:rPr lang="en-US" sz="3200" b="0" i="1" smtClean="0">
                                              <a:solidFill>
                                                <a:srgbClr val="C00000"/>
                                              </a:solidFill>
                                              <a:latin typeface="Cambria Math" panose="02040503050406030204" pitchFamily="18" charset="0"/>
                                            </a:rPr>
                                            <m:t>2</m:t>
                                          </m:r>
                                        </m:sup>
                                      </m:sSup>
                                      <m:r>
                                        <a:rPr lang="en-US" sz="3200">
                                          <a:solidFill>
                                            <a:srgbClr val="C00000"/>
                                          </a:solidFill>
                                          <a:latin typeface="Cambria Math" panose="02040503050406030204" pitchFamily="18" charset="0"/>
                                        </a:rPr>
                                        <m:t>⋅</m:t>
                                      </m:r>
                                    </m:e>
                                  </m:nary>
                                  <m:nary>
                                    <m:naryPr>
                                      <m:chr m:val="∑"/>
                                      <m:subHide m:val="on"/>
                                      <m:supHide m:val="on"/>
                                      <m:ctrlPr>
                                        <a:rPr lang="en-US" sz="3200" i="1">
                                          <a:solidFill>
                                            <a:srgbClr val="C00000"/>
                                          </a:solidFill>
                                          <a:latin typeface="Cambria Math" panose="02040503050406030204" pitchFamily="18" charset="0"/>
                                        </a:rPr>
                                      </m:ctrlPr>
                                    </m:naryPr>
                                    <m:sub/>
                                    <m:sup/>
                                    <m:e>
                                      <m:sSup>
                                        <m:sSupPr>
                                          <m:ctrlPr>
                                            <a:rPr lang="en-US" sz="3200" i="1">
                                              <a:solidFill>
                                                <a:srgbClr val="C00000"/>
                                              </a:solidFill>
                                              <a:latin typeface="Cambria Math" panose="02040503050406030204" pitchFamily="18" charset="0"/>
                                            </a:rPr>
                                          </m:ctrlPr>
                                        </m:sSupPr>
                                        <m:e>
                                          <m:d>
                                            <m:dPr>
                                              <m:ctrlPr>
                                                <a:rPr lang="en-US" sz="3200" i="1">
                                                  <a:solidFill>
                                                    <a:srgbClr val="C00000"/>
                                                  </a:solidFill>
                                                  <a:latin typeface="Cambria Math" panose="02040503050406030204" pitchFamily="18" charset="0"/>
                                                </a:rPr>
                                              </m:ctrlPr>
                                            </m:dPr>
                                            <m:e>
                                              <m:r>
                                                <m:rPr>
                                                  <m:sty m:val="p"/>
                                                </m:rPr>
                                                <a:rPr lang="en-US" sz="3200">
                                                  <a:solidFill>
                                                    <a:srgbClr val="C00000"/>
                                                  </a:solidFill>
                                                  <a:latin typeface="Cambria Math" panose="02040503050406030204" pitchFamily="18" charset="0"/>
                                                </a:rPr>
                                                <m:t>y</m:t>
                                              </m:r>
                                              <m:r>
                                                <a:rPr lang="en-US" sz="3200">
                                                  <a:solidFill>
                                                    <a:srgbClr val="C00000"/>
                                                  </a:solidFill>
                                                  <a:latin typeface="Cambria Math" panose="02040503050406030204" pitchFamily="18" charset="0"/>
                                                </a:rPr>
                                                <m:t>−</m:t>
                                              </m:r>
                                              <m:acc>
                                                <m:accPr>
                                                  <m:chr m:val="̅"/>
                                                  <m:ctrlPr>
                                                    <a:rPr lang="en-US" sz="3200" i="1">
                                                      <a:solidFill>
                                                        <a:srgbClr val="C00000"/>
                                                      </a:solidFill>
                                                      <a:latin typeface="Cambria Math" panose="02040503050406030204" pitchFamily="18" charset="0"/>
                                                    </a:rPr>
                                                  </m:ctrlPr>
                                                </m:accPr>
                                                <m:e>
                                                  <m:r>
                                                    <m:rPr>
                                                      <m:sty m:val="p"/>
                                                    </m:rPr>
                                                    <a:rPr lang="en-US" sz="3200">
                                                      <a:solidFill>
                                                        <a:srgbClr val="C00000"/>
                                                      </a:solidFill>
                                                      <a:latin typeface="Cambria Math" panose="02040503050406030204" pitchFamily="18" charset="0"/>
                                                    </a:rPr>
                                                    <m:t>y</m:t>
                                                  </m:r>
                                                </m:e>
                                              </m:acc>
                                            </m:e>
                                          </m:d>
                                        </m:e>
                                        <m:sup>
                                          <m:r>
                                            <a:rPr lang="en-US" sz="3200" i="1">
                                              <a:solidFill>
                                                <a:srgbClr val="C00000"/>
                                              </a:solidFill>
                                              <a:latin typeface="Cambria Math" panose="02040503050406030204" pitchFamily="18" charset="0"/>
                                            </a:rPr>
                                            <m:t>2</m:t>
                                          </m:r>
                                        </m:sup>
                                      </m:sSup>
                                    </m:e>
                                  </m:nary>
                                </m:e>
                              </m:rad>
                            </m:e>
                          </m:eqArr>
                        </m:den>
                      </m:f>
                    </m:oMath>
                  </m:oMathPara>
                </a14:m>
                <a:endParaRPr lang="en-US" sz="3200" i="1" dirty="0">
                  <a:solidFill>
                    <a:srgbClr val="C00000"/>
                  </a:solidFill>
                  <a:latin typeface="Cambria Math" panose="02040503050406030204" pitchFamily="18" charset="0"/>
                </a:endParaRPr>
              </a:p>
              <a:p>
                <a:pPr marL="0" lvl="0" indent="0">
                  <a:buNone/>
                </a:pPr>
                <a14:m>
                  <m:oMathPara xmlns:m="http://schemas.openxmlformats.org/officeDocument/2006/math">
                    <m:oMathParaPr>
                      <m:jc m:val="left"/>
                    </m:oMathParaPr>
                    <m:oMath xmlns:m="http://schemas.openxmlformats.org/officeDocument/2006/math">
                      <m:r>
                        <a:rPr lang="en-US" sz="3200" b="0" i="0" smtClean="0">
                          <a:solidFill>
                            <a:srgbClr val="C00000"/>
                          </a:solidFill>
                          <a:latin typeface="Cambria Math" panose="02040503050406030204" pitchFamily="18" charset="0"/>
                        </a:rPr>
                        <m:t>    </m:t>
                      </m:r>
                      <m:r>
                        <m:rPr>
                          <m:sty m:val="p"/>
                        </m:rPr>
                        <a:rPr lang="en-US" sz="3200" b="0" i="0" smtClean="0">
                          <a:solidFill>
                            <a:srgbClr val="C00000"/>
                          </a:solidFill>
                          <a:latin typeface="Cambria Math" panose="02040503050406030204" pitchFamily="18" charset="0"/>
                        </a:rPr>
                        <m:t>r</m:t>
                      </m:r>
                      <m:r>
                        <a:rPr lang="en-US" sz="3200" b="0" i="0">
                          <a:solidFill>
                            <a:srgbClr val="C00000"/>
                          </a:solidFill>
                          <a:latin typeface="Cambria Math" panose="02040503050406030204" pitchFamily="18" charset="0"/>
                        </a:rPr>
                        <m:t>=</m:t>
                      </m:r>
                      <m:f>
                        <m:fPr>
                          <m:ctrlPr>
                            <a:rPr lang="en-US" sz="3200" i="1">
                              <a:solidFill>
                                <a:srgbClr val="C00000"/>
                              </a:solidFill>
                              <a:latin typeface="Cambria Math" panose="02040503050406030204" pitchFamily="18" charset="0"/>
                            </a:rPr>
                          </m:ctrlPr>
                        </m:fPr>
                        <m:num>
                          <m:r>
                            <m:rPr>
                              <m:sty m:val="p"/>
                            </m:rPr>
                            <a:rPr lang="en-US" sz="3200" smtClean="0">
                              <a:solidFill>
                                <a:srgbClr val="C00000"/>
                              </a:solidFill>
                              <a:latin typeface="Cambria Math" panose="02040503050406030204" pitchFamily="18" charset="0"/>
                            </a:rPr>
                            <m:t>n</m:t>
                          </m:r>
                          <m:r>
                            <a:rPr lang="en-US" sz="3200" smtClean="0">
                              <a:solidFill>
                                <a:srgbClr val="C00000"/>
                              </a:solidFill>
                              <a:latin typeface="Cambria Math" panose="02040503050406030204" pitchFamily="18" charset="0"/>
                            </a:rPr>
                            <m:t>⋅</m:t>
                          </m:r>
                          <m:nary>
                            <m:naryPr>
                              <m:chr m:val="∑"/>
                              <m:subHide m:val="on"/>
                              <m:supHide m:val="on"/>
                              <m:ctrlPr>
                                <a:rPr lang="en-US" sz="3200" i="1">
                                  <a:solidFill>
                                    <a:srgbClr val="C00000"/>
                                  </a:solidFill>
                                  <a:latin typeface="Cambria Math" panose="02040503050406030204" pitchFamily="18" charset="0"/>
                                </a:rPr>
                              </m:ctrlPr>
                            </m:naryPr>
                            <m:sub/>
                            <m:sup/>
                            <m:e>
                              <m:d>
                                <m:dPr>
                                  <m:ctrlPr>
                                    <a:rPr lang="en-US" sz="3200" i="1">
                                      <a:solidFill>
                                        <a:srgbClr val="C00000"/>
                                      </a:solidFill>
                                      <a:latin typeface="Cambria Math" panose="02040503050406030204" pitchFamily="18" charset="0"/>
                                    </a:rPr>
                                  </m:ctrlPr>
                                </m:dPr>
                                <m:e>
                                  <m:r>
                                    <m:rPr>
                                      <m:sty m:val="p"/>
                                    </m:rPr>
                                    <a:rPr lang="en-US" sz="3200">
                                      <a:solidFill>
                                        <a:srgbClr val="C00000"/>
                                      </a:solidFill>
                                      <a:latin typeface="Cambria Math" panose="02040503050406030204" pitchFamily="18" charset="0"/>
                                    </a:rPr>
                                    <m:t>xy</m:t>
                                  </m:r>
                                </m:e>
                              </m:d>
                            </m:e>
                          </m:nary>
                          <m:r>
                            <a:rPr lang="en-US" sz="3200">
                              <a:solidFill>
                                <a:srgbClr val="C00000"/>
                              </a:solidFill>
                              <a:latin typeface="Cambria Math" panose="02040503050406030204" pitchFamily="18" charset="0"/>
                            </a:rPr>
                            <m:t>− </m:t>
                          </m:r>
                          <m:nary>
                            <m:naryPr>
                              <m:chr m:val="∑"/>
                              <m:subHide m:val="on"/>
                              <m:supHide m:val="on"/>
                              <m:ctrlPr>
                                <a:rPr lang="en-US" sz="3200" i="1">
                                  <a:solidFill>
                                    <a:srgbClr val="C00000"/>
                                  </a:solidFill>
                                  <a:latin typeface="Cambria Math" panose="02040503050406030204" pitchFamily="18" charset="0"/>
                                </a:rPr>
                              </m:ctrlPr>
                            </m:naryPr>
                            <m:sub/>
                            <m:sup/>
                            <m:e>
                              <m:d>
                                <m:dPr>
                                  <m:ctrlPr>
                                    <a:rPr lang="en-US" sz="3200" i="1">
                                      <a:solidFill>
                                        <a:srgbClr val="C00000"/>
                                      </a:solidFill>
                                      <a:latin typeface="Cambria Math" panose="02040503050406030204" pitchFamily="18" charset="0"/>
                                    </a:rPr>
                                  </m:ctrlPr>
                                </m:dPr>
                                <m:e>
                                  <m:r>
                                    <m:rPr>
                                      <m:sty m:val="p"/>
                                    </m:rPr>
                                    <a:rPr lang="en-US" sz="3200">
                                      <a:solidFill>
                                        <a:srgbClr val="C00000"/>
                                      </a:solidFill>
                                      <a:latin typeface="Cambria Math" panose="02040503050406030204" pitchFamily="18" charset="0"/>
                                    </a:rPr>
                                    <m:t>x</m:t>
                                  </m:r>
                                </m:e>
                              </m:d>
                            </m:e>
                          </m:nary>
                          <m:r>
                            <a:rPr lang="en-US" sz="3200">
                              <a:solidFill>
                                <a:srgbClr val="C00000"/>
                              </a:solidFill>
                              <a:latin typeface="Cambria Math" panose="02040503050406030204" pitchFamily="18" charset="0"/>
                            </a:rPr>
                            <m:t>⋅</m:t>
                          </m:r>
                          <m:nary>
                            <m:naryPr>
                              <m:chr m:val="∑"/>
                              <m:subHide m:val="on"/>
                              <m:supHide m:val="on"/>
                              <m:ctrlPr>
                                <a:rPr lang="en-US" sz="3200" i="1">
                                  <a:solidFill>
                                    <a:srgbClr val="C00000"/>
                                  </a:solidFill>
                                  <a:latin typeface="Cambria Math" panose="02040503050406030204" pitchFamily="18" charset="0"/>
                                </a:rPr>
                              </m:ctrlPr>
                            </m:naryPr>
                            <m:sub/>
                            <m:sup/>
                            <m:e>
                              <m:d>
                                <m:dPr>
                                  <m:ctrlPr>
                                    <a:rPr lang="en-US" sz="3200" i="1">
                                      <a:solidFill>
                                        <a:srgbClr val="C00000"/>
                                      </a:solidFill>
                                      <a:latin typeface="Cambria Math" panose="02040503050406030204" pitchFamily="18" charset="0"/>
                                    </a:rPr>
                                  </m:ctrlPr>
                                </m:dPr>
                                <m:e>
                                  <m:r>
                                    <m:rPr>
                                      <m:sty m:val="p"/>
                                    </m:rPr>
                                    <a:rPr lang="en-US" sz="3200">
                                      <a:solidFill>
                                        <a:srgbClr val="C00000"/>
                                      </a:solidFill>
                                      <a:latin typeface="Cambria Math" panose="02040503050406030204" pitchFamily="18" charset="0"/>
                                    </a:rPr>
                                    <m:t>y</m:t>
                                  </m:r>
                                </m:e>
                              </m:d>
                            </m:e>
                          </m:nary>
                        </m:num>
                        <m:den>
                          <m:eqArr>
                            <m:eqArrPr>
                              <m:ctrlPr>
                                <a:rPr lang="en-US" sz="3200" b="0" i="1">
                                  <a:solidFill>
                                    <a:srgbClr val="C00000"/>
                                  </a:solidFill>
                                  <a:latin typeface="Cambria Math" panose="02040503050406030204" pitchFamily="18" charset="0"/>
                                </a:rPr>
                              </m:ctrlPr>
                            </m:eqArrPr>
                            <m:e>
                              <m:r>
                                <a:rPr lang="en-US" sz="3200" b="0" i="0">
                                  <a:solidFill>
                                    <a:srgbClr val="C00000"/>
                                  </a:solidFill>
                                  <a:latin typeface="Cambria Math" panose="02040503050406030204" pitchFamily="18" charset="0"/>
                                </a:rPr>
                                <m:t> </m:t>
                              </m:r>
                            </m:e>
                            <m:e>
                              <m:r>
                                <a:rPr lang="en-US" sz="3200" b="0" i="0" smtClean="0">
                                  <a:solidFill>
                                    <a:srgbClr val="C00000"/>
                                  </a:solidFill>
                                  <a:latin typeface="Cambria Math" panose="02040503050406030204" pitchFamily="18" charset="0"/>
                                </a:rPr>
                                <m:t>   </m:t>
                              </m:r>
                              <m:rad>
                                <m:radPr>
                                  <m:degHide m:val="on"/>
                                  <m:ctrlPr>
                                    <a:rPr lang="en-US" sz="3200" i="1" smtClean="0">
                                      <a:solidFill>
                                        <a:srgbClr val="C00000"/>
                                      </a:solidFill>
                                      <a:latin typeface="Cambria Math" panose="02040503050406030204" pitchFamily="18" charset="0"/>
                                    </a:rPr>
                                  </m:ctrlPr>
                                </m:radPr>
                                <m:deg/>
                                <m:e>
                                  <m:r>
                                    <m:rPr>
                                      <m:sty m:val="p"/>
                                    </m:rPr>
                                    <a:rPr lang="en-US" sz="3200" b="0" i="0">
                                      <a:solidFill>
                                        <a:srgbClr val="C00000"/>
                                      </a:solidFill>
                                      <a:latin typeface="Cambria Math" panose="02040503050406030204" pitchFamily="18" charset="0"/>
                                    </a:rPr>
                                    <m:t>n</m:t>
                                  </m:r>
                                  <m:r>
                                    <a:rPr lang="en-US" sz="3200" b="0" i="0">
                                      <a:solidFill>
                                        <a:srgbClr val="C00000"/>
                                      </a:solidFill>
                                      <a:latin typeface="Cambria Math" panose="02040503050406030204" pitchFamily="18" charset="0"/>
                                    </a:rPr>
                                    <m:t>⋅</m:t>
                                  </m:r>
                                  <m:nary>
                                    <m:naryPr>
                                      <m:chr m:val="∑"/>
                                      <m:subHide m:val="on"/>
                                      <m:supHide m:val="on"/>
                                      <m:ctrlPr>
                                        <a:rPr lang="en-US" sz="3200" i="1">
                                          <a:solidFill>
                                            <a:srgbClr val="C00000"/>
                                          </a:solidFill>
                                          <a:latin typeface="Cambria Math" panose="02040503050406030204" pitchFamily="18" charset="0"/>
                                        </a:rPr>
                                      </m:ctrlPr>
                                    </m:naryPr>
                                    <m:sub/>
                                    <m:sup/>
                                    <m:e>
                                      <m:d>
                                        <m:dPr>
                                          <m:ctrlPr>
                                            <a:rPr lang="en-US" sz="3200" b="0" i="1" smtClean="0">
                                              <a:solidFill>
                                                <a:srgbClr val="C00000"/>
                                              </a:solidFill>
                                              <a:latin typeface="Cambria Math" panose="02040503050406030204" pitchFamily="18" charset="0"/>
                                            </a:rPr>
                                          </m:ctrlPr>
                                        </m:dPr>
                                        <m:e>
                                          <m:sSup>
                                            <m:sSupPr>
                                              <m:ctrlPr>
                                                <a:rPr lang="en-US" sz="3200" i="1">
                                                  <a:solidFill>
                                                    <a:srgbClr val="C00000"/>
                                                  </a:solidFill>
                                                  <a:latin typeface="Cambria Math" panose="02040503050406030204" pitchFamily="18" charset="0"/>
                                                </a:rPr>
                                              </m:ctrlPr>
                                            </m:sSupPr>
                                            <m:e>
                                              <m:r>
                                                <m:rPr>
                                                  <m:sty m:val="p"/>
                                                </m:rPr>
                                                <a:rPr lang="en-US" sz="3200">
                                                  <a:solidFill>
                                                    <a:srgbClr val="C00000"/>
                                                  </a:solidFill>
                                                  <a:latin typeface="Cambria Math" panose="02040503050406030204" pitchFamily="18" charset="0"/>
                                                </a:rPr>
                                                <m:t>x</m:t>
                                              </m:r>
                                            </m:e>
                                            <m:sup>
                                              <m:r>
                                                <a:rPr lang="en-US" sz="3200">
                                                  <a:solidFill>
                                                    <a:srgbClr val="C00000"/>
                                                  </a:solidFill>
                                                  <a:latin typeface="Cambria Math" panose="02040503050406030204" pitchFamily="18" charset="0"/>
                                                </a:rPr>
                                                <m:t>2</m:t>
                                              </m:r>
                                            </m:sup>
                                          </m:sSup>
                                        </m:e>
                                      </m:d>
                                    </m:e>
                                  </m:nary>
                                  <m:r>
                                    <a:rPr lang="en-US" sz="3200" b="0" i="0">
                                      <a:solidFill>
                                        <a:srgbClr val="C00000"/>
                                      </a:solidFill>
                                      <a:latin typeface="Cambria Math" panose="02040503050406030204" pitchFamily="18" charset="0"/>
                                    </a:rPr>
                                    <m:t>−</m:t>
                                  </m:r>
                                  <m:sSup>
                                    <m:sSupPr>
                                      <m:ctrlPr>
                                        <a:rPr lang="en-US" sz="3200" i="1">
                                          <a:solidFill>
                                            <a:srgbClr val="C00000"/>
                                          </a:solidFill>
                                          <a:latin typeface="Cambria Math" panose="02040503050406030204" pitchFamily="18" charset="0"/>
                                        </a:rPr>
                                      </m:ctrlPr>
                                    </m:sSupPr>
                                    <m:e>
                                      <m:d>
                                        <m:dPr>
                                          <m:ctrlPr>
                                            <a:rPr lang="en-US" sz="3200" i="1">
                                              <a:solidFill>
                                                <a:srgbClr val="C00000"/>
                                              </a:solidFill>
                                              <a:latin typeface="Cambria Math" panose="02040503050406030204" pitchFamily="18" charset="0"/>
                                            </a:rPr>
                                          </m:ctrlPr>
                                        </m:dPr>
                                        <m:e>
                                          <m:r>
                                            <a:rPr lang="en-US" sz="3200" b="0" i="0">
                                              <a:solidFill>
                                                <a:srgbClr val="C00000"/>
                                              </a:solidFill>
                                              <a:latin typeface="Cambria Math" panose="02040503050406030204" pitchFamily="18" charset="0"/>
                                            </a:rPr>
                                            <m:t> </m:t>
                                          </m:r>
                                          <m:nary>
                                            <m:naryPr>
                                              <m:chr m:val="∑"/>
                                              <m:subHide m:val="on"/>
                                              <m:supHide m:val="on"/>
                                              <m:ctrlPr>
                                                <a:rPr lang="en-US" sz="3200" i="1">
                                                  <a:solidFill>
                                                    <a:srgbClr val="C00000"/>
                                                  </a:solidFill>
                                                  <a:latin typeface="Cambria Math" panose="02040503050406030204" pitchFamily="18" charset="0"/>
                                                </a:rPr>
                                              </m:ctrlPr>
                                            </m:naryPr>
                                            <m:sub/>
                                            <m:sup/>
                                            <m:e>
                                              <m:r>
                                                <m:rPr>
                                                  <m:sty m:val="p"/>
                                                </m:rPr>
                                                <a:rPr lang="en-US" sz="3200" b="0" i="0">
                                                  <a:solidFill>
                                                    <a:srgbClr val="C00000"/>
                                                  </a:solidFill>
                                                  <a:latin typeface="Cambria Math" panose="02040503050406030204" pitchFamily="18" charset="0"/>
                                                </a:rPr>
                                                <m:t>x</m:t>
                                              </m:r>
                                            </m:e>
                                          </m:nary>
                                          <m:r>
                                            <a:rPr lang="en-US" sz="3200" b="0" i="0">
                                              <a:solidFill>
                                                <a:srgbClr val="C00000"/>
                                              </a:solidFill>
                                              <a:latin typeface="Cambria Math" panose="02040503050406030204" pitchFamily="18" charset="0"/>
                                            </a:rPr>
                                            <m:t> </m:t>
                                          </m:r>
                                        </m:e>
                                      </m:d>
                                    </m:e>
                                    <m:sup>
                                      <m:r>
                                        <a:rPr lang="en-US" sz="3200" b="0" i="0">
                                          <a:solidFill>
                                            <a:srgbClr val="C00000"/>
                                          </a:solidFill>
                                          <a:latin typeface="Cambria Math" panose="02040503050406030204" pitchFamily="18" charset="0"/>
                                        </a:rPr>
                                        <m:t>2</m:t>
                                      </m:r>
                                    </m:sup>
                                  </m:sSup>
                                  <m:r>
                                    <a:rPr lang="en-US" sz="3200" b="0" i="0" smtClean="0">
                                      <a:solidFill>
                                        <a:srgbClr val="C00000"/>
                                      </a:solidFill>
                                      <a:latin typeface="Cambria Math" panose="02040503050406030204" pitchFamily="18" charset="0"/>
                                    </a:rPr>
                                    <m:t>  </m:t>
                                  </m:r>
                                </m:e>
                              </m:rad>
                              <m:r>
                                <a:rPr lang="en-US" sz="3200">
                                  <a:solidFill>
                                    <a:srgbClr val="C00000"/>
                                  </a:solidFill>
                                  <a:latin typeface="Cambria Math" panose="02040503050406030204" pitchFamily="18" charset="0"/>
                                </a:rPr>
                                <m:t>⋅</m:t>
                              </m:r>
                              <m:rad>
                                <m:radPr>
                                  <m:degHide m:val="on"/>
                                  <m:ctrlPr>
                                    <a:rPr lang="en-US" sz="3200" i="1">
                                      <a:solidFill>
                                        <a:srgbClr val="C00000"/>
                                      </a:solidFill>
                                      <a:latin typeface="Cambria Math" panose="02040503050406030204" pitchFamily="18" charset="0"/>
                                    </a:rPr>
                                  </m:ctrlPr>
                                </m:radPr>
                                <m:deg/>
                                <m:e>
                                  <m:r>
                                    <m:rPr>
                                      <m:sty m:val="p"/>
                                    </m:rPr>
                                    <a:rPr lang="en-US" sz="3200" b="0" i="0">
                                      <a:solidFill>
                                        <a:srgbClr val="C00000"/>
                                      </a:solidFill>
                                      <a:latin typeface="Cambria Math" panose="02040503050406030204" pitchFamily="18" charset="0"/>
                                    </a:rPr>
                                    <m:t>n</m:t>
                                  </m:r>
                                  <m:r>
                                    <a:rPr lang="en-US" sz="3200" b="0" i="0">
                                      <a:solidFill>
                                        <a:srgbClr val="C00000"/>
                                      </a:solidFill>
                                      <a:latin typeface="Cambria Math" panose="02040503050406030204" pitchFamily="18" charset="0"/>
                                    </a:rPr>
                                    <m:t>⋅</m:t>
                                  </m:r>
                                  <m:nary>
                                    <m:naryPr>
                                      <m:chr m:val="∑"/>
                                      <m:subHide m:val="on"/>
                                      <m:supHide m:val="on"/>
                                      <m:ctrlPr>
                                        <a:rPr lang="en-US" sz="3200" i="1">
                                          <a:solidFill>
                                            <a:srgbClr val="C00000"/>
                                          </a:solidFill>
                                          <a:latin typeface="Cambria Math" panose="02040503050406030204" pitchFamily="18" charset="0"/>
                                        </a:rPr>
                                      </m:ctrlPr>
                                    </m:naryPr>
                                    <m:sub/>
                                    <m:sup/>
                                    <m:e>
                                      <m:d>
                                        <m:dPr>
                                          <m:ctrlPr>
                                            <a:rPr lang="en-US" sz="3200" b="0" i="1" smtClean="0">
                                              <a:solidFill>
                                                <a:srgbClr val="C00000"/>
                                              </a:solidFill>
                                              <a:latin typeface="Cambria Math" panose="02040503050406030204" pitchFamily="18" charset="0"/>
                                            </a:rPr>
                                          </m:ctrlPr>
                                        </m:dPr>
                                        <m:e>
                                          <m:sSup>
                                            <m:sSupPr>
                                              <m:ctrlPr>
                                                <a:rPr lang="en-US" sz="3200" i="1">
                                                  <a:solidFill>
                                                    <a:srgbClr val="C00000"/>
                                                  </a:solidFill>
                                                  <a:latin typeface="Cambria Math" panose="02040503050406030204" pitchFamily="18" charset="0"/>
                                                </a:rPr>
                                              </m:ctrlPr>
                                            </m:sSupPr>
                                            <m:e>
                                              <m:r>
                                                <m:rPr>
                                                  <m:sty m:val="p"/>
                                                </m:rPr>
                                                <a:rPr lang="en-US" sz="3200" b="0" i="0">
                                                  <a:solidFill>
                                                    <a:srgbClr val="C00000"/>
                                                  </a:solidFill>
                                                  <a:latin typeface="Cambria Math" panose="02040503050406030204" pitchFamily="18" charset="0"/>
                                                </a:rPr>
                                                <m:t>y</m:t>
                                              </m:r>
                                            </m:e>
                                            <m:sup>
                                              <m:r>
                                                <a:rPr lang="en-US" sz="3200" b="0" i="0">
                                                  <a:solidFill>
                                                    <a:srgbClr val="C00000"/>
                                                  </a:solidFill>
                                                  <a:latin typeface="Cambria Math" panose="02040503050406030204" pitchFamily="18" charset="0"/>
                                                </a:rPr>
                                                <m:t>2</m:t>
                                              </m:r>
                                            </m:sup>
                                          </m:sSup>
                                        </m:e>
                                      </m:d>
                                    </m:e>
                                  </m:nary>
                                  <m:r>
                                    <a:rPr lang="en-US" sz="3200" b="0" i="0">
                                      <a:solidFill>
                                        <a:srgbClr val="C00000"/>
                                      </a:solidFill>
                                      <a:latin typeface="Cambria Math" panose="02040503050406030204" pitchFamily="18" charset="0"/>
                                    </a:rPr>
                                    <m:t>−</m:t>
                                  </m:r>
                                  <m:sSup>
                                    <m:sSupPr>
                                      <m:ctrlPr>
                                        <a:rPr lang="en-US" sz="3200" i="1">
                                          <a:solidFill>
                                            <a:srgbClr val="C00000"/>
                                          </a:solidFill>
                                          <a:latin typeface="Cambria Math" panose="02040503050406030204" pitchFamily="18" charset="0"/>
                                        </a:rPr>
                                      </m:ctrlPr>
                                    </m:sSupPr>
                                    <m:e>
                                      <m:d>
                                        <m:dPr>
                                          <m:ctrlPr>
                                            <a:rPr lang="en-US" sz="3200" i="1">
                                              <a:solidFill>
                                                <a:srgbClr val="C00000"/>
                                              </a:solidFill>
                                              <a:latin typeface="Cambria Math" panose="02040503050406030204" pitchFamily="18" charset="0"/>
                                            </a:rPr>
                                          </m:ctrlPr>
                                        </m:dPr>
                                        <m:e>
                                          <m:r>
                                            <a:rPr lang="en-US" sz="3200" b="0" i="0">
                                              <a:solidFill>
                                                <a:srgbClr val="C00000"/>
                                              </a:solidFill>
                                              <a:latin typeface="Cambria Math" panose="02040503050406030204" pitchFamily="18" charset="0"/>
                                            </a:rPr>
                                            <m:t> </m:t>
                                          </m:r>
                                          <m:nary>
                                            <m:naryPr>
                                              <m:chr m:val="∑"/>
                                              <m:subHide m:val="on"/>
                                              <m:supHide m:val="on"/>
                                              <m:ctrlPr>
                                                <a:rPr lang="en-US" sz="3200" i="1">
                                                  <a:solidFill>
                                                    <a:srgbClr val="C00000"/>
                                                  </a:solidFill>
                                                  <a:latin typeface="Cambria Math" panose="02040503050406030204" pitchFamily="18" charset="0"/>
                                                </a:rPr>
                                              </m:ctrlPr>
                                            </m:naryPr>
                                            <m:sub/>
                                            <m:sup/>
                                            <m:e>
                                              <m:r>
                                                <m:rPr>
                                                  <m:sty m:val="p"/>
                                                </m:rPr>
                                                <a:rPr lang="en-US" sz="3200" b="0" i="0">
                                                  <a:solidFill>
                                                    <a:srgbClr val="C00000"/>
                                                  </a:solidFill>
                                                  <a:latin typeface="Cambria Math" panose="02040503050406030204" pitchFamily="18" charset="0"/>
                                                </a:rPr>
                                                <m:t>y</m:t>
                                              </m:r>
                                            </m:e>
                                          </m:nary>
                                          <m:r>
                                            <a:rPr lang="en-US" sz="3200" b="0" i="0">
                                              <a:solidFill>
                                                <a:srgbClr val="C00000"/>
                                              </a:solidFill>
                                              <a:latin typeface="Cambria Math" panose="02040503050406030204" pitchFamily="18" charset="0"/>
                                            </a:rPr>
                                            <m:t> </m:t>
                                          </m:r>
                                        </m:e>
                                      </m:d>
                                    </m:e>
                                    <m:sup>
                                      <m:r>
                                        <a:rPr lang="en-US" sz="3200" b="0" i="0">
                                          <a:solidFill>
                                            <a:srgbClr val="C00000"/>
                                          </a:solidFill>
                                          <a:latin typeface="Cambria Math" panose="02040503050406030204" pitchFamily="18" charset="0"/>
                                        </a:rPr>
                                        <m:t>2</m:t>
                                      </m:r>
                                    </m:sup>
                                  </m:sSup>
                                  <m:r>
                                    <a:rPr lang="en-US" sz="3200" b="0" i="0">
                                      <a:solidFill>
                                        <a:srgbClr val="C00000"/>
                                      </a:solidFill>
                                      <a:latin typeface="Cambria Math" panose="02040503050406030204" pitchFamily="18" charset="0"/>
                                    </a:rPr>
                                    <m:t>  </m:t>
                                  </m:r>
                                </m:e>
                              </m:rad>
                              <m:r>
                                <a:rPr lang="en-US" sz="3200" b="0" i="0">
                                  <a:solidFill>
                                    <a:srgbClr val="C00000"/>
                                  </a:solidFill>
                                  <a:latin typeface="Cambria Math" panose="02040503050406030204" pitchFamily="18" charset="0"/>
                                </a:rPr>
                                <m:t>     </m:t>
                              </m:r>
                            </m:e>
                          </m:eqArr>
                        </m:den>
                      </m:f>
                    </m:oMath>
                  </m:oMathPara>
                </a14:m>
                <a:endParaRPr lang="en-US" sz="3200"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a:blip r:embed="rId2"/>
                <a:stretch>
                  <a:fillRect l="-97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FD2CB5A-25CD-968F-39C8-89412D856B4B}"/>
                  </a:ext>
                </a:extLst>
              </p:cNvPr>
              <p:cNvSpPr txBox="1"/>
              <p:nvPr/>
            </p:nvSpPr>
            <p:spPr>
              <a:xfrm>
                <a:off x="7783830" y="1889431"/>
                <a:ext cx="4057650" cy="2656368"/>
              </a:xfrm>
              <a:prstGeom prst="rect">
                <a:avLst/>
              </a:prstGeom>
              <a:solidFill>
                <a:schemeClr val="accent2"/>
              </a:solidFill>
            </p:spPr>
            <p:txBody>
              <a:bodyPr wrap="square">
                <a:spAutoFit/>
              </a:bodyPr>
              <a:lstStyle/>
              <a:p>
                <a:pPr/>
                <a14:m>
                  <m:oMathPara xmlns:m="http://schemas.openxmlformats.org/officeDocument/2006/math">
                    <m:oMathParaPr>
                      <m:jc m:val="centerGroup"/>
                    </m:oMathParaPr>
                    <m:oMath xmlns:m="http://schemas.openxmlformats.org/officeDocument/2006/math">
                      <m:r>
                        <a:rPr lang="en-US" sz="2000" b="1" i="0" smtClean="0">
                          <a:solidFill>
                            <a:srgbClr val="002060"/>
                          </a:solidFill>
                          <a:latin typeface="Cambria Math" panose="02040503050406030204" pitchFamily="18" charset="0"/>
                        </a:rPr>
                        <m:t>𝐜𝐨𝐯</m:t>
                      </m:r>
                      <m:d>
                        <m:dPr>
                          <m:ctrlPr>
                            <a:rPr lang="en-US" sz="2000" b="1" i="1">
                              <a:solidFill>
                                <a:srgbClr val="002060"/>
                              </a:solidFill>
                              <a:latin typeface="Cambria Math" panose="02040503050406030204" pitchFamily="18" charset="0"/>
                            </a:rPr>
                          </m:ctrlPr>
                        </m:dPr>
                        <m:e>
                          <m:r>
                            <a:rPr lang="en-US" sz="2000" b="1" i="0">
                              <a:solidFill>
                                <a:srgbClr val="002060"/>
                              </a:solidFill>
                              <a:latin typeface="Cambria Math" panose="02040503050406030204" pitchFamily="18" charset="0"/>
                            </a:rPr>
                            <m:t>𝐗</m:t>
                          </m:r>
                          <m:r>
                            <a:rPr lang="en-US" sz="2000" b="1" i="0">
                              <a:solidFill>
                                <a:srgbClr val="002060"/>
                              </a:solidFill>
                              <a:latin typeface="Cambria Math" panose="02040503050406030204" pitchFamily="18" charset="0"/>
                            </a:rPr>
                            <m:t>, </m:t>
                          </m:r>
                          <m:r>
                            <a:rPr lang="en-US" sz="2000" b="1" i="0">
                              <a:solidFill>
                                <a:srgbClr val="002060"/>
                              </a:solidFill>
                              <a:latin typeface="Cambria Math" panose="02040503050406030204" pitchFamily="18" charset="0"/>
                            </a:rPr>
                            <m:t>𝐘</m:t>
                          </m:r>
                        </m:e>
                      </m:d>
                      <m:r>
                        <a:rPr lang="en-US" sz="2000" b="1" i="0" smtClean="0">
                          <a:solidFill>
                            <a:srgbClr val="002060"/>
                          </a:solidFill>
                          <a:latin typeface="Cambria Math" panose="02040503050406030204" pitchFamily="18" charset="0"/>
                        </a:rPr>
                        <m:t>=</m:t>
                      </m:r>
                      <m:f>
                        <m:fPr>
                          <m:ctrlPr>
                            <a:rPr lang="en-US" sz="2000" b="1" i="1">
                              <a:solidFill>
                                <a:srgbClr val="002060"/>
                              </a:solidFill>
                              <a:latin typeface="Cambria Math" panose="02040503050406030204" pitchFamily="18" charset="0"/>
                            </a:rPr>
                          </m:ctrlPr>
                        </m:fPr>
                        <m:num>
                          <m:r>
                            <a:rPr lang="en-US" sz="2000" b="1" i="0">
                              <a:solidFill>
                                <a:srgbClr val="002060"/>
                              </a:solidFill>
                              <a:latin typeface="Cambria Math" panose="02040503050406030204" pitchFamily="18" charset="0"/>
                            </a:rPr>
                            <m:t>𝟏</m:t>
                          </m:r>
                        </m:num>
                        <m:den>
                          <m:r>
                            <a:rPr lang="en-US" sz="2000" b="1" i="0">
                              <a:solidFill>
                                <a:srgbClr val="002060"/>
                              </a:solidFill>
                              <a:latin typeface="Cambria Math" panose="02040503050406030204" pitchFamily="18" charset="0"/>
                            </a:rPr>
                            <m:t>𝐧</m:t>
                          </m:r>
                        </m:den>
                      </m:f>
                      <m:r>
                        <a:rPr lang="en-US" sz="2000" b="1" i="0">
                          <a:solidFill>
                            <a:srgbClr val="002060"/>
                          </a:solidFill>
                          <a:latin typeface="Cambria Math" panose="02040503050406030204" pitchFamily="18" charset="0"/>
                        </a:rPr>
                        <m:t>⋅</m:t>
                      </m:r>
                      <m:nary>
                        <m:naryPr>
                          <m:chr m:val="∑"/>
                          <m:subHide m:val="on"/>
                          <m:supHide m:val="on"/>
                          <m:ctrlPr>
                            <a:rPr lang="en-US" sz="2000" b="1" i="1">
                              <a:solidFill>
                                <a:srgbClr val="002060"/>
                              </a:solidFill>
                              <a:latin typeface="Cambria Math" panose="02040503050406030204" pitchFamily="18" charset="0"/>
                            </a:rPr>
                          </m:ctrlPr>
                        </m:naryPr>
                        <m:sub/>
                        <m:sup/>
                        <m:e>
                          <m:d>
                            <m:dPr>
                              <m:ctrlPr>
                                <a:rPr lang="en-US" sz="2000" b="1" i="1">
                                  <a:solidFill>
                                    <a:srgbClr val="002060"/>
                                  </a:solidFill>
                                  <a:latin typeface="Cambria Math" panose="02040503050406030204" pitchFamily="18" charset="0"/>
                                </a:rPr>
                              </m:ctrlPr>
                            </m:dPr>
                            <m:e>
                              <m:r>
                                <a:rPr lang="en-US" sz="2000" b="1" i="0">
                                  <a:solidFill>
                                    <a:srgbClr val="002060"/>
                                  </a:solidFill>
                                  <a:latin typeface="Cambria Math" panose="02040503050406030204" pitchFamily="18" charset="0"/>
                                </a:rPr>
                                <m:t>𝐱</m:t>
                              </m:r>
                              <m:r>
                                <a:rPr lang="en-US" sz="2000" b="1" i="0">
                                  <a:solidFill>
                                    <a:srgbClr val="002060"/>
                                  </a:solidFill>
                                  <a:latin typeface="Cambria Math" panose="02040503050406030204" pitchFamily="18" charset="0"/>
                                </a:rPr>
                                <m:t>−</m:t>
                              </m:r>
                              <m:acc>
                                <m:accPr>
                                  <m:chr m:val="̅"/>
                                  <m:ctrlPr>
                                    <a:rPr lang="en-US" sz="2000" b="1" i="1">
                                      <a:solidFill>
                                        <a:srgbClr val="002060"/>
                                      </a:solidFill>
                                      <a:latin typeface="Cambria Math" panose="02040503050406030204" pitchFamily="18" charset="0"/>
                                    </a:rPr>
                                  </m:ctrlPr>
                                </m:accPr>
                                <m:e>
                                  <m:r>
                                    <a:rPr lang="en-US" sz="2000" b="1" i="0">
                                      <a:solidFill>
                                        <a:srgbClr val="002060"/>
                                      </a:solidFill>
                                      <a:latin typeface="Cambria Math" panose="02040503050406030204" pitchFamily="18" charset="0"/>
                                    </a:rPr>
                                    <m:t>𝐱</m:t>
                                  </m:r>
                                </m:e>
                              </m:acc>
                            </m:e>
                          </m:d>
                          <m:r>
                            <a:rPr lang="en-US" sz="2000" b="1" i="0">
                              <a:solidFill>
                                <a:srgbClr val="002060"/>
                              </a:solidFill>
                              <a:latin typeface="Cambria Math" panose="02040503050406030204" pitchFamily="18" charset="0"/>
                            </a:rPr>
                            <m:t>⋅</m:t>
                          </m:r>
                          <m:d>
                            <m:dPr>
                              <m:ctrlPr>
                                <a:rPr lang="en-US" sz="2000" b="1" i="1">
                                  <a:solidFill>
                                    <a:srgbClr val="002060"/>
                                  </a:solidFill>
                                  <a:latin typeface="Cambria Math" panose="02040503050406030204" pitchFamily="18" charset="0"/>
                                </a:rPr>
                              </m:ctrlPr>
                            </m:dPr>
                            <m:e>
                              <m:r>
                                <a:rPr lang="en-US" sz="2000" b="1" i="0">
                                  <a:solidFill>
                                    <a:srgbClr val="002060"/>
                                  </a:solidFill>
                                  <a:latin typeface="Cambria Math" panose="02040503050406030204" pitchFamily="18" charset="0"/>
                                </a:rPr>
                                <m:t>𝐲</m:t>
                              </m:r>
                              <m:r>
                                <a:rPr lang="en-US" sz="2000" b="1" i="0">
                                  <a:solidFill>
                                    <a:srgbClr val="002060"/>
                                  </a:solidFill>
                                  <a:latin typeface="Cambria Math" panose="02040503050406030204" pitchFamily="18" charset="0"/>
                                </a:rPr>
                                <m:t>−</m:t>
                              </m:r>
                              <m:acc>
                                <m:accPr>
                                  <m:chr m:val="̅"/>
                                  <m:ctrlPr>
                                    <a:rPr lang="en-US" sz="2000" b="1" i="1">
                                      <a:solidFill>
                                        <a:srgbClr val="002060"/>
                                      </a:solidFill>
                                      <a:latin typeface="Cambria Math" panose="02040503050406030204" pitchFamily="18" charset="0"/>
                                    </a:rPr>
                                  </m:ctrlPr>
                                </m:accPr>
                                <m:e>
                                  <m:r>
                                    <a:rPr lang="en-US" sz="2000" b="1" i="0">
                                      <a:solidFill>
                                        <a:srgbClr val="002060"/>
                                      </a:solidFill>
                                      <a:latin typeface="Cambria Math" panose="02040503050406030204" pitchFamily="18" charset="0"/>
                                    </a:rPr>
                                    <m:t>𝐲</m:t>
                                  </m:r>
                                </m:e>
                              </m:acc>
                            </m:e>
                          </m:d>
                        </m:e>
                      </m:nary>
                    </m:oMath>
                  </m:oMathPara>
                </a14:m>
                <a:endParaRPr lang="en-US" sz="2000" b="1" dirty="0">
                  <a:solidFill>
                    <a:srgbClr val="002060"/>
                  </a:solidFill>
                </a:endParaRPr>
              </a:p>
              <a:p>
                <a:pPr/>
                <a14:m>
                  <m:oMathPara xmlns:m="http://schemas.openxmlformats.org/officeDocument/2006/math">
                    <m:oMathParaPr>
                      <m:jc m:val="centerGroup"/>
                    </m:oMathParaPr>
                    <m:oMath xmlns:m="http://schemas.openxmlformats.org/officeDocument/2006/math">
                      <m:sSub>
                        <m:sSubPr>
                          <m:ctrlPr>
                            <a:rPr lang="en-US" sz="2000" b="1" i="1" smtClean="0">
                              <a:solidFill>
                                <a:srgbClr val="002060"/>
                              </a:solidFill>
                              <a:latin typeface="Cambria Math" panose="02040503050406030204" pitchFamily="18" charset="0"/>
                            </a:rPr>
                          </m:ctrlPr>
                        </m:sSubPr>
                        <m:e>
                          <m:r>
                            <a:rPr lang="en-US" sz="2000" b="1" i="0">
                              <a:solidFill>
                                <a:srgbClr val="002060"/>
                              </a:solidFill>
                              <a:latin typeface="Cambria Math" panose="02040503050406030204" pitchFamily="18" charset="0"/>
                            </a:rPr>
                            <m:t>𝛔</m:t>
                          </m:r>
                        </m:e>
                        <m:sub>
                          <m:r>
                            <a:rPr lang="en-US" sz="2000" b="1" i="0" smtClean="0">
                              <a:solidFill>
                                <a:srgbClr val="002060"/>
                              </a:solidFill>
                              <a:latin typeface="Cambria Math" panose="02040503050406030204" pitchFamily="18" charset="0"/>
                            </a:rPr>
                            <m:t>𝐗</m:t>
                          </m:r>
                        </m:sub>
                      </m:sSub>
                      <m:r>
                        <a:rPr lang="en-US" sz="2000" b="1" i="0" smtClean="0">
                          <a:solidFill>
                            <a:srgbClr val="002060"/>
                          </a:solidFill>
                          <a:latin typeface="Cambria Math" panose="02040503050406030204" pitchFamily="18" charset="0"/>
                        </a:rPr>
                        <m:t>=</m:t>
                      </m:r>
                      <m:rad>
                        <m:radPr>
                          <m:degHide m:val="on"/>
                          <m:ctrlPr>
                            <a:rPr lang="en-US" sz="2000" b="1" i="1">
                              <a:solidFill>
                                <a:srgbClr val="002060"/>
                              </a:solidFill>
                              <a:latin typeface="Cambria Math" panose="02040503050406030204" pitchFamily="18" charset="0"/>
                            </a:rPr>
                          </m:ctrlPr>
                        </m:radPr>
                        <m:deg/>
                        <m:e>
                          <m:f>
                            <m:fPr>
                              <m:ctrlPr>
                                <a:rPr lang="en-US" sz="2000" b="1" i="1" smtClean="0">
                                  <a:solidFill>
                                    <a:srgbClr val="002060"/>
                                  </a:solidFill>
                                  <a:latin typeface="Cambria Math" panose="02040503050406030204" pitchFamily="18" charset="0"/>
                                </a:rPr>
                              </m:ctrlPr>
                            </m:fPr>
                            <m:num>
                              <m:nary>
                                <m:naryPr>
                                  <m:chr m:val="∑"/>
                                  <m:subHide m:val="on"/>
                                  <m:supHide m:val="on"/>
                                  <m:ctrlPr>
                                    <a:rPr lang="en-US" sz="2000" b="1" i="1">
                                      <a:solidFill>
                                        <a:srgbClr val="002060"/>
                                      </a:solidFill>
                                      <a:latin typeface="Cambria Math" panose="02040503050406030204" pitchFamily="18" charset="0"/>
                                    </a:rPr>
                                  </m:ctrlPr>
                                </m:naryPr>
                                <m:sub/>
                                <m:sup/>
                                <m:e>
                                  <m:sSup>
                                    <m:sSupPr>
                                      <m:ctrlPr>
                                        <a:rPr lang="en-US" sz="2000" b="1" i="1">
                                          <a:solidFill>
                                            <a:srgbClr val="002060"/>
                                          </a:solidFill>
                                          <a:latin typeface="Cambria Math" panose="02040503050406030204" pitchFamily="18" charset="0"/>
                                        </a:rPr>
                                      </m:ctrlPr>
                                    </m:sSupPr>
                                    <m:e>
                                      <m:d>
                                        <m:dPr>
                                          <m:ctrlPr>
                                            <a:rPr lang="en-US" sz="2000" b="1" i="1">
                                              <a:solidFill>
                                                <a:srgbClr val="002060"/>
                                              </a:solidFill>
                                              <a:latin typeface="Cambria Math" panose="02040503050406030204" pitchFamily="18" charset="0"/>
                                            </a:rPr>
                                          </m:ctrlPr>
                                        </m:dPr>
                                        <m:e>
                                          <m:r>
                                            <a:rPr lang="en-US" sz="2000" b="1" i="0">
                                              <a:solidFill>
                                                <a:srgbClr val="002060"/>
                                              </a:solidFill>
                                              <a:latin typeface="Cambria Math" panose="02040503050406030204" pitchFamily="18" charset="0"/>
                                            </a:rPr>
                                            <m:t>𝐱</m:t>
                                          </m:r>
                                          <m:r>
                                            <a:rPr lang="en-US" sz="2000" b="1" i="0">
                                              <a:solidFill>
                                                <a:srgbClr val="002060"/>
                                              </a:solidFill>
                                              <a:latin typeface="Cambria Math" panose="02040503050406030204" pitchFamily="18" charset="0"/>
                                            </a:rPr>
                                            <m:t>−</m:t>
                                          </m:r>
                                          <m:acc>
                                            <m:accPr>
                                              <m:chr m:val="̅"/>
                                              <m:ctrlPr>
                                                <a:rPr lang="en-US" sz="2000" b="1" i="1">
                                                  <a:solidFill>
                                                    <a:srgbClr val="002060"/>
                                                  </a:solidFill>
                                                  <a:latin typeface="Cambria Math" panose="02040503050406030204" pitchFamily="18" charset="0"/>
                                                </a:rPr>
                                              </m:ctrlPr>
                                            </m:accPr>
                                            <m:e>
                                              <m:r>
                                                <a:rPr lang="en-US" sz="2000" b="1" i="0" smtClean="0">
                                                  <a:solidFill>
                                                    <a:srgbClr val="002060"/>
                                                  </a:solidFill>
                                                  <a:latin typeface="Cambria Math" panose="02040503050406030204" pitchFamily="18" charset="0"/>
                                                </a:rPr>
                                                <m:t> </m:t>
                                              </m:r>
                                              <m:r>
                                                <a:rPr lang="en-US" sz="2000" b="1" i="0">
                                                  <a:solidFill>
                                                    <a:srgbClr val="002060"/>
                                                  </a:solidFill>
                                                  <a:latin typeface="Cambria Math" panose="02040503050406030204" pitchFamily="18" charset="0"/>
                                                </a:rPr>
                                                <m:t>𝐱</m:t>
                                              </m:r>
                                              <m:r>
                                                <a:rPr lang="en-US" sz="2000" b="1" i="0" smtClean="0">
                                                  <a:solidFill>
                                                    <a:srgbClr val="002060"/>
                                                  </a:solidFill>
                                                  <a:latin typeface="Cambria Math" panose="02040503050406030204" pitchFamily="18" charset="0"/>
                                                </a:rPr>
                                                <m:t> </m:t>
                                              </m:r>
                                            </m:e>
                                          </m:acc>
                                        </m:e>
                                      </m:d>
                                    </m:e>
                                    <m:sup>
                                      <m:r>
                                        <a:rPr lang="en-US" sz="2000" b="1" i="0">
                                          <a:solidFill>
                                            <a:srgbClr val="002060"/>
                                          </a:solidFill>
                                          <a:latin typeface="Cambria Math" panose="02040503050406030204" pitchFamily="18" charset="0"/>
                                        </a:rPr>
                                        <m:t>𝟐</m:t>
                                      </m:r>
                                    </m:sup>
                                  </m:sSup>
                                </m:e>
                              </m:nary>
                            </m:num>
                            <m:den>
                              <m:r>
                                <a:rPr lang="en-US" sz="2000" b="1" i="0" smtClean="0">
                                  <a:solidFill>
                                    <a:srgbClr val="002060"/>
                                  </a:solidFill>
                                  <a:latin typeface="Cambria Math" panose="02040503050406030204" pitchFamily="18" charset="0"/>
                                </a:rPr>
                                <m:t>𝐧</m:t>
                              </m:r>
                            </m:den>
                          </m:f>
                        </m:e>
                      </m:rad>
                      <m:r>
                        <a:rPr lang="en-US" sz="2000" b="1" i="0" smtClean="0">
                          <a:solidFill>
                            <a:srgbClr val="002060"/>
                          </a:solidFill>
                          <a:latin typeface="Cambria Math" panose="02040503050406030204" pitchFamily="18" charset="0"/>
                        </a:rPr>
                        <m:t>  </m:t>
                      </m:r>
                    </m:oMath>
                  </m:oMathPara>
                </a14:m>
                <a:endParaRPr lang="en-US" sz="2000" b="1" dirty="0">
                  <a:solidFill>
                    <a:srgbClr val="002060"/>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sz="2000" b="1" i="1">
                              <a:solidFill>
                                <a:srgbClr val="002060"/>
                              </a:solidFill>
                              <a:latin typeface="Cambria Math" panose="02040503050406030204" pitchFamily="18" charset="0"/>
                            </a:rPr>
                          </m:ctrlPr>
                        </m:sSubPr>
                        <m:e>
                          <m:r>
                            <a:rPr lang="en-US" sz="2000" b="1" i="0" smtClean="0">
                              <a:solidFill>
                                <a:srgbClr val="002060"/>
                              </a:solidFill>
                              <a:latin typeface="Cambria Math" panose="02040503050406030204" pitchFamily="18" charset="0"/>
                            </a:rPr>
                            <m:t> </m:t>
                          </m:r>
                          <m:r>
                            <a:rPr lang="en-US" sz="2000" b="1" i="0">
                              <a:solidFill>
                                <a:srgbClr val="002060"/>
                              </a:solidFill>
                              <a:latin typeface="Cambria Math" panose="02040503050406030204" pitchFamily="18" charset="0"/>
                            </a:rPr>
                            <m:t>𝛔</m:t>
                          </m:r>
                        </m:e>
                        <m:sub>
                          <m:r>
                            <a:rPr lang="en-US" sz="2000" b="1" i="0" smtClean="0">
                              <a:solidFill>
                                <a:srgbClr val="002060"/>
                              </a:solidFill>
                              <a:latin typeface="Cambria Math" panose="02040503050406030204" pitchFamily="18" charset="0"/>
                            </a:rPr>
                            <m:t>𝐲</m:t>
                          </m:r>
                        </m:sub>
                      </m:sSub>
                      <m:r>
                        <a:rPr lang="en-US" sz="2000" b="1" i="0">
                          <a:solidFill>
                            <a:srgbClr val="002060"/>
                          </a:solidFill>
                          <a:latin typeface="Cambria Math" panose="02040503050406030204" pitchFamily="18" charset="0"/>
                        </a:rPr>
                        <m:t>=</m:t>
                      </m:r>
                      <m:rad>
                        <m:radPr>
                          <m:degHide m:val="on"/>
                          <m:ctrlPr>
                            <a:rPr lang="en-US" sz="2000" b="1" i="1">
                              <a:solidFill>
                                <a:srgbClr val="002060"/>
                              </a:solidFill>
                              <a:latin typeface="Cambria Math" panose="02040503050406030204" pitchFamily="18" charset="0"/>
                            </a:rPr>
                          </m:ctrlPr>
                        </m:radPr>
                        <m:deg/>
                        <m:e>
                          <m:f>
                            <m:fPr>
                              <m:ctrlPr>
                                <a:rPr lang="en-US" sz="2000" b="1" i="1">
                                  <a:solidFill>
                                    <a:srgbClr val="002060"/>
                                  </a:solidFill>
                                  <a:latin typeface="Cambria Math" panose="02040503050406030204" pitchFamily="18" charset="0"/>
                                </a:rPr>
                              </m:ctrlPr>
                            </m:fPr>
                            <m:num>
                              <m:nary>
                                <m:naryPr>
                                  <m:chr m:val="∑"/>
                                  <m:subHide m:val="on"/>
                                  <m:supHide m:val="on"/>
                                  <m:ctrlPr>
                                    <a:rPr lang="en-US" sz="2000" b="1" i="1">
                                      <a:solidFill>
                                        <a:srgbClr val="002060"/>
                                      </a:solidFill>
                                      <a:latin typeface="Cambria Math" panose="02040503050406030204" pitchFamily="18" charset="0"/>
                                    </a:rPr>
                                  </m:ctrlPr>
                                </m:naryPr>
                                <m:sub/>
                                <m:sup/>
                                <m:e>
                                  <m:sSup>
                                    <m:sSupPr>
                                      <m:ctrlPr>
                                        <a:rPr lang="en-US" sz="2000" b="1" i="1">
                                          <a:solidFill>
                                            <a:srgbClr val="002060"/>
                                          </a:solidFill>
                                          <a:latin typeface="Cambria Math" panose="02040503050406030204" pitchFamily="18" charset="0"/>
                                        </a:rPr>
                                      </m:ctrlPr>
                                    </m:sSupPr>
                                    <m:e>
                                      <m:d>
                                        <m:dPr>
                                          <m:ctrlPr>
                                            <a:rPr lang="en-US" sz="2000" b="1" i="1">
                                              <a:solidFill>
                                                <a:srgbClr val="002060"/>
                                              </a:solidFill>
                                              <a:latin typeface="Cambria Math" panose="02040503050406030204" pitchFamily="18" charset="0"/>
                                            </a:rPr>
                                          </m:ctrlPr>
                                        </m:dPr>
                                        <m:e>
                                          <m:r>
                                            <a:rPr lang="en-US" sz="2000" b="1" i="0" smtClean="0">
                                              <a:solidFill>
                                                <a:srgbClr val="002060"/>
                                              </a:solidFill>
                                              <a:latin typeface="Cambria Math" panose="02040503050406030204" pitchFamily="18" charset="0"/>
                                            </a:rPr>
                                            <m:t>𝐲</m:t>
                                          </m:r>
                                          <m:r>
                                            <a:rPr lang="en-US" sz="2000" b="1" i="0">
                                              <a:solidFill>
                                                <a:srgbClr val="002060"/>
                                              </a:solidFill>
                                              <a:latin typeface="Cambria Math" panose="02040503050406030204" pitchFamily="18" charset="0"/>
                                            </a:rPr>
                                            <m:t>−</m:t>
                                          </m:r>
                                          <m:acc>
                                            <m:accPr>
                                              <m:chr m:val="̅"/>
                                              <m:ctrlPr>
                                                <a:rPr lang="en-US" sz="2000" b="1" i="1">
                                                  <a:solidFill>
                                                    <a:srgbClr val="002060"/>
                                                  </a:solidFill>
                                                  <a:latin typeface="Cambria Math" panose="02040503050406030204" pitchFamily="18" charset="0"/>
                                                </a:rPr>
                                              </m:ctrlPr>
                                            </m:accPr>
                                            <m:e>
                                              <m:r>
                                                <a:rPr lang="en-US" sz="2000" b="1" i="0" smtClean="0">
                                                  <a:solidFill>
                                                    <a:srgbClr val="002060"/>
                                                  </a:solidFill>
                                                  <a:latin typeface="Cambria Math" panose="02040503050406030204" pitchFamily="18" charset="0"/>
                                                </a:rPr>
                                                <m:t> </m:t>
                                              </m:r>
                                              <m:r>
                                                <a:rPr lang="en-US" sz="2000" b="1" i="0" smtClean="0">
                                                  <a:solidFill>
                                                    <a:srgbClr val="002060"/>
                                                  </a:solidFill>
                                                  <a:latin typeface="Cambria Math" panose="02040503050406030204" pitchFamily="18" charset="0"/>
                                                </a:rPr>
                                                <m:t>𝐲</m:t>
                                              </m:r>
                                              <m:r>
                                                <a:rPr lang="en-US" sz="2000" b="1" i="0" smtClean="0">
                                                  <a:solidFill>
                                                    <a:srgbClr val="002060"/>
                                                  </a:solidFill>
                                                  <a:latin typeface="Cambria Math" panose="02040503050406030204" pitchFamily="18" charset="0"/>
                                                </a:rPr>
                                                <m:t> </m:t>
                                              </m:r>
                                            </m:e>
                                          </m:acc>
                                        </m:e>
                                      </m:d>
                                    </m:e>
                                    <m:sup>
                                      <m:r>
                                        <a:rPr lang="en-US" sz="2000" b="1" i="0">
                                          <a:solidFill>
                                            <a:srgbClr val="002060"/>
                                          </a:solidFill>
                                          <a:latin typeface="Cambria Math" panose="02040503050406030204" pitchFamily="18" charset="0"/>
                                        </a:rPr>
                                        <m:t>𝟐</m:t>
                                      </m:r>
                                    </m:sup>
                                  </m:sSup>
                                </m:e>
                              </m:nary>
                            </m:num>
                            <m:den>
                              <m:r>
                                <a:rPr lang="en-US" sz="2000" b="1" i="0">
                                  <a:solidFill>
                                    <a:srgbClr val="002060"/>
                                  </a:solidFill>
                                  <a:latin typeface="Cambria Math" panose="02040503050406030204" pitchFamily="18" charset="0"/>
                                </a:rPr>
                                <m:t>𝐧</m:t>
                              </m:r>
                            </m:den>
                          </m:f>
                        </m:e>
                      </m:rad>
                    </m:oMath>
                  </m:oMathPara>
                </a14:m>
                <a:endParaRPr lang="en-IN" sz="2000" b="1" dirty="0">
                  <a:solidFill>
                    <a:srgbClr val="002060"/>
                  </a:solidFill>
                </a:endParaRPr>
              </a:p>
            </p:txBody>
          </p:sp>
        </mc:Choice>
        <mc:Fallback xmlns="">
          <p:sp>
            <p:nvSpPr>
              <p:cNvPr id="5" name="TextBox 4">
                <a:extLst>
                  <a:ext uri="{FF2B5EF4-FFF2-40B4-BE49-F238E27FC236}">
                    <a16:creationId xmlns:a16="http://schemas.microsoft.com/office/drawing/2014/main" id="{EFD2CB5A-25CD-968F-39C8-89412D856B4B}"/>
                  </a:ext>
                </a:extLst>
              </p:cNvPr>
              <p:cNvSpPr txBox="1">
                <a:spLocks noRot="1" noChangeAspect="1" noMove="1" noResize="1" noEditPoints="1" noAdjustHandles="1" noChangeArrowheads="1" noChangeShapeType="1" noTextEdit="1"/>
              </p:cNvSpPr>
              <p:nvPr/>
            </p:nvSpPr>
            <p:spPr>
              <a:xfrm>
                <a:off x="7783830" y="1889431"/>
                <a:ext cx="4057650" cy="2656368"/>
              </a:xfrm>
              <a:prstGeom prst="rect">
                <a:avLst/>
              </a:prstGeom>
              <a:blipFill>
                <a:blip r:embed="rId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369639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5" grpId="0" animBg="1"/>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r>
                  <a:rPr lang="en-US" dirty="0"/>
                  <a:t>Procedure to find </a:t>
                </a:r>
                <a:r>
                  <a:rPr lang="en-US" dirty="0">
                    <a:solidFill>
                      <a:srgbClr val="FF0000"/>
                    </a:solidFill>
                  </a:rPr>
                  <a:t>r </a:t>
                </a:r>
                <a:r>
                  <a:rPr lang="en-US" dirty="0">
                    <a:solidFill>
                      <a:schemeClr val="tx1"/>
                    </a:solidFill>
                  </a:rPr>
                  <a:t>from the given values of </a:t>
                </a:r>
                <a14:m>
                  <m:oMath xmlns:m="http://schemas.openxmlformats.org/officeDocument/2006/math">
                    <m:r>
                      <a:rPr lang="en-US" b="1" i="0" dirty="0" smtClean="0">
                        <a:solidFill>
                          <a:schemeClr val="tx1"/>
                        </a:solidFill>
                        <a:latin typeface="Cambria Math" panose="02040503050406030204" pitchFamily="18" charset="0"/>
                      </a:rPr>
                      <m:t>𝐱</m:t>
                    </m:r>
                  </m:oMath>
                </a14:m>
                <a:r>
                  <a:rPr lang="en-US" dirty="0">
                    <a:solidFill>
                      <a:schemeClr val="tx1"/>
                    </a:solidFill>
                  </a:rPr>
                  <a:t> &amp; </a:t>
                </a:r>
                <a14:m>
                  <m:oMath xmlns:m="http://schemas.openxmlformats.org/officeDocument/2006/math">
                    <m:r>
                      <a:rPr lang="en-US" b="1" i="0" dirty="0" smtClean="0">
                        <a:solidFill>
                          <a:schemeClr val="tx1"/>
                        </a:solidFill>
                        <a:latin typeface="Cambria Math" panose="02040503050406030204" pitchFamily="18" charset="0"/>
                      </a:rPr>
                      <m:t>𝐲</m:t>
                    </m:r>
                  </m:oMath>
                </a14:m>
                <a:endParaRPr lang="en-US" dirty="0">
                  <a:solidFill>
                    <a:schemeClr val="tx1"/>
                  </a:solidFill>
                </a:endParaRPr>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rotWithShape="0">
                <a:blip r:embed="rId2"/>
                <a:stretch>
                  <a:fillRect l="-400" t="-8547" b="-196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marL="514350" indent="-514350">
                  <a:buFont typeface="+mj-lt"/>
                  <a:buAutoNum type="arabicParenR"/>
                </a:pPr>
                <a:r>
                  <a:rPr lang="en-US" dirty="0"/>
                  <a:t>Prepare the </a:t>
                </a:r>
                <a:r>
                  <a:rPr lang="en-US" dirty="0">
                    <a:solidFill>
                      <a:srgbClr val="FF0000"/>
                    </a:solidFill>
                  </a:rPr>
                  <a:t>table</a:t>
                </a:r>
                <a:r>
                  <a:rPr lang="en-US" dirty="0"/>
                  <a:t> with 5 columns using the given values of </a:t>
                </a:r>
                <a14:m>
                  <m:oMath xmlns:m="http://schemas.openxmlformats.org/officeDocument/2006/math">
                    <m:r>
                      <m:rPr>
                        <m:sty m:val="p"/>
                      </m:rPr>
                      <a:rPr lang="en-US" i="0" dirty="0" smtClean="0">
                        <a:latin typeface="Cambria Math" panose="02040503050406030204" pitchFamily="18" charset="0"/>
                      </a:rPr>
                      <m:t>x</m:t>
                    </m:r>
                  </m:oMath>
                </a14:m>
                <a:r>
                  <a:rPr lang="en-US" dirty="0"/>
                  <a:t> &amp; </a:t>
                </a:r>
                <a14:m>
                  <m:oMath xmlns:m="http://schemas.openxmlformats.org/officeDocument/2006/math">
                    <m:r>
                      <m:rPr>
                        <m:sty m:val="p"/>
                      </m:rPr>
                      <a:rPr lang="en-US" i="0" dirty="0" smtClean="0">
                        <a:latin typeface="Cambria Math" panose="02040503050406030204" pitchFamily="18" charset="0"/>
                      </a:rPr>
                      <m:t>y</m:t>
                    </m:r>
                  </m:oMath>
                </a14:m>
                <a:r>
                  <a:rPr lang="en-US" dirty="0"/>
                  <a:t>.</a:t>
                </a:r>
              </a:p>
              <a:p>
                <a:pPr marL="514350" indent="-514350">
                  <a:buFont typeface="+mj-lt"/>
                  <a:buAutoNum type="arabicParenR"/>
                </a:pPr>
                <a:endParaRPr lang="en-US"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rotWithShape="0">
                <a:blip r:embed="rId3"/>
                <a:stretch>
                  <a:fillRect l="-10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7" name="Table 6"/>
              <p:cNvGraphicFramePr>
                <a:graphicFrameLocks noGrp="1"/>
              </p:cNvGraphicFramePr>
              <p:nvPr/>
            </p:nvGraphicFramePr>
            <p:xfrm>
              <a:off x="2032000" y="1717528"/>
              <a:ext cx="8128000" cy="640080"/>
            </p:xfrm>
            <a:graphic>
              <a:graphicData uri="http://schemas.openxmlformats.org/drawingml/2006/table">
                <a:tbl>
                  <a:tblPr firstRow="1" bandRow="1">
                    <a:tableStyleId>{93296810-A885-4BE3-A3E7-6D5BEEA58F35}</a:tableStyleId>
                  </a:tblPr>
                  <a:tblGrid>
                    <a:gridCol w="1625600">
                      <a:extLst>
                        <a:ext uri="{9D8B030D-6E8A-4147-A177-3AD203B41FA5}">
                          <a16:colId xmlns:a16="http://schemas.microsoft.com/office/drawing/2014/main" val="20000"/>
                        </a:ext>
                      </a:extLst>
                    </a:gridCol>
                    <a:gridCol w="1625600">
                      <a:extLst>
                        <a:ext uri="{9D8B030D-6E8A-4147-A177-3AD203B41FA5}">
                          <a16:colId xmlns:a16="http://schemas.microsoft.com/office/drawing/2014/main" val="20001"/>
                        </a:ext>
                      </a:extLst>
                    </a:gridCol>
                    <a:gridCol w="1625600">
                      <a:extLst>
                        <a:ext uri="{9D8B030D-6E8A-4147-A177-3AD203B41FA5}">
                          <a16:colId xmlns:a16="http://schemas.microsoft.com/office/drawing/2014/main" val="20002"/>
                        </a:ext>
                      </a:extLst>
                    </a:gridCol>
                    <a:gridCol w="1625600">
                      <a:extLst>
                        <a:ext uri="{9D8B030D-6E8A-4147-A177-3AD203B41FA5}">
                          <a16:colId xmlns:a16="http://schemas.microsoft.com/office/drawing/2014/main" val="20003"/>
                        </a:ext>
                      </a:extLst>
                    </a:gridCol>
                    <a:gridCol w="1625600">
                      <a:extLst>
                        <a:ext uri="{9D8B030D-6E8A-4147-A177-3AD203B41FA5}">
                          <a16:colId xmlns:a16="http://schemas.microsoft.com/office/drawing/2014/main" val="20004"/>
                        </a:ext>
                      </a:extLst>
                    </a:gridCol>
                  </a:tblGrid>
                  <a:tr h="640080">
                    <a:tc>
                      <a:txBody>
                        <a:bodyPr/>
                        <a:lstStyle/>
                        <a:p>
                          <a:pPr/>
                          <a14:m>
                            <m:oMathPara xmlns:m="http://schemas.openxmlformats.org/officeDocument/2006/math">
                              <m:oMathParaPr>
                                <m:jc m:val="centerGroup"/>
                              </m:oMathParaPr>
                              <m:oMath xmlns:m="http://schemas.openxmlformats.org/officeDocument/2006/math">
                                <m:r>
                                  <a:rPr lang="en-US" sz="2800" b="1" i="0" dirty="0" smtClean="0">
                                    <a:solidFill>
                                      <a:schemeClr val="bg1"/>
                                    </a:solidFill>
                                    <a:latin typeface="Cambria Math" panose="02040503050406030204" pitchFamily="18" charset="0"/>
                                  </a:rPr>
                                  <m:t>𝐱</m:t>
                                </m:r>
                              </m:oMath>
                            </m:oMathPara>
                          </a14:m>
                          <a:endParaRPr lang="en-US" sz="2800" b="1" dirty="0">
                            <a:solidFill>
                              <a:schemeClr val="bg1"/>
                            </a:solidFill>
                          </a:endParaRPr>
                        </a:p>
                      </a:txBody>
                      <a:tcPr anchor="ctr"/>
                    </a:tc>
                    <a:tc>
                      <a:txBody>
                        <a:bodyPr/>
                        <a:lstStyle/>
                        <a:p>
                          <a:pPr/>
                          <a14:m>
                            <m:oMathPara xmlns:m="http://schemas.openxmlformats.org/officeDocument/2006/math">
                              <m:oMathParaPr>
                                <m:jc m:val="centerGroup"/>
                              </m:oMathParaPr>
                              <m:oMath xmlns:m="http://schemas.openxmlformats.org/officeDocument/2006/math">
                                <m:r>
                                  <a:rPr lang="en-US" sz="2800" b="1" i="0" dirty="0" smtClean="0">
                                    <a:solidFill>
                                      <a:schemeClr val="bg1"/>
                                    </a:solidFill>
                                    <a:latin typeface="Cambria Math" panose="02040503050406030204" pitchFamily="18" charset="0"/>
                                  </a:rPr>
                                  <m:t>𝐲</m:t>
                                </m:r>
                              </m:oMath>
                            </m:oMathPara>
                          </a14:m>
                          <a:endParaRPr lang="en-US" sz="2800" b="1" dirty="0">
                            <a:solidFill>
                              <a:schemeClr val="bg1"/>
                            </a:solidFill>
                          </a:endParaRPr>
                        </a:p>
                      </a:txBody>
                      <a:tcPr anchor="ctr"/>
                    </a:tc>
                    <a:tc>
                      <a:txBody>
                        <a:bodyPr/>
                        <a:lstStyle/>
                        <a:p>
                          <a:pPr/>
                          <a14:m>
                            <m:oMathPara xmlns:m="http://schemas.openxmlformats.org/officeDocument/2006/math">
                              <m:oMathParaPr>
                                <m:jc m:val="centerGroup"/>
                              </m:oMathParaPr>
                              <m:oMath xmlns:m="http://schemas.openxmlformats.org/officeDocument/2006/math">
                                <m:sSup>
                                  <m:sSupPr>
                                    <m:ctrlPr>
                                      <a:rPr lang="en-US" sz="2800" b="1" i="1" dirty="0" smtClean="0">
                                        <a:solidFill>
                                          <a:schemeClr val="bg1"/>
                                        </a:solidFill>
                                        <a:latin typeface="Cambria Math" panose="02040503050406030204" pitchFamily="18" charset="0"/>
                                      </a:rPr>
                                    </m:ctrlPr>
                                  </m:sSupPr>
                                  <m:e>
                                    <m:r>
                                      <a:rPr lang="en-US" sz="2800" b="1" i="0" dirty="0" smtClean="0">
                                        <a:solidFill>
                                          <a:schemeClr val="bg1"/>
                                        </a:solidFill>
                                        <a:latin typeface="Cambria Math" panose="02040503050406030204" pitchFamily="18" charset="0"/>
                                      </a:rPr>
                                      <m:t>𝐱</m:t>
                                    </m:r>
                                  </m:e>
                                  <m:sup>
                                    <m:r>
                                      <a:rPr lang="en-US" sz="2800" b="1" i="0" dirty="0" smtClean="0">
                                        <a:solidFill>
                                          <a:schemeClr val="bg1"/>
                                        </a:solidFill>
                                        <a:latin typeface="Cambria Math" panose="02040503050406030204" pitchFamily="18" charset="0"/>
                                      </a:rPr>
                                      <m:t>𝟐</m:t>
                                    </m:r>
                                  </m:sup>
                                </m:sSup>
                              </m:oMath>
                            </m:oMathPara>
                          </a14:m>
                          <a:endParaRPr lang="en-US" sz="2800" b="1" dirty="0">
                            <a:solidFill>
                              <a:schemeClr val="bg1"/>
                            </a:solidFill>
                          </a:endParaRPr>
                        </a:p>
                      </a:txBody>
                      <a:tcPr anchor="ctr"/>
                    </a:tc>
                    <a:tc>
                      <a:txBody>
                        <a:bodyPr/>
                        <a:lstStyle/>
                        <a:p>
                          <a:pPr/>
                          <a14:m>
                            <m:oMathPara xmlns:m="http://schemas.openxmlformats.org/officeDocument/2006/math">
                              <m:oMathParaPr>
                                <m:jc m:val="centerGroup"/>
                              </m:oMathParaPr>
                              <m:oMath xmlns:m="http://schemas.openxmlformats.org/officeDocument/2006/math">
                                <m:sSup>
                                  <m:sSupPr>
                                    <m:ctrlPr>
                                      <a:rPr lang="en-US" sz="2800" b="1" i="1" dirty="0" smtClean="0">
                                        <a:solidFill>
                                          <a:schemeClr val="bg1"/>
                                        </a:solidFill>
                                        <a:latin typeface="Cambria Math" panose="02040503050406030204" pitchFamily="18" charset="0"/>
                                      </a:rPr>
                                    </m:ctrlPr>
                                  </m:sSupPr>
                                  <m:e>
                                    <m:r>
                                      <a:rPr lang="en-US" sz="2800" b="1" i="0" dirty="0" smtClean="0">
                                        <a:solidFill>
                                          <a:schemeClr val="bg1"/>
                                        </a:solidFill>
                                        <a:latin typeface="Cambria Math" panose="02040503050406030204" pitchFamily="18" charset="0"/>
                                      </a:rPr>
                                      <m:t>𝐲</m:t>
                                    </m:r>
                                  </m:e>
                                  <m:sup>
                                    <m:r>
                                      <a:rPr lang="en-US" sz="2800" b="1" i="0" dirty="0" smtClean="0">
                                        <a:solidFill>
                                          <a:schemeClr val="bg1"/>
                                        </a:solidFill>
                                        <a:latin typeface="Cambria Math" panose="02040503050406030204" pitchFamily="18" charset="0"/>
                                      </a:rPr>
                                      <m:t>𝟐</m:t>
                                    </m:r>
                                  </m:sup>
                                </m:sSup>
                              </m:oMath>
                            </m:oMathPara>
                          </a14:m>
                          <a:endParaRPr lang="en-US" sz="2800" b="1" dirty="0">
                            <a:solidFill>
                              <a:schemeClr val="bg1"/>
                            </a:solidFill>
                          </a:endParaRPr>
                        </a:p>
                      </a:txBody>
                      <a:tcPr anchor="ctr"/>
                    </a:tc>
                    <a:tc>
                      <a:txBody>
                        <a:bodyPr/>
                        <a:lstStyle/>
                        <a:p>
                          <a:pPr/>
                          <a14:m>
                            <m:oMathPara xmlns:m="http://schemas.openxmlformats.org/officeDocument/2006/math">
                              <m:oMathParaPr>
                                <m:jc m:val="centerGroup"/>
                              </m:oMathParaPr>
                              <m:oMath xmlns:m="http://schemas.openxmlformats.org/officeDocument/2006/math">
                                <m:r>
                                  <a:rPr lang="en-US" sz="2800" b="1" i="0" dirty="0" smtClean="0">
                                    <a:solidFill>
                                      <a:schemeClr val="bg1"/>
                                    </a:solidFill>
                                    <a:latin typeface="Cambria Math" panose="02040503050406030204" pitchFamily="18" charset="0"/>
                                  </a:rPr>
                                  <m:t>𝐱𝐲</m:t>
                                </m:r>
                              </m:oMath>
                            </m:oMathPara>
                          </a14:m>
                          <a:endParaRPr lang="en-US" sz="2800" b="1" dirty="0">
                            <a:solidFill>
                              <a:schemeClr val="bg1"/>
                            </a:solidFill>
                          </a:endParaRPr>
                        </a:p>
                      </a:txBody>
                      <a:tcPr anchor="ctr"/>
                    </a:tc>
                    <a:extLst>
                      <a:ext uri="{0D108BD9-81ED-4DB2-BD59-A6C34878D82A}">
                        <a16:rowId xmlns:a16="http://schemas.microsoft.com/office/drawing/2014/main" val="10000"/>
                      </a:ext>
                    </a:extLst>
                  </a:tr>
                </a:tbl>
              </a:graphicData>
            </a:graphic>
          </p:graphicFrame>
        </mc:Choice>
        <mc:Fallback xmlns="">
          <p:graphicFrame>
            <p:nvGraphicFramePr>
              <p:cNvPr id="7" name="Table 6"/>
              <p:cNvGraphicFramePr>
                <a:graphicFrameLocks noGrp="1"/>
              </p:cNvGraphicFramePr>
              <p:nvPr>
                <p:extLst/>
              </p:nvPr>
            </p:nvGraphicFramePr>
            <p:xfrm>
              <a:off x="2032000" y="1717528"/>
              <a:ext cx="8128000" cy="640080"/>
            </p:xfrm>
            <a:graphic>
              <a:graphicData uri="http://schemas.openxmlformats.org/drawingml/2006/table">
                <a:tbl>
                  <a:tblPr firstRow="1" bandRow="1">
                    <a:tableStyleId>{93296810-A885-4BE3-A3E7-6D5BEEA58F35}</a:tableStyleId>
                  </a:tblPr>
                  <a:tblGrid>
                    <a:gridCol w="1625600"/>
                    <a:gridCol w="1625600"/>
                    <a:gridCol w="1625600"/>
                    <a:gridCol w="1625600"/>
                    <a:gridCol w="1625600"/>
                  </a:tblGrid>
                  <a:tr h="640080">
                    <a:tc>
                      <a:txBody>
                        <a:bodyPr/>
                        <a:lstStyle/>
                        <a:p>
                          <a:endParaRPr lang="en-US"/>
                        </a:p>
                      </a:txBody>
                      <a:tcPr anchor="ctr">
                        <a:blipFill rotWithShape="0">
                          <a:blip r:embed="rId4"/>
                          <a:stretch>
                            <a:fillRect l="-375" t="-943" r="-401124" b="-3774"/>
                          </a:stretch>
                        </a:blipFill>
                      </a:tcPr>
                    </a:tc>
                    <a:tc>
                      <a:txBody>
                        <a:bodyPr/>
                        <a:lstStyle/>
                        <a:p>
                          <a:endParaRPr lang="en-US"/>
                        </a:p>
                      </a:txBody>
                      <a:tcPr anchor="ctr">
                        <a:blipFill rotWithShape="0">
                          <a:blip r:embed="rId4"/>
                          <a:stretch>
                            <a:fillRect l="-100375" t="-943" r="-301124" b="-3774"/>
                          </a:stretch>
                        </a:blipFill>
                      </a:tcPr>
                    </a:tc>
                    <a:tc>
                      <a:txBody>
                        <a:bodyPr/>
                        <a:lstStyle/>
                        <a:p>
                          <a:endParaRPr lang="en-US"/>
                        </a:p>
                      </a:txBody>
                      <a:tcPr anchor="ctr">
                        <a:blipFill rotWithShape="0">
                          <a:blip r:embed="rId4"/>
                          <a:stretch>
                            <a:fillRect l="-201128" t="-943" r="-202256" b="-3774"/>
                          </a:stretch>
                        </a:blipFill>
                      </a:tcPr>
                    </a:tc>
                    <a:tc>
                      <a:txBody>
                        <a:bodyPr/>
                        <a:lstStyle/>
                        <a:p>
                          <a:endParaRPr lang="en-US"/>
                        </a:p>
                      </a:txBody>
                      <a:tcPr anchor="ctr">
                        <a:blipFill rotWithShape="0">
                          <a:blip r:embed="rId4"/>
                          <a:stretch>
                            <a:fillRect l="-300000" t="-943" r="-101498" b="-3774"/>
                          </a:stretch>
                        </a:blipFill>
                      </a:tcPr>
                    </a:tc>
                    <a:tc>
                      <a:txBody>
                        <a:bodyPr/>
                        <a:lstStyle/>
                        <a:p>
                          <a:endParaRPr lang="en-US"/>
                        </a:p>
                      </a:txBody>
                      <a:tcPr anchor="ctr">
                        <a:blipFill rotWithShape="0">
                          <a:blip r:embed="rId4"/>
                          <a:stretch>
                            <a:fillRect l="-400000" t="-943" r="-1498" b="-3774"/>
                          </a:stretch>
                        </a:blip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8" name="Table 7"/>
              <p:cNvGraphicFramePr>
                <a:graphicFrameLocks noGrp="1"/>
              </p:cNvGraphicFramePr>
              <p:nvPr/>
            </p:nvGraphicFramePr>
            <p:xfrm>
              <a:off x="2029326" y="2370320"/>
              <a:ext cx="3251200" cy="3044952"/>
            </p:xfrm>
            <a:graphic>
              <a:graphicData uri="http://schemas.openxmlformats.org/drawingml/2006/table">
                <a:tbl>
                  <a:tblPr firstRow="1" bandRow="1">
                    <a:tableStyleId>{93296810-A885-4BE3-A3E7-6D5BEEA58F35}</a:tableStyleId>
                  </a:tblPr>
                  <a:tblGrid>
                    <a:gridCol w="1625600">
                      <a:extLst>
                        <a:ext uri="{9D8B030D-6E8A-4147-A177-3AD203B41FA5}">
                          <a16:colId xmlns:a16="http://schemas.microsoft.com/office/drawing/2014/main" val="20000"/>
                        </a:ext>
                      </a:extLst>
                    </a:gridCol>
                    <a:gridCol w="1625600">
                      <a:extLst>
                        <a:ext uri="{9D8B030D-6E8A-4147-A177-3AD203B41FA5}">
                          <a16:colId xmlns:a16="http://schemas.microsoft.com/office/drawing/2014/main" val="20001"/>
                        </a:ext>
                      </a:extLst>
                    </a:gridCol>
                  </a:tblGrid>
                  <a:tr h="1014984">
                    <a:tc>
                      <a:txBody>
                        <a:bodyPr/>
                        <a:lstStyle/>
                        <a:p>
                          <a:pPr algn="ctr"/>
                          <a14:m>
                            <m:oMathPara xmlns:m="http://schemas.openxmlformats.org/officeDocument/2006/math">
                              <m:oMathParaPr>
                                <m:jc m:val="centerGroup"/>
                              </m:oMathParaPr>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b="0" i="0" dirty="0" smtClean="0">
                                        <a:solidFill>
                                          <a:srgbClr val="002060"/>
                                        </a:solidFill>
                                        <a:latin typeface="Cambria Math" panose="02040503050406030204" pitchFamily="18" charset="0"/>
                                      </a:rPr>
                                      <m:t>x</m:t>
                                    </m:r>
                                  </m:e>
                                  <m:sub>
                                    <m:r>
                                      <a:rPr lang="en-US" sz="2800" i="0" dirty="0" smtClean="0">
                                        <a:solidFill>
                                          <a:srgbClr val="002060"/>
                                        </a:solidFill>
                                        <a:latin typeface="Cambria Math" panose="02040503050406030204" pitchFamily="18" charset="0"/>
                                      </a:rPr>
                                      <m:t>1</m:t>
                                    </m:r>
                                  </m:sub>
                                </m:sSub>
                              </m:oMath>
                            </m:oMathPara>
                          </a14:m>
                          <a:endParaRPr lang="en-US" sz="2800" i="0" dirty="0">
                            <a:solidFill>
                              <a:srgbClr val="002060"/>
                            </a:solidFill>
                          </a:endParaRPr>
                        </a:p>
                      </a:txBody>
                      <a:tcPr anchor="ctr">
                        <a:solidFill>
                          <a:srgbClr val="E6CFCF"/>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b="0" i="0" dirty="0" smtClean="0">
                                        <a:solidFill>
                                          <a:srgbClr val="002060"/>
                                        </a:solidFill>
                                        <a:latin typeface="Cambria Math" panose="02040503050406030204" pitchFamily="18" charset="0"/>
                                      </a:rPr>
                                      <m:t>y</m:t>
                                    </m:r>
                                  </m:e>
                                  <m:sub>
                                    <m:r>
                                      <a:rPr lang="en-US" sz="2800" i="0" dirty="0" smtClean="0">
                                        <a:solidFill>
                                          <a:srgbClr val="002060"/>
                                        </a:solidFill>
                                        <a:latin typeface="Cambria Math" panose="02040503050406030204" pitchFamily="18" charset="0"/>
                                      </a:rPr>
                                      <m:t>1</m:t>
                                    </m:r>
                                  </m:sub>
                                </m:sSub>
                              </m:oMath>
                            </m:oMathPara>
                          </a14:m>
                          <a:endParaRPr lang="en-US" sz="2800" i="0" dirty="0">
                            <a:solidFill>
                              <a:srgbClr val="002060"/>
                            </a:solidFill>
                          </a:endParaRPr>
                        </a:p>
                      </a:txBody>
                      <a:tcPr anchor="ctr">
                        <a:solidFill>
                          <a:srgbClr val="E6CFCF"/>
                        </a:solidFill>
                      </a:tcPr>
                    </a:tc>
                    <a:extLst>
                      <a:ext uri="{0D108BD9-81ED-4DB2-BD59-A6C34878D82A}">
                        <a16:rowId xmlns:a16="http://schemas.microsoft.com/office/drawing/2014/main" val="10000"/>
                      </a:ext>
                    </a:extLst>
                  </a:tr>
                  <a:tr h="1014984">
                    <a:tc>
                      <a:txBody>
                        <a:bodyPr/>
                        <a:lstStyle/>
                        <a:p>
                          <a:pPr algn="ctr"/>
                          <a14:m>
                            <m:oMathPara xmlns:m="http://schemas.openxmlformats.org/officeDocument/2006/math">
                              <m:oMathParaPr>
                                <m:jc m:val="centerGroup"/>
                              </m:oMathParaPr>
                              <m:oMath xmlns:m="http://schemas.openxmlformats.org/officeDocument/2006/math">
                                <m:r>
                                  <a:rPr lang="en-US" sz="2800" i="1" smtClean="0">
                                    <a:solidFill>
                                      <a:srgbClr val="002060"/>
                                    </a:solidFill>
                                    <a:latin typeface="Cambria Math" panose="02040503050406030204" pitchFamily="18" charset="0"/>
                                  </a:rPr>
                                  <m:t>⋮</m:t>
                                </m:r>
                              </m:oMath>
                            </m:oMathPara>
                          </a14:m>
                          <a:endParaRPr lang="en-US" sz="2800" dirty="0">
                            <a:solidFill>
                              <a:srgbClr val="002060"/>
                            </a:solidFill>
                          </a:endParaRPr>
                        </a:p>
                      </a:txBody>
                      <a:tcPr anchor="ctr">
                        <a:solidFill>
                          <a:srgbClr val="F3E9E9"/>
                        </a:solidFill>
                      </a:tcPr>
                    </a:tc>
                    <a:tc>
                      <a:txBody>
                        <a:bodyPr/>
                        <a:lstStyle/>
                        <a:p>
                          <a:pPr algn="ctr"/>
                          <a14:m>
                            <m:oMathPara xmlns:m="http://schemas.openxmlformats.org/officeDocument/2006/math">
                              <m:oMathParaPr>
                                <m:jc m:val="centerGroup"/>
                              </m:oMathParaPr>
                              <m:oMath xmlns:m="http://schemas.openxmlformats.org/officeDocument/2006/math">
                                <m:r>
                                  <a:rPr lang="en-US" sz="2800" i="1" smtClean="0">
                                    <a:solidFill>
                                      <a:srgbClr val="002060"/>
                                    </a:solidFill>
                                    <a:latin typeface="Cambria Math" panose="02040503050406030204" pitchFamily="18" charset="0"/>
                                  </a:rPr>
                                  <m:t>⋮</m:t>
                                </m:r>
                              </m:oMath>
                            </m:oMathPara>
                          </a14:m>
                          <a:endParaRPr lang="en-US" sz="2800" dirty="0">
                            <a:solidFill>
                              <a:srgbClr val="002060"/>
                            </a:solidFill>
                          </a:endParaRPr>
                        </a:p>
                      </a:txBody>
                      <a:tcPr anchor="ctr">
                        <a:solidFill>
                          <a:srgbClr val="F3E9E9"/>
                        </a:solidFill>
                      </a:tcPr>
                    </a:tc>
                    <a:extLst>
                      <a:ext uri="{0D108BD9-81ED-4DB2-BD59-A6C34878D82A}">
                        <a16:rowId xmlns:a16="http://schemas.microsoft.com/office/drawing/2014/main" val="10001"/>
                      </a:ext>
                    </a:extLst>
                  </a:tr>
                  <a:tr h="1014984">
                    <a:tc>
                      <a:txBody>
                        <a:bodyPr/>
                        <a:lstStyle/>
                        <a:p>
                          <a:pPr algn="ctr"/>
                          <a14:m>
                            <m:oMathPara xmlns:m="http://schemas.openxmlformats.org/officeDocument/2006/math">
                              <m:oMathParaPr>
                                <m:jc m:val="centerGroup"/>
                              </m:oMathParaPr>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b="0" i="0" dirty="0" smtClean="0">
                                        <a:solidFill>
                                          <a:srgbClr val="002060"/>
                                        </a:solidFill>
                                        <a:latin typeface="Cambria Math" panose="02040503050406030204" pitchFamily="18" charset="0"/>
                                      </a:rPr>
                                      <m:t>x</m:t>
                                    </m:r>
                                  </m:e>
                                  <m:sub>
                                    <m:r>
                                      <m:rPr>
                                        <m:sty m:val="p"/>
                                      </m:rPr>
                                      <a:rPr lang="en-US" sz="2800" b="0" i="0" dirty="0" smtClean="0">
                                        <a:solidFill>
                                          <a:srgbClr val="002060"/>
                                        </a:solidFill>
                                        <a:latin typeface="Cambria Math" panose="02040503050406030204" pitchFamily="18" charset="0"/>
                                      </a:rPr>
                                      <m:t>n</m:t>
                                    </m:r>
                                  </m:sub>
                                </m:sSub>
                              </m:oMath>
                            </m:oMathPara>
                          </a14:m>
                          <a:endParaRPr lang="en-US" sz="2800" dirty="0">
                            <a:solidFill>
                              <a:srgbClr val="002060"/>
                            </a:solidFill>
                          </a:endParaRPr>
                        </a:p>
                      </a:txBody>
                      <a:tcPr anchor="ctr">
                        <a:solidFill>
                          <a:srgbClr val="E6CFCF"/>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b="0" i="0" dirty="0" smtClean="0">
                                        <a:solidFill>
                                          <a:srgbClr val="002060"/>
                                        </a:solidFill>
                                        <a:latin typeface="Cambria Math" panose="02040503050406030204" pitchFamily="18" charset="0"/>
                                      </a:rPr>
                                      <m:t>y</m:t>
                                    </m:r>
                                  </m:e>
                                  <m:sub>
                                    <m:r>
                                      <m:rPr>
                                        <m:sty m:val="p"/>
                                      </m:rPr>
                                      <a:rPr lang="en-US" sz="2800" b="0" i="0" dirty="0" smtClean="0">
                                        <a:solidFill>
                                          <a:srgbClr val="002060"/>
                                        </a:solidFill>
                                        <a:latin typeface="Cambria Math" panose="02040503050406030204" pitchFamily="18" charset="0"/>
                                      </a:rPr>
                                      <m:t>n</m:t>
                                    </m:r>
                                  </m:sub>
                                </m:sSub>
                              </m:oMath>
                            </m:oMathPara>
                          </a14:m>
                          <a:endParaRPr lang="en-US" sz="2800" dirty="0">
                            <a:solidFill>
                              <a:srgbClr val="002060"/>
                            </a:solidFill>
                          </a:endParaRPr>
                        </a:p>
                      </a:txBody>
                      <a:tcPr anchor="ctr">
                        <a:solidFill>
                          <a:srgbClr val="E6CFCF"/>
                        </a:solidFill>
                      </a:tcPr>
                    </a:tc>
                    <a:extLst>
                      <a:ext uri="{0D108BD9-81ED-4DB2-BD59-A6C34878D82A}">
                        <a16:rowId xmlns:a16="http://schemas.microsoft.com/office/drawing/2014/main" val="10002"/>
                      </a:ext>
                    </a:extLst>
                  </a:tr>
                </a:tbl>
              </a:graphicData>
            </a:graphic>
          </p:graphicFrame>
        </mc:Choice>
        <mc:Fallback xmlns="">
          <p:graphicFrame>
            <p:nvGraphicFramePr>
              <p:cNvPr id="8" name="Table 7"/>
              <p:cNvGraphicFramePr>
                <a:graphicFrameLocks noGrp="1"/>
              </p:cNvGraphicFramePr>
              <p:nvPr>
                <p:extLst/>
              </p:nvPr>
            </p:nvGraphicFramePr>
            <p:xfrm>
              <a:off x="2029326" y="2370320"/>
              <a:ext cx="3251200" cy="3044952"/>
            </p:xfrm>
            <a:graphic>
              <a:graphicData uri="http://schemas.openxmlformats.org/drawingml/2006/table">
                <a:tbl>
                  <a:tblPr firstRow="1" bandRow="1">
                    <a:tableStyleId>{93296810-A885-4BE3-A3E7-6D5BEEA58F35}</a:tableStyleId>
                  </a:tblPr>
                  <a:tblGrid>
                    <a:gridCol w="1625600"/>
                    <a:gridCol w="1625600"/>
                  </a:tblGrid>
                  <a:tr h="1014984">
                    <a:tc>
                      <a:txBody>
                        <a:bodyPr/>
                        <a:lstStyle/>
                        <a:p>
                          <a:endParaRPr lang="en-US"/>
                        </a:p>
                      </a:txBody>
                      <a:tcPr anchor="ctr">
                        <a:blipFill rotWithShape="0">
                          <a:blip r:embed="rId5"/>
                          <a:stretch>
                            <a:fillRect l="-373" t="-599" r="-101119" b="-201198"/>
                          </a:stretch>
                        </a:blipFill>
                      </a:tcPr>
                    </a:tc>
                    <a:tc>
                      <a:txBody>
                        <a:bodyPr/>
                        <a:lstStyle/>
                        <a:p>
                          <a:endParaRPr lang="en-US"/>
                        </a:p>
                      </a:txBody>
                      <a:tcPr anchor="ctr">
                        <a:blipFill rotWithShape="0">
                          <a:blip r:embed="rId5"/>
                          <a:stretch>
                            <a:fillRect l="-100749" t="-599" r="-1498" b="-201198"/>
                          </a:stretch>
                        </a:blipFill>
                      </a:tcPr>
                    </a:tc>
                  </a:tr>
                  <a:tr h="1014984">
                    <a:tc>
                      <a:txBody>
                        <a:bodyPr/>
                        <a:lstStyle/>
                        <a:p>
                          <a:endParaRPr lang="en-US"/>
                        </a:p>
                      </a:txBody>
                      <a:tcPr anchor="ctr">
                        <a:blipFill rotWithShape="0">
                          <a:blip r:embed="rId5"/>
                          <a:stretch>
                            <a:fillRect l="-373" t="-100599" r="-101119" b="-101198"/>
                          </a:stretch>
                        </a:blipFill>
                      </a:tcPr>
                    </a:tc>
                    <a:tc>
                      <a:txBody>
                        <a:bodyPr/>
                        <a:lstStyle/>
                        <a:p>
                          <a:endParaRPr lang="en-US"/>
                        </a:p>
                      </a:txBody>
                      <a:tcPr anchor="ctr">
                        <a:blipFill rotWithShape="0">
                          <a:blip r:embed="rId5"/>
                          <a:stretch>
                            <a:fillRect l="-100749" t="-100599" r="-1498" b="-101198"/>
                          </a:stretch>
                        </a:blipFill>
                      </a:tcPr>
                    </a:tc>
                  </a:tr>
                  <a:tr h="1014984">
                    <a:tc>
                      <a:txBody>
                        <a:bodyPr/>
                        <a:lstStyle/>
                        <a:p>
                          <a:endParaRPr lang="en-US"/>
                        </a:p>
                      </a:txBody>
                      <a:tcPr anchor="ctr">
                        <a:blipFill rotWithShape="0">
                          <a:blip r:embed="rId5"/>
                          <a:stretch>
                            <a:fillRect l="-373" t="-200599" r="-101119" b="-1198"/>
                          </a:stretch>
                        </a:blipFill>
                      </a:tcPr>
                    </a:tc>
                    <a:tc>
                      <a:txBody>
                        <a:bodyPr/>
                        <a:lstStyle/>
                        <a:p>
                          <a:endParaRPr lang="en-US"/>
                        </a:p>
                      </a:txBody>
                      <a:tcPr anchor="ctr">
                        <a:blipFill rotWithShape="0">
                          <a:blip r:embed="rId5"/>
                          <a:stretch>
                            <a:fillRect l="-100749" t="-200599" r="-1498" b="-1198"/>
                          </a:stretch>
                        </a:blipFill>
                      </a:tcPr>
                    </a:tc>
                  </a:tr>
                </a:tbl>
              </a:graphicData>
            </a:graphic>
          </p:graphicFrame>
        </mc:Fallback>
      </mc:AlternateContent>
      <p:graphicFrame>
        <p:nvGraphicFramePr>
          <p:cNvPr id="9" name="Table 8"/>
          <p:cNvGraphicFramePr>
            <a:graphicFrameLocks noGrp="1"/>
          </p:cNvGraphicFramePr>
          <p:nvPr/>
        </p:nvGraphicFramePr>
        <p:xfrm>
          <a:off x="5279201" y="2372176"/>
          <a:ext cx="1625600" cy="3044952"/>
        </p:xfrm>
        <a:graphic>
          <a:graphicData uri="http://schemas.openxmlformats.org/drawingml/2006/table">
            <a:tbl>
              <a:tblPr firstRow="1" bandRow="1">
                <a:tableStyleId>{93296810-A885-4BE3-A3E7-6D5BEEA58F35}</a:tableStyleId>
              </a:tblPr>
              <a:tblGrid>
                <a:gridCol w="1625600">
                  <a:extLst>
                    <a:ext uri="{9D8B030D-6E8A-4147-A177-3AD203B41FA5}">
                      <a16:colId xmlns:a16="http://schemas.microsoft.com/office/drawing/2014/main" val="20000"/>
                    </a:ext>
                  </a:extLst>
                </a:gridCol>
              </a:tblGrid>
              <a:tr h="1014984">
                <a:tc>
                  <a:txBody>
                    <a:bodyPr/>
                    <a:lstStyle/>
                    <a:p>
                      <a:pPr algn="ctr"/>
                      <a:r>
                        <a:rPr lang="en-US" sz="2800" b="0" dirty="0">
                          <a:solidFill>
                            <a:srgbClr val="002060"/>
                          </a:solidFill>
                        </a:rPr>
                        <a:t>find</a:t>
                      </a:r>
                    </a:p>
                  </a:txBody>
                  <a:tcPr anchor="ctr">
                    <a:solidFill>
                      <a:srgbClr val="E6CFCF"/>
                    </a:solidFill>
                  </a:tcPr>
                </a:tc>
                <a:extLst>
                  <a:ext uri="{0D108BD9-81ED-4DB2-BD59-A6C34878D82A}">
                    <a16:rowId xmlns:a16="http://schemas.microsoft.com/office/drawing/2014/main" val="10000"/>
                  </a:ext>
                </a:extLst>
              </a:tr>
              <a:tr h="1014984">
                <a:tc>
                  <a:txBody>
                    <a:bodyPr/>
                    <a:lstStyle/>
                    <a:p>
                      <a:pPr algn="ctr"/>
                      <a:r>
                        <a:rPr lang="en-US" sz="2800" dirty="0">
                          <a:solidFill>
                            <a:srgbClr val="002060"/>
                          </a:solidFill>
                        </a:rPr>
                        <a:t>find</a:t>
                      </a:r>
                    </a:p>
                  </a:txBody>
                  <a:tcPr anchor="ctr">
                    <a:solidFill>
                      <a:srgbClr val="F3E9E9"/>
                    </a:solidFill>
                  </a:tcPr>
                </a:tc>
                <a:extLst>
                  <a:ext uri="{0D108BD9-81ED-4DB2-BD59-A6C34878D82A}">
                    <a16:rowId xmlns:a16="http://schemas.microsoft.com/office/drawing/2014/main" val="10001"/>
                  </a:ext>
                </a:extLst>
              </a:tr>
              <a:tr h="1014984">
                <a:tc>
                  <a:txBody>
                    <a:bodyPr/>
                    <a:lstStyle/>
                    <a:p>
                      <a:pPr algn="ctr"/>
                      <a:r>
                        <a:rPr lang="en-US" sz="2800" dirty="0">
                          <a:solidFill>
                            <a:srgbClr val="002060"/>
                          </a:solidFill>
                        </a:rPr>
                        <a:t>find</a:t>
                      </a:r>
                    </a:p>
                  </a:txBody>
                  <a:tcPr anchor="ctr">
                    <a:solidFill>
                      <a:srgbClr val="E6CFCF"/>
                    </a:solidFill>
                  </a:tcPr>
                </a:tc>
                <a:extLst>
                  <a:ext uri="{0D108BD9-81ED-4DB2-BD59-A6C34878D82A}">
                    <a16:rowId xmlns:a16="http://schemas.microsoft.com/office/drawing/2014/main" val="10002"/>
                  </a:ext>
                </a:extLst>
              </a:tr>
            </a:tbl>
          </a:graphicData>
        </a:graphic>
      </p:graphicFrame>
      <mc:AlternateContent xmlns:mc="http://schemas.openxmlformats.org/markup-compatibility/2006" xmlns:a14="http://schemas.microsoft.com/office/drawing/2010/main">
        <mc:Choice Requires="a14">
          <p:graphicFrame>
            <p:nvGraphicFramePr>
              <p:cNvPr id="10" name="Table 9"/>
              <p:cNvGraphicFramePr>
                <a:graphicFrameLocks noGrp="1"/>
              </p:cNvGraphicFramePr>
              <p:nvPr/>
            </p:nvGraphicFramePr>
            <p:xfrm>
              <a:off x="2032068" y="5442306"/>
              <a:ext cx="8128000" cy="1018170"/>
            </p:xfrm>
            <a:graphic>
              <a:graphicData uri="http://schemas.openxmlformats.org/drawingml/2006/table">
                <a:tbl>
                  <a:tblPr firstRow="1" bandRow="1">
                    <a:tableStyleId>{93296810-A885-4BE3-A3E7-6D5BEEA58F35}</a:tableStyleId>
                  </a:tblPr>
                  <a:tblGrid>
                    <a:gridCol w="1625600">
                      <a:extLst>
                        <a:ext uri="{9D8B030D-6E8A-4147-A177-3AD203B41FA5}">
                          <a16:colId xmlns:a16="http://schemas.microsoft.com/office/drawing/2014/main" val="20000"/>
                        </a:ext>
                      </a:extLst>
                    </a:gridCol>
                    <a:gridCol w="1625600">
                      <a:extLst>
                        <a:ext uri="{9D8B030D-6E8A-4147-A177-3AD203B41FA5}">
                          <a16:colId xmlns:a16="http://schemas.microsoft.com/office/drawing/2014/main" val="20001"/>
                        </a:ext>
                      </a:extLst>
                    </a:gridCol>
                    <a:gridCol w="1625600">
                      <a:extLst>
                        <a:ext uri="{9D8B030D-6E8A-4147-A177-3AD203B41FA5}">
                          <a16:colId xmlns:a16="http://schemas.microsoft.com/office/drawing/2014/main" val="20002"/>
                        </a:ext>
                      </a:extLst>
                    </a:gridCol>
                    <a:gridCol w="1625600">
                      <a:extLst>
                        <a:ext uri="{9D8B030D-6E8A-4147-A177-3AD203B41FA5}">
                          <a16:colId xmlns:a16="http://schemas.microsoft.com/office/drawing/2014/main" val="20003"/>
                        </a:ext>
                      </a:extLst>
                    </a:gridCol>
                    <a:gridCol w="1625600">
                      <a:extLst>
                        <a:ext uri="{9D8B030D-6E8A-4147-A177-3AD203B41FA5}">
                          <a16:colId xmlns:a16="http://schemas.microsoft.com/office/drawing/2014/main" val="20004"/>
                        </a:ext>
                      </a:extLst>
                    </a:gridCol>
                  </a:tblGrid>
                  <a:tr h="1018170">
                    <a:tc>
                      <a:txBody>
                        <a:bodyPr/>
                        <a:lstStyle/>
                        <a:p>
                          <a:pPr algn="ctr"/>
                          <a14:m>
                            <m:oMathPara xmlns:m="http://schemas.openxmlformats.org/officeDocument/2006/math">
                              <m:oMathParaPr>
                                <m:jc m:val="centerGroup"/>
                              </m:oMathParaPr>
                              <m:oMath xmlns:m="http://schemas.openxmlformats.org/officeDocument/2006/math">
                                <m:nary>
                                  <m:naryPr>
                                    <m:chr m:val="∑"/>
                                    <m:subHide m:val="on"/>
                                    <m:supHide m:val="on"/>
                                    <m:ctrlPr>
                                      <a:rPr lang="en-US" sz="2500" i="1" smtClean="0">
                                        <a:solidFill>
                                          <a:schemeClr val="bg2"/>
                                        </a:solidFill>
                                        <a:latin typeface="Cambria Math" panose="02040503050406030204" pitchFamily="18" charset="0"/>
                                      </a:rPr>
                                    </m:ctrlPr>
                                  </m:naryPr>
                                  <m:sub/>
                                  <m:sup/>
                                  <m:e>
                                    <m:d>
                                      <m:dPr>
                                        <m:ctrlPr>
                                          <a:rPr lang="en-US" sz="2500" i="1">
                                            <a:solidFill>
                                              <a:schemeClr val="bg2"/>
                                            </a:solidFill>
                                            <a:latin typeface="Cambria Math" panose="02040503050406030204" pitchFamily="18" charset="0"/>
                                          </a:rPr>
                                        </m:ctrlPr>
                                      </m:dPr>
                                      <m:e>
                                        <m:r>
                                          <m:rPr>
                                            <m:sty m:val="p"/>
                                          </m:rPr>
                                          <a:rPr lang="en-US" sz="2500" i="0">
                                            <a:solidFill>
                                              <a:schemeClr val="bg2"/>
                                            </a:solidFill>
                                            <a:latin typeface="Cambria Math" panose="02040503050406030204" pitchFamily="18" charset="0"/>
                                          </a:rPr>
                                          <m:t>x</m:t>
                                        </m:r>
                                      </m:e>
                                    </m:d>
                                  </m:e>
                                </m:nary>
                              </m:oMath>
                            </m:oMathPara>
                          </a14:m>
                          <a:endParaRPr lang="en-US" sz="2500" i="0" dirty="0">
                            <a:solidFill>
                              <a:schemeClr val="bg2"/>
                            </a:solidFill>
                          </a:endParaRPr>
                        </a:p>
                      </a:txBody>
                      <a:tcPr anchor="b"/>
                    </a:tc>
                    <a:tc>
                      <a:txBody>
                        <a:bodyPr/>
                        <a:lstStyle/>
                        <a:p>
                          <a:pPr algn="ctr"/>
                          <a14:m>
                            <m:oMathPara xmlns:m="http://schemas.openxmlformats.org/officeDocument/2006/math">
                              <m:oMathParaPr>
                                <m:jc m:val="centerGroup"/>
                              </m:oMathParaPr>
                              <m:oMath xmlns:m="http://schemas.openxmlformats.org/officeDocument/2006/math">
                                <m:nary>
                                  <m:naryPr>
                                    <m:chr m:val="∑"/>
                                    <m:subHide m:val="on"/>
                                    <m:supHide m:val="on"/>
                                    <m:ctrlPr>
                                      <a:rPr lang="en-US" sz="2500" i="1" smtClean="0">
                                        <a:solidFill>
                                          <a:schemeClr val="bg2"/>
                                        </a:solidFill>
                                        <a:latin typeface="Cambria Math" panose="02040503050406030204" pitchFamily="18" charset="0"/>
                                      </a:rPr>
                                    </m:ctrlPr>
                                  </m:naryPr>
                                  <m:sub/>
                                  <m:sup/>
                                  <m:e>
                                    <m:d>
                                      <m:dPr>
                                        <m:ctrlPr>
                                          <a:rPr lang="en-US" sz="2500" i="1">
                                            <a:solidFill>
                                              <a:schemeClr val="bg2"/>
                                            </a:solidFill>
                                            <a:latin typeface="Cambria Math" panose="02040503050406030204" pitchFamily="18" charset="0"/>
                                          </a:rPr>
                                        </m:ctrlPr>
                                      </m:dPr>
                                      <m:e>
                                        <m:r>
                                          <m:rPr>
                                            <m:sty m:val="p"/>
                                          </m:rPr>
                                          <a:rPr lang="en-US" sz="2500" b="0" i="0" smtClean="0">
                                            <a:solidFill>
                                              <a:schemeClr val="bg2"/>
                                            </a:solidFill>
                                            <a:latin typeface="Cambria Math" panose="02040503050406030204" pitchFamily="18" charset="0"/>
                                          </a:rPr>
                                          <m:t>y</m:t>
                                        </m:r>
                                      </m:e>
                                    </m:d>
                                  </m:e>
                                </m:nary>
                              </m:oMath>
                            </m:oMathPara>
                          </a14:m>
                          <a:endParaRPr lang="en-US" sz="2500" i="0" dirty="0">
                            <a:solidFill>
                              <a:schemeClr val="bg2"/>
                            </a:solidFill>
                          </a:endParaRPr>
                        </a:p>
                      </a:txBody>
                      <a:tcPr anchor="b"/>
                    </a:tc>
                    <a:tc>
                      <a:txBody>
                        <a:bodyPr/>
                        <a:lstStyle/>
                        <a:p>
                          <a:pPr algn="ctr"/>
                          <a14:m>
                            <m:oMathPara xmlns:m="http://schemas.openxmlformats.org/officeDocument/2006/math">
                              <m:oMathParaPr>
                                <m:jc m:val="centerGroup"/>
                              </m:oMathParaPr>
                              <m:oMath xmlns:m="http://schemas.openxmlformats.org/officeDocument/2006/math">
                                <m:nary>
                                  <m:naryPr>
                                    <m:chr m:val="∑"/>
                                    <m:subHide m:val="on"/>
                                    <m:supHide m:val="on"/>
                                    <m:ctrlPr>
                                      <a:rPr lang="en-US" sz="2500" i="1" smtClean="0">
                                        <a:solidFill>
                                          <a:schemeClr val="bg2"/>
                                        </a:solidFill>
                                        <a:latin typeface="Cambria Math" panose="02040503050406030204" pitchFamily="18" charset="0"/>
                                      </a:rPr>
                                    </m:ctrlPr>
                                  </m:naryPr>
                                  <m:sub/>
                                  <m:sup/>
                                  <m:e>
                                    <m:d>
                                      <m:dPr>
                                        <m:ctrlPr>
                                          <a:rPr lang="en-US" sz="2500" i="1">
                                            <a:solidFill>
                                              <a:schemeClr val="bg2"/>
                                            </a:solidFill>
                                            <a:latin typeface="Cambria Math" panose="02040503050406030204" pitchFamily="18" charset="0"/>
                                          </a:rPr>
                                        </m:ctrlPr>
                                      </m:dPr>
                                      <m:e>
                                        <m:sSup>
                                          <m:sSupPr>
                                            <m:ctrlPr>
                                              <a:rPr lang="en-US" sz="2500" b="0" i="1" smtClean="0">
                                                <a:solidFill>
                                                  <a:schemeClr val="bg2"/>
                                                </a:solidFill>
                                                <a:latin typeface="Cambria Math" panose="02040503050406030204" pitchFamily="18" charset="0"/>
                                              </a:rPr>
                                            </m:ctrlPr>
                                          </m:sSupPr>
                                          <m:e>
                                            <m:r>
                                              <m:rPr>
                                                <m:sty m:val="p"/>
                                              </m:rPr>
                                              <a:rPr lang="en-US" sz="2500" i="0">
                                                <a:solidFill>
                                                  <a:schemeClr val="bg2"/>
                                                </a:solidFill>
                                                <a:latin typeface="Cambria Math" panose="02040503050406030204" pitchFamily="18" charset="0"/>
                                              </a:rPr>
                                              <m:t>x</m:t>
                                            </m:r>
                                          </m:e>
                                          <m:sup>
                                            <m:r>
                                              <a:rPr lang="en-US" sz="2500" b="0" i="0" smtClean="0">
                                                <a:solidFill>
                                                  <a:schemeClr val="bg2"/>
                                                </a:solidFill>
                                                <a:latin typeface="Cambria Math" panose="02040503050406030204" pitchFamily="18" charset="0"/>
                                              </a:rPr>
                                              <m:t>2</m:t>
                                            </m:r>
                                          </m:sup>
                                        </m:sSup>
                                      </m:e>
                                    </m:d>
                                  </m:e>
                                </m:nary>
                              </m:oMath>
                            </m:oMathPara>
                          </a14:m>
                          <a:endParaRPr lang="en-US" sz="2500" i="0" dirty="0">
                            <a:solidFill>
                              <a:schemeClr val="bg2"/>
                            </a:solidFill>
                          </a:endParaRPr>
                        </a:p>
                      </a:txBody>
                      <a:tcPr anchor="b"/>
                    </a:tc>
                    <a:tc>
                      <a:txBody>
                        <a:bodyPr/>
                        <a:lstStyle/>
                        <a:p>
                          <a:pPr algn="ctr"/>
                          <a14:m>
                            <m:oMathPara xmlns:m="http://schemas.openxmlformats.org/officeDocument/2006/math">
                              <m:oMathParaPr>
                                <m:jc m:val="centerGroup"/>
                              </m:oMathParaPr>
                              <m:oMath xmlns:m="http://schemas.openxmlformats.org/officeDocument/2006/math">
                                <m:nary>
                                  <m:naryPr>
                                    <m:chr m:val="∑"/>
                                    <m:subHide m:val="on"/>
                                    <m:supHide m:val="on"/>
                                    <m:ctrlPr>
                                      <a:rPr lang="en-US" sz="2500" i="1" smtClean="0">
                                        <a:solidFill>
                                          <a:schemeClr val="bg2"/>
                                        </a:solidFill>
                                        <a:latin typeface="Cambria Math" panose="02040503050406030204" pitchFamily="18" charset="0"/>
                                      </a:rPr>
                                    </m:ctrlPr>
                                  </m:naryPr>
                                  <m:sub/>
                                  <m:sup/>
                                  <m:e>
                                    <m:d>
                                      <m:dPr>
                                        <m:ctrlPr>
                                          <a:rPr lang="en-US" sz="2500" i="1">
                                            <a:solidFill>
                                              <a:schemeClr val="bg2"/>
                                            </a:solidFill>
                                            <a:latin typeface="Cambria Math" panose="02040503050406030204" pitchFamily="18" charset="0"/>
                                          </a:rPr>
                                        </m:ctrlPr>
                                      </m:dPr>
                                      <m:e>
                                        <m:sSup>
                                          <m:sSupPr>
                                            <m:ctrlPr>
                                              <a:rPr lang="en-US" sz="2500" b="0" i="1" smtClean="0">
                                                <a:solidFill>
                                                  <a:schemeClr val="bg2"/>
                                                </a:solidFill>
                                                <a:latin typeface="Cambria Math" panose="02040503050406030204" pitchFamily="18" charset="0"/>
                                              </a:rPr>
                                            </m:ctrlPr>
                                          </m:sSupPr>
                                          <m:e>
                                            <m:r>
                                              <m:rPr>
                                                <m:sty m:val="p"/>
                                              </m:rPr>
                                              <a:rPr lang="en-US" sz="2500" b="0" i="0" smtClean="0">
                                                <a:solidFill>
                                                  <a:schemeClr val="bg2"/>
                                                </a:solidFill>
                                                <a:latin typeface="Cambria Math" panose="02040503050406030204" pitchFamily="18" charset="0"/>
                                              </a:rPr>
                                              <m:t>y</m:t>
                                            </m:r>
                                          </m:e>
                                          <m:sup>
                                            <m:r>
                                              <a:rPr lang="en-US" sz="2500" b="0" i="0" smtClean="0">
                                                <a:solidFill>
                                                  <a:schemeClr val="bg2"/>
                                                </a:solidFill>
                                                <a:latin typeface="Cambria Math" panose="02040503050406030204" pitchFamily="18" charset="0"/>
                                              </a:rPr>
                                              <m:t>2</m:t>
                                            </m:r>
                                          </m:sup>
                                        </m:sSup>
                                      </m:e>
                                    </m:d>
                                  </m:e>
                                </m:nary>
                              </m:oMath>
                            </m:oMathPara>
                          </a14:m>
                          <a:endParaRPr lang="en-US" sz="2500" i="0" dirty="0">
                            <a:solidFill>
                              <a:schemeClr val="bg2"/>
                            </a:solidFill>
                          </a:endParaRPr>
                        </a:p>
                      </a:txBody>
                      <a:tcPr anchor="b"/>
                    </a:tc>
                    <a:tc>
                      <a:txBody>
                        <a:bodyPr/>
                        <a:lstStyle/>
                        <a:p>
                          <a:pPr algn="ctr"/>
                          <a14:m>
                            <m:oMathPara xmlns:m="http://schemas.openxmlformats.org/officeDocument/2006/math">
                              <m:oMathParaPr>
                                <m:jc m:val="centerGroup"/>
                              </m:oMathParaPr>
                              <m:oMath xmlns:m="http://schemas.openxmlformats.org/officeDocument/2006/math">
                                <m:nary>
                                  <m:naryPr>
                                    <m:chr m:val="∑"/>
                                    <m:subHide m:val="on"/>
                                    <m:supHide m:val="on"/>
                                    <m:ctrlPr>
                                      <a:rPr lang="en-US" sz="2500" i="1" smtClean="0">
                                        <a:solidFill>
                                          <a:schemeClr val="bg2"/>
                                        </a:solidFill>
                                        <a:latin typeface="Cambria Math" panose="02040503050406030204" pitchFamily="18" charset="0"/>
                                      </a:rPr>
                                    </m:ctrlPr>
                                  </m:naryPr>
                                  <m:sub/>
                                  <m:sup/>
                                  <m:e>
                                    <m:d>
                                      <m:dPr>
                                        <m:ctrlPr>
                                          <a:rPr lang="en-US" sz="2500" i="1">
                                            <a:solidFill>
                                              <a:schemeClr val="bg2"/>
                                            </a:solidFill>
                                            <a:latin typeface="Cambria Math" panose="02040503050406030204" pitchFamily="18" charset="0"/>
                                          </a:rPr>
                                        </m:ctrlPr>
                                      </m:dPr>
                                      <m:e>
                                        <m:r>
                                          <m:rPr>
                                            <m:sty m:val="p"/>
                                          </m:rPr>
                                          <a:rPr lang="en-US" sz="2500" i="0">
                                            <a:solidFill>
                                              <a:schemeClr val="bg2"/>
                                            </a:solidFill>
                                            <a:latin typeface="Cambria Math" panose="02040503050406030204" pitchFamily="18" charset="0"/>
                                          </a:rPr>
                                          <m:t>x</m:t>
                                        </m:r>
                                        <m:r>
                                          <m:rPr>
                                            <m:sty m:val="p"/>
                                          </m:rPr>
                                          <a:rPr lang="en-US" sz="2500" b="0" i="0" smtClean="0">
                                            <a:solidFill>
                                              <a:schemeClr val="bg2"/>
                                            </a:solidFill>
                                            <a:latin typeface="Cambria Math" panose="02040503050406030204" pitchFamily="18" charset="0"/>
                                          </a:rPr>
                                          <m:t>y</m:t>
                                        </m:r>
                                      </m:e>
                                    </m:d>
                                  </m:e>
                                </m:nary>
                              </m:oMath>
                            </m:oMathPara>
                          </a14:m>
                          <a:endParaRPr lang="en-US" sz="2500" i="0" dirty="0">
                            <a:solidFill>
                              <a:schemeClr val="bg2"/>
                            </a:solidFill>
                          </a:endParaRPr>
                        </a:p>
                      </a:txBody>
                      <a:tcPr anchor="b"/>
                    </a:tc>
                    <a:extLst>
                      <a:ext uri="{0D108BD9-81ED-4DB2-BD59-A6C34878D82A}">
                        <a16:rowId xmlns:a16="http://schemas.microsoft.com/office/drawing/2014/main" val="10000"/>
                      </a:ext>
                    </a:extLst>
                  </a:tr>
                </a:tbl>
              </a:graphicData>
            </a:graphic>
          </p:graphicFrame>
        </mc:Choice>
        <mc:Fallback xmlns="">
          <p:graphicFrame>
            <p:nvGraphicFramePr>
              <p:cNvPr id="10" name="Table 9"/>
              <p:cNvGraphicFramePr>
                <a:graphicFrameLocks noGrp="1"/>
              </p:cNvGraphicFramePr>
              <p:nvPr>
                <p:extLst/>
              </p:nvPr>
            </p:nvGraphicFramePr>
            <p:xfrm>
              <a:off x="2032068" y="5442306"/>
              <a:ext cx="8128000" cy="1018170"/>
            </p:xfrm>
            <a:graphic>
              <a:graphicData uri="http://schemas.openxmlformats.org/drawingml/2006/table">
                <a:tbl>
                  <a:tblPr firstRow="1" bandRow="1">
                    <a:tableStyleId>{93296810-A885-4BE3-A3E7-6D5BEEA58F35}</a:tableStyleId>
                  </a:tblPr>
                  <a:tblGrid>
                    <a:gridCol w="1625600"/>
                    <a:gridCol w="1625600"/>
                    <a:gridCol w="1625600"/>
                    <a:gridCol w="1625600"/>
                    <a:gridCol w="1625600"/>
                  </a:tblGrid>
                  <a:tr h="1018170">
                    <a:tc>
                      <a:txBody>
                        <a:bodyPr/>
                        <a:lstStyle/>
                        <a:p>
                          <a:endParaRPr lang="en-US"/>
                        </a:p>
                      </a:txBody>
                      <a:tcPr anchor="b">
                        <a:blipFill rotWithShape="0">
                          <a:blip r:embed="rId6"/>
                          <a:stretch>
                            <a:fillRect l="-375" t="-595" r="-401124" b="-2381"/>
                          </a:stretch>
                        </a:blipFill>
                      </a:tcPr>
                    </a:tc>
                    <a:tc>
                      <a:txBody>
                        <a:bodyPr/>
                        <a:lstStyle/>
                        <a:p>
                          <a:endParaRPr lang="en-US"/>
                        </a:p>
                      </a:txBody>
                      <a:tcPr anchor="b">
                        <a:blipFill rotWithShape="0">
                          <a:blip r:embed="rId6"/>
                          <a:stretch>
                            <a:fillRect l="-100375" t="-595" r="-301124" b="-2381"/>
                          </a:stretch>
                        </a:blipFill>
                      </a:tcPr>
                    </a:tc>
                    <a:tc>
                      <a:txBody>
                        <a:bodyPr/>
                        <a:lstStyle/>
                        <a:p>
                          <a:endParaRPr lang="en-US"/>
                        </a:p>
                      </a:txBody>
                      <a:tcPr anchor="b">
                        <a:blipFill rotWithShape="0">
                          <a:blip r:embed="rId6"/>
                          <a:stretch>
                            <a:fillRect l="-201128" t="-595" r="-202256" b="-2381"/>
                          </a:stretch>
                        </a:blipFill>
                      </a:tcPr>
                    </a:tc>
                    <a:tc>
                      <a:txBody>
                        <a:bodyPr/>
                        <a:lstStyle/>
                        <a:p>
                          <a:endParaRPr lang="en-US"/>
                        </a:p>
                      </a:txBody>
                      <a:tcPr anchor="b">
                        <a:blipFill rotWithShape="0">
                          <a:blip r:embed="rId6"/>
                          <a:stretch>
                            <a:fillRect l="-300000" t="-595" r="-101498" b="-2381"/>
                          </a:stretch>
                        </a:blipFill>
                      </a:tcPr>
                    </a:tc>
                    <a:tc>
                      <a:txBody>
                        <a:bodyPr/>
                        <a:lstStyle/>
                        <a:p>
                          <a:endParaRPr lang="en-US"/>
                        </a:p>
                      </a:txBody>
                      <a:tcPr anchor="b">
                        <a:blipFill rotWithShape="0">
                          <a:blip r:embed="rId6"/>
                          <a:stretch>
                            <a:fillRect l="-400000" t="-595" r="-1498" b="-2381"/>
                          </a:stretch>
                        </a:blipFill>
                      </a:tcPr>
                    </a:tc>
                  </a:tr>
                </a:tbl>
              </a:graphicData>
            </a:graphic>
          </p:graphicFrame>
        </mc:Fallback>
      </mc:AlternateContent>
      <p:graphicFrame>
        <p:nvGraphicFramePr>
          <p:cNvPr id="11" name="Table 10"/>
          <p:cNvGraphicFramePr>
            <a:graphicFrameLocks noGrp="1"/>
          </p:cNvGraphicFramePr>
          <p:nvPr/>
        </p:nvGraphicFramePr>
        <p:xfrm>
          <a:off x="6905540" y="2370150"/>
          <a:ext cx="1625600" cy="3044952"/>
        </p:xfrm>
        <a:graphic>
          <a:graphicData uri="http://schemas.openxmlformats.org/drawingml/2006/table">
            <a:tbl>
              <a:tblPr firstRow="1" bandRow="1">
                <a:tableStyleId>{93296810-A885-4BE3-A3E7-6D5BEEA58F35}</a:tableStyleId>
              </a:tblPr>
              <a:tblGrid>
                <a:gridCol w="1625600">
                  <a:extLst>
                    <a:ext uri="{9D8B030D-6E8A-4147-A177-3AD203B41FA5}">
                      <a16:colId xmlns:a16="http://schemas.microsoft.com/office/drawing/2014/main" val="20000"/>
                    </a:ext>
                  </a:extLst>
                </a:gridCol>
              </a:tblGrid>
              <a:tr h="1014984">
                <a:tc>
                  <a:txBody>
                    <a:bodyPr/>
                    <a:lstStyle/>
                    <a:p>
                      <a:pPr algn="ctr"/>
                      <a:r>
                        <a:rPr lang="en-US" sz="2800" b="0" dirty="0">
                          <a:solidFill>
                            <a:srgbClr val="002060"/>
                          </a:solidFill>
                        </a:rPr>
                        <a:t>find</a:t>
                      </a:r>
                    </a:p>
                  </a:txBody>
                  <a:tcPr anchor="ctr">
                    <a:solidFill>
                      <a:srgbClr val="E6CFCF"/>
                    </a:solidFill>
                  </a:tcPr>
                </a:tc>
                <a:extLst>
                  <a:ext uri="{0D108BD9-81ED-4DB2-BD59-A6C34878D82A}">
                    <a16:rowId xmlns:a16="http://schemas.microsoft.com/office/drawing/2014/main" val="10000"/>
                  </a:ext>
                </a:extLst>
              </a:tr>
              <a:tr h="1014984">
                <a:tc>
                  <a:txBody>
                    <a:bodyPr/>
                    <a:lstStyle/>
                    <a:p>
                      <a:pPr algn="ctr"/>
                      <a:r>
                        <a:rPr lang="en-US" sz="2800" dirty="0">
                          <a:solidFill>
                            <a:srgbClr val="002060"/>
                          </a:solidFill>
                        </a:rPr>
                        <a:t>find</a:t>
                      </a:r>
                    </a:p>
                  </a:txBody>
                  <a:tcPr anchor="ctr">
                    <a:solidFill>
                      <a:srgbClr val="F3E9E9"/>
                    </a:solidFill>
                  </a:tcPr>
                </a:tc>
                <a:extLst>
                  <a:ext uri="{0D108BD9-81ED-4DB2-BD59-A6C34878D82A}">
                    <a16:rowId xmlns:a16="http://schemas.microsoft.com/office/drawing/2014/main" val="10001"/>
                  </a:ext>
                </a:extLst>
              </a:tr>
              <a:tr h="1014984">
                <a:tc>
                  <a:txBody>
                    <a:bodyPr/>
                    <a:lstStyle/>
                    <a:p>
                      <a:pPr algn="ctr"/>
                      <a:r>
                        <a:rPr lang="en-US" sz="2800" dirty="0">
                          <a:solidFill>
                            <a:srgbClr val="002060"/>
                          </a:solidFill>
                        </a:rPr>
                        <a:t>find</a:t>
                      </a:r>
                    </a:p>
                  </a:txBody>
                  <a:tcPr anchor="ctr">
                    <a:solidFill>
                      <a:srgbClr val="E6CFCF"/>
                    </a:solidFill>
                  </a:tcPr>
                </a:tc>
                <a:extLst>
                  <a:ext uri="{0D108BD9-81ED-4DB2-BD59-A6C34878D82A}">
                    <a16:rowId xmlns:a16="http://schemas.microsoft.com/office/drawing/2014/main" val="10002"/>
                  </a:ext>
                </a:extLst>
              </a:tr>
            </a:tbl>
          </a:graphicData>
        </a:graphic>
      </p:graphicFrame>
      <p:graphicFrame>
        <p:nvGraphicFramePr>
          <p:cNvPr id="12" name="Table 11"/>
          <p:cNvGraphicFramePr>
            <a:graphicFrameLocks noGrp="1"/>
          </p:cNvGraphicFramePr>
          <p:nvPr/>
        </p:nvGraphicFramePr>
        <p:xfrm>
          <a:off x="8540561" y="2372176"/>
          <a:ext cx="1625600" cy="3044952"/>
        </p:xfrm>
        <a:graphic>
          <a:graphicData uri="http://schemas.openxmlformats.org/drawingml/2006/table">
            <a:tbl>
              <a:tblPr firstRow="1" bandRow="1">
                <a:tableStyleId>{93296810-A885-4BE3-A3E7-6D5BEEA58F35}</a:tableStyleId>
              </a:tblPr>
              <a:tblGrid>
                <a:gridCol w="1625600">
                  <a:extLst>
                    <a:ext uri="{9D8B030D-6E8A-4147-A177-3AD203B41FA5}">
                      <a16:colId xmlns:a16="http://schemas.microsoft.com/office/drawing/2014/main" val="20000"/>
                    </a:ext>
                  </a:extLst>
                </a:gridCol>
              </a:tblGrid>
              <a:tr h="1014984">
                <a:tc>
                  <a:txBody>
                    <a:bodyPr/>
                    <a:lstStyle/>
                    <a:p>
                      <a:pPr algn="ctr"/>
                      <a:r>
                        <a:rPr lang="en-US" sz="2800" b="0" dirty="0">
                          <a:solidFill>
                            <a:srgbClr val="002060"/>
                          </a:solidFill>
                        </a:rPr>
                        <a:t>find</a:t>
                      </a:r>
                    </a:p>
                  </a:txBody>
                  <a:tcPr anchor="ctr">
                    <a:solidFill>
                      <a:srgbClr val="E6CFCF"/>
                    </a:solidFill>
                  </a:tcPr>
                </a:tc>
                <a:extLst>
                  <a:ext uri="{0D108BD9-81ED-4DB2-BD59-A6C34878D82A}">
                    <a16:rowId xmlns:a16="http://schemas.microsoft.com/office/drawing/2014/main" val="10000"/>
                  </a:ext>
                </a:extLst>
              </a:tr>
              <a:tr h="1014984">
                <a:tc>
                  <a:txBody>
                    <a:bodyPr/>
                    <a:lstStyle/>
                    <a:p>
                      <a:pPr algn="ctr"/>
                      <a:r>
                        <a:rPr lang="en-US" sz="2800" dirty="0">
                          <a:solidFill>
                            <a:srgbClr val="002060"/>
                          </a:solidFill>
                        </a:rPr>
                        <a:t>find</a:t>
                      </a:r>
                    </a:p>
                  </a:txBody>
                  <a:tcPr anchor="ctr">
                    <a:solidFill>
                      <a:srgbClr val="F3E9E9"/>
                    </a:solidFill>
                  </a:tcPr>
                </a:tc>
                <a:extLst>
                  <a:ext uri="{0D108BD9-81ED-4DB2-BD59-A6C34878D82A}">
                    <a16:rowId xmlns:a16="http://schemas.microsoft.com/office/drawing/2014/main" val="10001"/>
                  </a:ext>
                </a:extLst>
              </a:tr>
              <a:tr h="1014984">
                <a:tc>
                  <a:txBody>
                    <a:bodyPr/>
                    <a:lstStyle/>
                    <a:p>
                      <a:pPr algn="ctr"/>
                      <a:r>
                        <a:rPr lang="en-US" sz="2800" dirty="0">
                          <a:solidFill>
                            <a:srgbClr val="002060"/>
                          </a:solidFill>
                        </a:rPr>
                        <a:t>find</a:t>
                      </a:r>
                    </a:p>
                  </a:txBody>
                  <a:tcPr anchor="ctr">
                    <a:solidFill>
                      <a:srgbClr val="E6CFCF"/>
                    </a:solidFill>
                  </a:tcPr>
                </a:tc>
                <a:extLst>
                  <a:ext uri="{0D108BD9-81ED-4DB2-BD59-A6C34878D82A}">
                    <a16:rowId xmlns:a16="http://schemas.microsoft.com/office/drawing/2014/main" val="10002"/>
                  </a:ext>
                </a:extLst>
              </a:tr>
            </a:tbl>
          </a:graphicData>
        </a:graphic>
      </p:graphicFrame>
      <p:sp>
        <p:nvSpPr>
          <p:cNvPr id="13" name="TextBox 12">
            <a:extLst>
              <a:ext uri="{FF2B5EF4-FFF2-40B4-BE49-F238E27FC236}">
                <a16:creationId xmlns:a16="http://schemas.microsoft.com/office/drawing/2014/main" id="{68622B1E-44A3-44A2-B1C1-8D969737DA50}"/>
              </a:ext>
            </a:extLst>
          </p:cNvPr>
          <p:cNvSpPr txBox="1"/>
          <p:nvPr/>
        </p:nvSpPr>
        <p:spPr>
          <a:xfrm>
            <a:off x="131180" y="5499902"/>
            <a:ext cx="1812235" cy="954107"/>
          </a:xfrm>
          <a:prstGeom prst="rect">
            <a:avLst/>
          </a:prstGeom>
          <a:noFill/>
        </p:spPr>
        <p:txBody>
          <a:bodyPr wrap="square">
            <a:spAutoFit/>
          </a:bodyPr>
          <a:lstStyle/>
          <a:p>
            <a:pPr algn="ctr"/>
            <a:r>
              <a:rPr lang="en-IN" sz="2800" dirty="0">
                <a:solidFill>
                  <a:srgbClr val="002060"/>
                </a:solidFill>
              </a:rPr>
              <a:t>Sum of above data</a:t>
            </a:r>
          </a:p>
        </p:txBody>
      </p:sp>
    </p:spTree>
    <p:extLst>
      <p:ext uri="{BB962C8B-B14F-4D97-AF65-F5344CB8AC3E}">
        <p14:creationId xmlns:p14="http://schemas.microsoft.com/office/powerpoint/2010/main" val="560666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13" grpId="0" build="p"/>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r>
                  <a:rPr lang="en-US" dirty="0"/>
                  <a:t>Procedure to find </a:t>
                </a:r>
                <a14:m>
                  <m:oMath xmlns:m="http://schemas.openxmlformats.org/officeDocument/2006/math">
                    <m:r>
                      <m:rPr>
                        <m:sty m:val="p"/>
                      </m:rPr>
                      <a:rPr lang="en-US" i="0" dirty="0" smtClean="0">
                        <a:solidFill>
                          <a:srgbClr val="FF0000"/>
                        </a:solidFill>
                        <a:latin typeface="Cambria Math" panose="02040503050406030204" pitchFamily="18" charset="0"/>
                      </a:rPr>
                      <m:t>r</m:t>
                    </m:r>
                  </m:oMath>
                </a14:m>
                <a:r>
                  <a:rPr lang="en-US" dirty="0">
                    <a:solidFill>
                      <a:srgbClr val="FF0000"/>
                    </a:solidFill>
                  </a:rPr>
                  <a:t> </a:t>
                </a:r>
                <a:r>
                  <a:rPr lang="en-US" dirty="0">
                    <a:solidFill>
                      <a:schemeClr val="tx1"/>
                    </a:solidFill>
                  </a:rPr>
                  <a:t>from the given values of </a:t>
                </a:r>
                <a14:m>
                  <m:oMath xmlns:m="http://schemas.openxmlformats.org/officeDocument/2006/math">
                    <m:r>
                      <a:rPr lang="en-US" dirty="0">
                        <a:solidFill>
                          <a:schemeClr val="tx1"/>
                        </a:solidFill>
                        <a:latin typeface="Cambria Math" panose="02040503050406030204" pitchFamily="18" charset="0"/>
                      </a:rPr>
                      <m:t>𝐱</m:t>
                    </m:r>
                  </m:oMath>
                </a14:m>
                <a:r>
                  <a:rPr lang="en-US" dirty="0">
                    <a:solidFill>
                      <a:schemeClr val="tx1"/>
                    </a:solidFill>
                  </a:rPr>
                  <a:t> &amp; </a:t>
                </a:r>
                <a14:m>
                  <m:oMath xmlns:m="http://schemas.openxmlformats.org/officeDocument/2006/math">
                    <m:r>
                      <a:rPr lang="en-US" dirty="0">
                        <a:solidFill>
                          <a:schemeClr val="tx1"/>
                        </a:solidFill>
                        <a:latin typeface="Cambria Math" panose="02040503050406030204" pitchFamily="18" charset="0"/>
                      </a:rPr>
                      <m:t>𝐲</m:t>
                    </m:r>
                  </m:oMath>
                </a14:m>
                <a:endParaRPr lang="en-US" dirty="0">
                  <a:solidFill>
                    <a:srgbClr val="FF0000"/>
                  </a:solidFill>
                </a:endParaRPr>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rotWithShape="0">
                <a:blip r:embed="rId4"/>
                <a:stretch>
                  <a:fillRect l="-400" t="-8547" b="-196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marL="514350" indent="-514350">
                  <a:buFont typeface="+mj-lt"/>
                  <a:buAutoNum type="arabicParenR"/>
                </a:pPr>
                <a:r>
                  <a:rPr lang="en-US" dirty="0"/>
                  <a:t>Prepare the </a:t>
                </a:r>
                <a:r>
                  <a:rPr lang="en-US" dirty="0">
                    <a:solidFill>
                      <a:srgbClr val="FF0000"/>
                    </a:solidFill>
                  </a:rPr>
                  <a:t>table</a:t>
                </a:r>
                <a:r>
                  <a:rPr lang="en-US" dirty="0"/>
                  <a:t> with 5 columns using the given values of </a:t>
                </a:r>
                <a14:m>
                  <m:oMath xmlns:m="http://schemas.openxmlformats.org/officeDocument/2006/math">
                    <m:r>
                      <m:rPr>
                        <m:sty m:val="p"/>
                      </m:rPr>
                      <a:rPr lang="en-US" dirty="0">
                        <a:latin typeface="Cambria Math" panose="02040503050406030204" pitchFamily="18" charset="0"/>
                      </a:rPr>
                      <m:t>x</m:t>
                    </m:r>
                  </m:oMath>
                </a14:m>
                <a:r>
                  <a:rPr lang="en-US" dirty="0"/>
                  <a:t> &amp; </a:t>
                </a:r>
                <a14:m>
                  <m:oMath xmlns:m="http://schemas.openxmlformats.org/officeDocument/2006/math">
                    <m:r>
                      <m:rPr>
                        <m:sty m:val="p"/>
                      </m:rPr>
                      <a:rPr lang="en-US" dirty="0">
                        <a:latin typeface="Cambria Math" panose="02040503050406030204" pitchFamily="18" charset="0"/>
                      </a:rPr>
                      <m:t>y</m:t>
                    </m:r>
                  </m:oMath>
                </a14:m>
                <a:r>
                  <a:rPr lang="en-US" dirty="0"/>
                  <a:t>.</a:t>
                </a:r>
                <a:endParaRPr lang="en-US" dirty="0">
                  <a:solidFill>
                    <a:srgbClr val="FF0000"/>
                  </a:solidFill>
                </a:endParaRPr>
              </a:p>
              <a:p>
                <a:pPr marL="514350" indent="-514350">
                  <a:buFont typeface="+mj-lt"/>
                  <a:buAutoNum type="arabicParenR"/>
                </a:pPr>
                <a:r>
                  <a:rPr lang="en-US" dirty="0">
                    <a:solidFill>
                      <a:srgbClr val="FF0000"/>
                    </a:solidFill>
                  </a:rPr>
                  <a:t>Store</a:t>
                </a:r>
                <a:r>
                  <a:rPr lang="en-US" dirty="0"/>
                  <a:t> the </a:t>
                </a:r>
                <a:r>
                  <a:rPr lang="en-US" dirty="0">
                    <a:solidFill>
                      <a:srgbClr val="FF0000"/>
                    </a:solidFill>
                  </a:rPr>
                  <a:t>given</a:t>
                </a:r>
                <a:r>
                  <a:rPr lang="en-US" dirty="0"/>
                  <a:t> data in the scientific calculator(fx-82MS).</a:t>
                </a:r>
              </a:p>
              <a:p>
                <a:pPr marL="514350" indent="-514350">
                  <a:buFont typeface="+mj-lt"/>
                  <a:buAutoNum type="arabicParenR"/>
                </a:pPr>
                <a:r>
                  <a:rPr lang="en-US" dirty="0">
                    <a:solidFill>
                      <a:srgbClr val="FF0000"/>
                    </a:solidFill>
                  </a:rPr>
                  <a:t>Find</a:t>
                </a:r>
                <a:r>
                  <a:rPr lang="en-US" dirty="0"/>
                  <a:t> the values of </a:t>
                </a:r>
                <a:r>
                  <a:rPr lang="en-US" dirty="0">
                    <a:solidFill>
                      <a:srgbClr val="FF0000"/>
                    </a:solidFill>
                  </a:rPr>
                  <a:t>following</a:t>
                </a:r>
                <a:r>
                  <a:rPr lang="en-US" dirty="0"/>
                  <a:t> from the calculator:</a:t>
                </a:r>
              </a:p>
              <a:p>
                <a:pPr marL="509588" indent="0">
                  <a:buNone/>
                </a:pPr>
                <a14:m>
                  <m:oMath xmlns:m="http://schemas.openxmlformats.org/officeDocument/2006/math">
                    <m:r>
                      <m:rPr>
                        <m:sty m:val="p"/>
                      </m:rPr>
                      <a:rPr lang="en-US">
                        <a:solidFill>
                          <a:srgbClr val="7030A0"/>
                        </a:solidFill>
                        <a:latin typeface="Cambria Math" panose="02040503050406030204" pitchFamily="18" charset="0"/>
                      </a:rPr>
                      <m:t>n</m:t>
                    </m:r>
                    <m:r>
                      <a:rPr lang="en-US" b="0" i="0" smtClean="0">
                        <a:solidFill>
                          <a:srgbClr val="7030A0"/>
                        </a:solidFill>
                        <a:latin typeface="Cambria Math" panose="02040503050406030204" pitchFamily="18" charset="0"/>
                      </a:rPr>
                      <m:t>,  </m:t>
                    </m:r>
                    <m:r>
                      <a:rPr lang="en-US" b="0" i="1" smtClean="0">
                        <a:solidFill>
                          <a:srgbClr val="7030A0"/>
                        </a:solidFill>
                        <a:latin typeface="Cambria Math" panose="02040503050406030204" pitchFamily="18" charset="0"/>
                      </a:rPr>
                      <m:t>  </m:t>
                    </m:r>
                    <m:nary>
                      <m:naryPr>
                        <m:chr m:val="∑"/>
                        <m:subHide m:val="on"/>
                        <m:supHide m:val="on"/>
                        <m:ctrlPr>
                          <a:rPr lang="en-US" i="1">
                            <a:latin typeface="Cambria Math" panose="02040503050406030204" pitchFamily="18" charset="0"/>
                          </a:rPr>
                        </m:ctrlPr>
                      </m:naryPr>
                      <m:sub/>
                      <m:sup/>
                      <m:e>
                        <m:d>
                          <m:dPr>
                            <m:ctrlPr>
                              <a:rPr lang="en-US" i="1">
                                <a:latin typeface="Cambria Math" panose="02040503050406030204" pitchFamily="18" charset="0"/>
                              </a:rPr>
                            </m:ctrlPr>
                          </m:dPr>
                          <m:e>
                            <m:r>
                              <m:rPr>
                                <m:sty m:val="p"/>
                              </m:rPr>
                              <a:rPr lang="en-US">
                                <a:latin typeface="Cambria Math" panose="02040503050406030204" pitchFamily="18" charset="0"/>
                              </a:rPr>
                              <m:t>x</m:t>
                            </m:r>
                          </m:e>
                        </m:d>
                      </m:e>
                    </m:nary>
                    <m:r>
                      <a:rPr lang="en-US" b="0" i="1" smtClean="0">
                        <a:latin typeface="Cambria Math" panose="02040503050406030204" pitchFamily="18" charset="0"/>
                      </a:rPr>
                      <m:t>,    </m:t>
                    </m:r>
                    <m:nary>
                      <m:naryPr>
                        <m:chr m:val="∑"/>
                        <m:subHide m:val="on"/>
                        <m:supHide m:val="on"/>
                        <m:ctrlPr>
                          <a:rPr lang="en-US" i="1">
                            <a:latin typeface="Cambria Math" panose="02040503050406030204" pitchFamily="18" charset="0"/>
                          </a:rPr>
                        </m:ctrlPr>
                      </m:naryPr>
                      <m:sub/>
                      <m:sup/>
                      <m:e>
                        <m:d>
                          <m:dPr>
                            <m:ctrlPr>
                              <a:rPr lang="en-US" i="1">
                                <a:latin typeface="Cambria Math" panose="02040503050406030204" pitchFamily="18" charset="0"/>
                              </a:rPr>
                            </m:ctrlPr>
                          </m:dPr>
                          <m:e>
                            <m:r>
                              <m:rPr>
                                <m:sty m:val="p"/>
                              </m:rPr>
                              <a:rPr lang="en-US" b="0" i="0" smtClean="0">
                                <a:latin typeface="Cambria Math" panose="02040503050406030204" pitchFamily="18" charset="0"/>
                              </a:rPr>
                              <m:t>y</m:t>
                            </m:r>
                          </m:e>
                        </m:d>
                      </m:e>
                    </m:nary>
                    <m:r>
                      <a:rPr lang="en-US" b="0" i="1" smtClean="0">
                        <a:latin typeface="Cambria Math" panose="02040503050406030204" pitchFamily="18" charset="0"/>
                      </a:rPr>
                      <m:t>,    </m:t>
                    </m:r>
                    <m:nary>
                      <m:naryPr>
                        <m:chr m:val="∑"/>
                        <m:subHide m:val="on"/>
                        <m:supHide m:val="on"/>
                        <m:ctrlPr>
                          <a:rPr lang="en-US" i="1">
                            <a:latin typeface="Cambria Math" panose="02040503050406030204" pitchFamily="18" charset="0"/>
                          </a:rPr>
                        </m:ctrlPr>
                      </m:naryPr>
                      <m:sub/>
                      <m:sup/>
                      <m:e>
                        <m:d>
                          <m:dPr>
                            <m:ctrlPr>
                              <a:rPr lang="en-US" i="1">
                                <a:latin typeface="Cambria Math" panose="02040503050406030204" pitchFamily="18" charset="0"/>
                              </a:rPr>
                            </m:ctrlPr>
                          </m:dPr>
                          <m:e>
                            <m:sSup>
                              <m:sSupPr>
                                <m:ctrlPr>
                                  <a:rPr lang="en-US" i="1">
                                    <a:latin typeface="Cambria Math" panose="02040503050406030204" pitchFamily="18" charset="0"/>
                                  </a:rPr>
                                </m:ctrlPr>
                              </m:sSupPr>
                              <m:e>
                                <m:r>
                                  <m:rPr>
                                    <m:sty m:val="p"/>
                                  </m:rPr>
                                  <a:rPr lang="en-US">
                                    <a:latin typeface="Cambria Math" panose="02040503050406030204" pitchFamily="18" charset="0"/>
                                  </a:rPr>
                                  <m:t>x</m:t>
                                </m:r>
                              </m:e>
                              <m:sup>
                                <m:r>
                                  <a:rPr lang="en-US">
                                    <a:latin typeface="Cambria Math" panose="02040503050406030204" pitchFamily="18" charset="0"/>
                                  </a:rPr>
                                  <m:t>2</m:t>
                                </m:r>
                              </m:sup>
                            </m:sSup>
                          </m:e>
                        </m:d>
                      </m:e>
                    </m:nary>
                    <m:r>
                      <a:rPr lang="en-US" b="0" i="1" smtClean="0">
                        <a:latin typeface="Cambria Math" panose="02040503050406030204" pitchFamily="18" charset="0"/>
                      </a:rPr>
                      <m:t>,    </m:t>
                    </m:r>
                    <m:nary>
                      <m:naryPr>
                        <m:chr m:val="∑"/>
                        <m:subHide m:val="on"/>
                        <m:supHide m:val="on"/>
                        <m:ctrlPr>
                          <a:rPr lang="en-US" i="1">
                            <a:latin typeface="Cambria Math" panose="02040503050406030204" pitchFamily="18" charset="0"/>
                          </a:rPr>
                        </m:ctrlPr>
                      </m:naryPr>
                      <m:sub/>
                      <m:sup/>
                      <m:e>
                        <m:d>
                          <m:dPr>
                            <m:ctrlPr>
                              <a:rPr lang="en-US" i="1">
                                <a:latin typeface="Cambria Math" panose="02040503050406030204" pitchFamily="18" charset="0"/>
                              </a:rPr>
                            </m:ctrlPr>
                          </m:dPr>
                          <m:e>
                            <m:sSup>
                              <m:sSupPr>
                                <m:ctrlPr>
                                  <a:rPr lang="en-US" i="1">
                                    <a:latin typeface="Cambria Math" panose="02040503050406030204" pitchFamily="18" charset="0"/>
                                  </a:rPr>
                                </m:ctrlPr>
                              </m:sSupPr>
                              <m:e>
                                <m:r>
                                  <m:rPr>
                                    <m:sty m:val="p"/>
                                  </m:rPr>
                                  <a:rPr lang="en-US" b="0" i="0" smtClean="0">
                                    <a:latin typeface="Cambria Math" panose="02040503050406030204" pitchFamily="18" charset="0"/>
                                  </a:rPr>
                                  <m:t>y</m:t>
                                </m:r>
                              </m:e>
                              <m:sup>
                                <m:r>
                                  <a:rPr lang="en-US">
                                    <a:latin typeface="Cambria Math" panose="02040503050406030204" pitchFamily="18" charset="0"/>
                                  </a:rPr>
                                  <m:t>2</m:t>
                                </m:r>
                              </m:sup>
                            </m:sSup>
                          </m:e>
                        </m:d>
                      </m:e>
                    </m:nary>
                    <m:r>
                      <a:rPr lang="en-US" b="0" i="1" smtClean="0">
                        <a:latin typeface="Cambria Math" panose="02040503050406030204" pitchFamily="18" charset="0"/>
                      </a:rPr>
                      <m:t>,     </m:t>
                    </m:r>
                    <m:nary>
                      <m:naryPr>
                        <m:chr m:val="∑"/>
                        <m:subHide m:val="on"/>
                        <m:supHide m:val="on"/>
                        <m:ctrlPr>
                          <a:rPr lang="en-US" i="1">
                            <a:latin typeface="Cambria Math" panose="02040503050406030204" pitchFamily="18" charset="0"/>
                          </a:rPr>
                        </m:ctrlPr>
                      </m:naryPr>
                      <m:sub/>
                      <m:sup/>
                      <m:e>
                        <m:d>
                          <m:dPr>
                            <m:ctrlPr>
                              <a:rPr lang="en-US" i="1">
                                <a:latin typeface="Cambria Math" panose="02040503050406030204" pitchFamily="18" charset="0"/>
                              </a:rPr>
                            </m:ctrlPr>
                          </m:dPr>
                          <m:e>
                            <m:r>
                              <m:rPr>
                                <m:sty m:val="p"/>
                              </m:rPr>
                              <a:rPr lang="en-US" b="0" i="0" smtClean="0">
                                <a:latin typeface="Cambria Math" panose="02040503050406030204" pitchFamily="18" charset="0"/>
                              </a:rPr>
                              <m:t>xy</m:t>
                            </m:r>
                          </m:e>
                        </m:d>
                      </m:e>
                    </m:nary>
                  </m:oMath>
                </a14:m>
                <a:r>
                  <a:rPr lang="en-US" dirty="0"/>
                  <a:t> </a:t>
                </a:r>
              </a:p>
              <a:p>
                <a:pPr marL="514350" indent="-514350">
                  <a:buFont typeface="+mj-lt"/>
                  <a:buAutoNum type="arabicParenR" startAt="4"/>
                </a:pPr>
                <a:r>
                  <a:rPr lang="en-US" dirty="0">
                    <a:solidFill>
                      <a:srgbClr val="FF0000"/>
                    </a:solidFill>
                  </a:rPr>
                  <a:t>Write</a:t>
                </a:r>
                <a:r>
                  <a:rPr lang="en-US" dirty="0"/>
                  <a:t> the formula and substitute all the values in the </a:t>
                </a:r>
                <a:r>
                  <a:rPr lang="en-US" dirty="0">
                    <a:solidFill>
                      <a:srgbClr val="FF0000"/>
                    </a:solidFill>
                  </a:rPr>
                  <a:t>formula</a:t>
                </a:r>
                <a:r>
                  <a:rPr lang="en-US" dirty="0"/>
                  <a:t> of</a:t>
                </a:r>
              </a:p>
              <a:p>
                <a:pPr marL="0" indent="0">
                  <a:lnSpc>
                    <a:spcPct val="125000"/>
                  </a:lnSpc>
                  <a:buNone/>
                </a:pPr>
                <a14:m>
                  <m:oMathPara xmlns:m="http://schemas.openxmlformats.org/officeDocument/2006/math">
                    <m:oMathParaPr>
                      <m:jc m:val="centerGroup"/>
                    </m:oMathParaPr>
                    <m:oMath xmlns:m="http://schemas.openxmlformats.org/officeDocument/2006/math">
                      <m:r>
                        <m:rPr>
                          <m:sty m:val="p"/>
                        </m:rPr>
                        <a:rPr lang="en-US" sz="3200">
                          <a:solidFill>
                            <a:srgbClr val="C00000"/>
                          </a:solidFill>
                          <a:latin typeface="Cambria Math" panose="02040503050406030204" pitchFamily="18" charset="0"/>
                        </a:rPr>
                        <m:t>r</m:t>
                      </m:r>
                      <m:r>
                        <a:rPr lang="en-US" sz="3200">
                          <a:solidFill>
                            <a:srgbClr val="C00000"/>
                          </a:solidFill>
                          <a:latin typeface="Cambria Math" panose="02040503050406030204" pitchFamily="18" charset="0"/>
                        </a:rPr>
                        <m:t>=</m:t>
                      </m:r>
                      <m:f>
                        <m:fPr>
                          <m:ctrlPr>
                            <a:rPr lang="en-US" sz="3200" i="1">
                              <a:solidFill>
                                <a:srgbClr val="C00000"/>
                              </a:solidFill>
                              <a:latin typeface="Cambria Math" panose="02040503050406030204" pitchFamily="18" charset="0"/>
                            </a:rPr>
                          </m:ctrlPr>
                        </m:fPr>
                        <m:num>
                          <m:r>
                            <m:rPr>
                              <m:sty m:val="p"/>
                            </m:rPr>
                            <a:rPr lang="en-US" sz="3200" smtClean="0">
                              <a:solidFill>
                                <a:srgbClr val="7030A0"/>
                              </a:solidFill>
                              <a:latin typeface="Cambria Math" panose="02040503050406030204" pitchFamily="18" charset="0"/>
                            </a:rPr>
                            <m:t>n</m:t>
                          </m:r>
                          <m:r>
                            <a:rPr lang="en-US" sz="3200">
                              <a:latin typeface="Cambria Math" panose="02040503050406030204" pitchFamily="18" charset="0"/>
                            </a:rPr>
                            <m:t>⋅</m:t>
                          </m:r>
                          <m:nary>
                            <m:naryPr>
                              <m:chr m:val="∑"/>
                              <m:subHide m:val="on"/>
                              <m:supHide m:val="on"/>
                              <m:ctrlPr>
                                <a:rPr lang="en-US" sz="3200" i="1">
                                  <a:latin typeface="Cambria Math" panose="02040503050406030204" pitchFamily="18" charset="0"/>
                                </a:rPr>
                              </m:ctrlPr>
                            </m:naryPr>
                            <m:sub/>
                            <m:sup/>
                            <m:e>
                              <m:d>
                                <m:dPr>
                                  <m:ctrlPr>
                                    <a:rPr lang="en-US" sz="3200" i="1">
                                      <a:latin typeface="Cambria Math" panose="02040503050406030204" pitchFamily="18" charset="0"/>
                                    </a:rPr>
                                  </m:ctrlPr>
                                </m:dPr>
                                <m:e>
                                  <m:r>
                                    <m:rPr>
                                      <m:sty m:val="p"/>
                                    </m:rPr>
                                    <a:rPr lang="en-US" sz="3200">
                                      <a:latin typeface="Cambria Math" panose="02040503050406030204" pitchFamily="18" charset="0"/>
                                    </a:rPr>
                                    <m:t>xy</m:t>
                                  </m:r>
                                </m:e>
                              </m:d>
                            </m:e>
                          </m:nary>
                          <m:r>
                            <a:rPr lang="en-US" sz="3200">
                              <a:latin typeface="Cambria Math" panose="02040503050406030204" pitchFamily="18" charset="0"/>
                            </a:rPr>
                            <m:t>− </m:t>
                          </m:r>
                          <m:nary>
                            <m:naryPr>
                              <m:chr m:val="∑"/>
                              <m:subHide m:val="on"/>
                              <m:supHide m:val="on"/>
                              <m:ctrlPr>
                                <a:rPr lang="en-US" sz="3200" i="1">
                                  <a:latin typeface="Cambria Math" panose="02040503050406030204" pitchFamily="18" charset="0"/>
                                </a:rPr>
                              </m:ctrlPr>
                            </m:naryPr>
                            <m:sub/>
                            <m:sup/>
                            <m:e>
                              <m:d>
                                <m:dPr>
                                  <m:ctrlPr>
                                    <a:rPr lang="en-US" sz="3200" i="1">
                                      <a:latin typeface="Cambria Math" panose="02040503050406030204" pitchFamily="18" charset="0"/>
                                    </a:rPr>
                                  </m:ctrlPr>
                                </m:dPr>
                                <m:e>
                                  <m:r>
                                    <m:rPr>
                                      <m:sty m:val="p"/>
                                    </m:rPr>
                                    <a:rPr lang="en-US" sz="3200">
                                      <a:latin typeface="Cambria Math" panose="02040503050406030204" pitchFamily="18" charset="0"/>
                                    </a:rPr>
                                    <m:t>x</m:t>
                                  </m:r>
                                </m:e>
                              </m:d>
                            </m:e>
                          </m:nary>
                          <m:r>
                            <a:rPr lang="en-US" sz="3200">
                              <a:latin typeface="Cambria Math" panose="02040503050406030204" pitchFamily="18" charset="0"/>
                            </a:rPr>
                            <m:t>⋅</m:t>
                          </m:r>
                          <m:nary>
                            <m:naryPr>
                              <m:chr m:val="∑"/>
                              <m:subHide m:val="on"/>
                              <m:supHide m:val="on"/>
                              <m:ctrlPr>
                                <a:rPr lang="en-US" sz="3200" i="1">
                                  <a:latin typeface="Cambria Math" panose="02040503050406030204" pitchFamily="18" charset="0"/>
                                </a:rPr>
                              </m:ctrlPr>
                            </m:naryPr>
                            <m:sub/>
                            <m:sup/>
                            <m:e>
                              <m:d>
                                <m:dPr>
                                  <m:ctrlPr>
                                    <a:rPr lang="en-US" sz="3200" i="1">
                                      <a:latin typeface="Cambria Math" panose="02040503050406030204" pitchFamily="18" charset="0"/>
                                    </a:rPr>
                                  </m:ctrlPr>
                                </m:dPr>
                                <m:e>
                                  <m:r>
                                    <m:rPr>
                                      <m:sty m:val="p"/>
                                    </m:rPr>
                                    <a:rPr lang="en-US" sz="3200">
                                      <a:latin typeface="Cambria Math" panose="02040503050406030204" pitchFamily="18" charset="0"/>
                                    </a:rPr>
                                    <m:t>y</m:t>
                                  </m:r>
                                </m:e>
                              </m:d>
                            </m:e>
                          </m:nary>
                        </m:num>
                        <m:den>
                          <m:eqArr>
                            <m:eqArrPr>
                              <m:ctrlPr>
                                <a:rPr lang="en-US" sz="3200" i="1">
                                  <a:solidFill>
                                    <a:srgbClr val="C00000"/>
                                  </a:solidFill>
                                  <a:latin typeface="Cambria Math" panose="02040503050406030204" pitchFamily="18" charset="0"/>
                                </a:rPr>
                              </m:ctrlPr>
                            </m:eqArrPr>
                            <m:e>
                              <m:r>
                                <a:rPr lang="en-US" sz="3200">
                                  <a:solidFill>
                                    <a:srgbClr val="C00000"/>
                                  </a:solidFill>
                                  <a:latin typeface="Cambria Math" panose="02040503050406030204" pitchFamily="18" charset="0"/>
                                </a:rPr>
                                <m:t> </m:t>
                              </m:r>
                            </m:e>
                            <m:e>
                              <m:r>
                                <a:rPr lang="en-US" sz="3200">
                                  <a:solidFill>
                                    <a:srgbClr val="C00000"/>
                                  </a:solidFill>
                                  <a:latin typeface="Cambria Math" panose="02040503050406030204" pitchFamily="18" charset="0"/>
                                </a:rPr>
                                <m:t>   </m:t>
                              </m:r>
                              <m:rad>
                                <m:radPr>
                                  <m:degHide m:val="on"/>
                                  <m:ctrlPr>
                                    <a:rPr lang="en-US" sz="3200" i="1">
                                      <a:latin typeface="Cambria Math" panose="02040503050406030204" pitchFamily="18" charset="0"/>
                                    </a:rPr>
                                  </m:ctrlPr>
                                </m:radPr>
                                <m:deg/>
                                <m:e>
                                  <m:r>
                                    <m:rPr>
                                      <m:sty m:val="p"/>
                                    </m:rPr>
                                    <a:rPr lang="en-US" sz="3200" smtClean="0">
                                      <a:solidFill>
                                        <a:srgbClr val="7030A0"/>
                                      </a:solidFill>
                                      <a:latin typeface="Cambria Math" panose="02040503050406030204" pitchFamily="18" charset="0"/>
                                    </a:rPr>
                                    <m:t>n</m:t>
                                  </m:r>
                                  <m:r>
                                    <a:rPr lang="en-US" sz="3200">
                                      <a:latin typeface="Cambria Math" panose="02040503050406030204" pitchFamily="18" charset="0"/>
                                    </a:rPr>
                                    <m:t>⋅</m:t>
                                  </m:r>
                                  <m:nary>
                                    <m:naryPr>
                                      <m:chr m:val="∑"/>
                                      <m:subHide m:val="on"/>
                                      <m:supHide m:val="on"/>
                                      <m:ctrlPr>
                                        <a:rPr lang="en-US" sz="3200" i="1">
                                          <a:latin typeface="Cambria Math" panose="02040503050406030204" pitchFamily="18" charset="0"/>
                                        </a:rPr>
                                      </m:ctrlPr>
                                    </m:naryPr>
                                    <m:sub/>
                                    <m:sup/>
                                    <m:e>
                                      <m:d>
                                        <m:dPr>
                                          <m:ctrlPr>
                                            <a:rPr lang="en-US" sz="3200" i="1">
                                              <a:latin typeface="Cambria Math" panose="02040503050406030204" pitchFamily="18" charset="0"/>
                                            </a:rPr>
                                          </m:ctrlPr>
                                        </m:dPr>
                                        <m:e>
                                          <m:sSup>
                                            <m:sSupPr>
                                              <m:ctrlPr>
                                                <a:rPr lang="en-US" sz="3200" i="1">
                                                  <a:latin typeface="Cambria Math" panose="02040503050406030204" pitchFamily="18" charset="0"/>
                                                </a:rPr>
                                              </m:ctrlPr>
                                            </m:sSupPr>
                                            <m:e>
                                              <m:r>
                                                <m:rPr>
                                                  <m:sty m:val="p"/>
                                                </m:rPr>
                                                <a:rPr lang="en-US" sz="3200">
                                                  <a:latin typeface="Cambria Math" panose="02040503050406030204" pitchFamily="18" charset="0"/>
                                                </a:rPr>
                                                <m:t>x</m:t>
                                              </m:r>
                                            </m:e>
                                            <m:sup>
                                              <m:r>
                                                <a:rPr lang="en-US" sz="3200">
                                                  <a:latin typeface="Cambria Math" panose="02040503050406030204" pitchFamily="18" charset="0"/>
                                                </a:rPr>
                                                <m:t>2</m:t>
                                              </m:r>
                                            </m:sup>
                                          </m:sSup>
                                        </m:e>
                                      </m:d>
                                    </m:e>
                                  </m:nary>
                                  <m:r>
                                    <a:rPr lang="en-US" sz="3200">
                                      <a:latin typeface="Cambria Math" panose="02040503050406030204" pitchFamily="18" charset="0"/>
                                    </a:rPr>
                                    <m:t>−</m:t>
                                  </m:r>
                                  <m:sSup>
                                    <m:sSupPr>
                                      <m:ctrlPr>
                                        <a:rPr lang="en-US" sz="3200" i="1">
                                          <a:latin typeface="Cambria Math" panose="02040503050406030204" pitchFamily="18" charset="0"/>
                                        </a:rPr>
                                      </m:ctrlPr>
                                    </m:sSupPr>
                                    <m:e>
                                      <m:d>
                                        <m:dPr>
                                          <m:ctrlPr>
                                            <a:rPr lang="en-US" sz="3200" i="1">
                                              <a:latin typeface="Cambria Math" panose="02040503050406030204" pitchFamily="18" charset="0"/>
                                            </a:rPr>
                                          </m:ctrlPr>
                                        </m:dPr>
                                        <m:e>
                                          <m:r>
                                            <a:rPr lang="en-US" sz="3200">
                                              <a:latin typeface="Cambria Math" panose="02040503050406030204" pitchFamily="18" charset="0"/>
                                            </a:rPr>
                                            <m:t> </m:t>
                                          </m:r>
                                          <m:nary>
                                            <m:naryPr>
                                              <m:chr m:val="∑"/>
                                              <m:subHide m:val="on"/>
                                              <m:supHide m:val="on"/>
                                              <m:ctrlPr>
                                                <a:rPr lang="en-US" sz="3200" i="1">
                                                  <a:latin typeface="Cambria Math" panose="02040503050406030204" pitchFamily="18" charset="0"/>
                                                </a:rPr>
                                              </m:ctrlPr>
                                            </m:naryPr>
                                            <m:sub/>
                                            <m:sup/>
                                            <m:e>
                                              <m:r>
                                                <m:rPr>
                                                  <m:sty m:val="p"/>
                                                </m:rPr>
                                                <a:rPr lang="en-US" sz="3200">
                                                  <a:latin typeface="Cambria Math" panose="02040503050406030204" pitchFamily="18" charset="0"/>
                                                </a:rPr>
                                                <m:t>x</m:t>
                                              </m:r>
                                            </m:e>
                                          </m:nary>
                                          <m:r>
                                            <a:rPr lang="en-US" sz="3200">
                                              <a:latin typeface="Cambria Math" panose="02040503050406030204" pitchFamily="18" charset="0"/>
                                            </a:rPr>
                                            <m:t> </m:t>
                                          </m:r>
                                        </m:e>
                                      </m:d>
                                    </m:e>
                                    <m:sup>
                                      <m:r>
                                        <a:rPr lang="en-US" sz="3200">
                                          <a:latin typeface="Cambria Math" panose="02040503050406030204" pitchFamily="18" charset="0"/>
                                        </a:rPr>
                                        <m:t>2</m:t>
                                      </m:r>
                                    </m:sup>
                                  </m:sSup>
                                  <m:r>
                                    <a:rPr lang="en-US" sz="3200">
                                      <a:latin typeface="Cambria Math" panose="02040503050406030204" pitchFamily="18" charset="0"/>
                                    </a:rPr>
                                    <m:t>  </m:t>
                                  </m:r>
                                </m:e>
                              </m:rad>
                              <m:r>
                                <a:rPr lang="en-US" sz="3200">
                                  <a:latin typeface="Cambria Math" panose="02040503050406030204" pitchFamily="18" charset="0"/>
                                </a:rPr>
                                <m:t>⋅</m:t>
                              </m:r>
                              <m:rad>
                                <m:radPr>
                                  <m:degHide m:val="on"/>
                                  <m:ctrlPr>
                                    <a:rPr lang="en-US" sz="3200" i="1">
                                      <a:latin typeface="Cambria Math" panose="02040503050406030204" pitchFamily="18" charset="0"/>
                                    </a:rPr>
                                  </m:ctrlPr>
                                </m:radPr>
                                <m:deg/>
                                <m:e>
                                  <m:r>
                                    <m:rPr>
                                      <m:sty m:val="p"/>
                                    </m:rPr>
                                    <a:rPr lang="en-US" sz="3200" smtClean="0">
                                      <a:solidFill>
                                        <a:srgbClr val="7030A0"/>
                                      </a:solidFill>
                                      <a:latin typeface="Cambria Math" panose="02040503050406030204" pitchFamily="18" charset="0"/>
                                    </a:rPr>
                                    <m:t>n</m:t>
                                  </m:r>
                                  <m:r>
                                    <a:rPr lang="en-US" sz="3200">
                                      <a:latin typeface="Cambria Math" panose="02040503050406030204" pitchFamily="18" charset="0"/>
                                    </a:rPr>
                                    <m:t>⋅</m:t>
                                  </m:r>
                                  <m:nary>
                                    <m:naryPr>
                                      <m:chr m:val="∑"/>
                                      <m:subHide m:val="on"/>
                                      <m:supHide m:val="on"/>
                                      <m:ctrlPr>
                                        <a:rPr lang="en-US" sz="3200" i="1">
                                          <a:latin typeface="Cambria Math" panose="02040503050406030204" pitchFamily="18" charset="0"/>
                                        </a:rPr>
                                      </m:ctrlPr>
                                    </m:naryPr>
                                    <m:sub/>
                                    <m:sup/>
                                    <m:e>
                                      <m:d>
                                        <m:dPr>
                                          <m:ctrlPr>
                                            <a:rPr lang="en-US" sz="3200" i="1">
                                              <a:latin typeface="Cambria Math" panose="02040503050406030204" pitchFamily="18" charset="0"/>
                                            </a:rPr>
                                          </m:ctrlPr>
                                        </m:dPr>
                                        <m:e>
                                          <m:sSup>
                                            <m:sSupPr>
                                              <m:ctrlPr>
                                                <a:rPr lang="en-US" sz="3200" i="1">
                                                  <a:latin typeface="Cambria Math" panose="02040503050406030204" pitchFamily="18" charset="0"/>
                                                </a:rPr>
                                              </m:ctrlPr>
                                            </m:sSupPr>
                                            <m:e>
                                              <m:r>
                                                <m:rPr>
                                                  <m:sty m:val="p"/>
                                                </m:rPr>
                                                <a:rPr lang="en-US" sz="3200">
                                                  <a:latin typeface="Cambria Math" panose="02040503050406030204" pitchFamily="18" charset="0"/>
                                                </a:rPr>
                                                <m:t>y</m:t>
                                              </m:r>
                                            </m:e>
                                            <m:sup>
                                              <m:r>
                                                <a:rPr lang="en-US" sz="3200">
                                                  <a:latin typeface="Cambria Math" panose="02040503050406030204" pitchFamily="18" charset="0"/>
                                                </a:rPr>
                                                <m:t>2</m:t>
                                              </m:r>
                                            </m:sup>
                                          </m:sSup>
                                        </m:e>
                                      </m:d>
                                    </m:e>
                                  </m:nary>
                                  <m:r>
                                    <a:rPr lang="en-US" sz="3200">
                                      <a:latin typeface="Cambria Math" panose="02040503050406030204" pitchFamily="18" charset="0"/>
                                    </a:rPr>
                                    <m:t>−</m:t>
                                  </m:r>
                                  <m:sSup>
                                    <m:sSupPr>
                                      <m:ctrlPr>
                                        <a:rPr lang="en-US" sz="3200" i="1">
                                          <a:latin typeface="Cambria Math" panose="02040503050406030204" pitchFamily="18" charset="0"/>
                                        </a:rPr>
                                      </m:ctrlPr>
                                    </m:sSupPr>
                                    <m:e>
                                      <m:d>
                                        <m:dPr>
                                          <m:ctrlPr>
                                            <a:rPr lang="en-US" sz="3200" i="1">
                                              <a:latin typeface="Cambria Math" panose="02040503050406030204" pitchFamily="18" charset="0"/>
                                            </a:rPr>
                                          </m:ctrlPr>
                                        </m:dPr>
                                        <m:e>
                                          <m:r>
                                            <a:rPr lang="en-US" sz="3200">
                                              <a:latin typeface="Cambria Math" panose="02040503050406030204" pitchFamily="18" charset="0"/>
                                            </a:rPr>
                                            <m:t> </m:t>
                                          </m:r>
                                          <m:nary>
                                            <m:naryPr>
                                              <m:chr m:val="∑"/>
                                              <m:subHide m:val="on"/>
                                              <m:supHide m:val="on"/>
                                              <m:ctrlPr>
                                                <a:rPr lang="en-US" sz="3200" i="1">
                                                  <a:latin typeface="Cambria Math" panose="02040503050406030204" pitchFamily="18" charset="0"/>
                                                </a:rPr>
                                              </m:ctrlPr>
                                            </m:naryPr>
                                            <m:sub/>
                                            <m:sup/>
                                            <m:e>
                                              <m:r>
                                                <m:rPr>
                                                  <m:sty m:val="p"/>
                                                </m:rPr>
                                                <a:rPr lang="en-US" sz="3200">
                                                  <a:latin typeface="Cambria Math" panose="02040503050406030204" pitchFamily="18" charset="0"/>
                                                </a:rPr>
                                                <m:t>y</m:t>
                                              </m:r>
                                            </m:e>
                                          </m:nary>
                                          <m:r>
                                            <a:rPr lang="en-US" sz="3200">
                                              <a:latin typeface="Cambria Math" panose="02040503050406030204" pitchFamily="18" charset="0"/>
                                            </a:rPr>
                                            <m:t> </m:t>
                                          </m:r>
                                        </m:e>
                                      </m:d>
                                    </m:e>
                                    <m:sup>
                                      <m:r>
                                        <a:rPr lang="en-US" sz="3200">
                                          <a:latin typeface="Cambria Math" panose="02040503050406030204" pitchFamily="18" charset="0"/>
                                        </a:rPr>
                                        <m:t>2</m:t>
                                      </m:r>
                                    </m:sup>
                                  </m:sSup>
                                  <m:r>
                                    <a:rPr lang="en-US" sz="3200">
                                      <a:latin typeface="Cambria Math" panose="02040503050406030204" pitchFamily="18" charset="0"/>
                                    </a:rPr>
                                    <m:t>  </m:t>
                                  </m:r>
                                </m:e>
                              </m:rad>
                              <m:r>
                                <a:rPr lang="en-US" sz="3200">
                                  <a:solidFill>
                                    <a:srgbClr val="C00000"/>
                                  </a:solidFill>
                                  <a:latin typeface="Cambria Math" panose="02040503050406030204" pitchFamily="18" charset="0"/>
                                </a:rPr>
                                <m:t>     </m:t>
                              </m:r>
                            </m:e>
                          </m:eqArr>
                        </m:den>
                      </m:f>
                    </m:oMath>
                  </m:oMathPara>
                </a14:m>
                <a:endParaRPr lang="en-US" dirty="0">
                  <a:solidFill>
                    <a:srgbClr val="FF0000"/>
                  </a:solidFill>
                </a:endParaRPr>
              </a:p>
              <a:p>
                <a:pPr marL="514350" indent="-514350">
                  <a:lnSpc>
                    <a:spcPct val="200000"/>
                  </a:lnSpc>
                  <a:buFont typeface="+mj-lt"/>
                  <a:buAutoNum type="arabicParenR" startAt="5"/>
                </a:pPr>
                <a:r>
                  <a:rPr lang="en-US" dirty="0">
                    <a:solidFill>
                      <a:srgbClr val="FF0000"/>
                    </a:solidFill>
                  </a:rPr>
                  <a:t>Find</a:t>
                </a:r>
                <a:r>
                  <a:rPr lang="en-US" dirty="0"/>
                  <a:t> the value of </a:t>
                </a:r>
                <a14:m>
                  <m:oMath xmlns:m="http://schemas.openxmlformats.org/officeDocument/2006/math">
                    <m:r>
                      <m:rPr>
                        <m:sty m:val="p"/>
                      </m:rPr>
                      <a:rPr lang="en-US" i="0" dirty="0" smtClean="0">
                        <a:solidFill>
                          <a:srgbClr val="FF0000"/>
                        </a:solidFill>
                        <a:latin typeface="Cambria Math" panose="02040503050406030204" pitchFamily="18" charset="0"/>
                      </a:rPr>
                      <m:t>r</m:t>
                    </m:r>
                  </m:oMath>
                </a14:m>
                <a:r>
                  <a:rPr lang="en-US" dirty="0"/>
                  <a:t> from the calculator.</a:t>
                </a:r>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rotWithShape="0">
                <a:blip r:embed="rId5"/>
                <a:stretch>
                  <a:fillRect l="-1074" b="-3708"/>
                </a:stretch>
              </a:blipFill>
            </p:spPr>
            <p:txBody>
              <a:bodyPr/>
              <a:lstStyle/>
              <a:p>
                <a:r>
                  <a:rPr lang="en-US">
                    <a:noFill/>
                  </a:rPr>
                  <a:t> </a:t>
                </a:r>
              </a:p>
            </p:txBody>
          </p:sp>
        </mc:Fallback>
      </mc:AlternateContent>
    </p:spTree>
    <p:extLst>
      <p:ext uri="{BB962C8B-B14F-4D97-AF65-F5344CB8AC3E}">
        <p14:creationId xmlns:p14="http://schemas.microsoft.com/office/powerpoint/2010/main" val="938316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store given data in the calculator?</a:t>
            </a:r>
            <a:endParaRPr lang="en-US" dirty="0">
              <a:solidFill>
                <a:srgbClr val="FF0000"/>
              </a:solidFill>
            </a:endParaRPr>
          </a:p>
        </p:txBody>
      </p:sp>
      <p:sp>
        <p:nvSpPr>
          <p:cNvPr id="4" name="Content Placeholder 3"/>
          <p:cNvSpPr>
            <a:spLocks noGrp="1"/>
          </p:cNvSpPr>
          <p:nvPr>
            <p:ph idx="1"/>
          </p:nvPr>
        </p:nvSpPr>
        <p:spPr>
          <a:xfrm>
            <a:off x="165954" y="912871"/>
            <a:ext cx="6197530" cy="523220"/>
          </a:xfrm>
        </p:spPr>
        <p:txBody>
          <a:bodyPr wrap="none">
            <a:spAutoFit/>
          </a:bodyPr>
          <a:lstStyle/>
          <a:p>
            <a:pPr marL="0" indent="0" algn="l">
              <a:lnSpc>
                <a:spcPct val="100000"/>
              </a:lnSpc>
              <a:buNone/>
            </a:pPr>
            <a:r>
              <a:rPr lang="en-US" b="1" dirty="0"/>
              <a:t>Step-1</a:t>
            </a:r>
            <a:r>
              <a:rPr lang="en-US" dirty="0"/>
              <a:t>: Clear the memory of the calculator</a:t>
            </a:r>
          </a:p>
        </p:txBody>
      </p:sp>
      <p:graphicFrame>
        <p:nvGraphicFramePr>
          <p:cNvPr id="3" name="Diagram 2"/>
          <p:cNvGraphicFramePr/>
          <p:nvPr>
            <p:extLst>
              <p:ext uri="{D42A27DB-BD31-4B8C-83A1-F6EECF244321}">
                <p14:modId xmlns:p14="http://schemas.microsoft.com/office/powerpoint/2010/main" val="1316876583"/>
              </p:ext>
            </p:extLst>
          </p:nvPr>
        </p:nvGraphicFramePr>
        <p:xfrm>
          <a:off x="1437155" y="1666141"/>
          <a:ext cx="10669963" cy="10058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Picture 6"/>
          <p:cNvPicPr>
            <a:picLocks noChangeAspect="1"/>
          </p:cNvPicPr>
          <p:nvPr/>
        </p:nvPicPr>
        <p:blipFill rotWithShape="1">
          <a:blip r:embed="rId7" cstate="print">
            <a:extLst>
              <a:ext uri="{28A0092B-C50C-407E-A947-70E740481C1C}">
                <a14:useLocalDpi xmlns:a14="http://schemas.microsoft.com/office/drawing/2010/main" val="0"/>
              </a:ext>
            </a:extLst>
          </a:blip>
          <a:srcRect l="24756" t="14649" r="63625" b="14284"/>
          <a:stretch/>
        </p:blipFill>
        <p:spPr>
          <a:xfrm rot="5400000">
            <a:off x="4937230" y="2209136"/>
            <a:ext cx="778300" cy="2194560"/>
          </a:xfrm>
          <a:prstGeom prst="rect">
            <a:avLst/>
          </a:prstGeom>
        </p:spPr>
      </p:pic>
      <p:pic>
        <p:nvPicPr>
          <p:cNvPr id="8" name="Picture 7"/>
          <p:cNvPicPr>
            <a:picLocks noChangeAspect="1"/>
          </p:cNvPicPr>
          <p:nvPr/>
        </p:nvPicPr>
        <p:blipFill rotWithShape="1">
          <a:blip r:embed="rId8" cstate="print">
            <a:extLst>
              <a:ext uri="{28A0092B-C50C-407E-A947-70E740481C1C}">
                <a14:useLocalDpi xmlns:a14="http://schemas.microsoft.com/office/drawing/2010/main" val="0"/>
              </a:ext>
            </a:extLst>
          </a:blip>
          <a:srcRect l="25616" t="14815" r="62955" b="19902"/>
          <a:stretch/>
        </p:blipFill>
        <p:spPr>
          <a:xfrm rot="5400000">
            <a:off x="10682417" y="2209137"/>
            <a:ext cx="778299" cy="2194560"/>
          </a:xfrm>
          <a:prstGeom prst="rect">
            <a:avLst/>
          </a:prstGeom>
        </p:spPr>
      </p:pic>
      <p:pic>
        <p:nvPicPr>
          <p:cNvPr id="9" name="Picture 8"/>
          <p:cNvPicPr>
            <a:picLocks noChangeAspect="1"/>
          </p:cNvPicPr>
          <p:nvPr/>
        </p:nvPicPr>
        <p:blipFill rotWithShape="1">
          <a:blip r:embed="rId9" cstate="print">
            <a:extLst>
              <a:ext uri="{28A0092B-C50C-407E-A947-70E740481C1C}">
                <a14:useLocalDpi xmlns:a14="http://schemas.microsoft.com/office/drawing/2010/main" val="0"/>
              </a:ext>
            </a:extLst>
          </a:blip>
          <a:srcRect l="27619" t="19287" r="60762" b="11712"/>
          <a:stretch/>
        </p:blipFill>
        <p:spPr>
          <a:xfrm rot="5400000">
            <a:off x="7809824" y="2211937"/>
            <a:ext cx="778299" cy="2194560"/>
          </a:xfrm>
          <a:prstGeom prst="rect">
            <a:avLst/>
          </a:prstGeom>
        </p:spPr>
      </p:pic>
    </p:spTree>
    <p:extLst>
      <p:ext uri="{BB962C8B-B14F-4D97-AF65-F5344CB8AC3E}">
        <p14:creationId xmlns:p14="http://schemas.microsoft.com/office/powerpoint/2010/main" val="2985002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graphicEl>
                                              <a:dgm id="{2DC0BE8A-A50D-459F-8803-8F629D24FD59}"/>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graphicEl>
                                              <a:dgm id="{44BA6F07-9809-453E-B5B3-AB636F82DB9E}"/>
                                            </p:graphic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graphicEl>
                                              <a:dgm id="{C1D3A877-193E-433E-996E-DE3797C7F529}"/>
                                            </p:graphicEl>
                                          </p:spTgt>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nodeType="after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3">
                                            <p:graphicEl>
                                              <a:dgm id="{98B97CCD-AFF1-49BB-8170-C62165E0F732}"/>
                                            </p:graphicEl>
                                          </p:spTgt>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3">
                                            <p:graphicEl>
                                              <a:dgm id="{75494D80-AAE1-44AB-A5A1-D4E336C9A241}"/>
                                            </p:graphicEl>
                                          </p:spTgt>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nodeType="after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graphicEl>
                                              <a:dgm id="{2C8919B2-9A29-4B7C-B580-1CADFBED59E0}"/>
                                            </p:graphic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graphicEl>
                                              <a:dgm id="{A7280906-DE55-492D-B5CB-040475BA6CF7}"/>
                                            </p:graphicEl>
                                          </p:spTgt>
                                        </p:tgtEl>
                                        <p:attrNameLst>
                                          <p:attrName>style.visibility</p:attrName>
                                        </p:attrNameLst>
                                      </p:cBhvr>
                                      <p:to>
                                        <p:strVal val="visible"/>
                                      </p:to>
                                    </p:set>
                                  </p:childTnLst>
                                </p:cTn>
                              </p:par>
                            </p:childTnLst>
                          </p:cTn>
                        </p:par>
                        <p:par>
                          <p:cTn id="35" fill="hold">
                            <p:stCondLst>
                              <p:cond delay="0"/>
                            </p:stCondLst>
                            <p:childTnLst>
                              <p:par>
                                <p:cTn id="36" presetID="1" presetClass="entr" presetSubtype="0" fill="hold" nodeType="afterEffect">
                                  <p:stCondLst>
                                    <p:cond delay="0"/>
                                  </p:stCondLst>
                                  <p:childTnLst>
                                    <p:set>
                                      <p:cBhvr>
                                        <p:cTn id="37"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Graphic spid="3" grpId="0" uiExpand="1">
        <p:bldSub>
          <a:bldDgm bld="one"/>
        </p:bldSub>
      </p:bldGraphic>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store given data in the calculator?</a:t>
            </a:r>
            <a:endParaRPr lang="en-US" dirty="0">
              <a:solidFill>
                <a:srgbClr val="FF0000"/>
              </a:solidFill>
            </a:endParaRPr>
          </a:p>
        </p:txBody>
      </p:sp>
      <p:sp>
        <p:nvSpPr>
          <p:cNvPr id="4" name="Content Placeholder 3"/>
          <p:cNvSpPr>
            <a:spLocks noGrp="1"/>
          </p:cNvSpPr>
          <p:nvPr>
            <p:ph idx="1"/>
          </p:nvPr>
        </p:nvSpPr>
        <p:spPr>
          <a:xfrm>
            <a:off x="165954" y="912871"/>
            <a:ext cx="7612982" cy="523220"/>
          </a:xfrm>
        </p:spPr>
        <p:txBody>
          <a:bodyPr wrap="none">
            <a:spAutoFit/>
          </a:bodyPr>
          <a:lstStyle/>
          <a:p>
            <a:pPr marL="0" indent="0" algn="l">
              <a:lnSpc>
                <a:spcPct val="100000"/>
              </a:lnSpc>
              <a:buNone/>
            </a:pPr>
            <a:r>
              <a:rPr lang="en-US" b="1" dirty="0"/>
              <a:t>Step-2</a:t>
            </a:r>
            <a:r>
              <a:rPr lang="en-US" dirty="0"/>
              <a:t>: Change the mode into Regression ---&gt; Linear</a:t>
            </a:r>
          </a:p>
        </p:txBody>
      </p:sp>
      <p:graphicFrame>
        <p:nvGraphicFramePr>
          <p:cNvPr id="3" name="Diagram 2"/>
          <p:cNvGraphicFramePr/>
          <p:nvPr>
            <p:extLst>
              <p:ext uri="{D42A27DB-BD31-4B8C-83A1-F6EECF244321}">
                <p14:modId xmlns:p14="http://schemas.microsoft.com/office/powerpoint/2010/main" val="3145637160"/>
              </p:ext>
            </p:extLst>
          </p:nvPr>
        </p:nvGraphicFramePr>
        <p:xfrm>
          <a:off x="1437155" y="1666141"/>
          <a:ext cx="10669963" cy="10058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2" name="Picture 11"/>
          <p:cNvPicPr>
            <a:picLocks noChangeAspect="1"/>
          </p:cNvPicPr>
          <p:nvPr/>
        </p:nvPicPr>
        <p:blipFill rotWithShape="1">
          <a:blip r:embed="rId7" cstate="print">
            <a:extLst>
              <a:ext uri="{28A0092B-C50C-407E-A947-70E740481C1C}">
                <a14:useLocalDpi xmlns:a14="http://schemas.microsoft.com/office/drawing/2010/main" val="0"/>
              </a:ext>
            </a:extLst>
          </a:blip>
          <a:srcRect l="21333" t="18048" r="66096" b="12952"/>
          <a:stretch/>
        </p:blipFill>
        <p:spPr>
          <a:xfrm rot="5400000">
            <a:off x="2384999" y="2302822"/>
            <a:ext cx="867311" cy="2194560"/>
          </a:xfrm>
          <a:prstGeom prst="rect">
            <a:avLst/>
          </a:prstGeom>
        </p:spPr>
      </p:pic>
      <p:pic>
        <p:nvPicPr>
          <p:cNvPr id="13" name="Picture 12"/>
          <p:cNvPicPr>
            <a:picLocks noChangeAspect="1"/>
          </p:cNvPicPr>
          <p:nvPr/>
        </p:nvPicPr>
        <p:blipFill rotWithShape="1">
          <a:blip r:embed="rId8" cstate="print">
            <a:extLst>
              <a:ext uri="{28A0092B-C50C-407E-A947-70E740481C1C}">
                <a14:useLocalDpi xmlns:a14="http://schemas.microsoft.com/office/drawing/2010/main" val="0"/>
              </a:ext>
            </a:extLst>
          </a:blip>
          <a:srcRect l="18187" t="10486" r="67718" b="11836"/>
          <a:stretch/>
        </p:blipFill>
        <p:spPr>
          <a:xfrm rot="5400000">
            <a:off x="6360466" y="2301338"/>
            <a:ext cx="870281" cy="2194560"/>
          </a:xfrm>
          <a:prstGeom prst="rect">
            <a:avLst/>
          </a:prstGeom>
        </p:spPr>
      </p:pic>
      <p:pic>
        <p:nvPicPr>
          <p:cNvPr id="14" name="Picture 13"/>
          <p:cNvPicPr>
            <a:picLocks noChangeAspect="1"/>
          </p:cNvPicPr>
          <p:nvPr/>
        </p:nvPicPr>
        <p:blipFill rotWithShape="1">
          <a:blip r:embed="rId9" cstate="print">
            <a:extLst>
              <a:ext uri="{28A0092B-C50C-407E-A947-70E740481C1C}">
                <a14:useLocalDpi xmlns:a14="http://schemas.microsoft.com/office/drawing/2010/main" val="0"/>
              </a:ext>
            </a:extLst>
          </a:blip>
          <a:srcRect l="18864" t="9606" r="67422" b="12303"/>
          <a:stretch/>
        </p:blipFill>
        <p:spPr>
          <a:xfrm rot="5400000">
            <a:off x="10338904" y="2302822"/>
            <a:ext cx="867312" cy="2194560"/>
          </a:xfrm>
          <a:prstGeom prst="rect">
            <a:avLst/>
          </a:prstGeom>
        </p:spPr>
      </p:pic>
      <p:sp>
        <p:nvSpPr>
          <p:cNvPr id="8" name="Up Arrow 7"/>
          <p:cNvSpPr/>
          <p:nvPr/>
        </p:nvSpPr>
        <p:spPr>
          <a:xfrm>
            <a:off x="10300652" y="3220718"/>
            <a:ext cx="365760" cy="1097280"/>
          </a:xfrm>
          <a:prstGeom prst="upArrow">
            <a:avLst>
              <a:gd name="adj1" fmla="val 50000"/>
              <a:gd name="adj2" fmla="val 109028"/>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93906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graphicEl>
                                              <a:dgm id="{2DC0BE8A-A50D-459F-8803-8F629D24FD59}"/>
                                            </p:graphic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12"/>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3">
                                            <p:graphicEl>
                                              <a:dgm id="{44BA6F07-9809-453E-B5B3-AB636F82DB9E}"/>
                                            </p:graphicEl>
                                          </p:spTgt>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3">
                                            <p:graphicEl>
                                              <a:dgm id="{C1D3A877-193E-433E-996E-DE3797C7F529}"/>
                                            </p:graphicEl>
                                          </p:spTgt>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3">
                                            <p:graphicEl>
                                              <a:dgm id="{98B97CCD-AFF1-49BB-8170-C62165E0F732}"/>
                                            </p:graphicEl>
                                          </p:spTgt>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3">
                                            <p:graphicEl>
                                              <a:dgm id="{75494D80-AAE1-44AB-A5A1-D4E336C9A241}"/>
                                            </p:graphicEl>
                                          </p:spTgt>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14"/>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uiExpand="1">
        <p:bldSub>
          <a:bldDgm bld="one"/>
        </p:bldSub>
      </p:bldGraphic>
      <p:bldP spid="8" grpId="0" animBg="1"/>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store given data in the calculator?</a:t>
            </a:r>
            <a:endParaRPr lang="en-US" dirty="0">
              <a:solidFill>
                <a:srgbClr val="FF0000"/>
              </a:solidFill>
            </a:endParaRP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a:xfrm>
                <a:off x="165954" y="912871"/>
                <a:ext cx="5790368" cy="523220"/>
              </a:xfrm>
            </p:spPr>
            <p:txBody>
              <a:bodyPr wrap="none">
                <a:spAutoFit/>
              </a:bodyPr>
              <a:lstStyle/>
              <a:p>
                <a:pPr marL="0" indent="0" algn="l">
                  <a:lnSpc>
                    <a:spcPct val="100000"/>
                  </a:lnSpc>
                  <a:buNone/>
                </a:pPr>
                <a:r>
                  <a:rPr lang="en-US" b="1" dirty="0"/>
                  <a:t>Step-3</a:t>
                </a:r>
                <a:r>
                  <a:rPr lang="en-US" dirty="0"/>
                  <a:t>: Store the given pairs of </a:t>
                </a:r>
                <a14:m>
                  <m:oMath xmlns:m="http://schemas.openxmlformats.org/officeDocument/2006/math">
                    <m:r>
                      <m:rPr>
                        <m:sty m:val="p"/>
                      </m:rPr>
                      <a:rPr lang="en-US" i="0" dirty="0" smtClean="0">
                        <a:latin typeface="Cambria Math" panose="02040503050406030204" pitchFamily="18" charset="0"/>
                      </a:rPr>
                      <m:t>x</m:t>
                    </m:r>
                  </m:oMath>
                </a14:m>
                <a:r>
                  <a:rPr lang="en-US" dirty="0"/>
                  <a:t> and </a:t>
                </a:r>
                <a14:m>
                  <m:oMath xmlns:m="http://schemas.openxmlformats.org/officeDocument/2006/math">
                    <m:r>
                      <m:rPr>
                        <m:sty m:val="p"/>
                      </m:rPr>
                      <a:rPr lang="en-US" i="0" dirty="0" smtClean="0">
                        <a:latin typeface="Cambria Math" panose="02040503050406030204" pitchFamily="18" charset="0"/>
                      </a:rPr>
                      <m:t>y</m:t>
                    </m:r>
                  </m:oMath>
                </a14:m>
                <a:endParaRPr lang="en-US"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xfrm>
                <a:off x="165954" y="912871"/>
                <a:ext cx="5790368" cy="523220"/>
              </a:xfrm>
              <a:blipFill rotWithShape="0">
                <a:blip r:embed="rId2"/>
                <a:stretch>
                  <a:fillRect l="-2105" t="-12791" b="-31395"/>
                </a:stretch>
              </a:blipFill>
            </p:spPr>
            <p:txBody>
              <a:bodyPr/>
              <a:lstStyle/>
              <a:p>
                <a:r>
                  <a:rPr lang="en-US">
                    <a:noFill/>
                  </a:rPr>
                  <a:t> </a:t>
                </a:r>
              </a:p>
            </p:txBody>
          </p:sp>
        </mc:Fallback>
      </mc:AlternateContent>
      <p:graphicFrame>
        <p:nvGraphicFramePr>
          <p:cNvPr id="3" name="Diagram 2"/>
          <p:cNvGraphicFramePr/>
          <p:nvPr>
            <p:extLst>
              <p:ext uri="{D42A27DB-BD31-4B8C-83A1-F6EECF244321}">
                <p14:modId xmlns:p14="http://schemas.microsoft.com/office/powerpoint/2010/main" val="4201526379"/>
              </p:ext>
            </p:extLst>
          </p:nvPr>
        </p:nvGraphicFramePr>
        <p:xfrm>
          <a:off x="1437155" y="1666141"/>
          <a:ext cx="10669963" cy="10058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8" name="Diagram 7"/>
          <p:cNvGraphicFramePr/>
          <p:nvPr>
            <p:extLst>
              <p:ext uri="{D42A27DB-BD31-4B8C-83A1-F6EECF244321}">
                <p14:modId xmlns:p14="http://schemas.microsoft.com/office/powerpoint/2010/main" val="3877144627"/>
              </p:ext>
            </p:extLst>
          </p:nvPr>
        </p:nvGraphicFramePr>
        <p:xfrm>
          <a:off x="1424455" y="2941446"/>
          <a:ext cx="10669963" cy="100584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9" name="Diagram 8"/>
          <p:cNvGraphicFramePr/>
          <p:nvPr>
            <p:extLst>
              <p:ext uri="{D42A27DB-BD31-4B8C-83A1-F6EECF244321}">
                <p14:modId xmlns:p14="http://schemas.microsoft.com/office/powerpoint/2010/main" val="2583686978"/>
              </p:ext>
            </p:extLst>
          </p:nvPr>
        </p:nvGraphicFramePr>
        <p:xfrm>
          <a:off x="1426384" y="4702727"/>
          <a:ext cx="10669963" cy="1005840"/>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8622B1E-44A3-44A2-B1C1-8D969737DA50}"/>
                  </a:ext>
                </a:extLst>
              </p:cNvPr>
              <p:cNvSpPr txBox="1"/>
              <p:nvPr/>
            </p:nvSpPr>
            <p:spPr>
              <a:xfrm>
                <a:off x="2374118" y="4074910"/>
                <a:ext cx="287899"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Group"/>
                    </m:oMathParaPr>
                    <m:oMath xmlns:m="http://schemas.openxmlformats.org/officeDocument/2006/math">
                      <m:r>
                        <a:rPr lang="en-US" sz="2800" b="1" i="1" dirty="0" smtClean="0">
                          <a:solidFill>
                            <a:srgbClr val="002060"/>
                          </a:solidFill>
                          <a:latin typeface="Cambria Math" panose="02040503050406030204" pitchFamily="18" charset="0"/>
                        </a:rPr>
                        <m:t>⋮</m:t>
                      </m:r>
                    </m:oMath>
                  </m:oMathPara>
                </a14:m>
                <a:endParaRPr lang="en-IN" sz="2800" b="1" dirty="0">
                  <a:solidFill>
                    <a:srgbClr val="002060"/>
                  </a:solidFill>
                </a:endParaRPr>
              </a:p>
            </p:txBody>
          </p:sp>
        </mc:Choice>
        <mc:Fallback xmlns="">
          <p:sp>
            <p:nvSpPr>
              <p:cNvPr id="10" name="TextBox 9">
                <a:extLst>
                  <a:ext uri="{FF2B5EF4-FFF2-40B4-BE49-F238E27FC236}">
                    <a16:creationId xmlns="" xmlns:a16="http://schemas.microsoft.com/office/drawing/2014/main" id="{68622B1E-44A3-44A2-B1C1-8D969737DA50}"/>
                  </a:ext>
                </a:extLst>
              </p:cNvPr>
              <p:cNvSpPr txBox="1">
                <a:spLocks noRot="1" noChangeAspect="1" noMove="1" noResize="1" noEditPoints="1" noAdjustHandles="1" noChangeArrowheads="1" noChangeShapeType="1" noTextEdit="1"/>
              </p:cNvSpPr>
              <p:nvPr/>
            </p:nvSpPr>
            <p:spPr>
              <a:xfrm>
                <a:off x="2374118" y="4074910"/>
                <a:ext cx="287899" cy="523220"/>
              </a:xfrm>
              <a:prstGeom prst="rect">
                <a:avLst/>
              </a:prstGeom>
              <a:blipFill rotWithShape="0">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8622B1E-44A3-44A2-B1C1-8D969737DA50}"/>
                  </a:ext>
                </a:extLst>
              </p:cNvPr>
              <p:cNvSpPr txBox="1"/>
              <p:nvPr/>
            </p:nvSpPr>
            <p:spPr>
              <a:xfrm>
                <a:off x="5234994" y="4074910"/>
                <a:ext cx="287899"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Group"/>
                    </m:oMathParaPr>
                    <m:oMath xmlns:m="http://schemas.openxmlformats.org/officeDocument/2006/math">
                      <m:r>
                        <a:rPr lang="en-US" sz="2800" b="1" i="1" dirty="0" smtClean="0">
                          <a:solidFill>
                            <a:srgbClr val="002060"/>
                          </a:solidFill>
                          <a:latin typeface="Cambria Math" panose="02040503050406030204" pitchFamily="18" charset="0"/>
                        </a:rPr>
                        <m:t>⋮</m:t>
                      </m:r>
                    </m:oMath>
                  </m:oMathPara>
                </a14:m>
                <a:endParaRPr lang="en-IN" sz="2800" b="1" dirty="0">
                  <a:solidFill>
                    <a:srgbClr val="002060"/>
                  </a:solidFill>
                </a:endParaRPr>
              </a:p>
            </p:txBody>
          </p:sp>
        </mc:Choice>
        <mc:Fallback xmlns="">
          <p:sp>
            <p:nvSpPr>
              <p:cNvPr id="11" name="TextBox 10">
                <a:extLst>
                  <a:ext uri="{FF2B5EF4-FFF2-40B4-BE49-F238E27FC236}">
                    <a16:creationId xmlns="" xmlns:a16="http://schemas.microsoft.com/office/drawing/2014/main" id="{68622B1E-44A3-44A2-B1C1-8D969737DA50}"/>
                  </a:ext>
                </a:extLst>
              </p:cNvPr>
              <p:cNvSpPr txBox="1">
                <a:spLocks noRot="1" noChangeAspect="1" noMove="1" noResize="1" noEditPoints="1" noAdjustHandles="1" noChangeArrowheads="1" noChangeShapeType="1" noTextEdit="1"/>
              </p:cNvSpPr>
              <p:nvPr/>
            </p:nvSpPr>
            <p:spPr>
              <a:xfrm>
                <a:off x="5234994" y="4074910"/>
                <a:ext cx="287899" cy="523220"/>
              </a:xfrm>
              <a:prstGeom prst="rect">
                <a:avLst/>
              </a:prstGeom>
              <a:blipFill rotWithShape="0">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68622B1E-44A3-44A2-B1C1-8D969737DA50}"/>
                  </a:ext>
                </a:extLst>
              </p:cNvPr>
              <p:cNvSpPr txBox="1"/>
              <p:nvPr/>
            </p:nvSpPr>
            <p:spPr>
              <a:xfrm>
                <a:off x="8095870" y="4074910"/>
                <a:ext cx="287899"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Group"/>
                    </m:oMathParaPr>
                    <m:oMath xmlns:m="http://schemas.openxmlformats.org/officeDocument/2006/math">
                      <m:r>
                        <a:rPr lang="en-US" sz="2800" b="1" i="1" dirty="0" smtClean="0">
                          <a:solidFill>
                            <a:srgbClr val="002060"/>
                          </a:solidFill>
                          <a:latin typeface="Cambria Math" panose="02040503050406030204" pitchFamily="18" charset="0"/>
                        </a:rPr>
                        <m:t>⋮</m:t>
                      </m:r>
                    </m:oMath>
                  </m:oMathPara>
                </a14:m>
                <a:endParaRPr lang="en-IN" sz="2800" b="1" dirty="0">
                  <a:solidFill>
                    <a:srgbClr val="002060"/>
                  </a:solidFill>
                </a:endParaRPr>
              </a:p>
            </p:txBody>
          </p:sp>
        </mc:Choice>
        <mc:Fallback xmlns="">
          <p:sp>
            <p:nvSpPr>
              <p:cNvPr id="15" name="TextBox 14">
                <a:extLst>
                  <a:ext uri="{FF2B5EF4-FFF2-40B4-BE49-F238E27FC236}">
                    <a16:creationId xmlns="" xmlns:a16="http://schemas.microsoft.com/office/drawing/2014/main" id="{68622B1E-44A3-44A2-B1C1-8D969737DA50}"/>
                  </a:ext>
                </a:extLst>
              </p:cNvPr>
              <p:cNvSpPr txBox="1">
                <a:spLocks noRot="1" noChangeAspect="1" noMove="1" noResize="1" noEditPoints="1" noAdjustHandles="1" noChangeArrowheads="1" noChangeShapeType="1" noTextEdit="1"/>
              </p:cNvSpPr>
              <p:nvPr/>
            </p:nvSpPr>
            <p:spPr>
              <a:xfrm>
                <a:off x="8095870" y="4074910"/>
                <a:ext cx="287899" cy="523220"/>
              </a:xfrm>
              <a:prstGeom prst="rect">
                <a:avLst/>
              </a:prstGeom>
              <a:blipFill rotWithShape="0">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68622B1E-44A3-44A2-B1C1-8D969737DA50}"/>
                  </a:ext>
                </a:extLst>
              </p:cNvPr>
              <p:cNvSpPr txBox="1"/>
              <p:nvPr/>
            </p:nvSpPr>
            <p:spPr>
              <a:xfrm>
                <a:off x="10956746" y="4074910"/>
                <a:ext cx="287899"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Group"/>
                    </m:oMathParaPr>
                    <m:oMath xmlns:m="http://schemas.openxmlformats.org/officeDocument/2006/math">
                      <m:r>
                        <a:rPr lang="en-US"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16" name="TextBox 15">
                <a:extLst>
                  <a:ext uri="{FF2B5EF4-FFF2-40B4-BE49-F238E27FC236}">
                    <a16:creationId xmlns="" xmlns:a16="http://schemas.microsoft.com/office/drawing/2014/main" id="{68622B1E-44A3-44A2-B1C1-8D969737DA50}"/>
                  </a:ext>
                </a:extLst>
              </p:cNvPr>
              <p:cNvSpPr txBox="1">
                <a:spLocks noRot="1" noChangeAspect="1" noMove="1" noResize="1" noEditPoints="1" noAdjustHandles="1" noChangeArrowheads="1" noChangeShapeType="1" noTextEdit="1"/>
              </p:cNvSpPr>
              <p:nvPr/>
            </p:nvSpPr>
            <p:spPr>
              <a:xfrm>
                <a:off x="10956746" y="4074910"/>
                <a:ext cx="287899" cy="523220"/>
              </a:xfrm>
              <a:prstGeom prst="rect">
                <a:avLst/>
              </a:prstGeom>
              <a:blipFill rotWithShape="0">
                <a:blip r:embed="rId21"/>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910391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graphicEl>
                                              <a:dgm id="{2DC0BE8A-A50D-459F-8803-8F629D24FD59}"/>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graphicEl>
                                              <a:dgm id="{44BA6F07-9809-453E-B5B3-AB636F82DB9E}"/>
                                            </p:graphic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graphicEl>
                                              <a:dgm id="{C1D3A877-193E-433E-996E-DE3797C7F529}"/>
                                            </p:graphic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graphicEl>
                                              <a:dgm id="{98B97CCD-AFF1-49BB-8170-C62165E0F732}"/>
                                            </p:graphic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graphicEl>
                                              <a:dgm id="{75494D80-AAE1-44AB-A5A1-D4E336C9A241}"/>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graphicEl>
                                              <a:dgm id="{2C8919B2-9A29-4B7C-B580-1CADFBED59E0}"/>
                                            </p:graphic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graphicEl>
                                              <a:dgm id="{FF7AE4D5-99CD-430E-997C-4D9624DA75B6}"/>
                                            </p:graphic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graphicEl>
                                              <a:dgm id="{2DC0BE8A-A50D-459F-8803-8F629D24FD59}"/>
                                            </p:graphic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
                                            <p:graphicEl>
                                              <a:dgm id="{44BA6F07-9809-453E-B5B3-AB636F82DB9E}"/>
                                            </p:graphic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
                                            <p:graphicEl>
                                              <a:dgm id="{C1D3A877-193E-433E-996E-DE3797C7F529}"/>
                                            </p:graphic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graphicEl>
                                              <a:dgm id="{98B97CCD-AFF1-49BB-8170-C62165E0F732}"/>
                                            </p:graphic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8">
                                            <p:graphicEl>
                                              <a:dgm id="{75494D80-AAE1-44AB-A5A1-D4E336C9A241}"/>
                                            </p:graphic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8">
                                            <p:graphicEl>
                                              <a:dgm id="{2C8919B2-9A29-4B7C-B580-1CADFBED59E0}"/>
                                            </p:graphic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graphicEl>
                                              <a:dgm id="{FF7AE4D5-99CD-430E-997C-4D9624DA75B6}"/>
                                            </p:graphicEl>
                                          </p:spTgt>
                                        </p:tgtEl>
                                        <p:attrNameLst>
                                          <p:attrName>style.visibility</p:attrName>
                                        </p:attrNameLst>
                                      </p:cBhvr>
                                      <p:to>
                                        <p:strVal val="visible"/>
                                      </p:to>
                                    </p:set>
                                  </p:childTnLst>
                                </p:cTn>
                              </p:par>
                            </p:childTnLst>
                          </p:cTn>
                        </p:par>
                        <p:par>
                          <p:cTn id="47" fill="hold">
                            <p:stCondLst>
                              <p:cond delay="0"/>
                            </p:stCondLst>
                            <p:childTnLst>
                              <p:par>
                                <p:cTn id="48" presetID="1" presetClass="entr" presetSubtype="0" fill="hold" grpId="0" nodeType="afterEffect">
                                  <p:stCondLst>
                                    <p:cond delay="0"/>
                                  </p:stCondLst>
                                  <p:childTnLst>
                                    <p:set>
                                      <p:cBhvr>
                                        <p:cTn id="49" dur="1" fill="hold">
                                          <p:stCondLst>
                                            <p:cond delay="0"/>
                                          </p:stCondLst>
                                        </p:cTn>
                                        <p:tgtEl>
                                          <p:spTgt spid="10"/>
                                        </p:tgtEl>
                                        <p:attrNameLst>
                                          <p:attrName>style.visibility</p:attrName>
                                        </p:attrNameLst>
                                      </p:cBhvr>
                                      <p:to>
                                        <p:strVal val="visible"/>
                                      </p:to>
                                    </p:set>
                                  </p:childTnLst>
                                </p:cTn>
                              </p:par>
                            </p:childTnLst>
                          </p:cTn>
                        </p:par>
                        <p:par>
                          <p:cTn id="50" fill="hold">
                            <p:stCondLst>
                              <p:cond delay="0"/>
                            </p:stCondLst>
                            <p:childTnLst>
                              <p:par>
                                <p:cTn id="51" presetID="1" presetClass="entr" presetSubtype="0" fill="hold" grpId="0" nodeType="afterEffect">
                                  <p:stCondLst>
                                    <p:cond delay="0"/>
                                  </p:stCondLst>
                                  <p:childTnLst>
                                    <p:set>
                                      <p:cBhvr>
                                        <p:cTn id="52" dur="1" fill="hold">
                                          <p:stCondLst>
                                            <p:cond delay="0"/>
                                          </p:stCondLst>
                                        </p:cTn>
                                        <p:tgtEl>
                                          <p:spTgt spid="11"/>
                                        </p:tgtEl>
                                        <p:attrNameLst>
                                          <p:attrName>style.visibility</p:attrName>
                                        </p:attrNameLst>
                                      </p:cBhvr>
                                      <p:to>
                                        <p:strVal val="visible"/>
                                      </p:to>
                                    </p:set>
                                  </p:childTnLst>
                                </p:cTn>
                              </p:par>
                            </p:childTnLst>
                          </p:cTn>
                        </p:par>
                        <p:par>
                          <p:cTn id="53" fill="hold">
                            <p:stCondLst>
                              <p:cond delay="0"/>
                            </p:stCondLst>
                            <p:childTnLst>
                              <p:par>
                                <p:cTn id="54" presetID="1" presetClass="entr" presetSubtype="0" fill="hold" grpId="0" nodeType="afterEffect">
                                  <p:stCondLst>
                                    <p:cond delay="0"/>
                                  </p:stCondLst>
                                  <p:childTnLst>
                                    <p:set>
                                      <p:cBhvr>
                                        <p:cTn id="55" dur="1" fill="hold">
                                          <p:stCondLst>
                                            <p:cond delay="0"/>
                                          </p:stCondLst>
                                        </p:cTn>
                                        <p:tgtEl>
                                          <p:spTgt spid="15"/>
                                        </p:tgtEl>
                                        <p:attrNameLst>
                                          <p:attrName>style.visibility</p:attrName>
                                        </p:attrNameLst>
                                      </p:cBhvr>
                                      <p:to>
                                        <p:strVal val="visible"/>
                                      </p:to>
                                    </p:set>
                                  </p:childTnLst>
                                </p:cTn>
                              </p:par>
                            </p:childTnLst>
                          </p:cTn>
                        </p:par>
                        <p:par>
                          <p:cTn id="56" fill="hold">
                            <p:stCondLst>
                              <p:cond delay="0"/>
                            </p:stCondLst>
                            <p:childTnLst>
                              <p:par>
                                <p:cTn id="57" presetID="1" presetClass="entr" presetSubtype="0" fill="hold" grpId="0" nodeType="afterEffect">
                                  <p:stCondLst>
                                    <p:cond delay="0"/>
                                  </p:stCondLst>
                                  <p:childTnLst>
                                    <p:set>
                                      <p:cBhvr>
                                        <p:cTn id="58" dur="1" fill="hold">
                                          <p:stCondLst>
                                            <p:cond delay="0"/>
                                          </p:stCondLst>
                                        </p:cTn>
                                        <p:tgtEl>
                                          <p:spTgt spid="1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9">
                                            <p:graphicEl>
                                              <a:dgm id="{2DC0BE8A-A50D-459F-8803-8F629D24FD59}"/>
                                            </p:graphic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9">
                                            <p:graphicEl>
                                              <a:dgm id="{44BA6F07-9809-453E-B5B3-AB636F82DB9E}"/>
                                            </p:graphicEl>
                                          </p:spTgt>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9">
                                            <p:graphicEl>
                                              <a:dgm id="{C1D3A877-193E-433E-996E-DE3797C7F529}"/>
                                            </p:graphic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9">
                                            <p:graphicEl>
                                              <a:dgm id="{98B97CCD-AFF1-49BB-8170-C62165E0F732}"/>
                                            </p:graphicEl>
                                          </p:spTgt>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9">
                                            <p:graphicEl>
                                              <a:dgm id="{75494D80-AAE1-44AB-A5A1-D4E336C9A241}"/>
                                            </p:graphic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9">
                                            <p:graphicEl>
                                              <a:dgm id="{2C8919B2-9A29-4B7C-B580-1CADFBED59E0}"/>
                                            </p:graphicEl>
                                          </p:spTgt>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9">
                                            <p:graphicEl>
                                              <a:dgm id="{FF7AE4D5-99CD-430E-997C-4D9624DA75B6}"/>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Sub>
          <a:bldDgm bld="one"/>
        </p:bldSub>
      </p:bldGraphic>
      <p:bldGraphic spid="8" grpId="0">
        <p:bldSub>
          <a:bldDgm bld="one"/>
        </p:bldSub>
      </p:bldGraphic>
      <p:bldGraphic spid="9" grpId="0">
        <p:bldSub>
          <a:bldDgm bld="one"/>
        </p:bldSub>
      </p:bldGraphic>
      <p:bldP spid="10" grpId="0"/>
      <p:bldP spid="11" grpId="0"/>
      <p:bldP spid="15" grpId="0"/>
      <p:bldP spid="16" grpId="0"/>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find required values from the calculator?</a:t>
            </a:r>
            <a:endParaRPr lang="en-US" dirty="0">
              <a:solidFill>
                <a:srgbClr val="FF0000"/>
              </a:solidFill>
            </a:endParaRPr>
          </a:p>
        </p:txBody>
      </p:sp>
      <p:graphicFrame>
        <p:nvGraphicFramePr>
          <p:cNvPr id="3" name="Diagram 2"/>
          <p:cNvGraphicFramePr/>
          <p:nvPr>
            <p:extLst>
              <p:ext uri="{D42A27DB-BD31-4B8C-83A1-F6EECF244321}">
                <p14:modId xmlns:p14="http://schemas.microsoft.com/office/powerpoint/2010/main" val="2280613344"/>
              </p:ext>
            </p:extLst>
          </p:nvPr>
        </p:nvGraphicFramePr>
        <p:xfrm>
          <a:off x="761019" y="1043841"/>
          <a:ext cx="10669963" cy="10058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p:cNvPicPr>
            <a:picLocks noChangeAspect="1"/>
          </p:cNvPicPr>
          <p:nvPr/>
        </p:nvPicPr>
        <p:blipFill rotWithShape="1">
          <a:blip r:embed="rId7" cstate="print">
            <a:extLst>
              <a:ext uri="{28A0092B-C50C-407E-A947-70E740481C1C}">
                <a14:useLocalDpi xmlns:a14="http://schemas.microsoft.com/office/drawing/2010/main" val="0"/>
              </a:ext>
            </a:extLst>
          </a:blip>
          <a:srcRect/>
          <a:stretch/>
        </p:blipFill>
        <p:spPr>
          <a:xfrm rot="16200000">
            <a:off x="7912104" y="4041506"/>
            <a:ext cx="901700" cy="2552701"/>
          </a:xfrm>
          <a:prstGeom prst="rect">
            <a:avLst/>
          </a:prstGeom>
        </p:spPr>
      </p:pic>
      <p:pic>
        <p:nvPicPr>
          <p:cNvPr id="12" name="Picture 11"/>
          <p:cNvPicPr>
            <a:picLocks noChangeAspect="1"/>
          </p:cNvPicPr>
          <p:nvPr/>
        </p:nvPicPr>
        <p:blipFill rotWithShape="1">
          <a:blip r:embed="rId8" cstate="print">
            <a:extLst>
              <a:ext uri="{28A0092B-C50C-407E-A947-70E740481C1C}">
                <a14:useLocalDpi xmlns:a14="http://schemas.microsoft.com/office/drawing/2010/main" val="0"/>
              </a:ext>
            </a:extLst>
          </a:blip>
          <a:srcRect/>
          <a:stretch/>
        </p:blipFill>
        <p:spPr>
          <a:xfrm rot="16200000">
            <a:off x="4203700" y="1419676"/>
            <a:ext cx="889000" cy="2489200"/>
          </a:xfrm>
          <a:prstGeom prst="rect">
            <a:avLst/>
          </a:prstGeom>
        </p:spPr>
      </p:pic>
      <p:pic>
        <p:nvPicPr>
          <p:cNvPr id="13" name="Picture 12"/>
          <p:cNvPicPr>
            <a:picLocks noChangeAspect="1"/>
          </p:cNvPicPr>
          <p:nvPr/>
        </p:nvPicPr>
        <p:blipFill rotWithShape="1">
          <a:blip r:embed="rId9" cstate="print">
            <a:extLst>
              <a:ext uri="{28A0092B-C50C-407E-A947-70E740481C1C}">
                <a14:useLocalDpi xmlns:a14="http://schemas.microsoft.com/office/drawing/2010/main" val="0"/>
              </a:ext>
            </a:extLst>
          </a:blip>
          <a:srcRect/>
          <a:stretch/>
        </p:blipFill>
        <p:spPr>
          <a:xfrm rot="16200000">
            <a:off x="5472298" y="4668703"/>
            <a:ext cx="1249311" cy="1645920"/>
          </a:xfrm>
          <a:prstGeom prst="rect">
            <a:avLst/>
          </a:prstGeom>
        </p:spPr>
      </p:pic>
      <p:sp>
        <p:nvSpPr>
          <p:cNvPr id="14" name="Up Arrow 13"/>
          <p:cNvSpPr/>
          <p:nvPr/>
        </p:nvSpPr>
        <p:spPr>
          <a:xfrm>
            <a:off x="6363653" y="5491663"/>
            <a:ext cx="365760" cy="1097280"/>
          </a:xfrm>
          <a:prstGeom prst="upArrow">
            <a:avLst>
              <a:gd name="adj1" fmla="val 50000"/>
              <a:gd name="adj2" fmla="val 109028"/>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8" name="Diagram 17"/>
          <p:cNvGraphicFramePr/>
          <p:nvPr>
            <p:extLst>
              <p:ext uri="{D42A27DB-BD31-4B8C-83A1-F6EECF244321}">
                <p14:modId xmlns:p14="http://schemas.microsoft.com/office/powerpoint/2010/main" val="4259853851"/>
              </p:ext>
            </p:extLst>
          </p:nvPr>
        </p:nvGraphicFramePr>
        <p:xfrm>
          <a:off x="760476" y="3637280"/>
          <a:ext cx="10671048" cy="1005840"/>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pic>
        <p:nvPicPr>
          <p:cNvPr id="9" name="Picture 8"/>
          <p:cNvPicPr>
            <a:picLocks noChangeAspect="1"/>
          </p:cNvPicPr>
          <p:nvPr/>
        </p:nvPicPr>
        <p:blipFill rotWithShape="1">
          <a:blip r:embed="rId8" cstate="print">
            <a:extLst>
              <a:ext uri="{28A0092B-C50C-407E-A947-70E740481C1C}">
                <a14:useLocalDpi xmlns:a14="http://schemas.microsoft.com/office/drawing/2010/main" val="0"/>
              </a:ext>
            </a:extLst>
          </a:blip>
          <a:srcRect/>
          <a:stretch/>
        </p:blipFill>
        <p:spPr>
          <a:xfrm rot="16200000">
            <a:off x="3418204" y="4066906"/>
            <a:ext cx="889000" cy="2489200"/>
          </a:xfrm>
          <a:prstGeom prst="rect">
            <a:avLst/>
          </a:prstGeom>
        </p:spPr>
      </p:pic>
    </p:spTree>
    <p:extLst>
      <p:ext uri="{BB962C8B-B14F-4D97-AF65-F5344CB8AC3E}">
        <p14:creationId xmlns:p14="http://schemas.microsoft.com/office/powerpoint/2010/main" val="905133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graphicEl>
                                              <a:dgm id="{2DC0BE8A-A50D-459F-8803-8F629D24FD59}"/>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graphicEl>
                                              <a:dgm id="{44BA6F07-9809-453E-B5B3-AB636F82DB9E}"/>
                                            </p:graphic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graphicEl>
                                              <a:dgm id="{C1D3A877-193E-433E-996E-DE3797C7F529}"/>
                                            </p:graphic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graphicEl>
                                              <a:dgm id="{98B97CCD-AFF1-49BB-8170-C62165E0F732}"/>
                                            </p:graphic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graphicEl>
                                              <a:dgm id="{A7280906-DE55-492D-B5CB-040475BA6CF7}"/>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graphicEl>
                                              <a:dgm id="{0B22A032-D8BA-41D9-8980-1ED515E23209}"/>
                                            </p:graphic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graphicEl>
                                              <a:dgm id="{E92B4EFD-C544-41C7-9D79-34EBAB47E99F}"/>
                                            </p:graphic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8">
                                            <p:graphicEl>
                                              <a:dgm id="{98490075-3CCB-4E08-A331-236FAED0D33C}"/>
                                            </p:graphic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8">
                                            <p:graphicEl>
                                              <a:dgm id="{CC967DED-7155-44D0-B814-E69C027BFE20}"/>
                                            </p:graphic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8">
                                            <p:graphicEl>
                                              <a:dgm id="{2117E75B-D0D7-4BA1-98AC-725EA941D7C5}"/>
                                            </p:graphicEl>
                                          </p:spTgt>
                                        </p:tgtEl>
                                        <p:attrNameLst>
                                          <p:attrName>style.visibility</p:attrName>
                                        </p:attrNameLst>
                                      </p:cBhvr>
                                      <p:to>
                                        <p:strVal val="visible"/>
                                      </p:to>
                                    </p:set>
                                  </p:childTnLst>
                                </p:cTn>
                              </p:par>
                            </p:childTnLst>
                          </p:cTn>
                        </p:par>
                        <p:par>
                          <p:cTn id="39" fill="hold">
                            <p:stCondLst>
                              <p:cond delay="0"/>
                            </p:stCondLst>
                            <p:childTnLst>
                              <p:par>
                                <p:cTn id="40" presetID="1" presetClass="entr" presetSubtype="0" fill="hold" nodeType="afterEffect">
                                  <p:stCondLst>
                                    <p:cond delay="0"/>
                                  </p:stCondLst>
                                  <p:childTnLst>
                                    <p:set>
                                      <p:cBhvr>
                                        <p:cTn id="41" dur="1" fill="hold">
                                          <p:stCondLst>
                                            <p:cond delay="0"/>
                                          </p:stCondLst>
                                        </p:cTn>
                                        <p:tgtEl>
                                          <p:spTgt spid="9"/>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18">
                                            <p:graphicEl>
                                              <a:dgm id="{D66E8FE2-6FFD-4E71-8809-FA2BEDBE9684}"/>
                                            </p:graphicEl>
                                          </p:spTgt>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18">
                                            <p:graphicEl>
                                              <a:dgm id="{2DC0BE8A-A50D-459F-8803-8F629D24FD59}"/>
                                            </p:graphicEl>
                                          </p:spTgt>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13"/>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14"/>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0"/>
                                          </p:stCondLst>
                                        </p:cTn>
                                        <p:tgtEl>
                                          <p:spTgt spid="5"/>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18">
                                            <p:graphicEl>
                                              <a:dgm id="{44BA6F07-9809-453E-B5B3-AB636F82DB9E}"/>
                                            </p:graphicEl>
                                          </p:spTgt>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18">
                                            <p:graphicEl>
                                              <a:dgm id="{A7280906-DE55-492D-B5CB-040475BA6CF7}"/>
                                            </p:graphicEl>
                                          </p:spTgt>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18">
                                            <p:graphicEl>
                                              <a:dgm id="{F89185C1-F6BD-43BF-9339-92DE8E29064E}"/>
                                            </p:graphicEl>
                                          </p:spTgt>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18">
                                            <p:graphicEl>
                                              <a:dgm id="{12B9467C-0CAF-489E-ADDA-9ABF5B2734E4}"/>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uiExpand="1">
        <p:bldSub>
          <a:bldDgm bld="one"/>
        </p:bldSub>
      </p:bldGraphic>
      <p:bldP spid="14" grpId="0" animBg="1"/>
      <p:bldGraphic spid="18" grpId="0" uiExpand="1">
        <p:bldSub>
          <a:bldDgm bld="one"/>
        </p:bldSub>
      </p:bldGraphic>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find required values from the calculator?</a:t>
            </a:r>
            <a:endParaRPr lang="en-US" dirty="0">
              <a:solidFill>
                <a:srgbClr val="FF0000"/>
              </a:solidFill>
            </a:endParaRPr>
          </a:p>
        </p:txBody>
      </p:sp>
      <p:graphicFrame>
        <p:nvGraphicFramePr>
          <p:cNvPr id="3" name="Diagram 2"/>
          <p:cNvGraphicFramePr/>
          <p:nvPr>
            <p:extLst>
              <p:ext uri="{D42A27DB-BD31-4B8C-83A1-F6EECF244321}">
                <p14:modId xmlns:p14="http://schemas.microsoft.com/office/powerpoint/2010/main" val="3100704312"/>
              </p:ext>
            </p:extLst>
          </p:nvPr>
        </p:nvGraphicFramePr>
        <p:xfrm>
          <a:off x="152400" y="1043841"/>
          <a:ext cx="11887200" cy="10058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3" name="Picture 12"/>
          <p:cNvPicPr>
            <a:picLocks noChangeAspect="1"/>
          </p:cNvPicPr>
          <p:nvPr/>
        </p:nvPicPr>
        <p:blipFill rotWithShape="1">
          <a:blip r:embed="rId7" cstate="print">
            <a:extLst>
              <a:ext uri="{28A0092B-C50C-407E-A947-70E740481C1C}">
                <a14:useLocalDpi xmlns:a14="http://schemas.microsoft.com/office/drawing/2010/main"/>
              </a:ext>
            </a:extLst>
          </a:blip>
          <a:srcRect/>
          <a:stretch/>
        </p:blipFill>
        <p:spPr>
          <a:xfrm rot="16200000">
            <a:off x="5421502" y="2218859"/>
            <a:ext cx="1249311" cy="1645920"/>
          </a:xfrm>
          <a:prstGeom prst="rect">
            <a:avLst/>
          </a:prstGeom>
        </p:spPr>
      </p:pic>
      <p:sp>
        <p:nvSpPr>
          <p:cNvPr id="14" name="Up Arrow 13"/>
          <p:cNvSpPr/>
          <p:nvPr/>
        </p:nvSpPr>
        <p:spPr>
          <a:xfrm>
            <a:off x="6312857" y="3054519"/>
            <a:ext cx="365760" cy="1097280"/>
          </a:xfrm>
          <a:prstGeom prst="upArrow">
            <a:avLst>
              <a:gd name="adj1" fmla="val 50000"/>
              <a:gd name="adj2" fmla="val 109028"/>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p:cNvPicPr>
            <a:picLocks noChangeAspect="1"/>
          </p:cNvPicPr>
          <p:nvPr/>
        </p:nvPicPr>
        <p:blipFill rotWithShape="1">
          <a:blip r:embed="rId8" cstate="print">
            <a:extLst>
              <a:ext uri="{28A0092B-C50C-407E-A947-70E740481C1C}">
                <a14:useLocalDpi xmlns:a14="http://schemas.microsoft.com/office/drawing/2010/main"/>
              </a:ext>
            </a:extLst>
          </a:blip>
          <a:srcRect/>
          <a:stretch/>
        </p:blipFill>
        <p:spPr>
          <a:xfrm rot="16200000">
            <a:off x="3227684" y="1608835"/>
            <a:ext cx="870509" cy="2487168"/>
          </a:xfrm>
          <a:prstGeom prst="rect">
            <a:avLst/>
          </a:prstGeom>
        </p:spPr>
      </p:pic>
      <p:pic>
        <p:nvPicPr>
          <p:cNvPr id="7" name="Picture 6"/>
          <p:cNvPicPr>
            <a:picLocks noChangeAspect="1"/>
          </p:cNvPicPr>
          <p:nvPr/>
        </p:nvPicPr>
        <p:blipFill rotWithShape="1">
          <a:blip r:embed="rId9" cstate="print">
            <a:extLst>
              <a:ext uri="{28A0092B-C50C-407E-A947-70E740481C1C}">
                <a14:useLocalDpi xmlns:a14="http://schemas.microsoft.com/office/drawing/2010/main"/>
              </a:ext>
            </a:extLst>
          </a:blip>
          <a:srcRect/>
          <a:stretch/>
        </p:blipFill>
        <p:spPr>
          <a:xfrm rot="16200000">
            <a:off x="5674296" y="4486885"/>
            <a:ext cx="836697" cy="2487168"/>
          </a:xfrm>
          <a:prstGeom prst="rect">
            <a:avLst/>
          </a:prstGeom>
        </p:spPr>
      </p:pic>
      <p:pic>
        <p:nvPicPr>
          <p:cNvPr id="9" name="Picture 8"/>
          <p:cNvPicPr>
            <a:picLocks noChangeAspect="1"/>
          </p:cNvPicPr>
          <p:nvPr/>
        </p:nvPicPr>
        <p:blipFill rotWithShape="1">
          <a:blip r:embed="rId10" cstate="print">
            <a:extLst>
              <a:ext uri="{28A0092B-C50C-407E-A947-70E740481C1C}">
                <a14:useLocalDpi xmlns:a14="http://schemas.microsoft.com/office/drawing/2010/main" val="0"/>
              </a:ext>
            </a:extLst>
          </a:blip>
          <a:srcRect l="37270" t="31111" r="32343" b="30000"/>
          <a:stretch/>
        </p:blipFill>
        <p:spPr>
          <a:xfrm rot="16200000">
            <a:off x="5655388" y="3498462"/>
            <a:ext cx="876431" cy="2487168"/>
          </a:xfrm>
          <a:prstGeom prst="rect">
            <a:avLst/>
          </a:prstGeom>
        </p:spPr>
      </p:pic>
    </p:spTree>
    <p:extLst>
      <p:ext uri="{BB962C8B-B14F-4D97-AF65-F5344CB8AC3E}">
        <p14:creationId xmlns:p14="http://schemas.microsoft.com/office/powerpoint/2010/main" val="597064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graphicEl>
                                              <a:dgm id="{2DC0BE8A-A50D-459F-8803-8F629D24FD59}"/>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graphicEl>
                                              <a:dgm id="{44BA6F07-9809-453E-B5B3-AB636F82DB9E}"/>
                                            </p:graphic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graphicEl>
                                              <a:dgm id="{C1D3A877-193E-433E-996E-DE3797C7F529}"/>
                                            </p:graphic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graphicEl>
                                              <a:dgm id="{98B97CCD-AFF1-49BB-8170-C62165E0F732}"/>
                                            </p:graphic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graphicEl>
                                              <a:dgm id="{A7280906-DE55-492D-B5CB-040475BA6CF7}"/>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graphicEl>
                                              <a:dgm id="{EE278DE9-2FD7-4E9F-964F-D06A7AEA7EF1}"/>
                                            </p:graphic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
                                            <p:graphicEl>
                                              <a:dgm id="{F2D91B32-5FAB-464F-AFF0-3061A61BCF77}"/>
                                            </p:graphic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
                                            <p:graphicEl>
                                              <a:dgm id="{F529AC4C-6940-442E-AD90-CB16FE443101}"/>
                                            </p:graphic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
                                            <p:graphicEl>
                                              <a:dgm id="{5627E902-CF83-4687-B9C6-4920488473F8}"/>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uiExpand="1">
        <p:bldSub>
          <a:bldDgm bld="one"/>
        </p:bldSub>
      </p:bldGraphic>
      <p:bldP spid="14"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7" y="869082"/>
            <a:ext cx="11929643" cy="7315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00000"/>
              </a:lnSpc>
            </a:pPr>
            <a:r>
              <a:rPr lang="en-US" dirty="0"/>
              <a:t>Compute the coefficient of correlation between x and y using the following data:</a:t>
            </a:r>
          </a:p>
        </p:txBody>
      </p:sp>
      <p:sp>
        <p:nvSpPr>
          <p:cNvPr id="2" name="Title 1"/>
          <p:cNvSpPr>
            <a:spLocks noGrp="1"/>
          </p:cNvSpPr>
          <p:nvPr>
            <p:ph type="title"/>
          </p:nvPr>
        </p:nvSpPr>
        <p:spPr/>
        <p:txBody>
          <a:bodyPr/>
          <a:lstStyle/>
          <a:p>
            <a:r>
              <a:rPr lang="en-GB" dirty="0"/>
              <a:t>Method 1 ⇝ Example 1</a:t>
            </a:r>
            <a:endParaRPr lang="en-US" dirty="0"/>
          </a:p>
        </p:txBody>
      </p:sp>
      <p:sp>
        <p:nvSpPr>
          <p:cNvPr id="50" name="Rectangle 49">
            <a:extLst>
              <a:ext uri="{FF2B5EF4-FFF2-40B4-BE49-F238E27FC236}">
                <a16:creationId xmlns:a16="http://schemas.microsoft.com/office/drawing/2014/main" id="{B2D3FB0B-D709-43AC-B65F-29361B504B61}"/>
              </a:ext>
            </a:extLst>
          </p:cNvPr>
          <p:cNvSpPr/>
          <p:nvPr/>
        </p:nvSpPr>
        <p:spPr>
          <a:xfrm>
            <a:off x="131177" y="3322975"/>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p:graphicFrame>
        <p:nvGraphicFramePr>
          <p:cNvPr id="3" name="Table 2"/>
          <p:cNvGraphicFramePr>
            <a:graphicFrameLocks noGrp="1"/>
          </p:cNvGraphicFramePr>
          <p:nvPr>
            <p:extLst>
              <p:ext uri="{D42A27DB-BD31-4B8C-83A1-F6EECF244321}">
                <p14:modId xmlns:p14="http://schemas.microsoft.com/office/powerpoint/2010/main" val="3450659700"/>
              </p:ext>
            </p:extLst>
          </p:nvPr>
        </p:nvGraphicFramePr>
        <p:xfrm>
          <a:off x="129540" y="1747867"/>
          <a:ext cx="11932921" cy="1280160"/>
        </p:xfrm>
        <a:graphic>
          <a:graphicData uri="http://schemas.openxmlformats.org/drawingml/2006/table">
            <a:tbl>
              <a:tblPr firstRow="1" firstCol="1" bandRow="1">
                <a:tableStyleId>{E8B1032C-EA38-4F05-BA0D-38AFFFC7BED3}</a:tableStyleId>
              </a:tblPr>
              <a:tblGrid>
                <a:gridCol w="1704703">
                  <a:extLst>
                    <a:ext uri="{9D8B030D-6E8A-4147-A177-3AD203B41FA5}">
                      <a16:colId xmlns:a16="http://schemas.microsoft.com/office/drawing/2014/main" val="20000"/>
                    </a:ext>
                  </a:extLst>
                </a:gridCol>
                <a:gridCol w="1704703">
                  <a:extLst>
                    <a:ext uri="{9D8B030D-6E8A-4147-A177-3AD203B41FA5}">
                      <a16:colId xmlns:a16="http://schemas.microsoft.com/office/drawing/2014/main" val="20001"/>
                    </a:ext>
                  </a:extLst>
                </a:gridCol>
                <a:gridCol w="1704703">
                  <a:extLst>
                    <a:ext uri="{9D8B030D-6E8A-4147-A177-3AD203B41FA5}">
                      <a16:colId xmlns:a16="http://schemas.microsoft.com/office/drawing/2014/main" val="20002"/>
                    </a:ext>
                  </a:extLst>
                </a:gridCol>
                <a:gridCol w="1704703">
                  <a:extLst>
                    <a:ext uri="{9D8B030D-6E8A-4147-A177-3AD203B41FA5}">
                      <a16:colId xmlns:a16="http://schemas.microsoft.com/office/drawing/2014/main" val="20003"/>
                    </a:ext>
                  </a:extLst>
                </a:gridCol>
                <a:gridCol w="1704703">
                  <a:extLst>
                    <a:ext uri="{9D8B030D-6E8A-4147-A177-3AD203B41FA5}">
                      <a16:colId xmlns:a16="http://schemas.microsoft.com/office/drawing/2014/main" val="20004"/>
                    </a:ext>
                  </a:extLst>
                </a:gridCol>
                <a:gridCol w="1704703">
                  <a:extLst>
                    <a:ext uri="{9D8B030D-6E8A-4147-A177-3AD203B41FA5}">
                      <a16:colId xmlns:a16="http://schemas.microsoft.com/office/drawing/2014/main" val="20005"/>
                    </a:ext>
                  </a:extLst>
                </a:gridCol>
                <a:gridCol w="1704703">
                  <a:extLst>
                    <a:ext uri="{9D8B030D-6E8A-4147-A177-3AD203B41FA5}">
                      <a16:colId xmlns:a16="http://schemas.microsoft.com/office/drawing/2014/main" val="20006"/>
                    </a:ext>
                  </a:extLst>
                </a:gridCol>
              </a:tblGrid>
              <a:tr h="640080">
                <a:tc>
                  <a:txBody>
                    <a:bodyPr/>
                    <a:lstStyle/>
                    <a:p>
                      <a:pPr marL="0" marR="0" algn="ctr">
                        <a:lnSpc>
                          <a:spcPct val="100000"/>
                        </a:lnSpc>
                        <a:spcBef>
                          <a:spcPts val="0"/>
                        </a:spcBef>
                        <a:spcAft>
                          <a:spcPts val="0"/>
                        </a:spcAft>
                        <a:tabLst>
                          <a:tab pos="0" algn="l"/>
                          <a:tab pos="447675" algn="l"/>
                        </a:tabLst>
                      </a:pPr>
                      <a:r>
                        <a:rPr lang="en-US" sz="2800" b="1" dirty="0">
                          <a:solidFill>
                            <a:srgbClr val="002060"/>
                          </a:solidFill>
                          <a:effectLst/>
                        </a:rPr>
                        <a:t>x</a:t>
                      </a:r>
                      <a:endParaRPr lang="en-US" sz="2800" b="1"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79171" marR="179171"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rPr>
                        <a:t>2</a:t>
                      </a:r>
                      <a:endParaRPr lang="en-US" sz="2800" b="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79171" marR="179171"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rPr>
                        <a:t>4</a:t>
                      </a:r>
                      <a:endParaRPr lang="en-US" sz="2800" b="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79171" marR="179171"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rPr>
                        <a:t>5</a:t>
                      </a:r>
                      <a:endParaRPr lang="en-US" sz="2800" b="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79171" marR="179171"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rPr>
                        <a:t>6</a:t>
                      </a:r>
                      <a:endParaRPr lang="en-US" sz="2800" b="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79171" marR="179171" marT="0" marB="0" anchor="ctr"/>
                </a:tc>
                <a:tc>
                  <a:txBody>
                    <a:bodyPr/>
                    <a:lstStyle/>
                    <a:p>
                      <a:pPr marL="0" marR="0" algn="ctr">
                        <a:lnSpc>
                          <a:spcPct val="100000"/>
                        </a:lnSpc>
                        <a:spcBef>
                          <a:spcPts val="0"/>
                        </a:spcBef>
                        <a:spcAft>
                          <a:spcPts val="0"/>
                        </a:spcAft>
                        <a:tabLst>
                          <a:tab pos="0" algn="l"/>
                          <a:tab pos="447675" algn="l"/>
                        </a:tabLst>
                      </a:pPr>
                      <a:r>
                        <a:rPr lang="en-US" sz="2800" b="0">
                          <a:solidFill>
                            <a:srgbClr val="002060"/>
                          </a:solidFill>
                          <a:effectLst/>
                        </a:rPr>
                        <a:t>8</a:t>
                      </a:r>
                      <a:endParaRPr lang="en-US" sz="2800" b="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79171" marR="179171"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rPr>
                        <a:t>11</a:t>
                      </a:r>
                      <a:endParaRPr lang="en-US" sz="2800" b="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79171" marR="179171" marT="0" marB="0" anchor="ctr"/>
                </a:tc>
                <a:extLst>
                  <a:ext uri="{0D108BD9-81ED-4DB2-BD59-A6C34878D82A}">
                    <a16:rowId xmlns:a16="http://schemas.microsoft.com/office/drawing/2014/main" val="10000"/>
                  </a:ext>
                </a:extLst>
              </a:tr>
              <a:tr h="640080">
                <a:tc>
                  <a:txBody>
                    <a:bodyPr/>
                    <a:lstStyle/>
                    <a:p>
                      <a:pPr marL="0" marR="0" algn="ctr">
                        <a:lnSpc>
                          <a:spcPct val="100000"/>
                        </a:lnSpc>
                        <a:spcBef>
                          <a:spcPts val="0"/>
                        </a:spcBef>
                        <a:spcAft>
                          <a:spcPts val="0"/>
                        </a:spcAft>
                        <a:tabLst>
                          <a:tab pos="0" algn="l"/>
                          <a:tab pos="447675" algn="l"/>
                        </a:tabLst>
                      </a:pPr>
                      <a:r>
                        <a:rPr lang="en-US" sz="2800" b="1" dirty="0">
                          <a:solidFill>
                            <a:srgbClr val="002060"/>
                          </a:solidFill>
                          <a:effectLst/>
                        </a:rPr>
                        <a:t>y</a:t>
                      </a:r>
                      <a:endParaRPr lang="en-US" sz="2800" b="1"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79171" marR="179171"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rPr>
                        <a:t>18</a:t>
                      </a:r>
                      <a:endParaRPr lang="en-US" sz="2800" b="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79171" marR="179171"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rPr>
                        <a:t>12</a:t>
                      </a:r>
                      <a:endParaRPr lang="en-US" sz="2800" b="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79171" marR="179171"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rPr>
                        <a:t>10</a:t>
                      </a:r>
                      <a:endParaRPr lang="en-US" sz="2800" b="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79171" marR="179171"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rPr>
                        <a:t>8</a:t>
                      </a:r>
                      <a:endParaRPr lang="en-US" sz="2800" b="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79171" marR="179171"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rPr>
                        <a:t>7</a:t>
                      </a:r>
                      <a:endParaRPr lang="en-US" sz="2800" b="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79171" marR="179171"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rPr>
                        <a:t>5</a:t>
                      </a:r>
                      <a:endParaRPr lang="en-US" sz="2800" b="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79171" marR="179171" marT="0" marB="0" anchor="ctr"/>
                </a:tc>
                <a:extLst>
                  <a:ext uri="{0D108BD9-81ED-4DB2-BD59-A6C34878D82A}">
                    <a16:rowId xmlns:a16="http://schemas.microsoft.com/office/drawing/2014/main" val="10001"/>
                  </a:ext>
                </a:extLst>
              </a:tr>
            </a:tbl>
          </a:graphicData>
        </a:graphic>
      </p:graphicFrame>
      <mc:AlternateContent xmlns:mc="http://schemas.openxmlformats.org/markup-compatibility/2006" xmlns:a14="http://schemas.microsoft.com/office/drawing/2010/main">
        <mc:Choice Requires="a14">
          <p:sp>
            <p:nvSpPr>
              <p:cNvPr id="7" name="Rectangle 6"/>
              <p:cNvSpPr/>
              <p:nvPr/>
            </p:nvSpPr>
            <p:spPr>
              <a:xfrm>
                <a:off x="1625597" y="3322975"/>
                <a:ext cx="9817111" cy="2936188"/>
              </a:xfrm>
              <a:prstGeom prst="rect">
                <a:avLst/>
              </a:prstGeom>
            </p:spPr>
            <p:txBody>
              <a:bodyPr wrap="none">
                <a:spAutoFit/>
              </a:bodyPr>
              <a:lstStyle/>
              <a:p>
                <a:pPr marL="514350" lvl="0" indent="-514350" algn="just">
                  <a:buClr>
                    <a:srgbClr val="B84742"/>
                  </a:buClr>
                  <a:buFont typeface="+mj-lt"/>
                  <a:buAutoNum type="arabicParenR"/>
                </a:pPr>
                <a:r>
                  <a:rPr lang="en-US" sz="2800" dirty="0">
                    <a:solidFill>
                      <a:srgbClr val="002060"/>
                    </a:solidFill>
                  </a:rPr>
                  <a:t>Prepare the </a:t>
                </a:r>
                <a:r>
                  <a:rPr lang="en-US" sz="2800" dirty="0">
                    <a:solidFill>
                      <a:srgbClr val="FF0000"/>
                    </a:solidFill>
                  </a:rPr>
                  <a:t>table</a:t>
                </a:r>
                <a:r>
                  <a:rPr lang="en-US" sz="2800" dirty="0">
                    <a:solidFill>
                      <a:srgbClr val="002060"/>
                    </a:solidFill>
                  </a:rPr>
                  <a:t> with 5 columns using the given values of </a:t>
                </a:r>
                <a14:m>
                  <m:oMath xmlns:m="http://schemas.openxmlformats.org/officeDocument/2006/math">
                    <m:r>
                      <m:rPr>
                        <m:sty m:val="p"/>
                      </m:rPr>
                      <a:rPr lang="en-US" sz="2800" dirty="0">
                        <a:solidFill>
                          <a:srgbClr val="002060"/>
                        </a:solidFill>
                        <a:latin typeface="Cambria Math" panose="02040503050406030204" pitchFamily="18" charset="0"/>
                      </a:rPr>
                      <m:t>x</m:t>
                    </m:r>
                  </m:oMath>
                </a14:m>
                <a:r>
                  <a:rPr lang="en-US" sz="2800" dirty="0">
                    <a:solidFill>
                      <a:srgbClr val="002060"/>
                    </a:solidFill>
                  </a:rPr>
                  <a:t> &amp; </a:t>
                </a:r>
                <a14:m>
                  <m:oMath xmlns:m="http://schemas.openxmlformats.org/officeDocument/2006/math">
                    <m:r>
                      <m:rPr>
                        <m:sty m:val="p"/>
                      </m:rPr>
                      <a:rPr lang="en-US" sz="2800" dirty="0">
                        <a:solidFill>
                          <a:srgbClr val="002060"/>
                        </a:solidFill>
                        <a:latin typeface="Cambria Math" panose="02040503050406030204" pitchFamily="18" charset="0"/>
                      </a:rPr>
                      <m:t>y</m:t>
                    </m:r>
                  </m:oMath>
                </a14:m>
                <a:r>
                  <a:rPr lang="en-US" sz="2800" dirty="0">
                    <a:solidFill>
                      <a:srgbClr val="002060"/>
                    </a:solidFill>
                  </a:rPr>
                  <a:t>.</a:t>
                </a:r>
                <a:endParaRPr lang="en-US" sz="2800" dirty="0">
                  <a:solidFill>
                    <a:srgbClr val="FF0000"/>
                  </a:solidFill>
                </a:endParaRPr>
              </a:p>
              <a:p>
                <a:pPr marL="514350" lvl="0" indent="-514350" algn="just">
                  <a:lnSpc>
                    <a:spcPct val="140000"/>
                  </a:lnSpc>
                  <a:buClr>
                    <a:srgbClr val="B84742"/>
                  </a:buClr>
                  <a:buFont typeface="+mj-lt"/>
                  <a:buAutoNum type="arabicParenR"/>
                </a:pPr>
                <a:r>
                  <a:rPr lang="en-US" sz="2800" dirty="0">
                    <a:solidFill>
                      <a:srgbClr val="FF0000"/>
                    </a:solidFill>
                  </a:rPr>
                  <a:t>Store</a:t>
                </a:r>
                <a:r>
                  <a:rPr lang="en-US" sz="2800" dirty="0">
                    <a:solidFill>
                      <a:srgbClr val="002060"/>
                    </a:solidFill>
                  </a:rPr>
                  <a:t> the </a:t>
                </a:r>
                <a:r>
                  <a:rPr lang="en-US" sz="2800" dirty="0">
                    <a:solidFill>
                      <a:srgbClr val="FF0000"/>
                    </a:solidFill>
                  </a:rPr>
                  <a:t>given</a:t>
                </a:r>
                <a:r>
                  <a:rPr lang="en-US" sz="2800" dirty="0">
                    <a:solidFill>
                      <a:srgbClr val="002060"/>
                    </a:solidFill>
                  </a:rPr>
                  <a:t> data in the scientific calculator(fx-82MS).</a:t>
                </a:r>
              </a:p>
              <a:p>
                <a:pPr marL="514350" lvl="0" indent="-514350" algn="just">
                  <a:lnSpc>
                    <a:spcPct val="140000"/>
                  </a:lnSpc>
                  <a:buClr>
                    <a:srgbClr val="B84742"/>
                  </a:buClr>
                  <a:buFont typeface="+mj-lt"/>
                  <a:buAutoNum type="arabicParenR"/>
                </a:pPr>
                <a:r>
                  <a:rPr lang="en-US" sz="2800" dirty="0">
                    <a:solidFill>
                      <a:srgbClr val="FF0000"/>
                    </a:solidFill>
                  </a:rPr>
                  <a:t>Find</a:t>
                </a:r>
                <a:r>
                  <a:rPr lang="en-US" sz="2800" dirty="0">
                    <a:solidFill>
                      <a:srgbClr val="002060"/>
                    </a:solidFill>
                  </a:rPr>
                  <a:t> the values of </a:t>
                </a:r>
                <a:r>
                  <a:rPr lang="en-US" sz="2800" dirty="0">
                    <a:solidFill>
                      <a:srgbClr val="FF0000"/>
                    </a:solidFill>
                  </a:rPr>
                  <a:t>last row</a:t>
                </a:r>
                <a:r>
                  <a:rPr lang="en-US" sz="2800" dirty="0">
                    <a:solidFill>
                      <a:srgbClr val="002060"/>
                    </a:solidFill>
                  </a:rPr>
                  <a:t> from the calculator.</a:t>
                </a:r>
              </a:p>
              <a:p>
                <a:pPr marL="514350" lvl="0" indent="-514350" algn="just">
                  <a:lnSpc>
                    <a:spcPct val="140000"/>
                  </a:lnSpc>
                  <a:buClr>
                    <a:srgbClr val="B84742"/>
                  </a:buClr>
                  <a:buFont typeface="+mj-lt"/>
                  <a:buAutoNum type="arabicParenR"/>
                </a:pPr>
                <a:r>
                  <a:rPr lang="en-US" sz="2800" dirty="0">
                    <a:solidFill>
                      <a:srgbClr val="FF0000"/>
                    </a:solidFill>
                  </a:rPr>
                  <a:t>Write</a:t>
                </a:r>
                <a:r>
                  <a:rPr lang="en-US" sz="2800" dirty="0">
                    <a:solidFill>
                      <a:srgbClr val="002060"/>
                    </a:solidFill>
                  </a:rPr>
                  <a:t> the formula and substitute all the values in the </a:t>
                </a:r>
                <a:r>
                  <a:rPr lang="en-US" sz="2800" dirty="0">
                    <a:solidFill>
                      <a:srgbClr val="FF0000"/>
                    </a:solidFill>
                  </a:rPr>
                  <a:t>formula</a:t>
                </a:r>
                <a:r>
                  <a:rPr lang="en-US" sz="2800" dirty="0">
                    <a:solidFill>
                      <a:srgbClr val="002060"/>
                    </a:solidFill>
                  </a:rPr>
                  <a:t>.</a:t>
                </a:r>
              </a:p>
              <a:p>
                <a:pPr marL="514350" lvl="0" indent="-514350" algn="just">
                  <a:lnSpc>
                    <a:spcPct val="140000"/>
                  </a:lnSpc>
                  <a:buClr>
                    <a:srgbClr val="B84742"/>
                  </a:buClr>
                  <a:buFont typeface="+mj-lt"/>
                  <a:buAutoNum type="arabicParenR"/>
                </a:pPr>
                <a:r>
                  <a:rPr lang="en-US" sz="2800" dirty="0">
                    <a:solidFill>
                      <a:srgbClr val="FF0000"/>
                    </a:solidFill>
                  </a:rPr>
                  <a:t>Find</a:t>
                </a:r>
                <a:r>
                  <a:rPr lang="en-US" sz="2800" dirty="0">
                    <a:solidFill>
                      <a:srgbClr val="002060"/>
                    </a:solidFill>
                  </a:rPr>
                  <a:t> the value of </a:t>
                </a:r>
                <a14:m>
                  <m:oMath xmlns:m="http://schemas.openxmlformats.org/officeDocument/2006/math">
                    <m:r>
                      <m:rPr>
                        <m:sty m:val="p"/>
                      </m:rPr>
                      <a:rPr lang="en-US" sz="2800" dirty="0">
                        <a:solidFill>
                          <a:srgbClr val="FF0000"/>
                        </a:solidFill>
                        <a:latin typeface="Cambria Math" panose="02040503050406030204" pitchFamily="18" charset="0"/>
                      </a:rPr>
                      <m:t>r</m:t>
                    </m:r>
                  </m:oMath>
                </a14:m>
                <a:r>
                  <a:rPr lang="en-US" sz="2800" dirty="0">
                    <a:solidFill>
                      <a:srgbClr val="002060"/>
                    </a:solidFill>
                  </a:rPr>
                  <a:t> from the calculator.</a:t>
                </a:r>
              </a:p>
            </p:txBody>
          </p:sp>
        </mc:Choice>
        <mc:Fallback xmlns="">
          <p:sp>
            <p:nvSpPr>
              <p:cNvPr id="7" name="Rectangle 6"/>
              <p:cNvSpPr>
                <a:spLocks noRot="1" noChangeAspect="1" noMove="1" noResize="1" noEditPoints="1" noAdjustHandles="1" noChangeArrowheads="1" noChangeShapeType="1" noTextEdit="1"/>
              </p:cNvSpPr>
              <p:nvPr/>
            </p:nvSpPr>
            <p:spPr>
              <a:xfrm>
                <a:off x="1625597" y="3322975"/>
                <a:ext cx="9817111" cy="2936188"/>
              </a:xfrm>
              <a:prstGeom prst="rect">
                <a:avLst/>
              </a:prstGeom>
              <a:blipFill rotWithShape="0">
                <a:blip r:embed="rId2"/>
                <a:stretch>
                  <a:fillRect l="-1304" t="-2075" r="-248" b="-2905"/>
                </a:stretch>
              </a:blipFill>
            </p:spPr>
            <p:txBody>
              <a:bodyPr/>
              <a:lstStyle/>
              <a:p>
                <a:r>
                  <a:rPr lang="en-US">
                    <a:noFill/>
                  </a:rPr>
                  <a:t> </a:t>
                </a:r>
              </a:p>
            </p:txBody>
          </p:sp>
        </mc:Fallback>
      </mc:AlternateContent>
    </p:spTree>
    <p:extLst>
      <p:ext uri="{BB962C8B-B14F-4D97-AF65-F5344CB8AC3E}">
        <p14:creationId xmlns:p14="http://schemas.microsoft.com/office/powerpoint/2010/main" val="2488568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50"/>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50" grpId="0" animBg="1"/>
      <p:bldP spid="7"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1 ⇝ Example 2(</a:t>
            </a:r>
            <a:r>
              <a:rPr lang="en-GB" dirty="0">
                <a:solidFill>
                  <a:srgbClr val="FF0000"/>
                </a:solidFill>
              </a:rPr>
              <a:t>Continue</a:t>
            </a:r>
            <a:r>
              <a:rPr lang="en-GB" dirty="0"/>
              <a:t>)</a:t>
            </a:r>
            <a:endParaRPr lang="en-US" dirty="0"/>
          </a:p>
        </p:txBody>
      </p:sp>
      <mc:AlternateContent xmlns:mc="http://schemas.openxmlformats.org/markup-compatibility/2006" xmlns:a14="http://schemas.microsoft.com/office/drawing/2010/main">
        <mc:Choice Requires="a14">
          <p:graphicFrame>
            <p:nvGraphicFramePr>
              <p:cNvPr id="6" name="Table 5"/>
              <p:cNvGraphicFramePr>
                <a:graphicFrameLocks noGrp="1"/>
              </p:cNvGraphicFramePr>
              <p:nvPr>
                <p:extLst>
                  <p:ext uri="{D42A27DB-BD31-4B8C-83A1-F6EECF244321}">
                    <p14:modId xmlns:p14="http://schemas.microsoft.com/office/powerpoint/2010/main" val="2561157943"/>
                  </p:ext>
                </p:extLst>
              </p:nvPr>
            </p:nvGraphicFramePr>
            <p:xfrm>
              <a:off x="152400" y="818368"/>
              <a:ext cx="11887200" cy="5669280"/>
            </p:xfrm>
            <a:graphic>
              <a:graphicData uri="http://schemas.openxmlformats.org/drawingml/2006/table">
                <a:tbl>
                  <a:tblPr firstRow="1" bandRow="1">
                    <a:tableStyleId>{93296810-A885-4BE3-A3E7-6D5BEEA58F35}</a:tableStyleId>
                  </a:tblPr>
                  <a:tblGrid>
                    <a:gridCol w="23774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gridCol w="2377440">
                      <a:extLst>
                        <a:ext uri="{9D8B030D-6E8A-4147-A177-3AD203B41FA5}">
                          <a16:colId xmlns:a16="http://schemas.microsoft.com/office/drawing/2014/main" val="20004"/>
                        </a:ext>
                      </a:extLst>
                    </a:gridCol>
                  </a:tblGrid>
                  <a:tr h="640080">
                    <a:tc>
                      <a:txBody>
                        <a:bodyPr/>
                        <a:lstStyle/>
                        <a:p>
                          <a:pPr/>
                          <a14:m>
                            <m:oMathPara xmlns:m="http://schemas.openxmlformats.org/officeDocument/2006/math">
                              <m:oMathParaPr>
                                <m:jc m:val="centerGroup"/>
                              </m:oMathParaPr>
                              <m:oMath xmlns:m="http://schemas.openxmlformats.org/officeDocument/2006/math">
                                <m:r>
                                  <a:rPr lang="en-US" sz="2800" b="1" i="0" dirty="0" smtClean="0">
                                    <a:solidFill>
                                      <a:schemeClr val="bg1"/>
                                    </a:solidFill>
                                    <a:latin typeface="Cambria Math" panose="02040503050406030204" pitchFamily="18" charset="0"/>
                                  </a:rPr>
                                  <m:t>𝐱</m:t>
                                </m:r>
                              </m:oMath>
                            </m:oMathPara>
                          </a14:m>
                          <a:endParaRPr lang="en-US" sz="2800" b="1" dirty="0">
                            <a:solidFill>
                              <a:schemeClr val="bg1"/>
                            </a:solidFill>
                          </a:endParaRPr>
                        </a:p>
                      </a:txBody>
                      <a:tcPr anchor="ctr"/>
                    </a:tc>
                    <a:tc>
                      <a:txBody>
                        <a:bodyPr/>
                        <a:lstStyle/>
                        <a:p>
                          <a:pPr/>
                          <a14:m>
                            <m:oMathPara xmlns:m="http://schemas.openxmlformats.org/officeDocument/2006/math">
                              <m:oMathParaPr>
                                <m:jc m:val="centerGroup"/>
                              </m:oMathParaPr>
                              <m:oMath xmlns:m="http://schemas.openxmlformats.org/officeDocument/2006/math">
                                <m:r>
                                  <a:rPr lang="en-US" sz="2800" b="1" i="0" dirty="0" smtClean="0">
                                    <a:solidFill>
                                      <a:schemeClr val="bg1"/>
                                    </a:solidFill>
                                    <a:latin typeface="Cambria Math" panose="02040503050406030204" pitchFamily="18" charset="0"/>
                                  </a:rPr>
                                  <m:t>𝐲</m:t>
                                </m:r>
                              </m:oMath>
                            </m:oMathPara>
                          </a14:m>
                          <a:endParaRPr lang="en-US" sz="2800" b="1" dirty="0">
                            <a:solidFill>
                              <a:schemeClr val="bg1"/>
                            </a:solidFill>
                          </a:endParaRPr>
                        </a:p>
                      </a:txBody>
                      <a:tcPr anchor="ctr"/>
                    </a:tc>
                    <a:tc>
                      <a:txBody>
                        <a:bodyPr/>
                        <a:lstStyle/>
                        <a:p>
                          <a:pPr/>
                          <a14:m>
                            <m:oMathPara xmlns:m="http://schemas.openxmlformats.org/officeDocument/2006/math">
                              <m:oMathParaPr>
                                <m:jc m:val="centerGroup"/>
                              </m:oMathParaPr>
                              <m:oMath xmlns:m="http://schemas.openxmlformats.org/officeDocument/2006/math">
                                <m:sSup>
                                  <m:sSupPr>
                                    <m:ctrlPr>
                                      <a:rPr lang="en-US" sz="2800" b="1" i="1" dirty="0" smtClean="0">
                                        <a:solidFill>
                                          <a:schemeClr val="bg1"/>
                                        </a:solidFill>
                                        <a:latin typeface="Cambria Math" panose="02040503050406030204" pitchFamily="18" charset="0"/>
                                      </a:rPr>
                                    </m:ctrlPr>
                                  </m:sSupPr>
                                  <m:e>
                                    <m:r>
                                      <a:rPr lang="en-US" sz="2800" b="1" i="0" dirty="0" smtClean="0">
                                        <a:solidFill>
                                          <a:schemeClr val="bg1"/>
                                        </a:solidFill>
                                        <a:latin typeface="Cambria Math" panose="02040503050406030204" pitchFamily="18" charset="0"/>
                                      </a:rPr>
                                      <m:t>𝐱</m:t>
                                    </m:r>
                                  </m:e>
                                  <m:sup>
                                    <m:r>
                                      <a:rPr lang="en-US" sz="2800" b="1" i="0" dirty="0" smtClean="0">
                                        <a:solidFill>
                                          <a:schemeClr val="bg1"/>
                                        </a:solidFill>
                                        <a:latin typeface="Cambria Math" panose="02040503050406030204" pitchFamily="18" charset="0"/>
                                      </a:rPr>
                                      <m:t>𝟐</m:t>
                                    </m:r>
                                  </m:sup>
                                </m:sSup>
                              </m:oMath>
                            </m:oMathPara>
                          </a14:m>
                          <a:endParaRPr lang="en-US" sz="2800" b="1" dirty="0">
                            <a:solidFill>
                              <a:schemeClr val="bg1"/>
                            </a:solidFill>
                          </a:endParaRPr>
                        </a:p>
                      </a:txBody>
                      <a:tcPr anchor="ctr"/>
                    </a:tc>
                    <a:tc>
                      <a:txBody>
                        <a:bodyPr/>
                        <a:lstStyle/>
                        <a:p>
                          <a:pPr/>
                          <a14:m>
                            <m:oMathPara xmlns:m="http://schemas.openxmlformats.org/officeDocument/2006/math">
                              <m:oMathParaPr>
                                <m:jc m:val="centerGroup"/>
                              </m:oMathParaPr>
                              <m:oMath xmlns:m="http://schemas.openxmlformats.org/officeDocument/2006/math">
                                <m:sSup>
                                  <m:sSupPr>
                                    <m:ctrlPr>
                                      <a:rPr lang="en-US" sz="2800" b="1" i="1" dirty="0" smtClean="0">
                                        <a:solidFill>
                                          <a:schemeClr val="bg1"/>
                                        </a:solidFill>
                                        <a:latin typeface="Cambria Math" panose="02040503050406030204" pitchFamily="18" charset="0"/>
                                      </a:rPr>
                                    </m:ctrlPr>
                                  </m:sSupPr>
                                  <m:e>
                                    <m:r>
                                      <a:rPr lang="en-US" sz="2800" b="1" i="0" dirty="0" smtClean="0">
                                        <a:solidFill>
                                          <a:schemeClr val="bg1"/>
                                        </a:solidFill>
                                        <a:latin typeface="Cambria Math" panose="02040503050406030204" pitchFamily="18" charset="0"/>
                                      </a:rPr>
                                      <m:t>𝐲</m:t>
                                    </m:r>
                                  </m:e>
                                  <m:sup>
                                    <m:r>
                                      <a:rPr lang="en-US" sz="2800" b="1" i="0" dirty="0" smtClean="0">
                                        <a:solidFill>
                                          <a:schemeClr val="bg1"/>
                                        </a:solidFill>
                                        <a:latin typeface="Cambria Math" panose="02040503050406030204" pitchFamily="18" charset="0"/>
                                      </a:rPr>
                                      <m:t>𝟐</m:t>
                                    </m:r>
                                  </m:sup>
                                </m:sSup>
                              </m:oMath>
                            </m:oMathPara>
                          </a14:m>
                          <a:endParaRPr lang="en-US" sz="2800" b="1" dirty="0">
                            <a:solidFill>
                              <a:schemeClr val="bg1"/>
                            </a:solidFill>
                          </a:endParaRPr>
                        </a:p>
                      </a:txBody>
                      <a:tcPr anchor="ctr"/>
                    </a:tc>
                    <a:tc>
                      <a:txBody>
                        <a:bodyPr/>
                        <a:lstStyle/>
                        <a:p>
                          <a:pPr/>
                          <a14:m>
                            <m:oMathPara xmlns:m="http://schemas.openxmlformats.org/officeDocument/2006/math">
                              <m:oMathParaPr>
                                <m:jc m:val="centerGroup"/>
                              </m:oMathParaPr>
                              <m:oMath xmlns:m="http://schemas.openxmlformats.org/officeDocument/2006/math">
                                <m:r>
                                  <a:rPr lang="en-US" sz="2800" b="1" i="0" dirty="0" smtClean="0">
                                    <a:solidFill>
                                      <a:schemeClr val="bg1"/>
                                    </a:solidFill>
                                    <a:latin typeface="Cambria Math" panose="02040503050406030204" pitchFamily="18" charset="0"/>
                                  </a:rPr>
                                  <m:t>𝐱𝐲</m:t>
                                </m:r>
                              </m:oMath>
                            </m:oMathPara>
                          </a14:m>
                          <a:endParaRPr lang="en-US" sz="2800" b="1" dirty="0">
                            <a:solidFill>
                              <a:schemeClr val="bg1"/>
                            </a:solidFill>
                          </a:endParaRPr>
                        </a:p>
                      </a:txBody>
                      <a:tcPr anchor="ctr"/>
                    </a:tc>
                    <a:extLst>
                      <a:ext uri="{0D108BD9-81ED-4DB2-BD59-A6C34878D82A}">
                        <a16:rowId xmlns:a16="http://schemas.microsoft.com/office/drawing/2014/main" val="10000"/>
                      </a:ext>
                    </a:extLst>
                  </a:tr>
                  <a:tr h="640080">
                    <a:tc>
                      <a:txBody>
                        <a:bodyPr/>
                        <a:lstStyle/>
                        <a:p>
                          <a:pPr algn="ctr"/>
                          <a:r>
                            <a:rPr lang="en-US" sz="2800" b="0" dirty="0">
                              <a:solidFill>
                                <a:srgbClr val="002060"/>
                              </a:solidFill>
                            </a:rPr>
                            <a:t>2</a:t>
                          </a:r>
                        </a:p>
                      </a:txBody>
                      <a:tcPr anchor="ctr"/>
                    </a:tc>
                    <a:tc>
                      <a:txBody>
                        <a:bodyPr/>
                        <a:lstStyle/>
                        <a:p>
                          <a:pPr algn="ctr"/>
                          <a:r>
                            <a:rPr lang="en-US" sz="2800" b="0" dirty="0">
                              <a:solidFill>
                                <a:srgbClr val="002060"/>
                              </a:solidFill>
                            </a:rPr>
                            <a:t>18</a:t>
                          </a: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1"/>
                      </a:ext>
                    </a:extLst>
                  </a:tr>
                  <a:tr h="640080">
                    <a:tc>
                      <a:txBody>
                        <a:bodyPr/>
                        <a:lstStyle/>
                        <a:p>
                          <a:pPr algn="ctr"/>
                          <a:r>
                            <a:rPr lang="en-US" sz="2800" b="0" dirty="0">
                              <a:solidFill>
                                <a:srgbClr val="002060"/>
                              </a:solidFill>
                            </a:rPr>
                            <a:t>4</a:t>
                          </a:r>
                        </a:p>
                      </a:txBody>
                      <a:tcPr anchor="ctr"/>
                    </a:tc>
                    <a:tc>
                      <a:txBody>
                        <a:bodyPr/>
                        <a:lstStyle/>
                        <a:p>
                          <a:pPr algn="ctr"/>
                          <a:r>
                            <a:rPr lang="en-US" sz="2800" b="0" dirty="0">
                              <a:solidFill>
                                <a:srgbClr val="002060"/>
                              </a:solidFill>
                            </a:rPr>
                            <a:t>12</a:t>
                          </a: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2"/>
                      </a:ext>
                    </a:extLst>
                  </a:tr>
                  <a:tr h="640080">
                    <a:tc>
                      <a:txBody>
                        <a:bodyPr/>
                        <a:lstStyle/>
                        <a:p>
                          <a:pPr algn="ctr"/>
                          <a:r>
                            <a:rPr lang="en-US" sz="2800" b="0" dirty="0">
                              <a:solidFill>
                                <a:srgbClr val="002060"/>
                              </a:solidFill>
                            </a:rPr>
                            <a:t>5</a:t>
                          </a:r>
                        </a:p>
                      </a:txBody>
                      <a:tcPr anchor="ctr"/>
                    </a:tc>
                    <a:tc>
                      <a:txBody>
                        <a:bodyPr/>
                        <a:lstStyle/>
                        <a:p>
                          <a:pPr algn="ctr"/>
                          <a:r>
                            <a:rPr lang="en-US" sz="2800" b="0" dirty="0">
                              <a:solidFill>
                                <a:srgbClr val="002060"/>
                              </a:solidFill>
                            </a:rPr>
                            <a:t>10</a:t>
                          </a: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3"/>
                      </a:ext>
                    </a:extLst>
                  </a:tr>
                  <a:tr h="640080">
                    <a:tc>
                      <a:txBody>
                        <a:bodyPr/>
                        <a:lstStyle/>
                        <a:p>
                          <a:pPr algn="ctr"/>
                          <a:r>
                            <a:rPr lang="en-US" sz="2800" b="0" dirty="0">
                              <a:solidFill>
                                <a:srgbClr val="002060"/>
                              </a:solidFill>
                            </a:rPr>
                            <a:t>6</a:t>
                          </a:r>
                        </a:p>
                      </a:txBody>
                      <a:tcPr anchor="ctr"/>
                    </a:tc>
                    <a:tc>
                      <a:txBody>
                        <a:bodyPr/>
                        <a:lstStyle/>
                        <a:p>
                          <a:pPr algn="ctr"/>
                          <a:r>
                            <a:rPr lang="en-US" sz="2800" b="0" dirty="0">
                              <a:solidFill>
                                <a:srgbClr val="002060"/>
                              </a:solidFill>
                            </a:rPr>
                            <a:t>8</a:t>
                          </a: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4"/>
                      </a:ext>
                    </a:extLst>
                  </a:tr>
                  <a:tr h="640080">
                    <a:tc>
                      <a:txBody>
                        <a:bodyPr/>
                        <a:lstStyle/>
                        <a:p>
                          <a:pPr algn="ctr"/>
                          <a:r>
                            <a:rPr lang="en-US" sz="2800" b="0" dirty="0">
                              <a:solidFill>
                                <a:srgbClr val="002060"/>
                              </a:solidFill>
                            </a:rPr>
                            <a:t>8</a:t>
                          </a:r>
                        </a:p>
                      </a:txBody>
                      <a:tcPr anchor="ctr"/>
                    </a:tc>
                    <a:tc>
                      <a:txBody>
                        <a:bodyPr/>
                        <a:lstStyle/>
                        <a:p>
                          <a:pPr algn="ctr"/>
                          <a:r>
                            <a:rPr lang="en-US" sz="2800" b="0" dirty="0">
                              <a:solidFill>
                                <a:srgbClr val="002060"/>
                              </a:solidFill>
                            </a:rPr>
                            <a:t>7</a:t>
                          </a: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5"/>
                      </a:ext>
                    </a:extLst>
                  </a:tr>
                  <a:tr h="640080">
                    <a:tc>
                      <a:txBody>
                        <a:bodyPr/>
                        <a:lstStyle/>
                        <a:p>
                          <a:pPr algn="ctr"/>
                          <a:r>
                            <a:rPr lang="en-US" sz="2800" b="0" dirty="0">
                              <a:solidFill>
                                <a:srgbClr val="002060"/>
                              </a:solidFill>
                            </a:rPr>
                            <a:t>11</a:t>
                          </a:r>
                        </a:p>
                      </a:txBody>
                      <a:tcPr anchor="ctr"/>
                    </a:tc>
                    <a:tc>
                      <a:txBody>
                        <a:bodyPr/>
                        <a:lstStyle/>
                        <a:p>
                          <a:pPr algn="ctr"/>
                          <a:r>
                            <a:rPr lang="en-US" sz="2800" b="0" dirty="0">
                              <a:solidFill>
                                <a:srgbClr val="002060"/>
                              </a:solidFill>
                            </a:rPr>
                            <a:t>5</a:t>
                          </a: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6"/>
                      </a:ext>
                    </a:extLst>
                  </a:tr>
                  <a:tr h="118872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IN" sz="2500" b="1" i="1" dirty="0">
                            <a:solidFill>
                              <a:schemeClr val="bg1"/>
                            </a:solidFill>
                          </a:endParaRPr>
                        </a:p>
                      </a:txBody>
                      <a:tcPr anchor="ctr">
                        <a:solidFill>
                          <a:srgbClr val="B8474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IN" sz="2500" b="1" dirty="0">
                            <a:solidFill>
                              <a:schemeClr val="bg1"/>
                            </a:solidFill>
                          </a:endParaRPr>
                        </a:p>
                      </a:txBody>
                      <a:tcPr anchor="ctr">
                        <a:solidFill>
                          <a:srgbClr val="B8474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IN" sz="2500" b="1" dirty="0">
                            <a:solidFill>
                              <a:schemeClr val="bg1"/>
                            </a:solidFill>
                          </a:endParaRPr>
                        </a:p>
                      </a:txBody>
                      <a:tcPr anchor="ctr">
                        <a:solidFill>
                          <a:srgbClr val="B8474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IN" sz="2500" b="1" dirty="0">
                            <a:solidFill>
                              <a:schemeClr val="bg1"/>
                            </a:solidFill>
                          </a:endParaRPr>
                        </a:p>
                      </a:txBody>
                      <a:tcPr anchor="ctr">
                        <a:solidFill>
                          <a:srgbClr val="B8474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IN" sz="2500" b="1" dirty="0">
                            <a:solidFill>
                              <a:schemeClr val="bg1"/>
                            </a:solidFill>
                          </a:endParaRPr>
                        </a:p>
                      </a:txBody>
                      <a:tcPr anchor="ctr">
                        <a:solidFill>
                          <a:srgbClr val="B84742"/>
                        </a:solidFill>
                      </a:tcPr>
                    </a:tc>
                    <a:extLst>
                      <a:ext uri="{0D108BD9-81ED-4DB2-BD59-A6C34878D82A}">
                        <a16:rowId xmlns:a16="http://schemas.microsoft.com/office/drawing/2014/main" val="10007"/>
                      </a:ext>
                    </a:extLst>
                  </a:tr>
                </a:tbl>
              </a:graphicData>
            </a:graphic>
          </p:graphicFrame>
        </mc:Choice>
        <mc:Fallback xmlns="">
          <p:graphicFrame>
            <p:nvGraphicFramePr>
              <p:cNvPr id="6" name="Table 5"/>
              <p:cNvGraphicFramePr>
                <a:graphicFrameLocks noGrp="1"/>
              </p:cNvGraphicFramePr>
              <p:nvPr>
                <p:extLst>
                  <p:ext uri="{D42A27DB-BD31-4B8C-83A1-F6EECF244321}">
                    <p14:modId xmlns:p14="http://schemas.microsoft.com/office/powerpoint/2010/main" val="2561157943"/>
                  </p:ext>
                </p:extLst>
              </p:nvPr>
            </p:nvGraphicFramePr>
            <p:xfrm>
              <a:off x="152400" y="818368"/>
              <a:ext cx="11887200" cy="5669280"/>
            </p:xfrm>
            <a:graphic>
              <a:graphicData uri="http://schemas.openxmlformats.org/drawingml/2006/table">
                <a:tbl>
                  <a:tblPr firstRow="1" bandRow="1">
                    <a:tableStyleId>{93296810-A885-4BE3-A3E7-6D5BEEA58F35}</a:tableStyleId>
                  </a:tblPr>
                  <a:tblGrid>
                    <a:gridCol w="2377440"/>
                    <a:gridCol w="2377440"/>
                    <a:gridCol w="2377440"/>
                    <a:gridCol w="2377440"/>
                    <a:gridCol w="2377440"/>
                  </a:tblGrid>
                  <a:tr h="640080">
                    <a:tc>
                      <a:txBody>
                        <a:bodyPr/>
                        <a:lstStyle/>
                        <a:p>
                          <a:endParaRPr lang="en-US"/>
                        </a:p>
                      </a:txBody>
                      <a:tcPr anchor="ctr">
                        <a:blipFill rotWithShape="0">
                          <a:blip r:embed="rId2"/>
                          <a:stretch>
                            <a:fillRect l="-513" t="-952" r="-401282" b="-788571"/>
                          </a:stretch>
                        </a:blipFill>
                      </a:tcPr>
                    </a:tc>
                    <a:tc>
                      <a:txBody>
                        <a:bodyPr/>
                        <a:lstStyle/>
                        <a:p>
                          <a:endParaRPr lang="en-US"/>
                        </a:p>
                      </a:txBody>
                      <a:tcPr anchor="ctr">
                        <a:blipFill rotWithShape="0">
                          <a:blip r:embed="rId2"/>
                          <a:stretch>
                            <a:fillRect l="-100513" t="-952" r="-301282" b="-788571"/>
                          </a:stretch>
                        </a:blipFill>
                      </a:tcPr>
                    </a:tc>
                    <a:tc>
                      <a:txBody>
                        <a:bodyPr/>
                        <a:lstStyle/>
                        <a:p>
                          <a:endParaRPr lang="en-US"/>
                        </a:p>
                      </a:txBody>
                      <a:tcPr anchor="ctr">
                        <a:blipFill rotWithShape="0">
                          <a:blip r:embed="rId2"/>
                          <a:stretch>
                            <a:fillRect l="-200513" t="-952" r="-201282" b="-788571"/>
                          </a:stretch>
                        </a:blipFill>
                      </a:tcPr>
                    </a:tc>
                    <a:tc>
                      <a:txBody>
                        <a:bodyPr/>
                        <a:lstStyle/>
                        <a:p>
                          <a:endParaRPr lang="en-US"/>
                        </a:p>
                      </a:txBody>
                      <a:tcPr anchor="ctr">
                        <a:blipFill rotWithShape="0">
                          <a:blip r:embed="rId2"/>
                          <a:stretch>
                            <a:fillRect l="-300513" t="-952" r="-101282" b="-788571"/>
                          </a:stretch>
                        </a:blipFill>
                      </a:tcPr>
                    </a:tc>
                    <a:tc>
                      <a:txBody>
                        <a:bodyPr/>
                        <a:lstStyle/>
                        <a:p>
                          <a:endParaRPr lang="en-US"/>
                        </a:p>
                      </a:txBody>
                      <a:tcPr anchor="ctr">
                        <a:blipFill rotWithShape="0">
                          <a:blip r:embed="rId2"/>
                          <a:stretch>
                            <a:fillRect l="-400513" t="-952" r="-1282" b="-788571"/>
                          </a:stretch>
                        </a:blipFill>
                      </a:tcPr>
                    </a:tc>
                  </a:tr>
                  <a:tr h="640080">
                    <a:tc>
                      <a:txBody>
                        <a:bodyPr/>
                        <a:lstStyle/>
                        <a:p>
                          <a:pPr algn="ctr"/>
                          <a:r>
                            <a:rPr lang="en-US" sz="2800" b="0" dirty="0" smtClean="0">
                              <a:solidFill>
                                <a:srgbClr val="002060"/>
                              </a:solidFill>
                            </a:rPr>
                            <a:t>2</a:t>
                          </a:r>
                          <a:endParaRPr lang="en-US" sz="2800" b="0" dirty="0">
                            <a:solidFill>
                              <a:srgbClr val="002060"/>
                            </a:solidFill>
                          </a:endParaRPr>
                        </a:p>
                      </a:txBody>
                      <a:tcPr anchor="ctr"/>
                    </a:tc>
                    <a:tc>
                      <a:txBody>
                        <a:bodyPr/>
                        <a:lstStyle/>
                        <a:p>
                          <a:pPr algn="ctr"/>
                          <a:r>
                            <a:rPr lang="en-US" sz="2800" b="0" dirty="0" smtClean="0">
                              <a:solidFill>
                                <a:srgbClr val="002060"/>
                              </a:solidFill>
                            </a:rPr>
                            <a:t>18</a:t>
                          </a: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r>
                  <a:tr h="640080">
                    <a:tc>
                      <a:txBody>
                        <a:bodyPr/>
                        <a:lstStyle/>
                        <a:p>
                          <a:pPr algn="ctr"/>
                          <a:r>
                            <a:rPr lang="en-US" sz="2800" b="0" dirty="0" smtClean="0">
                              <a:solidFill>
                                <a:srgbClr val="002060"/>
                              </a:solidFill>
                            </a:rPr>
                            <a:t>4</a:t>
                          </a:r>
                          <a:endParaRPr lang="en-US" sz="2800" b="0" dirty="0">
                            <a:solidFill>
                              <a:srgbClr val="002060"/>
                            </a:solidFill>
                          </a:endParaRPr>
                        </a:p>
                      </a:txBody>
                      <a:tcPr anchor="ctr"/>
                    </a:tc>
                    <a:tc>
                      <a:txBody>
                        <a:bodyPr/>
                        <a:lstStyle/>
                        <a:p>
                          <a:pPr algn="ctr"/>
                          <a:r>
                            <a:rPr lang="en-US" sz="2800" b="0" dirty="0" smtClean="0">
                              <a:solidFill>
                                <a:srgbClr val="002060"/>
                              </a:solidFill>
                            </a:rPr>
                            <a:t>12</a:t>
                          </a: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r>
                  <a:tr h="640080">
                    <a:tc>
                      <a:txBody>
                        <a:bodyPr/>
                        <a:lstStyle/>
                        <a:p>
                          <a:pPr algn="ctr"/>
                          <a:r>
                            <a:rPr lang="en-US" sz="2800" b="0" dirty="0" smtClean="0">
                              <a:solidFill>
                                <a:srgbClr val="002060"/>
                              </a:solidFill>
                            </a:rPr>
                            <a:t>5</a:t>
                          </a:r>
                          <a:endParaRPr lang="en-US" sz="2800" b="0" dirty="0">
                            <a:solidFill>
                              <a:srgbClr val="002060"/>
                            </a:solidFill>
                          </a:endParaRPr>
                        </a:p>
                      </a:txBody>
                      <a:tcPr anchor="ctr"/>
                    </a:tc>
                    <a:tc>
                      <a:txBody>
                        <a:bodyPr/>
                        <a:lstStyle/>
                        <a:p>
                          <a:pPr algn="ctr"/>
                          <a:r>
                            <a:rPr lang="en-US" sz="2800" b="0" dirty="0" smtClean="0">
                              <a:solidFill>
                                <a:srgbClr val="002060"/>
                              </a:solidFill>
                            </a:rPr>
                            <a:t>10</a:t>
                          </a: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r>
                  <a:tr h="640080">
                    <a:tc>
                      <a:txBody>
                        <a:bodyPr/>
                        <a:lstStyle/>
                        <a:p>
                          <a:pPr algn="ctr"/>
                          <a:r>
                            <a:rPr lang="en-US" sz="2800" b="0" dirty="0" smtClean="0">
                              <a:solidFill>
                                <a:srgbClr val="002060"/>
                              </a:solidFill>
                            </a:rPr>
                            <a:t>6</a:t>
                          </a:r>
                          <a:endParaRPr lang="en-US" sz="2800" b="0" dirty="0">
                            <a:solidFill>
                              <a:srgbClr val="002060"/>
                            </a:solidFill>
                          </a:endParaRPr>
                        </a:p>
                      </a:txBody>
                      <a:tcPr anchor="ctr"/>
                    </a:tc>
                    <a:tc>
                      <a:txBody>
                        <a:bodyPr/>
                        <a:lstStyle/>
                        <a:p>
                          <a:pPr algn="ctr"/>
                          <a:r>
                            <a:rPr lang="en-US" sz="2800" b="0" dirty="0" smtClean="0">
                              <a:solidFill>
                                <a:srgbClr val="002060"/>
                              </a:solidFill>
                            </a:rPr>
                            <a:t>8</a:t>
                          </a: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r>
                  <a:tr h="640080">
                    <a:tc>
                      <a:txBody>
                        <a:bodyPr/>
                        <a:lstStyle/>
                        <a:p>
                          <a:pPr algn="ctr"/>
                          <a:r>
                            <a:rPr lang="en-US" sz="2800" b="0" dirty="0" smtClean="0">
                              <a:solidFill>
                                <a:srgbClr val="002060"/>
                              </a:solidFill>
                            </a:rPr>
                            <a:t>8</a:t>
                          </a:r>
                          <a:endParaRPr lang="en-US" sz="2800" b="0" dirty="0">
                            <a:solidFill>
                              <a:srgbClr val="002060"/>
                            </a:solidFill>
                          </a:endParaRPr>
                        </a:p>
                      </a:txBody>
                      <a:tcPr anchor="ctr"/>
                    </a:tc>
                    <a:tc>
                      <a:txBody>
                        <a:bodyPr/>
                        <a:lstStyle/>
                        <a:p>
                          <a:pPr algn="ctr"/>
                          <a:r>
                            <a:rPr lang="en-US" sz="2800" b="0" dirty="0" smtClean="0">
                              <a:solidFill>
                                <a:srgbClr val="002060"/>
                              </a:solidFill>
                            </a:rPr>
                            <a:t>7</a:t>
                          </a: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r>
                  <a:tr h="640080">
                    <a:tc>
                      <a:txBody>
                        <a:bodyPr/>
                        <a:lstStyle/>
                        <a:p>
                          <a:pPr algn="ctr"/>
                          <a:r>
                            <a:rPr lang="en-US" sz="2800" b="0" dirty="0" smtClean="0">
                              <a:solidFill>
                                <a:srgbClr val="002060"/>
                              </a:solidFill>
                            </a:rPr>
                            <a:t>11</a:t>
                          </a:r>
                          <a:endParaRPr lang="en-US" sz="2800" b="0" dirty="0">
                            <a:solidFill>
                              <a:srgbClr val="002060"/>
                            </a:solidFill>
                          </a:endParaRPr>
                        </a:p>
                      </a:txBody>
                      <a:tcPr anchor="ctr"/>
                    </a:tc>
                    <a:tc>
                      <a:txBody>
                        <a:bodyPr/>
                        <a:lstStyle/>
                        <a:p>
                          <a:pPr algn="ctr"/>
                          <a:r>
                            <a:rPr lang="en-US" sz="2800" b="0" dirty="0" smtClean="0">
                              <a:solidFill>
                                <a:srgbClr val="002060"/>
                              </a:solidFill>
                            </a:rPr>
                            <a:t>5</a:t>
                          </a: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r>
                  <a:tr h="118872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IN" sz="2500" b="1" i="1" dirty="0">
                            <a:solidFill>
                              <a:schemeClr val="bg1"/>
                            </a:solidFill>
                          </a:endParaRPr>
                        </a:p>
                      </a:txBody>
                      <a:tcPr anchor="ctr">
                        <a:solidFill>
                          <a:srgbClr val="B8474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IN" sz="2500" b="1" dirty="0">
                            <a:solidFill>
                              <a:schemeClr val="bg1"/>
                            </a:solidFill>
                          </a:endParaRPr>
                        </a:p>
                      </a:txBody>
                      <a:tcPr anchor="ctr">
                        <a:solidFill>
                          <a:srgbClr val="B8474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IN" sz="2500" b="1" dirty="0">
                            <a:solidFill>
                              <a:schemeClr val="bg1"/>
                            </a:solidFill>
                          </a:endParaRPr>
                        </a:p>
                      </a:txBody>
                      <a:tcPr anchor="ctr">
                        <a:solidFill>
                          <a:srgbClr val="B8474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IN" sz="2500" b="1" dirty="0">
                            <a:solidFill>
                              <a:schemeClr val="bg1"/>
                            </a:solidFill>
                          </a:endParaRPr>
                        </a:p>
                      </a:txBody>
                      <a:tcPr anchor="ctr">
                        <a:solidFill>
                          <a:srgbClr val="B8474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IN" sz="2500" b="1" dirty="0">
                            <a:solidFill>
                              <a:schemeClr val="bg1"/>
                            </a:solidFill>
                          </a:endParaRPr>
                        </a:p>
                      </a:txBody>
                      <a:tcPr anchor="ctr">
                        <a:solidFill>
                          <a:srgbClr val="B84742"/>
                        </a:solidFill>
                      </a:tcPr>
                    </a:tc>
                  </a:tr>
                </a:tbl>
              </a:graphicData>
            </a:graphic>
          </p:graphicFrame>
        </mc:Fallback>
      </mc:AlternateContent>
      <p:sp>
        <p:nvSpPr>
          <p:cNvPr id="26" name="TextBox 25">
            <a:extLst>
              <a:ext uri="{FF2B5EF4-FFF2-40B4-BE49-F238E27FC236}">
                <a16:creationId xmlns:a16="http://schemas.microsoft.com/office/drawing/2014/main" id="{68622B1E-44A3-44A2-B1C1-8D969737DA50}"/>
              </a:ext>
            </a:extLst>
          </p:cNvPr>
          <p:cNvSpPr txBox="1"/>
          <p:nvPr/>
        </p:nvSpPr>
        <p:spPr>
          <a:xfrm>
            <a:off x="5946336" y="1517333"/>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4</a:t>
            </a:r>
            <a:endParaRPr lang="en-IN" sz="2800" b="1" dirty="0">
              <a:solidFill>
                <a:srgbClr val="002060"/>
              </a:solidFill>
            </a:endParaRPr>
          </a:p>
        </p:txBody>
      </p:sp>
      <p:sp>
        <p:nvSpPr>
          <p:cNvPr id="27" name="TextBox 26">
            <a:extLst>
              <a:ext uri="{FF2B5EF4-FFF2-40B4-BE49-F238E27FC236}">
                <a16:creationId xmlns:a16="http://schemas.microsoft.com/office/drawing/2014/main" id="{68622B1E-44A3-44A2-B1C1-8D969737DA50}"/>
              </a:ext>
            </a:extLst>
          </p:cNvPr>
          <p:cNvSpPr txBox="1"/>
          <p:nvPr/>
        </p:nvSpPr>
        <p:spPr>
          <a:xfrm>
            <a:off x="5855765" y="2160344"/>
            <a:ext cx="454612"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16</a:t>
            </a:r>
            <a:endParaRPr lang="en-IN" sz="2800" b="1" dirty="0">
              <a:solidFill>
                <a:srgbClr val="002060"/>
              </a:solidFill>
            </a:endParaRPr>
          </a:p>
        </p:txBody>
      </p:sp>
      <p:sp>
        <p:nvSpPr>
          <p:cNvPr id="28" name="TextBox 27">
            <a:extLst>
              <a:ext uri="{FF2B5EF4-FFF2-40B4-BE49-F238E27FC236}">
                <a16:creationId xmlns:a16="http://schemas.microsoft.com/office/drawing/2014/main" id="{68622B1E-44A3-44A2-B1C1-8D969737DA50}"/>
              </a:ext>
            </a:extLst>
          </p:cNvPr>
          <p:cNvSpPr txBox="1"/>
          <p:nvPr/>
        </p:nvSpPr>
        <p:spPr>
          <a:xfrm>
            <a:off x="5855764" y="2801694"/>
            <a:ext cx="454612"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25</a:t>
            </a:r>
            <a:endParaRPr lang="en-IN" sz="2800" b="1" dirty="0">
              <a:solidFill>
                <a:srgbClr val="002060"/>
              </a:solidFill>
            </a:endParaRPr>
          </a:p>
        </p:txBody>
      </p:sp>
      <p:sp>
        <p:nvSpPr>
          <p:cNvPr id="29" name="TextBox 28">
            <a:extLst>
              <a:ext uri="{FF2B5EF4-FFF2-40B4-BE49-F238E27FC236}">
                <a16:creationId xmlns:a16="http://schemas.microsoft.com/office/drawing/2014/main" id="{68622B1E-44A3-44A2-B1C1-8D969737DA50}"/>
              </a:ext>
            </a:extLst>
          </p:cNvPr>
          <p:cNvSpPr txBox="1"/>
          <p:nvPr/>
        </p:nvSpPr>
        <p:spPr>
          <a:xfrm>
            <a:off x="5854963" y="3431469"/>
            <a:ext cx="454612"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36</a:t>
            </a:r>
            <a:endParaRPr lang="en-IN" sz="2800" b="1" dirty="0">
              <a:solidFill>
                <a:srgbClr val="002060"/>
              </a:solidFill>
            </a:endParaRPr>
          </a:p>
        </p:txBody>
      </p:sp>
      <p:sp>
        <p:nvSpPr>
          <p:cNvPr id="30" name="TextBox 29">
            <a:extLst>
              <a:ext uri="{FF2B5EF4-FFF2-40B4-BE49-F238E27FC236}">
                <a16:creationId xmlns:a16="http://schemas.microsoft.com/office/drawing/2014/main" id="{68622B1E-44A3-44A2-B1C1-8D969737DA50}"/>
              </a:ext>
            </a:extLst>
          </p:cNvPr>
          <p:cNvSpPr txBox="1"/>
          <p:nvPr/>
        </p:nvSpPr>
        <p:spPr>
          <a:xfrm>
            <a:off x="5854161" y="4073011"/>
            <a:ext cx="454612"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64</a:t>
            </a:r>
            <a:endParaRPr lang="en-IN" sz="2800" b="1" dirty="0">
              <a:solidFill>
                <a:srgbClr val="002060"/>
              </a:solidFill>
            </a:endParaRPr>
          </a:p>
        </p:txBody>
      </p:sp>
      <p:sp>
        <p:nvSpPr>
          <p:cNvPr id="31" name="TextBox 30">
            <a:extLst>
              <a:ext uri="{FF2B5EF4-FFF2-40B4-BE49-F238E27FC236}">
                <a16:creationId xmlns:a16="http://schemas.microsoft.com/office/drawing/2014/main" id="{68622B1E-44A3-44A2-B1C1-8D969737DA50}"/>
              </a:ext>
            </a:extLst>
          </p:cNvPr>
          <p:cNvSpPr txBox="1"/>
          <p:nvPr/>
        </p:nvSpPr>
        <p:spPr>
          <a:xfrm>
            <a:off x="5763592" y="4721546"/>
            <a:ext cx="635751"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121</a:t>
            </a:r>
            <a:endParaRPr lang="en-IN" sz="2800" b="1" dirty="0">
              <a:solidFill>
                <a:srgbClr val="002060"/>
              </a:solidFill>
            </a:endParaRPr>
          </a:p>
        </p:txBody>
      </p:sp>
      <p:sp>
        <p:nvSpPr>
          <p:cNvPr id="32" name="TextBox 31">
            <a:extLst>
              <a:ext uri="{FF2B5EF4-FFF2-40B4-BE49-F238E27FC236}">
                <a16:creationId xmlns:a16="http://schemas.microsoft.com/office/drawing/2014/main" id="{68622B1E-44A3-44A2-B1C1-8D969737DA50}"/>
              </a:ext>
            </a:extLst>
          </p:cNvPr>
          <p:cNvSpPr txBox="1"/>
          <p:nvPr/>
        </p:nvSpPr>
        <p:spPr>
          <a:xfrm>
            <a:off x="8060169" y="1527365"/>
            <a:ext cx="635751" cy="523220"/>
          </a:xfrm>
          <a:prstGeom prst="rect">
            <a:avLst/>
          </a:prstGeom>
          <a:noFill/>
        </p:spPr>
        <p:txBody>
          <a:bodyPr wrap="none" lIns="45720" tIns="45720" rIns="45720" bIns="45720" anchor="ctr" anchorCtr="1">
            <a:spAutoFit/>
          </a:bodyPr>
          <a:lstStyle/>
          <a:p>
            <a:pPr algn="ctr"/>
            <a:r>
              <a:rPr lang="en-US" sz="2800" b="1" dirty="0">
                <a:solidFill>
                  <a:srgbClr val="002060"/>
                </a:solidFill>
              </a:rPr>
              <a:t>324</a:t>
            </a:r>
            <a:endParaRPr lang="en-IN" sz="2800" b="1" dirty="0">
              <a:solidFill>
                <a:srgbClr val="002060"/>
              </a:solidFill>
            </a:endParaRPr>
          </a:p>
        </p:txBody>
      </p:sp>
      <p:sp>
        <p:nvSpPr>
          <p:cNvPr id="33" name="TextBox 32">
            <a:extLst>
              <a:ext uri="{FF2B5EF4-FFF2-40B4-BE49-F238E27FC236}">
                <a16:creationId xmlns:a16="http://schemas.microsoft.com/office/drawing/2014/main" id="{68622B1E-44A3-44A2-B1C1-8D969737DA50}"/>
              </a:ext>
            </a:extLst>
          </p:cNvPr>
          <p:cNvSpPr txBox="1"/>
          <p:nvPr/>
        </p:nvSpPr>
        <p:spPr>
          <a:xfrm>
            <a:off x="8060167" y="2170376"/>
            <a:ext cx="635751" cy="523220"/>
          </a:xfrm>
          <a:prstGeom prst="rect">
            <a:avLst/>
          </a:prstGeom>
          <a:noFill/>
        </p:spPr>
        <p:txBody>
          <a:bodyPr wrap="none" lIns="45720" tIns="45720" rIns="45720" bIns="45720" anchor="ctr" anchorCtr="1">
            <a:spAutoFit/>
          </a:bodyPr>
          <a:lstStyle/>
          <a:p>
            <a:pPr algn="ctr"/>
            <a:r>
              <a:rPr lang="en-US" sz="2800" b="1" dirty="0">
                <a:solidFill>
                  <a:srgbClr val="002060"/>
                </a:solidFill>
              </a:rPr>
              <a:t>144</a:t>
            </a:r>
            <a:endParaRPr lang="en-IN" sz="2800" b="1" dirty="0">
              <a:solidFill>
                <a:srgbClr val="002060"/>
              </a:solidFill>
            </a:endParaRPr>
          </a:p>
        </p:txBody>
      </p:sp>
      <p:sp>
        <p:nvSpPr>
          <p:cNvPr id="34" name="TextBox 33">
            <a:extLst>
              <a:ext uri="{FF2B5EF4-FFF2-40B4-BE49-F238E27FC236}">
                <a16:creationId xmlns:a16="http://schemas.microsoft.com/office/drawing/2014/main" id="{68622B1E-44A3-44A2-B1C1-8D969737DA50}"/>
              </a:ext>
            </a:extLst>
          </p:cNvPr>
          <p:cNvSpPr txBox="1"/>
          <p:nvPr/>
        </p:nvSpPr>
        <p:spPr>
          <a:xfrm>
            <a:off x="8060166" y="2811726"/>
            <a:ext cx="635751" cy="523220"/>
          </a:xfrm>
          <a:prstGeom prst="rect">
            <a:avLst/>
          </a:prstGeom>
          <a:noFill/>
        </p:spPr>
        <p:txBody>
          <a:bodyPr wrap="none" lIns="45720" tIns="45720" rIns="45720" bIns="45720" anchor="ctr" anchorCtr="1">
            <a:spAutoFit/>
          </a:bodyPr>
          <a:lstStyle/>
          <a:p>
            <a:pPr algn="ctr"/>
            <a:r>
              <a:rPr lang="en-US" sz="2800" b="1" dirty="0">
                <a:solidFill>
                  <a:srgbClr val="002060"/>
                </a:solidFill>
              </a:rPr>
              <a:t>100</a:t>
            </a:r>
            <a:endParaRPr lang="en-IN" sz="2800" b="1" dirty="0">
              <a:solidFill>
                <a:srgbClr val="002060"/>
              </a:solidFill>
            </a:endParaRPr>
          </a:p>
        </p:txBody>
      </p:sp>
      <p:sp>
        <p:nvSpPr>
          <p:cNvPr id="35" name="TextBox 34">
            <a:extLst>
              <a:ext uri="{FF2B5EF4-FFF2-40B4-BE49-F238E27FC236}">
                <a16:creationId xmlns:a16="http://schemas.microsoft.com/office/drawing/2014/main" id="{68622B1E-44A3-44A2-B1C1-8D969737DA50}"/>
              </a:ext>
            </a:extLst>
          </p:cNvPr>
          <p:cNvSpPr txBox="1"/>
          <p:nvPr/>
        </p:nvSpPr>
        <p:spPr>
          <a:xfrm>
            <a:off x="8149933" y="3441501"/>
            <a:ext cx="454612" cy="523220"/>
          </a:xfrm>
          <a:prstGeom prst="rect">
            <a:avLst/>
          </a:prstGeom>
          <a:noFill/>
        </p:spPr>
        <p:txBody>
          <a:bodyPr wrap="none" lIns="45720" tIns="45720" rIns="45720" bIns="45720" anchor="ctr" anchorCtr="1">
            <a:spAutoFit/>
          </a:bodyPr>
          <a:lstStyle/>
          <a:p>
            <a:pPr algn="ctr"/>
            <a:r>
              <a:rPr lang="en-US" sz="2800" b="1" dirty="0">
                <a:solidFill>
                  <a:srgbClr val="002060"/>
                </a:solidFill>
              </a:rPr>
              <a:t>64</a:t>
            </a:r>
            <a:endParaRPr lang="en-IN" sz="2800" b="1" dirty="0">
              <a:solidFill>
                <a:srgbClr val="002060"/>
              </a:solidFill>
            </a:endParaRPr>
          </a:p>
        </p:txBody>
      </p:sp>
      <p:sp>
        <p:nvSpPr>
          <p:cNvPr id="36" name="TextBox 35">
            <a:extLst>
              <a:ext uri="{FF2B5EF4-FFF2-40B4-BE49-F238E27FC236}">
                <a16:creationId xmlns:a16="http://schemas.microsoft.com/office/drawing/2014/main" id="{68622B1E-44A3-44A2-B1C1-8D969737DA50}"/>
              </a:ext>
            </a:extLst>
          </p:cNvPr>
          <p:cNvSpPr txBox="1"/>
          <p:nvPr/>
        </p:nvSpPr>
        <p:spPr>
          <a:xfrm>
            <a:off x="8149131" y="4083043"/>
            <a:ext cx="454612" cy="523220"/>
          </a:xfrm>
          <a:prstGeom prst="rect">
            <a:avLst/>
          </a:prstGeom>
          <a:noFill/>
        </p:spPr>
        <p:txBody>
          <a:bodyPr wrap="none" lIns="45720" tIns="45720" rIns="45720" bIns="45720" anchor="ctr" anchorCtr="1">
            <a:spAutoFit/>
          </a:bodyPr>
          <a:lstStyle/>
          <a:p>
            <a:pPr algn="ctr"/>
            <a:r>
              <a:rPr lang="en-US" sz="2800" b="1" dirty="0">
                <a:solidFill>
                  <a:srgbClr val="002060"/>
                </a:solidFill>
              </a:rPr>
              <a:t>49</a:t>
            </a:r>
            <a:endParaRPr lang="en-IN" sz="2800" b="1" dirty="0">
              <a:solidFill>
                <a:srgbClr val="002060"/>
              </a:solidFill>
            </a:endParaRPr>
          </a:p>
        </p:txBody>
      </p:sp>
      <p:sp>
        <p:nvSpPr>
          <p:cNvPr id="37" name="TextBox 36">
            <a:extLst>
              <a:ext uri="{FF2B5EF4-FFF2-40B4-BE49-F238E27FC236}">
                <a16:creationId xmlns:a16="http://schemas.microsoft.com/office/drawing/2014/main" id="{68622B1E-44A3-44A2-B1C1-8D969737DA50}"/>
              </a:ext>
            </a:extLst>
          </p:cNvPr>
          <p:cNvSpPr txBox="1"/>
          <p:nvPr/>
        </p:nvSpPr>
        <p:spPr>
          <a:xfrm>
            <a:off x="8149132" y="4731578"/>
            <a:ext cx="454612" cy="523220"/>
          </a:xfrm>
          <a:prstGeom prst="rect">
            <a:avLst/>
          </a:prstGeom>
          <a:noFill/>
        </p:spPr>
        <p:txBody>
          <a:bodyPr wrap="none" lIns="45720" tIns="45720" rIns="45720" bIns="45720" anchor="ctr" anchorCtr="1">
            <a:spAutoFit/>
          </a:bodyPr>
          <a:lstStyle/>
          <a:p>
            <a:pPr algn="ctr"/>
            <a:r>
              <a:rPr lang="en-US" sz="2800" b="1" dirty="0">
                <a:solidFill>
                  <a:srgbClr val="002060"/>
                </a:solidFill>
              </a:rPr>
              <a:t>25</a:t>
            </a:r>
            <a:endParaRPr lang="en-IN" sz="2800" b="1" dirty="0">
              <a:solidFill>
                <a:srgbClr val="002060"/>
              </a:solidFill>
            </a:endParaRPr>
          </a:p>
        </p:txBody>
      </p:sp>
      <p:sp>
        <p:nvSpPr>
          <p:cNvPr id="38" name="TextBox 37">
            <a:extLst>
              <a:ext uri="{FF2B5EF4-FFF2-40B4-BE49-F238E27FC236}">
                <a16:creationId xmlns:a16="http://schemas.microsoft.com/office/drawing/2014/main" id="{68622B1E-44A3-44A2-B1C1-8D969737DA50}"/>
              </a:ext>
            </a:extLst>
          </p:cNvPr>
          <p:cNvSpPr txBox="1"/>
          <p:nvPr/>
        </p:nvSpPr>
        <p:spPr>
          <a:xfrm>
            <a:off x="10634784" y="1502093"/>
            <a:ext cx="454612" cy="523220"/>
          </a:xfrm>
          <a:prstGeom prst="rect">
            <a:avLst/>
          </a:prstGeom>
          <a:noFill/>
        </p:spPr>
        <p:txBody>
          <a:bodyPr wrap="none" lIns="45720" tIns="45720" rIns="45720" bIns="45720" anchor="ctr" anchorCtr="1">
            <a:spAutoFit/>
          </a:bodyPr>
          <a:lstStyle/>
          <a:p>
            <a:pPr algn="ctr"/>
            <a:r>
              <a:rPr lang="en-US" sz="2800" b="1" dirty="0">
                <a:solidFill>
                  <a:srgbClr val="002060"/>
                </a:solidFill>
              </a:rPr>
              <a:t>36</a:t>
            </a:r>
            <a:endParaRPr lang="en-IN" sz="2800" b="1" dirty="0">
              <a:solidFill>
                <a:srgbClr val="002060"/>
              </a:solidFill>
            </a:endParaRPr>
          </a:p>
        </p:txBody>
      </p:sp>
      <p:sp>
        <p:nvSpPr>
          <p:cNvPr id="39" name="TextBox 38">
            <a:extLst>
              <a:ext uri="{FF2B5EF4-FFF2-40B4-BE49-F238E27FC236}">
                <a16:creationId xmlns:a16="http://schemas.microsoft.com/office/drawing/2014/main" id="{68622B1E-44A3-44A2-B1C1-8D969737DA50}"/>
              </a:ext>
            </a:extLst>
          </p:cNvPr>
          <p:cNvSpPr txBox="1"/>
          <p:nvPr/>
        </p:nvSpPr>
        <p:spPr>
          <a:xfrm>
            <a:off x="10634782" y="2145104"/>
            <a:ext cx="454612" cy="523220"/>
          </a:xfrm>
          <a:prstGeom prst="rect">
            <a:avLst/>
          </a:prstGeom>
          <a:noFill/>
        </p:spPr>
        <p:txBody>
          <a:bodyPr wrap="none" lIns="45720" tIns="45720" rIns="45720" bIns="45720" anchor="ctr" anchorCtr="1">
            <a:spAutoFit/>
          </a:bodyPr>
          <a:lstStyle/>
          <a:p>
            <a:pPr algn="ctr"/>
            <a:r>
              <a:rPr lang="en-US" sz="2800" b="1" dirty="0">
                <a:solidFill>
                  <a:srgbClr val="002060"/>
                </a:solidFill>
              </a:rPr>
              <a:t>48</a:t>
            </a:r>
            <a:endParaRPr lang="en-IN" sz="2800" b="1" dirty="0">
              <a:solidFill>
                <a:srgbClr val="002060"/>
              </a:solidFill>
            </a:endParaRPr>
          </a:p>
        </p:txBody>
      </p:sp>
      <p:sp>
        <p:nvSpPr>
          <p:cNvPr id="40" name="TextBox 39">
            <a:extLst>
              <a:ext uri="{FF2B5EF4-FFF2-40B4-BE49-F238E27FC236}">
                <a16:creationId xmlns:a16="http://schemas.microsoft.com/office/drawing/2014/main" id="{68622B1E-44A3-44A2-B1C1-8D969737DA50}"/>
              </a:ext>
            </a:extLst>
          </p:cNvPr>
          <p:cNvSpPr txBox="1"/>
          <p:nvPr/>
        </p:nvSpPr>
        <p:spPr>
          <a:xfrm>
            <a:off x="10634781" y="2786454"/>
            <a:ext cx="454612" cy="523220"/>
          </a:xfrm>
          <a:prstGeom prst="rect">
            <a:avLst/>
          </a:prstGeom>
          <a:noFill/>
        </p:spPr>
        <p:txBody>
          <a:bodyPr wrap="none" lIns="45720" tIns="45720" rIns="45720" bIns="45720" anchor="ctr" anchorCtr="1">
            <a:spAutoFit/>
          </a:bodyPr>
          <a:lstStyle/>
          <a:p>
            <a:pPr algn="ctr"/>
            <a:r>
              <a:rPr lang="en-US" sz="2800" b="1" dirty="0">
                <a:solidFill>
                  <a:srgbClr val="002060"/>
                </a:solidFill>
              </a:rPr>
              <a:t>50</a:t>
            </a:r>
            <a:endParaRPr lang="en-IN" sz="2800" b="1" dirty="0">
              <a:solidFill>
                <a:srgbClr val="002060"/>
              </a:solidFill>
            </a:endParaRPr>
          </a:p>
        </p:txBody>
      </p:sp>
      <p:sp>
        <p:nvSpPr>
          <p:cNvPr id="41" name="TextBox 40">
            <a:extLst>
              <a:ext uri="{FF2B5EF4-FFF2-40B4-BE49-F238E27FC236}">
                <a16:creationId xmlns:a16="http://schemas.microsoft.com/office/drawing/2014/main" id="{68622B1E-44A3-44A2-B1C1-8D969737DA50}"/>
              </a:ext>
            </a:extLst>
          </p:cNvPr>
          <p:cNvSpPr txBox="1"/>
          <p:nvPr/>
        </p:nvSpPr>
        <p:spPr>
          <a:xfrm>
            <a:off x="10633979" y="3416229"/>
            <a:ext cx="454612" cy="523220"/>
          </a:xfrm>
          <a:prstGeom prst="rect">
            <a:avLst/>
          </a:prstGeom>
          <a:noFill/>
        </p:spPr>
        <p:txBody>
          <a:bodyPr wrap="none" lIns="45720" tIns="45720" rIns="45720" bIns="45720" anchor="ctr" anchorCtr="1">
            <a:spAutoFit/>
          </a:bodyPr>
          <a:lstStyle/>
          <a:p>
            <a:pPr algn="ctr"/>
            <a:r>
              <a:rPr lang="en-US" sz="2800" b="1" dirty="0">
                <a:solidFill>
                  <a:srgbClr val="002060"/>
                </a:solidFill>
              </a:rPr>
              <a:t>48</a:t>
            </a:r>
            <a:endParaRPr lang="en-IN" sz="2800" b="1" dirty="0">
              <a:solidFill>
                <a:srgbClr val="002060"/>
              </a:solidFill>
            </a:endParaRPr>
          </a:p>
        </p:txBody>
      </p:sp>
      <p:sp>
        <p:nvSpPr>
          <p:cNvPr id="42" name="TextBox 41">
            <a:extLst>
              <a:ext uri="{FF2B5EF4-FFF2-40B4-BE49-F238E27FC236}">
                <a16:creationId xmlns:a16="http://schemas.microsoft.com/office/drawing/2014/main" id="{68622B1E-44A3-44A2-B1C1-8D969737DA50}"/>
              </a:ext>
            </a:extLst>
          </p:cNvPr>
          <p:cNvSpPr txBox="1"/>
          <p:nvPr/>
        </p:nvSpPr>
        <p:spPr>
          <a:xfrm>
            <a:off x="10633177" y="4057771"/>
            <a:ext cx="454612" cy="523220"/>
          </a:xfrm>
          <a:prstGeom prst="rect">
            <a:avLst/>
          </a:prstGeom>
          <a:noFill/>
        </p:spPr>
        <p:txBody>
          <a:bodyPr wrap="none" lIns="45720" tIns="45720" rIns="45720" bIns="45720" anchor="ctr" anchorCtr="1">
            <a:spAutoFit/>
          </a:bodyPr>
          <a:lstStyle/>
          <a:p>
            <a:pPr algn="ctr"/>
            <a:r>
              <a:rPr lang="en-US" sz="2800" b="1" dirty="0">
                <a:solidFill>
                  <a:srgbClr val="002060"/>
                </a:solidFill>
              </a:rPr>
              <a:t>56</a:t>
            </a:r>
            <a:endParaRPr lang="en-IN" sz="2800" b="1" dirty="0">
              <a:solidFill>
                <a:srgbClr val="002060"/>
              </a:solidFill>
            </a:endParaRPr>
          </a:p>
        </p:txBody>
      </p:sp>
      <p:sp>
        <p:nvSpPr>
          <p:cNvPr id="43" name="TextBox 42">
            <a:extLst>
              <a:ext uri="{FF2B5EF4-FFF2-40B4-BE49-F238E27FC236}">
                <a16:creationId xmlns:a16="http://schemas.microsoft.com/office/drawing/2014/main" id="{68622B1E-44A3-44A2-B1C1-8D969737DA50}"/>
              </a:ext>
            </a:extLst>
          </p:cNvPr>
          <p:cNvSpPr txBox="1"/>
          <p:nvPr/>
        </p:nvSpPr>
        <p:spPr>
          <a:xfrm>
            <a:off x="10648339" y="4716338"/>
            <a:ext cx="454612" cy="523220"/>
          </a:xfrm>
          <a:prstGeom prst="rect">
            <a:avLst/>
          </a:prstGeom>
          <a:noFill/>
        </p:spPr>
        <p:txBody>
          <a:bodyPr wrap="none" lIns="45720" tIns="45720" rIns="45720" bIns="45720" anchor="ctr" anchorCtr="1">
            <a:spAutoFit/>
          </a:bodyPr>
          <a:lstStyle/>
          <a:p>
            <a:pPr algn="ctr"/>
            <a:r>
              <a:rPr lang="en-US" sz="2800" b="1" dirty="0">
                <a:solidFill>
                  <a:srgbClr val="002060"/>
                </a:solidFill>
              </a:rPr>
              <a:t>55</a:t>
            </a:r>
            <a:endParaRPr lang="en-IN" sz="2800" b="1" dirty="0">
              <a:solidFill>
                <a:srgbClr val="002060"/>
              </a:solidFill>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68622B1E-44A3-44A2-B1C1-8D969737DA50}"/>
                  </a:ext>
                </a:extLst>
              </p:cNvPr>
              <p:cNvSpPr txBox="1"/>
              <p:nvPr/>
            </p:nvSpPr>
            <p:spPr>
              <a:xfrm>
                <a:off x="428756" y="5380007"/>
                <a:ext cx="1814343" cy="1023935"/>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Group"/>
                    </m:oMathParaPr>
                    <m:oMath xmlns:m="http://schemas.openxmlformats.org/officeDocument/2006/math">
                      <m:nary>
                        <m:naryPr>
                          <m:chr m:val="∑"/>
                          <m:subHide m:val="on"/>
                          <m:supHide m:val="on"/>
                          <m:ctrlPr>
                            <a:rPr lang="en-US" sz="2500" i="1" smtClean="0">
                              <a:solidFill>
                                <a:schemeClr val="bg2"/>
                              </a:solidFill>
                              <a:latin typeface="Cambria Math" panose="02040503050406030204" pitchFamily="18" charset="0"/>
                            </a:rPr>
                          </m:ctrlPr>
                        </m:naryPr>
                        <m:sub/>
                        <m:sup/>
                        <m:e>
                          <m:d>
                            <m:dPr>
                              <m:ctrlPr>
                                <a:rPr lang="en-US" sz="2500" i="1">
                                  <a:solidFill>
                                    <a:schemeClr val="bg2"/>
                                  </a:solidFill>
                                  <a:latin typeface="Cambria Math" panose="02040503050406030204" pitchFamily="18" charset="0"/>
                                </a:rPr>
                              </m:ctrlPr>
                            </m:dPr>
                            <m:e>
                              <m:r>
                                <m:rPr>
                                  <m:sty m:val="p"/>
                                </m:rPr>
                                <a:rPr lang="en-US" sz="2500">
                                  <a:solidFill>
                                    <a:schemeClr val="bg2"/>
                                  </a:solidFill>
                                  <a:latin typeface="Cambria Math" panose="02040503050406030204" pitchFamily="18" charset="0"/>
                                </a:rPr>
                                <m:t>x</m:t>
                              </m:r>
                            </m:e>
                          </m:d>
                        </m:e>
                      </m:nary>
                      <m:r>
                        <a:rPr lang="en-US" sz="2500" b="1" i="1" dirty="0" smtClean="0">
                          <a:solidFill>
                            <a:schemeClr val="bg1"/>
                          </a:solidFill>
                          <a:latin typeface="Cambria Math" panose="02040503050406030204" pitchFamily="18" charset="0"/>
                        </a:rPr>
                        <m:t>=</m:t>
                      </m:r>
                      <m:r>
                        <a:rPr lang="en-US" sz="2500" b="1" i="1" dirty="0" smtClean="0">
                          <a:solidFill>
                            <a:schemeClr val="bg1"/>
                          </a:solidFill>
                          <a:latin typeface="Cambria Math" panose="02040503050406030204" pitchFamily="18" charset="0"/>
                        </a:rPr>
                        <m:t>𝟑𝟔</m:t>
                      </m:r>
                    </m:oMath>
                  </m:oMathPara>
                </a14:m>
                <a:endParaRPr lang="en-IN" sz="2500" b="1" i="1" dirty="0">
                  <a:solidFill>
                    <a:schemeClr val="bg1"/>
                  </a:solidFill>
                </a:endParaRPr>
              </a:p>
            </p:txBody>
          </p:sp>
        </mc:Choice>
        <mc:Fallback xmlns="">
          <p:sp>
            <p:nvSpPr>
              <p:cNvPr id="44" name="TextBox 43">
                <a:extLst>
                  <a:ext uri="{FF2B5EF4-FFF2-40B4-BE49-F238E27FC236}">
                    <a16:creationId xmlns:a16="http://schemas.microsoft.com/office/drawing/2014/main" xmlns=""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428756" y="5380007"/>
                <a:ext cx="1814343" cy="1023935"/>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68622B1E-44A3-44A2-B1C1-8D969737DA50}"/>
                  </a:ext>
                </a:extLst>
              </p:cNvPr>
              <p:cNvSpPr txBox="1"/>
              <p:nvPr/>
            </p:nvSpPr>
            <p:spPr>
              <a:xfrm>
                <a:off x="2815700" y="5378136"/>
                <a:ext cx="1820755" cy="1023935"/>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Group"/>
                    </m:oMathParaPr>
                    <m:oMath xmlns:m="http://schemas.openxmlformats.org/officeDocument/2006/math">
                      <m:nary>
                        <m:naryPr>
                          <m:chr m:val="∑"/>
                          <m:subHide m:val="on"/>
                          <m:supHide m:val="on"/>
                          <m:ctrlPr>
                            <a:rPr lang="en-US" sz="2500" i="1" smtClean="0">
                              <a:solidFill>
                                <a:schemeClr val="bg2"/>
                              </a:solidFill>
                              <a:latin typeface="Cambria Math" panose="02040503050406030204" pitchFamily="18" charset="0"/>
                            </a:rPr>
                          </m:ctrlPr>
                        </m:naryPr>
                        <m:sub/>
                        <m:sup/>
                        <m:e>
                          <m:d>
                            <m:dPr>
                              <m:ctrlPr>
                                <a:rPr lang="en-US" sz="2500" i="1">
                                  <a:solidFill>
                                    <a:schemeClr val="bg2"/>
                                  </a:solidFill>
                                  <a:latin typeface="Cambria Math" panose="02040503050406030204" pitchFamily="18" charset="0"/>
                                </a:rPr>
                              </m:ctrlPr>
                            </m:dPr>
                            <m:e>
                              <m:r>
                                <m:rPr>
                                  <m:sty m:val="p"/>
                                </m:rPr>
                                <a:rPr lang="en-US" sz="2500" b="0" i="0" smtClean="0">
                                  <a:solidFill>
                                    <a:schemeClr val="bg2"/>
                                  </a:solidFill>
                                  <a:latin typeface="Cambria Math" panose="02040503050406030204" pitchFamily="18" charset="0"/>
                                </a:rPr>
                                <m:t>y</m:t>
                              </m:r>
                            </m:e>
                          </m:d>
                        </m:e>
                      </m:nary>
                      <m:r>
                        <a:rPr lang="en-US" sz="2500" b="1" i="1" dirty="0" smtClean="0">
                          <a:solidFill>
                            <a:schemeClr val="bg1"/>
                          </a:solidFill>
                          <a:latin typeface="Cambria Math" panose="02040503050406030204" pitchFamily="18" charset="0"/>
                        </a:rPr>
                        <m:t>=</m:t>
                      </m:r>
                      <m:r>
                        <a:rPr lang="en-US" sz="2500" b="1" i="1" dirty="0" smtClean="0">
                          <a:solidFill>
                            <a:schemeClr val="bg1"/>
                          </a:solidFill>
                          <a:latin typeface="Cambria Math" panose="02040503050406030204" pitchFamily="18" charset="0"/>
                        </a:rPr>
                        <m:t>𝟔𝟎</m:t>
                      </m:r>
                    </m:oMath>
                  </m:oMathPara>
                </a14:m>
                <a:endParaRPr lang="en-IN" sz="2500" b="1" dirty="0">
                  <a:solidFill>
                    <a:schemeClr val="bg1"/>
                  </a:solidFill>
                </a:endParaRPr>
              </a:p>
            </p:txBody>
          </p:sp>
        </mc:Choice>
        <mc:Fallback xmlns="">
          <p:sp>
            <p:nvSpPr>
              <p:cNvPr id="45" name="TextBox 44">
                <a:extLst>
                  <a:ext uri="{FF2B5EF4-FFF2-40B4-BE49-F238E27FC236}">
                    <a16:creationId xmlns:a16="http://schemas.microsoft.com/office/drawing/2014/main" xmlns=""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2815700" y="5378136"/>
                <a:ext cx="1820755" cy="1023935"/>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68622B1E-44A3-44A2-B1C1-8D969737DA50}"/>
                  </a:ext>
                </a:extLst>
              </p:cNvPr>
              <p:cNvSpPr txBox="1"/>
              <p:nvPr/>
            </p:nvSpPr>
            <p:spPr>
              <a:xfrm>
                <a:off x="5006478" y="5378136"/>
                <a:ext cx="2167196" cy="1023935"/>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Group"/>
                    </m:oMathParaPr>
                    <m:oMath xmlns:m="http://schemas.openxmlformats.org/officeDocument/2006/math">
                      <m:nary>
                        <m:naryPr>
                          <m:chr m:val="∑"/>
                          <m:subHide m:val="on"/>
                          <m:supHide m:val="on"/>
                          <m:ctrlPr>
                            <a:rPr lang="en-US" sz="2500" i="1" smtClean="0">
                              <a:solidFill>
                                <a:schemeClr val="bg2"/>
                              </a:solidFill>
                              <a:latin typeface="Cambria Math" panose="02040503050406030204" pitchFamily="18" charset="0"/>
                            </a:rPr>
                          </m:ctrlPr>
                        </m:naryPr>
                        <m:sub/>
                        <m:sup/>
                        <m:e>
                          <m:d>
                            <m:dPr>
                              <m:ctrlPr>
                                <a:rPr lang="en-US" sz="2500" i="1">
                                  <a:solidFill>
                                    <a:schemeClr val="bg2"/>
                                  </a:solidFill>
                                  <a:latin typeface="Cambria Math" panose="02040503050406030204" pitchFamily="18" charset="0"/>
                                </a:rPr>
                              </m:ctrlPr>
                            </m:dPr>
                            <m:e>
                              <m:sSup>
                                <m:sSupPr>
                                  <m:ctrlPr>
                                    <a:rPr lang="en-US" sz="2500" b="0" i="1" smtClean="0">
                                      <a:solidFill>
                                        <a:schemeClr val="bg2"/>
                                      </a:solidFill>
                                      <a:latin typeface="Cambria Math" panose="02040503050406030204" pitchFamily="18" charset="0"/>
                                    </a:rPr>
                                  </m:ctrlPr>
                                </m:sSupPr>
                                <m:e>
                                  <m:r>
                                    <m:rPr>
                                      <m:sty m:val="p"/>
                                    </m:rPr>
                                    <a:rPr lang="en-US" sz="2500">
                                      <a:solidFill>
                                        <a:schemeClr val="bg2"/>
                                      </a:solidFill>
                                      <a:latin typeface="Cambria Math" panose="02040503050406030204" pitchFamily="18" charset="0"/>
                                    </a:rPr>
                                    <m:t>x</m:t>
                                  </m:r>
                                </m:e>
                                <m:sup>
                                  <m:r>
                                    <a:rPr lang="en-US" sz="2500" b="0" i="1" smtClean="0">
                                      <a:solidFill>
                                        <a:schemeClr val="bg2"/>
                                      </a:solidFill>
                                      <a:latin typeface="Cambria Math" panose="02040503050406030204" pitchFamily="18" charset="0"/>
                                    </a:rPr>
                                    <m:t>2</m:t>
                                  </m:r>
                                </m:sup>
                              </m:sSup>
                            </m:e>
                          </m:d>
                        </m:e>
                      </m:nary>
                      <m:r>
                        <a:rPr lang="en-US" sz="2500" b="1" i="1" dirty="0" smtClean="0">
                          <a:solidFill>
                            <a:schemeClr val="bg1"/>
                          </a:solidFill>
                          <a:latin typeface="Cambria Math" panose="02040503050406030204" pitchFamily="18" charset="0"/>
                        </a:rPr>
                        <m:t>=</m:t>
                      </m:r>
                      <m:r>
                        <a:rPr lang="en-US" sz="2500" b="1" i="1" dirty="0" smtClean="0">
                          <a:solidFill>
                            <a:schemeClr val="bg1"/>
                          </a:solidFill>
                          <a:latin typeface="Cambria Math" panose="02040503050406030204" pitchFamily="18" charset="0"/>
                        </a:rPr>
                        <m:t>𝟐𝟔𝟔</m:t>
                      </m:r>
                    </m:oMath>
                  </m:oMathPara>
                </a14:m>
                <a:endParaRPr lang="en-IN" sz="2500" b="1" dirty="0">
                  <a:solidFill>
                    <a:schemeClr val="bg1"/>
                  </a:solidFill>
                </a:endParaRPr>
              </a:p>
            </p:txBody>
          </p:sp>
        </mc:Choice>
        <mc:Fallback xmlns="">
          <p:sp>
            <p:nvSpPr>
              <p:cNvPr id="46" name="TextBox 45">
                <a:extLst>
                  <a:ext uri="{FF2B5EF4-FFF2-40B4-BE49-F238E27FC236}">
                    <a16:creationId xmlns:a16="http://schemas.microsoft.com/office/drawing/2014/main" xmlns=""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5006478" y="5378136"/>
                <a:ext cx="2167196" cy="1023935"/>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68622B1E-44A3-44A2-B1C1-8D969737DA50}"/>
                  </a:ext>
                </a:extLst>
              </p:cNvPr>
              <p:cNvSpPr txBox="1"/>
              <p:nvPr/>
            </p:nvSpPr>
            <p:spPr>
              <a:xfrm>
                <a:off x="7384555" y="5376968"/>
                <a:ext cx="2173608" cy="1023935"/>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Group"/>
                    </m:oMathParaPr>
                    <m:oMath xmlns:m="http://schemas.openxmlformats.org/officeDocument/2006/math">
                      <m:nary>
                        <m:naryPr>
                          <m:chr m:val="∑"/>
                          <m:subHide m:val="on"/>
                          <m:supHide m:val="on"/>
                          <m:ctrlPr>
                            <a:rPr lang="en-US" sz="2500" i="1" smtClean="0">
                              <a:solidFill>
                                <a:schemeClr val="bg2"/>
                              </a:solidFill>
                              <a:latin typeface="Cambria Math" panose="02040503050406030204" pitchFamily="18" charset="0"/>
                            </a:rPr>
                          </m:ctrlPr>
                        </m:naryPr>
                        <m:sub/>
                        <m:sup/>
                        <m:e>
                          <m:d>
                            <m:dPr>
                              <m:ctrlPr>
                                <a:rPr lang="en-US" sz="2500" i="1">
                                  <a:solidFill>
                                    <a:schemeClr val="bg2"/>
                                  </a:solidFill>
                                  <a:latin typeface="Cambria Math" panose="02040503050406030204" pitchFamily="18" charset="0"/>
                                </a:rPr>
                              </m:ctrlPr>
                            </m:dPr>
                            <m:e>
                              <m:sSup>
                                <m:sSupPr>
                                  <m:ctrlPr>
                                    <a:rPr lang="en-US" sz="2500" i="1">
                                      <a:solidFill>
                                        <a:schemeClr val="bg2"/>
                                      </a:solidFill>
                                      <a:latin typeface="Cambria Math" panose="02040503050406030204" pitchFamily="18" charset="0"/>
                                    </a:rPr>
                                  </m:ctrlPr>
                                </m:sSupPr>
                                <m:e>
                                  <m:r>
                                    <m:rPr>
                                      <m:sty m:val="p"/>
                                    </m:rPr>
                                    <a:rPr lang="en-US" sz="2500" b="0" i="0" smtClean="0">
                                      <a:solidFill>
                                        <a:schemeClr val="bg2"/>
                                      </a:solidFill>
                                      <a:latin typeface="Cambria Math" panose="02040503050406030204" pitchFamily="18" charset="0"/>
                                    </a:rPr>
                                    <m:t>y</m:t>
                                  </m:r>
                                </m:e>
                                <m:sup>
                                  <m:r>
                                    <a:rPr lang="en-US" sz="2500" i="1">
                                      <a:solidFill>
                                        <a:schemeClr val="bg2"/>
                                      </a:solidFill>
                                      <a:latin typeface="Cambria Math" panose="02040503050406030204" pitchFamily="18" charset="0"/>
                                    </a:rPr>
                                    <m:t>2</m:t>
                                  </m:r>
                                </m:sup>
                              </m:sSup>
                            </m:e>
                          </m:d>
                        </m:e>
                      </m:nary>
                      <m:r>
                        <a:rPr lang="en-US" sz="2500" b="1" i="1" dirty="0">
                          <a:solidFill>
                            <a:schemeClr val="bg1"/>
                          </a:solidFill>
                          <a:latin typeface="Cambria Math" panose="02040503050406030204" pitchFamily="18" charset="0"/>
                        </a:rPr>
                        <m:t>=</m:t>
                      </m:r>
                      <m:r>
                        <a:rPr lang="en-US" sz="2500" b="1" i="1" dirty="0" smtClean="0">
                          <a:solidFill>
                            <a:schemeClr val="bg1"/>
                          </a:solidFill>
                          <a:latin typeface="Cambria Math" panose="02040503050406030204" pitchFamily="18" charset="0"/>
                        </a:rPr>
                        <m:t>𝟕𝟎𝟔</m:t>
                      </m:r>
                    </m:oMath>
                  </m:oMathPara>
                </a14:m>
                <a:endParaRPr lang="en-IN" sz="2500" b="1" dirty="0">
                  <a:solidFill>
                    <a:schemeClr val="bg1"/>
                  </a:solidFill>
                </a:endParaRPr>
              </a:p>
            </p:txBody>
          </p:sp>
        </mc:Choice>
        <mc:Fallback xmlns="">
          <p:sp>
            <p:nvSpPr>
              <p:cNvPr id="47" name="TextBox 46">
                <a:extLst>
                  <a:ext uri="{FF2B5EF4-FFF2-40B4-BE49-F238E27FC236}">
                    <a16:creationId xmlns:a16="http://schemas.microsoft.com/office/drawing/2014/main" xmlns=""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7384555" y="5376968"/>
                <a:ext cx="2173608" cy="1023935"/>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68622B1E-44A3-44A2-B1C1-8D969737DA50}"/>
                  </a:ext>
                </a:extLst>
              </p:cNvPr>
              <p:cNvSpPr txBox="1"/>
              <p:nvPr/>
            </p:nvSpPr>
            <p:spPr>
              <a:xfrm>
                <a:off x="9756614" y="5373448"/>
                <a:ext cx="2168607" cy="1023935"/>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Group"/>
                    </m:oMathParaPr>
                    <m:oMath xmlns:m="http://schemas.openxmlformats.org/officeDocument/2006/math">
                      <m:nary>
                        <m:naryPr>
                          <m:chr m:val="∑"/>
                          <m:subHide m:val="on"/>
                          <m:supHide m:val="on"/>
                          <m:ctrlPr>
                            <a:rPr lang="en-US" sz="2500" i="1" smtClean="0">
                              <a:solidFill>
                                <a:schemeClr val="bg2"/>
                              </a:solidFill>
                              <a:latin typeface="Cambria Math" panose="02040503050406030204" pitchFamily="18" charset="0"/>
                            </a:rPr>
                          </m:ctrlPr>
                        </m:naryPr>
                        <m:sub/>
                        <m:sup/>
                        <m:e>
                          <m:d>
                            <m:dPr>
                              <m:ctrlPr>
                                <a:rPr lang="en-US" sz="2500" i="1">
                                  <a:solidFill>
                                    <a:schemeClr val="bg2"/>
                                  </a:solidFill>
                                  <a:latin typeface="Cambria Math" panose="02040503050406030204" pitchFamily="18" charset="0"/>
                                </a:rPr>
                              </m:ctrlPr>
                            </m:dPr>
                            <m:e>
                              <m:r>
                                <m:rPr>
                                  <m:sty m:val="p"/>
                                </m:rPr>
                                <a:rPr lang="en-US" sz="2500" b="0" i="0" smtClean="0">
                                  <a:solidFill>
                                    <a:schemeClr val="bg2"/>
                                  </a:solidFill>
                                  <a:latin typeface="Cambria Math" panose="02040503050406030204" pitchFamily="18" charset="0"/>
                                </a:rPr>
                                <m:t>xy</m:t>
                              </m:r>
                            </m:e>
                          </m:d>
                        </m:e>
                      </m:nary>
                      <m:r>
                        <a:rPr lang="en-US" sz="2500" b="1" i="1" dirty="0">
                          <a:solidFill>
                            <a:schemeClr val="bg1"/>
                          </a:solidFill>
                          <a:latin typeface="Cambria Math" panose="02040503050406030204" pitchFamily="18" charset="0"/>
                        </a:rPr>
                        <m:t>=</m:t>
                      </m:r>
                      <m:r>
                        <a:rPr lang="en-US" sz="2500" b="1" i="1" dirty="0">
                          <a:solidFill>
                            <a:schemeClr val="bg1"/>
                          </a:solidFill>
                          <a:latin typeface="Cambria Math" panose="02040503050406030204" pitchFamily="18" charset="0"/>
                        </a:rPr>
                        <m:t>𝟐𝟗𝟑</m:t>
                      </m:r>
                    </m:oMath>
                  </m:oMathPara>
                </a14:m>
                <a:endParaRPr lang="en-IN" sz="2500" b="1" dirty="0">
                  <a:solidFill>
                    <a:schemeClr val="bg1"/>
                  </a:solidFill>
                </a:endParaRPr>
              </a:p>
            </p:txBody>
          </p:sp>
        </mc:Choice>
        <mc:Fallback xmlns="">
          <p:sp>
            <p:nvSpPr>
              <p:cNvPr id="48" name="TextBox 47">
                <a:extLst>
                  <a:ext uri="{FF2B5EF4-FFF2-40B4-BE49-F238E27FC236}">
                    <a16:creationId xmlns:a16="http://schemas.microsoft.com/office/drawing/2014/main" xmlns=""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9756614" y="5373448"/>
                <a:ext cx="2168607" cy="1023935"/>
              </a:xfrm>
              <a:prstGeom prst="rect">
                <a:avLst/>
              </a:prstGeom>
              <a:blipFill rotWithShape="0">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208471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1"/>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2"/>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43"/>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4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45"/>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6"/>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47"/>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P spid="28" grpId="0"/>
      <p:bldP spid="29" grpId="0"/>
      <p:bldP spid="30" grpId="0"/>
      <p:bldP spid="31" grpId="0"/>
      <p:bldP spid="32" grpId="0"/>
      <p:bldP spid="33" grpId="0"/>
      <p:bldP spid="34" grpId="0"/>
      <p:bldP spid="35" grpId="0"/>
      <p:bldP spid="36" grpId="0"/>
      <p:bldP spid="37" grpId="0"/>
      <p:bldP spid="38" grpId="0"/>
      <p:bldP spid="39" grpId="0"/>
      <p:bldP spid="40" grpId="0"/>
      <p:bldP spid="41" grpId="0"/>
      <p:bldP spid="42" grpId="0"/>
      <p:bldP spid="43" grpId="0"/>
      <p:bldP spid="44" grpId="0"/>
      <p:bldP spid="45" grpId="0"/>
      <p:bldP spid="46" grpId="0"/>
      <p:bldP spid="47" grpId="0"/>
      <p:bldP spid="48"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1 ⇝ Example 1(</a:t>
            </a:r>
            <a:r>
              <a:rPr lang="en-GB" dirty="0">
                <a:solidFill>
                  <a:srgbClr val="FF0000"/>
                </a:solidFill>
              </a:rPr>
              <a:t>Continue</a:t>
            </a:r>
            <a:r>
              <a:rPr lang="en-GB" dirty="0"/>
              <a:t>)</a:t>
            </a:r>
            <a:endParaRPr lang="en-US" dirty="0"/>
          </a:p>
        </p:txBody>
      </p:sp>
      <p:sp>
        <p:nvSpPr>
          <p:cNvPr id="8" name="Rectangle 7"/>
          <p:cNvSpPr/>
          <p:nvPr/>
        </p:nvSpPr>
        <p:spPr>
          <a:xfrm>
            <a:off x="137271" y="859577"/>
            <a:ext cx="11718273" cy="523220"/>
          </a:xfrm>
          <a:prstGeom prst="rect">
            <a:avLst/>
          </a:prstGeom>
        </p:spPr>
        <p:txBody>
          <a:bodyPr wrap="none">
            <a:spAutoFit/>
          </a:bodyPr>
          <a:lstStyle/>
          <a:p>
            <a:r>
              <a:rPr lang="en-US" sz="2800" dirty="0">
                <a:solidFill>
                  <a:srgbClr val="002060"/>
                </a:solidFill>
              </a:rPr>
              <a:t>Let us substitute all the values in the </a:t>
            </a:r>
            <a:r>
              <a:rPr lang="en-US" sz="2800" dirty="0">
                <a:solidFill>
                  <a:srgbClr val="FF0000"/>
                </a:solidFill>
              </a:rPr>
              <a:t>formula</a:t>
            </a:r>
            <a:r>
              <a:rPr lang="en-US" sz="2800" dirty="0">
                <a:solidFill>
                  <a:srgbClr val="002060"/>
                </a:solidFill>
              </a:rPr>
              <a:t> to find the coefficient of correlation </a:t>
            </a:r>
            <a:endParaRPr lang="en-US" dirty="0"/>
          </a:p>
        </p:txBody>
      </p:sp>
      <mc:AlternateContent xmlns:mc="http://schemas.openxmlformats.org/markup-compatibility/2006" xmlns:a14="http://schemas.microsoft.com/office/drawing/2010/main">
        <mc:Choice Requires="a14">
          <p:sp>
            <p:nvSpPr>
              <p:cNvPr id="50" name="Rectangle 49"/>
              <p:cNvSpPr/>
              <p:nvPr/>
            </p:nvSpPr>
            <p:spPr>
              <a:xfrm>
                <a:off x="137271" y="1689418"/>
                <a:ext cx="8444363" cy="1225785"/>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m:rPr>
                          <m:sty m:val="p"/>
                        </m:rPr>
                        <a:rPr lang="en-US" sz="2800" smtClean="0">
                          <a:solidFill>
                            <a:srgbClr val="002060"/>
                          </a:solidFill>
                          <a:latin typeface="Cambria Math" panose="02040503050406030204" pitchFamily="18" charset="0"/>
                        </a:rPr>
                        <m:t>r</m:t>
                      </m:r>
                      <m:r>
                        <a:rPr lang="en-US" sz="2800" smtClean="0">
                          <a:solidFill>
                            <a:srgbClr val="002060"/>
                          </a:solidFill>
                          <a:latin typeface="Cambria Math" panose="02040503050406030204" pitchFamily="18" charset="0"/>
                        </a:rPr>
                        <m:t>=</m:t>
                      </m:r>
                      <m:f>
                        <m:fPr>
                          <m:ctrlPr>
                            <a:rPr lang="en-US" sz="2800" i="1">
                              <a:solidFill>
                                <a:srgbClr val="C00000"/>
                              </a:solidFill>
                              <a:latin typeface="Cambria Math" panose="02040503050406030204" pitchFamily="18" charset="0"/>
                            </a:rPr>
                          </m:ctrlPr>
                        </m:fPr>
                        <m:num>
                          <m:r>
                            <m:rPr>
                              <m:sty m:val="p"/>
                            </m:rPr>
                            <a:rPr lang="en-US" sz="2800" smtClean="0">
                              <a:solidFill>
                                <a:srgbClr val="FF0000"/>
                              </a:solidFill>
                              <a:latin typeface="Cambria Math" panose="02040503050406030204" pitchFamily="18" charset="0"/>
                            </a:rPr>
                            <m:t>n</m:t>
                          </m:r>
                          <m:r>
                            <a:rPr lang="en-US" sz="2800">
                              <a:solidFill>
                                <a:srgbClr val="002060"/>
                              </a:solidFill>
                              <a:latin typeface="Cambria Math" panose="02040503050406030204" pitchFamily="18" charset="0"/>
                            </a:rPr>
                            <m:t>⋅</m:t>
                          </m:r>
                          <m:nary>
                            <m:naryPr>
                              <m:chr m:val="∑"/>
                              <m:subHide m:val="on"/>
                              <m:supHide m:val="on"/>
                              <m:ctrlPr>
                                <a:rPr lang="en-US" sz="2800" i="1">
                                  <a:solidFill>
                                    <a:srgbClr val="002060"/>
                                  </a:solidFill>
                                  <a:latin typeface="Cambria Math" panose="02040503050406030204" pitchFamily="18" charset="0"/>
                                </a:rPr>
                              </m:ctrlPr>
                            </m:naryPr>
                            <m:sub/>
                            <m:sup/>
                            <m:e>
                              <m:d>
                                <m:dPr>
                                  <m:ctrlPr>
                                    <a:rPr lang="en-US"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xy</m:t>
                                  </m:r>
                                </m:e>
                              </m:d>
                            </m:e>
                          </m:nary>
                          <m:r>
                            <a:rPr lang="en-US" sz="2800">
                              <a:solidFill>
                                <a:srgbClr val="002060"/>
                              </a:solidFill>
                              <a:latin typeface="Cambria Math" panose="02040503050406030204" pitchFamily="18" charset="0"/>
                            </a:rPr>
                            <m:t>− </m:t>
                          </m:r>
                          <m:nary>
                            <m:naryPr>
                              <m:chr m:val="∑"/>
                              <m:subHide m:val="on"/>
                              <m:supHide m:val="on"/>
                              <m:ctrlPr>
                                <a:rPr lang="en-US" sz="2800" i="1" smtClean="0">
                                  <a:solidFill>
                                    <a:srgbClr val="7030A0"/>
                                  </a:solidFill>
                                  <a:latin typeface="Cambria Math" panose="02040503050406030204" pitchFamily="18" charset="0"/>
                                </a:rPr>
                              </m:ctrlPr>
                            </m:naryPr>
                            <m:sub/>
                            <m:sup/>
                            <m:e>
                              <m:d>
                                <m:dPr>
                                  <m:ctrlPr>
                                    <a:rPr lang="en-US" sz="2800" i="1">
                                      <a:solidFill>
                                        <a:srgbClr val="7030A0"/>
                                      </a:solidFill>
                                      <a:latin typeface="Cambria Math" panose="02040503050406030204" pitchFamily="18" charset="0"/>
                                    </a:rPr>
                                  </m:ctrlPr>
                                </m:dPr>
                                <m:e>
                                  <m:r>
                                    <m:rPr>
                                      <m:sty m:val="p"/>
                                    </m:rPr>
                                    <a:rPr lang="en-US" sz="2800">
                                      <a:solidFill>
                                        <a:srgbClr val="7030A0"/>
                                      </a:solidFill>
                                      <a:latin typeface="Cambria Math" panose="02040503050406030204" pitchFamily="18" charset="0"/>
                                    </a:rPr>
                                    <m:t>x</m:t>
                                  </m:r>
                                </m:e>
                              </m:d>
                            </m:e>
                          </m:nary>
                          <m:r>
                            <a:rPr lang="en-US" sz="2800">
                              <a:solidFill>
                                <a:srgbClr val="002060"/>
                              </a:solidFill>
                              <a:latin typeface="Cambria Math" panose="02040503050406030204" pitchFamily="18" charset="0"/>
                            </a:rPr>
                            <m:t>⋅</m:t>
                          </m:r>
                          <m:nary>
                            <m:naryPr>
                              <m:chr m:val="∑"/>
                              <m:subHide m:val="on"/>
                              <m:supHide m:val="on"/>
                              <m:ctrlPr>
                                <a:rPr lang="en-US" sz="2800" i="1" smtClean="0">
                                  <a:solidFill>
                                    <a:srgbClr val="0070C0"/>
                                  </a:solidFill>
                                  <a:latin typeface="Cambria Math" panose="02040503050406030204" pitchFamily="18" charset="0"/>
                                </a:rPr>
                              </m:ctrlPr>
                            </m:naryPr>
                            <m:sub/>
                            <m:sup/>
                            <m:e>
                              <m:d>
                                <m:dPr>
                                  <m:ctrlPr>
                                    <a:rPr lang="en-US" sz="2800" i="1">
                                      <a:solidFill>
                                        <a:srgbClr val="0070C0"/>
                                      </a:solidFill>
                                      <a:latin typeface="Cambria Math" panose="02040503050406030204" pitchFamily="18" charset="0"/>
                                    </a:rPr>
                                  </m:ctrlPr>
                                </m:dPr>
                                <m:e>
                                  <m:r>
                                    <m:rPr>
                                      <m:sty m:val="p"/>
                                    </m:rPr>
                                    <a:rPr lang="en-US" sz="2800">
                                      <a:solidFill>
                                        <a:srgbClr val="0070C0"/>
                                      </a:solidFill>
                                      <a:latin typeface="Cambria Math" panose="02040503050406030204" pitchFamily="18" charset="0"/>
                                    </a:rPr>
                                    <m:t>y</m:t>
                                  </m:r>
                                </m:e>
                              </m:d>
                            </m:e>
                          </m:nary>
                        </m:num>
                        <m:den>
                          <m:eqArr>
                            <m:eqArrPr>
                              <m:ctrlPr>
                                <a:rPr lang="en-US" sz="2800" i="1">
                                  <a:solidFill>
                                    <a:srgbClr val="C00000"/>
                                  </a:solidFill>
                                  <a:latin typeface="Cambria Math" panose="02040503050406030204" pitchFamily="18" charset="0"/>
                                </a:rPr>
                              </m:ctrlPr>
                            </m:eqArrPr>
                            <m:e>
                              <m:r>
                                <a:rPr lang="en-US" sz="2800">
                                  <a:solidFill>
                                    <a:srgbClr val="C00000"/>
                                  </a:solidFill>
                                  <a:latin typeface="Cambria Math" panose="02040503050406030204" pitchFamily="18" charset="0"/>
                                </a:rPr>
                                <m:t> </m:t>
                              </m:r>
                            </m:e>
                            <m:e>
                              <m:r>
                                <a:rPr lang="en-US" sz="2800">
                                  <a:solidFill>
                                    <a:srgbClr val="C00000"/>
                                  </a:solidFill>
                                  <a:latin typeface="Cambria Math" panose="02040503050406030204" pitchFamily="18" charset="0"/>
                                </a:rPr>
                                <m:t>   </m:t>
                              </m:r>
                              <m:rad>
                                <m:radPr>
                                  <m:degHide m:val="on"/>
                                  <m:ctrlPr>
                                    <a:rPr lang="en-US" sz="2800" i="1">
                                      <a:solidFill>
                                        <a:srgbClr val="002060"/>
                                      </a:solidFill>
                                      <a:latin typeface="Cambria Math" panose="02040503050406030204" pitchFamily="18" charset="0"/>
                                    </a:rPr>
                                  </m:ctrlPr>
                                </m:radPr>
                                <m:deg/>
                                <m:e>
                                  <m:r>
                                    <m:rPr>
                                      <m:sty m:val="p"/>
                                    </m:rPr>
                                    <a:rPr lang="en-US" sz="2800" smtClean="0">
                                      <a:solidFill>
                                        <a:srgbClr val="FF0000"/>
                                      </a:solidFill>
                                      <a:latin typeface="Cambria Math" panose="02040503050406030204" pitchFamily="18" charset="0"/>
                                    </a:rPr>
                                    <m:t>n</m:t>
                                  </m:r>
                                  <m:r>
                                    <a:rPr lang="en-US" sz="2800">
                                      <a:solidFill>
                                        <a:srgbClr val="002060"/>
                                      </a:solidFill>
                                      <a:latin typeface="Cambria Math" panose="02040503050406030204" pitchFamily="18" charset="0"/>
                                    </a:rPr>
                                    <m:t>⋅</m:t>
                                  </m:r>
                                  <m:nary>
                                    <m:naryPr>
                                      <m:chr m:val="∑"/>
                                      <m:subHide m:val="on"/>
                                      <m:supHide m:val="on"/>
                                      <m:ctrlPr>
                                        <a:rPr lang="en-US" sz="2800" i="1">
                                          <a:solidFill>
                                            <a:srgbClr val="002060"/>
                                          </a:solidFill>
                                          <a:latin typeface="Cambria Math" panose="02040503050406030204" pitchFamily="18" charset="0"/>
                                        </a:rPr>
                                      </m:ctrlPr>
                                    </m:naryPr>
                                    <m:sub/>
                                    <m:sup/>
                                    <m:e>
                                      <m:d>
                                        <m:dPr>
                                          <m:ctrlPr>
                                            <a:rPr lang="en-US" sz="2800" i="1">
                                              <a:solidFill>
                                                <a:srgbClr val="002060"/>
                                              </a:solidFill>
                                              <a:latin typeface="Cambria Math" panose="02040503050406030204" pitchFamily="18" charset="0"/>
                                            </a:rPr>
                                          </m:ctrlPr>
                                        </m:dPr>
                                        <m:e>
                                          <m:sSup>
                                            <m:sSupPr>
                                              <m:ctrlPr>
                                                <a:rPr lang="en-US" sz="2800" i="1">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x</m:t>
                                              </m:r>
                                            </m:e>
                                            <m:sup>
                                              <m:r>
                                                <a:rPr lang="en-US" sz="2800">
                                                  <a:solidFill>
                                                    <a:srgbClr val="002060"/>
                                                  </a:solidFill>
                                                  <a:latin typeface="Cambria Math" panose="02040503050406030204" pitchFamily="18" charset="0"/>
                                                </a:rPr>
                                                <m:t>2</m:t>
                                              </m:r>
                                            </m:sup>
                                          </m:sSup>
                                        </m:e>
                                      </m:d>
                                    </m:e>
                                  </m:nary>
                                  <m:r>
                                    <a:rPr lang="en-US" sz="2800">
                                      <a:solidFill>
                                        <a:srgbClr val="002060"/>
                                      </a:solidFill>
                                      <a:latin typeface="Cambria Math" panose="02040503050406030204" pitchFamily="18" charset="0"/>
                                    </a:rPr>
                                    <m:t>−</m:t>
                                  </m:r>
                                  <m:sSup>
                                    <m:sSupPr>
                                      <m:ctrlPr>
                                        <a:rPr lang="en-US" sz="2800" i="1">
                                          <a:solidFill>
                                            <a:srgbClr val="002060"/>
                                          </a:solidFill>
                                          <a:latin typeface="Cambria Math" panose="02040503050406030204" pitchFamily="18" charset="0"/>
                                        </a:rPr>
                                      </m:ctrlPr>
                                    </m:sSupPr>
                                    <m:e>
                                      <m:d>
                                        <m:dPr>
                                          <m:ctrlPr>
                                            <a:rPr lang="en-US"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 </m:t>
                                          </m:r>
                                          <m:nary>
                                            <m:naryPr>
                                              <m:chr m:val="∑"/>
                                              <m:subHide m:val="on"/>
                                              <m:supHide m:val="on"/>
                                              <m:ctrlPr>
                                                <a:rPr lang="en-US" sz="2800" i="1" smtClean="0">
                                                  <a:solidFill>
                                                    <a:srgbClr val="7030A0"/>
                                                  </a:solidFill>
                                                  <a:latin typeface="Cambria Math" panose="02040503050406030204" pitchFamily="18" charset="0"/>
                                                </a:rPr>
                                              </m:ctrlPr>
                                            </m:naryPr>
                                            <m:sub/>
                                            <m:sup/>
                                            <m:e>
                                              <m:r>
                                                <m:rPr>
                                                  <m:sty m:val="p"/>
                                                </m:rPr>
                                                <a:rPr lang="en-US" sz="2800">
                                                  <a:solidFill>
                                                    <a:srgbClr val="7030A0"/>
                                                  </a:solidFill>
                                                  <a:latin typeface="Cambria Math" panose="02040503050406030204" pitchFamily="18" charset="0"/>
                                                </a:rPr>
                                                <m:t>x</m:t>
                                              </m:r>
                                            </m:e>
                                          </m:nary>
                                          <m:r>
                                            <a:rPr lang="en-US" sz="2800">
                                              <a:solidFill>
                                                <a:srgbClr val="002060"/>
                                              </a:solidFill>
                                              <a:latin typeface="Cambria Math" panose="02040503050406030204" pitchFamily="18" charset="0"/>
                                            </a:rPr>
                                            <m:t> </m:t>
                                          </m:r>
                                        </m:e>
                                      </m:d>
                                    </m:e>
                                    <m:sup>
                                      <m:r>
                                        <a:rPr lang="en-US" sz="2800">
                                          <a:solidFill>
                                            <a:srgbClr val="002060"/>
                                          </a:solidFill>
                                          <a:latin typeface="Cambria Math" panose="02040503050406030204" pitchFamily="18" charset="0"/>
                                        </a:rPr>
                                        <m:t>2</m:t>
                                      </m:r>
                                    </m:sup>
                                  </m:sSup>
                                  <m:r>
                                    <a:rPr lang="en-US" sz="2800">
                                      <a:solidFill>
                                        <a:srgbClr val="002060"/>
                                      </a:solidFill>
                                      <a:latin typeface="Cambria Math" panose="02040503050406030204" pitchFamily="18" charset="0"/>
                                    </a:rPr>
                                    <m:t>  </m:t>
                                  </m:r>
                                </m:e>
                              </m:rad>
                              <m:r>
                                <a:rPr lang="en-US" sz="2800">
                                  <a:solidFill>
                                    <a:srgbClr val="002060"/>
                                  </a:solidFill>
                                  <a:latin typeface="Cambria Math" panose="02040503050406030204" pitchFamily="18" charset="0"/>
                                </a:rPr>
                                <m:t>⋅</m:t>
                              </m:r>
                              <m:rad>
                                <m:radPr>
                                  <m:degHide m:val="on"/>
                                  <m:ctrlPr>
                                    <a:rPr lang="en-US" sz="2800" i="1">
                                      <a:solidFill>
                                        <a:srgbClr val="002060"/>
                                      </a:solidFill>
                                      <a:latin typeface="Cambria Math" panose="02040503050406030204" pitchFamily="18" charset="0"/>
                                    </a:rPr>
                                  </m:ctrlPr>
                                </m:radPr>
                                <m:deg/>
                                <m:e>
                                  <m:r>
                                    <m:rPr>
                                      <m:sty m:val="p"/>
                                    </m:rPr>
                                    <a:rPr lang="en-US" sz="2800" smtClean="0">
                                      <a:solidFill>
                                        <a:srgbClr val="FF0000"/>
                                      </a:solidFill>
                                      <a:latin typeface="Cambria Math" panose="02040503050406030204" pitchFamily="18" charset="0"/>
                                    </a:rPr>
                                    <m:t>n</m:t>
                                  </m:r>
                                  <m:r>
                                    <a:rPr lang="en-US" sz="2800">
                                      <a:solidFill>
                                        <a:srgbClr val="002060"/>
                                      </a:solidFill>
                                      <a:latin typeface="Cambria Math" panose="02040503050406030204" pitchFamily="18" charset="0"/>
                                    </a:rPr>
                                    <m:t>⋅</m:t>
                                  </m:r>
                                  <m:nary>
                                    <m:naryPr>
                                      <m:chr m:val="∑"/>
                                      <m:subHide m:val="on"/>
                                      <m:supHide m:val="on"/>
                                      <m:ctrlPr>
                                        <a:rPr lang="en-US" sz="2800" i="1">
                                          <a:solidFill>
                                            <a:srgbClr val="002060"/>
                                          </a:solidFill>
                                          <a:latin typeface="Cambria Math" panose="02040503050406030204" pitchFamily="18" charset="0"/>
                                        </a:rPr>
                                      </m:ctrlPr>
                                    </m:naryPr>
                                    <m:sub/>
                                    <m:sup/>
                                    <m:e>
                                      <m:d>
                                        <m:dPr>
                                          <m:ctrlPr>
                                            <a:rPr lang="en-US" sz="2800" i="1">
                                              <a:solidFill>
                                                <a:srgbClr val="002060"/>
                                              </a:solidFill>
                                              <a:latin typeface="Cambria Math" panose="02040503050406030204" pitchFamily="18" charset="0"/>
                                            </a:rPr>
                                          </m:ctrlPr>
                                        </m:dPr>
                                        <m:e>
                                          <m:sSup>
                                            <m:sSupPr>
                                              <m:ctrlPr>
                                                <a:rPr lang="en-US" sz="2800" i="1">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y</m:t>
                                              </m:r>
                                            </m:e>
                                            <m:sup>
                                              <m:r>
                                                <a:rPr lang="en-US" sz="2800">
                                                  <a:solidFill>
                                                    <a:srgbClr val="002060"/>
                                                  </a:solidFill>
                                                  <a:latin typeface="Cambria Math" panose="02040503050406030204" pitchFamily="18" charset="0"/>
                                                </a:rPr>
                                                <m:t>2</m:t>
                                              </m:r>
                                            </m:sup>
                                          </m:sSup>
                                        </m:e>
                                      </m:d>
                                    </m:e>
                                  </m:nary>
                                  <m:r>
                                    <a:rPr lang="en-US" sz="2800">
                                      <a:solidFill>
                                        <a:srgbClr val="002060"/>
                                      </a:solidFill>
                                      <a:latin typeface="Cambria Math" panose="02040503050406030204" pitchFamily="18" charset="0"/>
                                    </a:rPr>
                                    <m:t>−</m:t>
                                  </m:r>
                                  <m:sSup>
                                    <m:sSupPr>
                                      <m:ctrlPr>
                                        <a:rPr lang="en-US" sz="2800" i="1">
                                          <a:solidFill>
                                            <a:srgbClr val="002060"/>
                                          </a:solidFill>
                                          <a:latin typeface="Cambria Math" panose="02040503050406030204" pitchFamily="18" charset="0"/>
                                        </a:rPr>
                                      </m:ctrlPr>
                                    </m:sSupPr>
                                    <m:e>
                                      <m:d>
                                        <m:dPr>
                                          <m:ctrlPr>
                                            <a:rPr lang="en-US"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 </m:t>
                                          </m:r>
                                          <m:nary>
                                            <m:naryPr>
                                              <m:chr m:val="∑"/>
                                              <m:subHide m:val="on"/>
                                              <m:supHide m:val="on"/>
                                              <m:ctrlPr>
                                                <a:rPr lang="en-US" sz="2800" i="1" smtClean="0">
                                                  <a:solidFill>
                                                    <a:srgbClr val="0070C0"/>
                                                  </a:solidFill>
                                                  <a:latin typeface="Cambria Math" panose="02040503050406030204" pitchFamily="18" charset="0"/>
                                                </a:rPr>
                                              </m:ctrlPr>
                                            </m:naryPr>
                                            <m:sub/>
                                            <m:sup/>
                                            <m:e>
                                              <m:r>
                                                <m:rPr>
                                                  <m:sty m:val="p"/>
                                                </m:rPr>
                                                <a:rPr lang="en-US" sz="2800">
                                                  <a:solidFill>
                                                    <a:srgbClr val="0070C0"/>
                                                  </a:solidFill>
                                                  <a:latin typeface="Cambria Math" panose="02040503050406030204" pitchFamily="18" charset="0"/>
                                                </a:rPr>
                                                <m:t>y</m:t>
                                              </m:r>
                                            </m:e>
                                          </m:nary>
                                          <m:r>
                                            <a:rPr lang="en-US" sz="2800">
                                              <a:solidFill>
                                                <a:srgbClr val="002060"/>
                                              </a:solidFill>
                                              <a:latin typeface="Cambria Math" panose="02040503050406030204" pitchFamily="18" charset="0"/>
                                            </a:rPr>
                                            <m:t> </m:t>
                                          </m:r>
                                        </m:e>
                                      </m:d>
                                    </m:e>
                                    <m:sup>
                                      <m:r>
                                        <a:rPr lang="en-US" sz="2800">
                                          <a:solidFill>
                                            <a:srgbClr val="002060"/>
                                          </a:solidFill>
                                          <a:latin typeface="Cambria Math" panose="02040503050406030204" pitchFamily="18" charset="0"/>
                                        </a:rPr>
                                        <m:t>2</m:t>
                                      </m:r>
                                    </m:sup>
                                  </m:sSup>
                                  <m:r>
                                    <a:rPr lang="en-US" sz="2800">
                                      <a:solidFill>
                                        <a:srgbClr val="002060"/>
                                      </a:solidFill>
                                      <a:latin typeface="Cambria Math" panose="02040503050406030204" pitchFamily="18" charset="0"/>
                                    </a:rPr>
                                    <m:t>  </m:t>
                                  </m:r>
                                </m:e>
                              </m:rad>
                              <m:r>
                                <a:rPr lang="en-US" sz="2800">
                                  <a:solidFill>
                                    <a:srgbClr val="C00000"/>
                                  </a:solidFill>
                                  <a:latin typeface="Cambria Math" panose="02040503050406030204" pitchFamily="18" charset="0"/>
                                </a:rPr>
                                <m:t>     </m:t>
                              </m:r>
                            </m:e>
                          </m:eqArr>
                        </m:den>
                      </m:f>
                    </m:oMath>
                  </m:oMathPara>
                </a14:m>
                <a:endParaRPr lang="en-US" dirty="0"/>
              </a:p>
            </p:txBody>
          </p:sp>
        </mc:Choice>
        <mc:Fallback xmlns="">
          <p:sp>
            <p:nvSpPr>
              <p:cNvPr id="50" name="Rectangle 49"/>
              <p:cNvSpPr>
                <a:spLocks noRot="1" noChangeAspect="1" noMove="1" noResize="1" noEditPoints="1" noAdjustHandles="1" noChangeArrowheads="1" noChangeShapeType="1" noTextEdit="1"/>
              </p:cNvSpPr>
              <p:nvPr/>
            </p:nvSpPr>
            <p:spPr>
              <a:xfrm>
                <a:off x="137271" y="1689418"/>
                <a:ext cx="8444363" cy="1225785"/>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Rectangle 53"/>
              <p:cNvSpPr/>
              <p:nvPr/>
            </p:nvSpPr>
            <p:spPr>
              <a:xfrm>
                <a:off x="137271" y="3301339"/>
                <a:ext cx="7624523" cy="1224053"/>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m:rPr>
                          <m:sty m:val="p"/>
                        </m:rPr>
                        <a:rPr lang="en-US" sz="2800" smtClean="0">
                          <a:solidFill>
                            <a:schemeClr val="bg1"/>
                          </a:solidFill>
                          <a:latin typeface="Cambria Math" panose="02040503050406030204" pitchFamily="18" charset="0"/>
                        </a:rPr>
                        <m:t>r</m:t>
                      </m:r>
                      <m:r>
                        <a:rPr lang="en-US" sz="2800" smtClean="0">
                          <a:solidFill>
                            <a:srgbClr val="002060"/>
                          </a:solidFill>
                          <a:latin typeface="Cambria Math" panose="02040503050406030204" pitchFamily="18" charset="0"/>
                        </a:rPr>
                        <m:t>=</m:t>
                      </m:r>
                      <m:f>
                        <m:fPr>
                          <m:ctrlPr>
                            <a:rPr lang="en-US" sz="2800" i="1">
                              <a:solidFill>
                                <a:srgbClr val="C00000"/>
                              </a:solidFill>
                              <a:latin typeface="Cambria Math" panose="02040503050406030204" pitchFamily="18" charset="0"/>
                            </a:rPr>
                          </m:ctrlPr>
                        </m:fPr>
                        <m:num>
                          <m:r>
                            <a:rPr lang="en-US" sz="2800" b="0" i="0" smtClean="0">
                              <a:solidFill>
                                <a:schemeClr val="bg1"/>
                              </a:solidFill>
                              <a:latin typeface="Cambria Math" panose="02040503050406030204" pitchFamily="18" charset="0"/>
                            </a:rPr>
                            <m:t>6</m:t>
                          </m:r>
                          <m:r>
                            <a:rPr lang="en-US" sz="2800">
                              <a:solidFill>
                                <a:srgbClr val="002060"/>
                              </a:solidFill>
                              <a:latin typeface="Cambria Math" panose="02040503050406030204" pitchFamily="18" charset="0"/>
                            </a:rPr>
                            <m:t>⋅</m:t>
                          </m:r>
                          <m:r>
                            <a:rPr lang="en-US" sz="2800" b="0" i="1" smtClean="0">
                              <a:solidFill>
                                <a:schemeClr val="bg1"/>
                              </a:solidFill>
                              <a:latin typeface="Cambria Math" panose="02040503050406030204" pitchFamily="18" charset="0"/>
                            </a:rPr>
                            <m:t>293</m:t>
                          </m:r>
                          <m:r>
                            <a:rPr lang="en-US" sz="2800">
                              <a:solidFill>
                                <a:srgbClr val="002060"/>
                              </a:solidFill>
                              <a:latin typeface="Cambria Math" panose="02040503050406030204" pitchFamily="18" charset="0"/>
                            </a:rPr>
                            <m:t>−</m:t>
                          </m:r>
                          <m:d>
                            <m:dPr>
                              <m:ctrlPr>
                                <a:rPr lang="en-US" sz="2800" b="0" i="1" smtClean="0">
                                  <a:solidFill>
                                    <a:srgbClr val="002060"/>
                                  </a:solidFill>
                                  <a:latin typeface="Cambria Math" panose="02040503050406030204" pitchFamily="18" charset="0"/>
                                </a:rPr>
                              </m:ctrlPr>
                            </m:dPr>
                            <m:e>
                              <m:r>
                                <a:rPr lang="en-US" sz="2800" b="0" i="1" smtClean="0">
                                  <a:solidFill>
                                    <a:srgbClr val="002060"/>
                                  </a:solidFill>
                                  <a:latin typeface="Cambria Math" panose="02040503050406030204" pitchFamily="18" charset="0"/>
                                </a:rPr>
                                <m:t> </m:t>
                              </m:r>
                              <m:r>
                                <a:rPr lang="en-US" sz="2800" b="0" i="1" smtClean="0">
                                  <a:solidFill>
                                    <a:schemeClr val="bg1"/>
                                  </a:solidFill>
                                  <a:latin typeface="Cambria Math" panose="02040503050406030204" pitchFamily="18" charset="0"/>
                                </a:rPr>
                                <m:t>36</m:t>
                              </m:r>
                              <m:r>
                                <a:rPr lang="en-US" sz="2800">
                                  <a:solidFill>
                                    <a:srgbClr val="002060"/>
                                  </a:solidFill>
                                  <a:latin typeface="Cambria Math" panose="02040503050406030204" pitchFamily="18" charset="0"/>
                                </a:rPr>
                                <m:t>⋅</m:t>
                              </m:r>
                              <m:r>
                                <a:rPr lang="en-US" sz="2800" b="0" i="1" smtClean="0">
                                  <a:solidFill>
                                    <a:schemeClr val="bg1"/>
                                  </a:solidFill>
                                  <a:latin typeface="Cambria Math" panose="02040503050406030204" pitchFamily="18" charset="0"/>
                                </a:rPr>
                                <m:t>60</m:t>
                              </m:r>
                              <m:r>
                                <a:rPr lang="en-US" sz="2800" b="0" i="1" smtClean="0">
                                  <a:solidFill>
                                    <a:srgbClr val="002060"/>
                                  </a:solidFill>
                                  <a:latin typeface="Cambria Math" panose="02040503050406030204" pitchFamily="18" charset="0"/>
                                </a:rPr>
                                <m:t> </m:t>
                              </m:r>
                            </m:e>
                          </m:d>
                        </m:num>
                        <m:den>
                          <m:eqArr>
                            <m:eqArrPr>
                              <m:ctrlPr>
                                <a:rPr lang="en-US" sz="2800" i="1">
                                  <a:solidFill>
                                    <a:srgbClr val="C00000"/>
                                  </a:solidFill>
                                  <a:latin typeface="Cambria Math" panose="02040503050406030204" pitchFamily="18" charset="0"/>
                                </a:rPr>
                              </m:ctrlPr>
                            </m:eqArrPr>
                            <m:e>
                              <m:r>
                                <a:rPr lang="en-US" sz="2800">
                                  <a:solidFill>
                                    <a:srgbClr val="C00000"/>
                                  </a:solidFill>
                                  <a:latin typeface="Cambria Math" panose="02040503050406030204" pitchFamily="18" charset="0"/>
                                </a:rPr>
                                <m:t> </m:t>
                              </m:r>
                            </m:e>
                            <m:e>
                              <m:r>
                                <a:rPr lang="en-US" sz="2800">
                                  <a:solidFill>
                                    <a:srgbClr val="C00000"/>
                                  </a:solidFill>
                                  <a:latin typeface="Cambria Math" panose="02040503050406030204" pitchFamily="18" charset="0"/>
                                </a:rPr>
                                <m:t>   </m:t>
                              </m:r>
                              <m:rad>
                                <m:radPr>
                                  <m:degHide m:val="on"/>
                                  <m:ctrlPr>
                                    <a:rPr lang="en-US" sz="2800" i="1">
                                      <a:solidFill>
                                        <a:srgbClr val="002060"/>
                                      </a:solidFill>
                                      <a:latin typeface="Cambria Math" panose="02040503050406030204" pitchFamily="18" charset="0"/>
                                    </a:rPr>
                                  </m:ctrlPr>
                                </m:radPr>
                                <m:deg/>
                                <m:e>
                                  <m:r>
                                    <a:rPr lang="en-US" sz="2800" b="0" i="0" smtClean="0">
                                      <a:solidFill>
                                        <a:schemeClr val="bg1"/>
                                      </a:solidFill>
                                      <a:latin typeface="Cambria Math" panose="02040503050406030204" pitchFamily="18" charset="0"/>
                                    </a:rPr>
                                    <m:t>6</m:t>
                                  </m:r>
                                  <m:r>
                                    <a:rPr lang="en-US" sz="2800">
                                      <a:solidFill>
                                        <a:srgbClr val="002060"/>
                                      </a:solidFill>
                                      <a:latin typeface="Cambria Math" panose="02040503050406030204" pitchFamily="18" charset="0"/>
                                    </a:rPr>
                                    <m:t>⋅</m:t>
                                  </m:r>
                                  <m:r>
                                    <a:rPr lang="en-US" sz="2800" b="0" i="1" smtClean="0">
                                      <a:solidFill>
                                        <a:schemeClr val="bg1"/>
                                      </a:solidFill>
                                      <a:latin typeface="Cambria Math" panose="02040503050406030204" pitchFamily="18" charset="0"/>
                                    </a:rPr>
                                    <m:t>266</m:t>
                                  </m:r>
                                  <m:r>
                                    <a:rPr lang="en-US" sz="2800">
                                      <a:solidFill>
                                        <a:srgbClr val="002060"/>
                                      </a:solidFill>
                                      <a:latin typeface="Cambria Math" panose="02040503050406030204" pitchFamily="18" charset="0"/>
                                    </a:rPr>
                                    <m:t>−</m:t>
                                  </m:r>
                                  <m:sSup>
                                    <m:sSupPr>
                                      <m:ctrlPr>
                                        <a:rPr lang="en-US" sz="2800" i="1">
                                          <a:solidFill>
                                            <a:srgbClr val="002060"/>
                                          </a:solidFill>
                                          <a:latin typeface="Cambria Math" panose="02040503050406030204" pitchFamily="18" charset="0"/>
                                        </a:rPr>
                                      </m:ctrlPr>
                                    </m:sSupPr>
                                    <m:e>
                                      <m:d>
                                        <m:dPr>
                                          <m:ctrlPr>
                                            <a:rPr lang="en-US"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 </m:t>
                                          </m:r>
                                          <m:r>
                                            <a:rPr lang="en-US" sz="2800" b="0" i="1" smtClean="0">
                                              <a:solidFill>
                                                <a:schemeClr val="bg1"/>
                                              </a:solidFill>
                                              <a:latin typeface="Cambria Math" panose="02040503050406030204" pitchFamily="18" charset="0"/>
                                            </a:rPr>
                                            <m:t>36</m:t>
                                          </m:r>
                                          <m:r>
                                            <a:rPr lang="en-US" sz="2800" b="0" i="1" smtClean="0">
                                              <a:solidFill>
                                                <a:srgbClr val="002060"/>
                                              </a:solidFill>
                                              <a:latin typeface="Cambria Math" panose="02040503050406030204" pitchFamily="18" charset="0"/>
                                            </a:rPr>
                                            <m:t> </m:t>
                                          </m:r>
                                        </m:e>
                                      </m:d>
                                    </m:e>
                                    <m:sup>
                                      <m:r>
                                        <a:rPr lang="en-US" sz="2800">
                                          <a:solidFill>
                                            <a:srgbClr val="002060"/>
                                          </a:solidFill>
                                          <a:latin typeface="Cambria Math" panose="02040503050406030204" pitchFamily="18" charset="0"/>
                                        </a:rPr>
                                        <m:t>2</m:t>
                                      </m:r>
                                    </m:sup>
                                  </m:sSup>
                                  <m:r>
                                    <a:rPr lang="en-US" sz="2800">
                                      <a:solidFill>
                                        <a:srgbClr val="002060"/>
                                      </a:solidFill>
                                      <a:latin typeface="Cambria Math" panose="02040503050406030204" pitchFamily="18" charset="0"/>
                                    </a:rPr>
                                    <m:t>  </m:t>
                                  </m:r>
                                </m:e>
                              </m:rad>
                              <m:r>
                                <a:rPr lang="en-US" sz="2800">
                                  <a:solidFill>
                                    <a:srgbClr val="002060"/>
                                  </a:solidFill>
                                  <a:latin typeface="Cambria Math" panose="02040503050406030204" pitchFamily="18" charset="0"/>
                                </a:rPr>
                                <m:t>⋅</m:t>
                              </m:r>
                              <m:rad>
                                <m:radPr>
                                  <m:degHide m:val="on"/>
                                  <m:ctrlPr>
                                    <a:rPr lang="en-US" sz="2800" i="1">
                                      <a:solidFill>
                                        <a:srgbClr val="002060"/>
                                      </a:solidFill>
                                      <a:latin typeface="Cambria Math" panose="02040503050406030204" pitchFamily="18" charset="0"/>
                                    </a:rPr>
                                  </m:ctrlPr>
                                </m:radPr>
                                <m:deg/>
                                <m:e>
                                  <m:r>
                                    <a:rPr lang="en-US" sz="2800" b="0" i="0" smtClean="0">
                                      <a:solidFill>
                                        <a:schemeClr val="bg1"/>
                                      </a:solidFill>
                                      <a:latin typeface="Cambria Math" panose="02040503050406030204" pitchFamily="18" charset="0"/>
                                    </a:rPr>
                                    <m:t>6</m:t>
                                  </m:r>
                                  <m:r>
                                    <a:rPr lang="en-US" sz="2800">
                                      <a:solidFill>
                                        <a:srgbClr val="002060"/>
                                      </a:solidFill>
                                      <a:latin typeface="Cambria Math" panose="02040503050406030204" pitchFamily="18" charset="0"/>
                                    </a:rPr>
                                    <m:t>⋅</m:t>
                                  </m:r>
                                  <m:r>
                                    <a:rPr lang="en-US" sz="2800" b="0" i="1" smtClean="0">
                                      <a:solidFill>
                                        <a:schemeClr val="bg1"/>
                                      </a:solidFill>
                                      <a:latin typeface="Cambria Math" panose="02040503050406030204" pitchFamily="18" charset="0"/>
                                    </a:rPr>
                                    <m:t>706</m:t>
                                  </m:r>
                                  <m:r>
                                    <a:rPr lang="en-US" sz="2800">
                                      <a:solidFill>
                                        <a:srgbClr val="002060"/>
                                      </a:solidFill>
                                      <a:latin typeface="Cambria Math" panose="02040503050406030204" pitchFamily="18" charset="0"/>
                                    </a:rPr>
                                    <m:t>−</m:t>
                                  </m:r>
                                  <m:sSup>
                                    <m:sSupPr>
                                      <m:ctrlPr>
                                        <a:rPr lang="en-US" sz="2800" i="1">
                                          <a:solidFill>
                                            <a:srgbClr val="002060"/>
                                          </a:solidFill>
                                          <a:latin typeface="Cambria Math" panose="02040503050406030204" pitchFamily="18" charset="0"/>
                                        </a:rPr>
                                      </m:ctrlPr>
                                    </m:sSupPr>
                                    <m:e>
                                      <m:d>
                                        <m:dPr>
                                          <m:ctrlPr>
                                            <a:rPr lang="en-US"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 </m:t>
                                          </m:r>
                                          <m:r>
                                            <a:rPr lang="en-US" sz="2800" b="0" i="1" smtClean="0">
                                              <a:solidFill>
                                                <a:schemeClr val="bg1"/>
                                              </a:solidFill>
                                              <a:latin typeface="Cambria Math" panose="02040503050406030204" pitchFamily="18" charset="0"/>
                                            </a:rPr>
                                            <m:t>60</m:t>
                                          </m:r>
                                          <m:r>
                                            <a:rPr lang="en-US" sz="2800">
                                              <a:solidFill>
                                                <a:srgbClr val="002060"/>
                                              </a:solidFill>
                                              <a:latin typeface="Cambria Math" panose="02040503050406030204" pitchFamily="18" charset="0"/>
                                            </a:rPr>
                                            <m:t> </m:t>
                                          </m:r>
                                        </m:e>
                                      </m:d>
                                    </m:e>
                                    <m:sup>
                                      <m:r>
                                        <a:rPr lang="en-US" sz="2800">
                                          <a:solidFill>
                                            <a:srgbClr val="002060"/>
                                          </a:solidFill>
                                          <a:latin typeface="Cambria Math" panose="02040503050406030204" pitchFamily="18" charset="0"/>
                                        </a:rPr>
                                        <m:t>2</m:t>
                                      </m:r>
                                    </m:sup>
                                  </m:sSup>
                                  <m:r>
                                    <a:rPr lang="en-US" sz="2800">
                                      <a:solidFill>
                                        <a:srgbClr val="002060"/>
                                      </a:solidFill>
                                      <a:latin typeface="Cambria Math" panose="02040503050406030204" pitchFamily="18" charset="0"/>
                                    </a:rPr>
                                    <m:t>  </m:t>
                                  </m:r>
                                </m:e>
                              </m:rad>
                              <m:r>
                                <a:rPr lang="en-US" sz="2800">
                                  <a:solidFill>
                                    <a:srgbClr val="C00000"/>
                                  </a:solidFill>
                                  <a:latin typeface="Cambria Math" panose="02040503050406030204" pitchFamily="18" charset="0"/>
                                </a:rPr>
                                <m:t>     </m:t>
                              </m:r>
                            </m:e>
                          </m:eqArr>
                        </m:den>
                      </m:f>
                    </m:oMath>
                  </m:oMathPara>
                </a14:m>
                <a:endParaRPr lang="en-US" dirty="0"/>
              </a:p>
            </p:txBody>
          </p:sp>
        </mc:Choice>
        <mc:Fallback xmlns="">
          <p:sp>
            <p:nvSpPr>
              <p:cNvPr id="54" name="Rectangle 53"/>
              <p:cNvSpPr>
                <a:spLocks noRot="1" noChangeAspect="1" noMove="1" noResize="1" noEditPoints="1" noAdjustHandles="1" noChangeArrowheads="1" noChangeShapeType="1" noTextEdit="1"/>
              </p:cNvSpPr>
              <p:nvPr/>
            </p:nvSpPr>
            <p:spPr>
              <a:xfrm>
                <a:off x="137271" y="3301339"/>
                <a:ext cx="7624523" cy="1224053"/>
              </a:xfrm>
              <a:prstGeom prst="rect">
                <a:avLst/>
              </a:prstGeom>
              <a:blipFill rotWithShape="0">
                <a:blip r:embed="rId4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68622B1E-44A3-44A2-B1C1-8D969737DA50}"/>
                  </a:ext>
                </a:extLst>
              </p:cNvPr>
              <p:cNvSpPr txBox="1"/>
              <p:nvPr/>
            </p:nvSpPr>
            <p:spPr>
              <a:xfrm>
                <a:off x="9817952" y="1235646"/>
                <a:ext cx="1053045"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m:rPr>
                          <m:sty m:val="p"/>
                        </m:rPr>
                        <a:rPr lang="en-US" sz="2800" i="0" dirty="0" smtClean="0">
                          <a:solidFill>
                            <a:srgbClr val="FF0000"/>
                          </a:solidFill>
                          <a:latin typeface="Cambria Math" panose="02040503050406030204" pitchFamily="18" charset="0"/>
                        </a:rPr>
                        <m:t>n</m:t>
                      </m:r>
                      <m:r>
                        <a:rPr lang="en-US" sz="2800" i="0" dirty="0" smtClean="0">
                          <a:solidFill>
                            <a:srgbClr val="FF0000"/>
                          </a:solidFill>
                          <a:latin typeface="Cambria Math" panose="02040503050406030204" pitchFamily="18" charset="0"/>
                        </a:rPr>
                        <m:t>=6</m:t>
                      </m:r>
                    </m:oMath>
                  </m:oMathPara>
                </a14:m>
                <a:endParaRPr lang="en-IN" sz="2800" dirty="0">
                  <a:solidFill>
                    <a:srgbClr val="FF0000"/>
                  </a:solidFill>
                </a:endParaRPr>
              </a:p>
            </p:txBody>
          </p:sp>
        </mc:Choice>
        <mc:Fallback xmlns="">
          <p:sp>
            <p:nvSpPr>
              <p:cNvPr id="55" name="TextBox 54">
                <a:extLst>
                  <a:ext uri="{FF2B5EF4-FFF2-40B4-BE49-F238E27FC236}">
                    <a16:creationId xmlns:a16="http://schemas.microsoft.com/office/drawing/2014/main" id="{68622B1E-44A3-44A2-B1C1-8D969737DA50}"/>
                  </a:ext>
                </a:extLst>
              </p:cNvPr>
              <p:cNvSpPr txBox="1">
                <a:spLocks noRot="1" noChangeAspect="1" noMove="1" noResize="1" noEditPoints="1" noAdjustHandles="1" noChangeArrowheads="1" noChangeShapeType="1" noTextEdit="1"/>
              </p:cNvSpPr>
              <p:nvPr/>
            </p:nvSpPr>
            <p:spPr>
              <a:xfrm>
                <a:off x="9817952" y="1235646"/>
                <a:ext cx="1053045" cy="523220"/>
              </a:xfrm>
              <a:prstGeom prst="rect">
                <a:avLst/>
              </a:prstGeom>
              <a:blipFill>
                <a:blip r:embed="rId4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68622B1E-44A3-44A2-B1C1-8D969737DA50}"/>
                  </a:ext>
                </a:extLst>
              </p:cNvPr>
              <p:cNvSpPr txBox="1"/>
              <p:nvPr/>
            </p:nvSpPr>
            <p:spPr>
              <a:xfrm>
                <a:off x="2646021" y="3289764"/>
                <a:ext cx="372858"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a:rPr lang="en-US" sz="2800" i="0" dirty="0" smtClean="0">
                          <a:solidFill>
                            <a:srgbClr val="7030A0"/>
                          </a:solidFill>
                          <a:latin typeface="Cambria Math" panose="02040503050406030204" pitchFamily="18" charset="0"/>
                        </a:rPr>
                        <m:t>6</m:t>
                      </m:r>
                    </m:oMath>
                  </m:oMathPara>
                </a14:m>
                <a:endParaRPr lang="en-IN" sz="2800" dirty="0">
                  <a:solidFill>
                    <a:srgbClr val="7030A0"/>
                  </a:solidFill>
                </a:endParaRPr>
              </a:p>
            </p:txBody>
          </p:sp>
        </mc:Choice>
        <mc:Fallback xmlns="">
          <p:sp>
            <p:nvSpPr>
              <p:cNvPr id="56" name="TextBox 55">
                <a:extLst>
                  <a:ext uri="{FF2B5EF4-FFF2-40B4-BE49-F238E27FC236}">
                    <a16:creationId xmlns="" xmlns:a16="http://schemas.microsoft.com/office/drawing/2014/main"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2646021" y="3289764"/>
                <a:ext cx="372858" cy="523220"/>
              </a:xfrm>
              <a:prstGeom prst="rect">
                <a:avLst/>
              </a:prstGeom>
              <a:blipFill rotWithShape="0">
                <a:blip r:embed="rId4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68622B1E-44A3-44A2-B1C1-8D969737DA50}"/>
                  </a:ext>
                </a:extLst>
              </p:cNvPr>
              <p:cNvSpPr txBox="1"/>
              <p:nvPr/>
            </p:nvSpPr>
            <p:spPr>
              <a:xfrm>
                <a:off x="1293712" y="3987780"/>
                <a:ext cx="372858"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a:rPr lang="en-US" sz="2800" i="0" dirty="0" smtClean="0">
                          <a:solidFill>
                            <a:srgbClr val="7030A0"/>
                          </a:solidFill>
                          <a:latin typeface="Cambria Math" panose="02040503050406030204" pitchFamily="18" charset="0"/>
                        </a:rPr>
                        <m:t>6</m:t>
                      </m:r>
                    </m:oMath>
                  </m:oMathPara>
                </a14:m>
                <a:endParaRPr lang="en-IN" sz="2800" dirty="0">
                  <a:solidFill>
                    <a:srgbClr val="7030A0"/>
                  </a:solidFill>
                </a:endParaRPr>
              </a:p>
            </p:txBody>
          </p:sp>
        </mc:Choice>
        <mc:Fallback xmlns="">
          <p:sp>
            <p:nvSpPr>
              <p:cNvPr id="58" name="TextBox 57">
                <a:extLst>
                  <a:ext uri="{FF2B5EF4-FFF2-40B4-BE49-F238E27FC236}">
                    <a16:creationId xmlns="" xmlns:a16="http://schemas.microsoft.com/office/drawing/2014/main"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1293712" y="3987780"/>
                <a:ext cx="372858" cy="523220"/>
              </a:xfrm>
              <a:prstGeom prst="rect">
                <a:avLst/>
              </a:prstGeom>
              <a:blipFill rotWithShape="0">
                <a:blip r:embed="rId4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68622B1E-44A3-44A2-B1C1-8D969737DA50}"/>
                  </a:ext>
                </a:extLst>
              </p:cNvPr>
              <p:cNvSpPr txBox="1"/>
              <p:nvPr/>
            </p:nvSpPr>
            <p:spPr>
              <a:xfrm>
                <a:off x="4439821" y="3987780"/>
                <a:ext cx="372858"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a:rPr lang="en-US" sz="2800" i="0" dirty="0" smtClean="0">
                          <a:solidFill>
                            <a:srgbClr val="7030A0"/>
                          </a:solidFill>
                          <a:latin typeface="Cambria Math" panose="02040503050406030204" pitchFamily="18" charset="0"/>
                        </a:rPr>
                        <m:t>6</m:t>
                      </m:r>
                    </m:oMath>
                  </m:oMathPara>
                </a14:m>
                <a:endParaRPr lang="en-IN" sz="2800" dirty="0">
                  <a:solidFill>
                    <a:srgbClr val="7030A0"/>
                  </a:solidFill>
                </a:endParaRPr>
              </a:p>
            </p:txBody>
          </p:sp>
        </mc:Choice>
        <mc:Fallback xmlns="">
          <p:sp>
            <p:nvSpPr>
              <p:cNvPr id="59" name="TextBox 58">
                <a:extLst>
                  <a:ext uri="{FF2B5EF4-FFF2-40B4-BE49-F238E27FC236}">
                    <a16:creationId xmlns="" xmlns:a16="http://schemas.microsoft.com/office/drawing/2014/main"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4439821" y="3987780"/>
                <a:ext cx="372858" cy="523220"/>
              </a:xfrm>
              <a:prstGeom prst="rect">
                <a:avLst/>
              </a:prstGeom>
              <a:blipFill rotWithShape="0">
                <a:blip r:embed="rId4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68622B1E-44A3-44A2-B1C1-8D969737DA50}"/>
                  </a:ext>
                </a:extLst>
              </p:cNvPr>
              <p:cNvSpPr txBox="1"/>
              <p:nvPr/>
            </p:nvSpPr>
            <p:spPr>
              <a:xfrm>
                <a:off x="9817952" y="1677872"/>
                <a:ext cx="1986057" cy="1135696"/>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nary>
                        <m:naryPr>
                          <m:chr m:val="∑"/>
                          <m:subHide m:val="on"/>
                          <m:supHide m:val="on"/>
                          <m:ctrlPr>
                            <a:rPr lang="en-US" sz="2800" i="1" smtClean="0">
                              <a:solidFill>
                                <a:srgbClr val="FF0000"/>
                              </a:solidFill>
                              <a:latin typeface="Cambria Math" panose="02040503050406030204" pitchFamily="18" charset="0"/>
                            </a:rPr>
                          </m:ctrlPr>
                        </m:naryPr>
                        <m:sub/>
                        <m:sup/>
                        <m:e>
                          <m:d>
                            <m:dPr>
                              <m:ctrlPr>
                                <a:rPr lang="en-US" sz="2800" i="1">
                                  <a:solidFill>
                                    <a:srgbClr val="FF0000"/>
                                  </a:solidFill>
                                  <a:latin typeface="Cambria Math" panose="02040503050406030204" pitchFamily="18" charset="0"/>
                                </a:rPr>
                              </m:ctrlPr>
                            </m:dPr>
                            <m:e>
                              <m:r>
                                <m:rPr>
                                  <m:sty m:val="p"/>
                                </m:rPr>
                                <a:rPr lang="en-US" sz="2800">
                                  <a:solidFill>
                                    <a:srgbClr val="FF0000"/>
                                  </a:solidFill>
                                  <a:latin typeface="Cambria Math" panose="02040503050406030204" pitchFamily="18" charset="0"/>
                                </a:rPr>
                                <m:t>x</m:t>
                              </m:r>
                            </m:e>
                          </m:d>
                        </m:e>
                      </m:nary>
                      <m:r>
                        <a:rPr lang="en-US" sz="2800" i="0" dirty="0" smtClean="0">
                          <a:solidFill>
                            <a:srgbClr val="FF0000"/>
                          </a:solidFill>
                          <a:latin typeface="Cambria Math" panose="02040503050406030204" pitchFamily="18" charset="0"/>
                        </a:rPr>
                        <m:t>=</m:t>
                      </m:r>
                      <m:r>
                        <a:rPr lang="en-US" sz="2800" b="0" i="0" dirty="0" smtClean="0">
                          <a:solidFill>
                            <a:srgbClr val="FF0000"/>
                          </a:solidFill>
                          <a:latin typeface="Cambria Math" panose="02040503050406030204" pitchFamily="18" charset="0"/>
                        </a:rPr>
                        <m:t>36</m:t>
                      </m:r>
                    </m:oMath>
                  </m:oMathPara>
                </a14:m>
                <a:endParaRPr lang="en-IN" sz="2800" dirty="0">
                  <a:solidFill>
                    <a:srgbClr val="FF0000"/>
                  </a:solidFill>
                </a:endParaRPr>
              </a:p>
            </p:txBody>
          </p:sp>
        </mc:Choice>
        <mc:Fallback xmlns="">
          <p:sp>
            <p:nvSpPr>
              <p:cNvPr id="60" name="TextBox 59">
                <a:extLst>
                  <a:ext uri="{FF2B5EF4-FFF2-40B4-BE49-F238E27FC236}">
                    <a16:creationId xmlns:a16="http://schemas.microsoft.com/office/drawing/2014/main" id="{68622B1E-44A3-44A2-B1C1-8D969737DA50}"/>
                  </a:ext>
                </a:extLst>
              </p:cNvPr>
              <p:cNvSpPr txBox="1">
                <a:spLocks noRot="1" noChangeAspect="1" noMove="1" noResize="1" noEditPoints="1" noAdjustHandles="1" noChangeArrowheads="1" noChangeShapeType="1" noTextEdit="1"/>
              </p:cNvSpPr>
              <p:nvPr/>
            </p:nvSpPr>
            <p:spPr>
              <a:xfrm>
                <a:off x="9817952" y="1677872"/>
                <a:ext cx="1986057" cy="1135696"/>
              </a:xfrm>
              <a:prstGeom prst="rect">
                <a:avLst/>
              </a:prstGeom>
              <a:blipFill>
                <a:blip r:embed="rId4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68622B1E-44A3-44A2-B1C1-8D969737DA50}"/>
                  </a:ext>
                </a:extLst>
              </p:cNvPr>
              <p:cNvSpPr txBox="1"/>
              <p:nvPr/>
            </p:nvSpPr>
            <p:spPr>
              <a:xfrm>
                <a:off x="4336302" y="3280459"/>
                <a:ext cx="571631"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a:rPr lang="en-US" sz="2800" b="0" i="0" dirty="0" smtClean="0">
                          <a:solidFill>
                            <a:srgbClr val="002060"/>
                          </a:solidFill>
                          <a:latin typeface="Cambria Math" panose="02040503050406030204" pitchFamily="18" charset="0"/>
                        </a:rPr>
                        <m:t>3</m:t>
                      </m:r>
                      <m:r>
                        <a:rPr lang="en-US" sz="2800" i="0" dirty="0" smtClean="0">
                          <a:solidFill>
                            <a:srgbClr val="002060"/>
                          </a:solidFill>
                          <a:latin typeface="Cambria Math" panose="02040503050406030204" pitchFamily="18" charset="0"/>
                        </a:rPr>
                        <m:t>6</m:t>
                      </m:r>
                    </m:oMath>
                  </m:oMathPara>
                </a14:m>
                <a:endParaRPr lang="en-IN" sz="2800" dirty="0">
                  <a:solidFill>
                    <a:srgbClr val="002060"/>
                  </a:solidFill>
                </a:endParaRPr>
              </a:p>
            </p:txBody>
          </p:sp>
        </mc:Choice>
        <mc:Fallback xmlns="">
          <p:sp>
            <p:nvSpPr>
              <p:cNvPr id="61" name="TextBox 60">
                <a:extLst>
                  <a:ext uri="{FF2B5EF4-FFF2-40B4-BE49-F238E27FC236}">
                    <a16:creationId xmlns="" xmlns:a16="http://schemas.microsoft.com/office/drawing/2014/main"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4336302" y="3280459"/>
                <a:ext cx="571631" cy="523220"/>
              </a:xfrm>
              <a:prstGeom prst="rect">
                <a:avLst/>
              </a:prstGeom>
              <a:blipFill rotWithShape="0">
                <a:blip r:embed="rId4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8622B1E-44A3-44A2-B1C1-8D969737DA50}"/>
                  </a:ext>
                </a:extLst>
              </p:cNvPr>
              <p:cNvSpPr txBox="1"/>
              <p:nvPr/>
            </p:nvSpPr>
            <p:spPr>
              <a:xfrm>
                <a:off x="2981765" y="3997683"/>
                <a:ext cx="571631"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a:rPr lang="en-US" sz="2800" b="0" i="0" dirty="0" smtClean="0">
                          <a:solidFill>
                            <a:srgbClr val="002060"/>
                          </a:solidFill>
                          <a:latin typeface="Cambria Math" panose="02040503050406030204" pitchFamily="18" charset="0"/>
                        </a:rPr>
                        <m:t>3</m:t>
                      </m:r>
                      <m:r>
                        <a:rPr lang="en-US" sz="2800" i="0" dirty="0" smtClean="0">
                          <a:solidFill>
                            <a:srgbClr val="002060"/>
                          </a:solidFill>
                          <a:latin typeface="Cambria Math" panose="02040503050406030204" pitchFamily="18" charset="0"/>
                        </a:rPr>
                        <m:t>6</m:t>
                      </m:r>
                    </m:oMath>
                  </m:oMathPara>
                </a14:m>
                <a:endParaRPr lang="en-IN" sz="2800" dirty="0">
                  <a:solidFill>
                    <a:srgbClr val="002060"/>
                  </a:solidFill>
                </a:endParaRPr>
              </a:p>
            </p:txBody>
          </p:sp>
        </mc:Choice>
        <mc:Fallback xmlns="">
          <p:sp>
            <p:nvSpPr>
              <p:cNvPr id="62" name="TextBox 61">
                <a:extLst>
                  <a:ext uri="{FF2B5EF4-FFF2-40B4-BE49-F238E27FC236}">
                    <a16:creationId xmlns="" xmlns:a16="http://schemas.microsoft.com/office/drawing/2014/main"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2981765" y="3997683"/>
                <a:ext cx="571631" cy="523220"/>
              </a:xfrm>
              <a:prstGeom prst="rect">
                <a:avLst/>
              </a:prstGeom>
              <a:blipFill rotWithShape="0">
                <a:blip r:embed="rId4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68622B1E-44A3-44A2-B1C1-8D969737DA50}"/>
                  </a:ext>
                </a:extLst>
              </p:cNvPr>
              <p:cNvSpPr txBox="1"/>
              <p:nvPr/>
            </p:nvSpPr>
            <p:spPr>
              <a:xfrm>
                <a:off x="9817952" y="2522135"/>
                <a:ext cx="1994072" cy="1135696"/>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nary>
                        <m:naryPr>
                          <m:chr m:val="∑"/>
                          <m:subHide m:val="on"/>
                          <m:supHide m:val="on"/>
                          <m:ctrlPr>
                            <a:rPr lang="en-US" sz="2800" i="1" smtClean="0">
                              <a:solidFill>
                                <a:srgbClr val="FF0000"/>
                              </a:solidFill>
                              <a:latin typeface="Cambria Math" panose="02040503050406030204" pitchFamily="18" charset="0"/>
                            </a:rPr>
                          </m:ctrlPr>
                        </m:naryPr>
                        <m:sub/>
                        <m:sup/>
                        <m:e>
                          <m:d>
                            <m:dPr>
                              <m:ctrlPr>
                                <a:rPr lang="en-US" sz="2800" i="1">
                                  <a:solidFill>
                                    <a:srgbClr val="FF0000"/>
                                  </a:solidFill>
                                  <a:latin typeface="Cambria Math" panose="02040503050406030204" pitchFamily="18" charset="0"/>
                                </a:rPr>
                              </m:ctrlPr>
                            </m:dPr>
                            <m:e>
                              <m:r>
                                <m:rPr>
                                  <m:sty m:val="p"/>
                                </m:rPr>
                                <a:rPr lang="en-US" sz="2800" b="0" i="0" smtClean="0">
                                  <a:solidFill>
                                    <a:srgbClr val="FF0000"/>
                                  </a:solidFill>
                                  <a:latin typeface="Cambria Math" panose="02040503050406030204" pitchFamily="18" charset="0"/>
                                </a:rPr>
                                <m:t>y</m:t>
                              </m:r>
                            </m:e>
                          </m:d>
                        </m:e>
                      </m:nary>
                      <m:r>
                        <a:rPr lang="en-US" sz="2800" i="0" dirty="0" smtClean="0">
                          <a:solidFill>
                            <a:srgbClr val="FF0000"/>
                          </a:solidFill>
                          <a:latin typeface="Cambria Math" panose="02040503050406030204" pitchFamily="18" charset="0"/>
                        </a:rPr>
                        <m:t>=</m:t>
                      </m:r>
                      <m:r>
                        <a:rPr lang="en-US" sz="2800" b="0" i="0" dirty="0" smtClean="0">
                          <a:solidFill>
                            <a:srgbClr val="FF0000"/>
                          </a:solidFill>
                          <a:latin typeface="Cambria Math" panose="02040503050406030204" pitchFamily="18" charset="0"/>
                        </a:rPr>
                        <m:t>60</m:t>
                      </m:r>
                    </m:oMath>
                  </m:oMathPara>
                </a14:m>
                <a:endParaRPr lang="en-IN" sz="2800" dirty="0">
                  <a:solidFill>
                    <a:srgbClr val="FF0000"/>
                  </a:solidFill>
                </a:endParaRPr>
              </a:p>
            </p:txBody>
          </p:sp>
        </mc:Choice>
        <mc:Fallback xmlns="">
          <p:sp>
            <p:nvSpPr>
              <p:cNvPr id="63" name="TextBox 62">
                <a:extLst>
                  <a:ext uri="{FF2B5EF4-FFF2-40B4-BE49-F238E27FC236}">
                    <a16:creationId xmlns:a16="http://schemas.microsoft.com/office/drawing/2014/main" id="{68622B1E-44A3-44A2-B1C1-8D969737DA50}"/>
                  </a:ext>
                </a:extLst>
              </p:cNvPr>
              <p:cNvSpPr txBox="1">
                <a:spLocks noRot="1" noChangeAspect="1" noMove="1" noResize="1" noEditPoints="1" noAdjustHandles="1" noChangeArrowheads="1" noChangeShapeType="1" noTextEdit="1"/>
              </p:cNvSpPr>
              <p:nvPr/>
            </p:nvSpPr>
            <p:spPr>
              <a:xfrm>
                <a:off x="9817952" y="2522135"/>
                <a:ext cx="1994072" cy="1135696"/>
              </a:xfrm>
              <a:prstGeom prst="rect">
                <a:avLst/>
              </a:prstGeom>
              <a:blipFill>
                <a:blip r:embed="rId5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68622B1E-44A3-44A2-B1C1-8D969737DA50}"/>
                  </a:ext>
                </a:extLst>
              </p:cNvPr>
              <p:cNvSpPr txBox="1"/>
              <p:nvPr/>
            </p:nvSpPr>
            <p:spPr>
              <a:xfrm>
                <a:off x="4992094" y="3280459"/>
                <a:ext cx="571631"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a:rPr lang="en-US" sz="2800" i="0" dirty="0" smtClean="0">
                          <a:solidFill>
                            <a:srgbClr val="002060"/>
                          </a:solidFill>
                          <a:latin typeface="Cambria Math" panose="02040503050406030204" pitchFamily="18" charset="0"/>
                        </a:rPr>
                        <m:t>6</m:t>
                      </m:r>
                      <m:r>
                        <a:rPr lang="en-US" sz="2800" b="0" i="0" dirty="0" smtClean="0">
                          <a:solidFill>
                            <a:srgbClr val="002060"/>
                          </a:solidFill>
                          <a:latin typeface="Cambria Math" panose="02040503050406030204" pitchFamily="18" charset="0"/>
                        </a:rPr>
                        <m:t>0</m:t>
                      </m:r>
                    </m:oMath>
                  </m:oMathPara>
                </a14:m>
                <a:endParaRPr lang="en-IN" sz="2800" dirty="0">
                  <a:solidFill>
                    <a:srgbClr val="002060"/>
                  </a:solidFill>
                </a:endParaRPr>
              </a:p>
            </p:txBody>
          </p:sp>
        </mc:Choice>
        <mc:Fallback xmlns="">
          <p:sp>
            <p:nvSpPr>
              <p:cNvPr id="65" name="TextBox 64">
                <a:extLst>
                  <a:ext uri="{FF2B5EF4-FFF2-40B4-BE49-F238E27FC236}">
                    <a16:creationId xmlns="" xmlns:a16="http://schemas.microsoft.com/office/drawing/2014/main"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4992094" y="3280459"/>
                <a:ext cx="571631" cy="523220"/>
              </a:xfrm>
              <a:prstGeom prst="rect">
                <a:avLst/>
              </a:prstGeom>
              <a:blipFill rotWithShape="0">
                <a:blip r:embed="rId5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68622B1E-44A3-44A2-B1C1-8D969737DA50}"/>
                  </a:ext>
                </a:extLst>
              </p:cNvPr>
              <p:cNvSpPr txBox="1"/>
              <p:nvPr/>
            </p:nvSpPr>
            <p:spPr>
              <a:xfrm>
                <a:off x="6136138" y="3985557"/>
                <a:ext cx="571631"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a:rPr lang="en-US" sz="2800" i="0" dirty="0" smtClean="0">
                          <a:solidFill>
                            <a:srgbClr val="002060"/>
                          </a:solidFill>
                          <a:latin typeface="Cambria Math" panose="02040503050406030204" pitchFamily="18" charset="0"/>
                        </a:rPr>
                        <m:t>6</m:t>
                      </m:r>
                      <m:r>
                        <a:rPr lang="en-US" sz="2800" b="0" i="0" dirty="0" smtClean="0">
                          <a:solidFill>
                            <a:srgbClr val="002060"/>
                          </a:solidFill>
                          <a:latin typeface="Cambria Math" panose="02040503050406030204" pitchFamily="18" charset="0"/>
                        </a:rPr>
                        <m:t>0</m:t>
                      </m:r>
                    </m:oMath>
                  </m:oMathPara>
                </a14:m>
                <a:endParaRPr lang="en-IN" sz="2800" dirty="0">
                  <a:solidFill>
                    <a:srgbClr val="002060"/>
                  </a:solidFill>
                </a:endParaRPr>
              </a:p>
            </p:txBody>
          </p:sp>
        </mc:Choice>
        <mc:Fallback xmlns="">
          <p:sp>
            <p:nvSpPr>
              <p:cNvPr id="66" name="TextBox 65">
                <a:extLst>
                  <a:ext uri="{FF2B5EF4-FFF2-40B4-BE49-F238E27FC236}">
                    <a16:creationId xmlns="" xmlns:a16="http://schemas.microsoft.com/office/drawing/2014/main"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6136138" y="3985557"/>
                <a:ext cx="571631" cy="523220"/>
              </a:xfrm>
              <a:prstGeom prst="rect">
                <a:avLst/>
              </a:prstGeom>
              <a:blipFill rotWithShape="0">
                <a:blip r:embed="rId5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68622B1E-44A3-44A2-B1C1-8D969737DA50}"/>
                  </a:ext>
                </a:extLst>
              </p:cNvPr>
              <p:cNvSpPr txBox="1"/>
              <p:nvPr/>
            </p:nvSpPr>
            <p:spPr>
              <a:xfrm>
                <a:off x="9817952" y="3427573"/>
                <a:ext cx="2366032" cy="1135696"/>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nary>
                        <m:naryPr>
                          <m:chr m:val="∑"/>
                          <m:subHide m:val="on"/>
                          <m:supHide m:val="on"/>
                          <m:ctrlPr>
                            <a:rPr lang="en-US" sz="2800" i="1" smtClean="0">
                              <a:solidFill>
                                <a:srgbClr val="FF0000"/>
                              </a:solidFill>
                              <a:latin typeface="Cambria Math" panose="02040503050406030204" pitchFamily="18" charset="0"/>
                            </a:rPr>
                          </m:ctrlPr>
                        </m:naryPr>
                        <m:sub/>
                        <m:sup/>
                        <m:e>
                          <m:d>
                            <m:dPr>
                              <m:ctrlPr>
                                <a:rPr lang="en-US" sz="2800" i="1">
                                  <a:solidFill>
                                    <a:srgbClr val="FF0000"/>
                                  </a:solidFill>
                                  <a:latin typeface="Cambria Math" panose="02040503050406030204" pitchFamily="18" charset="0"/>
                                </a:rPr>
                              </m:ctrlPr>
                            </m:dPr>
                            <m:e>
                              <m:sSup>
                                <m:sSupPr>
                                  <m:ctrlPr>
                                    <a:rPr lang="en-US" sz="2800" b="0" i="1" smtClean="0">
                                      <a:solidFill>
                                        <a:srgbClr val="FF0000"/>
                                      </a:solidFill>
                                      <a:latin typeface="Cambria Math" panose="02040503050406030204" pitchFamily="18" charset="0"/>
                                    </a:rPr>
                                  </m:ctrlPr>
                                </m:sSupPr>
                                <m:e>
                                  <m:r>
                                    <m:rPr>
                                      <m:sty m:val="p"/>
                                    </m:rPr>
                                    <a:rPr lang="en-US" sz="2800" b="0" i="0" smtClean="0">
                                      <a:solidFill>
                                        <a:srgbClr val="FF0000"/>
                                      </a:solidFill>
                                      <a:latin typeface="Cambria Math" panose="02040503050406030204" pitchFamily="18" charset="0"/>
                                    </a:rPr>
                                    <m:t>x</m:t>
                                  </m:r>
                                </m:e>
                                <m:sup>
                                  <m:r>
                                    <a:rPr lang="en-US" sz="2800" b="0" i="0" smtClean="0">
                                      <a:solidFill>
                                        <a:srgbClr val="FF0000"/>
                                      </a:solidFill>
                                      <a:latin typeface="Cambria Math" panose="02040503050406030204" pitchFamily="18" charset="0"/>
                                    </a:rPr>
                                    <m:t>2</m:t>
                                  </m:r>
                                </m:sup>
                              </m:sSup>
                            </m:e>
                          </m:d>
                        </m:e>
                      </m:nary>
                      <m:r>
                        <a:rPr lang="en-US" sz="2800" i="0" dirty="0" smtClean="0">
                          <a:solidFill>
                            <a:srgbClr val="FF0000"/>
                          </a:solidFill>
                          <a:latin typeface="Cambria Math" panose="02040503050406030204" pitchFamily="18" charset="0"/>
                        </a:rPr>
                        <m:t>=</m:t>
                      </m:r>
                      <m:r>
                        <a:rPr lang="en-US" sz="2800" b="0" i="0" dirty="0" smtClean="0">
                          <a:solidFill>
                            <a:srgbClr val="FF0000"/>
                          </a:solidFill>
                          <a:latin typeface="Cambria Math" panose="02040503050406030204" pitchFamily="18" charset="0"/>
                        </a:rPr>
                        <m:t>266</m:t>
                      </m:r>
                    </m:oMath>
                  </m:oMathPara>
                </a14:m>
                <a:endParaRPr lang="en-IN" sz="2800" dirty="0">
                  <a:solidFill>
                    <a:srgbClr val="FF0000"/>
                  </a:solidFill>
                </a:endParaRPr>
              </a:p>
            </p:txBody>
          </p:sp>
        </mc:Choice>
        <mc:Fallback xmlns="">
          <p:sp>
            <p:nvSpPr>
              <p:cNvPr id="67" name="TextBox 66">
                <a:extLst>
                  <a:ext uri="{FF2B5EF4-FFF2-40B4-BE49-F238E27FC236}">
                    <a16:creationId xmlns:a16="http://schemas.microsoft.com/office/drawing/2014/main" id="{68622B1E-44A3-44A2-B1C1-8D969737DA50}"/>
                  </a:ext>
                </a:extLst>
              </p:cNvPr>
              <p:cNvSpPr txBox="1">
                <a:spLocks noRot="1" noChangeAspect="1" noMove="1" noResize="1" noEditPoints="1" noAdjustHandles="1" noChangeArrowheads="1" noChangeShapeType="1" noTextEdit="1"/>
              </p:cNvSpPr>
              <p:nvPr/>
            </p:nvSpPr>
            <p:spPr>
              <a:xfrm>
                <a:off x="9817952" y="3427573"/>
                <a:ext cx="2366032" cy="1135696"/>
              </a:xfrm>
              <a:prstGeom prst="rect">
                <a:avLst/>
              </a:prstGeom>
              <a:blipFill>
                <a:blip r:embed="rId5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68622B1E-44A3-44A2-B1C1-8D969737DA50}"/>
                  </a:ext>
                </a:extLst>
              </p:cNvPr>
              <p:cNvSpPr txBox="1"/>
              <p:nvPr/>
            </p:nvSpPr>
            <p:spPr>
              <a:xfrm>
                <a:off x="1743478" y="3986956"/>
                <a:ext cx="770404"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a:rPr lang="en-US" sz="2800" i="0" dirty="0" smtClean="0">
                          <a:solidFill>
                            <a:srgbClr val="002060"/>
                          </a:solidFill>
                          <a:latin typeface="Cambria Math" panose="02040503050406030204" pitchFamily="18" charset="0"/>
                        </a:rPr>
                        <m:t>2</m:t>
                      </m:r>
                      <m:r>
                        <a:rPr lang="en-US" sz="2800" b="0" i="0" dirty="0" smtClean="0">
                          <a:solidFill>
                            <a:srgbClr val="002060"/>
                          </a:solidFill>
                          <a:latin typeface="Cambria Math" panose="02040503050406030204" pitchFamily="18" charset="0"/>
                        </a:rPr>
                        <m:t>66</m:t>
                      </m:r>
                    </m:oMath>
                  </m:oMathPara>
                </a14:m>
                <a:endParaRPr lang="en-IN" sz="2800" dirty="0">
                  <a:solidFill>
                    <a:srgbClr val="002060"/>
                  </a:solidFill>
                </a:endParaRPr>
              </a:p>
            </p:txBody>
          </p:sp>
        </mc:Choice>
        <mc:Fallback xmlns="">
          <p:sp>
            <p:nvSpPr>
              <p:cNvPr id="68" name="TextBox 67">
                <a:extLst>
                  <a:ext uri="{FF2B5EF4-FFF2-40B4-BE49-F238E27FC236}">
                    <a16:creationId xmlns="" xmlns:a16="http://schemas.microsoft.com/office/drawing/2014/main"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1743478" y="3986956"/>
                <a:ext cx="770404" cy="523220"/>
              </a:xfrm>
              <a:prstGeom prst="rect">
                <a:avLst/>
              </a:prstGeom>
              <a:blipFill rotWithShape="0">
                <a:blip r:embed="rId5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68622B1E-44A3-44A2-B1C1-8D969737DA50}"/>
                  </a:ext>
                </a:extLst>
              </p:cNvPr>
              <p:cNvSpPr txBox="1"/>
              <p:nvPr/>
            </p:nvSpPr>
            <p:spPr>
              <a:xfrm>
                <a:off x="9817952" y="4347598"/>
                <a:ext cx="2374048" cy="1135696"/>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nary>
                        <m:naryPr>
                          <m:chr m:val="∑"/>
                          <m:subHide m:val="on"/>
                          <m:supHide m:val="on"/>
                          <m:ctrlPr>
                            <a:rPr lang="en-US" sz="2800" i="1" smtClean="0">
                              <a:solidFill>
                                <a:srgbClr val="FF0000"/>
                              </a:solidFill>
                              <a:latin typeface="Cambria Math" panose="02040503050406030204" pitchFamily="18" charset="0"/>
                            </a:rPr>
                          </m:ctrlPr>
                        </m:naryPr>
                        <m:sub/>
                        <m:sup/>
                        <m:e>
                          <m:d>
                            <m:dPr>
                              <m:ctrlPr>
                                <a:rPr lang="en-US" sz="2800" i="1">
                                  <a:solidFill>
                                    <a:srgbClr val="FF0000"/>
                                  </a:solidFill>
                                  <a:latin typeface="Cambria Math" panose="02040503050406030204" pitchFamily="18" charset="0"/>
                                </a:rPr>
                              </m:ctrlPr>
                            </m:dPr>
                            <m:e>
                              <m:sSup>
                                <m:sSupPr>
                                  <m:ctrlPr>
                                    <a:rPr lang="en-US" sz="2800" b="0" i="1" smtClean="0">
                                      <a:solidFill>
                                        <a:srgbClr val="FF0000"/>
                                      </a:solidFill>
                                      <a:latin typeface="Cambria Math" panose="02040503050406030204" pitchFamily="18" charset="0"/>
                                    </a:rPr>
                                  </m:ctrlPr>
                                </m:sSupPr>
                                <m:e>
                                  <m:r>
                                    <m:rPr>
                                      <m:sty m:val="p"/>
                                    </m:rPr>
                                    <a:rPr lang="en-US" sz="2800" b="0" i="0" smtClean="0">
                                      <a:solidFill>
                                        <a:srgbClr val="FF0000"/>
                                      </a:solidFill>
                                      <a:latin typeface="Cambria Math" panose="02040503050406030204" pitchFamily="18" charset="0"/>
                                    </a:rPr>
                                    <m:t>y</m:t>
                                  </m:r>
                                </m:e>
                                <m:sup>
                                  <m:r>
                                    <a:rPr lang="en-US" sz="2800" b="0" i="0" smtClean="0">
                                      <a:solidFill>
                                        <a:srgbClr val="FF0000"/>
                                      </a:solidFill>
                                      <a:latin typeface="Cambria Math" panose="02040503050406030204" pitchFamily="18" charset="0"/>
                                    </a:rPr>
                                    <m:t>2</m:t>
                                  </m:r>
                                </m:sup>
                              </m:sSup>
                            </m:e>
                          </m:d>
                        </m:e>
                      </m:nary>
                      <m:r>
                        <a:rPr lang="en-US" sz="2800" i="0" dirty="0" smtClean="0">
                          <a:solidFill>
                            <a:srgbClr val="FF0000"/>
                          </a:solidFill>
                          <a:latin typeface="Cambria Math" panose="02040503050406030204" pitchFamily="18" charset="0"/>
                        </a:rPr>
                        <m:t>=</m:t>
                      </m:r>
                      <m:r>
                        <a:rPr lang="en-US" sz="2800" b="0" i="0" dirty="0" smtClean="0">
                          <a:solidFill>
                            <a:srgbClr val="FF0000"/>
                          </a:solidFill>
                          <a:latin typeface="Cambria Math" panose="02040503050406030204" pitchFamily="18" charset="0"/>
                        </a:rPr>
                        <m:t>706</m:t>
                      </m:r>
                    </m:oMath>
                  </m:oMathPara>
                </a14:m>
                <a:endParaRPr lang="en-IN" sz="2800" dirty="0">
                  <a:solidFill>
                    <a:srgbClr val="FF0000"/>
                  </a:solidFill>
                </a:endParaRPr>
              </a:p>
            </p:txBody>
          </p:sp>
        </mc:Choice>
        <mc:Fallback xmlns="">
          <p:sp>
            <p:nvSpPr>
              <p:cNvPr id="69" name="TextBox 68">
                <a:extLst>
                  <a:ext uri="{FF2B5EF4-FFF2-40B4-BE49-F238E27FC236}">
                    <a16:creationId xmlns:a16="http://schemas.microsoft.com/office/drawing/2014/main" id="{68622B1E-44A3-44A2-B1C1-8D969737DA50}"/>
                  </a:ext>
                </a:extLst>
              </p:cNvPr>
              <p:cNvSpPr txBox="1">
                <a:spLocks noRot="1" noChangeAspect="1" noMove="1" noResize="1" noEditPoints="1" noAdjustHandles="1" noChangeArrowheads="1" noChangeShapeType="1" noTextEdit="1"/>
              </p:cNvSpPr>
              <p:nvPr/>
            </p:nvSpPr>
            <p:spPr>
              <a:xfrm>
                <a:off x="9817952" y="4347598"/>
                <a:ext cx="2374048" cy="1135696"/>
              </a:xfrm>
              <a:prstGeom prst="rect">
                <a:avLst/>
              </a:prstGeom>
              <a:blipFill>
                <a:blip r:embed="rId5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68622B1E-44A3-44A2-B1C1-8D969737DA50}"/>
                  </a:ext>
                </a:extLst>
              </p:cNvPr>
              <p:cNvSpPr txBox="1"/>
              <p:nvPr/>
            </p:nvSpPr>
            <p:spPr>
              <a:xfrm>
                <a:off x="4895901" y="3985557"/>
                <a:ext cx="770404"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a:rPr lang="en-US" sz="2800" i="0" dirty="0" smtClean="0">
                          <a:solidFill>
                            <a:srgbClr val="002060"/>
                          </a:solidFill>
                          <a:latin typeface="Cambria Math" panose="02040503050406030204" pitchFamily="18" charset="0"/>
                        </a:rPr>
                        <m:t>7</m:t>
                      </m:r>
                      <m:r>
                        <a:rPr lang="en-US" sz="2800" b="0" i="0" dirty="0" smtClean="0">
                          <a:solidFill>
                            <a:srgbClr val="002060"/>
                          </a:solidFill>
                          <a:latin typeface="Cambria Math" panose="02040503050406030204" pitchFamily="18" charset="0"/>
                        </a:rPr>
                        <m:t>06</m:t>
                      </m:r>
                    </m:oMath>
                  </m:oMathPara>
                </a14:m>
                <a:endParaRPr lang="en-IN" sz="2800" dirty="0">
                  <a:solidFill>
                    <a:srgbClr val="002060"/>
                  </a:solidFill>
                </a:endParaRPr>
              </a:p>
            </p:txBody>
          </p:sp>
        </mc:Choice>
        <mc:Fallback xmlns="">
          <p:sp>
            <p:nvSpPr>
              <p:cNvPr id="70" name="TextBox 69">
                <a:extLst>
                  <a:ext uri="{FF2B5EF4-FFF2-40B4-BE49-F238E27FC236}">
                    <a16:creationId xmlns="" xmlns:a16="http://schemas.microsoft.com/office/drawing/2014/main"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4895901" y="3985557"/>
                <a:ext cx="770404" cy="523220"/>
              </a:xfrm>
              <a:prstGeom prst="rect">
                <a:avLst/>
              </a:prstGeom>
              <a:blipFill rotWithShape="0">
                <a:blip r:embed="rId5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68622B1E-44A3-44A2-B1C1-8D969737DA50}"/>
                  </a:ext>
                </a:extLst>
              </p:cNvPr>
              <p:cNvSpPr txBox="1"/>
              <p:nvPr/>
            </p:nvSpPr>
            <p:spPr>
              <a:xfrm>
                <a:off x="9817952" y="5253036"/>
                <a:ext cx="2365969" cy="1135696"/>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nary>
                        <m:naryPr>
                          <m:chr m:val="∑"/>
                          <m:subHide m:val="on"/>
                          <m:supHide m:val="on"/>
                          <m:ctrlPr>
                            <a:rPr lang="en-US" sz="2800" i="1" smtClean="0">
                              <a:solidFill>
                                <a:srgbClr val="FF0000"/>
                              </a:solidFill>
                              <a:latin typeface="Cambria Math" panose="02040503050406030204" pitchFamily="18" charset="0"/>
                            </a:rPr>
                          </m:ctrlPr>
                        </m:naryPr>
                        <m:sub/>
                        <m:sup/>
                        <m:e>
                          <m:d>
                            <m:dPr>
                              <m:ctrlPr>
                                <a:rPr lang="en-US" sz="2800" i="1">
                                  <a:solidFill>
                                    <a:srgbClr val="FF0000"/>
                                  </a:solidFill>
                                  <a:latin typeface="Cambria Math" panose="02040503050406030204" pitchFamily="18" charset="0"/>
                                </a:rPr>
                              </m:ctrlPr>
                            </m:dPr>
                            <m:e>
                              <m:r>
                                <m:rPr>
                                  <m:sty m:val="p"/>
                                </m:rPr>
                                <a:rPr lang="en-US" sz="2800" b="0" i="0" smtClean="0">
                                  <a:solidFill>
                                    <a:srgbClr val="FF0000"/>
                                  </a:solidFill>
                                  <a:latin typeface="Cambria Math" panose="02040503050406030204" pitchFamily="18" charset="0"/>
                                </a:rPr>
                                <m:t>xy</m:t>
                              </m:r>
                            </m:e>
                          </m:d>
                        </m:e>
                      </m:nary>
                      <m:r>
                        <a:rPr lang="en-US" sz="2800" i="0" dirty="0" smtClean="0">
                          <a:solidFill>
                            <a:srgbClr val="FF0000"/>
                          </a:solidFill>
                          <a:latin typeface="Cambria Math" panose="02040503050406030204" pitchFamily="18" charset="0"/>
                        </a:rPr>
                        <m:t>=</m:t>
                      </m:r>
                      <m:r>
                        <a:rPr lang="en-US" sz="2800" b="0" i="0" dirty="0" smtClean="0">
                          <a:solidFill>
                            <a:srgbClr val="FF0000"/>
                          </a:solidFill>
                          <a:latin typeface="Cambria Math" panose="02040503050406030204" pitchFamily="18" charset="0"/>
                        </a:rPr>
                        <m:t>293</m:t>
                      </m:r>
                    </m:oMath>
                  </m:oMathPara>
                </a14:m>
                <a:endParaRPr lang="en-IN" sz="2800" dirty="0">
                  <a:solidFill>
                    <a:srgbClr val="FF0000"/>
                  </a:solidFill>
                </a:endParaRPr>
              </a:p>
            </p:txBody>
          </p:sp>
        </mc:Choice>
        <mc:Fallback xmlns="">
          <p:sp>
            <p:nvSpPr>
              <p:cNvPr id="71" name="TextBox 70">
                <a:extLst>
                  <a:ext uri="{FF2B5EF4-FFF2-40B4-BE49-F238E27FC236}">
                    <a16:creationId xmlns:a16="http://schemas.microsoft.com/office/drawing/2014/main" id="{68622B1E-44A3-44A2-B1C1-8D969737DA50}"/>
                  </a:ext>
                </a:extLst>
              </p:cNvPr>
              <p:cNvSpPr txBox="1">
                <a:spLocks noRot="1" noChangeAspect="1" noMove="1" noResize="1" noEditPoints="1" noAdjustHandles="1" noChangeArrowheads="1" noChangeShapeType="1" noTextEdit="1"/>
              </p:cNvSpPr>
              <p:nvPr/>
            </p:nvSpPr>
            <p:spPr>
              <a:xfrm>
                <a:off x="9817952" y="5253036"/>
                <a:ext cx="2365969" cy="1135696"/>
              </a:xfrm>
              <a:prstGeom prst="rect">
                <a:avLst/>
              </a:prstGeom>
              <a:blipFill>
                <a:blip r:embed="rId5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68622B1E-44A3-44A2-B1C1-8D969737DA50}"/>
                  </a:ext>
                </a:extLst>
              </p:cNvPr>
              <p:cNvSpPr txBox="1"/>
              <p:nvPr/>
            </p:nvSpPr>
            <p:spPr>
              <a:xfrm>
                <a:off x="3103040" y="3280459"/>
                <a:ext cx="770404"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a:rPr lang="en-US" sz="2800" i="0" dirty="0" smtClean="0">
                          <a:solidFill>
                            <a:srgbClr val="002060"/>
                          </a:solidFill>
                          <a:latin typeface="Cambria Math" panose="02040503050406030204" pitchFamily="18" charset="0"/>
                        </a:rPr>
                        <m:t>2</m:t>
                      </m:r>
                      <m:r>
                        <a:rPr lang="en-US" sz="2800" b="0" i="0" dirty="0" smtClean="0">
                          <a:solidFill>
                            <a:srgbClr val="002060"/>
                          </a:solidFill>
                          <a:latin typeface="Cambria Math" panose="02040503050406030204" pitchFamily="18" charset="0"/>
                        </a:rPr>
                        <m:t>93</m:t>
                      </m:r>
                    </m:oMath>
                  </m:oMathPara>
                </a14:m>
                <a:endParaRPr lang="en-IN" sz="2800" dirty="0">
                  <a:solidFill>
                    <a:srgbClr val="002060"/>
                  </a:solidFill>
                </a:endParaRPr>
              </a:p>
            </p:txBody>
          </p:sp>
        </mc:Choice>
        <mc:Fallback xmlns="">
          <p:sp>
            <p:nvSpPr>
              <p:cNvPr id="72" name="TextBox 71">
                <a:extLst>
                  <a:ext uri="{FF2B5EF4-FFF2-40B4-BE49-F238E27FC236}">
                    <a16:creationId xmlns="" xmlns:a16="http://schemas.microsoft.com/office/drawing/2014/main"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3103040" y="3280459"/>
                <a:ext cx="770404" cy="523220"/>
              </a:xfrm>
              <a:prstGeom prst="rect">
                <a:avLst/>
              </a:prstGeom>
              <a:blipFill rotWithShape="0">
                <a:blip r:embed="rId5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Rectangle 28"/>
              <p:cNvSpPr/>
              <p:nvPr/>
            </p:nvSpPr>
            <p:spPr>
              <a:xfrm>
                <a:off x="137271" y="4911528"/>
                <a:ext cx="2218043"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m:rPr>
                          <m:sty m:val="p"/>
                        </m:rPr>
                        <a:rPr lang="en-US" sz="2800" smtClean="0">
                          <a:solidFill>
                            <a:schemeClr val="bg1"/>
                          </a:solidFill>
                          <a:latin typeface="Cambria Math" panose="02040503050406030204" pitchFamily="18" charset="0"/>
                        </a:rPr>
                        <m:t>r</m:t>
                      </m:r>
                      <m:r>
                        <a:rPr lang="en-US" sz="2800" smtClean="0">
                          <a:solidFill>
                            <a:srgbClr val="002060"/>
                          </a:solidFill>
                          <a:latin typeface="Cambria Math" panose="02040503050406030204" pitchFamily="18" charset="0"/>
                        </a:rPr>
                        <m:t>=</m:t>
                      </m:r>
                      <m:r>
                        <a:rPr lang="en-US" sz="2800" i="1" smtClean="0">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0.9203</m:t>
                      </m:r>
                    </m:oMath>
                  </m:oMathPara>
                </a14:m>
                <a:endParaRPr lang="en-US" dirty="0">
                  <a:solidFill>
                    <a:srgbClr val="002060"/>
                  </a:solidFill>
                </a:endParaRPr>
              </a:p>
            </p:txBody>
          </p:sp>
        </mc:Choice>
        <mc:Fallback xmlns="">
          <p:sp>
            <p:nvSpPr>
              <p:cNvPr id="29" name="Rectangle 28"/>
              <p:cNvSpPr>
                <a:spLocks noRot="1" noChangeAspect="1" noMove="1" noResize="1" noEditPoints="1" noAdjustHandles="1" noChangeArrowheads="1" noChangeShapeType="1" noTextEdit="1"/>
              </p:cNvSpPr>
              <p:nvPr/>
            </p:nvSpPr>
            <p:spPr>
              <a:xfrm>
                <a:off x="137271" y="4911528"/>
                <a:ext cx="2218043" cy="523220"/>
              </a:xfrm>
              <a:prstGeom prst="rect">
                <a:avLst/>
              </a:prstGeom>
              <a:blipFill rotWithShape="0">
                <a:blip r:embed="rId5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Rectangle 29"/>
              <p:cNvSpPr/>
              <p:nvPr/>
            </p:nvSpPr>
            <p:spPr>
              <a:xfrm>
                <a:off x="137271" y="5820884"/>
                <a:ext cx="6766560" cy="523220"/>
              </a:xfrm>
              <a:prstGeom prst="rect">
                <a:avLst/>
              </a:prstGeom>
              <a:ln>
                <a:solidFill>
                  <a:srgbClr val="FF0000"/>
                </a:solidFill>
              </a:ln>
            </p:spPr>
            <p:style>
              <a:lnRef idx="2">
                <a:schemeClr val="accent2"/>
              </a:lnRef>
              <a:fillRef idx="1">
                <a:schemeClr val="lt1"/>
              </a:fillRef>
              <a:effectRef idx="0">
                <a:schemeClr val="accent2"/>
              </a:effectRef>
              <a:fontRef idx="minor">
                <a:schemeClr val="dk1"/>
              </a:fontRef>
            </p:style>
            <p:txBody>
              <a:bodyPr wrap="square">
                <a:spAutoFit/>
              </a:bodyPr>
              <a:lstStyle/>
              <a:p>
                <a:pPr/>
                <a14:m>
                  <m:oMathPara xmlns:m="http://schemas.openxmlformats.org/officeDocument/2006/math">
                    <m:oMathParaPr>
                      <m:jc m:val="left"/>
                    </m:oMathParaPr>
                    <m:oMath xmlns:m="http://schemas.openxmlformats.org/officeDocument/2006/math">
                      <m:r>
                        <a:rPr lang="en-US" sz="2800" b="1" i="1" smtClean="0">
                          <a:solidFill>
                            <a:srgbClr val="7030A0"/>
                          </a:solidFill>
                          <a:latin typeface="Cambria Math" panose="02040503050406030204" pitchFamily="18" charset="0"/>
                          <a:ea typeface="Cambria Math" panose="02040503050406030204" pitchFamily="18" charset="0"/>
                        </a:rPr>
                        <m:t>∴</m:t>
                      </m:r>
                      <m:r>
                        <m:rPr>
                          <m:nor/>
                        </m:rPr>
                        <a:rPr lang="en-US" sz="2800" b="1" i="0" dirty="0" smtClean="0">
                          <a:solidFill>
                            <a:srgbClr val="7030A0"/>
                          </a:solidFill>
                        </a:rPr>
                        <m:t>The</m:t>
                      </m:r>
                      <m:r>
                        <m:rPr>
                          <m:nor/>
                        </m:rPr>
                        <a:rPr lang="en-US" sz="2800" b="1" dirty="0">
                          <a:solidFill>
                            <a:srgbClr val="7030A0"/>
                          </a:solidFill>
                        </a:rPr>
                        <m:t> </m:t>
                      </m:r>
                      <m:r>
                        <m:rPr>
                          <m:nor/>
                        </m:rPr>
                        <a:rPr lang="en-US" sz="2800" b="1" dirty="0">
                          <a:solidFill>
                            <a:srgbClr val="7030A0"/>
                          </a:solidFill>
                        </a:rPr>
                        <m:t>coefficient</m:t>
                      </m:r>
                      <m:r>
                        <m:rPr>
                          <m:nor/>
                        </m:rPr>
                        <a:rPr lang="en-US" sz="2800" b="1" dirty="0">
                          <a:solidFill>
                            <a:srgbClr val="7030A0"/>
                          </a:solidFill>
                        </a:rPr>
                        <m:t> </m:t>
                      </m:r>
                      <m:r>
                        <m:rPr>
                          <m:nor/>
                        </m:rPr>
                        <a:rPr lang="en-US" sz="2800" b="1" dirty="0">
                          <a:solidFill>
                            <a:srgbClr val="7030A0"/>
                          </a:solidFill>
                        </a:rPr>
                        <m:t>of</m:t>
                      </m:r>
                      <m:r>
                        <m:rPr>
                          <m:nor/>
                        </m:rPr>
                        <a:rPr lang="en-US" sz="2800" b="1" dirty="0">
                          <a:solidFill>
                            <a:srgbClr val="7030A0"/>
                          </a:solidFill>
                        </a:rPr>
                        <m:t> </m:t>
                      </m:r>
                      <m:r>
                        <m:rPr>
                          <m:nor/>
                        </m:rPr>
                        <a:rPr lang="en-US" sz="2800" b="1" dirty="0">
                          <a:solidFill>
                            <a:srgbClr val="7030A0"/>
                          </a:solidFill>
                        </a:rPr>
                        <m:t>correlation</m:t>
                      </m:r>
                      <m:r>
                        <m:rPr>
                          <m:nor/>
                        </m:rPr>
                        <a:rPr lang="en-US" sz="2800" b="1" i="0" dirty="0" smtClean="0">
                          <a:solidFill>
                            <a:srgbClr val="7030A0"/>
                          </a:solidFill>
                        </a:rPr>
                        <m:t> </m:t>
                      </m:r>
                      <m:r>
                        <a:rPr lang="en-US" sz="2800" b="1" i="1" dirty="0" smtClean="0">
                          <a:solidFill>
                            <a:srgbClr val="7030A0"/>
                          </a:solidFill>
                          <a:latin typeface="Cambria Math" panose="02040503050406030204" pitchFamily="18" charset="0"/>
                        </a:rPr>
                        <m:t>=− </m:t>
                      </m:r>
                      <m:r>
                        <a:rPr lang="en-US" sz="2800" b="1" i="1" dirty="0" smtClean="0">
                          <a:solidFill>
                            <a:srgbClr val="7030A0"/>
                          </a:solidFill>
                          <a:latin typeface="Cambria Math" panose="02040503050406030204" pitchFamily="18" charset="0"/>
                        </a:rPr>
                        <m:t>𝟎</m:t>
                      </m:r>
                      <m:r>
                        <a:rPr lang="en-US" sz="2800" b="1" i="1" dirty="0" smtClean="0">
                          <a:solidFill>
                            <a:srgbClr val="7030A0"/>
                          </a:solidFill>
                          <a:latin typeface="Cambria Math" panose="02040503050406030204" pitchFamily="18" charset="0"/>
                        </a:rPr>
                        <m:t>.</m:t>
                      </m:r>
                      <m:r>
                        <a:rPr lang="en-US" sz="2800" b="1" i="1" dirty="0" smtClean="0">
                          <a:solidFill>
                            <a:srgbClr val="7030A0"/>
                          </a:solidFill>
                          <a:latin typeface="Cambria Math" panose="02040503050406030204" pitchFamily="18" charset="0"/>
                        </a:rPr>
                        <m:t>𝟗𝟐𝟎𝟑</m:t>
                      </m:r>
                    </m:oMath>
                  </m:oMathPara>
                </a14:m>
                <a:endParaRPr lang="en-US" sz="2800" b="1" dirty="0">
                  <a:solidFill>
                    <a:srgbClr val="7030A0"/>
                  </a:solidFill>
                </a:endParaRPr>
              </a:p>
            </p:txBody>
          </p:sp>
        </mc:Choice>
        <mc:Fallback xmlns="">
          <p:sp>
            <p:nvSpPr>
              <p:cNvPr id="30" name="Rectangle 29"/>
              <p:cNvSpPr>
                <a:spLocks noRot="1" noChangeAspect="1" noMove="1" noResize="1" noEditPoints="1" noAdjustHandles="1" noChangeArrowheads="1" noChangeShapeType="1" noTextEdit="1"/>
              </p:cNvSpPr>
              <p:nvPr/>
            </p:nvSpPr>
            <p:spPr>
              <a:xfrm>
                <a:off x="137271" y="5820884"/>
                <a:ext cx="6766560" cy="523220"/>
              </a:xfrm>
              <a:prstGeom prst="rect">
                <a:avLst/>
              </a:prstGeom>
              <a:blipFill rotWithShape="0">
                <a:blip r:embed="rId60"/>
                <a:stretch>
                  <a:fillRect/>
                </a:stretch>
              </a:blipFill>
              <a:ln>
                <a:solidFill>
                  <a:srgbClr val="FF0000"/>
                </a:solidFill>
              </a:ln>
            </p:spPr>
            <p:txBody>
              <a:bodyPr/>
              <a:lstStyle/>
              <a:p>
                <a:r>
                  <a:rPr lang="en-US">
                    <a:noFill/>
                  </a:rPr>
                  <a:t> </a:t>
                </a:r>
              </a:p>
            </p:txBody>
          </p:sp>
        </mc:Fallback>
      </mc:AlternateContent>
    </p:spTree>
    <p:extLst>
      <p:ext uri="{BB962C8B-B14F-4D97-AF65-F5344CB8AC3E}">
        <p14:creationId xmlns:p14="http://schemas.microsoft.com/office/powerpoint/2010/main" val="4242454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4" grpId="0"/>
      <p:bldP spid="55" grpId="0"/>
      <p:bldP spid="56" grpId="0"/>
      <p:bldP spid="58" grpId="0"/>
      <p:bldP spid="59" grpId="0"/>
      <p:bldP spid="60" grpId="0"/>
      <p:bldP spid="61" grpId="0"/>
      <p:bldP spid="62" grpId="0"/>
      <p:bldP spid="63" grpId="0"/>
      <p:bldP spid="65" grpId="0"/>
      <p:bldP spid="66" grpId="0"/>
      <p:bldP spid="67" grpId="0"/>
      <p:bldP spid="68" grpId="0"/>
      <p:bldP spid="69" grpId="0"/>
      <p:bldP spid="70" grpId="0"/>
      <p:bldP spid="71" grpId="0"/>
      <p:bldP spid="72" grpId="0"/>
      <p:bldP spid="29" grpId="0"/>
      <p:bldP spid="30"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7" y="869082"/>
            <a:ext cx="11929643" cy="7315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00000"/>
              </a:lnSpc>
            </a:pPr>
            <a:r>
              <a:rPr lang="en-US" dirty="0"/>
              <a:t>Calculate Karl Pearson’s coefficient of correlation between age and playing habits:</a:t>
            </a:r>
          </a:p>
        </p:txBody>
      </p:sp>
      <p:sp>
        <p:nvSpPr>
          <p:cNvPr id="2" name="Title 1"/>
          <p:cNvSpPr>
            <a:spLocks noGrp="1"/>
          </p:cNvSpPr>
          <p:nvPr>
            <p:ph type="title"/>
          </p:nvPr>
        </p:nvSpPr>
        <p:spPr/>
        <p:txBody>
          <a:bodyPr/>
          <a:lstStyle/>
          <a:p>
            <a:r>
              <a:rPr lang="en-GB" dirty="0"/>
              <a:t>Method 1 ⇝ Example 2</a:t>
            </a:r>
            <a:endParaRPr lang="en-US" dirty="0"/>
          </a:p>
        </p:txBody>
      </p:sp>
      <p:sp>
        <p:nvSpPr>
          <p:cNvPr id="50" name="Rectangle 49">
            <a:extLst>
              <a:ext uri="{FF2B5EF4-FFF2-40B4-BE49-F238E27FC236}">
                <a16:creationId xmlns:a16="http://schemas.microsoft.com/office/drawing/2014/main" id="{B2D3FB0B-D709-43AC-B65F-29361B504B61}"/>
              </a:ext>
            </a:extLst>
          </p:cNvPr>
          <p:cNvSpPr/>
          <p:nvPr/>
        </p:nvSpPr>
        <p:spPr>
          <a:xfrm>
            <a:off x="131177" y="3981064"/>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325916533"/>
                  </p:ext>
                </p:extLst>
              </p:nvPr>
            </p:nvGraphicFramePr>
            <p:xfrm>
              <a:off x="131177" y="1747064"/>
              <a:ext cx="11430000" cy="1920240"/>
            </p:xfrm>
            <a:graphic>
              <a:graphicData uri="http://schemas.openxmlformats.org/drawingml/2006/table">
                <a:tbl>
                  <a:tblPr firstRow="1" firstCol="1" bandRow="1">
                    <a:tableStyleId>{E8B1032C-EA38-4F05-BA0D-38AFFFC7BED3}</a:tableStyleId>
                  </a:tblPr>
                  <a:tblGrid>
                    <a:gridCol w="3810000">
                      <a:extLst>
                        <a:ext uri="{9D8B030D-6E8A-4147-A177-3AD203B41FA5}">
                          <a16:colId xmlns:a16="http://schemas.microsoft.com/office/drawing/2014/main" val="20000"/>
                        </a:ext>
                      </a:extLst>
                    </a:gridCol>
                    <a:gridCol w="1270000">
                      <a:extLst>
                        <a:ext uri="{9D8B030D-6E8A-4147-A177-3AD203B41FA5}">
                          <a16:colId xmlns:a16="http://schemas.microsoft.com/office/drawing/2014/main" val="20001"/>
                        </a:ext>
                      </a:extLst>
                    </a:gridCol>
                    <a:gridCol w="1270000">
                      <a:extLst>
                        <a:ext uri="{9D8B030D-6E8A-4147-A177-3AD203B41FA5}">
                          <a16:colId xmlns:a16="http://schemas.microsoft.com/office/drawing/2014/main" val="20002"/>
                        </a:ext>
                      </a:extLst>
                    </a:gridCol>
                    <a:gridCol w="1270000">
                      <a:extLst>
                        <a:ext uri="{9D8B030D-6E8A-4147-A177-3AD203B41FA5}">
                          <a16:colId xmlns:a16="http://schemas.microsoft.com/office/drawing/2014/main" val="20003"/>
                        </a:ext>
                      </a:extLst>
                    </a:gridCol>
                    <a:gridCol w="1270000">
                      <a:extLst>
                        <a:ext uri="{9D8B030D-6E8A-4147-A177-3AD203B41FA5}">
                          <a16:colId xmlns:a16="http://schemas.microsoft.com/office/drawing/2014/main" val="20004"/>
                        </a:ext>
                      </a:extLst>
                    </a:gridCol>
                    <a:gridCol w="1270000">
                      <a:extLst>
                        <a:ext uri="{9D8B030D-6E8A-4147-A177-3AD203B41FA5}">
                          <a16:colId xmlns:a16="http://schemas.microsoft.com/office/drawing/2014/main" val="20005"/>
                        </a:ext>
                      </a:extLst>
                    </a:gridCol>
                    <a:gridCol w="1270000">
                      <a:extLst>
                        <a:ext uri="{9D8B030D-6E8A-4147-A177-3AD203B41FA5}">
                          <a16:colId xmlns:a16="http://schemas.microsoft.com/office/drawing/2014/main" val="20006"/>
                        </a:ext>
                      </a:extLst>
                    </a:gridCol>
                  </a:tblGrid>
                  <a:tr h="640080">
                    <a:tc>
                      <a:txBody>
                        <a:bodyPr/>
                        <a:lstStyle/>
                        <a:p>
                          <a:pPr marL="0" marR="0" algn="ctr">
                            <a:lnSpc>
                              <a:spcPct val="100000"/>
                            </a:lnSpc>
                            <a:spcBef>
                              <a:spcPts val="0"/>
                            </a:spcBef>
                            <a:spcAft>
                              <a:spcPts val="0"/>
                            </a:spcAft>
                            <a:tabLst>
                              <a:tab pos="0" algn="l"/>
                              <a:tab pos="447675" algn="l"/>
                            </a:tabLst>
                          </a:pPr>
                          <a:r>
                            <a:rPr lang="en-US" sz="2800" b="1" dirty="0">
                              <a:solidFill>
                                <a:srgbClr val="002060"/>
                              </a:solidFill>
                              <a:effectLst/>
                            </a:rPr>
                            <a:t>Age</a:t>
                          </a:r>
                          <a:endParaRPr lang="en-US" sz="2800" b="1"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79171" marR="179171" marT="0" marB="0" anchor="ctr"/>
                    </a:tc>
                    <a:tc>
                      <a:txBody>
                        <a:bodyPr/>
                        <a:lstStyle/>
                        <a:p>
                          <a:pPr marL="0" marR="0" algn="just">
                            <a:lnSpc>
                              <a:spcPct val="15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0" i="0">
                                    <a:solidFill>
                                      <a:srgbClr val="002060"/>
                                    </a:solidFill>
                                    <a:effectLst/>
                                    <a:latin typeface="+mn-lt"/>
                                    <a:ea typeface="Calibri" panose="020F0502020204030204" pitchFamily="34" charset="0"/>
                                    <a:cs typeface="Shruti" panose="020B0502040204020203" pitchFamily="34" charset="0"/>
                                  </a:rPr>
                                  <m:t>20</m:t>
                                </m:r>
                              </m:oMath>
                            </m:oMathPara>
                          </a14:m>
                          <a:endParaRPr lang="en-US" sz="2800" b="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just">
                            <a:lnSpc>
                              <a:spcPct val="15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0" i="0">
                                    <a:solidFill>
                                      <a:srgbClr val="002060"/>
                                    </a:solidFill>
                                    <a:effectLst/>
                                    <a:latin typeface="+mn-lt"/>
                                    <a:ea typeface="Calibri" panose="020F0502020204030204" pitchFamily="34" charset="0"/>
                                    <a:cs typeface="Shruti" panose="020B0502040204020203" pitchFamily="34" charset="0"/>
                                  </a:rPr>
                                  <m:t>21</m:t>
                                </m:r>
                              </m:oMath>
                            </m:oMathPara>
                          </a14:m>
                          <a:endParaRPr lang="en-US" sz="2800" b="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just">
                            <a:lnSpc>
                              <a:spcPct val="15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0" i="0">
                                    <a:solidFill>
                                      <a:srgbClr val="002060"/>
                                    </a:solidFill>
                                    <a:effectLst/>
                                    <a:latin typeface="+mn-lt"/>
                                    <a:ea typeface="Calibri" panose="020F0502020204030204" pitchFamily="34" charset="0"/>
                                    <a:cs typeface="Shruti" panose="020B0502040204020203" pitchFamily="34" charset="0"/>
                                  </a:rPr>
                                  <m:t>22</m:t>
                                </m:r>
                              </m:oMath>
                            </m:oMathPara>
                          </a14:m>
                          <a:endParaRPr lang="en-US" sz="2800" b="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just">
                            <a:lnSpc>
                              <a:spcPct val="15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0" i="0">
                                    <a:solidFill>
                                      <a:srgbClr val="002060"/>
                                    </a:solidFill>
                                    <a:effectLst/>
                                    <a:latin typeface="+mn-lt"/>
                                    <a:ea typeface="Calibri" panose="020F0502020204030204" pitchFamily="34" charset="0"/>
                                    <a:cs typeface="Shruti" panose="020B0502040204020203" pitchFamily="34" charset="0"/>
                                  </a:rPr>
                                  <m:t>23</m:t>
                                </m:r>
                              </m:oMath>
                            </m:oMathPara>
                          </a14:m>
                          <a:endParaRPr lang="en-US" sz="2800" b="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just">
                            <a:lnSpc>
                              <a:spcPct val="15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0" i="0">
                                    <a:solidFill>
                                      <a:srgbClr val="002060"/>
                                    </a:solidFill>
                                    <a:effectLst/>
                                    <a:latin typeface="+mn-lt"/>
                                    <a:ea typeface="Calibri" panose="020F0502020204030204" pitchFamily="34" charset="0"/>
                                    <a:cs typeface="Shruti" panose="020B0502040204020203" pitchFamily="34" charset="0"/>
                                  </a:rPr>
                                  <m:t>24</m:t>
                                </m:r>
                              </m:oMath>
                            </m:oMathPara>
                          </a14:m>
                          <a:endParaRPr lang="en-US" sz="2800" b="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just">
                            <a:lnSpc>
                              <a:spcPct val="15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0" i="0">
                                    <a:solidFill>
                                      <a:srgbClr val="002060"/>
                                    </a:solidFill>
                                    <a:effectLst/>
                                    <a:latin typeface="+mn-lt"/>
                                    <a:ea typeface="Calibri" panose="020F0502020204030204" pitchFamily="34" charset="0"/>
                                    <a:cs typeface="Shruti" panose="020B0502040204020203" pitchFamily="34" charset="0"/>
                                  </a:rPr>
                                  <m:t>25</m:t>
                                </m:r>
                              </m:oMath>
                            </m:oMathPara>
                          </a14:m>
                          <a:endParaRPr lang="en-US" sz="2800" b="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extLst>
                      <a:ext uri="{0D108BD9-81ED-4DB2-BD59-A6C34878D82A}">
                        <a16:rowId xmlns:a16="http://schemas.microsoft.com/office/drawing/2014/main" val="10000"/>
                      </a:ext>
                    </a:extLst>
                  </a:tr>
                  <a:tr h="640080">
                    <a:tc>
                      <a:txBody>
                        <a:bodyPr/>
                        <a:lstStyle/>
                        <a:p>
                          <a:pPr marL="0" marR="0" algn="ctr">
                            <a:lnSpc>
                              <a:spcPct val="100000"/>
                            </a:lnSpc>
                            <a:spcBef>
                              <a:spcPts val="0"/>
                            </a:spcBef>
                            <a:spcAft>
                              <a:spcPts val="0"/>
                            </a:spcAft>
                            <a:tabLst>
                              <a:tab pos="0" algn="l"/>
                              <a:tab pos="447675" algn="l"/>
                            </a:tabLst>
                          </a:pPr>
                          <a:r>
                            <a:rPr lang="en-US" sz="2800" b="1" dirty="0">
                              <a:solidFill>
                                <a:srgbClr val="002060"/>
                              </a:solidFill>
                              <a:effectLst/>
                              <a:latin typeface="+mn-lt"/>
                              <a:ea typeface="Calibri" panose="020F0502020204030204" pitchFamily="34" charset="0"/>
                              <a:cs typeface="Shruti" panose="020B0502040204020203" pitchFamily="34" charset="0"/>
                            </a:rPr>
                            <a:t>No. of students</a:t>
                          </a:r>
                        </a:p>
                      </a:txBody>
                      <a:tcPr marL="179171" marR="179171" marT="0" marB="0" anchor="ctr"/>
                    </a:tc>
                    <a:tc>
                      <a:txBody>
                        <a:bodyPr/>
                        <a:lstStyle/>
                        <a:p>
                          <a:pPr marL="0" marR="0" algn="just">
                            <a:lnSpc>
                              <a:spcPct val="15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i="0">
                                    <a:solidFill>
                                      <a:srgbClr val="002060"/>
                                    </a:solidFill>
                                    <a:effectLst/>
                                    <a:latin typeface="+mn-lt"/>
                                    <a:ea typeface="Calibri" panose="020F0502020204030204" pitchFamily="34" charset="0"/>
                                    <a:cs typeface="Shruti" panose="020B0502040204020203" pitchFamily="34" charset="0"/>
                                  </a:rPr>
                                  <m:t>500</m:t>
                                </m:r>
                              </m:oMath>
                            </m:oMathPara>
                          </a14:m>
                          <a:endParaRPr lang="en-US" sz="280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just">
                            <a:lnSpc>
                              <a:spcPct val="15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i="0">
                                    <a:solidFill>
                                      <a:srgbClr val="002060"/>
                                    </a:solidFill>
                                    <a:effectLst/>
                                    <a:latin typeface="+mn-lt"/>
                                    <a:ea typeface="Calibri" panose="020F0502020204030204" pitchFamily="34" charset="0"/>
                                    <a:cs typeface="Shruti" panose="020B0502040204020203" pitchFamily="34" charset="0"/>
                                  </a:rPr>
                                  <m:t>400</m:t>
                                </m:r>
                              </m:oMath>
                            </m:oMathPara>
                          </a14:m>
                          <a:endParaRPr lang="en-US" sz="280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just">
                            <a:lnSpc>
                              <a:spcPct val="15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i="0">
                                    <a:solidFill>
                                      <a:srgbClr val="002060"/>
                                    </a:solidFill>
                                    <a:effectLst/>
                                    <a:latin typeface="+mn-lt"/>
                                    <a:ea typeface="Calibri" panose="020F0502020204030204" pitchFamily="34" charset="0"/>
                                    <a:cs typeface="Shruti" panose="020B0502040204020203" pitchFamily="34" charset="0"/>
                                  </a:rPr>
                                  <m:t>300</m:t>
                                </m:r>
                              </m:oMath>
                            </m:oMathPara>
                          </a14:m>
                          <a:endParaRPr lang="en-US" sz="280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just">
                            <a:lnSpc>
                              <a:spcPct val="15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i="0">
                                    <a:solidFill>
                                      <a:srgbClr val="002060"/>
                                    </a:solidFill>
                                    <a:effectLst/>
                                    <a:latin typeface="+mn-lt"/>
                                    <a:ea typeface="Calibri" panose="020F0502020204030204" pitchFamily="34" charset="0"/>
                                    <a:cs typeface="Shruti" panose="020B0502040204020203" pitchFamily="34" charset="0"/>
                                  </a:rPr>
                                  <m:t>240</m:t>
                                </m:r>
                              </m:oMath>
                            </m:oMathPara>
                          </a14:m>
                          <a:endParaRPr lang="en-US" sz="280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just">
                            <a:lnSpc>
                              <a:spcPct val="15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i="0">
                                    <a:solidFill>
                                      <a:srgbClr val="002060"/>
                                    </a:solidFill>
                                    <a:effectLst/>
                                    <a:latin typeface="+mn-lt"/>
                                    <a:ea typeface="Calibri" panose="020F0502020204030204" pitchFamily="34" charset="0"/>
                                    <a:cs typeface="Shruti" panose="020B0502040204020203" pitchFamily="34" charset="0"/>
                                  </a:rPr>
                                  <m:t>200</m:t>
                                </m:r>
                              </m:oMath>
                            </m:oMathPara>
                          </a14:m>
                          <a:endParaRPr lang="en-US" sz="280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just">
                            <a:lnSpc>
                              <a:spcPct val="15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i="0">
                                    <a:solidFill>
                                      <a:srgbClr val="002060"/>
                                    </a:solidFill>
                                    <a:effectLst/>
                                    <a:latin typeface="+mn-lt"/>
                                    <a:ea typeface="Calibri" panose="020F0502020204030204" pitchFamily="34" charset="0"/>
                                    <a:cs typeface="Shruti" panose="020B0502040204020203" pitchFamily="34" charset="0"/>
                                  </a:rPr>
                                  <m:t>160</m:t>
                                </m:r>
                              </m:oMath>
                            </m:oMathPara>
                          </a14:m>
                          <a:endParaRPr lang="en-US" sz="280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extLst>
                      <a:ext uri="{0D108BD9-81ED-4DB2-BD59-A6C34878D82A}">
                        <a16:rowId xmlns:a16="http://schemas.microsoft.com/office/drawing/2014/main" val="10001"/>
                      </a:ext>
                    </a:extLst>
                  </a:tr>
                  <a:tr h="640080">
                    <a:tc>
                      <a:txBody>
                        <a:bodyPr/>
                        <a:lstStyle/>
                        <a:p>
                          <a:pPr marL="0" marR="0" algn="ctr">
                            <a:lnSpc>
                              <a:spcPct val="100000"/>
                            </a:lnSpc>
                            <a:spcBef>
                              <a:spcPts val="0"/>
                            </a:spcBef>
                            <a:spcAft>
                              <a:spcPts val="0"/>
                            </a:spcAft>
                            <a:tabLst>
                              <a:tab pos="0" algn="l"/>
                              <a:tab pos="447675" algn="l"/>
                            </a:tabLst>
                          </a:pPr>
                          <a:r>
                            <a:rPr lang="en-US" sz="2800" b="1" dirty="0">
                              <a:solidFill>
                                <a:srgbClr val="002060"/>
                              </a:solidFill>
                              <a:effectLst/>
                            </a:rPr>
                            <a:t>Regular players</a:t>
                          </a:r>
                          <a:endParaRPr lang="en-US" sz="2800" b="1"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79171" marR="179171" marT="0" marB="0" anchor="ctr"/>
                    </a:tc>
                    <a:tc>
                      <a:txBody>
                        <a:bodyPr/>
                        <a:lstStyle/>
                        <a:p>
                          <a:pPr marL="0" marR="0" algn="just">
                            <a:lnSpc>
                              <a:spcPct val="15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i="0">
                                    <a:solidFill>
                                      <a:srgbClr val="002060"/>
                                    </a:solidFill>
                                    <a:effectLst/>
                                    <a:latin typeface="+mn-lt"/>
                                    <a:ea typeface="Calibri" panose="020F0502020204030204" pitchFamily="34" charset="0"/>
                                    <a:cs typeface="Shruti" panose="020B0502040204020203" pitchFamily="34" charset="0"/>
                                  </a:rPr>
                                  <m:t>400</m:t>
                                </m:r>
                              </m:oMath>
                            </m:oMathPara>
                          </a14:m>
                          <a:endParaRPr lang="en-US" sz="280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just">
                            <a:lnSpc>
                              <a:spcPct val="15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i="0">
                                    <a:solidFill>
                                      <a:srgbClr val="002060"/>
                                    </a:solidFill>
                                    <a:effectLst/>
                                    <a:latin typeface="+mn-lt"/>
                                    <a:ea typeface="Calibri" panose="020F0502020204030204" pitchFamily="34" charset="0"/>
                                    <a:cs typeface="Shruti" panose="020B0502040204020203" pitchFamily="34" charset="0"/>
                                  </a:rPr>
                                  <m:t>300</m:t>
                                </m:r>
                              </m:oMath>
                            </m:oMathPara>
                          </a14:m>
                          <a:endParaRPr lang="en-US" sz="280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just">
                            <a:lnSpc>
                              <a:spcPct val="15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i="0">
                                    <a:solidFill>
                                      <a:srgbClr val="002060"/>
                                    </a:solidFill>
                                    <a:effectLst/>
                                    <a:latin typeface="+mn-lt"/>
                                    <a:ea typeface="Calibri" panose="020F0502020204030204" pitchFamily="34" charset="0"/>
                                    <a:cs typeface="Shruti" panose="020B0502040204020203" pitchFamily="34" charset="0"/>
                                  </a:rPr>
                                  <m:t>180</m:t>
                                </m:r>
                              </m:oMath>
                            </m:oMathPara>
                          </a14:m>
                          <a:endParaRPr lang="en-US" sz="280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just">
                            <a:lnSpc>
                              <a:spcPct val="15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i="0">
                                    <a:solidFill>
                                      <a:srgbClr val="002060"/>
                                    </a:solidFill>
                                    <a:effectLst/>
                                    <a:latin typeface="+mn-lt"/>
                                    <a:ea typeface="Calibri" panose="020F0502020204030204" pitchFamily="34" charset="0"/>
                                    <a:cs typeface="Shruti" panose="020B0502040204020203" pitchFamily="34" charset="0"/>
                                  </a:rPr>
                                  <m:t>96</m:t>
                                </m:r>
                              </m:oMath>
                            </m:oMathPara>
                          </a14:m>
                          <a:endParaRPr lang="en-US" sz="280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just">
                            <a:lnSpc>
                              <a:spcPct val="15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i="0">
                                    <a:solidFill>
                                      <a:srgbClr val="002060"/>
                                    </a:solidFill>
                                    <a:effectLst/>
                                    <a:latin typeface="+mn-lt"/>
                                    <a:ea typeface="Calibri" panose="020F0502020204030204" pitchFamily="34" charset="0"/>
                                    <a:cs typeface="Shruti" panose="020B0502040204020203" pitchFamily="34" charset="0"/>
                                  </a:rPr>
                                  <m:t>60</m:t>
                                </m:r>
                              </m:oMath>
                            </m:oMathPara>
                          </a14:m>
                          <a:endParaRPr lang="en-US" sz="280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just">
                            <a:lnSpc>
                              <a:spcPct val="15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i="0">
                                    <a:solidFill>
                                      <a:srgbClr val="002060"/>
                                    </a:solidFill>
                                    <a:effectLst/>
                                    <a:latin typeface="+mn-lt"/>
                                    <a:ea typeface="Calibri" panose="020F0502020204030204" pitchFamily="34" charset="0"/>
                                    <a:cs typeface="Shruti" panose="020B0502040204020203" pitchFamily="34" charset="0"/>
                                  </a:rPr>
                                  <m:t>24</m:t>
                                </m:r>
                              </m:oMath>
                            </m:oMathPara>
                          </a14:m>
                          <a:endParaRPr lang="en-US" sz="280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extLst>
                      <a:ext uri="{0D108BD9-81ED-4DB2-BD59-A6C34878D82A}">
                        <a16:rowId xmlns:a16="http://schemas.microsoft.com/office/drawing/2014/main" val="10002"/>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325916533"/>
                  </p:ext>
                </p:extLst>
              </p:nvPr>
            </p:nvGraphicFramePr>
            <p:xfrm>
              <a:off x="131177" y="1747064"/>
              <a:ext cx="11430000" cy="1920240"/>
            </p:xfrm>
            <a:graphic>
              <a:graphicData uri="http://schemas.openxmlformats.org/drawingml/2006/table">
                <a:tbl>
                  <a:tblPr firstRow="1" firstCol="1" bandRow="1">
                    <a:tableStyleId>{E8B1032C-EA38-4F05-BA0D-38AFFFC7BED3}</a:tableStyleId>
                  </a:tblPr>
                  <a:tblGrid>
                    <a:gridCol w="3810000"/>
                    <a:gridCol w="1270000"/>
                    <a:gridCol w="1270000"/>
                    <a:gridCol w="1270000"/>
                    <a:gridCol w="1270000"/>
                    <a:gridCol w="1270000"/>
                    <a:gridCol w="1270000"/>
                  </a:tblGrid>
                  <a:tr h="640080">
                    <a:tc>
                      <a:txBody>
                        <a:bodyPr/>
                        <a:lstStyle/>
                        <a:p>
                          <a:pPr marL="0" marR="0" algn="ctr">
                            <a:lnSpc>
                              <a:spcPct val="100000"/>
                            </a:lnSpc>
                            <a:spcBef>
                              <a:spcPts val="0"/>
                            </a:spcBef>
                            <a:spcAft>
                              <a:spcPts val="0"/>
                            </a:spcAft>
                            <a:tabLst>
                              <a:tab pos="0" algn="l"/>
                              <a:tab pos="447675" algn="l"/>
                            </a:tabLst>
                          </a:pPr>
                          <a:r>
                            <a:rPr lang="en-US" sz="2800" b="1" dirty="0" smtClean="0">
                              <a:solidFill>
                                <a:srgbClr val="002060"/>
                              </a:solidFill>
                              <a:effectLst/>
                            </a:rPr>
                            <a:t>Age</a:t>
                          </a:r>
                          <a:endParaRPr lang="en-US" sz="2800" b="1"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79171" marR="179171" marT="0" marB="0" anchor="ctr"/>
                    </a:tc>
                    <a:tc>
                      <a:txBody>
                        <a:bodyPr/>
                        <a:lstStyle/>
                        <a:p>
                          <a:endParaRPr lang="en-US"/>
                        </a:p>
                      </a:txBody>
                      <a:tcPr marL="68580" marR="68580" marT="0" marB="0" anchor="ctr">
                        <a:blipFill rotWithShape="0">
                          <a:blip r:embed="rId3"/>
                          <a:stretch>
                            <a:fillRect l="-299522" t="-952" r="-500000" b="-219048"/>
                          </a:stretch>
                        </a:blipFill>
                      </a:tcPr>
                    </a:tc>
                    <a:tc>
                      <a:txBody>
                        <a:bodyPr/>
                        <a:lstStyle/>
                        <a:p>
                          <a:endParaRPr lang="en-US"/>
                        </a:p>
                      </a:txBody>
                      <a:tcPr marL="68580" marR="68580" marT="0" marB="0" anchor="ctr">
                        <a:blipFill rotWithShape="0">
                          <a:blip r:embed="rId3"/>
                          <a:stretch>
                            <a:fillRect l="-401442" t="-952" r="-402404" b="-219048"/>
                          </a:stretch>
                        </a:blipFill>
                      </a:tcPr>
                    </a:tc>
                    <a:tc>
                      <a:txBody>
                        <a:bodyPr/>
                        <a:lstStyle/>
                        <a:p>
                          <a:endParaRPr lang="en-US"/>
                        </a:p>
                      </a:txBody>
                      <a:tcPr marL="68580" marR="68580" marT="0" marB="0" anchor="ctr">
                        <a:blipFill rotWithShape="0">
                          <a:blip r:embed="rId3"/>
                          <a:stretch>
                            <a:fillRect l="-499043" t="-952" r="-300478" b="-219048"/>
                          </a:stretch>
                        </a:blipFill>
                      </a:tcPr>
                    </a:tc>
                    <a:tc>
                      <a:txBody>
                        <a:bodyPr/>
                        <a:lstStyle/>
                        <a:p>
                          <a:endParaRPr lang="en-US"/>
                        </a:p>
                      </a:txBody>
                      <a:tcPr marL="68580" marR="68580" marT="0" marB="0" anchor="ctr">
                        <a:blipFill rotWithShape="0">
                          <a:blip r:embed="rId3"/>
                          <a:stretch>
                            <a:fillRect l="-601923" t="-952" r="-201923" b="-219048"/>
                          </a:stretch>
                        </a:blipFill>
                      </a:tcPr>
                    </a:tc>
                    <a:tc>
                      <a:txBody>
                        <a:bodyPr/>
                        <a:lstStyle/>
                        <a:p>
                          <a:endParaRPr lang="en-US"/>
                        </a:p>
                      </a:txBody>
                      <a:tcPr marL="68580" marR="68580" marT="0" marB="0" anchor="ctr">
                        <a:blipFill rotWithShape="0">
                          <a:blip r:embed="rId3"/>
                          <a:stretch>
                            <a:fillRect l="-698565" t="-952" r="-100957" b="-219048"/>
                          </a:stretch>
                        </a:blipFill>
                      </a:tcPr>
                    </a:tc>
                    <a:tc>
                      <a:txBody>
                        <a:bodyPr/>
                        <a:lstStyle/>
                        <a:p>
                          <a:endParaRPr lang="en-US"/>
                        </a:p>
                      </a:txBody>
                      <a:tcPr marL="68580" marR="68580" marT="0" marB="0" anchor="ctr">
                        <a:blipFill rotWithShape="0">
                          <a:blip r:embed="rId3"/>
                          <a:stretch>
                            <a:fillRect l="-802404" t="-952" r="-1442" b="-219048"/>
                          </a:stretch>
                        </a:blipFill>
                      </a:tcPr>
                    </a:tc>
                  </a:tr>
                  <a:tr h="640080">
                    <a:tc>
                      <a:txBody>
                        <a:bodyPr/>
                        <a:lstStyle/>
                        <a:p>
                          <a:pPr marL="0" marR="0" algn="ctr">
                            <a:lnSpc>
                              <a:spcPct val="100000"/>
                            </a:lnSpc>
                            <a:spcBef>
                              <a:spcPts val="0"/>
                            </a:spcBef>
                            <a:spcAft>
                              <a:spcPts val="0"/>
                            </a:spcAft>
                            <a:tabLst>
                              <a:tab pos="0" algn="l"/>
                              <a:tab pos="447675" algn="l"/>
                            </a:tabLst>
                          </a:pPr>
                          <a:r>
                            <a:rPr lang="en-US" sz="2800" b="1" dirty="0" smtClean="0">
                              <a:solidFill>
                                <a:srgbClr val="002060"/>
                              </a:solidFill>
                              <a:effectLst/>
                              <a:latin typeface="+mn-lt"/>
                              <a:ea typeface="Calibri" panose="020F0502020204030204" pitchFamily="34" charset="0"/>
                              <a:cs typeface="Shruti" panose="020B0502040204020203" pitchFamily="34" charset="0"/>
                            </a:rPr>
                            <a:t>No. of students</a:t>
                          </a:r>
                          <a:endParaRPr lang="en-US" sz="2800" b="1" dirty="0">
                            <a:solidFill>
                              <a:srgbClr val="002060"/>
                            </a:solidFill>
                            <a:effectLst/>
                            <a:latin typeface="+mn-lt"/>
                            <a:ea typeface="Calibri" panose="020F0502020204030204" pitchFamily="34" charset="0"/>
                            <a:cs typeface="Shruti" panose="020B0502040204020203" pitchFamily="34" charset="0"/>
                          </a:endParaRPr>
                        </a:p>
                      </a:txBody>
                      <a:tcPr marL="179171" marR="179171" marT="0" marB="0" anchor="ctr"/>
                    </a:tc>
                    <a:tc>
                      <a:txBody>
                        <a:bodyPr/>
                        <a:lstStyle/>
                        <a:p>
                          <a:endParaRPr lang="en-US"/>
                        </a:p>
                      </a:txBody>
                      <a:tcPr marL="68580" marR="68580" marT="0" marB="0" anchor="ctr">
                        <a:blipFill rotWithShape="0">
                          <a:blip r:embed="rId3"/>
                          <a:stretch>
                            <a:fillRect l="-299522" t="-100000" r="-500000" b="-116981"/>
                          </a:stretch>
                        </a:blipFill>
                      </a:tcPr>
                    </a:tc>
                    <a:tc>
                      <a:txBody>
                        <a:bodyPr/>
                        <a:lstStyle/>
                        <a:p>
                          <a:endParaRPr lang="en-US"/>
                        </a:p>
                      </a:txBody>
                      <a:tcPr marL="68580" marR="68580" marT="0" marB="0" anchor="ctr">
                        <a:blipFill rotWithShape="0">
                          <a:blip r:embed="rId3"/>
                          <a:stretch>
                            <a:fillRect l="-401442" t="-100000" r="-402404" b="-116981"/>
                          </a:stretch>
                        </a:blipFill>
                      </a:tcPr>
                    </a:tc>
                    <a:tc>
                      <a:txBody>
                        <a:bodyPr/>
                        <a:lstStyle/>
                        <a:p>
                          <a:endParaRPr lang="en-US"/>
                        </a:p>
                      </a:txBody>
                      <a:tcPr marL="68580" marR="68580" marT="0" marB="0" anchor="ctr">
                        <a:blipFill rotWithShape="0">
                          <a:blip r:embed="rId3"/>
                          <a:stretch>
                            <a:fillRect l="-499043" t="-100000" r="-300478" b="-116981"/>
                          </a:stretch>
                        </a:blipFill>
                      </a:tcPr>
                    </a:tc>
                    <a:tc>
                      <a:txBody>
                        <a:bodyPr/>
                        <a:lstStyle/>
                        <a:p>
                          <a:endParaRPr lang="en-US"/>
                        </a:p>
                      </a:txBody>
                      <a:tcPr marL="68580" marR="68580" marT="0" marB="0" anchor="ctr">
                        <a:blipFill rotWithShape="0">
                          <a:blip r:embed="rId3"/>
                          <a:stretch>
                            <a:fillRect l="-601923" t="-100000" r="-201923" b="-116981"/>
                          </a:stretch>
                        </a:blipFill>
                      </a:tcPr>
                    </a:tc>
                    <a:tc>
                      <a:txBody>
                        <a:bodyPr/>
                        <a:lstStyle/>
                        <a:p>
                          <a:endParaRPr lang="en-US"/>
                        </a:p>
                      </a:txBody>
                      <a:tcPr marL="68580" marR="68580" marT="0" marB="0" anchor="ctr">
                        <a:blipFill rotWithShape="0">
                          <a:blip r:embed="rId3"/>
                          <a:stretch>
                            <a:fillRect l="-698565" t="-100000" r="-100957" b="-116981"/>
                          </a:stretch>
                        </a:blipFill>
                      </a:tcPr>
                    </a:tc>
                    <a:tc>
                      <a:txBody>
                        <a:bodyPr/>
                        <a:lstStyle/>
                        <a:p>
                          <a:endParaRPr lang="en-US"/>
                        </a:p>
                      </a:txBody>
                      <a:tcPr marL="68580" marR="68580" marT="0" marB="0" anchor="ctr">
                        <a:blipFill rotWithShape="0">
                          <a:blip r:embed="rId3"/>
                          <a:stretch>
                            <a:fillRect l="-802404" t="-100000" r="-1442" b="-116981"/>
                          </a:stretch>
                        </a:blipFill>
                      </a:tcPr>
                    </a:tc>
                  </a:tr>
                  <a:tr h="640080">
                    <a:tc>
                      <a:txBody>
                        <a:bodyPr/>
                        <a:lstStyle/>
                        <a:p>
                          <a:pPr marL="0" marR="0" algn="ctr">
                            <a:lnSpc>
                              <a:spcPct val="100000"/>
                            </a:lnSpc>
                            <a:spcBef>
                              <a:spcPts val="0"/>
                            </a:spcBef>
                            <a:spcAft>
                              <a:spcPts val="0"/>
                            </a:spcAft>
                            <a:tabLst>
                              <a:tab pos="0" algn="l"/>
                              <a:tab pos="447675" algn="l"/>
                            </a:tabLst>
                          </a:pPr>
                          <a:r>
                            <a:rPr lang="en-US" sz="2800" b="1" dirty="0" smtClean="0">
                              <a:solidFill>
                                <a:srgbClr val="002060"/>
                              </a:solidFill>
                              <a:effectLst/>
                            </a:rPr>
                            <a:t>Regular players</a:t>
                          </a:r>
                          <a:endParaRPr lang="en-US" sz="2800" b="1"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179171" marR="179171" marT="0" marB="0" anchor="ctr"/>
                    </a:tc>
                    <a:tc>
                      <a:txBody>
                        <a:bodyPr/>
                        <a:lstStyle/>
                        <a:p>
                          <a:endParaRPr lang="en-US"/>
                        </a:p>
                      </a:txBody>
                      <a:tcPr marL="68580" marR="68580" marT="0" marB="0" anchor="ctr">
                        <a:blipFill rotWithShape="0">
                          <a:blip r:embed="rId3"/>
                          <a:stretch>
                            <a:fillRect l="-299522" t="-201905" r="-500000" b="-18095"/>
                          </a:stretch>
                        </a:blipFill>
                      </a:tcPr>
                    </a:tc>
                    <a:tc>
                      <a:txBody>
                        <a:bodyPr/>
                        <a:lstStyle/>
                        <a:p>
                          <a:endParaRPr lang="en-US"/>
                        </a:p>
                      </a:txBody>
                      <a:tcPr marL="68580" marR="68580" marT="0" marB="0" anchor="ctr">
                        <a:blipFill rotWithShape="0">
                          <a:blip r:embed="rId3"/>
                          <a:stretch>
                            <a:fillRect l="-401442" t="-201905" r="-402404" b="-18095"/>
                          </a:stretch>
                        </a:blipFill>
                      </a:tcPr>
                    </a:tc>
                    <a:tc>
                      <a:txBody>
                        <a:bodyPr/>
                        <a:lstStyle/>
                        <a:p>
                          <a:endParaRPr lang="en-US"/>
                        </a:p>
                      </a:txBody>
                      <a:tcPr marL="68580" marR="68580" marT="0" marB="0" anchor="ctr">
                        <a:blipFill rotWithShape="0">
                          <a:blip r:embed="rId3"/>
                          <a:stretch>
                            <a:fillRect l="-499043" t="-201905" r="-300478" b="-18095"/>
                          </a:stretch>
                        </a:blipFill>
                      </a:tcPr>
                    </a:tc>
                    <a:tc>
                      <a:txBody>
                        <a:bodyPr/>
                        <a:lstStyle/>
                        <a:p>
                          <a:endParaRPr lang="en-US"/>
                        </a:p>
                      </a:txBody>
                      <a:tcPr marL="68580" marR="68580" marT="0" marB="0" anchor="ctr">
                        <a:blipFill rotWithShape="0">
                          <a:blip r:embed="rId3"/>
                          <a:stretch>
                            <a:fillRect l="-601923" t="-201905" r="-201923" b="-18095"/>
                          </a:stretch>
                        </a:blipFill>
                      </a:tcPr>
                    </a:tc>
                    <a:tc>
                      <a:txBody>
                        <a:bodyPr/>
                        <a:lstStyle/>
                        <a:p>
                          <a:endParaRPr lang="en-US"/>
                        </a:p>
                      </a:txBody>
                      <a:tcPr marL="68580" marR="68580" marT="0" marB="0" anchor="ctr">
                        <a:blipFill rotWithShape="0">
                          <a:blip r:embed="rId3"/>
                          <a:stretch>
                            <a:fillRect l="-698565" t="-201905" r="-100957" b="-18095"/>
                          </a:stretch>
                        </a:blipFill>
                      </a:tcPr>
                    </a:tc>
                    <a:tc>
                      <a:txBody>
                        <a:bodyPr/>
                        <a:lstStyle/>
                        <a:p>
                          <a:endParaRPr lang="en-US"/>
                        </a:p>
                      </a:txBody>
                      <a:tcPr marL="68580" marR="68580" marT="0" marB="0" anchor="ctr">
                        <a:blipFill rotWithShape="0">
                          <a:blip r:embed="rId3"/>
                          <a:stretch>
                            <a:fillRect l="-802404" t="-201905" r="-1442" b="-18095"/>
                          </a:stretch>
                        </a:blipFill>
                      </a:tcPr>
                    </a:tc>
                  </a:tr>
                </a:tbl>
              </a:graphicData>
            </a:graphic>
          </p:graphicFrame>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8622B1E-44A3-44A2-B1C1-8D969737DA50}"/>
                  </a:ext>
                </a:extLst>
              </p:cNvPr>
              <p:cNvSpPr txBox="1"/>
              <p:nvPr/>
            </p:nvSpPr>
            <p:spPr>
              <a:xfrm>
                <a:off x="11562661" y="1787549"/>
                <a:ext cx="629339" cy="523220"/>
              </a:xfrm>
              <a:prstGeom prst="rect">
                <a:avLst/>
              </a:prstGeom>
              <a:noFill/>
            </p:spPr>
            <p:txBody>
              <a:bodyPr wrap="none" lIns="45720" tIns="45720" rIns="45720" bIns="45720" anchor="ctr" anchorCtr="1">
                <a:spAutoFit/>
              </a:bodyPr>
              <a:lstStyle/>
              <a:p>
                <a:pPr algn="ctr"/>
                <a14:m>
                  <m:oMath xmlns:m="http://schemas.openxmlformats.org/officeDocument/2006/math">
                    <m:r>
                      <a:rPr lang="en-US" sz="2800" b="1" i="1" smtClean="0">
                        <a:solidFill>
                          <a:srgbClr val="FF0000"/>
                        </a:solidFill>
                        <a:latin typeface="Cambria Math" panose="02040503050406030204" pitchFamily="18" charset="0"/>
                        <a:ea typeface="Cambria Math" panose="02040503050406030204" pitchFamily="18" charset="0"/>
                      </a:rPr>
                      <m:t>← </m:t>
                    </m:r>
                  </m:oMath>
                </a14:m>
                <a:r>
                  <a:rPr lang="en-US" sz="2800" b="1" dirty="0">
                    <a:solidFill>
                      <a:srgbClr val="FF0000"/>
                    </a:solidFill>
                    <a:latin typeface="+mj-lt"/>
                  </a:rPr>
                  <a:t>x</a:t>
                </a:r>
                <a:endParaRPr lang="en-IN" sz="2800" b="1" dirty="0">
                  <a:solidFill>
                    <a:srgbClr val="FF0000"/>
                  </a:solidFill>
                </a:endParaRPr>
              </a:p>
            </p:txBody>
          </p:sp>
        </mc:Choice>
        <mc:Fallback xmlns="">
          <p:sp>
            <p:nvSpPr>
              <p:cNvPr id="7" name="TextBox 6">
                <a:extLst>
                  <a:ext uri="{FF2B5EF4-FFF2-40B4-BE49-F238E27FC236}">
                    <a16:creationId xmlns:a16="http://schemas.microsoft.com/office/drawing/2014/main" xmlns=""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11562661" y="1787549"/>
                <a:ext cx="629339" cy="523220"/>
              </a:xfrm>
              <a:prstGeom prst="rect">
                <a:avLst/>
              </a:prstGeom>
              <a:blipFill rotWithShape="0">
                <a:blip r:embed="rId4"/>
                <a:stretch>
                  <a:fillRect t="-11628" r="-27184" b="-325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8622B1E-44A3-44A2-B1C1-8D969737DA50}"/>
                  </a:ext>
                </a:extLst>
              </p:cNvPr>
              <p:cNvSpPr txBox="1"/>
              <p:nvPr/>
            </p:nvSpPr>
            <p:spPr>
              <a:xfrm>
                <a:off x="11559456" y="3083124"/>
                <a:ext cx="632544" cy="523220"/>
              </a:xfrm>
              <a:prstGeom prst="rect">
                <a:avLst/>
              </a:prstGeom>
              <a:noFill/>
            </p:spPr>
            <p:txBody>
              <a:bodyPr wrap="none" lIns="45720" tIns="45720" rIns="45720" bIns="45720" anchor="ctr" anchorCtr="1">
                <a:spAutoFit/>
              </a:bodyPr>
              <a:lstStyle/>
              <a:p>
                <a:pPr algn="ctr"/>
                <a14:m>
                  <m:oMath xmlns:m="http://schemas.openxmlformats.org/officeDocument/2006/math">
                    <m:r>
                      <a:rPr lang="en-US" sz="2800" b="1" i="1" smtClean="0">
                        <a:solidFill>
                          <a:srgbClr val="FF0000"/>
                        </a:solidFill>
                        <a:latin typeface="Cambria Math" panose="02040503050406030204" pitchFamily="18" charset="0"/>
                        <a:ea typeface="Cambria Math" panose="02040503050406030204" pitchFamily="18" charset="0"/>
                      </a:rPr>
                      <m:t>←</m:t>
                    </m:r>
                    <m:r>
                      <a:rPr lang="en-US" sz="2800" b="1" i="1">
                        <a:solidFill>
                          <a:srgbClr val="FF0000"/>
                        </a:solidFill>
                        <a:latin typeface="Cambria Math" panose="02040503050406030204" pitchFamily="18" charset="0"/>
                        <a:ea typeface="Cambria Math" panose="02040503050406030204" pitchFamily="18" charset="0"/>
                      </a:rPr>
                      <m:t> </m:t>
                    </m:r>
                  </m:oMath>
                </a14:m>
                <a:r>
                  <a:rPr lang="en-US" sz="2800" b="1" dirty="0">
                    <a:solidFill>
                      <a:srgbClr val="FF0000"/>
                    </a:solidFill>
                    <a:latin typeface="+mj-lt"/>
                  </a:rPr>
                  <a:t>y</a:t>
                </a:r>
                <a:endParaRPr lang="en-IN" sz="2800" b="1" dirty="0">
                  <a:solidFill>
                    <a:srgbClr val="FF0000"/>
                  </a:solidFill>
                </a:endParaRPr>
              </a:p>
            </p:txBody>
          </p:sp>
        </mc:Choice>
        <mc:Fallback xmlns="">
          <p:sp>
            <p:nvSpPr>
              <p:cNvPr id="8" name="TextBox 7">
                <a:extLst>
                  <a:ext uri="{FF2B5EF4-FFF2-40B4-BE49-F238E27FC236}">
                    <a16:creationId xmlns:a16="http://schemas.microsoft.com/office/drawing/2014/main" xmlns=""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11559456" y="3083124"/>
                <a:ext cx="632544" cy="523220"/>
              </a:xfrm>
              <a:prstGeom prst="rect">
                <a:avLst/>
              </a:prstGeom>
              <a:blipFill rotWithShape="0">
                <a:blip r:embed="rId5"/>
                <a:stretch>
                  <a:fillRect t="-11628" r="-25962"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1625597" y="3981064"/>
                <a:ext cx="8874545" cy="2576988"/>
              </a:xfrm>
              <a:prstGeom prst="rect">
                <a:avLst/>
              </a:prstGeom>
            </p:spPr>
            <p:txBody>
              <a:bodyPr wrap="none">
                <a:spAutoFit/>
              </a:bodyPr>
              <a:lstStyle/>
              <a:p>
                <a:pPr marL="514350" lvl="0" indent="-514350" algn="just">
                  <a:buClr>
                    <a:srgbClr val="B84742"/>
                  </a:buClr>
                  <a:buFont typeface="+mj-lt"/>
                  <a:buAutoNum type="arabicParenR"/>
                </a:pPr>
                <a:r>
                  <a:rPr lang="en-US" sz="2500" dirty="0">
                    <a:solidFill>
                      <a:srgbClr val="002060"/>
                    </a:solidFill>
                  </a:rPr>
                  <a:t>Prepare the </a:t>
                </a:r>
                <a:r>
                  <a:rPr lang="en-US" sz="2500" dirty="0">
                    <a:solidFill>
                      <a:srgbClr val="FF0000"/>
                    </a:solidFill>
                  </a:rPr>
                  <a:t>table</a:t>
                </a:r>
                <a:r>
                  <a:rPr lang="en-US" sz="2500" dirty="0">
                    <a:solidFill>
                      <a:srgbClr val="002060"/>
                    </a:solidFill>
                  </a:rPr>
                  <a:t> with 5 columns using the given values of </a:t>
                </a:r>
                <a14:m>
                  <m:oMath xmlns:m="http://schemas.openxmlformats.org/officeDocument/2006/math">
                    <m:r>
                      <m:rPr>
                        <m:sty m:val="p"/>
                      </m:rPr>
                      <a:rPr lang="en-US" sz="2500" dirty="0">
                        <a:solidFill>
                          <a:srgbClr val="002060"/>
                        </a:solidFill>
                        <a:latin typeface="Cambria Math" panose="02040503050406030204" pitchFamily="18" charset="0"/>
                      </a:rPr>
                      <m:t>x</m:t>
                    </m:r>
                  </m:oMath>
                </a14:m>
                <a:r>
                  <a:rPr lang="en-US" sz="2500" dirty="0">
                    <a:solidFill>
                      <a:srgbClr val="002060"/>
                    </a:solidFill>
                  </a:rPr>
                  <a:t> &amp; </a:t>
                </a:r>
                <a14:m>
                  <m:oMath xmlns:m="http://schemas.openxmlformats.org/officeDocument/2006/math">
                    <m:r>
                      <m:rPr>
                        <m:sty m:val="p"/>
                      </m:rPr>
                      <a:rPr lang="en-US" sz="2500" dirty="0">
                        <a:solidFill>
                          <a:srgbClr val="002060"/>
                        </a:solidFill>
                        <a:latin typeface="Cambria Math" panose="02040503050406030204" pitchFamily="18" charset="0"/>
                      </a:rPr>
                      <m:t>y</m:t>
                    </m:r>
                  </m:oMath>
                </a14:m>
                <a:r>
                  <a:rPr lang="en-US" sz="2500" dirty="0">
                    <a:solidFill>
                      <a:srgbClr val="002060"/>
                    </a:solidFill>
                  </a:rPr>
                  <a:t>.</a:t>
                </a:r>
                <a:endParaRPr lang="en-US" sz="2500" dirty="0">
                  <a:solidFill>
                    <a:srgbClr val="FF0000"/>
                  </a:solidFill>
                </a:endParaRPr>
              </a:p>
              <a:p>
                <a:pPr marL="514350" lvl="0" indent="-514350" algn="just">
                  <a:lnSpc>
                    <a:spcPct val="140000"/>
                  </a:lnSpc>
                  <a:buClr>
                    <a:srgbClr val="B84742"/>
                  </a:buClr>
                  <a:buFont typeface="+mj-lt"/>
                  <a:buAutoNum type="arabicParenR"/>
                </a:pPr>
                <a:r>
                  <a:rPr lang="en-US" sz="2500" dirty="0">
                    <a:solidFill>
                      <a:srgbClr val="FF0000"/>
                    </a:solidFill>
                  </a:rPr>
                  <a:t>Store</a:t>
                </a:r>
                <a:r>
                  <a:rPr lang="en-US" sz="2500" dirty="0">
                    <a:solidFill>
                      <a:srgbClr val="002060"/>
                    </a:solidFill>
                  </a:rPr>
                  <a:t> the </a:t>
                </a:r>
                <a:r>
                  <a:rPr lang="en-US" sz="2500" dirty="0">
                    <a:solidFill>
                      <a:srgbClr val="FF0000"/>
                    </a:solidFill>
                  </a:rPr>
                  <a:t>given</a:t>
                </a:r>
                <a:r>
                  <a:rPr lang="en-US" sz="2500" dirty="0">
                    <a:solidFill>
                      <a:srgbClr val="002060"/>
                    </a:solidFill>
                  </a:rPr>
                  <a:t> data in the scientific calculator(fx-82MS).</a:t>
                </a:r>
              </a:p>
              <a:p>
                <a:pPr marL="514350" lvl="0" indent="-514350" algn="just">
                  <a:lnSpc>
                    <a:spcPct val="140000"/>
                  </a:lnSpc>
                  <a:buClr>
                    <a:srgbClr val="B84742"/>
                  </a:buClr>
                  <a:buFont typeface="+mj-lt"/>
                  <a:buAutoNum type="arabicParenR"/>
                </a:pPr>
                <a:r>
                  <a:rPr lang="en-US" sz="2500" dirty="0">
                    <a:solidFill>
                      <a:srgbClr val="FF0000"/>
                    </a:solidFill>
                  </a:rPr>
                  <a:t>Find</a:t>
                </a:r>
                <a:r>
                  <a:rPr lang="en-US" sz="2500" dirty="0">
                    <a:solidFill>
                      <a:srgbClr val="002060"/>
                    </a:solidFill>
                  </a:rPr>
                  <a:t> the values of </a:t>
                </a:r>
                <a:r>
                  <a:rPr lang="en-US" sz="2500" dirty="0">
                    <a:solidFill>
                      <a:srgbClr val="FF0000"/>
                    </a:solidFill>
                  </a:rPr>
                  <a:t>last row</a:t>
                </a:r>
                <a:r>
                  <a:rPr lang="en-US" sz="2500" dirty="0">
                    <a:solidFill>
                      <a:srgbClr val="002060"/>
                    </a:solidFill>
                  </a:rPr>
                  <a:t> from the calculator.</a:t>
                </a:r>
              </a:p>
              <a:p>
                <a:pPr marL="514350" lvl="0" indent="-514350" algn="just">
                  <a:lnSpc>
                    <a:spcPct val="140000"/>
                  </a:lnSpc>
                  <a:buClr>
                    <a:srgbClr val="B84742"/>
                  </a:buClr>
                  <a:buFont typeface="+mj-lt"/>
                  <a:buAutoNum type="arabicParenR"/>
                </a:pPr>
                <a:r>
                  <a:rPr lang="en-US" sz="2500" dirty="0">
                    <a:solidFill>
                      <a:srgbClr val="FF0000"/>
                    </a:solidFill>
                  </a:rPr>
                  <a:t>Write</a:t>
                </a:r>
                <a:r>
                  <a:rPr lang="en-US" sz="2500" dirty="0">
                    <a:solidFill>
                      <a:srgbClr val="002060"/>
                    </a:solidFill>
                  </a:rPr>
                  <a:t> the formula and substitute all the values in the </a:t>
                </a:r>
                <a:r>
                  <a:rPr lang="en-US" sz="2500" dirty="0">
                    <a:solidFill>
                      <a:srgbClr val="FF0000"/>
                    </a:solidFill>
                  </a:rPr>
                  <a:t>formula</a:t>
                </a:r>
                <a:r>
                  <a:rPr lang="en-US" sz="2500" dirty="0">
                    <a:solidFill>
                      <a:srgbClr val="002060"/>
                    </a:solidFill>
                  </a:rPr>
                  <a:t>.</a:t>
                </a:r>
              </a:p>
              <a:p>
                <a:pPr marL="514350" lvl="0" indent="-514350" algn="just">
                  <a:lnSpc>
                    <a:spcPct val="140000"/>
                  </a:lnSpc>
                  <a:buClr>
                    <a:srgbClr val="B84742"/>
                  </a:buClr>
                  <a:buFont typeface="+mj-lt"/>
                  <a:buAutoNum type="arabicParenR"/>
                </a:pPr>
                <a:r>
                  <a:rPr lang="en-US" sz="2500" dirty="0">
                    <a:solidFill>
                      <a:srgbClr val="FF0000"/>
                    </a:solidFill>
                  </a:rPr>
                  <a:t>Find</a:t>
                </a:r>
                <a:r>
                  <a:rPr lang="en-US" sz="2500" dirty="0">
                    <a:solidFill>
                      <a:srgbClr val="002060"/>
                    </a:solidFill>
                  </a:rPr>
                  <a:t> the value of </a:t>
                </a:r>
                <a14:m>
                  <m:oMath xmlns:m="http://schemas.openxmlformats.org/officeDocument/2006/math">
                    <m:r>
                      <m:rPr>
                        <m:sty m:val="p"/>
                      </m:rPr>
                      <a:rPr lang="en-US" sz="2500" dirty="0">
                        <a:solidFill>
                          <a:srgbClr val="FF0000"/>
                        </a:solidFill>
                        <a:latin typeface="Cambria Math" panose="02040503050406030204" pitchFamily="18" charset="0"/>
                      </a:rPr>
                      <m:t>r</m:t>
                    </m:r>
                  </m:oMath>
                </a14:m>
                <a:r>
                  <a:rPr lang="en-US" sz="2500" dirty="0">
                    <a:solidFill>
                      <a:srgbClr val="002060"/>
                    </a:solidFill>
                  </a:rPr>
                  <a:t> from the calculator.</a:t>
                </a:r>
              </a:p>
            </p:txBody>
          </p:sp>
        </mc:Choice>
        <mc:Fallback xmlns="">
          <p:sp>
            <p:nvSpPr>
              <p:cNvPr id="9" name="Rectangle 8"/>
              <p:cNvSpPr>
                <a:spLocks noRot="1" noChangeAspect="1" noMove="1" noResize="1" noEditPoints="1" noAdjustHandles="1" noChangeArrowheads="1" noChangeShapeType="1" noTextEdit="1"/>
              </p:cNvSpPr>
              <p:nvPr/>
            </p:nvSpPr>
            <p:spPr>
              <a:xfrm>
                <a:off x="1625597" y="3981064"/>
                <a:ext cx="8874545" cy="2576988"/>
              </a:xfrm>
              <a:prstGeom prst="rect">
                <a:avLst/>
              </a:prstGeom>
              <a:blipFill rotWithShape="0">
                <a:blip r:embed="rId9"/>
                <a:stretch>
                  <a:fillRect l="-1168" t="-1891" r="-137" b="-4728"/>
                </a:stretch>
              </a:blipFill>
            </p:spPr>
            <p:txBody>
              <a:bodyPr/>
              <a:lstStyle/>
              <a:p>
                <a:r>
                  <a:rPr lang="en-US">
                    <a:noFill/>
                  </a:rPr>
                  <a:t> </a:t>
                </a:r>
              </a:p>
            </p:txBody>
          </p:sp>
        </mc:Fallback>
      </mc:AlternateContent>
    </p:spTree>
    <p:extLst>
      <p:ext uri="{BB962C8B-B14F-4D97-AF65-F5344CB8AC3E}">
        <p14:creationId xmlns:p14="http://schemas.microsoft.com/office/powerpoint/2010/main" val="1037525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50" grpId="0" animBg="1"/>
      <p:bldP spid="7" grpId="0"/>
      <p:bldP spid="8" grpId="0"/>
      <p:bldP spid="9"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1 ⇝ Example 2(</a:t>
            </a:r>
            <a:r>
              <a:rPr lang="en-GB" dirty="0">
                <a:solidFill>
                  <a:srgbClr val="FF0000"/>
                </a:solidFill>
              </a:rPr>
              <a:t>Continue</a:t>
            </a:r>
            <a:r>
              <a:rPr lang="en-GB" dirty="0"/>
              <a:t>)</a:t>
            </a:r>
            <a:endParaRPr lang="en-US" dirty="0"/>
          </a:p>
        </p:txBody>
      </p:sp>
      <mc:AlternateContent xmlns:mc="http://schemas.openxmlformats.org/markup-compatibility/2006" xmlns:a14="http://schemas.microsoft.com/office/drawing/2010/main">
        <mc:Choice Requires="a14">
          <p:graphicFrame>
            <p:nvGraphicFramePr>
              <p:cNvPr id="6" name="Table 5"/>
              <p:cNvGraphicFramePr>
                <a:graphicFrameLocks noGrp="1"/>
              </p:cNvGraphicFramePr>
              <p:nvPr>
                <p:extLst>
                  <p:ext uri="{D42A27DB-BD31-4B8C-83A1-F6EECF244321}">
                    <p14:modId xmlns:p14="http://schemas.microsoft.com/office/powerpoint/2010/main" val="3966323448"/>
                  </p:ext>
                </p:extLst>
              </p:nvPr>
            </p:nvGraphicFramePr>
            <p:xfrm>
              <a:off x="152400" y="818368"/>
              <a:ext cx="11887200" cy="5669280"/>
            </p:xfrm>
            <a:graphic>
              <a:graphicData uri="http://schemas.openxmlformats.org/drawingml/2006/table">
                <a:tbl>
                  <a:tblPr firstRow="1" bandRow="1">
                    <a:tableStyleId>{93296810-A885-4BE3-A3E7-6D5BEEA58F35}</a:tableStyleId>
                  </a:tblPr>
                  <a:tblGrid>
                    <a:gridCol w="23774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gridCol w="2377440">
                      <a:extLst>
                        <a:ext uri="{9D8B030D-6E8A-4147-A177-3AD203B41FA5}">
                          <a16:colId xmlns:a16="http://schemas.microsoft.com/office/drawing/2014/main" val="20004"/>
                        </a:ext>
                      </a:extLst>
                    </a:gridCol>
                  </a:tblGrid>
                  <a:tr h="640080">
                    <a:tc>
                      <a:txBody>
                        <a:bodyPr/>
                        <a:lstStyle/>
                        <a:p>
                          <a:pPr/>
                          <a14:m>
                            <m:oMathPara xmlns:m="http://schemas.openxmlformats.org/officeDocument/2006/math">
                              <m:oMathParaPr>
                                <m:jc m:val="centerGroup"/>
                              </m:oMathParaPr>
                              <m:oMath xmlns:m="http://schemas.openxmlformats.org/officeDocument/2006/math">
                                <m:r>
                                  <a:rPr lang="en-US" sz="2800" b="1" i="0" dirty="0" smtClean="0">
                                    <a:solidFill>
                                      <a:schemeClr val="bg1"/>
                                    </a:solidFill>
                                    <a:latin typeface="Cambria Math" panose="02040503050406030204" pitchFamily="18" charset="0"/>
                                  </a:rPr>
                                  <m:t>𝐱</m:t>
                                </m:r>
                              </m:oMath>
                            </m:oMathPara>
                          </a14:m>
                          <a:endParaRPr lang="en-US" sz="2800" b="1" dirty="0">
                            <a:solidFill>
                              <a:schemeClr val="bg1"/>
                            </a:solidFill>
                          </a:endParaRPr>
                        </a:p>
                      </a:txBody>
                      <a:tcPr anchor="ctr"/>
                    </a:tc>
                    <a:tc>
                      <a:txBody>
                        <a:bodyPr/>
                        <a:lstStyle/>
                        <a:p>
                          <a:pPr/>
                          <a14:m>
                            <m:oMathPara xmlns:m="http://schemas.openxmlformats.org/officeDocument/2006/math">
                              <m:oMathParaPr>
                                <m:jc m:val="centerGroup"/>
                              </m:oMathParaPr>
                              <m:oMath xmlns:m="http://schemas.openxmlformats.org/officeDocument/2006/math">
                                <m:r>
                                  <a:rPr lang="en-US" sz="2800" b="1" i="0" dirty="0" smtClean="0">
                                    <a:solidFill>
                                      <a:schemeClr val="bg1"/>
                                    </a:solidFill>
                                    <a:latin typeface="Cambria Math" panose="02040503050406030204" pitchFamily="18" charset="0"/>
                                  </a:rPr>
                                  <m:t>𝐲</m:t>
                                </m:r>
                              </m:oMath>
                            </m:oMathPara>
                          </a14:m>
                          <a:endParaRPr lang="en-US" sz="2800" b="1" dirty="0">
                            <a:solidFill>
                              <a:schemeClr val="bg1"/>
                            </a:solidFill>
                          </a:endParaRPr>
                        </a:p>
                      </a:txBody>
                      <a:tcPr anchor="ctr"/>
                    </a:tc>
                    <a:tc>
                      <a:txBody>
                        <a:bodyPr/>
                        <a:lstStyle/>
                        <a:p>
                          <a:pPr/>
                          <a14:m>
                            <m:oMathPara xmlns:m="http://schemas.openxmlformats.org/officeDocument/2006/math">
                              <m:oMathParaPr>
                                <m:jc m:val="centerGroup"/>
                              </m:oMathParaPr>
                              <m:oMath xmlns:m="http://schemas.openxmlformats.org/officeDocument/2006/math">
                                <m:sSup>
                                  <m:sSupPr>
                                    <m:ctrlPr>
                                      <a:rPr lang="en-US" sz="2800" b="1" i="1" dirty="0" smtClean="0">
                                        <a:solidFill>
                                          <a:schemeClr val="bg1"/>
                                        </a:solidFill>
                                        <a:latin typeface="Cambria Math" panose="02040503050406030204" pitchFamily="18" charset="0"/>
                                      </a:rPr>
                                    </m:ctrlPr>
                                  </m:sSupPr>
                                  <m:e>
                                    <m:r>
                                      <a:rPr lang="en-US" sz="2800" b="1" i="0" dirty="0" smtClean="0">
                                        <a:solidFill>
                                          <a:schemeClr val="bg1"/>
                                        </a:solidFill>
                                        <a:latin typeface="Cambria Math" panose="02040503050406030204" pitchFamily="18" charset="0"/>
                                      </a:rPr>
                                      <m:t>𝐱</m:t>
                                    </m:r>
                                  </m:e>
                                  <m:sup>
                                    <m:r>
                                      <a:rPr lang="en-US" sz="2800" b="1" i="0" dirty="0" smtClean="0">
                                        <a:solidFill>
                                          <a:schemeClr val="bg1"/>
                                        </a:solidFill>
                                        <a:latin typeface="Cambria Math" panose="02040503050406030204" pitchFamily="18" charset="0"/>
                                      </a:rPr>
                                      <m:t>𝟐</m:t>
                                    </m:r>
                                  </m:sup>
                                </m:sSup>
                              </m:oMath>
                            </m:oMathPara>
                          </a14:m>
                          <a:endParaRPr lang="en-US" sz="2800" b="1" dirty="0">
                            <a:solidFill>
                              <a:schemeClr val="bg1"/>
                            </a:solidFill>
                          </a:endParaRPr>
                        </a:p>
                      </a:txBody>
                      <a:tcPr anchor="ctr"/>
                    </a:tc>
                    <a:tc>
                      <a:txBody>
                        <a:bodyPr/>
                        <a:lstStyle/>
                        <a:p>
                          <a:pPr/>
                          <a14:m>
                            <m:oMathPara xmlns:m="http://schemas.openxmlformats.org/officeDocument/2006/math">
                              <m:oMathParaPr>
                                <m:jc m:val="centerGroup"/>
                              </m:oMathParaPr>
                              <m:oMath xmlns:m="http://schemas.openxmlformats.org/officeDocument/2006/math">
                                <m:sSup>
                                  <m:sSupPr>
                                    <m:ctrlPr>
                                      <a:rPr lang="en-US" sz="2800" b="1" i="1" dirty="0" smtClean="0">
                                        <a:solidFill>
                                          <a:schemeClr val="bg1"/>
                                        </a:solidFill>
                                        <a:latin typeface="Cambria Math" panose="02040503050406030204" pitchFamily="18" charset="0"/>
                                      </a:rPr>
                                    </m:ctrlPr>
                                  </m:sSupPr>
                                  <m:e>
                                    <m:r>
                                      <a:rPr lang="en-US" sz="2800" b="1" i="0" dirty="0" smtClean="0">
                                        <a:solidFill>
                                          <a:schemeClr val="bg1"/>
                                        </a:solidFill>
                                        <a:latin typeface="Cambria Math" panose="02040503050406030204" pitchFamily="18" charset="0"/>
                                      </a:rPr>
                                      <m:t>𝐲</m:t>
                                    </m:r>
                                  </m:e>
                                  <m:sup>
                                    <m:r>
                                      <a:rPr lang="en-US" sz="2800" b="1" i="0" dirty="0" smtClean="0">
                                        <a:solidFill>
                                          <a:schemeClr val="bg1"/>
                                        </a:solidFill>
                                        <a:latin typeface="Cambria Math" panose="02040503050406030204" pitchFamily="18" charset="0"/>
                                      </a:rPr>
                                      <m:t>𝟐</m:t>
                                    </m:r>
                                  </m:sup>
                                </m:sSup>
                              </m:oMath>
                            </m:oMathPara>
                          </a14:m>
                          <a:endParaRPr lang="en-US" sz="2800" b="1" dirty="0">
                            <a:solidFill>
                              <a:schemeClr val="bg1"/>
                            </a:solidFill>
                          </a:endParaRPr>
                        </a:p>
                      </a:txBody>
                      <a:tcPr anchor="ctr"/>
                    </a:tc>
                    <a:tc>
                      <a:txBody>
                        <a:bodyPr/>
                        <a:lstStyle/>
                        <a:p>
                          <a:pPr/>
                          <a14:m>
                            <m:oMathPara xmlns:m="http://schemas.openxmlformats.org/officeDocument/2006/math">
                              <m:oMathParaPr>
                                <m:jc m:val="centerGroup"/>
                              </m:oMathParaPr>
                              <m:oMath xmlns:m="http://schemas.openxmlformats.org/officeDocument/2006/math">
                                <m:r>
                                  <a:rPr lang="en-US" sz="2800" b="1" i="0" dirty="0" smtClean="0">
                                    <a:solidFill>
                                      <a:schemeClr val="bg1"/>
                                    </a:solidFill>
                                    <a:latin typeface="Cambria Math" panose="02040503050406030204" pitchFamily="18" charset="0"/>
                                  </a:rPr>
                                  <m:t>𝐱𝐲</m:t>
                                </m:r>
                              </m:oMath>
                            </m:oMathPara>
                          </a14:m>
                          <a:endParaRPr lang="en-US" sz="2800" b="1" dirty="0">
                            <a:solidFill>
                              <a:schemeClr val="bg1"/>
                            </a:solidFill>
                          </a:endParaRPr>
                        </a:p>
                      </a:txBody>
                      <a:tcPr anchor="ctr"/>
                    </a:tc>
                    <a:extLst>
                      <a:ext uri="{0D108BD9-81ED-4DB2-BD59-A6C34878D82A}">
                        <a16:rowId xmlns:a16="http://schemas.microsoft.com/office/drawing/2014/main" val="10000"/>
                      </a:ext>
                    </a:extLst>
                  </a:tr>
                  <a:tr h="640080">
                    <a:tc>
                      <a:txBody>
                        <a:bodyPr/>
                        <a:lstStyle/>
                        <a:p>
                          <a:pPr algn="ctr"/>
                          <a:r>
                            <a:rPr lang="en-US" sz="2800" b="0" dirty="0">
                              <a:solidFill>
                                <a:srgbClr val="002060"/>
                              </a:solidFill>
                            </a:rPr>
                            <a:t>20</a:t>
                          </a:r>
                        </a:p>
                      </a:txBody>
                      <a:tcPr anchor="ctr"/>
                    </a:tc>
                    <a:tc>
                      <a:txBody>
                        <a:bodyPr/>
                        <a:lstStyle/>
                        <a:p>
                          <a:pPr algn="ctr"/>
                          <a:r>
                            <a:rPr lang="en-US" sz="2800" b="0" dirty="0">
                              <a:solidFill>
                                <a:srgbClr val="002060"/>
                              </a:solidFill>
                            </a:rPr>
                            <a:t>400</a:t>
                          </a: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1"/>
                      </a:ext>
                    </a:extLst>
                  </a:tr>
                  <a:tr h="640080">
                    <a:tc>
                      <a:txBody>
                        <a:bodyPr/>
                        <a:lstStyle/>
                        <a:p>
                          <a:pPr algn="ctr"/>
                          <a:r>
                            <a:rPr lang="en-US" sz="2800" b="0" dirty="0">
                              <a:solidFill>
                                <a:srgbClr val="002060"/>
                              </a:solidFill>
                            </a:rPr>
                            <a:t>21</a:t>
                          </a:r>
                        </a:p>
                      </a:txBody>
                      <a:tcPr anchor="ctr"/>
                    </a:tc>
                    <a:tc>
                      <a:txBody>
                        <a:bodyPr/>
                        <a:lstStyle/>
                        <a:p>
                          <a:pPr algn="ctr"/>
                          <a:r>
                            <a:rPr lang="en-US" sz="2800" b="0" dirty="0">
                              <a:solidFill>
                                <a:srgbClr val="002060"/>
                              </a:solidFill>
                            </a:rPr>
                            <a:t>300</a:t>
                          </a: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2"/>
                      </a:ext>
                    </a:extLst>
                  </a:tr>
                  <a:tr h="640080">
                    <a:tc>
                      <a:txBody>
                        <a:bodyPr/>
                        <a:lstStyle/>
                        <a:p>
                          <a:pPr algn="ctr"/>
                          <a:r>
                            <a:rPr lang="en-US" sz="2800" b="0" dirty="0">
                              <a:solidFill>
                                <a:srgbClr val="002060"/>
                              </a:solidFill>
                            </a:rPr>
                            <a:t>22</a:t>
                          </a:r>
                        </a:p>
                      </a:txBody>
                      <a:tcPr anchor="ctr"/>
                    </a:tc>
                    <a:tc>
                      <a:txBody>
                        <a:bodyPr/>
                        <a:lstStyle/>
                        <a:p>
                          <a:pPr algn="ctr"/>
                          <a:r>
                            <a:rPr lang="en-US" sz="2800" b="0" dirty="0">
                              <a:solidFill>
                                <a:srgbClr val="002060"/>
                              </a:solidFill>
                            </a:rPr>
                            <a:t>180</a:t>
                          </a: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3"/>
                      </a:ext>
                    </a:extLst>
                  </a:tr>
                  <a:tr h="640080">
                    <a:tc>
                      <a:txBody>
                        <a:bodyPr/>
                        <a:lstStyle/>
                        <a:p>
                          <a:pPr algn="ctr"/>
                          <a:r>
                            <a:rPr lang="en-US" sz="2800" b="0" dirty="0">
                              <a:solidFill>
                                <a:srgbClr val="002060"/>
                              </a:solidFill>
                            </a:rPr>
                            <a:t>23</a:t>
                          </a:r>
                        </a:p>
                      </a:txBody>
                      <a:tcPr anchor="ctr"/>
                    </a:tc>
                    <a:tc>
                      <a:txBody>
                        <a:bodyPr/>
                        <a:lstStyle/>
                        <a:p>
                          <a:pPr algn="ctr"/>
                          <a:r>
                            <a:rPr lang="en-US" sz="2800" b="0" dirty="0">
                              <a:solidFill>
                                <a:srgbClr val="002060"/>
                              </a:solidFill>
                            </a:rPr>
                            <a:t>96</a:t>
                          </a: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4"/>
                      </a:ext>
                    </a:extLst>
                  </a:tr>
                  <a:tr h="640080">
                    <a:tc>
                      <a:txBody>
                        <a:bodyPr/>
                        <a:lstStyle/>
                        <a:p>
                          <a:pPr algn="ctr"/>
                          <a:r>
                            <a:rPr lang="en-US" sz="2800" b="0" dirty="0">
                              <a:solidFill>
                                <a:srgbClr val="002060"/>
                              </a:solidFill>
                            </a:rPr>
                            <a:t>24</a:t>
                          </a:r>
                        </a:p>
                      </a:txBody>
                      <a:tcPr anchor="ctr"/>
                    </a:tc>
                    <a:tc>
                      <a:txBody>
                        <a:bodyPr/>
                        <a:lstStyle/>
                        <a:p>
                          <a:pPr algn="ctr"/>
                          <a:r>
                            <a:rPr lang="en-US" sz="2800" b="0" dirty="0">
                              <a:solidFill>
                                <a:srgbClr val="002060"/>
                              </a:solidFill>
                            </a:rPr>
                            <a:t>60</a:t>
                          </a: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5"/>
                      </a:ext>
                    </a:extLst>
                  </a:tr>
                  <a:tr h="640080">
                    <a:tc>
                      <a:txBody>
                        <a:bodyPr/>
                        <a:lstStyle/>
                        <a:p>
                          <a:pPr algn="ctr"/>
                          <a:r>
                            <a:rPr lang="en-US" sz="2800" b="0" dirty="0">
                              <a:solidFill>
                                <a:srgbClr val="002060"/>
                              </a:solidFill>
                            </a:rPr>
                            <a:t>25</a:t>
                          </a:r>
                        </a:p>
                      </a:txBody>
                      <a:tcPr anchor="ctr"/>
                    </a:tc>
                    <a:tc>
                      <a:txBody>
                        <a:bodyPr/>
                        <a:lstStyle/>
                        <a:p>
                          <a:pPr algn="ctr"/>
                          <a:r>
                            <a:rPr lang="en-US" sz="2800" b="0" dirty="0">
                              <a:solidFill>
                                <a:srgbClr val="002060"/>
                              </a:solidFill>
                            </a:rPr>
                            <a:t>24</a:t>
                          </a: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6"/>
                      </a:ext>
                    </a:extLst>
                  </a:tr>
                  <a:tr h="118872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IN" sz="2500" b="1" i="1" dirty="0">
                            <a:solidFill>
                              <a:schemeClr val="bg1"/>
                            </a:solidFill>
                          </a:endParaRPr>
                        </a:p>
                      </a:txBody>
                      <a:tcPr anchor="ctr">
                        <a:solidFill>
                          <a:srgbClr val="B8474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IN" sz="2500" b="1" dirty="0">
                            <a:solidFill>
                              <a:schemeClr val="bg1"/>
                            </a:solidFill>
                          </a:endParaRPr>
                        </a:p>
                      </a:txBody>
                      <a:tcPr anchor="ctr">
                        <a:solidFill>
                          <a:srgbClr val="B8474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IN" sz="2500" b="1" dirty="0">
                            <a:solidFill>
                              <a:schemeClr val="bg1"/>
                            </a:solidFill>
                          </a:endParaRPr>
                        </a:p>
                      </a:txBody>
                      <a:tcPr anchor="ctr">
                        <a:solidFill>
                          <a:srgbClr val="B8474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IN" sz="2500" b="1" dirty="0">
                            <a:solidFill>
                              <a:schemeClr val="bg1"/>
                            </a:solidFill>
                          </a:endParaRPr>
                        </a:p>
                      </a:txBody>
                      <a:tcPr anchor="ctr">
                        <a:solidFill>
                          <a:srgbClr val="B8474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IN" sz="2500" b="1" dirty="0">
                            <a:solidFill>
                              <a:schemeClr val="bg1"/>
                            </a:solidFill>
                          </a:endParaRPr>
                        </a:p>
                      </a:txBody>
                      <a:tcPr anchor="ctr">
                        <a:solidFill>
                          <a:srgbClr val="B84742"/>
                        </a:solidFill>
                      </a:tcPr>
                    </a:tc>
                    <a:extLst>
                      <a:ext uri="{0D108BD9-81ED-4DB2-BD59-A6C34878D82A}">
                        <a16:rowId xmlns:a16="http://schemas.microsoft.com/office/drawing/2014/main" val="10007"/>
                      </a:ext>
                    </a:extLst>
                  </a:tr>
                </a:tbl>
              </a:graphicData>
            </a:graphic>
          </p:graphicFrame>
        </mc:Choice>
        <mc:Fallback xmlns="">
          <p:graphicFrame>
            <p:nvGraphicFramePr>
              <p:cNvPr id="6" name="Table 5"/>
              <p:cNvGraphicFramePr>
                <a:graphicFrameLocks noGrp="1"/>
              </p:cNvGraphicFramePr>
              <p:nvPr>
                <p:extLst>
                  <p:ext uri="{D42A27DB-BD31-4B8C-83A1-F6EECF244321}">
                    <p14:modId xmlns:p14="http://schemas.microsoft.com/office/powerpoint/2010/main" val="3966323448"/>
                  </p:ext>
                </p:extLst>
              </p:nvPr>
            </p:nvGraphicFramePr>
            <p:xfrm>
              <a:off x="152400" y="818368"/>
              <a:ext cx="11887200" cy="5669280"/>
            </p:xfrm>
            <a:graphic>
              <a:graphicData uri="http://schemas.openxmlformats.org/drawingml/2006/table">
                <a:tbl>
                  <a:tblPr firstRow="1" bandRow="1">
                    <a:tableStyleId>{93296810-A885-4BE3-A3E7-6D5BEEA58F35}</a:tableStyleId>
                  </a:tblPr>
                  <a:tblGrid>
                    <a:gridCol w="2377440"/>
                    <a:gridCol w="2377440"/>
                    <a:gridCol w="2377440"/>
                    <a:gridCol w="2377440"/>
                    <a:gridCol w="2377440"/>
                  </a:tblGrid>
                  <a:tr h="640080">
                    <a:tc>
                      <a:txBody>
                        <a:bodyPr/>
                        <a:lstStyle/>
                        <a:p>
                          <a:endParaRPr lang="en-US"/>
                        </a:p>
                      </a:txBody>
                      <a:tcPr anchor="ctr">
                        <a:blipFill rotWithShape="0">
                          <a:blip r:embed="rId8"/>
                          <a:stretch>
                            <a:fillRect l="-513" t="-952" r="-401282" b="-788571"/>
                          </a:stretch>
                        </a:blipFill>
                      </a:tcPr>
                    </a:tc>
                    <a:tc>
                      <a:txBody>
                        <a:bodyPr/>
                        <a:lstStyle/>
                        <a:p>
                          <a:endParaRPr lang="en-US"/>
                        </a:p>
                      </a:txBody>
                      <a:tcPr anchor="ctr">
                        <a:blipFill rotWithShape="0">
                          <a:blip r:embed="rId8"/>
                          <a:stretch>
                            <a:fillRect l="-100513" t="-952" r="-301282" b="-788571"/>
                          </a:stretch>
                        </a:blipFill>
                      </a:tcPr>
                    </a:tc>
                    <a:tc>
                      <a:txBody>
                        <a:bodyPr/>
                        <a:lstStyle/>
                        <a:p>
                          <a:endParaRPr lang="en-US"/>
                        </a:p>
                      </a:txBody>
                      <a:tcPr anchor="ctr">
                        <a:blipFill rotWithShape="0">
                          <a:blip r:embed="rId8"/>
                          <a:stretch>
                            <a:fillRect l="-200513" t="-952" r="-201282" b="-788571"/>
                          </a:stretch>
                        </a:blipFill>
                      </a:tcPr>
                    </a:tc>
                    <a:tc>
                      <a:txBody>
                        <a:bodyPr/>
                        <a:lstStyle/>
                        <a:p>
                          <a:endParaRPr lang="en-US"/>
                        </a:p>
                      </a:txBody>
                      <a:tcPr anchor="ctr">
                        <a:blipFill rotWithShape="0">
                          <a:blip r:embed="rId8"/>
                          <a:stretch>
                            <a:fillRect l="-300513" t="-952" r="-101282" b="-788571"/>
                          </a:stretch>
                        </a:blipFill>
                      </a:tcPr>
                    </a:tc>
                    <a:tc>
                      <a:txBody>
                        <a:bodyPr/>
                        <a:lstStyle/>
                        <a:p>
                          <a:endParaRPr lang="en-US"/>
                        </a:p>
                      </a:txBody>
                      <a:tcPr anchor="ctr">
                        <a:blipFill rotWithShape="0">
                          <a:blip r:embed="rId8"/>
                          <a:stretch>
                            <a:fillRect l="-400513" t="-952" r="-1282" b="-788571"/>
                          </a:stretch>
                        </a:blipFill>
                      </a:tcPr>
                    </a:tc>
                  </a:tr>
                  <a:tr h="640080">
                    <a:tc>
                      <a:txBody>
                        <a:bodyPr/>
                        <a:lstStyle/>
                        <a:p>
                          <a:pPr algn="ctr"/>
                          <a:r>
                            <a:rPr lang="en-US" sz="2800" b="0" dirty="0" smtClean="0">
                              <a:solidFill>
                                <a:srgbClr val="002060"/>
                              </a:solidFill>
                            </a:rPr>
                            <a:t>20</a:t>
                          </a:r>
                          <a:endParaRPr lang="en-US" sz="2800" b="0" dirty="0">
                            <a:solidFill>
                              <a:srgbClr val="002060"/>
                            </a:solidFill>
                          </a:endParaRPr>
                        </a:p>
                      </a:txBody>
                      <a:tcPr anchor="ctr"/>
                    </a:tc>
                    <a:tc>
                      <a:txBody>
                        <a:bodyPr/>
                        <a:lstStyle/>
                        <a:p>
                          <a:pPr algn="ctr"/>
                          <a:r>
                            <a:rPr lang="en-US" sz="2800" b="0" dirty="0" smtClean="0">
                              <a:solidFill>
                                <a:srgbClr val="002060"/>
                              </a:solidFill>
                            </a:rPr>
                            <a:t>400</a:t>
                          </a: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r>
                  <a:tr h="640080">
                    <a:tc>
                      <a:txBody>
                        <a:bodyPr/>
                        <a:lstStyle/>
                        <a:p>
                          <a:pPr algn="ctr"/>
                          <a:r>
                            <a:rPr lang="en-US" sz="2800" b="0" dirty="0" smtClean="0">
                              <a:solidFill>
                                <a:srgbClr val="002060"/>
                              </a:solidFill>
                            </a:rPr>
                            <a:t>21</a:t>
                          </a:r>
                          <a:endParaRPr lang="en-US" sz="2800" b="0" dirty="0">
                            <a:solidFill>
                              <a:srgbClr val="002060"/>
                            </a:solidFill>
                          </a:endParaRPr>
                        </a:p>
                      </a:txBody>
                      <a:tcPr anchor="ctr"/>
                    </a:tc>
                    <a:tc>
                      <a:txBody>
                        <a:bodyPr/>
                        <a:lstStyle/>
                        <a:p>
                          <a:pPr algn="ctr"/>
                          <a:r>
                            <a:rPr lang="en-US" sz="2800" b="0" dirty="0" smtClean="0">
                              <a:solidFill>
                                <a:srgbClr val="002060"/>
                              </a:solidFill>
                            </a:rPr>
                            <a:t>300</a:t>
                          </a: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r>
                  <a:tr h="640080">
                    <a:tc>
                      <a:txBody>
                        <a:bodyPr/>
                        <a:lstStyle/>
                        <a:p>
                          <a:pPr algn="ctr"/>
                          <a:r>
                            <a:rPr lang="en-US" sz="2800" b="0" dirty="0" smtClean="0">
                              <a:solidFill>
                                <a:srgbClr val="002060"/>
                              </a:solidFill>
                            </a:rPr>
                            <a:t>22</a:t>
                          </a:r>
                          <a:endParaRPr lang="en-US" sz="2800" b="0" dirty="0">
                            <a:solidFill>
                              <a:srgbClr val="002060"/>
                            </a:solidFill>
                          </a:endParaRPr>
                        </a:p>
                      </a:txBody>
                      <a:tcPr anchor="ctr"/>
                    </a:tc>
                    <a:tc>
                      <a:txBody>
                        <a:bodyPr/>
                        <a:lstStyle/>
                        <a:p>
                          <a:pPr algn="ctr"/>
                          <a:r>
                            <a:rPr lang="en-US" sz="2800" b="0" dirty="0" smtClean="0">
                              <a:solidFill>
                                <a:srgbClr val="002060"/>
                              </a:solidFill>
                            </a:rPr>
                            <a:t>180</a:t>
                          </a: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r>
                  <a:tr h="640080">
                    <a:tc>
                      <a:txBody>
                        <a:bodyPr/>
                        <a:lstStyle/>
                        <a:p>
                          <a:pPr algn="ctr"/>
                          <a:r>
                            <a:rPr lang="en-US" sz="2800" b="0" dirty="0" smtClean="0">
                              <a:solidFill>
                                <a:srgbClr val="002060"/>
                              </a:solidFill>
                            </a:rPr>
                            <a:t>23</a:t>
                          </a:r>
                          <a:endParaRPr lang="en-US" sz="2800" b="0" dirty="0">
                            <a:solidFill>
                              <a:srgbClr val="002060"/>
                            </a:solidFill>
                          </a:endParaRPr>
                        </a:p>
                      </a:txBody>
                      <a:tcPr anchor="ctr"/>
                    </a:tc>
                    <a:tc>
                      <a:txBody>
                        <a:bodyPr/>
                        <a:lstStyle/>
                        <a:p>
                          <a:pPr algn="ctr"/>
                          <a:r>
                            <a:rPr lang="en-US" sz="2800" b="0" dirty="0" smtClean="0">
                              <a:solidFill>
                                <a:srgbClr val="002060"/>
                              </a:solidFill>
                            </a:rPr>
                            <a:t>96</a:t>
                          </a: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r>
                  <a:tr h="640080">
                    <a:tc>
                      <a:txBody>
                        <a:bodyPr/>
                        <a:lstStyle/>
                        <a:p>
                          <a:pPr algn="ctr"/>
                          <a:r>
                            <a:rPr lang="en-US" sz="2800" b="0" dirty="0" smtClean="0">
                              <a:solidFill>
                                <a:srgbClr val="002060"/>
                              </a:solidFill>
                            </a:rPr>
                            <a:t>24</a:t>
                          </a:r>
                          <a:endParaRPr lang="en-US" sz="2800" b="0" dirty="0">
                            <a:solidFill>
                              <a:srgbClr val="002060"/>
                            </a:solidFill>
                          </a:endParaRPr>
                        </a:p>
                      </a:txBody>
                      <a:tcPr anchor="ctr"/>
                    </a:tc>
                    <a:tc>
                      <a:txBody>
                        <a:bodyPr/>
                        <a:lstStyle/>
                        <a:p>
                          <a:pPr algn="ctr"/>
                          <a:r>
                            <a:rPr lang="en-US" sz="2800" b="0" dirty="0" smtClean="0">
                              <a:solidFill>
                                <a:srgbClr val="002060"/>
                              </a:solidFill>
                            </a:rPr>
                            <a:t>60</a:t>
                          </a: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r>
                  <a:tr h="640080">
                    <a:tc>
                      <a:txBody>
                        <a:bodyPr/>
                        <a:lstStyle/>
                        <a:p>
                          <a:pPr algn="ctr"/>
                          <a:r>
                            <a:rPr lang="en-US" sz="2800" b="0" dirty="0" smtClean="0">
                              <a:solidFill>
                                <a:srgbClr val="002060"/>
                              </a:solidFill>
                            </a:rPr>
                            <a:t>25</a:t>
                          </a:r>
                          <a:endParaRPr lang="en-US" sz="2800" b="0" dirty="0">
                            <a:solidFill>
                              <a:srgbClr val="002060"/>
                            </a:solidFill>
                          </a:endParaRPr>
                        </a:p>
                      </a:txBody>
                      <a:tcPr anchor="ctr"/>
                    </a:tc>
                    <a:tc>
                      <a:txBody>
                        <a:bodyPr/>
                        <a:lstStyle/>
                        <a:p>
                          <a:pPr algn="ctr"/>
                          <a:r>
                            <a:rPr lang="en-US" sz="2800" b="0" dirty="0" smtClean="0">
                              <a:solidFill>
                                <a:srgbClr val="002060"/>
                              </a:solidFill>
                            </a:rPr>
                            <a:t>24</a:t>
                          </a: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r>
                  <a:tr h="118872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IN" sz="2500" b="1" i="1" dirty="0">
                            <a:solidFill>
                              <a:schemeClr val="bg1"/>
                            </a:solidFill>
                          </a:endParaRPr>
                        </a:p>
                      </a:txBody>
                      <a:tcPr anchor="ctr">
                        <a:solidFill>
                          <a:srgbClr val="B8474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IN" sz="2500" b="1" dirty="0">
                            <a:solidFill>
                              <a:schemeClr val="bg1"/>
                            </a:solidFill>
                          </a:endParaRPr>
                        </a:p>
                      </a:txBody>
                      <a:tcPr anchor="ctr">
                        <a:solidFill>
                          <a:srgbClr val="B8474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IN" sz="2500" b="1" dirty="0">
                            <a:solidFill>
                              <a:schemeClr val="bg1"/>
                            </a:solidFill>
                          </a:endParaRPr>
                        </a:p>
                      </a:txBody>
                      <a:tcPr anchor="ctr">
                        <a:solidFill>
                          <a:srgbClr val="B8474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IN" sz="2500" b="1" dirty="0">
                            <a:solidFill>
                              <a:schemeClr val="bg1"/>
                            </a:solidFill>
                          </a:endParaRPr>
                        </a:p>
                      </a:txBody>
                      <a:tcPr anchor="ctr">
                        <a:solidFill>
                          <a:srgbClr val="B8474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IN" sz="2500" b="1" dirty="0">
                            <a:solidFill>
                              <a:schemeClr val="bg1"/>
                            </a:solidFill>
                          </a:endParaRPr>
                        </a:p>
                      </a:txBody>
                      <a:tcPr anchor="ctr">
                        <a:solidFill>
                          <a:srgbClr val="B84742"/>
                        </a:solidFill>
                      </a:tcPr>
                    </a:tc>
                  </a:tr>
                </a:tbl>
              </a:graphicData>
            </a:graphic>
          </p:graphicFrame>
        </mc:Fallback>
      </mc:AlternateContent>
      <p:sp>
        <p:nvSpPr>
          <p:cNvPr id="26" name="TextBox 25">
            <a:extLst>
              <a:ext uri="{FF2B5EF4-FFF2-40B4-BE49-F238E27FC236}">
                <a16:creationId xmlns:a16="http://schemas.microsoft.com/office/drawing/2014/main" id="{68622B1E-44A3-44A2-B1C1-8D969737DA50}"/>
              </a:ext>
            </a:extLst>
          </p:cNvPr>
          <p:cNvSpPr txBox="1"/>
          <p:nvPr/>
        </p:nvSpPr>
        <p:spPr>
          <a:xfrm>
            <a:off x="5765197" y="1517333"/>
            <a:ext cx="635751"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400</a:t>
            </a:r>
            <a:endParaRPr lang="en-IN" sz="2800" b="1" dirty="0">
              <a:solidFill>
                <a:srgbClr val="002060"/>
              </a:solidFill>
            </a:endParaRPr>
          </a:p>
        </p:txBody>
      </p:sp>
      <p:sp>
        <p:nvSpPr>
          <p:cNvPr id="27" name="TextBox 26">
            <a:extLst>
              <a:ext uri="{FF2B5EF4-FFF2-40B4-BE49-F238E27FC236}">
                <a16:creationId xmlns:a16="http://schemas.microsoft.com/office/drawing/2014/main" id="{68622B1E-44A3-44A2-B1C1-8D969737DA50}"/>
              </a:ext>
            </a:extLst>
          </p:cNvPr>
          <p:cNvSpPr txBox="1"/>
          <p:nvPr/>
        </p:nvSpPr>
        <p:spPr>
          <a:xfrm>
            <a:off x="5765195" y="2160344"/>
            <a:ext cx="635751"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441</a:t>
            </a:r>
            <a:endParaRPr lang="en-IN" sz="2800" b="1" dirty="0">
              <a:solidFill>
                <a:srgbClr val="002060"/>
              </a:solidFill>
            </a:endParaRPr>
          </a:p>
        </p:txBody>
      </p:sp>
      <p:sp>
        <p:nvSpPr>
          <p:cNvPr id="28" name="TextBox 27">
            <a:extLst>
              <a:ext uri="{FF2B5EF4-FFF2-40B4-BE49-F238E27FC236}">
                <a16:creationId xmlns:a16="http://schemas.microsoft.com/office/drawing/2014/main" id="{68622B1E-44A3-44A2-B1C1-8D969737DA50}"/>
              </a:ext>
            </a:extLst>
          </p:cNvPr>
          <p:cNvSpPr txBox="1"/>
          <p:nvPr/>
        </p:nvSpPr>
        <p:spPr>
          <a:xfrm>
            <a:off x="5765194" y="2801694"/>
            <a:ext cx="635751"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484</a:t>
            </a:r>
            <a:endParaRPr lang="en-IN" sz="2800" b="1" dirty="0">
              <a:solidFill>
                <a:srgbClr val="002060"/>
              </a:solidFill>
            </a:endParaRPr>
          </a:p>
        </p:txBody>
      </p:sp>
      <p:sp>
        <p:nvSpPr>
          <p:cNvPr id="29" name="TextBox 28">
            <a:extLst>
              <a:ext uri="{FF2B5EF4-FFF2-40B4-BE49-F238E27FC236}">
                <a16:creationId xmlns:a16="http://schemas.microsoft.com/office/drawing/2014/main" id="{68622B1E-44A3-44A2-B1C1-8D969737DA50}"/>
              </a:ext>
            </a:extLst>
          </p:cNvPr>
          <p:cNvSpPr txBox="1"/>
          <p:nvPr/>
        </p:nvSpPr>
        <p:spPr>
          <a:xfrm>
            <a:off x="5764393" y="3431469"/>
            <a:ext cx="635751"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529</a:t>
            </a:r>
            <a:endParaRPr lang="en-IN" sz="2800" b="1" dirty="0">
              <a:solidFill>
                <a:srgbClr val="002060"/>
              </a:solidFill>
            </a:endParaRPr>
          </a:p>
        </p:txBody>
      </p:sp>
      <p:sp>
        <p:nvSpPr>
          <p:cNvPr id="30" name="TextBox 29">
            <a:extLst>
              <a:ext uri="{FF2B5EF4-FFF2-40B4-BE49-F238E27FC236}">
                <a16:creationId xmlns:a16="http://schemas.microsoft.com/office/drawing/2014/main" id="{68622B1E-44A3-44A2-B1C1-8D969737DA50}"/>
              </a:ext>
            </a:extLst>
          </p:cNvPr>
          <p:cNvSpPr txBox="1"/>
          <p:nvPr/>
        </p:nvSpPr>
        <p:spPr>
          <a:xfrm>
            <a:off x="5763591" y="4073011"/>
            <a:ext cx="635751"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576</a:t>
            </a:r>
            <a:endParaRPr lang="en-IN" sz="2800" b="1" dirty="0">
              <a:solidFill>
                <a:srgbClr val="002060"/>
              </a:solidFill>
            </a:endParaRPr>
          </a:p>
        </p:txBody>
      </p:sp>
      <p:sp>
        <p:nvSpPr>
          <p:cNvPr id="31" name="TextBox 30">
            <a:extLst>
              <a:ext uri="{FF2B5EF4-FFF2-40B4-BE49-F238E27FC236}">
                <a16:creationId xmlns:a16="http://schemas.microsoft.com/office/drawing/2014/main" id="{68622B1E-44A3-44A2-B1C1-8D969737DA50}"/>
              </a:ext>
            </a:extLst>
          </p:cNvPr>
          <p:cNvSpPr txBox="1"/>
          <p:nvPr/>
        </p:nvSpPr>
        <p:spPr>
          <a:xfrm>
            <a:off x="5763591" y="4721546"/>
            <a:ext cx="635751"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625</a:t>
            </a:r>
            <a:endParaRPr lang="en-IN" sz="2800" b="1" dirty="0">
              <a:solidFill>
                <a:srgbClr val="002060"/>
              </a:solidFill>
            </a:endParaRPr>
          </a:p>
        </p:txBody>
      </p:sp>
      <p:sp>
        <p:nvSpPr>
          <p:cNvPr id="32" name="TextBox 31">
            <a:extLst>
              <a:ext uri="{FF2B5EF4-FFF2-40B4-BE49-F238E27FC236}">
                <a16:creationId xmlns:a16="http://schemas.microsoft.com/office/drawing/2014/main" id="{68622B1E-44A3-44A2-B1C1-8D969737DA50}"/>
              </a:ext>
            </a:extLst>
          </p:cNvPr>
          <p:cNvSpPr txBox="1"/>
          <p:nvPr/>
        </p:nvSpPr>
        <p:spPr>
          <a:xfrm>
            <a:off x="7788459" y="1527365"/>
            <a:ext cx="1179169" cy="523220"/>
          </a:xfrm>
          <a:prstGeom prst="rect">
            <a:avLst/>
          </a:prstGeom>
          <a:noFill/>
        </p:spPr>
        <p:txBody>
          <a:bodyPr wrap="none" lIns="45720" tIns="45720" rIns="45720" bIns="45720" anchor="ctr" anchorCtr="1">
            <a:spAutoFit/>
          </a:bodyPr>
          <a:lstStyle/>
          <a:p>
            <a:pPr algn="ctr"/>
            <a:r>
              <a:rPr lang="en-US" sz="2800" b="1" dirty="0">
                <a:solidFill>
                  <a:srgbClr val="002060"/>
                </a:solidFill>
              </a:rPr>
              <a:t>160000</a:t>
            </a:r>
            <a:endParaRPr lang="en-IN" sz="2800" b="1" dirty="0">
              <a:solidFill>
                <a:srgbClr val="002060"/>
              </a:solidFill>
            </a:endParaRPr>
          </a:p>
        </p:txBody>
      </p:sp>
      <p:sp>
        <p:nvSpPr>
          <p:cNvPr id="33" name="TextBox 32">
            <a:extLst>
              <a:ext uri="{FF2B5EF4-FFF2-40B4-BE49-F238E27FC236}">
                <a16:creationId xmlns:a16="http://schemas.microsoft.com/office/drawing/2014/main" id="{68622B1E-44A3-44A2-B1C1-8D969737DA50}"/>
              </a:ext>
            </a:extLst>
          </p:cNvPr>
          <p:cNvSpPr txBox="1"/>
          <p:nvPr/>
        </p:nvSpPr>
        <p:spPr>
          <a:xfrm>
            <a:off x="7879027" y="2170376"/>
            <a:ext cx="998030" cy="523220"/>
          </a:xfrm>
          <a:prstGeom prst="rect">
            <a:avLst/>
          </a:prstGeom>
          <a:noFill/>
        </p:spPr>
        <p:txBody>
          <a:bodyPr wrap="none" lIns="45720" tIns="45720" rIns="45720" bIns="45720" anchor="ctr" anchorCtr="1">
            <a:spAutoFit/>
          </a:bodyPr>
          <a:lstStyle/>
          <a:p>
            <a:pPr algn="ctr"/>
            <a:r>
              <a:rPr lang="en-US" sz="2800" b="1" dirty="0">
                <a:solidFill>
                  <a:srgbClr val="002060"/>
                </a:solidFill>
              </a:rPr>
              <a:t>90000</a:t>
            </a:r>
            <a:endParaRPr lang="en-IN" sz="2800" b="1" dirty="0">
              <a:solidFill>
                <a:srgbClr val="002060"/>
              </a:solidFill>
            </a:endParaRPr>
          </a:p>
        </p:txBody>
      </p:sp>
      <p:sp>
        <p:nvSpPr>
          <p:cNvPr id="34" name="TextBox 33">
            <a:extLst>
              <a:ext uri="{FF2B5EF4-FFF2-40B4-BE49-F238E27FC236}">
                <a16:creationId xmlns:a16="http://schemas.microsoft.com/office/drawing/2014/main" id="{68622B1E-44A3-44A2-B1C1-8D969737DA50}"/>
              </a:ext>
            </a:extLst>
          </p:cNvPr>
          <p:cNvSpPr txBox="1"/>
          <p:nvPr/>
        </p:nvSpPr>
        <p:spPr>
          <a:xfrm>
            <a:off x="7879026" y="2811726"/>
            <a:ext cx="998030" cy="523220"/>
          </a:xfrm>
          <a:prstGeom prst="rect">
            <a:avLst/>
          </a:prstGeom>
          <a:noFill/>
        </p:spPr>
        <p:txBody>
          <a:bodyPr wrap="none" lIns="45720" tIns="45720" rIns="45720" bIns="45720" anchor="ctr" anchorCtr="1">
            <a:spAutoFit/>
          </a:bodyPr>
          <a:lstStyle/>
          <a:p>
            <a:pPr algn="ctr"/>
            <a:r>
              <a:rPr lang="en-US" sz="2800" b="1" dirty="0">
                <a:solidFill>
                  <a:srgbClr val="002060"/>
                </a:solidFill>
              </a:rPr>
              <a:t>32400</a:t>
            </a:r>
            <a:endParaRPr lang="en-IN" sz="2800" b="1" dirty="0">
              <a:solidFill>
                <a:srgbClr val="002060"/>
              </a:solidFill>
            </a:endParaRPr>
          </a:p>
        </p:txBody>
      </p:sp>
      <p:sp>
        <p:nvSpPr>
          <p:cNvPr id="35" name="TextBox 34">
            <a:extLst>
              <a:ext uri="{FF2B5EF4-FFF2-40B4-BE49-F238E27FC236}">
                <a16:creationId xmlns:a16="http://schemas.microsoft.com/office/drawing/2014/main" id="{68622B1E-44A3-44A2-B1C1-8D969737DA50}"/>
              </a:ext>
            </a:extLst>
          </p:cNvPr>
          <p:cNvSpPr txBox="1"/>
          <p:nvPr/>
        </p:nvSpPr>
        <p:spPr>
          <a:xfrm>
            <a:off x="7878224" y="3441501"/>
            <a:ext cx="998030" cy="523220"/>
          </a:xfrm>
          <a:prstGeom prst="rect">
            <a:avLst/>
          </a:prstGeom>
          <a:noFill/>
        </p:spPr>
        <p:txBody>
          <a:bodyPr wrap="none" lIns="45720" tIns="45720" rIns="45720" bIns="45720" anchor="ctr" anchorCtr="1">
            <a:spAutoFit/>
          </a:bodyPr>
          <a:lstStyle/>
          <a:p>
            <a:pPr algn="ctr"/>
            <a:r>
              <a:rPr lang="en-US" sz="2800" b="1" dirty="0">
                <a:solidFill>
                  <a:srgbClr val="002060"/>
                </a:solidFill>
              </a:rPr>
              <a:t>32400</a:t>
            </a:r>
            <a:endParaRPr lang="en-IN" sz="2800" b="1" dirty="0">
              <a:solidFill>
                <a:srgbClr val="002060"/>
              </a:solidFill>
            </a:endParaRPr>
          </a:p>
        </p:txBody>
      </p:sp>
      <p:sp>
        <p:nvSpPr>
          <p:cNvPr id="36" name="TextBox 35">
            <a:extLst>
              <a:ext uri="{FF2B5EF4-FFF2-40B4-BE49-F238E27FC236}">
                <a16:creationId xmlns:a16="http://schemas.microsoft.com/office/drawing/2014/main" id="{68622B1E-44A3-44A2-B1C1-8D969737DA50}"/>
              </a:ext>
            </a:extLst>
          </p:cNvPr>
          <p:cNvSpPr txBox="1"/>
          <p:nvPr/>
        </p:nvSpPr>
        <p:spPr>
          <a:xfrm>
            <a:off x="7967992" y="4083043"/>
            <a:ext cx="816890" cy="523220"/>
          </a:xfrm>
          <a:prstGeom prst="rect">
            <a:avLst/>
          </a:prstGeom>
          <a:noFill/>
        </p:spPr>
        <p:txBody>
          <a:bodyPr wrap="none" lIns="45720" tIns="45720" rIns="45720" bIns="45720" anchor="ctr" anchorCtr="1">
            <a:spAutoFit/>
          </a:bodyPr>
          <a:lstStyle/>
          <a:p>
            <a:pPr algn="ctr"/>
            <a:r>
              <a:rPr lang="en-US" sz="2800" b="1" dirty="0">
                <a:solidFill>
                  <a:srgbClr val="002060"/>
                </a:solidFill>
              </a:rPr>
              <a:t>3600</a:t>
            </a:r>
            <a:endParaRPr lang="en-IN" sz="2800" b="1" dirty="0">
              <a:solidFill>
                <a:srgbClr val="002060"/>
              </a:solidFill>
            </a:endParaRPr>
          </a:p>
        </p:txBody>
      </p:sp>
      <p:sp>
        <p:nvSpPr>
          <p:cNvPr id="37" name="TextBox 36">
            <a:extLst>
              <a:ext uri="{FF2B5EF4-FFF2-40B4-BE49-F238E27FC236}">
                <a16:creationId xmlns:a16="http://schemas.microsoft.com/office/drawing/2014/main" id="{68622B1E-44A3-44A2-B1C1-8D969737DA50}"/>
              </a:ext>
            </a:extLst>
          </p:cNvPr>
          <p:cNvSpPr txBox="1"/>
          <p:nvPr/>
        </p:nvSpPr>
        <p:spPr>
          <a:xfrm>
            <a:off x="8058562" y="4731578"/>
            <a:ext cx="635751" cy="523220"/>
          </a:xfrm>
          <a:prstGeom prst="rect">
            <a:avLst/>
          </a:prstGeom>
          <a:noFill/>
        </p:spPr>
        <p:txBody>
          <a:bodyPr wrap="none" lIns="45720" tIns="45720" rIns="45720" bIns="45720" anchor="ctr" anchorCtr="1">
            <a:spAutoFit/>
          </a:bodyPr>
          <a:lstStyle/>
          <a:p>
            <a:pPr algn="ctr"/>
            <a:r>
              <a:rPr lang="en-US" sz="2800" b="1" dirty="0">
                <a:solidFill>
                  <a:srgbClr val="002060"/>
                </a:solidFill>
              </a:rPr>
              <a:t>576</a:t>
            </a:r>
            <a:endParaRPr lang="en-IN" sz="2800" b="1" dirty="0">
              <a:solidFill>
                <a:srgbClr val="002060"/>
              </a:solidFill>
            </a:endParaRPr>
          </a:p>
        </p:txBody>
      </p:sp>
      <p:sp>
        <p:nvSpPr>
          <p:cNvPr id="38" name="TextBox 37">
            <a:extLst>
              <a:ext uri="{FF2B5EF4-FFF2-40B4-BE49-F238E27FC236}">
                <a16:creationId xmlns:a16="http://schemas.microsoft.com/office/drawing/2014/main" id="{68622B1E-44A3-44A2-B1C1-8D969737DA50}"/>
              </a:ext>
            </a:extLst>
          </p:cNvPr>
          <p:cNvSpPr txBox="1"/>
          <p:nvPr/>
        </p:nvSpPr>
        <p:spPr>
          <a:xfrm>
            <a:off x="10453645" y="1502093"/>
            <a:ext cx="816890" cy="523220"/>
          </a:xfrm>
          <a:prstGeom prst="rect">
            <a:avLst/>
          </a:prstGeom>
          <a:noFill/>
        </p:spPr>
        <p:txBody>
          <a:bodyPr wrap="none" lIns="45720" tIns="45720" rIns="45720" bIns="45720" anchor="ctr" anchorCtr="1">
            <a:spAutoFit/>
          </a:bodyPr>
          <a:lstStyle/>
          <a:p>
            <a:pPr algn="ctr"/>
            <a:r>
              <a:rPr lang="en-US" sz="2800" b="1" dirty="0">
                <a:solidFill>
                  <a:srgbClr val="002060"/>
                </a:solidFill>
              </a:rPr>
              <a:t>8000</a:t>
            </a:r>
            <a:endParaRPr lang="en-IN" sz="2800" b="1" dirty="0">
              <a:solidFill>
                <a:srgbClr val="002060"/>
              </a:solidFill>
            </a:endParaRPr>
          </a:p>
        </p:txBody>
      </p:sp>
      <p:sp>
        <p:nvSpPr>
          <p:cNvPr id="39" name="TextBox 38">
            <a:extLst>
              <a:ext uri="{FF2B5EF4-FFF2-40B4-BE49-F238E27FC236}">
                <a16:creationId xmlns:a16="http://schemas.microsoft.com/office/drawing/2014/main" id="{68622B1E-44A3-44A2-B1C1-8D969737DA50}"/>
              </a:ext>
            </a:extLst>
          </p:cNvPr>
          <p:cNvSpPr txBox="1"/>
          <p:nvPr/>
        </p:nvSpPr>
        <p:spPr>
          <a:xfrm>
            <a:off x="10453643" y="2145104"/>
            <a:ext cx="816890" cy="523220"/>
          </a:xfrm>
          <a:prstGeom prst="rect">
            <a:avLst/>
          </a:prstGeom>
          <a:noFill/>
        </p:spPr>
        <p:txBody>
          <a:bodyPr wrap="none" lIns="45720" tIns="45720" rIns="45720" bIns="45720" anchor="ctr" anchorCtr="1">
            <a:spAutoFit/>
          </a:bodyPr>
          <a:lstStyle/>
          <a:p>
            <a:pPr algn="ctr"/>
            <a:r>
              <a:rPr lang="en-US" sz="2800" b="1" dirty="0">
                <a:solidFill>
                  <a:srgbClr val="002060"/>
                </a:solidFill>
              </a:rPr>
              <a:t>6300</a:t>
            </a:r>
            <a:endParaRPr lang="en-IN" sz="2800" b="1" dirty="0">
              <a:solidFill>
                <a:srgbClr val="002060"/>
              </a:solidFill>
            </a:endParaRPr>
          </a:p>
        </p:txBody>
      </p:sp>
      <p:sp>
        <p:nvSpPr>
          <p:cNvPr id="40" name="TextBox 39">
            <a:extLst>
              <a:ext uri="{FF2B5EF4-FFF2-40B4-BE49-F238E27FC236}">
                <a16:creationId xmlns:a16="http://schemas.microsoft.com/office/drawing/2014/main" id="{68622B1E-44A3-44A2-B1C1-8D969737DA50}"/>
              </a:ext>
            </a:extLst>
          </p:cNvPr>
          <p:cNvSpPr txBox="1"/>
          <p:nvPr/>
        </p:nvSpPr>
        <p:spPr>
          <a:xfrm>
            <a:off x="10453642" y="2786454"/>
            <a:ext cx="816890" cy="523220"/>
          </a:xfrm>
          <a:prstGeom prst="rect">
            <a:avLst/>
          </a:prstGeom>
          <a:noFill/>
        </p:spPr>
        <p:txBody>
          <a:bodyPr wrap="none" lIns="45720" tIns="45720" rIns="45720" bIns="45720" anchor="ctr" anchorCtr="1">
            <a:spAutoFit/>
          </a:bodyPr>
          <a:lstStyle/>
          <a:p>
            <a:pPr algn="ctr"/>
            <a:r>
              <a:rPr lang="en-US" sz="2800" b="1" dirty="0">
                <a:solidFill>
                  <a:srgbClr val="002060"/>
                </a:solidFill>
              </a:rPr>
              <a:t>3960</a:t>
            </a:r>
            <a:endParaRPr lang="en-IN" sz="2800" b="1" dirty="0">
              <a:solidFill>
                <a:srgbClr val="002060"/>
              </a:solidFill>
            </a:endParaRPr>
          </a:p>
        </p:txBody>
      </p:sp>
      <p:sp>
        <p:nvSpPr>
          <p:cNvPr id="41" name="TextBox 40">
            <a:extLst>
              <a:ext uri="{FF2B5EF4-FFF2-40B4-BE49-F238E27FC236}">
                <a16:creationId xmlns:a16="http://schemas.microsoft.com/office/drawing/2014/main" id="{68622B1E-44A3-44A2-B1C1-8D969737DA50}"/>
              </a:ext>
            </a:extLst>
          </p:cNvPr>
          <p:cNvSpPr txBox="1"/>
          <p:nvPr/>
        </p:nvSpPr>
        <p:spPr>
          <a:xfrm>
            <a:off x="10452840" y="3416229"/>
            <a:ext cx="816890" cy="523220"/>
          </a:xfrm>
          <a:prstGeom prst="rect">
            <a:avLst/>
          </a:prstGeom>
          <a:noFill/>
        </p:spPr>
        <p:txBody>
          <a:bodyPr wrap="none" lIns="45720" tIns="45720" rIns="45720" bIns="45720" anchor="ctr" anchorCtr="1">
            <a:spAutoFit/>
          </a:bodyPr>
          <a:lstStyle/>
          <a:p>
            <a:pPr algn="ctr"/>
            <a:r>
              <a:rPr lang="en-US" sz="2800" b="1" dirty="0">
                <a:solidFill>
                  <a:srgbClr val="002060"/>
                </a:solidFill>
              </a:rPr>
              <a:t>2208</a:t>
            </a:r>
            <a:endParaRPr lang="en-IN" sz="2800" b="1" dirty="0">
              <a:solidFill>
                <a:srgbClr val="002060"/>
              </a:solidFill>
            </a:endParaRPr>
          </a:p>
        </p:txBody>
      </p:sp>
      <p:sp>
        <p:nvSpPr>
          <p:cNvPr id="42" name="TextBox 41">
            <a:extLst>
              <a:ext uri="{FF2B5EF4-FFF2-40B4-BE49-F238E27FC236}">
                <a16:creationId xmlns:a16="http://schemas.microsoft.com/office/drawing/2014/main" id="{68622B1E-44A3-44A2-B1C1-8D969737DA50}"/>
              </a:ext>
            </a:extLst>
          </p:cNvPr>
          <p:cNvSpPr txBox="1"/>
          <p:nvPr/>
        </p:nvSpPr>
        <p:spPr>
          <a:xfrm>
            <a:off x="10452038" y="4057771"/>
            <a:ext cx="816890" cy="523220"/>
          </a:xfrm>
          <a:prstGeom prst="rect">
            <a:avLst/>
          </a:prstGeom>
          <a:noFill/>
        </p:spPr>
        <p:txBody>
          <a:bodyPr wrap="none" lIns="45720" tIns="45720" rIns="45720" bIns="45720" anchor="ctr" anchorCtr="1">
            <a:spAutoFit/>
          </a:bodyPr>
          <a:lstStyle/>
          <a:p>
            <a:pPr algn="ctr"/>
            <a:r>
              <a:rPr lang="en-US" sz="2800" b="1" dirty="0">
                <a:solidFill>
                  <a:srgbClr val="002060"/>
                </a:solidFill>
              </a:rPr>
              <a:t>1440</a:t>
            </a:r>
            <a:endParaRPr lang="en-IN" sz="2800" b="1" dirty="0">
              <a:solidFill>
                <a:srgbClr val="002060"/>
              </a:solidFill>
            </a:endParaRPr>
          </a:p>
        </p:txBody>
      </p:sp>
      <p:sp>
        <p:nvSpPr>
          <p:cNvPr id="43" name="TextBox 42">
            <a:extLst>
              <a:ext uri="{FF2B5EF4-FFF2-40B4-BE49-F238E27FC236}">
                <a16:creationId xmlns:a16="http://schemas.microsoft.com/office/drawing/2014/main" id="{68622B1E-44A3-44A2-B1C1-8D969737DA50}"/>
              </a:ext>
            </a:extLst>
          </p:cNvPr>
          <p:cNvSpPr txBox="1"/>
          <p:nvPr/>
        </p:nvSpPr>
        <p:spPr>
          <a:xfrm>
            <a:off x="10557769" y="4716338"/>
            <a:ext cx="635751" cy="523220"/>
          </a:xfrm>
          <a:prstGeom prst="rect">
            <a:avLst/>
          </a:prstGeom>
          <a:noFill/>
        </p:spPr>
        <p:txBody>
          <a:bodyPr wrap="none" lIns="45720" tIns="45720" rIns="45720" bIns="45720" anchor="ctr" anchorCtr="1">
            <a:spAutoFit/>
          </a:bodyPr>
          <a:lstStyle/>
          <a:p>
            <a:pPr algn="ctr"/>
            <a:r>
              <a:rPr lang="en-US" sz="2800" b="1" dirty="0">
                <a:solidFill>
                  <a:srgbClr val="002060"/>
                </a:solidFill>
              </a:rPr>
              <a:t>600</a:t>
            </a:r>
            <a:endParaRPr lang="en-IN" sz="2800" b="1" dirty="0">
              <a:solidFill>
                <a:srgbClr val="002060"/>
              </a:solidFill>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68622B1E-44A3-44A2-B1C1-8D969737DA50}"/>
                  </a:ext>
                </a:extLst>
              </p:cNvPr>
              <p:cNvSpPr txBox="1"/>
              <p:nvPr/>
            </p:nvSpPr>
            <p:spPr>
              <a:xfrm>
                <a:off x="332576" y="5380007"/>
                <a:ext cx="2006703" cy="1023935"/>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Group"/>
                    </m:oMathParaPr>
                    <m:oMath xmlns:m="http://schemas.openxmlformats.org/officeDocument/2006/math">
                      <m:nary>
                        <m:naryPr>
                          <m:chr m:val="∑"/>
                          <m:subHide m:val="on"/>
                          <m:supHide m:val="on"/>
                          <m:ctrlPr>
                            <a:rPr lang="en-US" sz="2500" i="1" smtClean="0">
                              <a:solidFill>
                                <a:schemeClr val="bg2"/>
                              </a:solidFill>
                              <a:latin typeface="Cambria Math" panose="02040503050406030204" pitchFamily="18" charset="0"/>
                            </a:rPr>
                          </m:ctrlPr>
                        </m:naryPr>
                        <m:sub/>
                        <m:sup/>
                        <m:e>
                          <m:d>
                            <m:dPr>
                              <m:ctrlPr>
                                <a:rPr lang="en-US" sz="2500" i="1">
                                  <a:solidFill>
                                    <a:schemeClr val="bg2"/>
                                  </a:solidFill>
                                  <a:latin typeface="Cambria Math" panose="02040503050406030204" pitchFamily="18" charset="0"/>
                                </a:rPr>
                              </m:ctrlPr>
                            </m:dPr>
                            <m:e>
                              <m:r>
                                <m:rPr>
                                  <m:sty m:val="p"/>
                                </m:rPr>
                                <a:rPr lang="en-US" sz="2500">
                                  <a:solidFill>
                                    <a:schemeClr val="bg2"/>
                                  </a:solidFill>
                                  <a:latin typeface="Cambria Math" panose="02040503050406030204" pitchFamily="18" charset="0"/>
                                </a:rPr>
                                <m:t>x</m:t>
                              </m:r>
                            </m:e>
                          </m:d>
                        </m:e>
                      </m:nary>
                      <m:r>
                        <a:rPr lang="en-US" sz="2500" b="1" i="1" dirty="0" smtClean="0">
                          <a:solidFill>
                            <a:schemeClr val="bg1"/>
                          </a:solidFill>
                          <a:latin typeface="Cambria Math" panose="02040503050406030204" pitchFamily="18" charset="0"/>
                        </a:rPr>
                        <m:t>=</m:t>
                      </m:r>
                      <m:r>
                        <a:rPr lang="en-US" sz="2500" b="1" i="1" dirty="0" smtClean="0">
                          <a:solidFill>
                            <a:schemeClr val="bg1"/>
                          </a:solidFill>
                          <a:latin typeface="Cambria Math" panose="02040503050406030204" pitchFamily="18" charset="0"/>
                        </a:rPr>
                        <m:t>𝟏𝟑𝟓</m:t>
                      </m:r>
                    </m:oMath>
                  </m:oMathPara>
                </a14:m>
                <a:endParaRPr lang="en-IN" sz="2500" b="1" i="1" dirty="0">
                  <a:solidFill>
                    <a:schemeClr val="bg1"/>
                  </a:solidFill>
                </a:endParaRPr>
              </a:p>
            </p:txBody>
          </p:sp>
        </mc:Choice>
        <mc:Fallback xmlns="">
          <p:sp>
            <p:nvSpPr>
              <p:cNvPr id="44" name="TextBox 43">
                <a:extLst>
                  <a:ext uri="{FF2B5EF4-FFF2-40B4-BE49-F238E27FC236}">
                    <a16:creationId xmlns="" xmlns:a16="http://schemas.microsoft.com/office/drawing/2014/main" id="{68622B1E-44A3-44A2-B1C1-8D969737DA50}"/>
                  </a:ext>
                </a:extLst>
              </p:cNvPr>
              <p:cNvSpPr txBox="1">
                <a:spLocks noRot="1" noChangeAspect="1" noMove="1" noResize="1" noEditPoints="1" noAdjustHandles="1" noChangeArrowheads="1" noChangeShapeType="1" noTextEdit="1"/>
              </p:cNvSpPr>
              <p:nvPr/>
            </p:nvSpPr>
            <p:spPr>
              <a:xfrm>
                <a:off x="332576" y="5380007"/>
                <a:ext cx="2006703" cy="1023935"/>
              </a:xfrm>
              <a:prstGeom prst="rect">
                <a:avLst/>
              </a:prstGeom>
              <a:blipFill rotWithShape="0">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68622B1E-44A3-44A2-B1C1-8D969737DA50}"/>
                  </a:ext>
                </a:extLst>
              </p:cNvPr>
              <p:cNvSpPr txBox="1"/>
              <p:nvPr/>
            </p:nvSpPr>
            <p:spPr>
              <a:xfrm>
                <a:off x="2623340" y="5378136"/>
                <a:ext cx="2205476" cy="1023935"/>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Group"/>
                    </m:oMathParaPr>
                    <m:oMath xmlns:m="http://schemas.openxmlformats.org/officeDocument/2006/math">
                      <m:nary>
                        <m:naryPr>
                          <m:chr m:val="∑"/>
                          <m:subHide m:val="on"/>
                          <m:supHide m:val="on"/>
                          <m:ctrlPr>
                            <a:rPr lang="en-US" sz="2500" i="1" smtClean="0">
                              <a:solidFill>
                                <a:schemeClr val="bg2"/>
                              </a:solidFill>
                              <a:latin typeface="Cambria Math" panose="02040503050406030204" pitchFamily="18" charset="0"/>
                            </a:rPr>
                          </m:ctrlPr>
                        </m:naryPr>
                        <m:sub/>
                        <m:sup/>
                        <m:e>
                          <m:d>
                            <m:dPr>
                              <m:ctrlPr>
                                <a:rPr lang="en-US" sz="2500" i="1">
                                  <a:solidFill>
                                    <a:schemeClr val="bg2"/>
                                  </a:solidFill>
                                  <a:latin typeface="Cambria Math" panose="02040503050406030204" pitchFamily="18" charset="0"/>
                                </a:rPr>
                              </m:ctrlPr>
                            </m:dPr>
                            <m:e>
                              <m:r>
                                <m:rPr>
                                  <m:sty m:val="p"/>
                                </m:rPr>
                                <a:rPr lang="en-US" sz="2500" b="0" i="0" smtClean="0">
                                  <a:solidFill>
                                    <a:schemeClr val="bg2"/>
                                  </a:solidFill>
                                  <a:latin typeface="Cambria Math" panose="02040503050406030204" pitchFamily="18" charset="0"/>
                                </a:rPr>
                                <m:t>y</m:t>
                              </m:r>
                            </m:e>
                          </m:d>
                        </m:e>
                      </m:nary>
                      <m:r>
                        <a:rPr lang="en-US" sz="2500" b="1" i="1" dirty="0" smtClean="0">
                          <a:solidFill>
                            <a:schemeClr val="bg1"/>
                          </a:solidFill>
                          <a:latin typeface="Cambria Math" panose="02040503050406030204" pitchFamily="18" charset="0"/>
                        </a:rPr>
                        <m:t>=</m:t>
                      </m:r>
                      <m:r>
                        <a:rPr lang="en-US" sz="2500" b="1" i="1" dirty="0" smtClean="0">
                          <a:solidFill>
                            <a:schemeClr val="bg1"/>
                          </a:solidFill>
                          <a:latin typeface="Cambria Math" panose="02040503050406030204" pitchFamily="18" charset="0"/>
                        </a:rPr>
                        <m:t>𝟏𝟎𝟔𝟎</m:t>
                      </m:r>
                    </m:oMath>
                  </m:oMathPara>
                </a14:m>
                <a:endParaRPr lang="en-IN" sz="2500" b="1" dirty="0">
                  <a:solidFill>
                    <a:schemeClr val="bg1"/>
                  </a:solidFill>
                </a:endParaRPr>
              </a:p>
            </p:txBody>
          </p:sp>
        </mc:Choice>
        <mc:Fallback xmlns="">
          <p:sp>
            <p:nvSpPr>
              <p:cNvPr id="45" name="TextBox 44">
                <a:extLst>
                  <a:ext uri="{FF2B5EF4-FFF2-40B4-BE49-F238E27FC236}">
                    <a16:creationId xmlns="" xmlns:a16="http://schemas.microsoft.com/office/drawing/2014/main" id="{68622B1E-44A3-44A2-B1C1-8D969737DA50}"/>
                  </a:ext>
                </a:extLst>
              </p:cNvPr>
              <p:cNvSpPr txBox="1">
                <a:spLocks noRot="1" noChangeAspect="1" noMove="1" noResize="1" noEditPoints="1" noAdjustHandles="1" noChangeArrowheads="1" noChangeShapeType="1" noTextEdit="1"/>
              </p:cNvSpPr>
              <p:nvPr/>
            </p:nvSpPr>
            <p:spPr>
              <a:xfrm>
                <a:off x="2623340" y="5378136"/>
                <a:ext cx="2205476" cy="1023935"/>
              </a:xfrm>
              <a:prstGeom prst="rect">
                <a:avLst/>
              </a:prstGeom>
              <a:blipFill rotWithShape="0">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68622B1E-44A3-44A2-B1C1-8D969737DA50}"/>
                  </a:ext>
                </a:extLst>
              </p:cNvPr>
              <p:cNvSpPr txBox="1"/>
              <p:nvPr/>
            </p:nvSpPr>
            <p:spPr>
              <a:xfrm>
                <a:off x="4910298" y="5378136"/>
                <a:ext cx="2359557" cy="1023935"/>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Group"/>
                    </m:oMathParaPr>
                    <m:oMath xmlns:m="http://schemas.openxmlformats.org/officeDocument/2006/math">
                      <m:nary>
                        <m:naryPr>
                          <m:chr m:val="∑"/>
                          <m:subHide m:val="on"/>
                          <m:supHide m:val="on"/>
                          <m:ctrlPr>
                            <a:rPr lang="en-US" sz="2500" i="1" smtClean="0">
                              <a:solidFill>
                                <a:schemeClr val="bg2"/>
                              </a:solidFill>
                              <a:latin typeface="Cambria Math" panose="02040503050406030204" pitchFamily="18" charset="0"/>
                            </a:rPr>
                          </m:ctrlPr>
                        </m:naryPr>
                        <m:sub/>
                        <m:sup/>
                        <m:e>
                          <m:d>
                            <m:dPr>
                              <m:ctrlPr>
                                <a:rPr lang="en-US" sz="2500" i="1">
                                  <a:solidFill>
                                    <a:schemeClr val="bg2"/>
                                  </a:solidFill>
                                  <a:latin typeface="Cambria Math" panose="02040503050406030204" pitchFamily="18" charset="0"/>
                                </a:rPr>
                              </m:ctrlPr>
                            </m:dPr>
                            <m:e>
                              <m:sSup>
                                <m:sSupPr>
                                  <m:ctrlPr>
                                    <a:rPr lang="en-US" sz="2500" b="0" i="1" smtClean="0">
                                      <a:solidFill>
                                        <a:schemeClr val="bg2"/>
                                      </a:solidFill>
                                      <a:latin typeface="Cambria Math" panose="02040503050406030204" pitchFamily="18" charset="0"/>
                                    </a:rPr>
                                  </m:ctrlPr>
                                </m:sSupPr>
                                <m:e>
                                  <m:r>
                                    <m:rPr>
                                      <m:sty m:val="p"/>
                                    </m:rPr>
                                    <a:rPr lang="en-US" sz="2500">
                                      <a:solidFill>
                                        <a:schemeClr val="bg2"/>
                                      </a:solidFill>
                                      <a:latin typeface="Cambria Math" panose="02040503050406030204" pitchFamily="18" charset="0"/>
                                    </a:rPr>
                                    <m:t>x</m:t>
                                  </m:r>
                                </m:e>
                                <m:sup>
                                  <m:r>
                                    <a:rPr lang="en-US" sz="2500" b="0" i="1" smtClean="0">
                                      <a:solidFill>
                                        <a:schemeClr val="bg2"/>
                                      </a:solidFill>
                                      <a:latin typeface="Cambria Math" panose="02040503050406030204" pitchFamily="18" charset="0"/>
                                    </a:rPr>
                                    <m:t>2</m:t>
                                  </m:r>
                                </m:sup>
                              </m:sSup>
                            </m:e>
                          </m:d>
                        </m:e>
                      </m:nary>
                      <m:r>
                        <a:rPr lang="en-US" sz="2500" b="1" i="1" dirty="0" smtClean="0">
                          <a:solidFill>
                            <a:schemeClr val="bg1"/>
                          </a:solidFill>
                          <a:latin typeface="Cambria Math" panose="02040503050406030204" pitchFamily="18" charset="0"/>
                        </a:rPr>
                        <m:t>=</m:t>
                      </m:r>
                      <m:r>
                        <a:rPr lang="en-US" sz="2500" b="1" i="1" dirty="0" smtClean="0">
                          <a:solidFill>
                            <a:schemeClr val="bg1"/>
                          </a:solidFill>
                          <a:latin typeface="Cambria Math" panose="02040503050406030204" pitchFamily="18" charset="0"/>
                        </a:rPr>
                        <m:t>𝟑𝟎𝟓𝟓</m:t>
                      </m:r>
                    </m:oMath>
                  </m:oMathPara>
                </a14:m>
                <a:endParaRPr lang="en-IN" sz="2500" b="1" dirty="0">
                  <a:solidFill>
                    <a:schemeClr val="bg1"/>
                  </a:solidFill>
                </a:endParaRPr>
              </a:p>
            </p:txBody>
          </p:sp>
        </mc:Choice>
        <mc:Fallback xmlns="">
          <p:sp>
            <p:nvSpPr>
              <p:cNvPr id="46" name="TextBox 45">
                <a:extLst>
                  <a:ext uri="{FF2B5EF4-FFF2-40B4-BE49-F238E27FC236}">
                    <a16:creationId xmlns="" xmlns:a16="http://schemas.microsoft.com/office/drawing/2014/main" id="{68622B1E-44A3-44A2-B1C1-8D969737DA50}"/>
                  </a:ext>
                </a:extLst>
              </p:cNvPr>
              <p:cNvSpPr txBox="1">
                <a:spLocks noRot="1" noChangeAspect="1" noMove="1" noResize="1" noEditPoints="1" noAdjustHandles="1" noChangeArrowheads="1" noChangeShapeType="1" noTextEdit="1"/>
              </p:cNvSpPr>
              <p:nvPr/>
            </p:nvSpPr>
            <p:spPr>
              <a:xfrm>
                <a:off x="4910298" y="5378136"/>
                <a:ext cx="2359557" cy="1023935"/>
              </a:xfrm>
              <a:prstGeom prst="rect">
                <a:avLst/>
              </a:prstGeom>
              <a:blipFill rotWithShape="0">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68622B1E-44A3-44A2-B1C1-8D969737DA50}"/>
                  </a:ext>
                </a:extLst>
              </p:cNvPr>
              <p:cNvSpPr txBox="1"/>
              <p:nvPr/>
            </p:nvSpPr>
            <p:spPr>
              <a:xfrm>
                <a:off x="7360254" y="5470102"/>
                <a:ext cx="2222210" cy="837665"/>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Group"/>
                    </m:oMathParaPr>
                    <m:oMath xmlns:m="http://schemas.openxmlformats.org/officeDocument/2006/math">
                      <m:nary>
                        <m:naryPr>
                          <m:chr m:val="∑"/>
                          <m:subHide m:val="on"/>
                          <m:supHide m:val="on"/>
                          <m:ctrlPr>
                            <a:rPr lang="en-US" sz="2000" i="1" smtClean="0">
                              <a:solidFill>
                                <a:schemeClr val="bg2"/>
                              </a:solidFill>
                              <a:latin typeface="Cambria Math" panose="02040503050406030204" pitchFamily="18" charset="0"/>
                            </a:rPr>
                          </m:ctrlPr>
                        </m:naryPr>
                        <m:sub/>
                        <m:sup/>
                        <m:e>
                          <m:d>
                            <m:dPr>
                              <m:ctrlPr>
                                <a:rPr lang="en-US" sz="2000" i="1">
                                  <a:solidFill>
                                    <a:schemeClr val="bg2"/>
                                  </a:solidFill>
                                  <a:latin typeface="Cambria Math" panose="02040503050406030204" pitchFamily="18" charset="0"/>
                                </a:rPr>
                              </m:ctrlPr>
                            </m:dPr>
                            <m:e>
                              <m:sSup>
                                <m:sSupPr>
                                  <m:ctrlPr>
                                    <a:rPr lang="en-US" sz="2000" i="1">
                                      <a:solidFill>
                                        <a:schemeClr val="bg2"/>
                                      </a:solidFill>
                                      <a:latin typeface="Cambria Math" panose="02040503050406030204" pitchFamily="18" charset="0"/>
                                    </a:rPr>
                                  </m:ctrlPr>
                                </m:sSupPr>
                                <m:e>
                                  <m:r>
                                    <m:rPr>
                                      <m:sty m:val="p"/>
                                    </m:rPr>
                                    <a:rPr lang="en-US" sz="2000" b="0" i="0" smtClean="0">
                                      <a:solidFill>
                                        <a:schemeClr val="bg2"/>
                                      </a:solidFill>
                                      <a:latin typeface="Cambria Math" panose="02040503050406030204" pitchFamily="18" charset="0"/>
                                    </a:rPr>
                                    <m:t>y</m:t>
                                  </m:r>
                                </m:e>
                                <m:sup>
                                  <m:r>
                                    <a:rPr lang="en-US" sz="2000" i="1">
                                      <a:solidFill>
                                        <a:schemeClr val="bg2"/>
                                      </a:solidFill>
                                      <a:latin typeface="Cambria Math" panose="02040503050406030204" pitchFamily="18" charset="0"/>
                                    </a:rPr>
                                    <m:t>2</m:t>
                                  </m:r>
                                </m:sup>
                              </m:sSup>
                            </m:e>
                          </m:d>
                        </m:e>
                      </m:nary>
                      <m:r>
                        <a:rPr lang="en-US" sz="2000" b="1" i="1" dirty="0">
                          <a:solidFill>
                            <a:schemeClr val="bg1"/>
                          </a:solidFill>
                          <a:latin typeface="Cambria Math" panose="02040503050406030204" pitchFamily="18" charset="0"/>
                        </a:rPr>
                        <m:t>=</m:t>
                      </m:r>
                      <m:r>
                        <a:rPr lang="en-US" sz="2000" b="1" i="1" dirty="0" smtClean="0">
                          <a:solidFill>
                            <a:schemeClr val="bg1"/>
                          </a:solidFill>
                          <a:latin typeface="Cambria Math" panose="02040503050406030204" pitchFamily="18" charset="0"/>
                        </a:rPr>
                        <m:t>𝟐𝟗𝟓𝟕𝟗𝟐</m:t>
                      </m:r>
                    </m:oMath>
                  </m:oMathPara>
                </a14:m>
                <a:endParaRPr lang="en-IN" sz="2000" b="1" dirty="0">
                  <a:solidFill>
                    <a:schemeClr val="bg1"/>
                  </a:solidFill>
                </a:endParaRPr>
              </a:p>
            </p:txBody>
          </p:sp>
        </mc:Choice>
        <mc:Fallback xmlns="">
          <p:sp>
            <p:nvSpPr>
              <p:cNvPr id="47" name="TextBox 46">
                <a:extLst>
                  <a:ext uri="{FF2B5EF4-FFF2-40B4-BE49-F238E27FC236}">
                    <a16:creationId xmlns:a16="http://schemas.microsoft.com/office/drawing/2014/main" xmlns=""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7360254" y="5470102"/>
                <a:ext cx="2222210" cy="837665"/>
              </a:xfrm>
              <a:prstGeom prst="rect">
                <a:avLst/>
              </a:prstGeom>
              <a:blipFill rotWithShape="0">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68622B1E-44A3-44A2-B1C1-8D969737DA50}"/>
                  </a:ext>
                </a:extLst>
              </p:cNvPr>
              <p:cNvSpPr txBox="1"/>
              <p:nvPr/>
            </p:nvSpPr>
            <p:spPr>
              <a:xfrm>
                <a:off x="9809866" y="5466582"/>
                <a:ext cx="2062103" cy="837665"/>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Group"/>
                    </m:oMathParaPr>
                    <m:oMath xmlns:m="http://schemas.openxmlformats.org/officeDocument/2006/math">
                      <m:nary>
                        <m:naryPr>
                          <m:chr m:val="∑"/>
                          <m:subHide m:val="on"/>
                          <m:supHide m:val="on"/>
                          <m:ctrlPr>
                            <a:rPr lang="en-US" sz="2000" i="1" smtClean="0">
                              <a:solidFill>
                                <a:schemeClr val="bg2"/>
                              </a:solidFill>
                              <a:latin typeface="Cambria Math" panose="02040503050406030204" pitchFamily="18" charset="0"/>
                            </a:rPr>
                          </m:ctrlPr>
                        </m:naryPr>
                        <m:sub/>
                        <m:sup/>
                        <m:e>
                          <m:d>
                            <m:dPr>
                              <m:ctrlPr>
                                <a:rPr lang="en-US" sz="2000" i="1">
                                  <a:solidFill>
                                    <a:schemeClr val="bg2"/>
                                  </a:solidFill>
                                  <a:latin typeface="Cambria Math" panose="02040503050406030204" pitchFamily="18" charset="0"/>
                                </a:rPr>
                              </m:ctrlPr>
                            </m:dPr>
                            <m:e>
                              <m:r>
                                <m:rPr>
                                  <m:sty m:val="p"/>
                                </m:rPr>
                                <a:rPr lang="en-US" sz="2000" b="0" i="0" smtClean="0">
                                  <a:solidFill>
                                    <a:schemeClr val="bg2"/>
                                  </a:solidFill>
                                  <a:latin typeface="Cambria Math" panose="02040503050406030204" pitchFamily="18" charset="0"/>
                                </a:rPr>
                                <m:t>xy</m:t>
                              </m:r>
                            </m:e>
                          </m:d>
                        </m:e>
                      </m:nary>
                      <m:r>
                        <a:rPr lang="en-US" sz="2000" b="1" i="1" dirty="0">
                          <a:solidFill>
                            <a:schemeClr val="bg1"/>
                          </a:solidFill>
                          <a:latin typeface="Cambria Math" panose="02040503050406030204" pitchFamily="18" charset="0"/>
                        </a:rPr>
                        <m:t>=</m:t>
                      </m:r>
                      <m:r>
                        <a:rPr lang="en-US" sz="2000" b="1" i="1" dirty="0">
                          <a:solidFill>
                            <a:schemeClr val="bg1"/>
                          </a:solidFill>
                          <a:latin typeface="Cambria Math" panose="02040503050406030204" pitchFamily="18" charset="0"/>
                        </a:rPr>
                        <m:t>𝟐𝟐𝟓𝟎𝟖</m:t>
                      </m:r>
                    </m:oMath>
                  </m:oMathPara>
                </a14:m>
                <a:endParaRPr lang="en-IN" sz="2000" b="1" dirty="0">
                  <a:solidFill>
                    <a:schemeClr val="bg1"/>
                  </a:solidFill>
                </a:endParaRPr>
              </a:p>
            </p:txBody>
          </p:sp>
        </mc:Choice>
        <mc:Fallback xmlns="">
          <p:sp>
            <p:nvSpPr>
              <p:cNvPr id="48" name="TextBox 47">
                <a:extLst>
                  <a:ext uri="{FF2B5EF4-FFF2-40B4-BE49-F238E27FC236}">
                    <a16:creationId xmlns:a16="http://schemas.microsoft.com/office/drawing/2014/main" xmlns=""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9809866" y="5466582"/>
                <a:ext cx="2062103" cy="837665"/>
              </a:xfrm>
              <a:prstGeom prst="rect">
                <a:avLst/>
              </a:prstGeom>
              <a:blipFill rotWithShape="0">
                <a:blip r:embed="rId1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838186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1"/>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2"/>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43"/>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4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45"/>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6"/>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47"/>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P spid="28" grpId="0"/>
      <p:bldP spid="29" grpId="0"/>
      <p:bldP spid="30" grpId="0"/>
      <p:bldP spid="31" grpId="0"/>
      <p:bldP spid="32" grpId="0"/>
      <p:bldP spid="33" grpId="0"/>
      <p:bldP spid="34" grpId="0"/>
      <p:bldP spid="35" grpId="0"/>
      <p:bldP spid="36" grpId="0"/>
      <p:bldP spid="37" grpId="0"/>
      <p:bldP spid="38" grpId="0"/>
      <p:bldP spid="39" grpId="0"/>
      <p:bldP spid="40" grpId="0"/>
      <p:bldP spid="41" grpId="0"/>
      <p:bldP spid="42" grpId="0"/>
      <p:bldP spid="43" grpId="0"/>
      <p:bldP spid="44" grpId="0"/>
      <p:bldP spid="45" grpId="0"/>
      <p:bldP spid="46" grpId="0"/>
      <p:bldP spid="47" grpId="0"/>
      <p:bldP spid="48"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1 ⇝ Example 2(</a:t>
            </a:r>
            <a:r>
              <a:rPr lang="en-GB" dirty="0">
                <a:solidFill>
                  <a:srgbClr val="FF0000"/>
                </a:solidFill>
              </a:rPr>
              <a:t>Continue</a:t>
            </a:r>
            <a:r>
              <a:rPr lang="en-GB" dirty="0"/>
              <a:t>)</a:t>
            </a:r>
            <a:endParaRPr lang="en-US" dirty="0"/>
          </a:p>
        </p:txBody>
      </p:sp>
      <p:sp>
        <p:nvSpPr>
          <p:cNvPr id="8" name="Rectangle 7"/>
          <p:cNvSpPr/>
          <p:nvPr/>
        </p:nvSpPr>
        <p:spPr>
          <a:xfrm>
            <a:off x="137271" y="859577"/>
            <a:ext cx="11718273" cy="523220"/>
          </a:xfrm>
          <a:prstGeom prst="rect">
            <a:avLst/>
          </a:prstGeom>
        </p:spPr>
        <p:txBody>
          <a:bodyPr wrap="none">
            <a:spAutoFit/>
          </a:bodyPr>
          <a:lstStyle/>
          <a:p>
            <a:r>
              <a:rPr lang="en-US" sz="2800" dirty="0">
                <a:solidFill>
                  <a:srgbClr val="002060"/>
                </a:solidFill>
              </a:rPr>
              <a:t>Let us substitute all the values in the </a:t>
            </a:r>
            <a:r>
              <a:rPr lang="en-US" sz="2800" dirty="0">
                <a:solidFill>
                  <a:srgbClr val="FF0000"/>
                </a:solidFill>
              </a:rPr>
              <a:t>formula</a:t>
            </a:r>
            <a:r>
              <a:rPr lang="en-US" sz="2800" dirty="0">
                <a:solidFill>
                  <a:srgbClr val="002060"/>
                </a:solidFill>
              </a:rPr>
              <a:t> to find the coefficient of correlation </a:t>
            </a:r>
            <a:endParaRPr lang="en-US" dirty="0"/>
          </a:p>
        </p:txBody>
      </p:sp>
      <mc:AlternateContent xmlns:mc="http://schemas.openxmlformats.org/markup-compatibility/2006" xmlns:a14="http://schemas.microsoft.com/office/drawing/2010/main">
        <mc:Choice Requires="a14">
          <p:sp>
            <p:nvSpPr>
              <p:cNvPr id="50" name="Rectangle 49"/>
              <p:cNvSpPr/>
              <p:nvPr/>
            </p:nvSpPr>
            <p:spPr>
              <a:xfrm>
                <a:off x="137271" y="1689418"/>
                <a:ext cx="8444363" cy="1225785"/>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m:rPr>
                          <m:sty m:val="p"/>
                        </m:rPr>
                        <a:rPr lang="en-US" sz="2800" smtClean="0">
                          <a:solidFill>
                            <a:srgbClr val="002060"/>
                          </a:solidFill>
                          <a:latin typeface="Cambria Math" panose="02040503050406030204" pitchFamily="18" charset="0"/>
                        </a:rPr>
                        <m:t>r</m:t>
                      </m:r>
                      <m:r>
                        <a:rPr lang="en-US" sz="2800" smtClean="0">
                          <a:solidFill>
                            <a:srgbClr val="002060"/>
                          </a:solidFill>
                          <a:latin typeface="Cambria Math" panose="02040503050406030204" pitchFamily="18" charset="0"/>
                        </a:rPr>
                        <m:t>=</m:t>
                      </m:r>
                      <m:f>
                        <m:fPr>
                          <m:ctrlPr>
                            <a:rPr lang="en-US" sz="2800" i="1">
                              <a:solidFill>
                                <a:srgbClr val="C00000"/>
                              </a:solidFill>
                              <a:latin typeface="Cambria Math" panose="02040503050406030204" pitchFamily="18" charset="0"/>
                            </a:rPr>
                          </m:ctrlPr>
                        </m:fPr>
                        <m:num>
                          <m:r>
                            <m:rPr>
                              <m:sty m:val="p"/>
                            </m:rPr>
                            <a:rPr lang="en-US" sz="2800" smtClean="0">
                              <a:solidFill>
                                <a:srgbClr val="FF0000"/>
                              </a:solidFill>
                              <a:latin typeface="Cambria Math" panose="02040503050406030204" pitchFamily="18" charset="0"/>
                            </a:rPr>
                            <m:t>n</m:t>
                          </m:r>
                          <m:r>
                            <a:rPr lang="en-US" sz="2800">
                              <a:solidFill>
                                <a:srgbClr val="002060"/>
                              </a:solidFill>
                              <a:latin typeface="Cambria Math" panose="02040503050406030204" pitchFamily="18" charset="0"/>
                            </a:rPr>
                            <m:t>⋅</m:t>
                          </m:r>
                          <m:nary>
                            <m:naryPr>
                              <m:chr m:val="∑"/>
                              <m:subHide m:val="on"/>
                              <m:supHide m:val="on"/>
                              <m:ctrlPr>
                                <a:rPr lang="en-US" sz="2800" i="1">
                                  <a:solidFill>
                                    <a:srgbClr val="002060"/>
                                  </a:solidFill>
                                  <a:latin typeface="Cambria Math" panose="02040503050406030204" pitchFamily="18" charset="0"/>
                                </a:rPr>
                              </m:ctrlPr>
                            </m:naryPr>
                            <m:sub/>
                            <m:sup/>
                            <m:e>
                              <m:d>
                                <m:dPr>
                                  <m:ctrlPr>
                                    <a:rPr lang="en-US"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xy</m:t>
                                  </m:r>
                                </m:e>
                              </m:d>
                            </m:e>
                          </m:nary>
                          <m:r>
                            <a:rPr lang="en-US" sz="2800">
                              <a:solidFill>
                                <a:srgbClr val="002060"/>
                              </a:solidFill>
                              <a:latin typeface="Cambria Math" panose="02040503050406030204" pitchFamily="18" charset="0"/>
                            </a:rPr>
                            <m:t>− </m:t>
                          </m:r>
                          <m:nary>
                            <m:naryPr>
                              <m:chr m:val="∑"/>
                              <m:subHide m:val="on"/>
                              <m:supHide m:val="on"/>
                              <m:ctrlPr>
                                <a:rPr lang="en-US" sz="2800" i="1" smtClean="0">
                                  <a:solidFill>
                                    <a:srgbClr val="7030A0"/>
                                  </a:solidFill>
                                  <a:latin typeface="Cambria Math" panose="02040503050406030204" pitchFamily="18" charset="0"/>
                                </a:rPr>
                              </m:ctrlPr>
                            </m:naryPr>
                            <m:sub/>
                            <m:sup/>
                            <m:e>
                              <m:d>
                                <m:dPr>
                                  <m:ctrlPr>
                                    <a:rPr lang="en-US" sz="2800" i="1">
                                      <a:solidFill>
                                        <a:srgbClr val="7030A0"/>
                                      </a:solidFill>
                                      <a:latin typeface="Cambria Math" panose="02040503050406030204" pitchFamily="18" charset="0"/>
                                    </a:rPr>
                                  </m:ctrlPr>
                                </m:dPr>
                                <m:e>
                                  <m:r>
                                    <m:rPr>
                                      <m:sty m:val="p"/>
                                    </m:rPr>
                                    <a:rPr lang="en-US" sz="2800">
                                      <a:solidFill>
                                        <a:srgbClr val="7030A0"/>
                                      </a:solidFill>
                                      <a:latin typeface="Cambria Math" panose="02040503050406030204" pitchFamily="18" charset="0"/>
                                    </a:rPr>
                                    <m:t>x</m:t>
                                  </m:r>
                                </m:e>
                              </m:d>
                            </m:e>
                          </m:nary>
                          <m:r>
                            <a:rPr lang="en-US" sz="2800">
                              <a:solidFill>
                                <a:srgbClr val="002060"/>
                              </a:solidFill>
                              <a:latin typeface="Cambria Math" panose="02040503050406030204" pitchFamily="18" charset="0"/>
                            </a:rPr>
                            <m:t>⋅</m:t>
                          </m:r>
                          <m:nary>
                            <m:naryPr>
                              <m:chr m:val="∑"/>
                              <m:subHide m:val="on"/>
                              <m:supHide m:val="on"/>
                              <m:ctrlPr>
                                <a:rPr lang="en-US" sz="2800" i="1" smtClean="0">
                                  <a:solidFill>
                                    <a:srgbClr val="0070C0"/>
                                  </a:solidFill>
                                  <a:latin typeface="Cambria Math" panose="02040503050406030204" pitchFamily="18" charset="0"/>
                                </a:rPr>
                              </m:ctrlPr>
                            </m:naryPr>
                            <m:sub/>
                            <m:sup/>
                            <m:e>
                              <m:d>
                                <m:dPr>
                                  <m:ctrlPr>
                                    <a:rPr lang="en-US" sz="2800" i="1">
                                      <a:solidFill>
                                        <a:srgbClr val="0070C0"/>
                                      </a:solidFill>
                                      <a:latin typeface="Cambria Math" panose="02040503050406030204" pitchFamily="18" charset="0"/>
                                    </a:rPr>
                                  </m:ctrlPr>
                                </m:dPr>
                                <m:e>
                                  <m:r>
                                    <m:rPr>
                                      <m:sty m:val="p"/>
                                    </m:rPr>
                                    <a:rPr lang="en-US" sz="2800">
                                      <a:solidFill>
                                        <a:srgbClr val="0070C0"/>
                                      </a:solidFill>
                                      <a:latin typeface="Cambria Math" panose="02040503050406030204" pitchFamily="18" charset="0"/>
                                    </a:rPr>
                                    <m:t>y</m:t>
                                  </m:r>
                                </m:e>
                              </m:d>
                            </m:e>
                          </m:nary>
                        </m:num>
                        <m:den>
                          <m:eqArr>
                            <m:eqArrPr>
                              <m:ctrlPr>
                                <a:rPr lang="en-US" sz="2800" i="1">
                                  <a:solidFill>
                                    <a:srgbClr val="C00000"/>
                                  </a:solidFill>
                                  <a:latin typeface="Cambria Math" panose="02040503050406030204" pitchFamily="18" charset="0"/>
                                </a:rPr>
                              </m:ctrlPr>
                            </m:eqArrPr>
                            <m:e>
                              <m:r>
                                <a:rPr lang="en-US" sz="2800">
                                  <a:solidFill>
                                    <a:srgbClr val="C00000"/>
                                  </a:solidFill>
                                  <a:latin typeface="Cambria Math" panose="02040503050406030204" pitchFamily="18" charset="0"/>
                                </a:rPr>
                                <m:t> </m:t>
                              </m:r>
                            </m:e>
                            <m:e>
                              <m:r>
                                <a:rPr lang="en-US" sz="2800">
                                  <a:solidFill>
                                    <a:srgbClr val="C00000"/>
                                  </a:solidFill>
                                  <a:latin typeface="Cambria Math" panose="02040503050406030204" pitchFamily="18" charset="0"/>
                                </a:rPr>
                                <m:t>   </m:t>
                              </m:r>
                              <m:rad>
                                <m:radPr>
                                  <m:degHide m:val="on"/>
                                  <m:ctrlPr>
                                    <a:rPr lang="en-US" sz="2800" i="1">
                                      <a:solidFill>
                                        <a:srgbClr val="002060"/>
                                      </a:solidFill>
                                      <a:latin typeface="Cambria Math" panose="02040503050406030204" pitchFamily="18" charset="0"/>
                                    </a:rPr>
                                  </m:ctrlPr>
                                </m:radPr>
                                <m:deg/>
                                <m:e>
                                  <m:r>
                                    <m:rPr>
                                      <m:sty m:val="p"/>
                                    </m:rPr>
                                    <a:rPr lang="en-US" sz="2800" smtClean="0">
                                      <a:solidFill>
                                        <a:srgbClr val="FF0000"/>
                                      </a:solidFill>
                                      <a:latin typeface="Cambria Math" panose="02040503050406030204" pitchFamily="18" charset="0"/>
                                    </a:rPr>
                                    <m:t>n</m:t>
                                  </m:r>
                                  <m:r>
                                    <a:rPr lang="en-US" sz="2800">
                                      <a:solidFill>
                                        <a:srgbClr val="002060"/>
                                      </a:solidFill>
                                      <a:latin typeface="Cambria Math" panose="02040503050406030204" pitchFamily="18" charset="0"/>
                                    </a:rPr>
                                    <m:t>⋅</m:t>
                                  </m:r>
                                  <m:nary>
                                    <m:naryPr>
                                      <m:chr m:val="∑"/>
                                      <m:subHide m:val="on"/>
                                      <m:supHide m:val="on"/>
                                      <m:ctrlPr>
                                        <a:rPr lang="en-US" sz="2800" i="1">
                                          <a:solidFill>
                                            <a:srgbClr val="002060"/>
                                          </a:solidFill>
                                          <a:latin typeface="Cambria Math" panose="02040503050406030204" pitchFamily="18" charset="0"/>
                                        </a:rPr>
                                      </m:ctrlPr>
                                    </m:naryPr>
                                    <m:sub/>
                                    <m:sup/>
                                    <m:e>
                                      <m:d>
                                        <m:dPr>
                                          <m:ctrlPr>
                                            <a:rPr lang="en-US" sz="2800" i="1">
                                              <a:solidFill>
                                                <a:srgbClr val="002060"/>
                                              </a:solidFill>
                                              <a:latin typeface="Cambria Math" panose="02040503050406030204" pitchFamily="18" charset="0"/>
                                            </a:rPr>
                                          </m:ctrlPr>
                                        </m:dPr>
                                        <m:e>
                                          <m:sSup>
                                            <m:sSupPr>
                                              <m:ctrlPr>
                                                <a:rPr lang="en-US" sz="2800" i="1">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x</m:t>
                                              </m:r>
                                            </m:e>
                                            <m:sup>
                                              <m:r>
                                                <a:rPr lang="en-US" sz="2800">
                                                  <a:solidFill>
                                                    <a:srgbClr val="002060"/>
                                                  </a:solidFill>
                                                  <a:latin typeface="Cambria Math" panose="02040503050406030204" pitchFamily="18" charset="0"/>
                                                </a:rPr>
                                                <m:t>2</m:t>
                                              </m:r>
                                            </m:sup>
                                          </m:sSup>
                                        </m:e>
                                      </m:d>
                                    </m:e>
                                  </m:nary>
                                  <m:r>
                                    <a:rPr lang="en-US" sz="2800">
                                      <a:solidFill>
                                        <a:srgbClr val="002060"/>
                                      </a:solidFill>
                                      <a:latin typeface="Cambria Math" panose="02040503050406030204" pitchFamily="18" charset="0"/>
                                    </a:rPr>
                                    <m:t>−</m:t>
                                  </m:r>
                                  <m:sSup>
                                    <m:sSupPr>
                                      <m:ctrlPr>
                                        <a:rPr lang="en-US" sz="2800" i="1">
                                          <a:solidFill>
                                            <a:srgbClr val="002060"/>
                                          </a:solidFill>
                                          <a:latin typeface="Cambria Math" panose="02040503050406030204" pitchFamily="18" charset="0"/>
                                        </a:rPr>
                                      </m:ctrlPr>
                                    </m:sSupPr>
                                    <m:e>
                                      <m:d>
                                        <m:dPr>
                                          <m:ctrlPr>
                                            <a:rPr lang="en-US"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 </m:t>
                                          </m:r>
                                          <m:nary>
                                            <m:naryPr>
                                              <m:chr m:val="∑"/>
                                              <m:subHide m:val="on"/>
                                              <m:supHide m:val="on"/>
                                              <m:ctrlPr>
                                                <a:rPr lang="en-US" sz="2800" i="1" smtClean="0">
                                                  <a:solidFill>
                                                    <a:srgbClr val="7030A0"/>
                                                  </a:solidFill>
                                                  <a:latin typeface="Cambria Math" panose="02040503050406030204" pitchFamily="18" charset="0"/>
                                                </a:rPr>
                                              </m:ctrlPr>
                                            </m:naryPr>
                                            <m:sub/>
                                            <m:sup/>
                                            <m:e>
                                              <m:r>
                                                <m:rPr>
                                                  <m:sty m:val="p"/>
                                                </m:rPr>
                                                <a:rPr lang="en-US" sz="2800">
                                                  <a:solidFill>
                                                    <a:srgbClr val="7030A0"/>
                                                  </a:solidFill>
                                                  <a:latin typeface="Cambria Math" panose="02040503050406030204" pitchFamily="18" charset="0"/>
                                                </a:rPr>
                                                <m:t>x</m:t>
                                              </m:r>
                                            </m:e>
                                          </m:nary>
                                          <m:r>
                                            <a:rPr lang="en-US" sz="2800">
                                              <a:solidFill>
                                                <a:srgbClr val="002060"/>
                                              </a:solidFill>
                                              <a:latin typeface="Cambria Math" panose="02040503050406030204" pitchFamily="18" charset="0"/>
                                            </a:rPr>
                                            <m:t> </m:t>
                                          </m:r>
                                        </m:e>
                                      </m:d>
                                    </m:e>
                                    <m:sup>
                                      <m:r>
                                        <a:rPr lang="en-US" sz="2800">
                                          <a:solidFill>
                                            <a:srgbClr val="002060"/>
                                          </a:solidFill>
                                          <a:latin typeface="Cambria Math" panose="02040503050406030204" pitchFamily="18" charset="0"/>
                                        </a:rPr>
                                        <m:t>2</m:t>
                                      </m:r>
                                    </m:sup>
                                  </m:sSup>
                                  <m:r>
                                    <a:rPr lang="en-US" sz="2800">
                                      <a:solidFill>
                                        <a:srgbClr val="002060"/>
                                      </a:solidFill>
                                      <a:latin typeface="Cambria Math" panose="02040503050406030204" pitchFamily="18" charset="0"/>
                                    </a:rPr>
                                    <m:t>  </m:t>
                                  </m:r>
                                </m:e>
                              </m:rad>
                              <m:r>
                                <a:rPr lang="en-US" sz="2800">
                                  <a:solidFill>
                                    <a:srgbClr val="002060"/>
                                  </a:solidFill>
                                  <a:latin typeface="Cambria Math" panose="02040503050406030204" pitchFamily="18" charset="0"/>
                                </a:rPr>
                                <m:t>⋅</m:t>
                              </m:r>
                              <m:rad>
                                <m:radPr>
                                  <m:degHide m:val="on"/>
                                  <m:ctrlPr>
                                    <a:rPr lang="en-US" sz="2800" i="1">
                                      <a:solidFill>
                                        <a:srgbClr val="002060"/>
                                      </a:solidFill>
                                      <a:latin typeface="Cambria Math" panose="02040503050406030204" pitchFamily="18" charset="0"/>
                                    </a:rPr>
                                  </m:ctrlPr>
                                </m:radPr>
                                <m:deg/>
                                <m:e>
                                  <m:r>
                                    <m:rPr>
                                      <m:sty m:val="p"/>
                                    </m:rPr>
                                    <a:rPr lang="en-US" sz="2800" smtClean="0">
                                      <a:solidFill>
                                        <a:srgbClr val="FF0000"/>
                                      </a:solidFill>
                                      <a:latin typeface="Cambria Math" panose="02040503050406030204" pitchFamily="18" charset="0"/>
                                    </a:rPr>
                                    <m:t>n</m:t>
                                  </m:r>
                                  <m:r>
                                    <a:rPr lang="en-US" sz="2800">
                                      <a:solidFill>
                                        <a:srgbClr val="002060"/>
                                      </a:solidFill>
                                      <a:latin typeface="Cambria Math" panose="02040503050406030204" pitchFamily="18" charset="0"/>
                                    </a:rPr>
                                    <m:t>⋅</m:t>
                                  </m:r>
                                  <m:nary>
                                    <m:naryPr>
                                      <m:chr m:val="∑"/>
                                      <m:subHide m:val="on"/>
                                      <m:supHide m:val="on"/>
                                      <m:ctrlPr>
                                        <a:rPr lang="en-US" sz="2800" i="1">
                                          <a:solidFill>
                                            <a:srgbClr val="002060"/>
                                          </a:solidFill>
                                          <a:latin typeface="Cambria Math" panose="02040503050406030204" pitchFamily="18" charset="0"/>
                                        </a:rPr>
                                      </m:ctrlPr>
                                    </m:naryPr>
                                    <m:sub/>
                                    <m:sup/>
                                    <m:e>
                                      <m:d>
                                        <m:dPr>
                                          <m:ctrlPr>
                                            <a:rPr lang="en-US" sz="2800" i="1">
                                              <a:solidFill>
                                                <a:srgbClr val="002060"/>
                                              </a:solidFill>
                                              <a:latin typeface="Cambria Math" panose="02040503050406030204" pitchFamily="18" charset="0"/>
                                            </a:rPr>
                                          </m:ctrlPr>
                                        </m:dPr>
                                        <m:e>
                                          <m:sSup>
                                            <m:sSupPr>
                                              <m:ctrlPr>
                                                <a:rPr lang="en-US" sz="2800" i="1">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y</m:t>
                                              </m:r>
                                            </m:e>
                                            <m:sup>
                                              <m:r>
                                                <a:rPr lang="en-US" sz="2800">
                                                  <a:solidFill>
                                                    <a:srgbClr val="002060"/>
                                                  </a:solidFill>
                                                  <a:latin typeface="Cambria Math" panose="02040503050406030204" pitchFamily="18" charset="0"/>
                                                </a:rPr>
                                                <m:t>2</m:t>
                                              </m:r>
                                            </m:sup>
                                          </m:sSup>
                                        </m:e>
                                      </m:d>
                                    </m:e>
                                  </m:nary>
                                  <m:r>
                                    <a:rPr lang="en-US" sz="2800">
                                      <a:solidFill>
                                        <a:srgbClr val="002060"/>
                                      </a:solidFill>
                                      <a:latin typeface="Cambria Math" panose="02040503050406030204" pitchFamily="18" charset="0"/>
                                    </a:rPr>
                                    <m:t>−</m:t>
                                  </m:r>
                                  <m:sSup>
                                    <m:sSupPr>
                                      <m:ctrlPr>
                                        <a:rPr lang="en-US" sz="2800" i="1">
                                          <a:solidFill>
                                            <a:srgbClr val="002060"/>
                                          </a:solidFill>
                                          <a:latin typeface="Cambria Math" panose="02040503050406030204" pitchFamily="18" charset="0"/>
                                        </a:rPr>
                                      </m:ctrlPr>
                                    </m:sSupPr>
                                    <m:e>
                                      <m:d>
                                        <m:dPr>
                                          <m:ctrlPr>
                                            <a:rPr lang="en-US"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 </m:t>
                                          </m:r>
                                          <m:nary>
                                            <m:naryPr>
                                              <m:chr m:val="∑"/>
                                              <m:subHide m:val="on"/>
                                              <m:supHide m:val="on"/>
                                              <m:ctrlPr>
                                                <a:rPr lang="en-US" sz="2800" i="1" smtClean="0">
                                                  <a:solidFill>
                                                    <a:srgbClr val="0070C0"/>
                                                  </a:solidFill>
                                                  <a:latin typeface="Cambria Math" panose="02040503050406030204" pitchFamily="18" charset="0"/>
                                                </a:rPr>
                                              </m:ctrlPr>
                                            </m:naryPr>
                                            <m:sub/>
                                            <m:sup/>
                                            <m:e>
                                              <m:r>
                                                <m:rPr>
                                                  <m:sty m:val="p"/>
                                                </m:rPr>
                                                <a:rPr lang="en-US" sz="2800">
                                                  <a:solidFill>
                                                    <a:srgbClr val="0070C0"/>
                                                  </a:solidFill>
                                                  <a:latin typeface="Cambria Math" panose="02040503050406030204" pitchFamily="18" charset="0"/>
                                                </a:rPr>
                                                <m:t>y</m:t>
                                              </m:r>
                                            </m:e>
                                          </m:nary>
                                          <m:r>
                                            <a:rPr lang="en-US" sz="2800">
                                              <a:solidFill>
                                                <a:srgbClr val="002060"/>
                                              </a:solidFill>
                                              <a:latin typeface="Cambria Math" panose="02040503050406030204" pitchFamily="18" charset="0"/>
                                            </a:rPr>
                                            <m:t> </m:t>
                                          </m:r>
                                        </m:e>
                                      </m:d>
                                    </m:e>
                                    <m:sup>
                                      <m:r>
                                        <a:rPr lang="en-US" sz="2800">
                                          <a:solidFill>
                                            <a:srgbClr val="002060"/>
                                          </a:solidFill>
                                          <a:latin typeface="Cambria Math" panose="02040503050406030204" pitchFamily="18" charset="0"/>
                                        </a:rPr>
                                        <m:t>2</m:t>
                                      </m:r>
                                    </m:sup>
                                  </m:sSup>
                                  <m:r>
                                    <a:rPr lang="en-US" sz="2800">
                                      <a:solidFill>
                                        <a:srgbClr val="002060"/>
                                      </a:solidFill>
                                      <a:latin typeface="Cambria Math" panose="02040503050406030204" pitchFamily="18" charset="0"/>
                                    </a:rPr>
                                    <m:t>  </m:t>
                                  </m:r>
                                </m:e>
                              </m:rad>
                              <m:r>
                                <a:rPr lang="en-US" sz="2800">
                                  <a:solidFill>
                                    <a:srgbClr val="C00000"/>
                                  </a:solidFill>
                                  <a:latin typeface="Cambria Math" panose="02040503050406030204" pitchFamily="18" charset="0"/>
                                </a:rPr>
                                <m:t>     </m:t>
                              </m:r>
                            </m:e>
                          </m:eqArr>
                        </m:den>
                      </m:f>
                    </m:oMath>
                  </m:oMathPara>
                </a14:m>
                <a:endParaRPr lang="en-US" dirty="0"/>
              </a:p>
            </p:txBody>
          </p:sp>
        </mc:Choice>
        <mc:Fallback xmlns="">
          <p:sp>
            <p:nvSpPr>
              <p:cNvPr id="50" name="Rectangle 49"/>
              <p:cNvSpPr>
                <a:spLocks noRot="1" noChangeAspect="1" noMove="1" noResize="1" noEditPoints="1" noAdjustHandles="1" noChangeArrowheads="1" noChangeShapeType="1" noTextEdit="1"/>
              </p:cNvSpPr>
              <p:nvPr/>
            </p:nvSpPr>
            <p:spPr>
              <a:xfrm>
                <a:off x="137271" y="1689418"/>
                <a:ext cx="8444363" cy="1225785"/>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Rectangle 53"/>
              <p:cNvSpPr/>
              <p:nvPr/>
            </p:nvSpPr>
            <p:spPr>
              <a:xfrm>
                <a:off x="131811" y="3310343"/>
                <a:ext cx="9015930" cy="1224053"/>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m:rPr>
                          <m:sty m:val="p"/>
                        </m:rPr>
                        <a:rPr lang="en-US" sz="2800" smtClean="0">
                          <a:solidFill>
                            <a:schemeClr val="bg1"/>
                          </a:solidFill>
                          <a:latin typeface="Cambria Math" panose="02040503050406030204" pitchFamily="18" charset="0"/>
                        </a:rPr>
                        <m:t>r</m:t>
                      </m:r>
                      <m:r>
                        <a:rPr lang="en-US" sz="2800" smtClean="0">
                          <a:solidFill>
                            <a:srgbClr val="002060"/>
                          </a:solidFill>
                          <a:latin typeface="Cambria Math" panose="02040503050406030204" pitchFamily="18" charset="0"/>
                        </a:rPr>
                        <m:t>=</m:t>
                      </m:r>
                      <m:f>
                        <m:fPr>
                          <m:ctrlPr>
                            <a:rPr lang="en-US" sz="2800" i="1">
                              <a:solidFill>
                                <a:srgbClr val="C00000"/>
                              </a:solidFill>
                              <a:latin typeface="Cambria Math" panose="02040503050406030204" pitchFamily="18" charset="0"/>
                            </a:rPr>
                          </m:ctrlPr>
                        </m:fPr>
                        <m:num>
                          <m:r>
                            <a:rPr lang="en-US" sz="2800" b="0" i="0" smtClean="0">
                              <a:solidFill>
                                <a:schemeClr val="bg1"/>
                              </a:solidFill>
                              <a:latin typeface="Cambria Math" panose="02040503050406030204" pitchFamily="18" charset="0"/>
                            </a:rPr>
                            <m:t>6</m:t>
                          </m:r>
                          <m:r>
                            <a:rPr lang="en-US" sz="2800">
                              <a:solidFill>
                                <a:srgbClr val="002060"/>
                              </a:solidFill>
                              <a:latin typeface="Cambria Math" panose="02040503050406030204" pitchFamily="18" charset="0"/>
                            </a:rPr>
                            <m:t>⋅</m:t>
                          </m:r>
                          <m:r>
                            <a:rPr lang="en-US" sz="2800" b="0" i="1" smtClean="0">
                              <a:solidFill>
                                <a:schemeClr val="bg1"/>
                              </a:solidFill>
                              <a:latin typeface="Cambria Math" panose="02040503050406030204" pitchFamily="18" charset="0"/>
                            </a:rPr>
                            <m:t>22508</m:t>
                          </m:r>
                          <m:r>
                            <a:rPr lang="en-US" sz="2800">
                              <a:solidFill>
                                <a:srgbClr val="002060"/>
                              </a:solidFill>
                              <a:latin typeface="Cambria Math" panose="02040503050406030204" pitchFamily="18" charset="0"/>
                            </a:rPr>
                            <m:t>−</m:t>
                          </m:r>
                          <m:d>
                            <m:dPr>
                              <m:ctrlPr>
                                <a:rPr lang="en-US" sz="2800" b="0" i="1" smtClean="0">
                                  <a:solidFill>
                                    <a:srgbClr val="002060"/>
                                  </a:solidFill>
                                  <a:latin typeface="Cambria Math" panose="02040503050406030204" pitchFamily="18" charset="0"/>
                                </a:rPr>
                              </m:ctrlPr>
                            </m:dPr>
                            <m:e>
                              <m:r>
                                <a:rPr lang="en-US" sz="2800" b="0" i="1" smtClean="0">
                                  <a:solidFill>
                                    <a:srgbClr val="002060"/>
                                  </a:solidFill>
                                  <a:latin typeface="Cambria Math" panose="02040503050406030204" pitchFamily="18" charset="0"/>
                                </a:rPr>
                                <m:t> </m:t>
                              </m:r>
                              <m:r>
                                <a:rPr lang="en-US" sz="2800" b="0" i="0" smtClean="0">
                                  <a:solidFill>
                                    <a:schemeClr val="bg1"/>
                                  </a:solidFill>
                                  <a:latin typeface="Cambria Math" panose="02040503050406030204" pitchFamily="18" charset="0"/>
                                </a:rPr>
                                <m:t>135</m:t>
                              </m:r>
                              <m:r>
                                <a:rPr lang="en-US" sz="2800">
                                  <a:solidFill>
                                    <a:srgbClr val="002060"/>
                                  </a:solidFill>
                                  <a:latin typeface="Cambria Math" panose="02040503050406030204" pitchFamily="18" charset="0"/>
                                </a:rPr>
                                <m:t>⋅</m:t>
                              </m:r>
                              <m:r>
                                <a:rPr lang="en-US" sz="2800" b="0" i="1" smtClean="0">
                                  <a:solidFill>
                                    <a:schemeClr val="bg1"/>
                                  </a:solidFill>
                                  <a:latin typeface="Cambria Math" panose="02040503050406030204" pitchFamily="18" charset="0"/>
                                </a:rPr>
                                <m:t>1060</m:t>
                              </m:r>
                              <m:r>
                                <a:rPr lang="en-US" sz="2800" b="0" i="1" smtClean="0">
                                  <a:solidFill>
                                    <a:srgbClr val="002060"/>
                                  </a:solidFill>
                                  <a:latin typeface="Cambria Math" panose="02040503050406030204" pitchFamily="18" charset="0"/>
                                </a:rPr>
                                <m:t> </m:t>
                              </m:r>
                            </m:e>
                          </m:d>
                        </m:num>
                        <m:den>
                          <m:eqArr>
                            <m:eqArrPr>
                              <m:ctrlPr>
                                <a:rPr lang="en-US" sz="2800" i="1">
                                  <a:solidFill>
                                    <a:srgbClr val="C00000"/>
                                  </a:solidFill>
                                  <a:latin typeface="Cambria Math" panose="02040503050406030204" pitchFamily="18" charset="0"/>
                                </a:rPr>
                              </m:ctrlPr>
                            </m:eqArrPr>
                            <m:e>
                              <m:r>
                                <a:rPr lang="en-US" sz="2800">
                                  <a:solidFill>
                                    <a:srgbClr val="C00000"/>
                                  </a:solidFill>
                                  <a:latin typeface="Cambria Math" panose="02040503050406030204" pitchFamily="18" charset="0"/>
                                </a:rPr>
                                <m:t> </m:t>
                              </m:r>
                            </m:e>
                            <m:e>
                              <m:r>
                                <a:rPr lang="en-US" sz="2800">
                                  <a:solidFill>
                                    <a:srgbClr val="C00000"/>
                                  </a:solidFill>
                                  <a:latin typeface="Cambria Math" panose="02040503050406030204" pitchFamily="18" charset="0"/>
                                </a:rPr>
                                <m:t>   </m:t>
                              </m:r>
                              <m:rad>
                                <m:radPr>
                                  <m:degHide m:val="on"/>
                                  <m:ctrlPr>
                                    <a:rPr lang="en-US" sz="2800" i="1" smtClean="0">
                                      <a:solidFill>
                                        <a:srgbClr val="002060"/>
                                      </a:solidFill>
                                      <a:latin typeface="Cambria Math" panose="02040503050406030204" pitchFamily="18" charset="0"/>
                                    </a:rPr>
                                  </m:ctrlPr>
                                </m:radPr>
                                <m:deg/>
                                <m:e>
                                  <m:r>
                                    <a:rPr lang="en-US" sz="2800" b="0" i="0" smtClean="0">
                                      <a:solidFill>
                                        <a:schemeClr val="bg1"/>
                                      </a:solidFill>
                                      <a:latin typeface="Cambria Math" panose="02040503050406030204" pitchFamily="18" charset="0"/>
                                    </a:rPr>
                                    <m:t>6</m:t>
                                  </m:r>
                                  <m:r>
                                    <a:rPr lang="en-US" sz="2800">
                                      <a:solidFill>
                                        <a:srgbClr val="002060"/>
                                      </a:solidFill>
                                      <a:latin typeface="Cambria Math" panose="02040503050406030204" pitchFamily="18" charset="0"/>
                                    </a:rPr>
                                    <m:t>⋅</m:t>
                                  </m:r>
                                  <m:r>
                                    <a:rPr lang="en-US" sz="2800" b="0" i="1" smtClean="0">
                                      <a:solidFill>
                                        <a:schemeClr val="bg1"/>
                                      </a:solidFill>
                                      <a:latin typeface="Cambria Math" panose="02040503050406030204" pitchFamily="18" charset="0"/>
                                    </a:rPr>
                                    <m:t>3055</m:t>
                                  </m:r>
                                  <m:r>
                                    <a:rPr lang="en-US" sz="2800">
                                      <a:solidFill>
                                        <a:srgbClr val="002060"/>
                                      </a:solidFill>
                                      <a:latin typeface="Cambria Math" panose="02040503050406030204" pitchFamily="18" charset="0"/>
                                    </a:rPr>
                                    <m:t>−</m:t>
                                  </m:r>
                                  <m:sSup>
                                    <m:sSupPr>
                                      <m:ctrlPr>
                                        <a:rPr lang="en-US" sz="2800" i="1">
                                          <a:solidFill>
                                            <a:srgbClr val="002060"/>
                                          </a:solidFill>
                                          <a:latin typeface="Cambria Math" panose="02040503050406030204" pitchFamily="18" charset="0"/>
                                        </a:rPr>
                                      </m:ctrlPr>
                                    </m:sSupPr>
                                    <m:e>
                                      <m:d>
                                        <m:dPr>
                                          <m:ctrlPr>
                                            <a:rPr lang="en-US" sz="2800" i="1">
                                              <a:solidFill>
                                                <a:srgbClr val="002060"/>
                                              </a:solidFill>
                                              <a:latin typeface="Cambria Math" panose="02040503050406030204" pitchFamily="18" charset="0"/>
                                            </a:rPr>
                                          </m:ctrlPr>
                                        </m:dPr>
                                        <m:e>
                                          <m:r>
                                            <a:rPr lang="en-US" sz="2800" smtClean="0">
                                              <a:solidFill>
                                                <a:schemeClr val="bg1"/>
                                              </a:solidFill>
                                              <a:latin typeface="Cambria Math" panose="02040503050406030204" pitchFamily="18" charset="0"/>
                                            </a:rPr>
                                            <m:t> </m:t>
                                          </m:r>
                                          <m:r>
                                            <a:rPr lang="en-US" sz="2800" b="0" i="1" smtClean="0">
                                              <a:solidFill>
                                                <a:schemeClr val="bg1"/>
                                              </a:solidFill>
                                              <a:latin typeface="Cambria Math" panose="02040503050406030204" pitchFamily="18" charset="0"/>
                                            </a:rPr>
                                            <m:t>135 </m:t>
                                          </m:r>
                                        </m:e>
                                      </m:d>
                                    </m:e>
                                    <m:sup>
                                      <m:r>
                                        <a:rPr lang="en-US" sz="2800">
                                          <a:solidFill>
                                            <a:srgbClr val="002060"/>
                                          </a:solidFill>
                                          <a:latin typeface="Cambria Math" panose="02040503050406030204" pitchFamily="18" charset="0"/>
                                        </a:rPr>
                                        <m:t>2</m:t>
                                      </m:r>
                                    </m:sup>
                                  </m:sSup>
                                  <m:r>
                                    <a:rPr lang="en-US" sz="2800">
                                      <a:solidFill>
                                        <a:srgbClr val="002060"/>
                                      </a:solidFill>
                                      <a:latin typeface="Cambria Math" panose="02040503050406030204" pitchFamily="18" charset="0"/>
                                    </a:rPr>
                                    <m:t>  </m:t>
                                  </m:r>
                                </m:e>
                              </m:rad>
                              <m:r>
                                <a:rPr lang="en-US" sz="2800">
                                  <a:solidFill>
                                    <a:srgbClr val="002060"/>
                                  </a:solidFill>
                                  <a:latin typeface="Cambria Math" panose="02040503050406030204" pitchFamily="18" charset="0"/>
                                </a:rPr>
                                <m:t>⋅</m:t>
                              </m:r>
                              <m:rad>
                                <m:radPr>
                                  <m:degHide m:val="on"/>
                                  <m:ctrlPr>
                                    <a:rPr lang="en-US" sz="2800" i="1">
                                      <a:solidFill>
                                        <a:srgbClr val="002060"/>
                                      </a:solidFill>
                                      <a:latin typeface="Cambria Math" panose="02040503050406030204" pitchFamily="18" charset="0"/>
                                    </a:rPr>
                                  </m:ctrlPr>
                                </m:radPr>
                                <m:deg/>
                                <m:e>
                                  <m:r>
                                    <a:rPr lang="en-US" sz="2800" b="0" i="0" smtClean="0">
                                      <a:solidFill>
                                        <a:schemeClr val="bg1"/>
                                      </a:solidFill>
                                      <a:latin typeface="Cambria Math" panose="02040503050406030204" pitchFamily="18" charset="0"/>
                                    </a:rPr>
                                    <m:t>6</m:t>
                                  </m:r>
                                  <m:r>
                                    <a:rPr lang="en-US" sz="2800">
                                      <a:solidFill>
                                        <a:srgbClr val="002060"/>
                                      </a:solidFill>
                                      <a:latin typeface="Cambria Math" panose="02040503050406030204" pitchFamily="18" charset="0"/>
                                    </a:rPr>
                                    <m:t>⋅</m:t>
                                  </m:r>
                                  <m:r>
                                    <a:rPr lang="en-US" sz="2800" b="0" i="1" smtClean="0">
                                      <a:solidFill>
                                        <a:schemeClr val="bg1"/>
                                      </a:solidFill>
                                      <a:latin typeface="Cambria Math" panose="02040503050406030204" pitchFamily="18" charset="0"/>
                                    </a:rPr>
                                    <m:t>295792</m:t>
                                  </m:r>
                                  <m:r>
                                    <a:rPr lang="en-US" sz="2800">
                                      <a:solidFill>
                                        <a:srgbClr val="002060"/>
                                      </a:solidFill>
                                      <a:latin typeface="Cambria Math" panose="02040503050406030204" pitchFamily="18" charset="0"/>
                                    </a:rPr>
                                    <m:t>−</m:t>
                                  </m:r>
                                  <m:sSup>
                                    <m:sSupPr>
                                      <m:ctrlPr>
                                        <a:rPr lang="en-US" sz="2800" i="1">
                                          <a:solidFill>
                                            <a:srgbClr val="002060"/>
                                          </a:solidFill>
                                          <a:latin typeface="Cambria Math" panose="02040503050406030204" pitchFamily="18" charset="0"/>
                                        </a:rPr>
                                      </m:ctrlPr>
                                    </m:sSupPr>
                                    <m:e>
                                      <m:d>
                                        <m:dPr>
                                          <m:ctrlPr>
                                            <a:rPr lang="en-US"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 </m:t>
                                          </m:r>
                                          <m:r>
                                            <a:rPr lang="en-US" sz="2800" b="0" i="1" smtClean="0">
                                              <a:solidFill>
                                                <a:schemeClr val="bg1"/>
                                              </a:solidFill>
                                              <a:latin typeface="Cambria Math" panose="02040503050406030204" pitchFamily="18" charset="0"/>
                                            </a:rPr>
                                            <m:t>1060</m:t>
                                          </m:r>
                                          <m:r>
                                            <a:rPr lang="en-US" sz="2800">
                                              <a:solidFill>
                                                <a:srgbClr val="002060"/>
                                              </a:solidFill>
                                              <a:latin typeface="Cambria Math" panose="02040503050406030204" pitchFamily="18" charset="0"/>
                                            </a:rPr>
                                            <m:t> </m:t>
                                          </m:r>
                                        </m:e>
                                      </m:d>
                                    </m:e>
                                    <m:sup>
                                      <m:r>
                                        <a:rPr lang="en-US" sz="2800">
                                          <a:solidFill>
                                            <a:srgbClr val="002060"/>
                                          </a:solidFill>
                                          <a:latin typeface="Cambria Math" panose="02040503050406030204" pitchFamily="18" charset="0"/>
                                        </a:rPr>
                                        <m:t>2</m:t>
                                      </m:r>
                                    </m:sup>
                                  </m:sSup>
                                  <m:r>
                                    <a:rPr lang="en-US" sz="2800">
                                      <a:solidFill>
                                        <a:srgbClr val="002060"/>
                                      </a:solidFill>
                                      <a:latin typeface="Cambria Math" panose="02040503050406030204" pitchFamily="18" charset="0"/>
                                    </a:rPr>
                                    <m:t>  </m:t>
                                  </m:r>
                                </m:e>
                              </m:rad>
                              <m:r>
                                <a:rPr lang="en-US" sz="2800">
                                  <a:solidFill>
                                    <a:srgbClr val="C00000"/>
                                  </a:solidFill>
                                  <a:latin typeface="Cambria Math" panose="02040503050406030204" pitchFamily="18" charset="0"/>
                                </a:rPr>
                                <m:t>     </m:t>
                              </m:r>
                            </m:e>
                          </m:eqArr>
                        </m:den>
                      </m:f>
                    </m:oMath>
                  </m:oMathPara>
                </a14:m>
                <a:endParaRPr lang="en-US" dirty="0"/>
              </a:p>
            </p:txBody>
          </p:sp>
        </mc:Choice>
        <mc:Fallback xmlns="">
          <p:sp>
            <p:nvSpPr>
              <p:cNvPr id="54" name="Rectangle 53"/>
              <p:cNvSpPr>
                <a:spLocks noRot="1" noChangeAspect="1" noMove="1" noResize="1" noEditPoints="1" noAdjustHandles="1" noChangeArrowheads="1" noChangeShapeType="1" noTextEdit="1"/>
              </p:cNvSpPr>
              <p:nvPr/>
            </p:nvSpPr>
            <p:spPr>
              <a:xfrm>
                <a:off x="131811" y="3310343"/>
                <a:ext cx="9015930" cy="1224053"/>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68622B1E-44A3-44A2-B1C1-8D969737DA50}"/>
                  </a:ext>
                </a:extLst>
              </p:cNvPr>
              <p:cNvSpPr txBox="1"/>
              <p:nvPr/>
            </p:nvSpPr>
            <p:spPr>
              <a:xfrm>
                <a:off x="9223818" y="1211943"/>
                <a:ext cx="1053045"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m:rPr>
                          <m:sty m:val="p"/>
                        </m:rPr>
                        <a:rPr lang="en-US" sz="2800" i="0" dirty="0" smtClean="0">
                          <a:solidFill>
                            <a:srgbClr val="FF0000"/>
                          </a:solidFill>
                          <a:latin typeface="Cambria Math" panose="02040503050406030204" pitchFamily="18" charset="0"/>
                        </a:rPr>
                        <m:t>n</m:t>
                      </m:r>
                      <m:r>
                        <a:rPr lang="en-US" sz="2800" i="0" dirty="0" smtClean="0">
                          <a:solidFill>
                            <a:srgbClr val="FF0000"/>
                          </a:solidFill>
                          <a:latin typeface="Cambria Math" panose="02040503050406030204" pitchFamily="18" charset="0"/>
                        </a:rPr>
                        <m:t>=6</m:t>
                      </m:r>
                    </m:oMath>
                  </m:oMathPara>
                </a14:m>
                <a:endParaRPr lang="en-IN" sz="2800" dirty="0">
                  <a:solidFill>
                    <a:srgbClr val="FF0000"/>
                  </a:solidFill>
                </a:endParaRPr>
              </a:p>
            </p:txBody>
          </p:sp>
        </mc:Choice>
        <mc:Fallback xmlns="">
          <p:sp>
            <p:nvSpPr>
              <p:cNvPr id="55" name="TextBox 54">
                <a:extLst>
                  <a:ext uri="{FF2B5EF4-FFF2-40B4-BE49-F238E27FC236}">
                    <a16:creationId xmlns:a16="http://schemas.microsoft.com/office/drawing/2014/main" id="{68622B1E-44A3-44A2-B1C1-8D969737DA50}"/>
                  </a:ext>
                </a:extLst>
              </p:cNvPr>
              <p:cNvSpPr txBox="1">
                <a:spLocks noRot="1" noChangeAspect="1" noMove="1" noResize="1" noEditPoints="1" noAdjustHandles="1" noChangeArrowheads="1" noChangeShapeType="1" noTextEdit="1"/>
              </p:cNvSpPr>
              <p:nvPr/>
            </p:nvSpPr>
            <p:spPr>
              <a:xfrm>
                <a:off x="9223818" y="1211943"/>
                <a:ext cx="1053045"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68622B1E-44A3-44A2-B1C1-8D969737DA50}"/>
                  </a:ext>
                </a:extLst>
              </p:cNvPr>
              <p:cNvSpPr txBox="1"/>
              <p:nvPr/>
            </p:nvSpPr>
            <p:spPr>
              <a:xfrm>
                <a:off x="2838273" y="3298768"/>
                <a:ext cx="372858"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a:rPr lang="en-US" sz="2800" i="0" dirty="0" smtClean="0">
                          <a:solidFill>
                            <a:srgbClr val="7030A0"/>
                          </a:solidFill>
                          <a:latin typeface="Cambria Math" panose="02040503050406030204" pitchFamily="18" charset="0"/>
                        </a:rPr>
                        <m:t>6</m:t>
                      </m:r>
                    </m:oMath>
                  </m:oMathPara>
                </a14:m>
                <a:endParaRPr lang="en-IN" sz="2800" dirty="0">
                  <a:solidFill>
                    <a:srgbClr val="7030A0"/>
                  </a:solidFill>
                </a:endParaRPr>
              </a:p>
            </p:txBody>
          </p:sp>
        </mc:Choice>
        <mc:Fallback xmlns="">
          <p:sp>
            <p:nvSpPr>
              <p:cNvPr id="56" name="TextBox 55">
                <a:extLst>
                  <a:ext uri="{FF2B5EF4-FFF2-40B4-BE49-F238E27FC236}">
                    <a16:creationId xmlns:a16="http://schemas.microsoft.com/office/drawing/2014/main" xmlns=""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2838273" y="3298768"/>
                <a:ext cx="372858" cy="523220"/>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68622B1E-44A3-44A2-B1C1-8D969737DA50}"/>
                  </a:ext>
                </a:extLst>
              </p:cNvPr>
              <p:cNvSpPr txBox="1"/>
              <p:nvPr/>
            </p:nvSpPr>
            <p:spPr>
              <a:xfrm>
                <a:off x="1288252" y="4009141"/>
                <a:ext cx="372858"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a:rPr lang="en-US" sz="2800" i="0" dirty="0" smtClean="0">
                          <a:solidFill>
                            <a:srgbClr val="7030A0"/>
                          </a:solidFill>
                          <a:latin typeface="Cambria Math" panose="02040503050406030204" pitchFamily="18" charset="0"/>
                        </a:rPr>
                        <m:t>6</m:t>
                      </m:r>
                    </m:oMath>
                  </m:oMathPara>
                </a14:m>
                <a:endParaRPr lang="en-IN" sz="2800" dirty="0">
                  <a:solidFill>
                    <a:srgbClr val="7030A0"/>
                  </a:solidFill>
                </a:endParaRPr>
              </a:p>
            </p:txBody>
          </p:sp>
        </mc:Choice>
        <mc:Fallback xmlns="">
          <p:sp>
            <p:nvSpPr>
              <p:cNvPr id="58" name="TextBox 57">
                <a:extLst>
                  <a:ext uri="{FF2B5EF4-FFF2-40B4-BE49-F238E27FC236}">
                    <a16:creationId xmlns:a16="http://schemas.microsoft.com/office/drawing/2014/main" xmlns=""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1288252" y="4009141"/>
                <a:ext cx="372858" cy="523220"/>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68622B1E-44A3-44A2-B1C1-8D969737DA50}"/>
                  </a:ext>
                </a:extLst>
              </p:cNvPr>
              <p:cNvSpPr txBox="1"/>
              <p:nvPr/>
            </p:nvSpPr>
            <p:spPr>
              <a:xfrm>
                <a:off x="4833938" y="4007411"/>
                <a:ext cx="372858"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a:rPr lang="en-US" sz="2800" i="0" dirty="0" smtClean="0">
                          <a:solidFill>
                            <a:srgbClr val="7030A0"/>
                          </a:solidFill>
                          <a:latin typeface="Cambria Math" panose="02040503050406030204" pitchFamily="18" charset="0"/>
                        </a:rPr>
                        <m:t>6</m:t>
                      </m:r>
                    </m:oMath>
                  </m:oMathPara>
                </a14:m>
                <a:endParaRPr lang="en-IN" sz="2800" dirty="0">
                  <a:solidFill>
                    <a:srgbClr val="7030A0"/>
                  </a:solidFill>
                </a:endParaRPr>
              </a:p>
            </p:txBody>
          </p:sp>
        </mc:Choice>
        <mc:Fallback xmlns="">
          <p:sp>
            <p:nvSpPr>
              <p:cNvPr id="59" name="TextBox 58">
                <a:extLst>
                  <a:ext uri="{FF2B5EF4-FFF2-40B4-BE49-F238E27FC236}">
                    <a16:creationId xmlns:a16="http://schemas.microsoft.com/office/drawing/2014/main" xmlns=""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4833938" y="4007411"/>
                <a:ext cx="372858" cy="523220"/>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68622B1E-44A3-44A2-B1C1-8D969737DA50}"/>
                  </a:ext>
                </a:extLst>
              </p:cNvPr>
              <p:cNvSpPr txBox="1"/>
              <p:nvPr/>
            </p:nvSpPr>
            <p:spPr>
              <a:xfrm>
                <a:off x="9223818" y="1462050"/>
                <a:ext cx="2184829" cy="1135696"/>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nary>
                        <m:naryPr>
                          <m:chr m:val="∑"/>
                          <m:subHide m:val="on"/>
                          <m:supHide m:val="on"/>
                          <m:ctrlPr>
                            <a:rPr lang="en-US" sz="2800" i="1" smtClean="0">
                              <a:solidFill>
                                <a:srgbClr val="FF0000"/>
                              </a:solidFill>
                              <a:latin typeface="Cambria Math" panose="02040503050406030204" pitchFamily="18" charset="0"/>
                            </a:rPr>
                          </m:ctrlPr>
                        </m:naryPr>
                        <m:sub/>
                        <m:sup/>
                        <m:e>
                          <m:d>
                            <m:dPr>
                              <m:ctrlPr>
                                <a:rPr lang="en-US" sz="2800" i="1">
                                  <a:solidFill>
                                    <a:srgbClr val="FF0000"/>
                                  </a:solidFill>
                                  <a:latin typeface="Cambria Math" panose="02040503050406030204" pitchFamily="18" charset="0"/>
                                </a:rPr>
                              </m:ctrlPr>
                            </m:dPr>
                            <m:e>
                              <m:r>
                                <m:rPr>
                                  <m:sty m:val="p"/>
                                </m:rPr>
                                <a:rPr lang="en-US" sz="2800">
                                  <a:solidFill>
                                    <a:srgbClr val="FF0000"/>
                                  </a:solidFill>
                                  <a:latin typeface="Cambria Math" panose="02040503050406030204" pitchFamily="18" charset="0"/>
                                </a:rPr>
                                <m:t>x</m:t>
                              </m:r>
                            </m:e>
                          </m:d>
                        </m:e>
                      </m:nary>
                      <m:r>
                        <a:rPr lang="en-US" sz="2800" i="0" dirty="0" smtClean="0">
                          <a:solidFill>
                            <a:srgbClr val="FF0000"/>
                          </a:solidFill>
                          <a:latin typeface="Cambria Math" panose="02040503050406030204" pitchFamily="18" charset="0"/>
                        </a:rPr>
                        <m:t>=</m:t>
                      </m:r>
                      <m:r>
                        <a:rPr lang="en-US" sz="2800" b="0" i="0" dirty="0" smtClean="0">
                          <a:solidFill>
                            <a:srgbClr val="FF0000"/>
                          </a:solidFill>
                          <a:latin typeface="Cambria Math" panose="02040503050406030204" pitchFamily="18" charset="0"/>
                        </a:rPr>
                        <m:t>135</m:t>
                      </m:r>
                    </m:oMath>
                  </m:oMathPara>
                </a14:m>
                <a:endParaRPr lang="en-IN" sz="2800" dirty="0">
                  <a:solidFill>
                    <a:srgbClr val="FF0000"/>
                  </a:solidFill>
                </a:endParaRPr>
              </a:p>
            </p:txBody>
          </p:sp>
        </mc:Choice>
        <mc:Fallback xmlns="">
          <p:sp>
            <p:nvSpPr>
              <p:cNvPr id="60" name="TextBox 59">
                <a:extLst>
                  <a:ext uri="{FF2B5EF4-FFF2-40B4-BE49-F238E27FC236}">
                    <a16:creationId xmlns:a16="http://schemas.microsoft.com/office/drawing/2014/main" id="{68622B1E-44A3-44A2-B1C1-8D969737DA50}"/>
                  </a:ext>
                </a:extLst>
              </p:cNvPr>
              <p:cNvSpPr txBox="1">
                <a:spLocks noRot="1" noChangeAspect="1" noMove="1" noResize="1" noEditPoints="1" noAdjustHandles="1" noChangeArrowheads="1" noChangeShapeType="1" noTextEdit="1"/>
              </p:cNvSpPr>
              <p:nvPr/>
            </p:nvSpPr>
            <p:spPr>
              <a:xfrm>
                <a:off x="9223818" y="1462050"/>
                <a:ext cx="2184829" cy="1135696"/>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68622B1E-44A3-44A2-B1C1-8D969737DA50}"/>
                  </a:ext>
                </a:extLst>
              </p:cNvPr>
              <p:cNvSpPr txBox="1"/>
              <p:nvPr/>
            </p:nvSpPr>
            <p:spPr>
              <a:xfrm>
                <a:off x="4922385" y="3294011"/>
                <a:ext cx="770404"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a:rPr lang="en-US" sz="2800" b="0" i="0" dirty="0" smtClean="0">
                          <a:solidFill>
                            <a:srgbClr val="002060"/>
                          </a:solidFill>
                          <a:latin typeface="Cambria Math" panose="02040503050406030204" pitchFamily="18" charset="0"/>
                        </a:rPr>
                        <m:t>135</m:t>
                      </m:r>
                    </m:oMath>
                  </m:oMathPara>
                </a14:m>
                <a:endParaRPr lang="en-IN" sz="2800" dirty="0">
                  <a:solidFill>
                    <a:srgbClr val="002060"/>
                  </a:solidFill>
                </a:endParaRPr>
              </a:p>
            </p:txBody>
          </p:sp>
        </mc:Choice>
        <mc:Fallback xmlns="">
          <p:sp>
            <p:nvSpPr>
              <p:cNvPr id="61" name="TextBox 60">
                <a:extLst>
                  <a:ext uri="{FF2B5EF4-FFF2-40B4-BE49-F238E27FC236}">
                    <a16:creationId xmlns:a16="http://schemas.microsoft.com/office/drawing/2014/main" xmlns=""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4922385" y="3294011"/>
                <a:ext cx="770404" cy="523220"/>
              </a:xfrm>
              <a:prstGeom prst="rect">
                <a:avLst/>
              </a:prstGeom>
              <a:blipFill rotWithShape="0">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8622B1E-44A3-44A2-B1C1-8D969737DA50}"/>
                  </a:ext>
                </a:extLst>
              </p:cNvPr>
              <p:cNvSpPr txBox="1"/>
              <p:nvPr/>
            </p:nvSpPr>
            <p:spPr>
              <a:xfrm>
                <a:off x="3171236" y="4015151"/>
                <a:ext cx="770404"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a:rPr lang="en-US" sz="2800" b="0" i="0" dirty="0" smtClean="0">
                          <a:solidFill>
                            <a:srgbClr val="002060"/>
                          </a:solidFill>
                          <a:latin typeface="Cambria Math" panose="02040503050406030204" pitchFamily="18" charset="0"/>
                        </a:rPr>
                        <m:t>135</m:t>
                      </m:r>
                    </m:oMath>
                  </m:oMathPara>
                </a14:m>
                <a:endParaRPr lang="en-IN" sz="2800" dirty="0">
                  <a:solidFill>
                    <a:srgbClr val="002060"/>
                  </a:solidFill>
                </a:endParaRPr>
              </a:p>
            </p:txBody>
          </p:sp>
        </mc:Choice>
        <mc:Fallback xmlns="">
          <p:sp>
            <p:nvSpPr>
              <p:cNvPr id="62" name="TextBox 61">
                <a:extLst>
                  <a:ext uri="{FF2B5EF4-FFF2-40B4-BE49-F238E27FC236}">
                    <a16:creationId xmlns:a16="http://schemas.microsoft.com/office/drawing/2014/main" xmlns=""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3171236" y="4015151"/>
                <a:ext cx="770404" cy="523220"/>
              </a:xfrm>
              <a:prstGeom prst="rect">
                <a:avLst/>
              </a:prstGeom>
              <a:blipFill rotWithShape="0">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68622B1E-44A3-44A2-B1C1-8D969737DA50}"/>
                  </a:ext>
                </a:extLst>
              </p:cNvPr>
              <p:cNvSpPr txBox="1"/>
              <p:nvPr/>
            </p:nvSpPr>
            <p:spPr>
              <a:xfrm>
                <a:off x="9223818" y="2447760"/>
                <a:ext cx="2391617" cy="1135696"/>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nary>
                        <m:naryPr>
                          <m:chr m:val="∑"/>
                          <m:subHide m:val="on"/>
                          <m:supHide m:val="on"/>
                          <m:ctrlPr>
                            <a:rPr lang="en-US" sz="2800" i="1" smtClean="0">
                              <a:solidFill>
                                <a:srgbClr val="FF0000"/>
                              </a:solidFill>
                              <a:latin typeface="Cambria Math" panose="02040503050406030204" pitchFamily="18" charset="0"/>
                            </a:rPr>
                          </m:ctrlPr>
                        </m:naryPr>
                        <m:sub/>
                        <m:sup/>
                        <m:e>
                          <m:d>
                            <m:dPr>
                              <m:ctrlPr>
                                <a:rPr lang="en-US" sz="2800" i="1">
                                  <a:solidFill>
                                    <a:srgbClr val="FF0000"/>
                                  </a:solidFill>
                                  <a:latin typeface="Cambria Math" panose="02040503050406030204" pitchFamily="18" charset="0"/>
                                </a:rPr>
                              </m:ctrlPr>
                            </m:dPr>
                            <m:e>
                              <m:r>
                                <m:rPr>
                                  <m:sty m:val="p"/>
                                </m:rPr>
                                <a:rPr lang="en-US" sz="2800" b="0" i="0" smtClean="0">
                                  <a:solidFill>
                                    <a:srgbClr val="FF0000"/>
                                  </a:solidFill>
                                  <a:latin typeface="Cambria Math" panose="02040503050406030204" pitchFamily="18" charset="0"/>
                                </a:rPr>
                                <m:t>y</m:t>
                              </m:r>
                            </m:e>
                          </m:d>
                        </m:e>
                      </m:nary>
                      <m:r>
                        <a:rPr lang="en-US" sz="2800" i="0" dirty="0" smtClean="0">
                          <a:solidFill>
                            <a:srgbClr val="FF0000"/>
                          </a:solidFill>
                          <a:latin typeface="Cambria Math" panose="02040503050406030204" pitchFamily="18" charset="0"/>
                        </a:rPr>
                        <m:t>=</m:t>
                      </m:r>
                      <m:r>
                        <a:rPr lang="en-US" sz="2800" b="0" i="0" dirty="0" smtClean="0">
                          <a:solidFill>
                            <a:srgbClr val="FF0000"/>
                          </a:solidFill>
                          <a:latin typeface="Cambria Math" panose="02040503050406030204" pitchFamily="18" charset="0"/>
                        </a:rPr>
                        <m:t>1060</m:t>
                      </m:r>
                    </m:oMath>
                  </m:oMathPara>
                </a14:m>
                <a:endParaRPr lang="en-IN" sz="2800" dirty="0">
                  <a:solidFill>
                    <a:srgbClr val="FF0000"/>
                  </a:solidFill>
                </a:endParaRPr>
              </a:p>
            </p:txBody>
          </p:sp>
        </mc:Choice>
        <mc:Fallback xmlns="">
          <p:sp>
            <p:nvSpPr>
              <p:cNvPr id="63" name="TextBox 62">
                <a:extLst>
                  <a:ext uri="{FF2B5EF4-FFF2-40B4-BE49-F238E27FC236}">
                    <a16:creationId xmlns:a16="http://schemas.microsoft.com/office/drawing/2014/main" id="{68622B1E-44A3-44A2-B1C1-8D969737DA50}"/>
                  </a:ext>
                </a:extLst>
              </p:cNvPr>
              <p:cNvSpPr txBox="1">
                <a:spLocks noRot="1" noChangeAspect="1" noMove="1" noResize="1" noEditPoints="1" noAdjustHandles="1" noChangeArrowheads="1" noChangeShapeType="1" noTextEdit="1"/>
              </p:cNvSpPr>
              <p:nvPr/>
            </p:nvSpPr>
            <p:spPr>
              <a:xfrm>
                <a:off x="9223818" y="2447760"/>
                <a:ext cx="2391617" cy="1135696"/>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68622B1E-44A3-44A2-B1C1-8D969737DA50}"/>
                  </a:ext>
                </a:extLst>
              </p:cNvPr>
              <p:cNvSpPr txBox="1"/>
              <p:nvPr/>
            </p:nvSpPr>
            <p:spPr>
              <a:xfrm>
                <a:off x="5776195" y="3290406"/>
                <a:ext cx="969176"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a:rPr lang="en-US" sz="2800" i="0" dirty="0" smtClean="0">
                          <a:solidFill>
                            <a:srgbClr val="002060"/>
                          </a:solidFill>
                          <a:latin typeface="Cambria Math" panose="02040503050406030204" pitchFamily="18" charset="0"/>
                        </a:rPr>
                        <m:t>1</m:t>
                      </m:r>
                      <m:r>
                        <a:rPr lang="en-US" sz="2800" b="0" i="0" dirty="0" smtClean="0">
                          <a:solidFill>
                            <a:srgbClr val="002060"/>
                          </a:solidFill>
                          <a:latin typeface="Cambria Math" panose="02040503050406030204" pitchFamily="18" charset="0"/>
                        </a:rPr>
                        <m:t>060</m:t>
                      </m:r>
                    </m:oMath>
                  </m:oMathPara>
                </a14:m>
                <a:endParaRPr lang="en-IN" sz="2800" dirty="0">
                  <a:solidFill>
                    <a:srgbClr val="002060"/>
                  </a:solidFill>
                </a:endParaRPr>
              </a:p>
            </p:txBody>
          </p:sp>
        </mc:Choice>
        <mc:Fallback xmlns="">
          <p:sp>
            <p:nvSpPr>
              <p:cNvPr id="65" name="TextBox 64">
                <a:extLst>
                  <a:ext uri="{FF2B5EF4-FFF2-40B4-BE49-F238E27FC236}">
                    <a16:creationId xmlns:a16="http://schemas.microsoft.com/office/drawing/2014/main" xmlns=""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5776195" y="3290406"/>
                <a:ext cx="969176" cy="523220"/>
              </a:xfrm>
              <a:prstGeom prst="rect">
                <a:avLst/>
              </a:prstGeom>
              <a:blipFill rotWithShape="0">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68622B1E-44A3-44A2-B1C1-8D969737DA50}"/>
                  </a:ext>
                </a:extLst>
              </p:cNvPr>
              <p:cNvSpPr txBox="1"/>
              <p:nvPr/>
            </p:nvSpPr>
            <p:spPr>
              <a:xfrm>
                <a:off x="7109661" y="4007411"/>
                <a:ext cx="969176"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a:rPr lang="en-US" sz="2800" b="0" i="0" dirty="0" smtClean="0">
                          <a:solidFill>
                            <a:srgbClr val="002060"/>
                          </a:solidFill>
                          <a:latin typeface="Cambria Math" panose="02040503050406030204" pitchFamily="18" charset="0"/>
                        </a:rPr>
                        <m:t>10</m:t>
                      </m:r>
                      <m:r>
                        <a:rPr lang="en-US" sz="2800" i="0" dirty="0" smtClean="0">
                          <a:solidFill>
                            <a:srgbClr val="002060"/>
                          </a:solidFill>
                          <a:latin typeface="Cambria Math" panose="02040503050406030204" pitchFamily="18" charset="0"/>
                        </a:rPr>
                        <m:t>6</m:t>
                      </m:r>
                      <m:r>
                        <a:rPr lang="en-US" sz="2800" b="0" i="0" dirty="0" smtClean="0">
                          <a:solidFill>
                            <a:srgbClr val="002060"/>
                          </a:solidFill>
                          <a:latin typeface="Cambria Math" panose="02040503050406030204" pitchFamily="18" charset="0"/>
                        </a:rPr>
                        <m:t>0</m:t>
                      </m:r>
                    </m:oMath>
                  </m:oMathPara>
                </a14:m>
                <a:endParaRPr lang="en-IN" sz="2800" dirty="0">
                  <a:solidFill>
                    <a:srgbClr val="002060"/>
                  </a:solidFill>
                </a:endParaRPr>
              </a:p>
            </p:txBody>
          </p:sp>
        </mc:Choice>
        <mc:Fallback xmlns="">
          <p:sp>
            <p:nvSpPr>
              <p:cNvPr id="66" name="TextBox 65">
                <a:extLst>
                  <a:ext uri="{FF2B5EF4-FFF2-40B4-BE49-F238E27FC236}">
                    <a16:creationId xmlns:a16="http://schemas.microsoft.com/office/drawing/2014/main" xmlns=""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7109661" y="4007411"/>
                <a:ext cx="969176" cy="523220"/>
              </a:xfrm>
              <a:prstGeom prst="rect">
                <a:avLst/>
              </a:prstGeom>
              <a:blipFill rotWithShape="0">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68622B1E-44A3-44A2-B1C1-8D969737DA50}"/>
                  </a:ext>
                </a:extLst>
              </p:cNvPr>
              <p:cNvSpPr txBox="1"/>
              <p:nvPr/>
            </p:nvSpPr>
            <p:spPr>
              <a:xfrm>
                <a:off x="9223818" y="3328083"/>
                <a:ext cx="2564805" cy="1135696"/>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nary>
                        <m:naryPr>
                          <m:chr m:val="∑"/>
                          <m:subHide m:val="on"/>
                          <m:supHide m:val="on"/>
                          <m:ctrlPr>
                            <a:rPr lang="en-US" sz="2800" i="1" smtClean="0">
                              <a:solidFill>
                                <a:srgbClr val="FF0000"/>
                              </a:solidFill>
                              <a:latin typeface="Cambria Math" panose="02040503050406030204" pitchFamily="18" charset="0"/>
                            </a:rPr>
                          </m:ctrlPr>
                        </m:naryPr>
                        <m:sub/>
                        <m:sup/>
                        <m:e>
                          <m:d>
                            <m:dPr>
                              <m:ctrlPr>
                                <a:rPr lang="en-US" sz="2800" i="1">
                                  <a:solidFill>
                                    <a:srgbClr val="FF0000"/>
                                  </a:solidFill>
                                  <a:latin typeface="Cambria Math" panose="02040503050406030204" pitchFamily="18" charset="0"/>
                                </a:rPr>
                              </m:ctrlPr>
                            </m:dPr>
                            <m:e>
                              <m:sSup>
                                <m:sSupPr>
                                  <m:ctrlPr>
                                    <a:rPr lang="en-US" sz="2800" b="0" i="1" smtClean="0">
                                      <a:solidFill>
                                        <a:srgbClr val="FF0000"/>
                                      </a:solidFill>
                                      <a:latin typeface="Cambria Math" panose="02040503050406030204" pitchFamily="18" charset="0"/>
                                    </a:rPr>
                                  </m:ctrlPr>
                                </m:sSupPr>
                                <m:e>
                                  <m:r>
                                    <m:rPr>
                                      <m:sty m:val="p"/>
                                    </m:rPr>
                                    <a:rPr lang="en-US" sz="2800" b="0" i="0" smtClean="0">
                                      <a:solidFill>
                                        <a:srgbClr val="FF0000"/>
                                      </a:solidFill>
                                      <a:latin typeface="Cambria Math" panose="02040503050406030204" pitchFamily="18" charset="0"/>
                                    </a:rPr>
                                    <m:t>x</m:t>
                                  </m:r>
                                </m:e>
                                <m:sup>
                                  <m:r>
                                    <a:rPr lang="en-US" sz="2800" b="0" i="0" smtClean="0">
                                      <a:solidFill>
                                        <a:srgbClr val="FF0000"/>
                                      </a:solidFill>
                                      <a:latin typeface="Cambria Math" panose="02040503050406030204" pitchFamily="18" charset="0"/>
                                    </a:rPr>
                                    <m:t>2</m:t>
                                  </m:r>
                                </m:sup>
                              </m:sSup>
                            </m:e>
                          </m:d>
                        </m:e>
                      </m:nary>
                      <m:r>
                        <a:rPr lang="en-US" sz="2800" i="0" dirty="0" smtClean="0">
                          <a:solidFill>
                            <a:srgbClr val="FF0000"/>
                          </a:solidFill>
                          <a:latin typeface="Cambria Math" panose="02040503050406030204" pitchFamily="18" charset="0"/>
                        </a:rPr>
                        <m:t>=</m:t>
                      </m:r>
                      <m:r>
                        <a:rPr lang="en-US" sz="2800" b="0" i="0" dirty="0" smtClean="0">
                          <a:solidFill>
                            <a:srgbClr val="FF0000"/>
                          </a:solidFill>
                          <a:latin typeface="Cambria Math" panose="02040503050406030204" pitchFamily="18" charset="0"/>
                        </a:rPr>
                        <m:t>3055</m:t>
                      </m:r>
                    </m:oMath>
                  </m:oMathPara>
                </a14:m>
                <a:endParaRPr lang="en-IN" sz="2800" dirty="0">
                  <a:solidFill>
                    <a:srgbClr val="FF0000"/>
                  </a:solidFill>
                </a:endParaRPr>
              </a:p>
            </p:txBody>
          </p:sp>
        </mc:Choice>
        <mc:Fallback xmlns="">
          <p:sp>
            <p:nvSpPr>
              <p:cNvPr id="67" name="TextBox 66">
                <a:extLst>
                  <a:ext uri="{FF2B5EF4-FFF2-40B4-BE49-F238E27FC236}">
                    <a16:creationId xmlns:a16="http://schemas.microsoft.com/office/drawing/2014/main" id="{68622B1E-44A3-44A2-B1C1-8D969737DA50}"/>
                  </a:ext>
                </a:extLst>
              </p:cNvPr>
              <p:cNvSpPr txBox="1">
                <a:spLocks noRot="1" noChangeAspect="1" noMove="1" noResize="1" noEditPoints="1" noAdjustHandles="1" noChangeArrowheads="1" noChangeShapeType="1" noTextEdit="1"/>
              </p:cNvSpPr>
              <p:nvPr/>
            </p:nvSpPr>
            <p:spPr>
              <a:xfrm>
                <a:off x="9223818" y="3328083"/>
                <a:ext cx="2564805" cy="1135696"/>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68622B1E-44A3-44A2-B1C1-8D969737DA50}"/>
                  </a:ext>
                </a:extLst>
              </p:cNvPr>
              <p:cNvSpPr txBox="1"/>
              <p:nvPr/>
            </p:nvSpPr>
            <p:spPr>
              <a:xfrm>
                <a:off x="1737646" y="4012279"/>
                <a:ext cx="969176"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a:rPr lang="en-US" sz="2800" i="0" dirty="0" smtClean="0">
                          <a:solidFill>
                            <a:srgbClr val="002060"/>
                          </a:solidFill>
                          <a:latin typeface="Cambria Math" panose="02040503050406030204" pitchFamily="18" charset="0"/>
                        </a:rPr>
                        <m:t>3</m:t>
                      </m:r>
                      <m:r>
                        <a:rPr lang="en-US" sz="2800" b="0" i="0" dirty="0" smtClean="0">
                          <a:solidFill>
                            <a:srgbClr val="002060"/>
                          </a:solidFill>
                          <a:latin typeface="Cambria Math" panose="02040503050406030204" pitchFamily="18" charset="0"/>
                        </a:rPr>
                        <m:t>055</m:t>
                      </m:r>
                    </m:oMath>
                  </m:oMathPara>
                </a14:m>
                <a:endParaRPr lang="en-IN" sz="2800" dirty="0">
                  <a:solidFill>
                    <a:srgbClr val="002060"/>
                  </a:solidFill>
                </a:endParaRPr>
              </a:p>
            </p:txBody>
          </p:sp>
        </mc:Choice>
        <mc:Fallback xmlns="">
          <p:sp>
            <p:nvSpPr>
              <p:cNvPr id="68" name="TextBox 67">
                <a:extLst>
                  <a:ext uri="{FF2B5EF4-FFF2-40B4-BE49-F238E27FC236}">
                    <a16:creationId xmlns:a16="http://schemas.microsoft.com/office/drawing/2014/main" xmlns=""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1737646" y="4012279"/>
                <a:ext cx="969176" cy="523220"/>
              </a:xfrm>
              <a:prstGeom prst="rect">
                <a:avLst/>
              </a:prstGeom>
              <a:blipFill rotWithShape="0">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68622B1E-44A3-44A2-B1C1-8D969737DA50}"/>
                  </a:ext>
                </a:extLst>
              </p:cNvPr>
              <p:cNvSpPr txBox="1"/>
              <p:nvPr/>
            </p:nvSpPr>
            <p:spPr>
              <a:xfrm>
                <a:off x="9223818" y="4313793"/>
                <a:ext cx="2970365" cy="1135696"/>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nary>
                        <m:naryPr>
                          <m:chr m:val="∑"/>
                          <m:subHide m:val="on"/>
                          <m:supHide m:val="on"/>
                          <m:ctrlPr>
                            <a:rPr lang="en-US" sz="2800" i="1" smtClean="0">
                              <a:solidFill>
                                <a:srgbClr val="FF0000"/>
                              </a:solidFill>
                              <a:latin typeface="Cambria Math" panose="02040503050406030204" pitchFamily="18" charset="0"/>
                            </a:rPr>
                          </m:ctrlPr>
                        </m:naryPr>
                        <m:sub/>
                        <m:sup/>
                        <m:e>
                          <m:d>
                            <m:dPr>
                              <m:ctrlPr>
                                <a:rPr lang="en-US" sz="2800" i="1">
                                  <a:solidFill>
                                    <a:srgbClr val="FF0000"/>
                                  </a:solidFill>
                                  <a:latin typeface="Cambria Math" panose="02040503050406030204" pitchFamily="18" charset="0"/>
                                </a:rPr>
                              </m:ctrlPr>
                            </m:dPr>
                            <m:e>
                              <m:sSup>
                                <m:sSupPr>
                                  <m:ctrlPr>
                                    <a:rPr lang="en-US" sz="2800" b="0" i="1" smtClean="0">
                                      <a:solidFill>
                                        <a:srgbClr val="FF0000"/>
                                      </a:solidFill>
                                      <a:latin typeface="Cambria Math" panose="02040503050406030204" pitchFamily="18" charset="0"/>
                                    </a:rPr>
                                  </m:ctrlPr>
                                </m:sSupPr>
                                <m:e>
                                  <m:r>
                                    <m:rPr>
                                      <m:sty m:val="p"/>
                                    </m:rPr>
                                    <a:rPr lang="en-US" sz="2800" b="0" i="0" smtClean="0">
                                      <a:solidFill>
                                        <a:srgbClr val="FF0000"/>
                                      </a:solidFill>
                                      <a:latin typeface="Cambria Math" panose="02040503050406030204" pitchFamily="18" charset="0"/>
                                    </a:rPr>
                                    <m:t>y</m:t>
                                  </m:r>
                                </m:e>
                                <m:sup>
                                  <m:r>
                                    <a:rPr lang="en-US" sz="2800" b="0" i="0" smtClean="0">
                                      <a:solidFill>
                                        <a:srgbClr val="FF0000"/>
                                      </a:solidFill>
                                      <a:latin typeface="Cambria Math" panose="02040503050406030204" pitchFamily="18" charset="0"/>
                                    </a:rPr>
                                    <m:t>2</m:t>
                                  </m:r>
                                </m:sup>
                              </m:sSup>
                            </m:e>
                          </m:d>
                        </m:e>
                      </m:nary>
                      <m:r>
                        <a:rPr lang="en-US" sz="2800" i="0" dirty="0" smtClean="0">
                          <a:solidFill>
                            <a:srgbClr val="FF0000"/>
                          </a:solidFill>
                          <a:latin typeface="Cambria Math" panose="02040503050406030204" pitchFamily="18" charset="0"/>
                        </a:rPr>
                        <m:t>=</m:t>
                      </m:r>
                      <m:r>
                        <a:rPr lang="en-US" sz="2800" b="0" i="0" dirty="0" smtClean="0">
                          <a:solidFill>
                            <a:srgbClr val="FF0000"/>
                          </a:solidFill>
                          <a:latin typeface="Cambria Math" panose="02040503050406030204" pitchFamily="18" charset="0"/>
                        </a:rPr>
                        <m:t>295792</m:t>
                      </m:r>
                    </m:oMath>
                  </m:oMathPara>
                </a14:m>
                <a:endParaRPr lang="en-IN" sz="2800" dirty="0">
                  <a:solidFill>
                    <a:srgbClr val="FF0000"/>
                  </a:solidFill>
                </a:endParaRPr>
              </a:p>
            </p:txBody>
          </p:sp>
        </mc:Choice>
        <mc:Fallback xmlns="">
          <p:sp>
            <p:nvSpPr>
              <p:cNvPr id="69" name="TextBox 68">
                <a:extLst>
                  <a:ext uri="{FF2B5EF4-FFF2-40B4-BE49-F238E27FC236}">
                    <a16:creationId xmlns:a16="http://schemas.microsoft.com/office/drawing/2014/main" id="{68622B1E-44A3-44A2-B1C1-8D969737DA50}"/>
                  </a:ext>
                </a:extLst>
              </p:cNvPr>
              <p:cNvSpPr txBox="1">
                <a:spLocks noRot="1" noChangeAspect="1" noMove="1" noResize="1" noEditPoints="1" noAdjustHandles="1" noChangeArrowheads="1" noChangeShapeType="1" noTextEdit="1"/>
              </p:cNvSpPr>
              <p:nvPr/>
            </p:nvSpPr>
            <p:spPr>
              <a:xfrm>
                <a:off x="9223818" y="4313793"/>
                <a:ext cx="2970365" cy="1135696"/>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68622B1E-44A3-44A2-B1C1-8D969737DA50}"/>
                  </a:ext>
                </a:extLst>
              </p:cNvPr>
              <p:cNvSpPr txBox="1"/>
              <p:nvPr/>
            </p:nvSpPr>
            <p:spPr>
              <a:xfrm>
                <a:off x="5282873" y="4011033"/>
                <a:ext cx="1366721"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a:rPr lang="en-US" sz="2800" i="0" dirty="0" smtClean="0">
                          <a:solidFill>
                            <a:srgbClr val="002060"/>
                          </a:solidFill>
                          <a:latin typeface="Cambria Math" panose="02040503050406030204" pitchFamily="18" charset="0"/>
                        </a:rPr>
                        <m:t>2</m:t>
                      </m:r>
                      <m:r>
                        <a:rPr lang="en-US" sz="2800" b="0" i="0" dirty="0" smtClean="0">
                          <a:solidFill>
                            <a:srgbClr val="002060"/>
                          </a:solidFill>
                          <a:latin typeface="Cambria Math" panose="02040503050406030204" pitchFamily="18" charset="0"/>
                        </a:rPr>
                        <m:t>95792</m:t>
                      </m:r>
                    </m:oMath>
                  </m:oMathPara>
                </a14:m>
                <a:endParaRPr lang="en-IN" sz="2800" dirty="0">
                  <a:solidFill>
                    <a:srgbClr val="002060"/>
                  </a:solidFill>
                </a:endParaRPr>
              </a:p>
            </p:txBody>
          </p:sp>
        </mc:Choice>
        <mc:Fallback xmlns="">
          <p:sp>
            <p:nvSpPr>
              <p:cNvPr id="70" name="TextBox 69">
                <a:extLst>
                  <a:ext uri="{FF2B5EF4-FFF2-40B4-BE49-F238E27FC236}">
                    <a16:creationId xmlns:a16="http://schemas.microsoft.com/office/drawing/2014/main" xmlns=""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5282873" y="4011033"/>
                <a:ext cx="1366721" cy="523220"/>
              </a:xfrm>
              <a:prstGeom prst="rect">
                <a:avLst/>
              </a:prstGeom>
              <a:blipFill rotWithShape="0">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68622B1E-44A3-44A2-B1C1-8D969737DA50}"/>
                  </a:ext>
                </a:extLst>
              </p:cNvPr>
              <p:cNvSpPr txBox="1"/>
              <p:nvPr/>
            </p:nvSpPr>
            <p:spPr>
              <a:xfrm>
                <a:off x="9223818" y="5249496"/>
                <a:ext cx="2763513" cy="1135696"/>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nary>
                        <m:naryPr>
                          <m:chr m:val="∑"/>
                          <m:subHide m:val="on"/>
                          <m:supHide m:val="on"/>
                          <m:ctrlPr>
                            <a:rPr lang="en-US" sz="2800" i="1" smtClean="0">
                              <a:solidFill>
                                <a:srgbClr val="FF0000"/>
                              </a:solidFill>
                              <a:latin typeface="Cambria Math" panose="02040503050406030204" pitchFamily="18" charset="0"/>
                            </a:rPr>
                          </m:ctrlPr>
                        </m:naryPr>
                        <m:sub/>
                        <m:sup/>
                        <m:e>
                          <m:d>
                            <m:dPr>
                              <m:ctrlPr>
                                <a:rPr lang="en-US" sz="2800" i="1">
                                  <a:solidFill>
                                    <a:srgbClr val="FF0000"/>
                                  </a:solidFill>
                                  <a:latin typeface="Cambria Math" panose="02040503050406030204" pitchFamily="18" charset="0"/>
                                </a:rPr>
                              </m:ctrlPr>
                            </m:dPr>
                            <m:e>
                              <m:r>
                                <m:rPr>
                                  <m:sty m:val="p"/>
                                </m:rPr>
                                <a:rPr lang="en-US" sz="2800" b="0" i="0" smtClean="0">
                                  <a:solidFill>
                                    <a:srgbClr val="FF0000"/>
                                  </a:solidFill>
                                  <a:latin typeface="Cambria Math" panose="02040503050406030204" pitchFamily="18" charset="0"/>
                                </a:rPr>
                                <m:t>xy</m:t>
                              </m:r>
                            </m:e>
                          </m:d>
                        </m:e>
                      </m:nary>
                      <m:r>
                        <a:rPr lang="en-US" sz="2800" i="0" dirty="0" smtClean="0">
                          <a:solidFill>
                            <a:srgbClr val="FF0000"/>
                          </a:solidFill>
                          <a:latin typeface="Cambria Math" panose="02040503050406030204" pitchFamily="18" charset="0"/>
                        </a:rPr>
                        <m:t>=</m:t>
                      </m:r>
                      <m:r>
                        <a:rPr lang="en-US" sz="2800" b="0" i="0" dirty="0" smtClean="0">
                          <a:solidFill>
                            <a:srgbClr val="FF0000"/>
                          </a:solidFill>
                          <a:latin typeface="Cambria Math" panose="02040503050406030204" pitchFamily="18" charset="0"/>
                        </a:rPr>
                        <m:t>22508</m:t>
                      </m:r>
                    </m:oMath>
                  </m:oMathPara>
                </a14:m>
                <a:endParaRPr lang="en-IN" sz="2800" dirty="0">
                  <a:solidFill>
                    <a:srgbClr val="FF0000"/>
                  </a:solidFill>
                </a:endParaRPr>
              </a:p>
            </p:txBody>
          </p:sp>
        </mc:Choice>
        <mc:Fallback xmlns="">
          <p:sp>
            <p:nvSpPr>
              <p:cNvPr id="71" name="TextBox 70">
                <a:extLst>
                  <a:ext uri="{FF2B5EF4-FFF2-40B4-BE49-F238E27FC236}">
                    <a16:creationId xmlns:a16="http://schemas.microsoft.com/office/drawing/2014/main" id="{68622B1E-44A3-44A2-B1C1-8D969737DA50}"/>
                  </a:ext>
                </a:extLst>
              </p:cNvPr>
              <p:cNvSpPr txBox="1">
                <a:spLocks noRot="1" noChangeAspect="1" noMove="1" noResize="1" noEditPoints="1" noAdjustHandles="1" noChangeArrowheads="1" noChangeShapeType="1" noTextEdit="1"/>
              </p:cNvSpPr>
              <p:nvPr/>
            </p:nvSpPr>
            <p:spPr>
              <a:xfrm>
                <a:off x="9223818" y="5249496"/>
                <a:ext cx="2763513" cy="1135696"/>
              </a:xfrm>
              <a:prstGeom prst="rect">
                <a:avLst/>
              </a:prstGeom>
              <a:blipFill>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68622B1E-44A3-44A2-B1C1-8D969737DA50}"/>
                  </a:ext>
                </a:extLst>
              </p:cNvPr>
              <p:cNvSpPr txBox="1"/>
              <p:nvPr/>
            </p:nvSpPr>
            <p:spPr>
              <a:xfrm>
                <a:off x="3290796" y="3292591"/>
                <a:ext cx="1167948"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a:rPr lang="en-US" sz="2800" i="0" dirty="0" smtClean="0">
                          <a:solidFill>
                            <a:srgbClr val="002060"/>
                          </a:solidFill>
                          <a:latin typeface="Cambria Math" panose="02040503050406030204" pitchFamily="18" charset="0"/>
                        </a:rPr>
                        <m:t>2</m:t>
                      </m:r>
                      <m:r>
                        <a:rPr lang="en-US" sz="2800" b="0" i="0" dirty="0" smtClean="0">
                          <a:solidFill>
                            <a:srgbClr val="002060"/>
                          </a:solidFill>
                          <a:latin typeface="Cambria Math" panose="02040503050406030204" pitchFamily="18" charset="0"/>
                        </a:rPr>
                        <m:t>2508</m:t>
                      </m:r>
                    </m:oMath>
                  </m:oMathPara>
                </a14:m>
                <a:endParaRPr lang="en-IN" sz="2800" dirty="0">
                  <a:solidFill>
                    <a:srgbClr val="002060"/>
                  </a:solidFill>
                </a:endParaRPr>
              </a:p>
            </p:txBody>
          </p:sp>
        </mc:Choice>
        <mc:Fallback xmlns="">
          <p:sp>
            <p:nvSpPr>
              <p:cNvPr id="72" name="TextBox 71">
                <a:extLst>
                  <a:ext uri="{FF2B5EF4-FFF2-40B4-BE49-F238E27FC236}">
                    <a16:creationId xmlns:a16="http://schemas.microsoft.com/office/drawing/2014/main" xmlns=""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3290796" y="3292591"/>
                <a:ext cx="1167948" cy="523220"/>
              </a:xfrm>
              <a:prstGeom prst="rect">
                <a:avLst/>
              </a:prstGeom>
              <a:blipFill rotWithShape="0">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Rectangle 28"/>
              <p:cNvSpPr/>
              <p:nvPr/>
            </p:nvSpPr>
            <p:spPr>
              <a:xfrm>
                <a:off x="137271" y="4911528"/>
                <a:ext cx="2218043"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m:rPr>
                          <m:sty m:val="p"/>
                        </m:rPr>
                        <a:rPr lang="en-US" sz="2800" smtClean="0">
                          <a:solidFill>
                            <a:schemeClr val="bg1"/>
                          </a:solidFill>
                          <a:latin typeface="Cambria Math" panose="02040503050406030204" pitchFamily="18" charset="0"/>
                        </a:rPr>
                        <m:t>r</m:t>
                      </m:r>
                      <m:r>
                        <a:rPr lang="en-US" sz="2800" smtClean="0">
                          <a:solidFill>
                            <a:srgbClr val="002060"/>
                          </a:solidFill>
                          <a:latin typeface="Cambria Math" panose="02040503050406030204" pitchFamily="18" charset="0"/>
                        </a:rPr>
                        <m:t>=</m:t>
                      </m:r>
                      <m:r>
                        <a:rPr lang="en-US" sz="2800" i="1" smtClean="0">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0.9738</m:t>
                      </m:r>
                    </m:oMath>
                  </m:oMathPara>
                </a14:m>
                <a:endParaRPr lang="en-US" dirty="0">
                  <a:solidFill>
                    <a:srgbClr val="002060"/>
                  </a:solidFill>
                </a:endParaRPr>
              </a:p>
            </p:txBody>
          </p:sp>
        </mc:Choice>
        <mc:Fallback xmlns="">
          <p:sp>
            <p:nvSpPr>
              <p:cNvPr id="29" name="Rectangle 28"/>
              <p:cNvSpPr>
                <a:spLocks noRot="1" noChangeAspect="1" noMove="1" noResize="1" noEditPoints="1" noAdjustHandles="1" noChangeArrowheads="1" noChangeShapeType="1" noTextEdit="1"/>
              </p:cNvSpPr>
              <p:nvPr/>
            </p:nvSpPr>
            <p:spPr>
              <a:xfrm>
                <a:off x="137271" y="4911528"/>
                <a:ext cx="2218043" cy="523220"/>
              </a:xfrm>
              <a:prstGeom prst="rect">
                <a:avLst/>
              </a:prstGeom>
              <a:blipFill rotWithShape="0">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Rectangle 29"/>
              <p:cNvSpPr/>
              <p:nvPr/>
            </p:nvSpPr>
            <p:spPr>
              <a:xfrm>
                <a:off x="137271" y="5820884"/>
                <a:ext cx="6766560" cy="523220"/>
              </a:xfrm>
              <a:prstGeom prst="rect">
                <a:avLst/>
              </a:prstGeom>
              <a:ln>
                <a:solidFill>
                  <a:srgbClr val="FF0000"/>
                </a:solidFill>
              </a:ln>
            </p:spPr>
            <p:style>
              <a:lnRef idx="2">
                <a:schemeClr val="accent2"/>
              </a:lnRef>
              <a:fillRef idx="1">
                <a:schemeClr val="lt1"/>
              </a:fillRef>
              <a:effectRef idx="0">
                <a:schemeClr val="accent2"/>
              </a:effectRef>
              <a:fontRef idx="minor">
                <a:schemeClr val="dk1"/>
              </a:fontRef>
            </p:style>
            <p:txBody>
              <a:bodyPr wrap="square">
                <a:spAutoFit/>
              </a:bodyPr>
              <a:lstStyle/>
              <a:p>
                <a:pPr/>
                <a14:m>
                  <m:oMathPara xmlns:m="http://schemas.openxmlformats.org/officeDocument/2006/math">
                    <m:oMathParaPr>
                      <m:jc m:val="left"/>
                    </m:oMathParaPr>
                    <m:oMath xmlns:m="http://schemas.openxmlformats.org/officeDocument/2006/math">
                      <m:r>
                        <a:rPr lang="en-US" sz="2800" b="1" i="1" smtClean="0">
                          <a:solidFill>
                            <a:srgbClr val="7030A0"/>
                          </a:solidFill>
                          <a:latin typeface="Cambria Math" panose="02040503050406030204" pitchFamily="18" charset="0"/>
                          <a:ea typeface="Cambria Math" panose="02040503050406030204" pitchFamily="18" charset="0"/>
                        </a:rPr>
                        <m:t>∴</m:t>
                      </m:r>
                      <m:r>
                        <m:rPr>
                          <m:nor/>
                        </m:rPr>
                        <a:rPr lang="en-US" sz="2800" b="1" i="0" dirty="0" smtClean="0">
                          <a:solidFill>
                            <a:srgbClr val="7030A0"/>
                          </a:solidFill>
                        </a:rPr>
                        <m:t>The</m:t>
                      </m:r>
                      <m:r>
                        <m:rPr>
                          <m:nor/>
                        </m:rPr>
                        <a:rPr lang="en-US" sz="2800" b="1" dirty="0">
                          <a:solidFill>
                            <a:srgbClr val="7030A0"/>
                          </a:solidFill>
                        </a:rPr>
                        <m:t> </m:t>
                      </m:r>
                      <m:r>
                        <m:rPr>
                          <m:nor/>
                        </m:rPr>
                        <a:rPr lang="en-US" sz="2800" b="1" dirty="0">
                          <a:solidFill>
                            <a:srgbClr val="7030A0"/>
                          </a:solidFill>
                        </a:rPr>
                        <m:t>coefficient</m:t>
                      </m:r>
                      <m:r>
                        <m:rPr>
                          <m:nor/>
                        </m:rPr>
                        <a:rPr lang="en-US" sz="2800" b="1" dirty="0">
                          <a:solidFill>
                            <a:srgbClr val="7030A0"/>
                          </a:solidFill>
                        </a:rPr>
                        <m:t> </m:t>
                      </m:r>
                      <m:r>
                        <m:rPr>
                          <m:nor/>
                        </m:rPr>
                        <a:rPr lang="en-US" sz="2800" b="1" dirty="0">
                          <a:solidFill>
                            <a:srgbClr val="7030A0"/>
                          </a:solidFill>
                        </a:rPr>
                        <m:t>of</m:t>
                      </m:r>
                      <m:r>
                        <m:rPr>
                          <m:nor/>
                        </m:rPr>
                        <a:rPr lang="en-US" sz="2800" b="1" dirty="0">
                          <a:solidFill>
                            <a:srgbClr val="7030A0"/>
                          </a:solidFill>
                        </a:rPr>
                        <m:t> </m:t>
                      </m:r>
                      <m:r>
                        <m:rPr>
                          <m:nor/>
                        </m:rPr>
                        <a:rPr lang="en-US" sz="2800" b="1" dirty="0">
                          <a:solidFill>
                            <a:srgbClr val="7030A0"/>
                          </a:solidFill>
                        </a:rPr>
                        <m:t>correlation</m:t>
                      </m:r>
                      <m:r>
                        <m:rPr>
                          <m:nor/>
                        </m:rPr>
                        <a:rPr lang="en-US" sz="2800" b="1" i="0" dirty="0" smtClean="0">
                          <a:solidFill>
                            <a:srgbClr val="7030A0"/>
                          </a:solidFill>
                        </a:rPr>
                        <m:t> </m:t>
                      </m:r>
                      <m:r>
                        <a:rPr lang="en-US" sz="2800" b="1" i="1" dirty="0" smtClean="0">
                          <a:solidFill>
                            <a:srgbClr val="7030A0"/>
                          </a:solidFill>
                          <a:latin typeface="Cambria Math" panose="02040503050406030204" pitchFamily="18" charset="0"/>
                        </a:rPr>
                        <m:t>=− </m:t>
                      </m:r>
                      <m:r>
                        <a:rPr lang="en-US" sz="2800" b="1" i="1" dirty="0" smtClean="0">
                          <a:solidFill>
                            <a:srgbClr val="7030A0"/>
                          </a:solidFill>
                          <a:latin typeface="Cambria Math" panose="02040503050406030204" pitchFamily="18" charset="0"/>
                        </a:rPr>
                        <m:t>𝟎</m:t>
                      </m:r>
                      <m:r>
                        <a:rPr lang="en-US" sz="2800" b="1" i="1" dirty="0" smtClean="0">
                          <a:solidFill>
                            <a:srgbClr val="7030A0"/>
                          </a:solidFill>
                          <a:latin typeface="Cambria Math" panose="02040503050406030204" pitchFamily="18" charset="0"/>
                        </a:rPr>
                        <m:t>.</m:t>
                      </m:r>
                      <m:r>
                        <a:rPr lang="en-US" sz="2800" b="1" i="1" dirty="0" smtClean="0">
                          <a:solidFill>
                            <a:srgbClr val="7030A0"/>
                          </a:solidFill>
                          <a:latin typeface="Cambria Math" panose="02040503050406030204" pitchFamily="18" charset="0"/>
                        </a:rPr>
                        <m:t>𝟗𝟕𝟑𝟖</m:t>
                      </m:r>
                    </m:oMath>
                  </m:oMathPara>
                </a14:m>
                <a:endParaRPr lang="en-US" sz="2800" b="1" dirty="0">
                  <a:solidFill>
                    <a:srgbClr val="7030A0"/>
                  </a:solidFill>
                </a:endParaRPr>
              </a:p>
            </p:txBody>
          </p:sp>
        </mc:Choice>
        <mc:Fallback xmlns="">
          <p:sp>
            <p:nvSpPr>
              <p:cNvPr id="30" name="Rectangle 29"/>
              <p:cNvSpPr>
                <a:spLocks noRot="1" noChangeAspect="1" noMove="1" noResize="1" noEditPoints="1" noAdjustHandles="1" noChangeArrowheads="1" noChangeShapeType="1" noTextEdit="1"/>
              </p:cNvSpPr>
              <p:nvPr/>
            </p:nvSpPr>
            <p:spPr>
              <a:xfrm>
                <a:off x="137271" y="5820884"/>
                <a:ext cx="6766560" cy="523220"/>
              </a:xfrm>
              <a:prstGeom prst="rect">
                <a:avLst/>
              </a:prstGeom>
              <a:blipFill rotWithShape="0">
                <a:blip r:embed="rId21"/>
                <a:stretch>
                  <a:fillRect/>
                </a:stretch>
              </a:blipFill>
              <a:ln>
                <a:solidFill>
                  <a:srgbClr val="FF0000"/>
                </a:solidFill>
              </a:ln>
            </p:spPr>
            <p:txBody>
              <a:bodyPr/>
              <a:lstStyle/>
              <a:p>
                <a:r>
                  <a:rPr lang="en-US">
                    <a:noFill/>
                  </a:rPr>
                  <a:t> </a:t>
                </a:r>
              </a:p>
            </p:txBody>
          </p:sp>
        </mc:Fallback>
      </mc:AlternateContent>
    </p:spTree>
    <p:extLst>
      <p:ext uri="{BB962C8B-B14F-4D97-AF65-F5344CB8AC3E}">
        <p14:creationId xmlns:p14="http://schemas.microsoft.com/office/powerpoint/2010/main" val="1125164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4" grpId="0"/>
      <p:bldP spid="55" grpId="0"/>
      <p:bldP spid="56" grpId="0"/>
      <p:bldP spid="58" grpId="0"/>
      <p:bldP spid="59" grpId="0"/>
      <p:bldP spid="60" grpId="0"/>
      <p:bldP spid="61" grpId="0"/>
      <p:bldP spid="62" grpId="0"/>
      <p:bldP spid="63" grpId="0"/>
      <p:bldP spid="65" grpId="0"/>
      <p:bldP spid="66" grpId="0"/>
      <p:bldP spid="67" grpId="0"/>
      <p:bldP spid="68" grpId="0"/>
      <p:bldP spid="69" grpId="0"/>
      <p:bldP spid="70" grpId="0"/>
      <p:bldP spid="71" grpId="0"/>
      <p:bldP spid="72" grpId="0"/>
      <p:bldP spid="29" grpId="0"/>
      <p:bldP spid="30"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7" y="869082"/>
                <a:ext cx="11929643" cy="182880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14:m>
                  <m:oMathPara xmlns:m="http://schemas.openxmlformats.org/officeDocument/2006/math">
                    <m:oMathParaPr>
                      <m:jc m:val="left"/>
                    </m:oMathParaPr>
                    <m:oMath xmlns:m="http://schemas.openxmlformats.org/officeDocument/2006/math">
                      <m:r>
                        <m:rPr>
                          <m:nor/>
                        </m:rPr>
                        <a:rPr lang="en-US" i="0" smtClean="0"/>
                        <m:t>Determine</m:t>
                      </m:r>
                      <m:r>
                        <m:rPr>
                          <m:nor/>
                        </m:rPr>
                        <a:rPr lang="en-US" i="0" smtClean="0"/>
                        <m:t> </m:t>
                      </m:r>
                      <m:r>
                        <m:rPr>
                          <m:nor/>
                        </m:rPr>
                        <a:rPr lang="en-US" i="0" smtClean="0"/>
                        <m:t>the</m:t>
                      </m:r>
                      <m:r>
                        <m:rPr>
                          <m:nor/>
                        </m:rPr>
                        <a:rPr lang="en-US" i="0" smtClean="0"/>
                        <m:t> </m:t>
                      </m:r>
                      <m:r>
                        <m:rPr>
                          <m:nor/>
                        </m:rPr>
                        <a:rPr lang="en-US" i="0" smtClean="0"/>
                        <m:t>coefficient</m:t>
                      </m:r>
                      <m:r>
                        <m:rPr>
                          <m:nor/>
                        </m:rPr>
                        <a:rPr lang="en-US" i="0" smtClean="0"/>
                        <m:t> </m:t>
                      </m:r>
                      <m:r>
                        <m:rPr>
                          <m:nor/>
                        </m:rPr>
                        <a:rPr lang="en-US" i="0" smtClean="0"/>
                        <m:t>of</m:t>
                      </m:r>
                      <m:r>
                        <m:rPr>
                          <m:nor/>
                        </m:rPr>
                        <a:rPr lang="en-US" i="0" smtClean="0"/>
                        <m:t> </m:t>
                      </m:r>
                      <m:r>
                        <m:rPr>
                          <m:nor/>
                        </m:rPr>
                        <a:rPr lang="en-US" i="0" smtClean="0"/>
                        <m:t>correlation</m:t>
                      </m:r>
                      <m:r>
                        <m:rPr>
                          <m:nor/>
                        </m:rPr>
                        <a:rPr lang="en-US" i="0" smtClean="0"/>
                        <m:t> </m:t>
                      </m:r>
                      <m:r>
                        <m:rPr>
                          <m:nor/>
                        </m:rPr>
                        <a:rPr lang="en-US" i="0" smtClean="0"/>
                        <m:t>if</m:t>
                      </m:r>
                      <m:r>
                        <a:rPr lang="en-US" smtClean="0">
                          <a:latin typeface="Cambria Math" panose="02040503050406030204" pitchFamily="18" charset="0"/>
                        </a:rPr>
                        <m:t> </m:t>
                      </m:r>
                      <m:r>
                        <a:rPr lang="en-US" b="0" i="0" smtClean="0">
                          <a:latin typeface="Cambria Math" panose="02040503050406030204" pitchFamily="18" charset="0"/>
                        </a:rPr>
                        <m:t>     </m:t>
                      </m:r>
                      <m:r>
                        <m:rPr>
                          <m:sty m:val="p"/>
                        </m:rPr>
                        <a:rPr lang="en-US" smtClean="0">
                          <a:latin typeface="Cambria Math" panose="02040503050406030204" pitchFamily="18" charset="0"/>
                        </a:rPr>
                        <m:t>n</m:t>
                      </m:r>
                      <m:r>
                        <a:rPr lang="en-US" smtClean="0">
                          <a:latin typeface="Cambria Math" panose="02040503050406030204" pitchFamily="18" charset="0"/>
                        </a:rPr>
                        <m:t>=10,  </m:t>
                      </m:r>
                      <m:acc>
                        <m:accPr>
                          <m:chr m:val="̅"/>
                          <m:ctrlPr>
                            <a:rPr lang="en-US" i="1">
                              <a:latin typeface="Cambria Math" panose="02040503050406030204" pitchFamily="18" charset="0"/>
                            </a:rPr>
                          </m:ctrlPr>
                        </m:accPr>
                        <m:e>
                          <m:r>
                            <a:rPr lang="en-US" b="0" i="0" smtClean="0">
                              <a:latin typeface="Cambria Math" panose="02040503050406030204" pitchFamily="18" charset="0"/>
                            </a:rPr>
                            <m:t> </m:t>
                          </m:r>
                          <m:r>
                            <m:rPr>
                              <m:sty m:val="p"/>
                            </m:rPr>
                            <a:rPr lang="en-US">
                              <a:latin typeface="Cambria Math" panose="02040503050406030204" pitchFamily="18" charset="0"/>
                            </a:rPr>
                            <m:t>x</m:t>
                          </m:r>
                          <m:r>
                            <a:rPr lang="en-US">
                              <a:latin typeface="Cambria Math" panose="02040503050406030204" pitchFamily="18" charset="0"/>
                            </a:rPr>
                            <m:t> </m:t>
                          </m:r>
                        </m:e>
                      </m:acc>
                      <m:r>
                        <a:rPr lang="en-US">
                          <a:latin typeface="Cambria Math" panose="02040503050406030204" pitchFamily="18" charset="0"/>
                        </a:rPr>
                        <m:t>=5.5, </m:t>
                      </m:r>
                      <m:r>
                        <a:rPr lang="en-US" b="0" i="1" smtClean="0">
                          <a:latin typeface="Cambria Math" panose="02040503050406030204" pitchFamily="18" charset="0"/>
                        </a:rPr>
                        <m:t> </m:t>
                      </m:r>
                      <m:acc>
                        <m:accPr>
                          <m:chr m:val="̅"/>
                          <m:ctrlPr>
                            <a:rPr lang="en-US" i="1">
                              <a:latin typeface="Cambria Math" panose="02040503050406030204" pitchFamily="18" charset="0"/>
                            </a:rPr>
                          </m:ctrlPr>
                        </m:accPr>
                        <m:e>
                          <m:r>
                            <a:rPr lang="en-US" b="0" i="0" smtClean="0">
                              <a:latin typeface="Cambria Math" panose="02040503050406030204" pitchFamily="18" charset="0"/>
                            </a:rPr>
                            <m:t> </m:t>
                          </m:r>
                          <m:r>
                            <m:rPr>
                              <m:sty m:val="p"/>
                            </m:rPr>
                            <a:rPr lang="en-US">
                              <a:latin typeface="Cambria Math" panose="02040503050406030204" pitchFamily="18" charset="0"/>
                            </a:rPr>
                            <m:t>y</m:t>
                          </m:r>
                          <m:r>
                            <a:rPr lang="en-US">
                              <a:latin typeface="Cambria Math" panose="02040503050406030204" pitchFamily="18" charset="0"/>
                            </a:rPr>
                            <m:t> </m:t>
                          </m:r>
                        </m:e>
                      </m:acc>
                      <m:r>
                        <a:rPr lang="en-US">
                          <a:latin typeface="Cambria Math" panose="02040503050406030204" pitchFamily="18" charset="0"/>
                        </a:rPr>
                        <m:t>=4,</m:t>
                      </m:r>
                    </m:oMath>
                  </m:oMathPara>
                </a14:m>
                <a:endParaRPr lang="en-US" dirty="0"/>
              </a:p>
              <a:p>
                <a:pPr>
                  <a:lnSpc>
                    <a:spcPct val="125000"/>
                  </a:lnSpc>
                </a:pPr>
                <a14:m>
                  <m:oMathPara xmlns:m="http://schemas.openxmlformats.org/officeDocument/2006/math">
                    <m:oMathParaPr>
                      <m:jc m:val="left"/>
                    </m:oMathParaPr>
                    <m:oMath xmlns:m="http://schemas.openxmlformats.org/officeDocument/2006/math">
                      <m:nary>
                        <m:naryPr>
                          <m:chr m:val="∑"/>
                          <m:limLoc m:val="undOvr"/>
                          <m:subHide m:val="on"/>
                          <m:supHide m:val="on"/>
                          <m:ctrlPr>
                            <a:rPr lang="en-US" i="1">
                              <a:latin typeface="Cambria Math" panose="02040503050406030204" pitchFamily="18" charset="0"/>
                            </a:rPr>
                          </m:ctrlPr>
                        </m:naryPr>
                        <m:sub/>
                        <m:sup/>
                        <m:e>
                          <m:sSup>
                            <m:sSupPr>
                              <m:ctrlPr>
                                <a:rPr lang="en-US" i="1">
                                  <a:latin typeface="Cambria Math" panose="02040503050406030204" pitchFamily="18" charset="0"/>
                                </a:rPr>
                              </m:ctrlPr>
                            </m:sSupPr>
                            <m:e>
                              <m:r>
                                <m:rPr>
                                  <m:sty m:val="p"/>
                                </m:rPr>
                                <a:rPr lang="en-US">
                                  <a:latin typeface="Cambria Math" panose="02040503050406030204" pitchFamily="18" charset="0"/>
                                </a:rPr>
                                <m:t>x</m:t>
                              </m:r>
                            </m:e>
                            <m:sup>
                              <m:r>
                                <a:rPr lang="en-US">
                                  <a:latin typeface="Cambria Math" panose="02040503050406030204" pitchFamily="18" charset="0"/>
                                </a:rPr>
                                <m:t>2</m:t>
                              </m:r>
                            </m:sup>
                          </m:sSup>
                          <m:r>
                            <a:rPr lang="en-US">
                              <a:latin typeface="Cambria Math" panose="02040503050406030204" pitchFamily="18" charset="0"/>
                            </a:rPr>
                            <m:t>=385</m:t>
                          </m:r>
                        </m:e>
                      </m:nary>
                      <m:r>
                        <a:rPr lang="en-US">
                          <a:latin typeface="Cambria Math" panose="02040503050406030204" pitchFamily="18" charset="0"/>
                        </a:rPr>
                        <m:t>, </m:t>
                      </m:r>
                      <m:r>
                        <a:rPr lang="en-US" b="0" i="0" smtClean="0">
                          <a:latin typeface="Cambria Math" panose="02040503050406030204" pitchFamily="18" charset="0"/>
                        </a:rPr>
                        <m:t> </m:t>
                      </m:r>
                      <m:nary>
                        <m:naryPr>
                          <m:chr m:val="∑"/>
                          <m:limLoc m:val="undOvr"/>
                          <m:subHide m:val="on"/>
                          <m:supHide m:val="on"/>
                          <m:ctrlPr>
                            <a:rPr lang="en-US" i="1">
                              <a:latin typeface="Cambria Math" panose="02040503050406030204" pitchFamily="18" charset="0"/>
                            </a:rPr>
                          </m:ctrlPr>
                        </m:naryPr>
                        <m:sub/>
                        <m:sup/>
                        <m:e>
                          <m:sSup>
                            <m:sSupPr>
                              <m:ctrlPr>
                                <a:rPr lang="en-US" i="1">
                                  <a:latin typeface="Cambria Math" panose="02040503050406030204" pitchFamily="18" charset="0"/>
                                </a:rPr>
                              </m:ctrlPr>
                            </m:sSupPr>
                            <m:e>
                              <m:r>
                                <m:rPr>
                                  <m:sty m:val="p"/>
                                </m:rPr>
                                <a:rPr lang="en-US">
                                  <a:latin typeface="Cambria Math" panose="02040503050406030204" pitchFamily="18" charset="0"/>
                                </a:rPr>
                                <m:t>y</m:t>
                              </m:r>
                            </m:e>
                            <m:sup>
                              <m:r>
                                <a:rPr lang="en-US">
                                  <a:latin typeface="Cambria Math" panose="02040503050406030204" pitchFamily="18" charset="0"/>
                                </a:rPr>
                                <m:t>2</m:t>
                              </m:r>
                            </m:sup>
                          </m:sSup>
                          <m:r>
                            <a:rPr lang="en-US">
                              <a:latin typeface="Cambria Math" panose="02040503050406030204" pitchFamily="18" charset="0"/>
                            </a:rPr>
                            <m:t>=192</m:t>
                          </m:r>
                        </m:e>
                      </m:nary>
                      <m:r>
                        <a:rPr lang="en-US">
                          <a:latin typeface="Cambria Math" panose="02040503050406030204" pitchFamily="18" charset="0"/>
                        </a:rPr>
                        <m:t>,  </m:t>
                      </m:r>
                      <m:nary>
                        <m:naryPr>
                          <m:chr m:val="∑"/>
                          <m:limLoc m:val="undOvr"/>
                          <m:subHide m:val="on"/>
                          <m:supHide m:val="on"/>
                          <m:ctrlPr>
                            <a:rPr lang="en-US" i="1">
                              <a:latin typeface="Cambria Math" panose="02040503050406030204" pitchFamily="18" charset="0"/>
                            </a:rPr>
                          </m:ctrlPr>
                        </m:naryPr>
                        <m:sub/>
                        <m:sup/>
                        <m:e>
                          <m:sSup>
                            <m:sSupPr>
                              <m:ctrlPr>
                                <a:rPr lang="en-US" i="1">
                                  <a:latin typeface="Cambria Math" panose="02040503050406030204" pitchFamily="18" charset="0"/>
                                </a:rPr>
                              </m:ctrlPr>
                            </m:sSupPr>
                            <m:e>
                              <m:d>
                                <m:dPr>
                                  <m:ctrlPr>
                                    <a:rPr lang="en-US" i="1">
                                      <a:latin typeface="Cambria Math" panose="02040503050406030204" pitchFamily="18" charset="0"/>
                                    </a:rPr>
                                  </m:ctrlPr>
                                </m:dPr>
                                <m:e>
                                  <m:r>
                                    <m:rPr>
                                      <m:sty m:val="p"/>
                                    </m:rPr>
                                    <a:rPr lang="en-US">
                                      <a:latin typeface="Cambria Math" panose="02040503050406030204" pitchFamily="18" charset="0"/>
                                    </a:rPr>
                                    <m:t>x</m:t>
                                  </m:r>
                                  <m:r>
                                    <a:rPr lang="en-US">
                                      <a:latin typeface="Cambria Math" panose="02040503050406030204" pitchFamily="18" charset="0"/>
                                    </a:rPr>
                                    <m:t>+</m:t>
                                  </m:r>
                                  <m:r>
                                    <m:rPr>
                                      <m:sty m:val="p"/>
                                    </m:rPr>
                                    <a:rPr lang="en-US">
                                      <a:latin typeface="Cambria Math" panose="02040503050406030204" pitchFamily="18" charset="0"/>
                                    </a:rPr>
                                    <m:t>y</m:t>
                                  </m:r>
                                </m:e>
                              </m:d>
                            </m:e>
                            <m:sup>
                              <m:r>
                                <a:rPr lang="en-US">
                                  <a:latin typeface="Cambria Math" panose="02040503050406030204" pitchFamily="18" charset="0"/>
                                </a:rPr>
                                <m:t>2</m:t>
                              </m:r>
                            </m:sup>
                          </m:sSup>
                          <m:r>
                            <a:rPr lang="en-US">
                              <a:latin typeface="Cambria Math" panose="02040503050406030204" pitchFamily="18" charset="0"/>
                            </a:rPr>
                            <m:t>=947</m:t>
                          </m:r>
                        </m:e>
                      </m:nary>
                      <m:r>
                        <a:rPr lang="en-US" i="1">
                          <a:latin typeface="Cambria Math" panose="02040503050406030204" pitchFamily="18" charset="0"/>
                        </a:rPr>
                        <m:t>.</m:t>
                      </m:r>
                    </m:oMath>
                  </m:oMathPara>
                </a14:m>
                <a:endParaRPr lang="en-US" dirty="0"/>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7" y="869082"/>
                <a:ext cx="11929643" cy="1828800"/>
              </a:xfrm>
              <a:prstGeom prst="rect">
                <a:avLst/>
              </a:prstGeom>
              <a:blipFill rotWithShape="0">
                <a:blip r:embed="rId2"/>
                <a:stretch>
                  <a:fillRect/>
                </a:stretch>
              </a:blipFill>
              <a:ln>
                <a:noFill/>
              </a:ln>
            </p:spPr>
            <p:txBody>
              <a:bodyPr/>
              <a:lstStyle/>
              <a:p>
                <a:r>
                  <a:rPr lang="en-US">
                    <a:noFill/>
                  </a:rPr>
                  <a:t> </a:t>
                </a:r>
              </a:p>
            </p:txBody>
          </p:sp>
        </mc:Fallback>
      </mc:AlternateContent>
      <p:sp>
        <p:nvSpPr>
          <p:cNvPr id="2" name="Title 1"/>
          <p:cNvSpPr>
            <a:spLocks noGrp="1"/>
          </p:cNvSpPr>
          <p:nvPr>
            <p:ph type="title"/>
          </p:nvPr>
        </p:nvSpPr>
        <p:spPr/>
        <p:txBody>
          <a:bodyPr/>
          <a:lstStyle/>
          <a:p>
            <a:r>
              <a:rPr lang="en-GB" dirty="0"/>
              <a:t>Method 1 ⇝ Example 3</a:t>
            </a:r>
            <a:endParaRPr lang="en-US" dirty="0"/>
          </a:p>
        </p:txBody>
      </p:sp>
      <p:sp>
        <p:nvSpPr>
          <p:cNvPr id="50" name="Rectangle 49">
            <a:extLst>
              <a:ext uri="{FF2B5EF4-FFF2-40B4-BE49-F238E27FC236}">
                <a16:creationId xmlns:a16="http://schemas.microsoft.com/office/drawing/2014/main" id="{B2D3FB0B-D709-43AC-B65F-29361B504B61}"/>
              </a:ext>
            </a:extLst>
          </p:cNvPr>
          <p:cNvSpPr/>
          <p:nvPr/>
        </p:nvSpPr>
        <p:spPr>
          <a:xfrm>
            <a:off x="131177" y="2855763"/>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7" name="Rectangle 6"/>
              <p:cNvSpPr/>
              <p:nvPr/>
            </p:nvSpPr>
            <p:spPr>
              <a:xfrm>
                <a:off x="131177" y="3536864"/>
                <a:ext cx="7517507"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m:rPr>
                          <m:nor/>
                        </m:rPr>
                        <a:rPr lang="en-US" sz="2800" i="0" dirty="0" smtClean="0">
                          <a:solidFill>
                            <a:srgbClr val="002060"/>
                          </a:solidFill>
                          <a:ea typeface="Cambria Math" panose="02040503050406030204" pitchFamily="18" charset="0"/>
                        </a:rPr>
                        <m:t>W</m:t>
                      </m:r>
                      <m:r>
                        <m:rPr>
                          <m:nor/>
                        </m:rPr>
                        <a:rPr lang="en-US" sz="2800" b="0" i="0" dirty="0" smtClean="0">
                          <a:solidFill>
                            <a:srgbClr val="002060"/>
                          </a:solidFill>
                          <a:ea typeface="Cambria Math" panose="02040503050406030204" pitchFamily="18" charset="0"/>
                        </a:rPr>
                        <m:t>e</m:t>
                      </m:r>
                      <m:r>
                        <m:rPr>
                          <m:nor/>
                        </m:rPr>
                        <a:rPr lang="en-US" sz="2800" b="0" i="0" dirty="0" smtClean="0">
                          <a:solidFill>
                            <a:srgbClr val="002060"/>
                          </a:solidFill>
                          <a:ea typeface="Cambria Math" panose="02040503050406030204" pitchFamily="18" charset="0"/>
                        </a:rPr>
                        <m:t> </m:t>
                      </m:r>
                      <m:r>
                        <m:rPr>
                          <m:nor/>
                        </m:rPr>
                        <a:rPr lang="en-US" sz="2800" b="0" i="0" dirty="0" smtClean="0">
                          <a:solidFill>
                            <a:srgbClr val="002060"/>
                          </a:solidFill>
                          <a:ea typeface="Cambria Math" panose="02040503050406030204" pitchFamily="18" charset="0"/>
                        </a:rPr>
                        <m:t>have</m:t>
                      </m:r>
                      <m:r>
                        <a:rPr lang="en-US" sz="2800" b="0" i="0" dirty="0" smtClean="0">
                          <a:solidFill>
                            <a:srgbClr val="002060"/>
                          </a:solidFill>
                          <a:latin typeface="Cambria Math" panose="02040503050406030204" pitchFamily="18" charset="0"/>
                          <a:ea typeface="Cambria Math" panose="02040503050406030204" pitchFamily="18" charset="0"/>
                        </a:rPr>
                        <m:t>           </m:t>
                      </m:r>
                      <m:r>
                        <m:rPr>
                          <m:sty m:val="p"/>
                        </m:rPr>
                        <a:rPr lang="en-US" sz="2800">
                          <a:solidFill>
                            <a:srgbClr val="002060"/>
                          </a:solidFill>
                          <a:latin typeface="Cambria Math" panose="02040503050406030204" pitchFamily="18" charset="0"/>
                        </a:rPr>
                        <m:t>n</m:t>
                      </m:r>
                      <m:r>
                        <a:rPr lang="en-US" sz="2800">
                          <a:solidFill>
                            <a:srgbClr val="002060"/>
                          </a:solidFill>
                          <a:latin typeface="Cambria Math" panose="02040503050406030204" pitchFamily="18" charset="0"/>
                        </a:rPr>
                        <m:t>=10,  </m:t>
                      </m:r>
                      <m:acc>
                        <m:accPr>
                          <m:chr m:val="̅"/>
                          <m:ctrlPr>
                            <a:rPr lang="en-US" sz="2800" i="1">
                              <a:solidFill>
                                <a:srgbClr val="002060"/>
                              </a:solidFill>
                              <a:latin typeface="Cambria Math" panose="02040503050406030204" pitchFamily="18" charset="0"/>
                            </a:rPr>
                          </m:ctrlPr>
                        </m:accPr>
                        <m:e>
                          <m:r>
                            <a:rPr lang="en-US" sz="2800" b="0" i="0" smtClean="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 </m:t>
                          </m:r>
                        </m:e>
                      </m:acc>
                      <m:r>
                        <a:rPr lang="en-US" sz="2800">
                          <a:solidFill>
                            <a:srgbClr val="002060"/>
                          </a:solidFill>
                          <a:latin typeface="Cambria Math" panose="02040503050406030204" pitchFamily="18" charset="0"/>
                        </a:rPr>
                        <m:t>=5.5, </m:t>
                      </m:r>
                      <m:r>
                        <a:rPr lang="en-US" sz="2800" i="1">
                          <a:solidFill>
                            <a:srgbClr val="002060"/>
                          </a:solidFill>
                          <a:latin typeface="Cambria Math" panose="02040503050406030204" pitchFamily="18" charset="0"/>
                        </a:rPr>
                        <m:t> </m:t>
                      </m:r>
                      <m:acc>
                        <m:accPr>
                          <m:chr m:val="̅"/>
                          <m:ctrlPr>
                            <a:rPr lang="en-US" sz="2800" i="1">
                              <a:solidFill>
                                <a:srgbClr val="002060"/>
                              </a:solidFill>
                              <a:latin typeface="Cambria Math" panose="02040503050406030204" pitchFamily="18" charset="0"/>
                            </a:rPr>
                          </m:ctrlPr>
                        </m:accPr>
                        <m:e>
                          <m:r>
                            <a:rPr lang="en-US" sz="2800" b="0" i="0" smtClean="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 </m:t>
                          </m:r>
                        </m:e>
                      </m:acc>
                      <m:r>
                        <a:rPr lang="en-US" sz="2800">
                          <a:solidFill>
                            <a:srgbClr val="002060"/>
                          </a:solidFill>
                          <a:latin typeface="Cambria Math" panose="02040503050406030204" pitchFamily="18" charset="0"/>
                        </a:rPr>
                        <m:t>=4,</m:t>
                      </m:r>
                    </m:oMath>
                  </m:oMathPara>
                </a14:m>
                <a:endParaRPr lang="en-US" sz="2800" dirty="0">
                  <a:solidFill>
                    <a:srgbClr val="002060"/>
                  </a:solidFill>
                </a:endParaRPr>
              </a:p>
            </p:txBody>
          </p:sp>
        </mc:Choice>
        <mc:Fallback xmlns="">
          <p:sp>
            <p:nvSpPr>
              <p:cNvPr id="7" name="Rectangle 6"/>
              <p:cNvSpPr>
                <a:spLocks noRot="1" noChangeAspect="1" noMove="1" noResize="1" noEditPoints="1" noAdjustHandles="1" noChangeArrowheads="1" noChangeShapeType="1" noTextEdit="1"/>
              </p:cNvSpPr>
              <p:nvPr/>
            </p:nvSpPr>
            <p:spPr>
              <a:xfrm>
                <a:off x="131177" y="3536864"/>
                <a:ext cx="7517507" cy="52322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2170250" y="4217965"/>
                <a:ext cx="8750152" cy="1135696"/>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nary>
                        <m:naryPr>
                          <m:chr m:val="∑"/>
                          <m:limLoc m:val="undOvr"/>
                          <m:subHide m:val="on"/>
                          <m:supHide m:val="on"/>
                          <m:ctrlPr>
                            <a:rPr lang="en-US" sz="2800" i="1" smtClean="0">
                              <a:solidFill>
                                <a:srgbClr val="002060"/>
                              </a:solidFill>
                              <a:latin typeface="Cambria Math" panose="02040503050406030204" pitchFamily="18" charset="0"/>
                            </a:rPr>
                          </m:ctrlPr>
                        </m:naryPr>
                        <m:sub/>
                        <m:sup/>
                        <m:e>
                          <m:sSup>
                            <m:sSupPr>
                              <m:ctrlPr>
                                <a:rPr lang="en-US" sz="2800" i="1">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x</m:t>
                              </m:r>
                            </m:e>
                            <m:sup>
                              <m:r>
                                <a:rPr lang="en-US" sz="2800">
                                  <a:solidFill>
                                    <a:srgbClr val="002060"/>
                                  </a:solidFill>
                                  <a:latin typeface="Cambria Math" panose="02040503050406030204" pitchFamily="18" charset="0"/>
                                </a:rPr>
                                <m:t>2</m:t>
                              </m:r>
                            </m:sup>
                          </m:sSup>
                          <m:r>
                            <a:rPr lang="en-US" sz="2800">
                              <a:solidFill>
                                <a:srgbClr val="002060"/>
                              </a:solidFill>
                              <a:latin typeface="Cambria Math" panose="02040503050406030204" pitchFamily="18" charset="0"/>
                            </a:rPr>
                            <m:t>=385</m:t>
                          </m:r>
                        </m:e>
                      </m:nary>
                      <m:r>
                        <a:rPr lang="en-US" sz="2800">
                          <a:solidFill>
                            <a:srgbClr val="002060"/>
                          </a:solidFill>
                          <a:latin typeface="Cambria Math" panose="02040503050406030204" pitchFamily="18" charset="0"/>
                        </a:rPr>
                        <m:t>,  </m:t>
                      </m:r>
                      <m:nary>
                        <m:naryPr>
                          <m:chr m:val="∑"/>
                          <m:limLoc m:val="undOvr"/>
                          <m:subHide m:val="on"/>
                          <m:supHide m:val="on"/>
                          <m:ctrlPr>
                            <a:rPr lang="en-US" sz="2800" i="1">
                              <a:solidFill>
                                <a:srgbClr val="002060"/>
                              </a:solidFill>
                              <a:latin typeface="Cambria Math" panose="02040503050406030204" pitchFamily="18" charset="0"/>
                            </a:rPr>
                          </m:ctrlPr>
                        </m:naryPr>
                        <m:sub/>
                        <m:sup/>
                        <m:e>
                          <m:sSup>
                            <m:sSupPr>
                              <m:ctrlPr>
                                <a:rPr lang="en-US" sz="2800" i="1">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y</m:t>
                              </m:r>
                            </m:e>
                            <m:sup>
                              <m:r>
                                <a:rPr lang="en-US" sz="2800">
                                  <a:solidFill>
                                    <a:srgbClr val="002060"/>
                                  </a:solidFill>
                                  <a:latin typeface="Cambria Math" panose="02040503050406030204" pitchFamily="18" charset="0"/>
                                </a:rPr>
                                <m:t>2</m:t>
                              </m:r>
                            </m:sup>
                          </m:sSup>
                          <m:r>
                            <a:rPr lang="en-US" sz="2800">
                              <a:solidFill>
                                <a:srgbClr val="002060"/>
                              </a:solidFill>
                              <a:latin typeface="Cambria Math" panose="02040503050406030204" pitchFamily="18" charset="0"/>
                            </a:rPr>
                            <m:t>=192</m:t>
                          </m:r>
                        </m:e>
                      </m:nary>
                      <m:r>
                        <a:rPr lang="en-US" sz="2800">
                          <a:solidFill>
                            <a:srgbClr val="002060"/>
                          </a:solidFill>
                          <a:latin typeface="Cambria Math" panose="02040503050406030204" pitchFamily="18" charset="0"/>
                        </a:rPr>
                        <m:t>,  </m:t>
                      </m:r>
                      <m:nary>
                        <m:naryPr>
                          <m:chr m:val="∑"/>
                          <m:limLoc m:val="undOvr"/>
                          <m:subHide m:val="on"/>
                          <m:supHide m:val="on"/>
                          <m:ctrlPr>
                            <a:rPr lang="en-US" sz="2800" i="1">
                              <a:solidFill>
                                <a:srgbClr val="002060"/>
                              </a:solidFill>
                              <a:latin typeface="Cambria Math" panose="02040503050406030204" pitchFamily="18" charset="0"/>
                            </a:rPr>
                          </m:ctrlPr>
                        </m:naryPr>
                        <m:sub/>
                        <m:sup/>
                        <m:e>
                          <m:sSup>
                            <m:sSupPr>
                              <m:ctrlPr>
                                <a:rPr lang="en-US" sz="2800" i="1">
                                  <a:solidFill>
                                    <a:srgbClr val="002060"/>
                                  </a:solidFill>
                                  <a:latin typeface="Cambria Math" panose="02040503050406030204" pitchFamily="18" charset="0"/>
                                </a:rPr>
                              </m:ctrlPr>
                            </m:sSupPr>
                            <m:e>
                              <m:d>
                                <m:dPr>
                                  <m:ctrlPr>
                                    <a:rPr lang="en-US"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m:t>
                                  </m:r>
                                  <m:r>
                                    <m:rPr>
                                      <m:sty m:val="p"/>
                                    </m:rPr>
                                    <a:rPr lang="en-US" sz="2800">
                                      <a:solidFill>
                                        <a:srgbClr val="002060"/>
                                      </a:solidFill>
                                      <a:latin typeface="Cambria Math" panose="02040503050406030204" pitchFamily="18" charset="0"/>
                                    </a:rPr>
                                    <m:t>y</m:t>
                                  </m:r>
                                </m:e>
                              </m:d>
                            </m:e>
                            <m:sup>
                              <m:r>
                                <a:rPr lang="en-US" sz="2800">
                                  <a:solidFill>
                                    <a:srgbClr val="002060"/>
                                  </a:solidFill>
                                  <a:latin typeface="Cambria Math" panose="02040503050406030204" pitchFamily="18" charset="0"/>
                                </a:rPr>
                                <m:t>2</m:t>
                              </m:r>
                            </m:sup>
                          </m:sSup>
                          <m:r>
                            <a:rPr lang="en-US" sz="2800">
                              <a:solidFill>
                                <a:srgbClr val="002060"/>
                              </a:solidFill>
                              <a:latin typeface="Cambria Math" panose="02040503050406030204" pitchFamily="18" charset="0"/>
                            </a:rPr>
                            <m:t>=947</m:t>
                          </m:r>
                        </m:e>
                      </m:nary>
                    </m:oMath>
                  </m:oMathPara>
                </a14:m>
                <a:endParaRPr lang="en-US" sz="2800" dirty="0">
                  <a:solidFill>
                    <a:srgbClr val="002060"/>
                  </a:solidFill>
                </a:endParaRPr>
              </a:p>
            </p:txBody>
          </p:sp>
        </mc:Choice>
        <mc:Fallback xmlns="">
          <p:sp>
            <p:nvSpPr>
              <p:cNvPr id="13" name="Rectangle 12"/>
              <p:cNvSpPr>
                <a:spLocks noRot="1" noChangeAspect="1" noMove="1" noResize="1" noEditPoints="1" noAdjustHandles="1" noChangeArrowheads="1" noChangeShapeType="1" noTextEdit="1"/>
              </p:cNvSpPr>
              <p:nvPr/>
            </p:nvSpPr>
            <p:spPr>
              <a:xfrm>
                <a:off x="2170250" y="4217965"/>
                <a:ext cx="8750152" cy="1135696"/>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131177" y="5511542"/>
                <a:ext cx="6803529" cy="1135696"/>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0" dirty="0" smtClean="0">
                          <a:solidFill>
                            <a:srgbClr val="002060"/>
                          </a:solidFill>
                          <a:latin typeface="Cambria Math" panose="02040503050406030204" pitchFamily="18" charset="0"/>
                          <a:ea typeface="Cambria Math" panose="02040503050406030204" pitchFamily="18" charset="0"/>
                        </a:rPr>
                        <m:t>∴</m:t>
                      </m:r>
                      <m:r>
                        <m:rPr>
                          <m:nor/>
                        </m:rPr>
                        <a:rPr lang="en-US" sz="2800" b="0" i="0" dirty="0" smtClean="0">
                          <a:solidFill>
                            <a:srgbClr val="002060"/>
                          </a:solidFill>
                          <a:latin typeface="+mj-lt"/>
                          <a:ea typeface="Cambria Math" panose="02040503050406030204" pitchFamily="18" charset="0"/>
                        </a:rPr>
                        <m:t>We</m:t>
                      </m:r>
                      <m:r>
                        <m:rPr>
                          <m:nor/>
                        </m:rPr>
                        <a:rPr lang="en-US" sz="2800" b="0" i="0" dirty="0" smtClean="0">
                          <a:solidFill>
                            <a:srgbClr val="002060"/>
                          </a:solidFill>
                          <a:latin typeface="+mj-lt"/>
                          <a:ea typeface="Cambria Math" panose="02040503050406030204" pitchFamily="18" charset="0"/>
                        </a:rPr>
                        <m:t> </m:t>
                      </m:r>
                      <m:r>
                        <m:rPr>
                          <m:nor/>
                        </m:rPr>
                        <a:rPr lang="en-US" sz="2800" b="0" i="0" dirty="0" smtClean="0">
                          <a:solidFill>
                            <a:srgbClr val="002060"/>
                          </a:solidFill>
                          <a:latin typeface="+mj-lt"/>
                          <a:ea typeface="Cambria Math" panose="02040503050406030204" pitchFamily="18" charset="0"/>
                        </a:rPr>
                        <m:t>have</m:t>
                      </m:r>
                      <m:r>
                        <m:rPr>
                          <m:nor/>
                        </m:rPr>
                        <a:rPr lang="en-US" sz="2800" b="0" i="0" dirty="0" smtClean="0">
                          <a:solidFill>
                            <a:srgbClr val="002060"/>
                          </a:solidFill>
                          <a:latin typeface="+mj-lt"/>
                          <a:ea typeface="Cambria Math" panose="02040503050406030204" pitchFamily="18" charset="0"/>
                        </a:rPr>
                        <m:t> </m:t>
                      </m:r>
                      <m:r>
                        <m:rPr>
                          <m:nor/>
                        </m:rPr>
                        <a:rPr lang="en-US" sz="2800" b="0" i="0" dirty="0" smtClean="0">
                          <a:solidFill>
                            <a:srgbClr val="002060"/>
                          </a:solidFill>
                          <a:latin typeface="+mj-lt"/>
                          <a:ea typeface="Cambria Math" panose="02040503050406030204" pitchFamily="18" charset="0"/>
                        </a:rPr>
                        <m:t>to</m:t>
                      </m:r>
                      <m:r>
                        <m:rPr>
                          <m:nor/>
                        </m:rPr>
                        <a:rPr lang="en-US" sz="2800" b="0" i="0" dirty="0" smtClean="0">
                          <a:solidFill>
                            <a:srgbClr val="002060"/>
                          </a:solidFill>
                          <a:latin typeface="+mj-lt"/>
                          <a:ea typeface="Cambria Math" panose="02040503050406030204" pitchFamily="18" charset="0"/>
                        </a:rPr>
                        <m:t> </m:t>
                      </m:r>
                      <m:r>
                        <m:rPr>
                          <m:nor/>
                        </m:rPr>
                        <a:rPr lang="en-US" sz="2800" b="0" i="0" dirty="0" smtClean="0">
                          <a:solidFill>
                            <a:srgbClr val="002060"/>
                          </a:solidFill>
                          <a:latin typeface="+mj-lt"/>
                          <a:ea typeface="Cambria Math" panose="02040503050406030204" pitchFamily="18" charset="0"/>
                        </a:rPr>
                        <m:t>find</m:t>
                      </m:r>
                      <m:nary>
                        <m:naryPr>
                          <m:chr m:val="∑"/>
                          <m:limLoc m:val="undOvr"/>
                          <m:subHide m:val="on"/>
                          <m:supHide m:val="on"/>
                          <m:ctrlPr>
                            <a:rPr lang="en-US" sz="2800" i="1" smtClean="0">
                              <a:solidFill>
                                <a:srgbClr val="002060"/>
                              </a:solidFill>
                              <a:latin typeface="Cambria Math" panose="02040503050406030204" pitchFamily="18" charset="0"/>
                            </a:rPr>
                          </m:ctrlPr>
                        </m:naryPr>
                        <m:sub/>
                        <m:sup/>
                        <m:e>
                          <m:r>
                            <m:rPr>
                              <m:sty m:val="p"/>
                            </m:rPr>
                            <a:rPr lang="en-US" sz="2800" b="0" i="0" smtClean="0">
                              <a:solidFill>
                                <a:srgbClr val="002060"/>
                              </a:solidFill>
                              <a:latin typeface="Cambria Math" panose="02040503050406030204" pitchFamily="18" charset="0"/>
                            </a:rPr>
                            <m:t>x</m:t>
                          </m:r>
                        </m:e>
                      </m:nary>
                      <m:r>
                        <a:rPr lang="en-US" sz="2800" b="0" i="0" smtClean="0">
                          <a:solidFill>
                            <a:srgbClr val="002060"/>
                          </a:solidFill>
                          <a:latin typeface="Cambria Math" panose="02040503050406030204" pitchFamily="18" charset="0"/>
                        </a:rPr>
                        <m:t>,  </m:t>
                      </m:r>
                      <m:nary>
                        <m:naryPr>
                          <m:chr m:val="∑"/>
                          <m:limLoc m:val="undOvr"/>
                          <m:subHide m:val="on"/>
                          <m:supHide m:val="on"/>
                          <m:ctrlPr>
                            <a:rPr lang="en-US" sz="2800" i="1">
                              <a:solidFill>
                                <a:srgbClr val="002060"/>
                              </a:solidFill>
                              <a:latin typeface="Cambria Math" panose="02040503050406030204" pitchFamily="18" charset="0"/>
                            </a:rPr>
                          </m:ctrlPr>
                        </m:naryPr>
                        <m:sub/>
                        <m:sup/>
                        <m:e>
                          <m:r>
                            <m:rPr>
                              <m:sty m:val="p"/>
                            </m:rPr>
                            <a:rPr lang="en-US" sz="2800" b="0" i="0" smtClean="0">
                              <a:solidFill>
                                <a:srgbClr val="002060"/>
                              </a:solidFill>
                              <a:latin typeface="Cambria Math" panose="02040503050406030204" pitchFamily="18" charset="0"/>
                            </a:rPr>
                            <m:t>y</m:t>
                          </m:r>
                        </m:e>
                      </m:nary>
                      <m:r>
                        <a:rPr lang="en-US" sz="2800" b="0" i="0" smtClean="0">
                          <a:solidFill>
                            <a:srgbClr val="002060"/>
                          </a:solidFill>
                          <a:latin typeface="Cambria Math" panose="02040503050406030204" pitchFamily="18" charset="0"/>
                        </a:rPr>
                        <m:t>,  </m:t>
                      </m:r>
                      <m:nary>
                        <m:naryPr>
                          <m:chr m:val="∑"/>
                          <m:limLoc m:val="undOvr"/>
                          <m:subHide m:val="on"/>
                          <m:supHide m:val="on"/>
                          <m:ctrlPr>
                            <a:rPr lang="en-US" sz="2800" i="1">
                              <a:solidFill>
                                <a:srgbClr val="002060"/>
                              </a:solidFill>
                              <a:latin typeface="Cambria Math" panose="02040503050406030204" pitchFamily="18" charset="0"/>
                            </a:rPr>
                          </m:ctrlPr>
                        </m:naryPr>
                        <m:sub/>
                        <m:sup/>
                        <m:e>
                          <m:r>
                            <m:rPr>
                              <m:sty m:val="p"/>
                            </m:rPr>
                            <a:rPr lang="en-US" sz="2800" i="0">
                              <a:solidFill>
                                <a:srgbClr val="002060"/>
                              </a:solidFill>
                              <a:latin typeface="Cambria Math" panose="02040503050406030204" pitchFamily="18" charset="0"/>
                            </a:rPr>
                            <m:t>x</m:t>
                          </m:r>
                          <m:r>
                            <m:rPr>
                              <m:sty m:val="p"/>
                            </m:rPr>
                            <a:rPr lang="en-US" sz="2800" b="0" i="0" smtClean="0">
                              <a:solidFill>
                                <a:srgbClr val="002060"/>
                              </a:solidFill>
                              <a:latin typeface="Cambria Math" panose="02040503050406030204" pitchFamily="18" charset="0"/>
                            </a:rPr>
                            <m:t>y</m:t>
                          </m:r>
                        </m:e>
                      </m:nary>
                    </m:oMath>
                  </m:oMathPara>
                </a14:m>
                <a:endParaRPr lang="en-US" sz="2800" dirty="0">
                  <a:solidFill>
                    <a:srgbClr val="002060"/>
                  </a:solidFill>
                </a:endParaRPr>
              </a:p>
            </p:txBody>
          </p:sp>
        </mc:Choice>
        <mc:Fallback xmlns="">
          <p:sp>
            <p:nvSpPr>
              <p:cNvPr id="14" name="Rectangle 13"/>
              <p:cNvSpPr>
                <a:spLocks noRot="1" noChangeAspect="1" noMove="1" noResize="1" noEditPoints="1" noAdjustHandles="1" noChangeArrowheads="1" noChangeShapeType="1" noTextEdit="1"/>
              </p:cNvSpPr>
              <p:nvPr/>
            </p:nvSpPr>
            <p:spPr>
              <a:xfrm>
                <a:off x="131177" y="5511542"/>
                <a:ext cx="6803529" cy="1135696"/>
              </a:xfrm>
              <a:prstGeom prst="rect">
                <a:avLst/>
              </a:prstGeom>
              <a:blipFill rotWithShape="0">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048414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50" grpId="0" animBg="1"/>
      <p:bldP spid="7" grpId="0"/>
      <p:bldP spid="13" grpId="0"/>
      <p:bldP spid="14"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1 ⇝ Example 3(</a:t>
            </a:r>
            <a:r>
              <a:rPr lang="en-GB" dirty="0">
                <a:solidFill>
                  <a:srgbClr val="FF0000"/>
                </a:solidFill>
              </a:rPr>
              <a:t>Continue</a:t>
            </a:r>
            <a:r>
              <a:rPr lang="en-GB" dirty="0"/>
              <a:t>)</a:t>
            </a:r>
            <a:endParaRPr lang="en-US" dirty="0"/>
          </a:p>
        </p:txBody>
      </p:sp>
      <mc:AlternateContent xmlns:mc="http://schemas.openxmlformats.org/markup-compatibility/2006" xmlns:a14="http://schemas.microsoft.com/office/drawing/2010/main">
        <mc:Choice Requires="a14">
          <p:sp>
            <p:nvSpPr>
              <p:cNvPr id="10" name="Rectangle 9"/>
              <p:cNvSpPr/>
              <p:nvPr/>
            </p:nvSpPr>
            <p:spPr>
              <a:xfrm>
                <a:off x="137271" y="859577"/>
                <a:ext cx="3694473" cy="92256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m:rPr>
                          <m:nor/>
                        </m:rPr>
                        <a:rPr lang="en-US" sz="2800" b="0" i="0" dirty="0" smtClean="0">
                          <a:solidFill>
                            <a:srgbClr val="002060"/>
                          </a:solidFill>
                          <a:ea typeface="Cambria Math" panose="02040503050406030204" pitchFamily="18" charset="0"/>
                        </a:rPr>
                        <m:t>We</m:t>
                      </m:r>
                      <m:r>
                        <m:rPr>
                          <m:nor/>
                        </m:rPr>
                        <a:rPr lang="en-US" sz="2800" b="0" i="0" dirty="0" smtClean="0">
                          <a:solidFill>
                            <a:srgbClr val="002060"/>
                          </a:solidFill>
                          <a:ea typeface="Cambria Math" panose="02040503050406030204" pitchFamily="18" charset="0"/>
                        </a:rPr>
                        <m:t> </m:t>
                      </m:r>
                      <m:r>
                        <m:rPr>
                          <m:nor/>
                        </m:rPr>
                        <a:rPr lang="en-US" sz="2800" b="0" i="0" dirty="0" smtClean="0">
                          <a:solidFill>
                            <a:srgbClr val="002060"/>
                          </a:solidFill>
                          <a:ea typeface="Cambria Math" panose="02040503050406030204" pitchFamily="18" charset="0"/>
                        </a:rPr>
                        <m:t>know</m:t>
                      </m:r>
                      <m:r>
                        <m:rPr>
                          <m:nor/>
                        </m:rPr>
                        <a:rPr lang="en-US" sz="2800" b="0" i="0" dirty="0" smtClean="0">
                          <a:solidFill>
                            <a:srgbClr val="002060"/>
                          </a:solidFill>
                          <a:ea typeface="Cambria Math" panose="02040503050406030204" pitchFamily="18" charset="0"/>
                        </a:rPr>
                        <m:t> </m:t>
                      </m:r>
                      <m:r>
                        <m:rPr>
                          <m:nor/>
                        </m:rPr>
                        <a:rPr lang="en-US" sz="2800" b="0" i="0" dirty="0" smtClean="0">
                          <a:solidFill>
                            <a:srgbClr val="002060"/>
                          </a:solidFill>
                          <a:ea typeface="Cambria Math" panose="02040503050406030204" pitchFamily="18" charset="0"/>
                        </a:rPr>
                        <m:t>that</m:t>
                      </m:r>
                      <m:r>
                        <m:rPr>
                          <m:nor/>
                        </m:rPr>
                        <a:rPr lang="en-US" sz="2800" b="0" i="0" dirty="0" smtClean="0">
                          <a:solidFill>
                            <a:srgbClr val="002060"/>
                          </a:solidFill>
                          <a:ea typeface="Cambria Math" panose="02040503050406030204" pitchFamily="18" charset="0"/>
                        </a:rPr>
                        <m:t> </m:t>
                      </m:r>
                      <m:acc>
                        <m:accPr>
                          <m:chr m:val="̅"/>
                          <m:ctrlPr>
                            <a:rPr lang="en-US" sz="2800" i="1" smtClean="0">
                              <a:solidFill>
                                <a:srgbClr val="002060"/>
                              </a:solidFill>
                              <a:latin typeface="Cambria Math" panose="02040503050406030204" pitchFamily="18" charset="0"/>
                              <a:ea typeface="Cambria Math" panose="02040503050406030204" pitchFamily="18" charset="0"/>
                            </a:rPr>
                          </m:ctrlPr>
                        </m:accPr>
                        <m:e>
                          <m:r>
                            <a:rPr lang="en-US" sz="2800" b="0" i="0" smtClean="0">
                              <a:solidFill>
                                <a:srgbClr val="002060"/>
                              </a:solidFill>
                              <a:latin typeface="Cambria Math" panose="02040503050406030204" pitchFamily="18" charset="0"/>
                              <a:ea typeface="Cambria Math" panose="02040503050406030204" pitchFamily="18" charset="0"/>
                            </a:rPr>
                            <m:t> </m:t>
                          </m:r>
                          <m:r>
                            <m:rPr>
                              <m:sty m:val="p"/>
                            </m:rPr>
                            <a:rPr lang="en-US" sz="2800" b="0" i="0" smtClean="0">
                              <a:solidFill>
                                <a:srgbClr val="002060"/>
                              </a:solidFill>
                              <a:latin typeface="Cambria Math" panose="02040503050406030204" pitchFamily="18" charset="0"/>
                              <a:ea typeface="Cambria Math" panose="02040503050406030204" pitchFamily="18" charset="0"/>
                            </a:rPr>
                            <m:t>x</m:t>
                          </m:r>
                          <m:r>
                            <a:rPr lang="en-US" sz="2800" b="0" i="0" smtClean="0">
                              <a:solidFill>
                                <a:srgbClr val="002060"/>
                              </a:solidFill>
                              <a:latin typeface="Cambria Math" panose="02040503050406030204" pitchFamily="18" charset="0"/>
                              <a:ea typeface="Cambria Math" panose="02040503050406030204" pitchFamily="18" charset="0"/>
                            </a:rPr>
                            <m:t> </m:t>
                          </m:r>
                        </m:e>
                      </m:acc>
                      <m:r>
                        <a:rPr lang="en-US" sz="2800" b="0" i="0" smtClean="0">
                          <a:solidFill>
                            <a:srgbClr val="002060"/>
                          </a:solidFill>
                          <a:latin typeface="Cambria Math" panose="02040503050406030204" pitchFamily="18" charset="0"/>
                          <a:ea typeface="Cambria Math" panose="02040503050406030204" pitchFamily="18" charset="0"/>
                        </a:rPr>
                        <m:t>=</m:t>
                      </m:r>
                      <m:f>
                        <m:fPr>
                          <m:ctrlPr>
                            <a:rPr lang="en-US" sz="2800" b="0" i="1" smtClean="0">
                              <a:solidFill>
                                <a:srgbClr val="002060"/>
                              </a:solidFill>
                              <a:latin typeface="Cambria Math" panose="02040503050406030204" pitchFamily="18" charset="0"/>
                              <a:ea typeface="Cambria Math" panose="02040503050406030204" pitchFamily="18" charset="0"/>
                            </a:rPr>
                          </m:ctrlPr>
                        </m:fPr>
                        <m:num>
                          <m:r>
                            <a:rPr lang="en-US" sz="2800" b="0" i="0" smtClean="0">
                              <a:solidFill>
                                <a:srgbClr val="002060"/>
                              </a:solidFill>
                              <a:latin typeface="Cambria Math" panose="02040503050406030204" pitchFamily="18" charset="0"/>
                              <a:ea typeface="Cambria Math" panose="02040503050406030204" pitchFamily="18" charset="0"/>
                            </a:rPr>
                            <m:t> </m:t>
                          </m:r>
                          <m:nary>
                            <m:naryPr>
                              <m:chr m:val="∑"/>
                              <m:subHide m:val="on"/>
                              <m:supHide m:val="on"/>
                              <m:ctrlPr>
                                <a:rPr lang="en-US" sz="2800" b="0" i="1" smtClean="0">
                                  <a:solidFill>
                                    <a:srgbClr val="002060"/>
                                  </a:solidFill>
                                  <a:latin typeface="Cambria Math" panose="02040503050406030204" pitchFamily="18" charset="0"/>
                                  <a:ea typeface="Cambria Math" panose="02040503050406030204" pitchFamily="18" charset="0"/>
                                </a:rPr>
                              </m:ctrlPr>
                            </m:naryPr>
                            <m:sub/>
                            <m:sup/>
                            <m:e>
                              <m:r>
                                <m:rPr>
                                  <m:sty m:val="p"/>
                                </m:rPr>
                                <a:rPr lang="en-US" sz="2800" b="0" i="0" smtClean="0">
                                  <a:solidFill>
                                    <a:srgbClr val="002060"/>
                                  </a:solidFill>
                                  <a:latin typeface="Cambria Math" panose="02040503050406030204" pitchFamily="18" charset="0"/>
                                  <a:ea typeface="Cambria Math" panose="02040503050406030204" pitchFamily="18" charset="0"/>
                                </a:rPr>
                                <m:t>x</m:t>
                              </m:r>
                              <m:r>
                                <a:rPr lang="en-US" sz="2800" b="0" i="0" smtClean="0">
                                  <a:solidFill>
                                    <a:srgbClr val="002060"/>
                                  </a:solidFill>
                                  <a:latin typeface="Cambria Math" panose="02040503050406030204" pitchFamily="18" charset="0"/>
                                  <a:ea typeface="Cambria Math" panose="02040503050406030204" pitchFamily="18" charset="0"/>
                                </a:rPr>
                                <m:t> </m:t>
                              </m:r>
                            </m:e>
                          </m:nary>
                        </m:num>
                        <m:den>
                          <m:r>
                            <m:rPr>
                              <m:sty m:val="p"/>
                            </m:rPr>
                            <a:rPr lang="en-US" sz="2800" b="0" i="0" smtClean="0">
                              <a:solidFill>
                                <a:srgbClr val="002060"/>
                              </a:solidFill>
                              <a:latin typeface="Cambria Math" panose="02040503050406030204" pitchFamily="18" charset="0"/>
                              <a:ea typeface="Cambria Math" panose="02040503050406030204" pitchFamily="18" charset="0"/>
                            </a:rPr>
                            <m:t>n</m:t>
                          </m:r>
                        </m:den>
                      </m:f>
                    </m:oMath>
                  </m:oMathPara>
                </a14:m>
                <a:endParaRPr lang="en-US" dirty="0">
                  <a:solidFill>
                    <a:srgbClr val="002060"/>
                  </a:solidFill>
                </a:endParaRPr>
              </a:p>
            </p:txBody>
          </p:sp>
        </mc:Choice>
        <mc:Fallback xmlns="">
          <p:sp>
            <p:nvSpPr>
              <p:cNvPr id="10" name="Rectangle 9"/>
              <p:cNvSpPr>
                <a:spLocks noRot="1" noChangeAspect="1" noMove="1" noResize="1" noEditPoints="1" noAdjustHandles="1" noChangeArrowheads="1" noChangeShapeType="1" noTextEdit="1"/>
              </p:cNvSpPr>
              <p:nvPr/>
            </p:nvSpPr>
            <p:spPr>
              <a:xfrm>
                <a:off x="137271" y="859577"/>
                <a:ext cx="3694473" cy="922560"/>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a:off x="137271" y="1930513"/>
                <a:ext cx="2657074" cy="1135696"/>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dirty="0" smtClean="0">
                          <a:solidFill>
                            <a:srgbClr val="002060"/>
                          </a:solidFill>
                          <a:latin typeface="Cambria Math" panose="02040503050406030204" pitchFamily="18" charset="0"/>
                          <a:ea typeface="Cambria Math" panose="02040503050406030204" pitchFamily="18" charset="0"/>
                        </a:rPr>
                        <m:t>⇒</m:t>
                      </m:r>
                      <m:nary>
                        <m:naryPr>
                          <m:chr m:val="∑"/>
                          <m:subHide m:val="on"/>
                          <m:supHide m:val="on"/>
                          <m:ctrlPr>
                            <a:rPr lang="en-US" sz="2800" i="1">
                              <a:solidFill>
                                <a:srgbClr val="002060"/>
                              </a:solidFill>
                              <a:latin typeface="Cambria Math" panose="02040503050406030204" pitchFamily="18" charset="0"/>
                              <a:ea typeface="Cambria Math" panose="02040503050406030204" pitchFamily="18" charset="0"/>
                            </a:rPr>
                          </m:ctrlPr>
                        </m:naryPr>
                        <m:sub/>
                        <m:sup/>
                        <m:e>
                          <m:r>
                            <m:rPr>
                              <m:sty m:val="p"/>
                            </m:rPr>
                            <a:rPr lang="en-US" sz="2800" b="0" i="0" smtClean="0">
                              <a:solidFill>
                                <a:srgbClr val="002060"/>
                              </a:solidFill>
                              <a:latin typeface="Cambria Math" panose="02040503050406030204" pitchFamily="18" charset="0"/>
                              <a:ea typeface="Cambria Math" panose="02040503050406030204" pitchFamily="18" charset="0"/>
                            </a:rPr>
                            <m:t>x</m:t>
                          </m:r>
                        </m:e>
                      </m:nary>
                      <m:r>
                        <a:rPr lang="en-US" sz="2800" b="0" i="1" smtClean="0">
                          <a:solidFill>
                            <a:srgbClr val="002060"/>
                          </a:solidFill>
                          <a:latin typeface="Cambria Math" panose="02040503050406030204" pitchFamily="18" charset="0"/>
                          <a:ea typeface="Cambria Math" panose="02040503050406030204" pitchFamily="18" charset="0"/>
                        </a:rPr>
                        <m:t>=</m:t>
                      </m:r>
                      <m:acc>
                        <m:accPr>
                          <m:chr m:val="̅"/>
                          <m:ctrlPr>
                            <a:rPr lang="en-US" sz="2800" i="1">
                              <a:solidFill>
                                <a:srgbClr val="002060"/>
                              </a:solidFill>
                              <a:latin typeface="Cambria Math" panose="02040503050406030204" pitchFamily="18" charset="0"/>
                              <a:ea typeface="Cambria Math" panose="02040503050406030204" pitchFamily="18" charset="0"/>
                            </a:rPr>
                          </m:ctrlPr>
                        </m:accPr>
                        <m:e>
                          <m:r>
                            <a:rPr lang="en-US" sz="2800">
                              <a:solidFill>
                                <a:srgbClr val="002060"/>
                              </a:solidFill>
                              <a:latin typeface="Cambria Math" panose="02040503050406030204" pitchFamily="18" charset="0"/>
                              <a:ea typeface="Cambria Math" panose="02040503050406030204" pitchFamily="18" charset="0"/>
                            </a:rPr>
                            <m:t> </m:t>
                          </m:r>
                          <m:r>
                            <m:rPr>
                              <m:sty m:val="p"/>
                            </m:rPr>
                            <a:rPr lang="en-US" sz="2800" b="0" i="0" smtClean="0">
                              <a:solidFill>
                                <a:srgbClr val="002060"/>
                              </a:solidFill>
                              <a:latin typeface="Cambria Math" panose="02040503050406030204" pitchFamily="18" charset="0"/>
                              <a:ea typeface="Cambria Math" panose="02040503050406030204" pitchFamily="18" charset="0"/>
                            </a:rPr>
                            <m:t>x</m:t>
                          </m:r>
                          <m:r>
                            <a:rPr lang="en-US" sz="2800">
                              <a:solidFill>
                                <a:srgbClr val="002060"/>
                              </a:solidFill>
                              <a:latin typeface="Cambria Math" panose="02040503050406030204" pitchFamily="18" charset="0"/>
                              <a:ea typeface="Cambria Math" panose="02040503050406030204" pitchFamily="18" charset="0"/>
                            </a:rPr>
                            <m:t> </m:t>
                          </m:r>
                        </m:e>
                      </m:acc>
                      <m:r>
                        <a:rPr lang="en-US" sz="2800" i="1" smtClean="0">
                          <a:solidFill>
                            <a:srgbClr val="002060"/>
                          </a:solidFill>
                          <a:latin typeface="Cambria Math" panose="02040503050406030204" pitchFamily="18" charset="0"/>
                          <a:ea typeface="Cambria Math" panose="02040503050406030204" pitchFamily="18" charset="0"/>
                        </a:rPr>
                        <m:t>∙</m:t>
                      </m:r>
                      <m:r>
                        <m:rPr>
                          <m:sty m:val="p"/>
                        </m:rPr>
                        <a:rPr lang="en-US" sz="2800" b="0" i="0" smtClean="0">
                          <a:solidFill>
                            <a:srgbClr val="002060"/>
                          </a:solidFill>
                          <a:latin typeface="Cambria Math" panose="02040503050406030204" pitchFamily="18" charset="0"/>
                          <a:ea typeface="Cambria Math" panose="02040503050406030204" pitchFamily="18" charset="0"/>
                        </a:rPr>
                        <m:t>n</m:t>
                      </m:r>
                    </m:oMath>
                  </m:oMathPara>
                </a14:m>
                <a:endParaRPr lang="en-US" sz="2800" dirty="0">
                  <a:solidFill>
                    <a:srgbClr val="002060"/>
                  </a:solidFill>
                </a:endParaRPr>
              </a:p>
            </p:txBody>
          </p:sp>
        </mc:Choice>
        <mc:Fallback xmlns="">
          <p:sp>
            <p:nvSpPr>
              <p:cNvPr id="11" name="Rectangle 10"/>
              <p:cNvSpPr>
                <a:spLocks noRot="1" noChangeAspect="1" noMove="1" noResize="1" noEditPoints="1" noAdjustHandles="1" noChangeArrowheads="1" noChangeShapeType="1" noTextEdit="1"/>
              </p:cNvSpPr>
              <p:nvPr/>
            </p:nvSpPr>
            <p:spPr>
              <a:xfrm>
                <a:off x="137271" y="1930513"/>
                <a:ext cx="2657074" cy="1135696"/>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p:cNvSpPr/>
              <p:nvPr/>
            </p:nvSpPr>
            <p:spPr>
              <a:xfrm>
                <a:off x="137271" y="3214585"/>
                <a:ext cx="2982740" cy="1135696"/>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a:rPr lang="en-US" sz="2800" i="1" dirty="0" smtClean="0">
                          <a:solidFill>
                            <a:srgbClr val="002060"/>
                          </a:solidFill>
                          <a:latin typeface="Cambria Math" panose="02040503050406030204" pitchFamily="18" charset="0"/>
                          <a:ea typeface="Cambria Math" panose="02040503050406030204" pitchFamily="18" charset="0"/>
                        </a:rPr>
                        <m:t>⇒</m:t>
                      </m:r>
                      <m:nary>
                        <m:naryPr>
                          <m:chr m:val="∑"/>
                          <m:subHide m:val="on"/>
                          <m:supHide m:val="on"/>
                          <m:ctrlPr>
                            <a:rPr lang="en-US" sz="2800" i="1">
                              <a:solidFill>
                                <a:srgbClr val="002060"/>
                              </a:solidFill>
                              <a:latin typeface="Cambria Math" panose="02040503050406030204" pitchFamily="18" charset="0"/>
                              <a:ea typeface="Cambria Math" panose="02040503050406030204" pitchFamily="18" charset="0"/>
                            </a:rPr>
                          </m:ctrlPr>
                        </m:naryPr>
                        <m:sub/>
                        <m:sup/>
                        <m:e>
                          <m:r>
                            <m:rPr>
                              <m:sty m:val="p"/>
                            </m:rPr>
                            <a:rPr lang="en-US" sz="2800" b="0" i="0" smtClean="0">
                              <a:solidFill>
                                <a:srgbClr val="002060"/>
                              </a:solidFill>
                              <a:latin typeface="Cambria Math" panose="02040503050406030204" pitchFamily="18" charset="0"/>
                              <a:ea typeface="Cambria Math" panose="02040503050406030204" pitchFamily="18" charset="0"/>
                            </a:rPr>
                            <m:t>x</m:t>
                          </m:r>
                        </m:e>
                      </m:nary>
                      <m:r>
                        <a:rPr lang="en-US" sz="2800" b="0" i="1" smtClean="0">
                          <a:solidFill>
                            <a:srgbClr val="002060"/>
                          </a:solidFill>
                          <a:latin typeface="Cambria Math" panose="02040503050406030204" pitchFamily="18" charset="0"/>
                          <a:ea typeface="Cambria Math" panose="02040503050406030204" pitchFamily="18" charset="0"/>
                        </a:rPr>
                        <m:t>=</m:t>
                      </m:r>
                      <m:r>
                        <a:rPr lang="en-US" sz="2800" b="0" i="1" smtClean="0">
                          <a:solidFill>
                            <a:srgbClr val="FF0000"/>
                          </a:solidFill>
                          <a:latin typeface="Cambria Math" panose="02040503050406030204" pitchFamily="18" charset="0"/>
                          <a:ea typeface="Cambria Math" panose="02040503050406030204" pitchFamily="18" charset="0"/>
                        </a:rPr>
                        <m:t>5.5</m:t>
                      </m:r>
                      <m:r>
                        <a:rPr lang="en-US" sz="2800" i="1" smtClean="0">
                          <a:solidFill>
                            <a:srgbClr val="002060"/>
                          </a:solidFill>
                          <a:latin typeface="Cambria Math" panose="02040503050406030204" pitchFamily="18" charset="0"/>
                          <a:ea typeface="Cambria Math" panose="02040503050406030204" pitchFamily="18" charset="0"/>
                        </a:rPr>
                        <m:t>∙</m:t>
                      </m:r>
                      <m:r>
                        <a:rPr lang="en-US" sz="2800" b="0" i="0" smtClean="0">
                          <a:solidFill>
                            <a:srgbClr val="FF0000"/>
                          </a:solidFill>
                          <a:latin typeface="Cambria Math" panose="02040503050406030204" pitchFamily="18" charset="0"/>
                          <a:ea typeface="Cambria Math" panose="02040503050406030204" pitchFamily="18" charset="0"/>
                        </a:rPr>
                        <m:t>10</m:t>
                      </m:r>
                    </m:oMath>
                  </m:oMathPara>
                </a14:m>
                <a:endParaRPr lang="en-US" sz="2800" dirty="0">
                  <a:solidFill>
                    <a:srgbClr val="002060"/>
                  </a:solidFill>
                </a:endParaRPr>
              </a:p>
            </p:txBody>
          </p:sp>
        </mc:Choice>
        <mc:Fallback xmlns="">
          <p:sp>
            <p:nvSpPr>
              <p:cNvPr id="12" name="Rectangle 11"/>
              <p:cNvSpPr>
                <a:spLocks noRot="1" noChangeAspect="1" noMove="1" noResize="1" noEditPoints="1" noAdjustHandles="1" noChangeArrowheads="1" noChangeShapeType="1" noTextEdit="1"/>
              </p:cNvSpPr>
              <p:nvPr/>
            </p:nvSpPr>
            <p:spPr>
              <a:xfrm>
                <a:off x="137271" y="3214585"/>
                <a:ext cx="2982740" cy="1135696"/>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137271" y="4498657"/>
                <a:ext cx="3812710" cy="1135696"/>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dirty="0" smtClean="0">
                          <a:solidFill>
                            <a:srgbClr val="002060"/>
                          </a:solidFill>
                          <a:latin typeface="Cambria Math" panose="02040503050406030204" pitchFamily="18" charset="0"/>
                          <a:ea typeface="Cambria Math" panose="02040503050406030204" pitchFamily="18" charset="0"/>
                        </a:rPr>
                        <m:t>⇒</m:t>
                      </m:r>
                      <m:nary>
                        <m:naryPr>
                          <m:chr m:val="∑"/>
                          <m:subHide m:val="on"/>
                          <m:supHide m:val="on"/>
                          <m:ctrlPr>
                            <a:rPr lang="en-US" sz="2800" i="1">
                              <a:solidFill>
                                <a:srgbClr val="002060"/>
                              </a:solidFill>
                              <a:latin typeface="Cambria Math" panose="02040503050406030204" pitchFamily="18" charset="0"/>
                              <a:ea typeface="Cambria Math" panose="02040503050406030204" pitchFamily="18" charset="0"/>
                            </a:rPr>
                          </m:ctrlPr>
                        </m:naryPr>
                        <m:sub/>
                        <m:sup/>
                        <m:e>
                          <m:r>
                            <m:rPr>
                              <m:sty m:val="p"/>
                            </m:rPr>
                            <a:rPr lang="en-US" sz="2800" b="0" i="0" smtClean="0">
                              <a:solidFill>
                                <a:srgbClr val="002060"/>
                              </a:solidFill>
                              <a:latin typeface="Cambria Math" panose="02040503050406030204" pitchFamily="18" charset="0"/>
                              <a:ea typeface="Cambria Math" panose="02040503050406030204" pitchFamily="18" charset="0"/>
                            </a:rPr>
                            <m:t>x</m:t>
                          </m:r>
                        </m:e>
                      </m:nary>
                      <m:r>
                        <a:rPr lang="en-US" sz="2800" b="0" i="1" smtClean="0">
                          <a:solidFill>
                            <a:srgbClr val="002060"/>
                          </a:solidFill>
                          <a:latin typeface="Cambria Math" panose="02040503050406030204" pitchFamily="18" charset="0"/>
                          <a:ea typeface="Cambria Math" panose="02040503050406030204" pitchFamily="18" charset="0"/>
                        </a:rPr>
                        <m:t>=</m:t>
                      </m:r>
                      <m:r>
                        <a:rPr lang="en-US" sz="2800" b="1" i="1" smtClean="0">
                          <a:solidFill>
                            <a:srgbClr val="002060"/>
                          </a:solidFill>
                          <a:latin typeface="Cambria Math" panose="02040503050406030204" pitchFamily="18" charset="0"/>
                          <a:ea typeface="Cambria Math" panose="02040503050406030204" pitchFamily="18" charset="0"/>
                        </a:rPr>
                        <m:t>𝟓𝟓</m:t>
                      </m:r>
                      <m:r>
                        <a:rPr lang="en-US" sz="2800" b="1" i="1" smtClean="0">
                          <a:solidFill>
                            <a:srgbClr val="002060"/>
                          </a:solidFill>
                          <a:latin typeface="Cambria Math" panose="02040503050406030204" pitchFamily="18" charset="0"/>
                          <a:ea typeface="Cambria Math" panose="02040503050406030204" pitchFamily="18" charset="0"/>
                        </a:rPr>
                        <m:t>………(</m:t>
                      </m:r>
                      <m:r>
                        <a:rPr lang="en-US" sz="2800" b="1" i="1" smtClean="0">
                          <a:solidFill>
                            <a:srgbClr val="002060"/>
                          </a:solidFill>
                          <a:latin typeface="Cambria Math" panose="02040503050406030204" pitchFamily="18" charset="0"/>
                          <a:ea typeface="Cambria Math" panose="02040503050406030204" pitchFamily="18" charset="0"/>
                        </a:rPr>
                        <m:t>𝟏</m:t>
                      </m:r>
                      <m:r>
                        <a:rPr lang="en-US" sz="2800" b="1" i="1" smtClean="0">
                          <a:solidFill>
                            <a:srgbClr val="002060"/>
                          </a:solidFill>
                          <a:latin typeface="Cambria Math" panose="02040503050406030204" pitchFamily="18" charset="0"/>
                          <a:ea typeface="Cambria Math" panose="02040503050406030204" pitchFamily="18" charset="0"/>
                        </a:rPr>
                        <m:t>)</m:t>
                      </m:r>
                    </m:oMath>
                  </m:oMathPara>
                </a14:m>
                <a:endParaRPr lang="en-US" sz="2800" b="1" dirty="0">
                  <a:solidFill>
                    <a:srgbClr val="002060"/>
                  </a:solidFill>
                </a:endParaRPr>
              </a:p>
            </p:txBody>
          </p:sp>
        </mc:Choice>
        <mc:Fallback xmlns="">
          <p:sp>
            <p:nvSpPr>
              <p:cNvPr id="13" name="Rectangle 12"/>
              <p:cNvSpPr>
                <a:spLocks noRot="1" noChangeAspect="1" noMove="1" noResize="1" noEditPoints="1" noAdjustHandles="1" noChangeArrowheads="1" noChangeShapeType="1" noTextEdit="1"/>
              </p:cNvSpPr>
              <p:nvPr/>
            </p:nvSpPr>
            <p:spPr>
              <a:xfrm>
                <a:off x="137271" y="4498657"/>
                <a:ext cx="3812710" cy="1135696"/>
              </a:xfrm>
              <a:prstGeom prst="rect">
                <a:avLst/>
              </a:prstGeom>
              <a:blipFill rotWithShape="0">
                <a:blip r:embed="rId5"/>
                <a:stretch>
                  <a:fillRect/>
                </a:stretch>
              </a:blipFill>
            </p:spPr>
            <p:txBody>
              <a:bodyPr/>
              <a:lstStyle/>
              <a:p>
                <a:r>
                  <a:rPr lang="en-US">
                    <a:noFill/>
                  </a:rPr>
                  <a:t> </a:t>
                </a:r>
              </a:p>
            </p:txBody>
          </p:sp>
        </mc:Fallback>
      </mc:AlternateContent>
      <p:sp>
        <p:nvSpPr>
          <p:cNvPr id="3" name="Rectangle 2"/>
          <p:cNvSpPr/>
          <p:nvPr/>
        </p:nvSpPr>
        <p:spPr>
          <a:xfrm>
            <a:off x="5130944" y="780650"/>
            <a:ext cx="36000" cy="5760720"/>
          </a:xfrm>
          <a:prstGeom prst="rect">
            <a:avLst/>
          </a:prstGeom>
          <a:solidFill>
            <a:srgbClr val="B84742"/>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5" name="Rectangle 14"/>
              <p:cNvSpPr/>
              <p:nvPr/>
            </p:nvSpPr>
            <p:spPr>
              <a:xfrm>
                <a:off x="6403347" y="857118"/>
                <a:ext cx="3016403" cy="92256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m:rPr>
                          <m:nor/>
                        </m:rPr>
                        <a:rPr lang="en-US" sz="2800" b="0" i="0" dirty="0" smtClean="0">
                          <a:solidFill>
                            <a:srgbClr val="002060"/>
                          </a:solidFill>
                          <a:ea typeface="Cambria Math" panose="02040503050406030204" pitchFamily="18" charset="0"/>
                        </a:rPr>
                        <m:t>Similarly</m:t>
                      </m:r>
                      <m:r>
                        <a:rPr lang="en-US" sz="2800" b="0" i="1" dirty="0" smtClean="0">
                          <a:solidFill>
                            <a:srgbClr val="002060"/>
                          </a:solidFill>
                          <a:latin typeface="Cambria Math" panose="02040503050406030204" pitchFamily="18" charset="0"/>
                          <a:ea typeface="Cambria Math" panose="02040503050406030204" pitchFamily="18" charset="0"/>
                        </a:rPr>
                        <m:t> </m:t>
                      </m:r>
                      <m:acc>
                        <m:accPr>
                          <m:chr m:val="̅"/>
                          <m:ctrlPr>
                            <a:rPr lang="en-US" sz="2800" i="1" smtClean="0">
                              <a:solidFill>
                                <a:srgbClr val="002060"/>
                              </a:solidFill>
                              <a:latin typeface="Cambria Math" panose="02040503050406030204" pitchFamily="18" charset="0"/>
                              <a:ea typeface="Cambria Math" panose="02040503050406030204" pitchFamily="18" charset="0"/>
                            </a:rPr>
                          </m:ctrlPr>
                        </m:accPr>
                        <m:e>
                          <m:r>
                            <a:rPr lang="en-US" sz="2800" b="0" i="0" smtClean="0">
                              <a:solidFill>
                                <a:srgbClr val="002060"/>
                              </a:solidFill>
                              <a:latin typeface="Cambria Math" panose="02040503050406030204" pitchFamily="18" charset="0"/>
                              <a:ea typeface="Cambria Math" panose="02040503050406030204" pitchFamily="18" charset="0"/>
                            </a:rPr>
                            <m:t> </m:t>
                          </m:r>
                          <m:r>
                            <m:rPr>
                              <m:sty m:val="p"/>
                            </m:rPr>
                            <a:rPr lang="en-US" sz="2800" b="0" i="0" smtClean="0">
                              <a:solidFill>
                                <a:srgbClr val="002060"/>
                              </a:solidFill>
                              <a:latin typeface="Cambria Math" panose="02040503050406030204" pitchFamily="18" charset="0"/>
                              <a:ea typeface="Cambria Math" panose="02040503050406030204" pitchFamily="18" charset="0"/>
                            </a:rPr>
                            <m:t>y</m:t>
                          </m:r>
                          <m:r>
                            <a:rPr lang="en-US" sz="2800" b="0" i="0" smtClean="0">
                              <a:solidFill>
                                <a:srgbClr val="002060"/>
                              </a:solidFill>
                              <a:latin typeface="Cambria Math" panose="02040503050406030204" pitchFamily="18" charset="0"/>
                              <a:ea typeface="Cambria Math" panose="02040503050406030204" pitchFamily="18" charset="0"/>
                            </a:rPr>
                            <m:t> </m:t>
                          </m:r>
                        </m:e>
                      </m:acc>
                      <m:r>
                        <a:rPr lang="en-US" sz="2800" b="0" i="0" smtClean="0">
                          <a:solidFill>
                            <a:srgbClr val="002060"/>
                          </a:solidFill>
                          <a:latin typeface="Cambria Math" panose="02040503050406030204" pitchFamily="18" charset="0"/>
                          <a:ea typeface="Cambria Math" panose="02040503050406030204" pitchFamily="18" charset="0"/>
                        </a:rPr>
                        <m:t>=</m:t>
                      </m:r>
                      <m:f>
                        <m:fPr>
                          <m:ctrlPr>
                            <a:rPr lang="en-US" sz="2800" b="0" i="1" smtClean="0">
                              <a:solidFill>
                                <a:srgbClr val="002060"/>
                              </a:solidFill>
                              <a:latin typeface="Cambria Math" panose="02040503050406030204" pitchFamily="18" charset="0"/>
                              <a:ea typeface="Cambria Math" panose="02040503050406030204" pitchFamily="18" charset="0"/>
                            </a:rPr>
                          </m:ctrlPr>
                        </m:fPr>
                        <m:num>
                          <m:r>
                            <a:rPr lang="en-US" sz="2800" b="0" i="0" smtClean="0">
                              <a:solidFill>
                                <a:srgbClr val="002060"/>
                              </a:solidFill>
                              <a:latin typeface="Cambria Math" panose="02040503050406030204" pitchFamily="18" charset="0"/>
                              <a:ea typeface="Cambria Math" panose="02040503050406030204" pitchFamily="18" charset="0"/>
                            </a:rPr>
                            <m:t> </m:t>
                          </m:r>
                          <m:nary>
                            <m:naryPr>
                              <m:chr m:val="∑"/>
                              <m:subHide m:val="on"/>
                              <m:supHide m:val="on"/>
                              <m:ctrlPr>
                                <a:rPr lang="en-US" sz="2800" b="0" i="1" smtClean="0">
                                  <a:solidFill>
                                    <a:srgbClr val="002060"/>
                                  </a:solidFill>
                                  <a:latin typeface="Cambria Math" panose="02040503050406030204" pitchFamily="18" charset="0"/>
                                  <a:ea typeface="Cambria Math" panose="02040503050406030204" pitchFamily="18" charset="0"/>
                                </a:rPr>
                              </m:ctrlPr>
                            </m:naryPr>
                            <m:sub/>
                            <m:sup/>
                            <m:e>
                              <m:r>
                                <m:rPr>
                                  <m:sty m:val="p"/>
                                </m:rPr>
                                <a:rPr lang="en-US" sz="2800" b="0" i="0" smtClean="0">
                                  <a:solidFill>
                                    <a:srgbClr val="002060"/>
                                  </a:solidFill>
                                  <a:latin typeface="Cambria Math" panose="02040503050406030204" pitchFamily="18" charset="0"/>
                                  <a:ea typeface="Cambria Math" panose="02040503050406030204" pitchFamily="18" charset="0"/>
                                </a:rPr>
                                <m:t>y</m:t>
                              </m:r>
                              <m:r>
                                <a:rPr lang="en-US" sz="2800" b="0" i="0" smtClean="0">
                                  <a:solidFill>
                                    <a:srgbClr val="002060"/>
                                  </a:solidFill>
                                  <a:latin typeface="Cambria Math" panose="02040503050406030204" pitchFamily="18" charset="0"/>
                                  <a:ea typeface="Cambria Math" panose="02040503050406030204" pitchFamily="18" charset="0"/>
                                </a:rPr>
                                <m:t> </m:t>
                              </m:r>
                            </m:e>
                          </m:nary>
                        </m:num>
                        <m:den>
                          <m:r>
                            <m:rPr>
                              <m:sty m:val="p"/>
                            </m:rPr>
                            <a:rPr lang="en-US" sz="2800" b="0" i="0" smtClean="0">
                              <a:solidFill>
                                <a:srgbClr val="002060"/>
                              </a:solidFill>
                              <a:latin typeface="Cambria Math" panose="02040503050406030204" pitchFamily="18" charset="0"/>
                              <a:ea typeface="Cambria Math" panose="02040503050406030204" pitchFamily="18" charset="0"/>
                            </a:rPr>
                            <m:t>n</m:t>
                          </m:r>
                        </m:den>
                      </m:f>
                    </m:oMath>
                  </m:oMathPara>
                </a14:m>
                <a:endParaRPr lang="en-US" dirty="0">
                  <a:solidFill>
                    <a:srgbClr val="002060"/>
                  </a:solidFill>
                </a:endParaRPr>
              </a:p>
            </p:txBody>
          </p:sp>
        </mc:Choice>
        <mc:Fallback xmlns="">
          <p:sp>
            <p:nvSpPr>
              <p:cNvPr id="15" name="Rectangle 14"/>
              <p:cNvSpPr>
                <a:spLocks noRot="1" noChangeAspect="1" noMove="1" noResize="1" noEditPoints="1" noAdjustHandles="1" noChangeArrowheads="1" noChangeShapeType="1" noTextEdit="1"/>
              </p:cNvSpPr>
              <p:nvPr/>
            </p:nvSpPr>
            <p:spPr>
              <a:xfrm>
                <a:off x="6403347" y="857118"/>
                <a:ext cx="3016403" cy="922560"/>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6403347" y="1928054"/>
                <a:ext cx="2657074" cy="1135696"/>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dirty="0" smtClean="0">
                          <a:solidFill>
                            <a:srgbClr val="002060"/>
                          </a:solidFill>
                          <a:latin typeface="Cambria Math" panose="02040503050406030204" pitchFamily="18" charset="0"/>
                          <a:ea typeface="Cambria Math" panose="02040503050406030204" pitchFamily="18" charset="0"/>
                        </a:rPr>
                        <m:t>⇒</m:t>
                      </m:r>
                      <m:nary>
                        <m:naryPr>
                          <m:chr m:val="∑"/>
                          <m:subHide m:val="on"/>
                          <m:supHide m:val="on"/>
                          <m:ctrlPr>
                            <a:rPr lang="en-US" sz="2800" i="1">
                              <a:solidFill>
                                <a:srgbClr val="002060"/>
                              </a:solidFill>
                              <a:latin typeface="Cambria Math" panose="02040503050406030204" pitchFamily="18" charset="0"/>
                              <a:ea typeface="Cambria Math" panose="02040503050406030204" pitchFamily="18" charset="0"/>
                            </a:rPr>
                          </m:ctrlPr>
                        </m:naryPr>
                        <m:sub/>
                        <m:sup/>
                        <m:e>
                          <m:r>
                            <m:rPr>
                              <m:sty m:val="p"/>
                            </m:rPr>
                            <a:rPr lang="en-US" sz="2800" b="0" i="0" smtClean="0">
                              <a:solidFill>
                                <a:srgbClr val="002060"/>
                              </a:solidFill>
                              <a:latin typeface="Cambria Math" panose="02040503050406030204" pitchFamily="18" charset="0"/>
                              <a:ea typeface="Cambria Math" panose="02040503050406030204" pitchFamily="18" charset="0"/>
                            </a:rPr>
                            <m:t>y</m:t>
                          </m:r>
                        </m:e>
                      </m:nary>
                      <m:r>
                        <a:rPr lang="en-US" sz="2800" b="0" i="1" smtClean="0">
                          <a:solidFill>
                            <a:srgbClr val="002060"/>
                          </a:solidFill>
                          <a:latin typeface="Cambria Math" panose="02040503050406030204" pitchFamily="18" charset="0"/>
                          <a:ea typeface="Cambria Math" panose="02040503050406030204" pitchFamily="18" charset="0"/>
                        </a:rPr>
                        <m:t>=</m:t>
                      </m:r>
                      <m:acc>
                        <m:accPr>
                          <m:chr m:val="̅"/>
                          <m:ctrlPr>
                            <a:rPr lang="en-US" sz="2800" i="1">
                              <a:solidFill>
                                <a:srgbClr val="002060"/>
                              </a:solidFill>
                              <a:latin typeface="Cambria Math" panose="02040503050406030204" pitchFamily="18" charset="0"/>
                              <a:ea typeface="Cambria Math" panose="02040503050406030204" pitchFamily="18" charset="0"/>
                            </a:rPr>
                          </m:ctrlPr>
                        </m:accPr>
                        <m:e>
                          <m:r>
                            <a:rPr lang="en-US" sz="2800">
                              <a:solidFill>
                                <a:srgbClr val="002060"/>
                              </a:solidFill>
                              <a:latin typeface="Cambria Math" panose="02040503050406030204" pitchFamily="18" charset="0"/>
                              <a:ea typeface="Cambria Math" panose="02040503050406030204" pitchFamily="18" charset="0"/>
                            </a:rPr>
                            <m:t> </m:t>
                          </m:r>
                          <m:r>
                            <m:rPr>
                              <m:sty m:val="p"/>
                            </m:rPr>
                            <a:rPr lang="en-US" sz="2800" b="0" i="0" smtClean="0">
                              <a:solidFill>
                                <a:srgbClr val="002060"/>
                              </a:solidFill>
                              <a:latin typeface="Cambria Math" panose="02040503050406030204" pitchFamily="18" charset="0"/>
                              <a:ea typeface="Cambria Math" panose="02040503050406030204" pitchFamily="18" charset="0"/>
                            </a:rPr>
                            <m:t>y</m:t>
                          </m:r>
                          <m:r>
                            <a:rPr lang="en-US" sz="2800">
                              <a:solidFill>
                                <a:srgbClr val="002060"/>
                              </a:solidFill>
                              <a:latin typeface="Cambria Math" panose="02040503050406030204" pitchFamily="18" charset="0"/>
                              <a:ea typeface="Cambria Math" panose="02040503050406030204" pitchFamily="18" charset="0"/>
                            </a:rPr>
                            <m:t> </m:t>
                          </m:r>
                        </m:e>
                      </m:acc>
                      <m:r>
                        <a:rPr lang="en-US" sz="2800" i="1" smtClean="0">
                          <a:solidFill>
                            <a:srgbClr val="002060"/>
                          </a:solidFill>
                          <a:latin typeface="Cambria Math" panose="02040503050406030204" pitchFamily="18" charset="0"/>
                          <a:ea typeface="Cambria Math" panose="02040503050406030204" pitchFamily="18" charset="0"/>
                        </a:rPr>
                        <m:t>∙</m:t>
                      </m:r>
                      <m:r>
                        <m:rPr>
                          <m:sty m:val="p"/>
                        </m:rPr>
                        <a:rPr lang="en-US" sz="2800" b="0" i="0" smtClean="0">
                          <a:solidFill>
                            <a:srgbClr val="002060"/>
                          </a:solidFill>
                          <a:latin typeface="Cambria Math" panose="02040503050406030204" pitchFamily="18" charset="0"/>
                          <a:ea typeface="Cambria Math" panose="02040503050406030204" pitchFamily="18" charset="0"/>
                        </a:rPr>
                        <m:t>n</m:t>
                      </m:r>
                    </m:oMath>
                  </m:oMathPara>
                </a14:m>
                <a:endParaRPr lang="en-US" sz="2800" dirty="0">
                  <a:solidFill>
                    <a:srgbClr val="002060"/>
                  </a:solidFill>
                </a:endParaRPr>
              </a:p>
            </p:txBody>
          </p:sp>
        </mc:Choice>
        <mc:Fallback xmlns="">
          <p:sp>
            <p:nvSpPr>
              <p:cNvPr id="16" name="Rectangle 15"/>
              <p:cNvSpPr>
                <a:spLocks noRot="1" noChangeAspect="1" noMove="1" noResize="1" noEditPoints="1" noAdjustHandles="1" noChangeArrowheads="1" noChangeShapeType="1" noTextEdit="1"/>
              </p:cNvSpPr>
              <p:nvPr/>
            </p:nvSpPr>
            <p:spPr>
              <a:xfrm>
                <a:off x="6403347" y="1928054"/>
                <a:ext cx="2657074" cy="1135696"/>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p:cNvSpPr/>
              <p:nvPr/>
            </p:nvSpPr>
            <p:spPr>
              <a:xfrm>
                <a:off x="6403347" y="3212126"/>
                <a:ext cx="2982740" cy="1135696"/>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a:rPr lang="en-US" sz="2800" i="1" dirty="0" smtClean="0">
                          <a:solidFill>
                            <a:srgbClr val="002060"/>
                          </a:solidFill>
                          <a:latin typeface="Cambria Math" panose="02040503050406030204" pitchFamily="18" charset="0"/>
                          <a:ea typeface="Cambria Math" panose="02040503050406030204" pitchFamily="18" charset="0"/>
                        </a:rPr>
                        <m:t>⇒</m:t>
                      </m:r>
                      <m:nary>
                        <m:naryPr>
                          <m:chr m:val="∑"/>
                          <m:subHide m:val="on"/>
                          <m:supHide m:val="on"/>
                          <m:ctrlPr>
                            <a:rPr lang="en-US" sz="2800" i="1">
                              <a:solidFill>
                                <a:srgbClr val="002060"/>
                              </a:solidFill>
                              <a:latin typeface="Cambria Math" panose="02040503050406030204" pitchFamily="18" charset="0"/>
                              <a:ea typeface="Cambria Math" panose="02040503050406030204" pitchFamily="18" charset="0"/>
                            </a:rPr>
                          </m:ctrlPr>
                        </m:naryPr>
                        <m:sub/>
                        <m:sup/>
                        <m:e>
                          <m:r>
                            <m:rPr>
                              <m:sty m:val="p"/>
                            </m:rPr>
                            <a:rPr lang="en-US" sz="2800" b="0" i="0" smtClean="0">
                              <a:solidFill>
                                <a:srgbClr val="002060"/>
                              </a:solidFill>
                              <a:latin typeface="Cambria Math" panose="02040503050406030204" pitchFamily="18" charset="0"/>
                              <a:ea typeface="Cambria Math" panose="02040503050406030204" pitchFamily="18" charset="0"/>
                            </a:rPr>
                            <m:t>y</m:t>
                          </m:r>
                        </m:e>
                      </m:nary>
                      <m:r>
                        <a:rPr lang="en-US" sz="2800" b="0" i="1" smtClean="0">
                          <a:solidFill>
                            <a:srgbClr val="002060"/>
                          </a:solidFill>
                          <a:latin typeface="Cambria Math" panose="02040503050406030204" pitchFamily="18" charset="0"/>
                          <a:ea typeface="Cambria Math" panose="02040503050406030204" pitchFamily="18" charset="0"/>
                        </a:rPr>
                        <m:t>=</m:t>
                      </m:r>
                      <m:r>
                        <a:rPr lang="en-US" sz="2800" b="0" i="1" smtClean="0">
                          <a:solidFill>
                            <a:srgbClr val="FF0000"/>
                          </a:solidFill>
                          <a:latin typeface="Cambria Math" panose="02040503050406030204" pitchFamily="18" charset="0"/>
                          <a:ea typeface="Cambria Math" panose="02040503050406030204" pitchFamily="18" charset="0"/>
                        </a:rPr>
                        <m:t>4</m:t>
                      </m:r>
                      <m:r>
                        <a:rPr lang="en-US" sz="2800" i="1" smtClean="0">
                          <a:solidFill>
                            <a:srgbClr val="002060"/>
                          </a:solidFill>
                          <a:latin typeface="Cambria Math" panose="02040503050406030204" pitchFamily="18" charset="0"/>
                          <a:ea typeface="Cambria Math" panose="02040503050406030204" pitchFamily="18" charset="0"/>
                        </a:rPr>
                        <m:t>∙</m:t>
                      </m:r>
                      <m:r>
                        <a:rPr lang="en-US" sz="2800" b="0" i="0" smtClean="0">
                          <a:solidFill>
                            <a:srgbClr val="FF0000"/>
                          </a:solidFill>
                          <a:latin typeface="Cambria Math" panose="02040503050406030204" pitchFamily="18" charset="0"/>
                          <a:ea typeface="Cambria Math" panose="02040503050406030204" pitchFamily="18" charset="0"/>
                        </a:rPr>
                        <m:t>10</m:t>
                      </m:r>
                    </m:oMath>
                  </m:oMathPara>
                </a14:m>
                <a:endParaRPr lang="en-US" sz="2800" dirty="0">
                  <a:solidFill>
                    <a:srgbClr val="002060"/>
                  </a:solidFill>
                </a:endParaRPr>
              </a:p>
            </p:txBody>
          </p:sp>
        </mc:Choice>
        <mc:Fallback xmlns="">
          <p:sp>
            <p:nvSpPr>
              <p:cNvPr id="17" name="Rectangle 16"/>
              <p:cNvSpPr>
                <a:spLocks noRot="1" noChangeAspect="1" noMove="1" noResize="1" noEditPoints="1" noAdjustHandles="1" noChangeArrowheads="1" noChangeShapeType="1" noTextEdit="1"/>
              </p:cNvSpPr>
              <p:nvPr/>
            </p:nvSpPr>
            <p:spPr>
              <a:xfrm>
                <a:off x="6403347" y="3212126"/>
                <a:ext cx="2982740" cy="1135696"/>
              </a:xfrm>
              <a:prstGeom prst="rect">
                <a:avLst/>
              </a:prstGeom>
              <a:blipFill rotWithShape="0">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p:cNvSpPr/>
              <p:nvPr/>
            </p:nvSpPr>
            <p:spPr>
              <a:xfrm>
                <a:off x="6403347" y="4496198"/>
                <a:ext cx="3852786" cy="1135696"/>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dirty="0" smtClean="0">
                          <a:solidFill>
                            <a:srgbClr val="002060"/>
                          </a:solidFill>
                          <a:latin typeface="Cambria Math" panose="02040503050406030204" pitchFamily="18" charset="0"/>
                          <a:ea typeface="Cambria Math" panose="02040503050406030204" pitchFamily="18" charset="0"/>
                        </a:rPr>
                        <m:t>⇒</m:t>
                      </m:r>
                      <m:nary>
                        <m:naryPr>
                          <m:chr m:val="∑"/>
                          <m:subHide m:val="on"/>
                          <m:supHide m:val="on"/>
                          <m:ctrlPr>
                            <a:rPr lang="en-US" sz="2800" i="1">
                              <a:solidFill>
                                <a:srgbClr val="002060"/>
                              </a:solidFill>
                              <a:latin typeface="Cambria Math" panose="02040503050406030204" pitchFamily="18" charset="0"/>
                              <a:ea typeface="Cambria Math" panose="02040503050406030204" pitchFamily="18" charset="0"/>
                            </a:rPr>
                          </m:ctrlPr>
                        </m:naryPr>
                        <m:sub/>
                        <m:sup/>
                        <m:e>
                          <m:r>
                            <m:rPr>
                              <m:sty m:val="p"/>
                            </m:rPr>
                            <a:rPr lang="en-US" sz="2800" b="0" i="0" smtClean="0">
                              <a:solidFill>
                                <a:srgbClr val="002060"/>
                              </a:solidFill>
                              <a:latin typeface="Cambria Math" panose="02040503050406030204" pitchFamily="18" charset="0"/>
                              <a:ea typeface="Cambria Math" panose="02040503050406030204" pitchFamily="18" charset="0"/>
                            </a:rPr>
                            <m:t>y</m:t>
                          </m:r>
                        </m:e>
                      </m:nary>
                      <m:r>
                        <a:rPr lang="en-US" sz="2800" b="0" i="1" smtClean="0">
                          <a:solidFill>
                            <a:srgbClr val="002060"/>
                          </a:solidFill>
                          <a:latin typeface="Cambria Math" panose="02040503050406030204" pitchFamily="18" charset="0"/>
                          <a:ea typeface="Cambria Math" panose="02040503050406030204" pitchFamily="18" charset="0"/>
                        </a:rPr>
                        <m:t>=</m:t>
                      </m:r>
                      <m:r>
                        <a:rPr lang="en-US" sz="2800" b="1" i="1" smtClean="0">
                          <a:solidFill>
                            <a:srgbClr val="002060"/>
                          </a:solidFill>
                          <a:latin typeface="Cambria Math" panose="02040503050406030204" pitchFamily="18" charset="0"/>
                          <a:ea typeface="Cambria Math" panose="02040503050406030204" pitchFamily="18" charset="0"/>
                        </a:rPr>
                        <m:t>𝟒𝟎</m:t>
                      </m:r>
                      <m:r>
                        <a:rPr lang="en-US" sz="2800" b="1" i="1" smtClean="0">
                          <a:solidFill>
                            <a:srgbClr val="002060"/>
                          </a:solidFill>
                          <a:latin typeface="Cambria Math" panose="02040503050406030204" pitchFamily="18" charset="0"/>
                          <a:ea typeface="Cambria Math" panose="02040503050406030204" pitchFamily="18" charset="0"/>
                        </a:rPr>
                        <m:t>………(</m:t>
                      </m:r>
                      <m:r>
                        <a:rPr lang="en-US" sz="2800" b="1" i="1" smtClean="0">
                          <a:solidFill>
                            <a:srgbClr val="002060"/>
                          </a:solidFill>
                          <a:latin typeface="Cambria Math" panose="02040503050406030204" pitchFamily="18" charset="0"/>
                          <a:ea typeface="Cambria Math" panose="02040503050406030204" pitchFamily="18" charset="0"/>
                        </a:rPr>
                        <m:t>𝟐</m:t>
                      </m:r>
                      <m:r>
                        <a:rPr lang="en-US" sz="2800" b="1" i="1" smtClean="0">
                          <a:solidFill>
                            <a:srgbClr val="002060"/>
                          </a:solidFill>
                          <a:latin typeface="Cambria Math" panose="02040503050406030204" pitchFamily="18" charset="0"/>
                          <a:ea typeface="Cambria Math" panose="02040503050406030204" pitchFamily="18" charset="0"/>
                        </a:rPr>
                        <m:t>)</m:t>
                      </m:r>
                    </m:oMath>
                  </m:oMathPara>
                </a14:m>
                <a:endParaRPr lang="en-US" sz="2800" b="1" dirty="0">
                  <a:solidFill>
                    <a:srgbClr val="002060"/>
                  </a:solidFill>
                </a:endParaRPr>
              </a:p>
            </p:txBody>
          </p:sp>
        </mc:Choice>
        <mc:Fallback xmlns="">
          <p:sp>
            <p:nvSpPr>
              <p:cNvPr id="18" name="Rectangle 17"/>
              <p:cNvSpPr>
                <a:spLocks noRot="1" noChangeAspect="1" noMove="1" noResize="1" noEditPoints="1" noAdjustHandles="1" noChangeArrowheads="1" noChangeShapeType="1" noTextEdit="1"/>
              </p:cNvSpPr>
              <p:nvPr/>
            </p:nvSpPr>
            <p:spPr>
              <a:xfrm>
                <a:off x="6403347" y="4496198"/>
                <a:ext cx="3852786" cy="1135696"/>
              </a:xfrm>
              <a:prstGeom prst="rect">
                <a:avLst/>
              </a:prstGeom>
              <a:blipFill rotWithShape="0">
                <a:blip r:embed="rId9"/>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83328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5" grpId="0"/>
      <p:bldP spid="16" grpId="0"/>
      <p:bldP spid="17" grpId="0"/>
      <p:bldP spid="18"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1 ⇝ Example 3(</a:t>
            </a:r>
            <a:r>
              <a:rPr lang="en-GB" dirty="0">
                <a:solidFill>
                  <a:srgbClr val="FF0000"/>
                </a:solidFill>
              </a:rPr>
              <a:t>Continue</a:t>
            </a:r>
            <a:r>
              <a:rPr lang="en-GB" dirty="0"/>
              <a:t>)</a:t>
            </a:r>
            <a:endParaRPr lang="en-US" dirty="0"/>
          </a:p>
        </p:txBody>
      </p:sp>
      <mc:AlternateContent xmlns:mc="http://schemas.openxmlformats.org/markup-compatibility/2006" xmlns:a14="http://schemas.microsoft.com/office/drawing/2010/main">
        <mc:Choice Requires="a14">
          <p:sp>
            <p:nvSpPr>
              <p:cNvPr id="10" name="Rectangle 9"/>
              <p:cNvSpPr/>
              <p:nvPr/>
            </p:nvSpPr>
            <p:spPr>
              <a:xfrm>
                <a:off x="137271" y="859577"/>
                <a:ext cx="4426981" cy="1135696"/>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m:rPr>
                          <m:nor/>
                        </m:rPr>
                        <a:rPr lang="en-US" sz="2800" b="0" i="0" dirty="0" smtClean="0">
                          <a:solidFill>
                            <a:srgbClr val="002060"/>
                          </a:solidFill>
                          <a:ea typeface="Cambria Math" panose="02040503050406030204" pitchFamily="18" charset="0"/>
                        </a:rPr>
                        <m:t>We</m:t>
                      </m:r>
                      <m:r>
                        <m:rPr>
                          <m:nor/>
                        </m:rPr>
                        <a:rPr lang="en-US" sz="2800" b="0" i="0" dirty="0" smtClean="0">
                          <a:solidFill>
                            <a:srgbClr val="002060"/>
                          </a:solidFill>
                          <a:ea typeface="Cambria Math" panose="02040503050406030204" pitchFamily="18" charset="0"/>
                        </a:rPr>
                        <m:t> </m:t>
                      </m:r>
                      <m:r>
                        <m:rPr>
                          <m:nor/>
                        </m:rPr>
                        <a:rPr lang="en-US" sz="2800" b="0" i="0" dirty="0" smtClean="0">
                          <a:solidFill>
                            <a:srgbClr val="002060"/>
                          </a:solidFill>
                          <a:ea typeface="Cambria Math" panose="02040503050406030204" pitchFamily="18" charset="0"/>
                        </a:rPr>
                        <m:t>have</m:t>
                      </m:r>
                      <m:nary>
                        <m:naryPr>
                          <m:chr m:val="∑"/>
                          <m:limLoc m:val="undOvr"/>
                          <m:subHide m:val="on"/>
                          <m:supHide m:val="on"/>
                          <m:ctrlPr>
                            <a:rPr lang="en-US" sz="2800" i="1">
                              <a:solidFill>
                                <a:srgbClr val="002060"/>
                              </a:solidFill>
                              <a:latin typeface="Cambria Math" panose="02040503050406030204" pitchFamily="18" charset="0"/>
                            </a:rPr>
                          </m:ctrlPr>
                        </m:naryPr>
                        <m:sub/>
                        <m:sup/>
                        <m:e>
                          <m:sSup>
                            <m:sSupPr>
                              <m:ctrlPr>
                                <a:rPr lang="en-US" sz="2800" i="1">
                                  <a:solidFill>
                                    <a:srgbClr val="002060"/>
                                  </a:solidFill>
                                  <a:latin typeface="Cambria Math" panose="02040503050406030204" pitchFamily="18" charset="0"/>
                                </a:rPr>
                              </m:ctrlPr>
                            </m:sSupPr>
                            <m:e>
                              <m:d>
                                <m:dPr>
                                  <m:ctrlPr>
                                    <a:rPr lang="en-US"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m:t>
                                  </m:r>
                                  <m:r>
                                    <m:rPr>
                                      <m:sty m:val="p"/>
                                    </m:rPr>
                                    <a:rPr lang="en-US" sz="2800">
                                      <a:solidFill>
                                        <a:srgbClr val="002060"/>
                                      </a:solidFill>
                                      <a:latin typeface="Cambria Math" panose="02040503050406030204" pitchFamily="18" charset="0"/>
                                    </a:rPr>
                                    <m:t>y</m:t>
                                  </m:r>
                                </m:e>
                              </m:d>
                            </m:e>
                            <m:sup>
                              <m:r>
                                <a:rPr lang="en-US" sz="2800">
                                  <a:solidFill>
                                    <a:srgbClr val="002060"/>
                                  </a:solidFill>
                                  <a:latin typeface="Cambria Math" panose="02040503050406030204" pitchFamily="18" charset="0"/>
                                </a:rPr>
                                <m:t>2</m:t>
                              </m:r>
                            </m:sup>
                          </m:sSup>
                          <m:r>
                            <a:rPr lang="en-US" sz="2800">
                              <a:solidFill>
                                <a:srgbClr val="002060"/>
                              </a:solidFill>
                              <a:latin typeface="Cambria Math" panose="02040503050406030204" pitchFamily="18" charset="0"/>
                            </a:rPr>
                            <m:t>=947</m:t>
                          </m:r>
                        </m:e>
                      </m:nary>
                    </m:oMath>
                  </m:oMathPara>
                </a14:m>
                <a:endParaRPr lang="en-US" b="1" dirty="0">
                  <a:solidFill>
                    <a:srgbClr val="002060"/>
                  </a:solidFill>
                </a:endParaRPr>
              </a:p>
            </p:txBody>
          </p:sp>
        </mc:Choice>
        <mc:Fallback xmlns="">
          <p:sp>
            <p:nvSpPr>
              <p:cNvPr id="10" name="Rectangle 9"/>
              <p:cNvSpPr>
                <a:spLocks noRot="1" noChangeAspect="1" noMove="1" noResize="1" noEditPoints="1" noAdjustHandles="1" noChangeArrowheads="1" noChangeShapeType="1" noTextEdit="1"/>
              </p:cNvSpPr>
              <p:nvPr/>
            </p:nvSpPr>
            <p:spPr>
              <a:xfrm>
                <a:off x="137271" y="859577"/>
                <a:ext cx="4426981" cy="1135696"/>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a:off x="137271" y="2143649"/>
                <a:ext cx="4638962" cy="1135696"/>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dirty="0" smtClean="0">
                          <a:solidFill>
                            <a:srgbClr val="002060"/>
                          </a:solidFill>
                          <a:latin typeface="Cambria Math" panose="02040503050406030204" pitchFamily="18" charset="0"/>
                          <a:ea typeface="Cambria Math" panose="02040503050406030204" pitchFamily="18" charset="0"/>
                        </a:rPr>
                        <m:t>⇒</m:t>
                      </m:r>
                      <m:nary>
                        <m:naryPr>
                          <m:chr m:val="∑"/>
                          <m:subHide m:val="on"/>
                          <m:supHide m:val="on"/>
                          <m:ctrlPr>
                            <a:rPr lang="en-US" sz="2800" i="1">
                              <a:solidFill>
                                <a:srgbClr val="002060"/>
                              </a:solidFill>
                              <a:latin typeface="Cambria Math" panose="02040503050406030204" pitchFamily="18" charset="0"/>
                              <a:ea typeface="Cambria Math" panose="02040503050406030204" pitchFamily="18" charset="0"/>
                            </a:rPr>
                          </m:ctrlPr>
                        </m:naryPr>
                        <m:sub/>
                        <m:sup/>
                        <m:e>
                          <m:d>
                            <m:dPr>
                              <m:ctrlPr>
                                <a:rPr lang="en-US" sz="2800" b="0" i="1" smtClean="0">
                                  <a:solidFill>
                                    <a:srgbClr val="002060"/>
                                  </a:solidFill>
                                  <a:latin typeface="Cambria Math" panose="02040503050406030204" pitchFamily="18" charset="0"/>
                                  <a:ea typeface="Cambria Math" panose="02040503050406030204" pitchFamily="18" charset="0"/>
                                </a:rPr>
                              </m:ctrlPr>
                            </m:dPr>
                            <m:e>
                              <m:sSup>
                                <m:sSupPr>
                                  <m:ctrlPr>
                                    <a:rPr lang="en-US" sz="2800" b="0" i="1" smtClean="0">
                                      <a:solidFill>
                                        <a:srgbClr val="FF0000"/>
                                      </a:solidFill>
                                      <a:latin typeface="Cambria Math" panose="02040503050406030204" pitchFamily="18" charset="0"/>
                                      <a:ea typeface="Cambria Math" panose="02040503050406030204" pitchFamily="18" charset="0"/>
                                    </a:rPr>
                                  </m:ctrlPr>
                                </m:sSupPr>
                                <m:e>
                                  <m:r>
                                    <m:rPr>
                                      <m:sty m:val="p"/>
                                    </m:rPr>
                                    <a:rPr lang="en-US" sz="2800" b="0" i="0" smtClean="0">
                                      <a:solidFill>
                                        <a:srgbClr val="FF0000"/>
                                      </a:solidFill>
                                      <a:latin typeface="Cambria Math" panose="02040503050406030204" pitchFamily="18" charset="0"/>
                                      <a:ea typeface="Cambria Math" panose="02040503050406030204" pitchFamily="18" charset="0"/>
                                    </a:rPr>
                                    <m:t>x</m:t>
                                  </m:r>
                                </m:e>
                                <m:sup>
                                  <m:r>
                                    <a:rPr lang="en-US" sz="2800" b="0" i="0" smtClean="0">
                                      <a:solidFill>
                                        <a:srgbClr val="FF0000"/>
                                      </a:solidFill>
                                      <a:latin typeface="Cambria Math" panose="02040503050406030204" pitchFamily="18" charset="0"/>
                                      <a:ea typeface="Cambria Math" panose="02040503050406030204" pitchFamily="18" charset="0"/>
                                    </a:rPr>
                                    <m:t>2</m:t>
                                  </m:r>
                                </m:sup>
                              </m:sSup>
                              <m:r>
                                <a:rPr lang="en-US" sz="2800" b="0" i="0" smtClean="0">
                                  <a:solidFill>
                                    <a:srgbClr val="FF0000"/>
                                  </a:solidFill>
                                  <a:latin typeface="Cambria Math" panose="02040503050406030204" pitchFamily="18" charset="0"/>
                                  <a:ea typeface="Cambria Math" panose="02040503050406030204" pitchFamily="18" charset="0"/>
                                </a:rPr>
                                <m:t>+</m:t>
                              </m:r>
                              <m:sSup>
                                <m:sSupPr>
                                  <m:ctrlPr>
                                    <a:rPr lang="en-US" sz="2800" b="0" i="1" smtClean="0">
                                      <a:solidFill>
                                        <a:srgbClr val="FF0000"/>
                                      </a:solidFill>
                                      <a:latin typeface="Cambria Math" panose="02040503050406030204" pitchFamily="18" charset="0"/>
                                      <a:ea typeface="Cambria Math" panose="02040503050406030204" pitchFamily="18" charset="0"/>
                                    </a:rPr>
                                  </m:ctrlPr>
                                </m:sSupPr>
                                <m:e>
                                  <m:r>
                                    <m:rPr>
                                      <m:sty m:val="p"/>
                                    </m:rPr>
                                    <a:rPr lang="en-US" sz="2800" b="0" i="0" smtClean="0">
                                      <a:solidFill>
                                        <a:srgbClr val="FF0000"/>
                                      </a:solidFill>
                                      <a:latin typeface="Cambria Math" panose="02040503050406030204" pitchFamily="18" charset="0"/>
                                      <a:ea typeface="Cambria Math" panose="02040503050406030204" pitchFamily="18" charset="0"/>
                                    </a:rPr>
                                    <m:t>y</m:t>
                                  </m:r>
                                </m:e>
                                <m:sup>
                                  <m:r>
                                    <a:rPr lang="en-US" sz="2800" b="0" i="0" smtClean="0">
                                      <a:solidFill>
                                        <a:srgbClr val="FF0000"/>
                                      </a:solidFill>
                                      <a:latin typeface="Cambria Math" panose="02040503050406030204" pitchFamily="18" charset="0"/>
                                      <a:ea typeface="Cambria Math" panose="02040503050406030204" pitchFamily="18" charset="0"/>
                                    </a:rPr>
                                    <m:t>2</m:t>
                                  </m:r>
                                </m:sup>
                              </m:sSup>
                              <m:r>
                                <a:rPr lang="en-US" sz="2800" b="0" i="0" smtClean="0">
                                  <a:solidFill>
                                    <a:srgbClr val="FF0000"/>
                                  </a:solidFill>
                                  <a:latin typeface="Cambria Math" panose="02040503050406030204" pitchFamily="18" charset="0"/>
                                  <a:ea typeface="Cambria Math" panose="02040503050406030204" pitchFamily="18" charset="0"/>
                                </a:rPr>
                                <m:t>+2</m:t>
                              </m:r>
                              <m:r>
                                <m:rPr>
                                  <m:sty m:val="p"/>
                                </m:rPr>
                                <a:rPr lang="en-US" sz="2800" b="0" i="0" smtClean="0">
                                  <a:solidFill>
                                    <a:srgbClr val="FF0000"/>
                                  </a:solidFill>
                                  <a:latin typeface="Cambria Math" panose="02040503050406030204" pitchFamily="18" charset="0"/>
                                  <a:ea typeface="Cambria Math" panose="02040503050406030204" pitchFamily="18" charset="0"/>
                                </a:rPr>
                                <m:t>xy</m:t>
                              </m:r>
                            </m:e>
                          </m:d>
                        </m:e>
                      </m:nary>
                      <m:r>
                        <a:rPr lang="en-US" sz="2800" b="0" i="1" smtClean="0">
                          <a:solidFill>
                            <a:srgbClr val="002060"/>
                          </a:solidFill>
                          <a:latin typeface="Cambria Math" panose="02040503050406030204" pitchFamily="18" charset="0"/>
                          <a:ea typeface="Cambria Math" panose="02040503050406030204" pitchFamily="18" charset="0"/>
                        </a:rPr>
                        <m:t>=</m:t>
                      </m:r>
                      <m:r>
                        <a:rPr lang="en-US" sz="2800" i="1" smtClean="0">
                          <a:solidFill>
                            <a:srgbClr val="002060"/>
                          </a:solidFill>
                          <a:latin typeface="Cambria Math" panose="02040503050406030204" pitchFamily="18" charset="0"/>
                          <a:ea typeface="Cambria Math" panose="02040503050406030204" pitchFamily="18" charset="0"/>
                        </a:rPr>
                        <m:t>9</m:t>
                      </m:r>
                      <m:r>
                        <a:rPr lang="en-US" sz="2800" b="0" i="1" smtClean="0">
                          <a:solidFill>
                            <a:srgbClr val="002060"/>
                          </a:solidFill>
                          <a:latin typeface="Cambria Math" panose="02040503050406030204" pitchFamily="18" charset="0"/>
                          <a:ea typeface="Cambria Math" panose="02040503050406030204" pitchFamily="18" charset="0"/>
                        </a:rPr>
                        <m:t>47</m:t>
                      </m:r>
                    </m:oMath>
                  </m:oMathPara>
                </a14:m>
                <a:endParaRPr lang="en-US" sz="2800" dirty="0">
                  <a:solidFill>
                    <a:srgbClr val="002060"/>
                  </a:solidFill>
                </a:endParaRPr>
              </a:p>
            </p:txBody>
          </p:sp>
        </mc:Choice>
        <mc:Fallback xmlns="">
          <p:sp>
            <p:nvSpPr>
              <p:cNvPr id="11" name="Rectangle 10"/>
              <p:cNvSpPr>
                <a:spLocks noRot="1" noChangeAspect="1" noMove="1" noResize="1" noEditPoints="1" noAdjustHandles="1" noChangeArrowheads="1" noChangeShapeType="1" noTextEdit="1"/>
              </p:cNvSpPr>
              <p:nvPr/>
            </p:nvSpPr>
            <p:spPr>
              <a:xfrm>
                <a:off x="137271" y="2143649"/>
                <a:ext cx="4638962" cy="1135696"/>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137271" y="3427721"/>
                <a:ext cx="6445675" cy="1135696"/>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dirty="0" smtClean="0">
                          <a:solidFill>
                            <a:srgbClr val="002060"/>
                          </a:solidFill>
                          <a:latin typeface="Cambria Math" panose="02040503050406030204" pitchFamily="18" charset="0"/>
                          <a:ea typeface="Cambria Math" panose="02040503050406030204" pitchFamily="18" charset="0"/>
                        </a:rPr>
                        <m:t>⇒</m:t>
                      </m:r>
                      <m:nary>
                        <m:naryPr>
                          <m:chr m:val="∑"/>
                          <m:subHide m:val="on"/>
                          <m:supHide m:val="on"/>
                          <m:ctrlPr>
                            <a:rPr lang="en-US" sz="2800" i="1" smtClean="0">
                              <a:solidFill>
                                <a:srgbClr val="002060"/>
                              </a:solidFill>
                              <a:latin typeface="Cambria Math" panose="02040503050406030204" pitchFamily="18" charset="0"/>
                              <a:ea typeface="Cambria Math" panose="02040503050406030204" pitchFamily="18" charset="0"/>
                            </a:rPr>
                          </m:ctrlPr>
                        </m:naryPr>
                        <m:sub/>
                        <m:sup/>
                        <m:e>
                          <m:d>
                            <m:dPr>
                              <m:ctrlPr>
                                <a:rPr lang="en-US" sz="2800" b="0" i="1" smtClean="0">
                                  <a:solidFill>
                                    <a:srgbClr val="002060"/>
                                  </a:solidFill>
                                  <a:latin typeface="Cambria Math" panose="02040503050406030204" pitchFamily="18" charset="0"/>
                                  <a:ea typeface="Cambria Math" panose="02040503050406030204" pitchFamily="18" charset="0"/>
                                </a:rPr>
                              </m:ctrlPr>
                            </m:dPr>
                            <m:e>
                              <m:sSup>
                                <m:sSupPr>
                                  <m:ctrlPr>
                                    <a:rPr lang="en-US" sz="2800" b="0" i="1" smtClean="0">
                                      <a:solidFill>
                                        <a:srgbClr val="FF0000"/>
                                      </a:solidFill>
                                      <a:latin typeface="Cambria Math" panose="02040503050406030204" pitchFamily="18" charset="0"/>
                                      <a:ea typeface="Cambria Math" panose="02040503050406030204" pitchFamily="18" charset="0"/>
                                    </a:rPr>
                                  </m:ctrlPr>
                                </m:sSupPr>
                                <m:e>
                                  <m:r>
                                    <m:rPr>
                                      <m:sty m:val="p"/>
                                    </m:rPr>
                                    <a:rPr lang="en-US" sz="2800" b="0" i="0" smtClean="0">
                                      <a:solidFill>
                                        <a:srgbClr val="FF0000"/>
                                      </a:solidFill>
                                      <a:latin typeface="Cambria Math" panose="02040503050406030204" pitchFamily="18" charset="0"/>
                                      <a:ea typeface="Cambria Math" panose="02040503050406030204" pitchFamily="18" charset="0"/>
                                    </a:rPr>
                                    <m:t>x</m:t>
                                  </m:r>
                                </m:e>
                                <m:sup>
                                  <m:r>
                                    <a:rPr lang="en-US" sz="2800" b="0" i="0" smtClean="0">
                                      <a:solidFill>
                                        <a:srgbClr val="FF0000"/>
                                      </a:solidFill>
                                      <a:latin typeface="Cambria Math" panose="02040503050406030204" pitchFamily="18" charset="0"/>
                                      <a:ea typeface="Cambria Math" panose="02040503050406030204" pitchFamily="18" charset="0"/>
                                    </a:rPr>
                                    <m:t>2</m:t>
                                  </m:r>
                                </m:sup>
                              </m:sSup>
                            </m:e>
                          </m:d>
                        </m:e>
                      </m:nary>
                      <m:r>
                        <a:rPr lang="en-US" sz="2800" b="0" i="1" smtClean="0">
                          <a:solidFill>
                            <a:srgbClr val="002060"/>
                          </a:solidFill>
                          <a:latin typeface="Cambria Math" panose="02040503050406030204" pitchFamily="18" charset="0"/>
                          <a:ea typeface="Cambria Math" panose="02040503050406030204" pitchFamily="18" charset="0"/>
                        </a:rPr>
                        <m:t>+</m:t>
                      </m:r>
                      <m:nary>
                        <m:naryPr>
                          <m:chr m:val="∑"/>
                          <m:subHide m:val="on"/>
                          <m:supHide m:val="on"/>
                          <m:ctrlPr>
                            <a:rPr lang="en-US" sz="2800" i="1">
                              <a:solidFill>
                                <a:srgbClr val="002060"/>
                              </a:solidFill>
                              <a:latin typeface="Cambria Math" panose="02040503050406030204" pitchFamily="18" charset="0"/>
                              <a:ea typeface="Cambria Math" panose="02040503050406030204" pitchFamily="18" charset="0"/>
                            </a:rPr>
                          </m:ctrlPr>
                        </m:naryPr>
                        <m:sub/>
                        <m:sup/>
                        <m:e>
                          <m:d>
                            <m:dPr>
                              <m:ctrlPr>
                                <a:rPr lang="en-US" sz="2800" i="1">
                                  <a:solidFill>
                                    <a:srgbClr val="002060"/>
                                  </a:solidFill>
                                  <a:latin typeface="Cambria Math" panose="02040503050406030204" pitchFamily="18" charset="0"/>
                                  <a:ea typeface="Cambria Math" panose="02040503050406030204" pitchFamily="18" charset="0"/>
                                </a:rPr>
                              </m:ctrlPr>
                            </m:dPr>
                            <m:e>
                              <m:sSup>
                                <m:sSupPr>
                                  <m:ctrlPr>
                                    <a:rPr lang="en-US" sz="2800" i="1">
                                      <a:solidFill>
                                        <a:srgbClr val="FF0000"/>
                                      </a:solidFill>
                                      <a:latin typeface="Cambria Math" panose="02040503050406030204" pitchFamily="18" charset="0"/>
                                      <a:ea typeface="Cambria Math" panose="02040503050406030204" pitchFamily="18" charset="0"/>
                                    </a:rPr>
                                  </m:ctrlPr>
                                </m:sSupPr>
                                <m:e>
                                  <m:r>
                                    <m:rPr>
                                      <m:sty m:val="p"/>
                                    </m:rPr>
                                    <a:rPr lang="en-US" sz="2800">
                                      <a:solidFill>
                                        <a:srgbClr val="FF0000"/>
                                      </a:solidFill>
                                      <a:latin typeface="Cambria Math" panose="02040503050406030204" pitchFamily="18" charset="0"/>
                                      <a:ea typeface="Cambria Math" panose="02040503050406030204" pitchFamily="18" charset="0"/>
                                    </a:rPr>
                                    <m:t>y</m:t>
                                  </m:r>
                                </m:e>
                                <m:sup>
                                  <m:r>
                                    <a:rPr lang="en-US" sz="2800">
                                      <a:solidFill>
                                        <a:srgbClr val="FF0000"/>
                                      </a:solidFill>
                                      <a:latin typeface="Cambria Math" panose="02040503050406030204" pitchFamily="18" charset="0"/>
                                      <a:ea typeface="Cambria Math" panose="02040503050406030204" pitchFamily="18" charset="0"/>
                                    </a:rPr>
                                    <m:t>2</m:t>
                                  </m:r>
                                </m:sup>
                              </m:sSup>
                            </m:e>
                          </m:d>
                        </m:e>
                      </m:nary>
                      <m:r>
                        <a:rPr lang="en-US" sz="2800" b="0" i="1" smtClean="0">
                          <a:solidFill>
                            <a:srgbClr val="002060"/>
                          </a:solidFill>
                          <a:latin typeface="Cambria Math" panose="02040503050406030204" pitchFamily="18" charset="0"/>
                          <a:ea typeface="Cambria Math" panose="02040503050406030204" pitchFamily="18" charset="0"/>
                        </a:rPr>
                        <m:t>+</m:t>
                      </m:r>
                      <m:r>
                        <a:rPr lang="en-US" sz="2800" b="0" i="1" smtClean="0">
                          <a:solidFill>
                            <a:srgbClr val="FF0000"/>
                          </a:solidFill>
                          <a:latin typeface="Cambria Math" panose="02040503050406030204" pitchFamily="18" charset="0"/>
                          <a:ea typeface="Cambria Math" panose="02040503050406030204" pitchFamily="18" charset="0"/>
                        </a:rPr>
                        <m:t>2</m:t>
                      </m:r>
                      <m:nary>
                        <m:naryPr>
                          <m:chr m:val="∑"/>
                          <m:subHide m:val="on"/>
                          <m:supHide m:val="on"/>
                          <m:ctrlPr>
                            <a:rPr lang="en-US" sz="2800" i="1">
                              <a:solidFill>
                                <a:srgbClr val="002060"/>
                              </a:solidFill>
                              <a:latin typeface="Cambria Math" panose="02040503050406030204" pitchFamily="18" charset="0"/>
                              <a:ea typeface="Cambria Math" panose="02040503050406030204" pitchFamily="18" charset="0"/>
                            </a:rPr>
                          </m:ctrlPr>
                        </m:naryPr>
                        <m:sub/>
                        <m:sup/>
                        <m:e>
                          <m:d>
                            <m:dPr>
                              <m:ctrlPr>
                                <a:rPr lang="en-US" sz="2800" i="1">
                                  <a:solidFill>
                                    <a:srgbClr val="002060"/>
                                  </a:solidFill>
                                  <a:latin typeface="Cambria Math" panose="02040503050406030204" pitchFamily="18" charset="0"/>
                                  <a:ea typeface="Cambria Math" panose="02040503050406030204" pitchFamily="18" charset="0"/>
                                </a:rPr>
                              </m:ctrlPr>
                            </m:dPr>
                            <m:e>
                              <m:r>
                                <m:rPr>
                                  <m:sty m:val="p"/>
                                </m:rPr>
                                <a:rPr lang="en-US" sz="2800">
                                  <a:solidFill>
                                    <a:srgbClr val="FF0000"/>
                                  </a:solidFill>
                                  <a:latin typeface="Cambria Math" panose="02040503050406030204" pitchFamily="18" charset="0"/>
                                  <a:ea typeface="Cambria Math" panose="02040503050406030204" pitchFamily="18" charset="0"/>
                                </a:rPr>
                                <m:t>xy</m:t>
                              </m:r>
                            </m:e>
                          </m:d>
                        </m:e>
                      </m:nary>
                      <m:r>
                        <a:rPr lang="en-US" sz="2800" b="0" i="1" smtClean="0">
                          <a:solidFill>
                            <a:srgbClr val="002060"/>
                          </a:solidFill>
                          <a:latin typeface="Cambria Math" panose="02040503050406030204" pitchFamily="18" charset="0"/>
                          <a:ea typeface="Cambria Math" panose="02040503050406030204" pitchFamily="18" charset="0"/>
                        </a:rPr>
                        <m:t>=</m:t>
                      </m:r>
                      <m:r>
                        <a:rPr lang="en-US" sz="2800" i="1" smtClean="0">
                          <a:solidFill>
                            <a:srgbClr val="002060"/>
                          </a:solidFill>
                          <a:latin typeface="Cambria Math" panose="02040503050406030204" pitchFamily="18" charset="0"/>
                          <a:ea typeface="Cambria Math" panose="02040503050406030204" pitchFamily="18" charset="0"/>
                        </a:rPr>
                        <m:t>9</m:t>
                      </m:r>
                      <m:r>
                        <a:rPr lang="en-US" sz="2800" b="0" i="1" smtClean="0">
                          <a:solidFill>
                            <a:srgbClr val="002060"/>
                          </a:solidFill>
                          <a:latin typeface="Cambria Math" panose="02040503050406030204" pitchFamily="18" charset="0"/>
                          <a:ea typeface="Cambria Math" panose="02040503050406030204" pitchFamily="18" charset="0"/>
                        </a:rPr>
                        <m:t>47</m:t>
                      </m:r>
                    </m:oMath>
                  </m:oMathPara>
                </a14:m>
                <a:endParaRPr lang="en-US" sz="2800" dirty="0">
                  <a:solidFill>
                    <a:srgbClr val="002060"/>
                  </a:solidFill>
                </a:endParaRPr>
              </a:p>
            </p:txBody>
          </p:sp>
        </mc:Choice>
        <mc:Fallback xmlns="">
          <p:sp>
            <p:nvSpPr>
              <p:cNvPr id="14" name="Rectangle 13"/>
              <p:cNvSpPr>
                <a:spLocks noRot="1" noChangeAspect="1" noMove="1" noResize="1" noEditPoints="1" noAdjustHandles="1" noChangeArrowheads="1" noChangeShapeType="1" noTextEdit="1"/>
              </p:cNvSpPr>
              <p:nvPr/>
            </p:nvSpPr>
            <p:spPr>
              <a:xfrm>
                <a:off x="137271" y="3427721"/>
                <a:ext cx="6445675" cy="1135696"/>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p:cNvSpPr/>
              <p:nvPr/>
            </p:nvSpPr>
            <p:spPr>
              <a:xfrm>
                <a:off x="137271" y="4711793"/>
                <a:ext cx="5174750" cy="1135696"/>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dirty="0" smtClean="0">
                          <a:solidFill>
                            <a:srgbClr val="002060"/>
                          </a:solidFill>
                          <a:latin typeface="Cambria Math" panose="02040503050406030204" pitchFamily="18" charset="0"/>
                          <a:ea typeface="Cambria Math" panose="02040503050406030204" pitchFamily="18" charset="0"/>
                        </a:rPr>
                        <m:t>⇒</m:t>
                      </m:r>
                      <m:r>
                        <a:rPr lang="en-US" sz="2800" i="1" smtClean="0">
                          <a:solidFill>
                            <a:schemeClr val="bg1"/>
                          </a:solidFill>
                          <a:latin typeface="Cambria Math" panose="02040503050406030204" pitchFamily="18" charset="0"/>
                          <a:ea typeface="Cambria Math" panose="02040503050406030204" pitchFamily="18" charset="0"/>
                        </a:rPr>
                        <m:t>3</m:t>
                      </m:r>
                      <m:r>
                        <a:rPr lang="en-US" sz="2800" b="0" i="1" smtClean="0">
                          <a:solidFill>
                            <a:schemeClr val="bg1"/>
                          </a:solidFill>
                          <a:latin typeface="Cambria Math" panose="02040503050406030204" pitchFamily="18" charset="0"/>
                          <a:ea typeface="Cambria Math" panose="02040503050406030204" pitchFamily="18" charset="0"/>
                        </a:rPr>
                        <m:t>85</m:t>
                      </m:r>
                      <m:r>
                        <a:rPr lang="en-US" sz="2800" b="0" i="1" smtClean="0">
                          <a:solidFill>
                            <a:srgbClr val="002060"/>
                          </a:solidFill>
                          <a:latin typeface="Cambria Math" panose="02040503050406030204" pitchFamily="18" charset="0"/>
                          <a:ea typeface="Cambria Math" panose="02040503050406030204" pitchFamily="18" charset="0"/>
                        </a:rPr>
                        <m:t>+</m:t>
                      </m:r>
                      <m:r>
                        <a:rPr lang="en-US" sz="2800" b="0" i="1" smtClean="0">
                          <a:solidFill>
                            <a:schemeClr val="bg1"/>
                          </a:solidFill>
                          <a:latin typeface="Cambria Math" panose="02040503050406030204" pitchFamily="18" charset="0"/>
                          <a:ea typeface="Cambria Math" panose="02040503050406030204" pitchFamily="18" charset="0"/>
                        </a:rPr>
                        <m:t>192</m:t>
                      </m:r>
                      <m:r>
                        <a:rPr lang="en-US" sz="2800" b="0" i="1" smtClean="0">
                          <a:solidFill>
                            <a:srgbClr val="002060"/>
                          </a:solidFill>
                          <a:latin typeface="Cambria Math" panose="02040503050406030204" pitchFamily="18" charset="0"/>
                          <a:ea typeface="Cambria Math" panose="02040503050406030204" pitchFamily="18" charset="0"/>
                        </a:rPr>
                        <m:t>+2</m:t>
                      </m:r>
                      <m:nary>
                        <m:naryPr>
                          <m:chr m:val="∑"/>
                          <m:subHide m:val="on"/>
                          <m:supHide m:val="on"/>
                          <m:ctrlPr>
                            <a:rPr lang="en-US" sz="2800" i="1" smtClean="0">
                              <a:solidFill>
                                <a:srgbClr val="002060"/>
                              </a:solidFill>
                              <a:latin typeface="Cambria Math" panose="02040503050406030204" pitchFamily="18" charset="0"/>
                              <a:ea typeface="Cambria Math" panose="02040503050406030204" pitchFamily="18" charset="0"/>
                            </a:rPr>
                          </m:ctrlPr>
                        </m:naryPr>
                        <m:sub/>
                        <m:sup/>
                        <m:e>
                          <m:d>
                            <m:dPr>
                              <m:ctrlPr>
                                <a:rPr lang="en-US" sz="2800" i="1">
                                  <a:solidFill>
                                    <a:srgbClr val="002060"/>
                                  </a:solidFill>
                                  <a:latin typeface="Cambria Math" panose="02040503050406030204" pitchFamily="18" charset="0"/>
                                  <a:ea typeface="Cambria Math" panose="02040503050406030204" pitchFamily="18" charset="0"/>
                                </a:rPr>
                              </m:ctrlPr>
                            </m:dPr>
                            <m:e>
                              <m:r>
                                <m:rPr>
                                  <m:sty m:val="p"/>
                                </m:rPr>
                                <a:rPr lang="en-US" sz="2800">
                                  <a:solidFill>
                                    <a:srgbClr val="002060"/>
                                  </a:solidFill>
                                  <a:latin typeface="Cambria Math" panose="02040503050406030204" pitchFamily="18" charset="0"/>
                                  <a:ea typeface="Cambria Math" panose="02040503050406030204" pitchFamily="18" charset="0"/>
                                </a:rPr>
                                <m:t>xy</m:t>
                              </m:r>
                            </m:e>
                          </m:d>
                        </m:e>
                      </m:nary>
                      <m:r>
                        <a:rPr lang="en-US" sz="2800" b="0" i="1" smtClean="0">
                          <a:solidFill>
                            <a:srgbClr val="002060"/>
                          </a:solidFill>
                          <a:latin typeface="Cambria Math" panose="02040503050406030204" pitchFamily="18" charset="0"/>
                          <a:ea typeface="Cambria Math" panose="02040503050406030204" pitchFamily="18" charset="0"/>
                        </a:rPr>
                        <m:t>=</m:t>
                      </m:r>
                      <m:r>
                        <a:rPr lang="en-US" sz="2800" i="1" smtClean="0">
                          <a:solidFill>
                            <a:srgbClr val="002060"/>
                          </a:solidFill>
                          <a:latin typeface="Cambria Math" panose="02040503050406030204" pitchFamily="18" charset="0"/>
                          <a:ea typeface="Cambria Math" panose="02040503050406030204" pitchFamily="18" charset="0"/>
                        </a:rPr>
                        <m:t>9</m:t>
                      </m:r>
                      <m:r>
                        <a:rPr lang="en-US" sz="2800" b="0" i="1" smtClean="0">
                          <a:solidFill>
                            <a:srgbClr val="002060"/>
                          </a:solidFill>
                          <a:latin typeface="Cambria Math" panose="02040503050406030204" pitchFamily="18" charset="0"/>
                          <a:ea typeface="Cambria Math" panose="02040503050406030204" pitchFamily="18" charset="0"/>
                        </a:rPr>
                        <m:t>47</m:t>
                      </m:r>
                    </m:oMath>
                  </m:oMathPara>
                </a14:m>
                <a:endParaRPr lang="en-US" sz="2800" dirty="0">
                  <a:solidFill>
                    <a:srgbClr val="002060"/>
                  </a:solidFill>
                </a:endParaRPr>
              </a:p>
            </p:txBody>
          </p:sp>
        </mc:Choice>
        <mc:Fallback xmlns="">
          <p:sp>
            <p:nvSpPr>
              <p:cNvPr id="19" name="Rectangle 18"/>
              <p:cNvSpPr>
                <a:spLocks noRot="1" noChangeAspect="1" noMove="1" noResize="1" noEditPoints="1" noAdjustHandles="1" noChangeArrowheads="1" noChangeShapeType="1" noTextEdit="1"/>
              </p:cNvSpPr>
              <p:nvPr/>
            </p:nvSpPr>
            <p:spPr>
              <a:xfrm>
                <a:off x="137271" y="4711793"/>
                <a:ext cx="5174750" cy="1135696"/>
              </a:xfrm>
              <a:prstGeom prst="rect">
                <a:avLst/>
              </a:prstGeom>
              <a:blipFill rotWithShape="0">
                <a:blip r:embed="rId5"/>
                <a:stretch>
                  <a:fillRect/>
                </a:stretch>
              </a:blipFill>
            </p:spPr>
            <p:txBody>
              <a:bodyPr/>
              <a:lstStyle/>
              <a:p>
                <a:r>
                  <a:rPr lang="en-US">
                    <a:noFill/>
                  </a:rPr>
                  <a:t> </a:t>
                </a:r>
              </a:p>
            </p:txBody>
          </p:sp>
        </mc:Fallback>
      </mc:AlternateContent>
      <p:sp>
        <p:nvSpPr>
          <p:cNvPr id="20" name="Rectangle 19"/>
          <p:cNvSpPr/>
          <p:nvPr/>
        </p:nvSpPr>
        <p:spPr>
          <a:xfrm>
            <a:off x="6514656" y="778553"/>
            <a:ext cx="36000" cy="5760720"/>
          </a:xfrm>
          <a:prstGeom prst="rect">
            <a:avLst/>
          </a:prstGeom>
          <a:solidFill>
            <a:srgbClr val="B84742"/>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1" name="Rectangle 20"/>
              <p:cNvSpPr/>
              <p:nvPr/>
            </p:nvSpPr>
            <p:spPr>
              <a:xfrm>
                <a:off x="6818478" y="859577"/>
                <a:ext cx="5373522" cy="1135696"/>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dirty="0" smtClean="0">
                          <a:solidFill>
                            <a:srgbClr val="002060"/>
                          </a:solidFill>
                          <a:latin typeface="Cambria Math" panose="02040503050406030204" pitchFamily="18" charset="0"/>
                          <a:ea typeface="Cambria Math" panose="02040503050406030204" pitchFamily="18" charset="0"/>
                        </a:rPr>
                        <m:t>⇒</m:t>
                      </m:r>
                      <m:r>
                        <a:rPr lang="en-US" sz="2800" b="0" i="1" smtClean="0">
                          <a:solidFill>
                            <a:srgbClr val="002060"/>
                          </a:solidFill>
                          <a:latin typeface="Cambria Math" panose="02040503050406030204" pitchFamily="18" charset="0"/>
                          <a:ea typeface="Cambria Math" panose="02040503050406030204" pitchFamily="18" charset="0"/>
                        </a:rPr>
                        <m:t>2</m:t>
                      </m:r>
                      <m:nary>
                        <m:naryPr>
                          <m:chr m:val="∑"/>
                          <m:subHide m:val="on"/>
                          <m:supHide m:val="on"/>
                          <m:ctrlPr>
                            <a:rPr lang="en-US" sz="2800" i="1" smtClean="0">
                              <a:solidFill>
                                <a:srgbClr val="002060"/>
                              </a:solidFill>
                              <a:latin typeface="Cambria Math" panose="02040503050406030204" pitchFamily="18" charset="0"/>
                              <a:ea typeface="Cambria Math" panose="02040503050406030204" pitchFamily="18" charset="0"/>
                            </a:rPr>
                          </m:ctrlPr>
                        </m:naryPr>
                        <m:sub/>
                        <m:sup/>
                        <m:e>
                          <m:d>
                            <m:dPr>
                              <m:ctrlPr>
                                <a:rPr lang="en-US" sz="2800" i="1">
                                  <a:solidFill>
                                    <a:srgbClr val="002060"/>
                                  </a:solidFill>
                                  <a:latin typeface="Cambria Math" panose="02040503050406030204" pitchFamily="18" charset="0"/>
                                  <a:ea typeface="Cambria Math" panose="02040503050406030204" pitchFamily="18" charset="0"/>
                                </a:rPr>
                              </m:ctrlPr>
                            </m:dPr>
                            <m:e>
                              <m:r>
                                <m:rPr>
                                  <m:sty m:val="p"/>
                                </m:rPr>
                                <a:rPr lang="en-US" sz="2800">
                                  <a:solidFill>
                                    <a:srgbClr val="002060"/>
                                  </a:solidFill>
                                  <a:latin typeface="Cambria Math" panose="02040503050406030204" pitchFamily="18" charset="0"/>
                                  <a:ea typeface="Cambria Math" panose="02040503050406030204" pitchFamily="18" charset="0"/>
                                </a:rPr>
                                <m:t>xy</m:t>
                              </m:r>
                            </m:e>
                          </m:d>
                        </m:e>
                      </m:nary>
                      <m:r>
                        <a:rPr lang="en-US" sz="2800" b="0" i="1" smtClean="0">
                          <a:solidFill>
                            <a:srgbClr val="002060"/>
                          </a:solidFill>
                          <a:latin typeface="Cambria Math" panose="02040503050406030204" pitchFamily="18" charset="0"/>
                          <a:ea typeface="Cambria Math" panose="02040503050406030204" pitchFamily="18" charset="0"/>
                        </a:rPr>
                        <m:t>=</m:t>
                      </m:r>
                      <m:r>
                        <a:rPr lang="en-US" sz="2800" i="1" smtClean="0">
                          <a:solidFill>
                            <a:srgbClr val="002060"/>
                          </a:solidFill>
                          <a:latin typeface="Cambria Math" panose="02040503050406030204" pitchFamily="18" charset="0"/>
                          <a:ea typeface="Cambria Math" panose="02040503050406030204" pitchFamily="18" charset="0"/>
                        </a:rPr>
                        <m:t>9</m:t>
                      </m:r>
                      <m:r>
                        <a:rPr lang="en-US" sz="2800" b="0" i="1" smtClean="0">
                          <a:solidFill>
                            <a:srgbClr val="002060"/>
                          </a:solidFill>
                          <a:latin typeface="Cambria Math" panose="02040503050406030204" pitchFamily="18" charset="0"/>
                          <a:ea typeface="Cambria Math" panose="02040503050406030204" pitchFamily="18" charset="0"/>
                        </a:rPr>
                        <m:t>47</m:t>
                      </m:r>
                      <m:r>
                        <a:rPr lang="en-US" sz="2800" b="0" i="1" smtClean="0">
                          <a:solidFill>
                            <a:srgbClr val="FF0000"/>
                          </a:solidFill>
                          <a:latin typeface="Cambria Math" panose="02040503050406030204" pitchFamily="18" charset="0"/>
                          <a:ea typeface="Cambria Math" panose="02040503050406030204" pitchFamily="18" charset="0"/>
                        </a:rPr>
                        <m:t>−385−192</m:t>
                      </m:r>
                    </m:oMath>
                  </m:oMathPara>
                </a14:m>
                <a:endParaRPr lang="en-US" sz="2800" dirty="0">
                  <a:solidFill>
                    <a:srgbClr val="002060"/>
                  </a:solidFill>
                </a:endParaRPr>
              </a:p>
            </p:txBody>
          </p:sp>
        </mc:Choice>
        <mc:Fallback xmlns="">
          <p:sp>
            <p:nvSpPr>
              <p:cNvPr id="21" name="Rectangle 20"/>
              <p:cNvSpPr>
                <a:spLocks noRot="1" noChangeAspect="1" noMove="1" noResize="1" noEditPoints="1" noAdjustHandles="1" noChangeArrowheads="1" noChangeShapeType="1" noTextEdit="1"/>
              </p:cNvSpPr>
              <p:nvPr/>
            </p:nvSpPr>
            <p:spPr>
              <a:xfrm>
                <a:off x="6818478" y="859577"/>
                <a:ext cx="5373522" cy="1135696"/>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Rectangle 21"/>
              <p:cNvSpPr/>
              <p:nvPr/>
            </p:nvSpPr>
            <p:spPr>
              <a:xfrm>
                <a:off x="6818478" y="2143649"/>
                <a:ext cx="3127651" cy="1135696"/>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dirty="0" smtClean="0">
                          <a:solidFill>
                            <a:srgbClr val="002060"/>
                          </a:solidFill>
                          <a:latin typeface="Cambria Math" panose="02040503050406030204" pitchFamily="18" charset="0"/>
                          <a:ea typeface="Cambria Math" panose="02040503050406030204" pitchFamily="18" charset="0"/>
                        </a:rPr>
                        <m:t>⇒</m:t>
                      </m:r>
                      <m:r>
                        <a:rPr lang="en-US" sz="2800" b="0" i="1" smtClean="0">
                          <a:solidFill>
                            <a:srgbClr val="002060"/>
                          </a:solidFill>
                          <a:latin typeface="Cambria Math" panose="02040503050406030204" pitchFamily="18" charset="0"/>
                          <a:ea typeface="Cambria Math" panose="02040503050406030204" pitchFamily="18" charset="0"/>
                        </a:rPr>
                        <m:t>2</m:t>
                      </m:r>
                      <m:nary>
                        <m:naryPr>
                          <m:chr m:val="∑"/>
                          <m:subHide m:val="on"/>
                          <m:supHide m:val="on"/>
                          <m:ctrlPr>
                            <a:rPr lang="en-US" sz="2800" i="1" smtClean="0">
                              <a:solidFill>
                                <a:srgbClr val="002060"/>
                              </a:solidFill>
                              <a:latin typeface="Cambria Math" panose="02040503050406030204" pitchFamily="18" charset="0"/>
                              <a:ea typeface="Cambria Math" panose="02040503050406030204" pitchFamily="18" charset="0"/>
                            </a:rPr>
                          </m:ctrlPr>
                        </m:naryPr>
                        <m:sub/>
                        <m:sup/>
                        <m:e>
                          <m:d>
                            <m:dPr>
                              <m:ctrlPr>
                                <a:rPr lang="en-US" sz="2800" i="1">
                                  <a:solidFill>
                                    <a:srgbClr val="002060"/>
                                  </a:solidFill>
                                  <a:latin typeface="Cambria Math" panose="02040503050406030204" pitchFamily="18" charset="0"/>
                                  <a:ea typeface="Cambria Math" panose="02040503050406030204" pitchFamily="18" charset="0"/>
                                </a:rPr>
                              </m:ctrlPr>
                            </m:dPr>
                            <m:e>
                              <m:r>
                                <m:rPr>
                                  <m:sty m:val="p"/>
                                </m:rPr>
                                <a:rPr lang="en-US" sz="2800">
                                  <a:solidFill>
                                    <a:srgbClr val="002060"/>
                                  </a:solidFill>
                                  <a:latin typeface="Cambria Math" panose="02040503050406030204" pitchFamily="18" charset="0"/>
                                  <a:ea typeface="Cambria Math" panose="02040503050406030204" pitchFamily="18" charset="0"/>
                                </a:rPr>
                                <m:t>xy</m:t>
                              </m:r>
                            </m:e>
                          </m:d>
                        </m:e>
                      </m:nary>
                      <m:r>
                        <a:rPr lang="en-US" sz="2800" b="0" i="1" smtClean="0">
                          <a:solidFill>
                            <a:srgbClr val="002060"/>
                          </a:solidFill>
                          <a:latin typeface="Cambria Math" panose="02040503050406030204" pitchFamily="18" charset="0"/>
                          <a:ea typeface="Cambria Math" panose="02040503050406030204" pitchFamily="18" charset="0"/>
                        </a:rPr>
                        <m:t>=</m:t>
                      </m:r>
                      <m:r>
                        <a:rPr lang="en-US" sz="2800" b="0" i="1" smtClean="0">
                          <a:solidFill>
                            <a:srgbClr val="FF0000"/>
                          </a:solidFill>
                          <a:latin typeface="Cambria Math" panose="02040503050406030204" pitchFamily="18" charset="0"/>
                          <a:ea typeface="Cambria Math" panose="02040503050406030204" pitchFamily="18" charset="0"/>
                        </a:rPr>
                        <m:t>370</m:t>
                      </m:r>
                    </m:oMath>
                  </m:oMathPara>
                </a14:m>
                <a:endParaRPr lang="en-US" sz="2800" dirty="0">
                  <a:solidFill>
                    <a:srgbClr val="002060"/>
                  </a:solidFill>
                </a:endParaRPr>
              </a:p>
            </p:txBody>
          </p:sp>
        </mc:Choice>
        <mc:Fallback xmlns="">
          <p:sp>
            <p:nvSpPr>
              <p:cNvPr id="22" name="Rectangle 21"/>
              <p:cNvSpPr>
                <a:spLocks noRot="1" noChangeAspect="1" noMove="1" noResize="1" noEditPoints="1" noAdjustHandles="1" noChangeArrowheads="1" noChangeShapeType="1" noTextEdit="1"/>
              </p:cNvSpPr>
              <p:nvPr/>
            </p:nvSpPr>
            <p:spPr>
              <a:xfrm>
                <a:off x="6818478" y="2143649"/>
                <a:ext cx="3127651" cy="1135696"/>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p:cNvSpPr/>
              <p:nvPr/>
            </p:nvSpPr>
            <p:spPr>
              <a:xfrm>
                <a:off x="6818478" y="3427721"/>
                <a:ext cx="2869055" cy="1135696"/>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dirty="0" smtClean="0">
                          <a:solidFill>
                            <a:srgbClr val="002060"/>
                          </a:solidFill>
                          <a:latin typeface="Cambria Math" panose="02040503050406030204" pitchFamily="18" charset="0"/>
                          <a:ea typeface="Cambria Math" panose="02040503050406030204" pitchFamily="18" charset="0"/>
                        </a:rPr>
                        <m:t>⇒</m:t>
                      </m:r>
                      <m:nary>
                        <m:naryPr>
                          <m:chr m:val="∑"/>
                          <m:subHide m:val="on"/>
                          <m:supHide m:val="on"/>
                          <m:ctrlPr>
                            <a:rPr lang="en-US" sz="2800" i="1" smtClean="0">
                              <a:solidFill>
                                <a:srgbClr val="002060"/>
                              </a:solidFill>
                              <a:latin typeface="Cambria Math" panose="02040503050406030204" pitchFamily="18" charset="0"/>
                              <a:ea typeface="Cambria Math" panose="02040503050406030204" pitchFamily="18" charset="0"/>
                            </a:rPr>
                          </m:ctrlPr>
                        </m:naryPr>
                        <m:sub/>
                        <m:sup/>
                        <m:e>
                          <m:d>
                            <m:dPr>
                              <m:ctrlPr>
                                <a:rPr lang="en-US" sz="2800" i="1">
                                  <a:solidFill>
                                    <a:srgbClr val="002060"/>
                                  </a:solidFill>
                                  <a:latin typeface="Cambria Math" panose="02040503050406030204" pitchFamily="18" charset="0"/>
                                  <a:ea typeface="Cambria Math" panose="02040503050406030204" pitchFamily="18" charset="0"/>
                                </a:rPr>
                              </m:ctrlPr>
                            </m:dPr>
                            <m:e>
                              <m:r>
                                <m:rPr>
                                  <m:sty m:val="p"/>
                                </m:rPr>
                                <a:rPr lang="en-US" sz="2800">
                                  <a:solidFill>
                                    <a:srgbClr val="002060"/>
                                  </a:solidFill>
                                  <a:latin typeface="Cambria Math" panose="02040503050406030204" pitchFamily="18" charset="0"/>
                                  <a:ea typeface="Cambria Math" panose="02040503050406030204" pitchFamily="18" charset="0"/>
                                </a:rPr>
                                <m:t>xy</m:t>
                              </m:r>
                            </m:e>
                          </m:d>
                        </m:e>
                      </m:nary>
                      <m:r>
                        <a:rPr lang="en-US" sz="2800" b="0" i="1" smtClean="0">
                          <a:solidFill>
                            <a:srgbClr val="002060"/>
                          </a:solidFill>
                          <a:latin typeface="Cambria Math" panose="02040503050406030204" pitchFamily="18" charset="0"/>
                          <a:ea typeface="Cambria Math" panose="02040503050406030204" pitchFamily="18" charset="0"/>
                        </a:rPr>
                        <m:t>=</m:t>
                      </m:r>
                      <m:f>
                        <m:fPr>
                          <m:ctrlPr>
                            <a:rPr lang="en-US" sz="2800" b="0" i="1" smtClean="0">
                              <a:solidFill>
                                <a:srgbClr val="002060"/>
                              </a:solidFill>
                              <a:latin typeface="Cambria Math" panose="02040503050406030204" pitchFamily="18" charset="0"/>
                              <a:ea typeface="Cambria Math" panose="02040503050406030204" pitchFamily="18" charset="0"/>
                            </a:rPr>
                          </m:ctrlPr>
                        </m:fPr>
                        <m:num>
                          <m:r>
                            <a:rPr lang="en-US" sz="2800" b="0" i="1" smtClean="0">
                              <a:solidFill>
                                <a:srgbClr val="002060"/>
                              </a:solidFill>
                              <a:latin typeface="Cambria Math" panose="02040503050406030204" pitchFamily="18" charset="0"/>
                              <a:ea typeface="Cambria Math" panose="02040503050406030204" pitchFamily="18" charset="0"/>
                            </a:rPr>
                            <m:t>370</m:t>
                          </m:r>
                        </m:num>
                        <m:den>
                          <m:r>
                            <a:rPr lang="en-US" sz="2800" b="0" i="1" smtClean="0">
                              <a:solidFill>
                                <a:srgbClr val="FF0000"/>
                              </a:solidFill>
                              <a:latin typeface="Cambria Math" panose="02040503050406030204" pitchFamily="18" charset="0"/>
                              <a:ea typeface="Cambria Math" panose="02040503050406030204" pitchFamily="18" charset="0"/>
                            </a:rPr>
                            <m:t>2</m:t>
                          </m:r>
                        </m:den>
                      </m:f>
                    </m:oMath>
                  </m:oMathPara>
                </a14:m>
                <a:endParaRPr lang="en-US" sz="2800" dirty="0">
                  <a:solidFill>
                    <a:srgbClr val="002060"/>
                  </a:solidFill>
                </a:endParaRPr>
              </a:p>
            </p:txBody>
          </p:sp>
        </mc:Choice>
        <mc:Fallback xmlns="">
          <p:sp>
            <p:nvSpPr>
              <p:cNvPr id="23" name="Rectangle 22"/>
              <p:cNvSpPr>
                <a:spLocks noRot="1" noChangeAspect="1" noMove="1" noResize="1" noEditPoints="1" noAdjustHandles="1" noChangeArrowheads="1" noChangeShapeType="1" noTextEdit="1"/>
              </p:cNvSpPr>
              <p:nvPr/>
            </p:nvSpPr>
            <p:spPr>
              <a:xfrm>
                <a:off x="6818478" y="3427721"/>
                <a:ext cx="2869055" cy="1135696"/>
              </a:xfrm>
              <a:prstGeom prst="rect">
                <a:avLst/>
              </a:prstGeom>
              <a:blipFill rotWithShape="0">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Rectangle 23"/>
              <p:cNvSpPr/>
              <p:nvPr/>
            </p:nvSpPr>
            <p:spPr>
              <a:xfrm>
                <a:off x="6818477" y="4711793"/>
                <a:ext cx="4478918" cy="1135696"/>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dirty="0" smtClean="0">
                          <a:solidFill>
                            <a:srgbClr val="002060"/>
                          </a:solidFill>
                          <a:latin typeface="Cambria Math" panose="02040503050406030204" pitchFamily="18" charset="0"/>
                          <a:ea typeface="Cambria Math" panose="02040503050406030204" pitchFamily="18" charset="0"/>
                        </a:rPr>
                        <m:t>⇒</m:t>
                      </m:r>
                      <m:nary>
                        <m:naryPr>
                          <m:chr m:val="∑"/>
                          <m:subHide m:val="on"/>
                          <m:supHide m:val="on"/>
                          <m:ctrlPr>
                            <a:rPr lang="en-US" sz="2800" i="1" smtClean="0">
                              <a:solidFill>
                                <a:srgbClr val="002060"/>
                              </a:solidFill>
                              <a:latin typeface="Cambria Math" panose="02040503050406030204" pitchFamily="18" charset="0"/>
                              <a:ea typeface="Cambria Math" panose="02040503050406030204" pitchFamily="18" charset="0"/>
                            </a:rPr>
                          </m:ctrlPr>
                        </m:naryPr>
                        <m:sub/>
                        <m:sup/>
                        <m:e>
                          <m:d>
                            <m:dPr>
                              <m:ctrlPr>
                                <a:rPr lang="en-US" sz="2800" i="1">
                                  <a:solidFill>
                                    <a:srgbClr val="002060"/>
                                  </a:solidFill>
                                  <a:latin typeface="Cambria Math" panose="02040503050406030204" pitchFamily="18" charset="0"/>
                                  <a:ea typeface="Cambria Math" panose="02040503050406030204" pitchFamily="18" charset="0"/>
                                </a:rPr>
                              </m:ctrlPr>
                            </m:dPr>
                            <m:e>
                              <m:r>
                                <m:rPr>
                                  <m:sty m:val="p"/>
                                </m:rPr>
                                <a:rPr lang="en-US" sz="2800">
                                  <a:solidFill>
                                    <a:srgbClr val="002060"/>
                                  </a:solidFill>
                                  <a:latin typeface="Cambria Math" panose="02040503050406030204" pitchFamily="18" charset="0"/>
                                  <a:ea typeface="Cambria Math" panose="02040503050406030204" pitchFamily="18" charset="0"/>
                                </a:rPr>
                                <m:t>xy</m:t>
                              </m:r>
                            </m:e>
                          </m:d>
                        </m:e>
                      </m:nary>
                      <m:r>
                        <a:rPr lang="en-US" sz="2800" b="0" i="1" smtClean="0">
                          <a:solidFill>
                            <a:srgbClr val="002060"/>
                          </a:solidFill>
                          <a:latin typeface="Cambria Math" panose="02040503050406030204" pitchFamily="18" charset="0"/>
                          <a:ea typeface="Cambria Math" panose="02040503050406030204" pitchFamily="18" charset="0"/>
                        </a:rPr>
                        <m:t>=</m:t>
                      </m:r>
                      <m:r>
                        <a:rPr lang="en-US" sz="2800" b="1" i="1" smtClean="0">
                          <a:solidFill>
                            <a:srgbClr val="002060"/>
                          </a:solidFill>
                          <a:latin typeface="Cambria Math" panose="02040503050406030204" pitchFamily="18" charset="0"/>
                          <a:ea typeface="Cambria Math" panose="02040503050406030204" pitchFamily="18" charset="0"/>
                        </a:rPr>
                        <m:t>𝟏𝟖𝟓</m:t>
                      </m:r>
                      <m:r>
                        <a:rPr lang="en-US" sz="2800" b="1" i="1">
                          <a:solidFill>
                            <a:srgbClr val="002060"/>
                          </a:solidFill>
                          <a:latin typeface="Cambria Math" panose="02040503050406030204" pitchFamily="18" charset="0"/>
                          <a:ea typeface="Cambria Math" panose="02040503050406030204" pitchFamily="18" charset="0"/>
                        </a:rPr>
                        <m:t>………(</m:t>
                      </m:r>
                      <m:r>
                        <a:rPr lang="en-US" sz="2800" b="1" i="1" smtClean="0">
                          <a:solidFill>
                            <a:srgbClr val="002060"/>
                          </a:solidFill>
                          <a:latin typeface="Cambria Math" panose="02040503050406030204" pitchFamily="18" charset="0"/>
                          <a:ea typeface="Cambria Math" panose="02040503050406030204" pitchFamily="18" charset="0"/>
                        </a:rPr>
                        <m:t>𝟑</m:t>
                      </m:r>
                      <m:r>
                        <a:rPr lang="en-US" sz="2800" b="1" i="1">
                          <a:solidFill>
                            <a:srgbClr val="002060"/>
                          </a:solidFill>
                          <a:latin typeface="Cambria Math" panose="02040503050406030204" pitchFamily="18" charset="0"/>
                          <a:ea typeface="Cambria Math" panose="02040503050406030204" pitchFamily="18" charset="0"/>
                        </a:rPr>
                        <m:t>)</m:t>
                      </m:r>
                    </m:oMath>
                  </m:oMathPara>
                </a14:m>
                <a:endParaRPr lang="en-US" sz="2800" b="1" dirty="0">
                  <a:solidFill>
                    <a:srgbClr val="002060"/>
                  </a:solidFill>
                </a:endParaRPr>
              </a:p>
            </p:txBody>
          </p:sp>
        </mc:Choice>
        <mc:Fallback xmlns="">
          <p:sp>
            <p:nvSpPr>
              <p:cNvPr id="24" name="Rectangle 23"/>
              <p:cNvSpPr>
                <a:spLocks noRot="1" noChangeAspect="1" noMove="1" noResize="1" noEditPoints="1" noAdjustHandles="1" noChangeArrowheads="1" noChangeShapeType="1" noTextEdit="1"/>
              </p:cNvSpPr>
              <p:nvPr/>
            </p:nvSpPr>
            <p:spPr>
              <a:xfrm>
                <a:off x="6818477" y="4711793"/>
                <a:ext cx="4478918" cy="1135696"/>
              </a:xfrm>
              <a:prstGeom prst="rect">
                <a:avLst/>
              </a:prstGeom>
              <a:blipFill rotWithShape="0">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Rectangle 24"/>
              <p:cNvSpPr/>
              <p:nvPr/>
            </p:nvSpPr>
            <p:spPr>
              <a:xfrm>
                <a:off x="542885" y="4945839"/>
                <a:ext cx="862737"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dirty="0" smtClean="0">
                          <a:solidFill>
                            <a:srgbClr val="FF0000"/>
                          </a:solidFill>
                          <a:latin typeface="Cambria Math" panose="02040503050406030204" pitchFamily="18" charset="0"/>
                          <a:ea typeface="Cambria Math" panose="02040503050406030204" pitchFamily="18" charset="0"/>
                        </a:rPr>
                        <m:t>3</m:t>
                      </m:r>
                      <m:r>
                        <a:rPr lang="en-US" sz="2800" b="0" i="1" dirty="0" smtClean="0">
                          <a:solidFill>
                            <a:srgbClr val="FF0000"/>
                          </a:solidFill>
                          <a:latin typeface="Cambria Math" panose="02040503050406030204" pitchFamily="18" charset="0"/>
                          <a:ea typeface="Cambria Math" panose="02040503050406030204" pitchFamily="18" charset="0"/>
                        </a:rPr>
                        <m:t>85</m:t>
                      </m:r>
                    </m:oMath>
                  </m:oMathPara>
                </a14:m>
                <a:endParaRPr lang="en-US" sz="2800" dirty="0">
                  <a:solidFill>
                    <a:srgbClr val="FF0000"/>
                  </a:solidFill>
                </a:endParaRPr>
              </a:p>
            </p:txBody>
          </p:sp>
        </mc:Choice>
        <mc:Fallback xmlns="">
          <p:sp>
            <p:nvSpPr>
              <p:cNvPr id="25" name="Rectangle 24"/>
              <p:cNvSpPr>
                <a:spLocks noRot="1" noChangeAspect="1" noMove="1" noResize="1" noEditPoints="1" noAdjustHandles="1" noChangeArrowheads="1" noChangeShapeType="1" noTextEdit="1"/>
              </p:cNvSpPr>
              <p:nvPr/>
            </p:nvSpPr>
            <p:spPr>
              <a:xfrm>
                <a:off x="542885" y="4945839"/>
                <a:ext cx="862737" cy="523220"/>
              </a:xfrm>
              <a:prstGeom prst="rect">
                <a:avLst/>
              </a:prstGeom>
              <a:blipFill rotWithShape="0">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Rectangle 25"/>
              <p:cNvSpPr/>
              <p:nvPr/>
            </p:nvSpPr>
            <p:spPr>
              <a:xfrm>
                <a:off x="1551507" y="4945839"/>
                <a:ext cx="862737"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dirty="0" smtClean="0">
                          <a:solidFill>
                            <a:srgbClr val="FF0000"/>
                          </a:solidFill>
                          <a:latin typeface="Cambria Math" panose="02040503050406030204" pitchFamily="18" charset="0"/>
                          <a:ea typeface="Cambria Math" panose="02040503050406030204" pitchFamily="18" charset="0"/>
                        </a:rPr>
                        <m:t>1</m:t>
                      </m:r>
                      <m:r>
                        <a:rPr lang="en-US" sz="2800" b="0" i="1" dirty="0" smtClean="0">
                          <a:solidFill>
                            <a:srgbClr val="FF0000"/>
                          </a:solidFill>
                          <a:latin typeface="Cambria Math" panose="02040503050406030204" pitchFamily="18" charset="0"/>
                          <a:ea typeface="Cambria Math" panose="02040503050406030204" pitchFamily="18" charset="0"/>
                        </a:rPr>
                        <m:t>92</m:t>
                      </m:r>
                    </m:oMath>
                  </m:oMathPara>
                </a14:m>
                <a:endParaRPr lang="en-US" sz="2800" dirty="0">
                  <a:solidFill>
                    <a:srgbClr val="FF0000"/>
                  </a:solidFill>
                </a:endParaRPr>
              </a:p>
            </p:txBody>
          </p:sp>
        </mc:Choice>
        <mc:Fallback xmlns="">
          <p:sp>
            <p:nvSpPr>
              <p:cNvPr id="26" name="Rectangle 25"/>
              <p:cNvSpPr>
                <a:spLocks noRot="1" noChangeAspect="1" noMove="1" noResize="1" noEditPoints="1" noAdjustHandles="1" noChangeArrowheads="1" noChangeShapeType="1" noTextEdit="1"/>
              </p:cNvSpPr>
              <p:nvPr/>
            </p:nvSpPr>
            <p:spPr>
              <a:xfrm>
                <a:off x="1551507" y="4945839"/>
                <a:ext cx="862737" cy="523220"/>
              </a:xfrm>
              <a:prstGeom prst="rect">
                <a:avLst/>
              </a:prstGeom>
              <a:blipFill rotWithShape="0">
                <a:blip r:embed="rId11"/>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14423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4" grpId="0"/>
      <p:bldP spid="19" grpId="0"/>
      <p:bldP spid="21" grpId="0"/>
      <p:bldP spid="22" grpId="0"/>
      <p:bldP spid="23" grpId="0"/>
      <p:bldP spid="24" grpId="0"/>
      <p:bldP spid="25" grpId="0"/>
      <p:bldP spid="26"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1 ⇝ Example 3(</a:t>
            </a:r>
            <a:r>
              <a:rPr lang="en-GB" dirty="0">
                <a:solidFill>
                  <a:srgbClr val="FF0000"/>
                </a:solidFill>
              </a:rPr>
              <a:t>Continue</a:t>
            </a:r>
            <a:r>
              <a:rPr lang="en-GB" dirty="0"/>
              <a:t>)</a:t>
            </a:r>
            <a:endParaRPr lang="en-US" dirty="0"/>
          </a:p>
        </p:txBody>
      </p:sp>
      <p:sp>
        <p:nvSpPr>
          <p:cNvPr id="8" name="Rectangle 7"/>
          <p:cNvSpPr/>
          <p:nvPr/>
        </p:nvSpPr>
        <p:spPr>
          <a:xfrm>
            <a:off x="137271" y="859577"/>
            <a:ext cx="11718273" cy="523220"/>
          </a:xfrm>
          <a:prstGeom prst="rect">
            <a:avLst/>
          </a:prstGeom>
        </p:spPr>
        <p:txBody>
          <a:bodyPr wrap="none">
            <a:spAutoFit/>
          </a:bodyPr>
          <a:lstStyle/>
          <a:p>
            <a:r>
              <a:rPr lang="en-US" sz="2800" dirty="0">
                <a:solidFill>
                  <a:srgbClr val="002060"/>
                </a:solidFill>
              </a:rPr>
              <a:t>Let us substitute all the values in the </a:t>
            </a:r>
            <a:r>
              <a:rPr lang="en-US" sz="2800" dirty="0">
                <a:solidFill>
                  <a:srgbClr val="FF0000"/>
                </a:solidFill>
              </a:rPr>
              <a:t>formula</a:t>
            </a:r>
            <a:r>
              <a:rPr lang="en-US" sz="2800" dirty="0">
                <a:solidFill>
                  <a:srgbClr val="002060"/>
                </a:solidFill>
              </a:rPr>
              <a:t> to find the coefficient of correlation </a:t>
            </a:r>
            <a:endParaRPr lang="en-US" dirty="0"/>
          </a:p>
        </p:txBody>
      </p:sp>
      <mc:AlternateContent xmlns:mc="http://schemas.openxmlformats.org/markup-compatibility/2006" xmlns:a14="http://schemas.microsoft.com/office/drawing/2010/main">
        <mc:Choice Requires="a14">
          <p:sp>
            <p:nvSpPr>
              <p:cNvPr id="50" name="Rectangle 49"/>
              <p:cNvSpPr/>
              <p:nvPr/>
            </p:nvSpPr>
            <p:spPr>
              <a:xfrm>
                <a:off x="137271" y="1689418"/>
                <a:ext cx="8444363" cy="1225785"/>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m:rPr>
                          <m:sty m:val="p"/>
                        </m:rPr>
                        <a:rPr lang="en-US" sz="2800" smtClean="0">
                          <a:solidFill>
                            <a:srgbClr val="002060"/>
                          </a:solidFill>
                          <a:latin typeface="Cambria Math" panose="02040503050406030204" pitchFamily="18" charset="0"/>
                        </a:rPr>
                        <m:t>r</m:t>
                      </m:r>
                      <m:r>
                        <a:rPr lang="en-US" sz="2800" smtClean="0">
                          <a:solidFill>
                            <a:srgbClr val="002060"/>
                          </a:solidFill>
                          <a:latin typeface="Cambria Math" panose="02040503050406030204" pitchFamily="18" charset="0"/>
                        </a:rPr>
                        <m:t>=</m:t>
                      </m:r>
                      <m:f>
                        <m:fPr>
                          <m:ctrlPr>
                            <a:rPr lang="en-US" sz="2800" i="1">
                              <a:solidFill>
                                <a:srgbClr val="C00000"/>
                              </a:solidFill>
                              <a:latin typeface="Cambria Math" panose="02040503050406030204" pitchFamily="18" charset="0"/>
                            </a:rPr>
                          </m:ctrlPr>
                        </m:fPr>
                        <m:num>
                          <m:r>
                            <m:rPr>
                              <m:sty m:val="p"/>
                            </m:rPr>
                            <a:rPr lang="en-US" sz="2800" smtClean="0">
                              <a:solidFill>
                                <a:srgbClr val="FF0000"/>
                              </a:solidFill>
                              <a:latin typeface="Cambria Math" panose="02040503050406030204" pitchFamily="18" charset="0"/>
                            </a:rPr>
                            <m:t>n</m:t>
                          </m:r>
                          <m:r>
                            <a:rPr lang="en-US" sz="2800">
                              <a:solidFill>
                                <a:srgbClr val="002060"/>
                              </a:solidFill>
                              <a:latin typeface="Cambria Math" panose="02040503050406030204" pitchFamily="18" charset="0"/>
                            </a:rPr>
                            <m:t>⋅</m:t>
                          </m:r>
                          <m:nary>
                            <m:naryPr>
                              <m:chr m:val="∑"/>
                              <m:subHide m:val="on"/>
                              <m:supHide m:val="on"/>
                              <m:ctrlPr>
                                <a:rPr lang="en-US" sz="2800" i="1">
                                  <a:solidFill>
                                    <a:srgbClr val="002060"/>
                                  </a:solidFill>
                                  <a:latin typeface="Cambria Math" panose="02040503050406030204" pitchFamily="18" charset="0"/>
                                </a:rPr>
                              </m:ctrlPr>
                            </m:naryPr>
                            <m:sub/>
                            <m:sup/>
                            <m:e>
                              <m:d>
                                <m:dPr>
                                  <m:ctrlPr>
                                    <a:rPr lang="en-US"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xy</m:t>
                                  </m:r>
                                </m:e>
                              </m:d>
                            </m:e>
                          </m:nary>
                          <m:r>
                            <a:rPr lang="en-US" sz="2800">
                              <a:solidFill>
                                <a:srgbClr val="002060"/>
                              </a:solidFill>
                              <a:latin typeface="Cambria Math" panose="02040503050406030204" pitchFamily="18" charset="0"/>
                            </a:rPr>
                            <m:t>− </m:t>
                          </m:r>
                          <m:nary>
                            <m:naryPr>
                              <m:chr m:val="∑"/>
                              <m:subHide m:val="on"/>
                              <m:supHide m:val="on"/>
                              <m:ctrlPr>
                                <a:rPr lang="en-US" sz="2800" i="1" smtClean="0">
                                  <a:solidFill>
                                    <a:srgbClr val="7030A0"/>
                                  </a:solidFill>
                                  <a:latin typeface="Cambria Math" panose="02040503050406030204" pitchFamily="18" charset="0"/>
                                </a:rPr>
                              </m:ctrlPr>
                            </m:naryPr>
                            <m:sub/>
                            <m:sup/>
                            <m:e>
                              <m:d>
                                <m:dPr>
                                  <m:ctrlPr>
                                    <a:rPr lang="en-US" sz="2800" i="1">
                                      <a:solidFill>
                                        <a:srgbClr val="7030A0"/>
                                      </a:solidFill>
                                      <a:latin typeface="Cambria Math" panose="02040503050406030204" pitchFamily="18" charset="0"/>
                                    </a:rPr>
                                  </m:ctrlPr>
                                </m:dPr>
                                <m:e>
                                  <m:r>
                                    <m:rPr>
                                      <m:sty m:val="p"/>
                                    </m:rPr>
                                    <a:rPr lang="en-US" sz="2800">
                                      <a:solidFill>
                                        <a:srgbClr val="7030A0"/>
                                      </a:solidFill>
                                      <a:latin typeface="Cambria Math" panose="02040503050406030204" pitchFamily="18" charset="0"/>
                                    </a:rPr>
                                    <m:t>x</m:t>
                                  </m:r>
                                </m:e>
                              </m:d>
                            </m:e>
                          </m:nary>
                          <m:r>
                            <a:rPr lang="en-US" sz="2800">
                              <a:solidFill>
                                <a:srgbClr val="002060"/>
                              </a:solidFill>
                              <a:latin typeface="Cambria Math" panose="02040503050406030204" pitchFamily="18" charset="0"/>
                            </a:rPr>
                            <m:t>⋅</m:t>
                          </m:r>
                          <m:nary>
                            <m:naryPr>
                              <m:chr m:val="∑"/>
                              <m:subHide m:val="on"/>
                              <m:supHide m:val="on"/>
                              <m:ctrlPr>
                                <a:rPr lang="en-US" sz="2800" i="1" smtClean="0">
                                  <a:solidFill>
                                    <a:srgbClr val="0070C0"/>
                                  </a:solidFill>
                                  <a:latin typeface="Cambria Math" panose="02040503050406030204" pitchFamily="18" charset="0"/>
                                </a:rPr>
                              </m:ctrlPr>
                            </m:naryPr>
                            <m:sub/>
                            <m:sup/>
                            <m:e>
                              <m:d>
                                <m:dPr>
                                  <m:ctrlPr>
                                    <a:rPr lang="en-US" sz="2800" i="1">
                                      <a:solidFill>
                                        <a:srgbClr val="0070C0"/>
                                      </a:solidFill>
                                      <a:latin typeface="Cambria Math" panose="02040503050406030204" pitchFamily="18" charset="0"/>
                                    </a:rPr>
                                  </m:ctrlPr>
                                </m:dPr>
                                <m:e>
                                  <m:r>
                                    <m:rPr>
                                      <m:sty m:val="p"/>
                                    </m:rPr>
                                    <a:rPr lang="en-US" sz="2800">
                                      <a:solidFill>
                                        <a:srgbClr val="0070C0"/>
                                      </a:solidFill>
                                      <a:latin typeface="Cambria Math" panose="02040503050406030204" pitchFamily="18" charset="0"/>
                                    </a:rPr>
                                    <m:t>y</m:t>
                                  </m:r>
                                </m:e>
                              </m:d>
                            </m:e>
                          </m:nary>
                        </m:num>
                        <m:den>
                          <m:eqArr>
                            <m:eqArrPr>
                              <m:ctrlPr>
                                <a:rPr lang="en-US" sz="2800" i="1">
                                  <a:solidFill>
                                    <a:srgbClr val="C00000"/>
                                  </a:solidFill>
                                  <a:latin typeface="Cambria Math" panose="02040503050406030204" pitchFamily="18" charset="0"/>
                                </a:rPr>
                              </m:ctrlPr>
                            </m:eqArrPr>
                            <m:e>
                              <m:r>
                                <a:rPr lang="en-US" sz="2800">
                                  <a:solidFill>
                                    <a:srgbClr val="C00000"/>
                                  </a:solidFill>
                                  <a:latin typeface="Cambria Math" panose="02040503050406030204" pitchFamily="18" charset="0"/>
                                </a:rPr>
                                <m:t> </m:t>
                              </m:r>
                            </m:e>
                            <m:e>
                              <m:r>
                                <a:rPr lang="en-US" sz="2800">
                                  <a:solidFill>
                                    <a:srgbClr val="C00000"/>
                                  </a:solidFill>
                                  <a:latin typeface="Cambria Math" panose="02040503050406030204" pitchFamily="18" charset="0"/>
                                </a:rPr>
                                <m:t>   </m:t>
                              </m:r>
                              <m:rad>
                                <m:radPr>
                                  <m:degHide m:val="on"/>
                                  <m:ctrlPr>
                                    <a:rPr lang="en-US" sz="2800" i="1">
                                      <a:solidFill>
                                        <a:srgbClr val="002060"/>
                                      </a:solidFill>
                                      <a:latin typeface="Cambria Math" panose="02040503050406030204" pitchFamily="18" charset="0"/>
                                    </a:rPr>
                                  </m:ctrlPr>
                                </m:radPr>
                                <m:deg/>
                                <m:e>
                                  <m:r>
                                    <m:rPr>
                                      <m:sty m:val="p"/>
                                    </m:rPr>
                                    <a:rPr lang="en-US" sz="2800" smtClean="0">
                                      <a:solidFill>
                                        <a:srgbClr val="FF0000"/>
                                      </a:solidFill>
                                      <a:latin typeface="Cambria Math" panose="02040503050406030204" pitchFamily="18" charset="0"/>
                                    </a:rPr>
                                    <m:t>n</m:t>
                                  </m:r>
                                  <m:r>
                                    <a:rPr lang="en-US" sz="2800">
                                      <a:solidFill>
                                        <a:srgbClr val="002060"/>
                                      </a:solidFill>
                                      <a:latin typeface="Cambria Math" panose="02040503050406030204" pitchFamily="18" charset="0"/>
                                    </a:rPr>
                                    <m:t>⋅</m:t>
                                  </m:r>
                                  <m:nary>
                                    <m:naryPr>
                                      <m:chr m:val="∑"/>
                                      <m:subHide m:val="on"/>
                                      <m:supHide m:val="on"/>
                                      <m:ctrlPr>
                                        <a:rPr lang="en-US" sz="2800" i="1">
                                          <a:solidFill>
                                            <a:srgbClr val="002060"/>
                                          </a:solidFill>
                                          <a:latin typeface="Cambria Math" panose="02040503050406030204" pitchFamily="18" charset="0"/>
                                        </a:rPr>
                                      </m:ctrlPr>
                                    </m:naryPr>
                                    <m:sub/>
                                    <m:sup/>
                                    <m:e>
                                      <m:d>
                                        <m:dPr>
                                          <m:ctrlPr>
                                            <a:rPr lang="en-US" sz="2800" i="1">
                                              <a:solidFill>
                                                <a:srgbClr val="002060"/>
                                              </a:solidFill>
                                              <a:latin typeface="Cambria Math" panose="02040503050406030204" pitchFamily="18" charset="0"/>
                                            </a:rPr>
                                          </m:ctrlPr>
                                        </m:dPr>
                                        <m:e>
                                          <m:sSup>
                                            <m:sSupPr>
                                              <m:ctrlPr>
                                                <a:rPr lang="en-US" sz="2800" i="1">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x</m:t>
                                              </m:r>
                                            </m:e>
                                            <m:sup>
                                              <m:r>
                                                <a:rPr lang="en-US" sz="2800">
                                                  <a:solidFill>
                                                    <a:srgbClr val="002060"/>
                                                  </a:solidFill>
                                                  <a:latin typeface="Cambria Math" panose="02040503050406030204" pitchFamily="18" charset="0"/>
                                                </a:rPr>
                                                <m:t>2</m:t>
                                              </m:r>
                                            </m:sup>
                                          </m:sSup>
                                        </m:e>
                                      </m:d>
                                    </m:e>
                                  </m:nary>
                                  <m:r>
                                    <a:rPr lang="en-US" sz="2800">
                                      <a:solidFill>
                                        <a:srgbClr val="002060"/>
                                      </a:solidFill>
                                      <a:latin typeface="Cambria Math" panose="02040503050406030204" pitchFamily="18" charset="0"/>
                                    </a:rPr>
                                    <m:t>−</m:t>
                                  </m:r>
                                  <m:sSup>
                                    <m:sSupPr>
                                      <m:ctrlPr>
                                        <a:rPr lang="en-US" sz="2800" i="1">
                                          <a:solidFill>
                                            <a:srgbClr val="002060"/>
                                          </a:solidFill>
                                          <a:latin typeface="Cambria Math" panose="02040503050406030204" pitchFamily="18" charset="0"/>
                                        </a:rPr>
                                      </m:ctrlPr>
                                    </m:sSupPr>
                                    <m:e>
                                      <m:d>
                                        <m:dPr>
                                          <m:ctrlPr>
                                            <a:rPr lang="en-US"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 </m:t>
                                          </m:r>
                                          <m:nary>
                                            <m:naryPr>
                                              <m:chr m:val="∑"/>
                                              <m:subHide m:val="on"/>
                                              <m:supHide m:val="on"/>
                                              <m:ctrlPr>
                                                <a:rPr lang="en-US" sz="2800" i="1" smtClean="0">
                                                  <a:solidFill>
                                                    <a:srgbClr val="7030A0"/>
                                                  </a:solidFill>
                                                  <a:latin typeface="Cambria Math" panose="02040503050406030204" pitchFamily="18" charset="0"/>
                                                </a:rPr>
                                              </m:ctrlPr>
                                            </m:naryPr>
                                            <m:sub/>
                                            <m:sup/>
                                            <m:e>
                                              <m:r>
                                                <m:rPr>
                                                  <m:sty m:val="p"/>
                                                </m:rPr>
                                                <a:rPr lang="en-US" sz="2800">
                                                  <a:solidFill>
                                                    <a:srgbClr val="7030A0"/>
                                                  </a:solidFill>
                                                  <a:latin typeface="Cambria Math" panose="02040503050406030204" pitchFamily="18" charset="0"/>
                                                </a:rPr>
                                                <m:t>x</m:t>
                                              </m:r>
                                            </m:e>
                                          </m:nary>
                                          <m:r>
                                            <a:rPr lang="en-US" sz="2800">
                                              <a:solidFill>
                                                <a:srgbClr val="002060"/>
                                              </a:solidFill>
                                              <a:latin typeface="Cambria Math" panose="02040503050406030204" pitchFamily="18" charset="0"/>
                                            </a:rPr>
                                            <m:t> </m:t>
                                          </m:r>
                                        </m:e>
                                      </m:d>
                                    </m:e>
                                    <m:sup>
                                      <m:r>
                                        <a:rPr lang="en-US" sz="2800">
                                          <a:solidFill>
                                            <a:srgbClr val="002060"/>
                                          </a:solidFill>
                                          <a:latin typeface="Cambria Math" panose="02040503050406030204" pitchFamily="18" charset="0"/>
                                        </a:rPr>
                                        <m:t>2</m:t>
                                      </m:r>
                                    </m:sup>
                                  </m:sSup>
                                  <m:r>
                                    <a:rPr lang="en-US" sz="2800">
                                      <a:solidFill>
                                        <a:srgbClr val="002060"/>
                                      </a:solidFill>
                                      <a:latin typeface="Cambria Math" panose="02040503050406030204" pitchFamily="18" charset="0"/>
                                    </a:rPr>
                                    <m:t>  </m:t>
                                  </m:r>
                                </m:e>
                              </m:rad>
                              <m:r>
                                <a:rPr lang="en-US" sz="2800">
                                  <a:solidFill>
                                    <a:srgbClr val="002060"/>
                                  </a:solidFill>
                                  <a:latin typeface="Cambria Math" panose="02040503050406030204" pitchFamily="18" charset="0"/>
                                </a:rPr>
                                <m:t>⋅</m:t>
                              </m:r>
                              <m:rad>
                                <m:radPr>
                                  <m:degHide m:val="on"/>
                                  <m:ctrlPr>
                                    <a:rPr lang="en-US" sz="2800" i="1">
                                      <a:solidFill>
                                        <a:srgbClr val="002060"/>
                                      </a:solidFill>
                                      <a:latin typeface="Cambria Math" panose="02040503050406030204" pitchFamily="18" charset="0"/>
                                    </a:rPr>
                                  </m:ctrlPr>
                                </m:radPr>
                                <m:deg/>
                                <m:e>
                                  <m:r>
                                    <m:rPr>
                                      <m:sty m:val="p"/>
                                    </m:rPr>
                                    <a:rPr lang="en-US" sz="2800" smtClean="0">
                                      <a:solidFill>
                                        <a:srgbClr val="FF0000"/>
                                      </a:solidFill>
                                      <a:latin typeface="Cambria Math" panose="02040503050406030204" pitchFamily="18" charset="0"/>
                                    </a:rPr>
                                    <m:t>n</m:t>
                                  </m:r>
                                  <m:r>
                                    <a:rPr lang="en-US" sz="2800">
                                      <a:solidFill>
                                        <a:srgbClr val="002060"/>
                                      </a:solidFill>
                                      <a:latin typeface="Cambria Math" panose="02040503050406030204" pitchFamily="18" charset="0"/>
                                    </a:rPr>
                                    <m:t>⋅</m:t>
                                  </m:r>
                                  <m:nary>
                                    <m:naryPr>
                                      <m:chr m:val="∑"/>
                                      <m:subHide m:val="on"/>
                                      <m:supHide m:val="on"/>
                                      <m:ctrlPr>
                                        <a:rPr lang="en-US" sz="2800" i="1">
                                          <a:solidFill>
                                            <a:srgbClr val="002060"/>
                                          </a:solidFill>
                                          <a:latin typeface="Cambria Math" panose="02040503050406030204" pitchFamily="18" charset="0"/>
                                        </a:rPr>
                                      </m:ctrlPr>
                                    </m:naryPr>
                                    <m:sub/>
                                    <m:sup/>
                                    <m:e>
                                      <m:d>
                                        <m:dPr>
                                          <m:ctrlPr>
                                            <a:rPr lang="en-US" sz="2800" i="1">
                                              <a:solidFill>
                                                <a:srgbClr val="002060"/>
                                              </a:solidFill>
                                              <a:latin typeface="Cambria Math" panose="02040503050406030204" pitchFamily="18" charset="0"/>
                                            </a:rPr>
                                          </m:ctrlPr>
                                        </m:dPr>
                                        <m:e>
                                          <m:sSup>
                                            <m:sSupPr>
                                              <m:ctrlPr>
                                                <a:rPr lang="en-US" sz="2800" i="1">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y</m:t>
                                              </m:r>
                                            </m:e>
                                            <m:sup>
                                              <m:r>
                                                <a:rPr lang="en-US" sz="2800">
                                                  <a:solidFill>
                                                    <a:srgbClr val="002060"/>
                                                  </a:solidFill>
                                                  <a:latin typeface="Cambria Math" panose="02040503050406030204" pitchFamily="18" charset="0"/>
                                                </a:rPr>
                                                <m:t>2</m:t>
                                              </m:r>
                                            </m:sup>
                                          </m:sSup>
                                        </m:e>
                                      </m:d>
                                    </m:e>
                                  </m:nary>
                                  <m:r>
                                    <a:rPr lang="en-US" sz="2800">
                                      <a:solidFill>
                                        <a:srgbClr val="002060"/>
                                      </a:solidFill>
                                      <a:latin typeface="Cambria Math" panose="02040503050406030204" pitchFamily="18" charset="0"/>
                                    </a:rPr>
                                    <m:t>−</m:t>
                                  </m:r>
                                  <m:sSup>
                                    <m:sSupPr>
                                      <m:ctrlPr>
                                        <a:rPr lang="en-US" sz="2800" i="1">
                                          <a:solidFill>
                                            <a:srgbClr val="002060"/>
                                          </a:solidFill>
                                          <a:latin typeface="Cambria Math" panose="02040503050406030204" pitchFamily="18" charset="0"/>
                                        </a:rPr>
                                      </m:ctrlPr>
                                    </m:sSupPr>
                                    <m:e>
                                      <m:d>
                                        <m:dPr>
                                          <m:ctrlPr>
                                            <a:rPr lang="en-US"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 </m:t>
                                          </m:r>
                                          <m:nary>
                                            <m:naryPr>
                                              <m:chr m:val="∑"/>
                                              <m:subHide m:val="on"/>
                                              <m:supHide m:val="on"/>
                                              <m:ctrlPr>
                                                <a:rPr lang="en-US" sz="2800" i="1" smtClean="0">
                                                  <a:solidFill>
                                                    <a:srgbClr val="0070C0"/>
                                                  </a:solidFill>
                                                  <a:latin typeface="Cambria Math" panose="02040503050406030204" pitchFamily="18" charset="0"/>
                                                </a:rPr>
                                              </m:ctrlPr>
                                            </m:naryPr>
                                            <m:sub/>
                                            <m:sup/>
                                            <m:e>
                                              <m:r>
                                                <m:rPr>
                                                  <m:sty m:val="p"/>
                                                </m:rPr>
                                                <a:rPr lang="en-US" sz="2800">
                                                  <a:solidFill>
                                                    <a:srgbClr val="0070C0"/>
                                                  </a:solidFill>
                                                  <a:latin typeface="Cambria Math" panose="02040503050406030204" pitchFamily="18" charset="0"/>
                                                </a:rPr>
                                                <m:t>y</m:t>
                                              </m:r>
                                            </m:e>
                                          </m:nary>
                                          <m:r>
                                            <a:rPr lang="en-US" sz="2800">
                                              <a:solidFill>
                                                <a:srgbClr val="002060"/>
                                              </a:solidFill>
                                              <a:latin typeface="Cambria Math" panose="02040503050406030204" pitchFamily="18" charset="0"/>
                                            </a:rPr>
                                            <m:t> </m:t>
                                          </m:r>
                                        </m:e>
                                      </m:d>
                                    </m:e>
                                    <m:sup>
                                      <m:r>
                                        <a:rPr lang="en-US" sz="2800">
                                          <a:solidFill>
                                            <a:srgbClr val="002060"/>
                                          </a:solidFill>
                                          <a:latin typeface="Cambria Math" panose="02040503050406030204" pitchFamily="18" charset="0"/>
                                        </a:rPr>
                                        <m:t>2</m:t>
                                      </m:r>
                                    </m:sup>
                                  </m:sSup>
                                  <m:r>
                                    <a:rPr lang="en-US" sz="2800">
                                      <a:solidFill>
                                        <a:srgbClr val="002060"/>
                                      </a:solidFill>
                                      <a:latin typeface="Cambria Math" panose="02040503050406030204" pitchFamily="18" charset="0"/>
                                    </a:rPr>
                                    <m:t>  </m:t>
                                  </m:r>
                                </m:e>
                              </m:rad>
                              <m:r>
                                <a:rPr lang="en-US" sz="2800">
                                  <a:solidFill>
                                    <a:srgbClr val="C00000"/>
                                  </a:solidFill>
                                  <a:latin typeface="Cambria Math" panose="02040503050406030204" pitchFamily="18" charset="0"/>
                                </a:rPr>
                                <m:t>     </m:t>
                              </m:r>
                            </m:e>
                          </m:eqArr>
                        </m:den>
                      </m:f>
                    </m:oMath>
                  </m:oMathPara>
                </a14:m>
                <a:endParaRPr lang="en-US" dirty="0"/>
              </a:p>
            </p:txBody>
          </p:sp>
        </mc:Choice>
        <mc:Fallback xmlns="">
          <p:sp>
            <p:nvSpPr>
              <p:cNvPr id="50" name="Rectangle 49"/>
              <p:cNvSpPr>
                <a:spLocks noRot="1" noChangeAspect="1" noMove="1" noResize="1" noEditPoints="1" noAdjustHandles="1" noChangeArrowheads="1" noChangeShapeType="1" noTextEdit="1"/>
              </p:cNvSpPr>
              <p:nvPr/>
            </p:nvSpPr>
            <p:spPr>
              <a:xfrm>
                <a:off x="137271" y="1689418"/>
                <a:ext cx="8444363" cy="1225785"/>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Rectangle 28"/>
              <p:cNvSpPr/>
              <p:nvPr/>
            </p:nvSpPr>
            <p:spPr>
              <a:xfrm>
                <a:off x="137270" y="3221824"/>
                <a:ext cx="8022068" cy="1224053"/>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m:rPr>
                          <m:sty m:val="p"/>
                        </m:rPr>
                        <a:rPr lang="en-US" sz="2800" smtClean="0">
                          <a:solidFill>
                            <a:schemeClr val="bg1"/>
                          </a:solidFill>
                          <a:latin typeface="Cambria Math" panose="02040503050406030204" pitchFamily="18" charset="0"/>
                        </a:rPr>
                        <m:t>r</m:t>
                      </m:r>
                      <m:r>
                        <a:rPr lang="en-US" sz="2800" smtClean="0">
                          <a:solidFill>
                            <a:srgbClr val="002060"/>
                          </a:solidFill>
                          <a:latin typeface="Cambria Math" panose="02040503050406030204" pitchFamily="18" charset="0"/>
                        </a:rPr>
                        <m:t>=</m:t>
                      </m:r>
                      <m:f>
                        <m:fPr>
                          <m:ctrlPr>
                            <a:rPr lang="en-US" sz="2800" i="1">
                              <a:solidFill>
                                <a:srgbClr val="C00000"/>
                              </a:solidFill>
                              <a:latin typeface="Cambria Math" panose="02040503050406030204" pitchFamily="18" charset="0"/>
                            </a:rPr>
                          </m:ctrlPr>
                        </m:fPr>
                        <m:num>
                          <m:r>
                            <a:rPr lang="en-US" sz="2800" b="0" i="0" smtClean="0">
                              <a:solidFill>
                                <a:schemeClr val="bg1"/>
                              </a:solidFill>
                              <a:latin typeface="Cambria Math" panose="02040503050406030204" pitchFamily="18" charset="0"/>
                            </a:rPr>
                            <m:t>10</m:t>
                          </m:r>
                          <m:r>
                            <a:rPr lang="en-US" sz="2800">
                              <a:solidFill>
                                <a:srgbClr val="002060"/>
                              </a:solidFill>
                              <a:latin typeface="Cambria Math" panose="02040503050406030204" pitchFamily="18" charset="0"/>
                            </a:rPr>
                            <m:t>⋅</m:t>
                          </m:r>
                          <m:r>
                            <a:rPr lang="en-US" sz="2800" b="0" i="1" smtClean="0">
                              <a:solidFill>
                                <a:schemeClr val="bg1"/>
                              </a:solidFill>
                              <a:latin typeface="Cambria Math" panose="02040503050406030204" pitchFamily="18" charset="0"/>
                            </a:rPr>
                            <m:t>185</m:t>
                          </m:r>
                          <m:r>
                            <a:rPr lang="en-US" sz="2800">
                              <a:solidFill>
                                <a:srgbClr val="002060"/>
                              </a:solidFill>
                              <a:latin typeface="Cambria Math" panose="02040503050406030204" pitchFamily="18" charset="0"/>
                            </a:rPr>
                            <m:t>−</m:t>
                          </m:r>
                          <m:d>
                            <m:dPr>
                              <m:ctrlPr>
                                <a:rPr lang="en-US" sz="2800" b="0" i="1" smtClean="0">
                                  <a:solidFill>
                                    <a:srgbClr val="002060"/>
                                  </a:solidFill>
                                  <a:latin typeface="Cambria Math" panose="02040503050406030204" pitchFamily="18" charset="0"/>
                                </a:rPr>
                              </m:ctrlPr>
                            </m:dPr>
                            <m:e>
                              <m:r>
                                <a:rPr lang="en-US" sz="2800" b="0" i="1" smtClean="0">
                                  <a:solidFill>
                                    <a:srgbClr val="002060"/>
                                  </a:solidFill>
                                  <a:latin typeface="Cambria Math" panose="02040503050406030204" pitchFamily="18" charset="0"/>
                                </a:rPr>
                                <m:t> </m:t>
                              </m:r>
                              <m:r>
                                <a:rPr lang="en-US" sz="2800" b="0" i="1" smtClean="0">
                                  <a:solidFill>
                                    <a:schemeClr val="bg1"/>
                                  </a:solidFill>
                                  <a:latin typeface="Cambria Math" panose="02040503050406030204" pitchFamily="18" charset="0"/>
                                </a:rPr>
                                <m:t>55</m:t>
                              </m:r>
                              <m:r>
                                <a:rPr lang="en-US" sz="2800">
                                  <a:solidFill>
                                    <a:srgbClr val="002060"/>
                                  </a:solidFill>
                                  <a:latin typeface="Cambria Math" panose="02040503050406030204" pitchFamily="18" charset="0"/>
                                </a:rPr>
                                <m:t>⋅</m:t>
                              </m:r>
                              <m:r>
                                <a:rPr lang="en-US" sz="2800" b="0" i="1" smtClean="0">
                                  <a:solidFill>
                                    <a:schemeClr val="bg1"/>
                                  </a:solidFill>
                                  <a:latin typeface="Cambria Math" panose="02040503050406030204" pitchFamily="18" charset="0"/>
                                </a:rPr>
                                <m:t>40</m:t>
                              </m:r>
                              <m:r>
                                <a:rPr lang="en-US" sz="2800" b="0" i="1" smtClean="0">
                                  <a:solidFill>
                                    <a:srgbClr val="002060"/>
                                  </a:solidFill>
                                  <a:latin typeface="Cambria Math" panose="02040503050406030204" pitchFamily="18" charset="0"/>
                                </a:rPr>
                                <m:t> </m:t>
                              </m:r>
                            </m:e>
                          </m:d>
                        </m:num>
                        <m:den>
                          <m:eqArr>
                            <m:eqArrPr>
                              <m:ctrlPr>
                                <a:rPr lang="en-US" sz="2800" i="1">
                                  <a:solidFill>
                                    <a:srgbClr val="C00000"/>
                                  </a:solidFill>
                                  <a:latin typeface="Cambria Math" panose="02040503050406030204" pitchFamily="18" charset="0"/>
                                </a:rPr>
                              </m:ctrlPr>
                            </m:eqArrPr>
                            <m:e>
                              <m:r>
                                <a:rPr lang="en-US" sz="2800">
                                  <a:solidFill>
                                    <a:srgbClr val="C00000"/>
                                  </a:solidFill>
                                  <a:latin typeface="Cambria Math" panose="02040503050406030204" pitchFamily="18" charset="0"/>
                                </a:rPr>
                                <m:t> </m:t>
                              </m:r>
                            </m:e>
                            <m:e>
                              <m:r>
                                <a:rPr lang="en-US" sz="2800">
                                  <a:solidFill>
                                    <a:srgbClr val="C00000"/>
                                  </a:solidFill>
                                  <a:latin typeface="Cambria Math" panose="02040503050406030204" pitchFamily="18" charset="0"/>
                                </a:rPr>
                                <m:t>   </m:t>
                              </m:r>
                              <m:rad>
                                <m:radPr>
                                  <m:degHide m:val="on"/>
                                  <m:ctrlPr>
                                    <a:rPr lang="en-US" sz="2800" i="1" smtClean="0">
                                      <a:solidFill>
                                        <a:srgbClr val="002060"/>
                                      </a:solidFill>
                                      <a:latin typeface="Cambria Math" panose="02040503050406030204" pitchFamily="18" charset="0"/>
                                    </a:rPr>
                                  </m:ctrlPr>
                                </m:radPr>
                                <m:deg/>
                                <m:e>
                                  <m:r>
                                    <a:rPr lang="en-US" sz="2800" b="0" i="0" smtClean="0">
                                      <a:solidFill>
                                        <a:schemeClr val="bg1"/>
                                      </a:solidFill>
                                      <a:latin typeface="Cambria Math" panose="02040503050406030204" pitchFamily="18" charset="0"/>
                                    </a:rPr>
                                    <m:t>10</m:t>
                                  </m:r>
                                  <m:r>
                                    <a:rPr lang="en-US" sz="2800">
                                      <a:solidFill>
                                        <a:srgbClr val="002060"/>
                                      </a:solidFill>
                                      <a:latin typeface="Cambria Math" panose="02040503050406030204" pitchFamily="18" charset="0"/>
                                    </a:rPr>
                                    <m:t>⋅</m:t>
                                  </m:r>
                                  <m:r>
                                    <a:rPr lang="en-US" sz="2800" b="0" i="1" smtClean="0">
                                      <a:solidFill>
                                        <a:schemeClr val="bg1"/>
                                      </a:solidFill>
                                      <a:latin typeface="Cambria Math" panose="02040503050406030204" pitchFamily="18" charset="0"/>
                                    </a:rPr>
                                    <m:t>385</m:t>
                                  </m:r>
                                  <m:r>
                                    <a:rPr lang="en-US" sz="2800">
                                      <a:solidFill>
                                        <a:srgbClr val="002060"/>
                                      </a:solidFill>
                                      <a:latin typeface="Cambria Math" panose="02040503050406030204" pitchFamily="18" charset="0"/>
                                    </a:rPr>
                                    <m:t>−</m:t>
                                  </m:r>
                                  <m:sSup>
                                    <m:sSupPr>
                                      <m:ctrlPr>
                                        <a:rPr lang="en-US" sz="2800" i="1">
                                          <a:solidFill>
                                            <a:srgbClr val="002060"/>
                                          </a:solidFill>
                                          <a:latin typeface="Cambria Math" panose="02040503050406030204" pitchFamily="18" charset="0"/>
                                        </a:rPr>
                                      </m:ctrlPr>
                                    </m:sSupPr>
                                    <m:e>
                                      <m:d>
                                        <m:dPr>
                                          <m:ctrlPr>
                                            <a:rPr lang="en-US"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 </m:t>
                                          </m:r>
                                          <m:r>
                                            <a:rPr lang="en-US" sz="2800" b="0" i="1" smtClean="0">
                                              <a:solidFill>
                                                <a:schemeClr val="bg1"/>
                                              </a:solidFill>
                                              <a:latin typeface="Cambria Math" panose="02040503050406030204" pitchFamily="18" charset="0"/>
                                            </a:rPr>
                                            <m:t>55</m:t>
                                          </m:r>
                                          <m:r>
                                            <a:rPr lang="en-US" sz="2800">
                                              <a:solidFill>
                                                <a:srgbClr val="002060"/>
                                              </a:solidFill>
                                              <a:latin typeface="Cambria Math" panose="02040503050406030204" pitchFamily="18" charset="0"/>
                                            </a:rPr>
                                            <m:t> </m:t>
                                          </m:r>
                                        </m:e>
                                      </m:d>
                                    </m:e>
                                    <m:sup>
                                      <m:r>
                                        <a:rPr lang="en-US" sz="2800">
                                          <a:solidFill>
                                            <a:srgbClr val="002060"/>
                                          </a:solidFill>
                                          <a:latin typeface="Cambria Math" panose="02040503050406030204" pitchFamily="18" charset="0"/>
                                        </a:rPr>
                                        <m:t>2</m:t>
                                      </m:r>
                                    </m:sup>
                                  </m:sSup>
                                  <m:r>
                                    <a:rPr lang="en-US" sz="2800">
                                      <a:solidFill>
                                        <a:srgbClr val="002060"/>
                                      </a:solidFill>
                                      <a:latin typeface="Cambria Math" panose="02040503050406030204" pitchFamily="18" charset="0"/>
                                    </a:rPr>
                                    <m:t>  </m:t>
                                  </m:r>
                                </m:e>
                              </m:rad>
                              <m:r>
                                <a:rPr lang="en-US" sz="2800">
                                  <a:solidFill>
                                    <a:srgbClr val="002060"/>
                                  </a:solidFill>
                                  <a:latin typeface="Cambria Math" panose="02040503050406030204" pitchFamily="18" charset="0"/>
                                </a:rPr>
                                <m:t>⋅</m:t>
                              </m:r>
                              <m:rad>
                                <m:radPr>
                                  <m:degHide m:val="on"/>
                                  <m:ctrlPr>
                                    <a:rPr lang="en-US" sz="2800" i="1">
                                      <a:solidFill>
                                        <a:srgbClr val="002060"/>
                                      </a:solidFill>
                                      <a:latin typeface="Cambria Math" panose="02040503050406030204" pitchFamily="18" charset="0"/>
                                    </a:rPr>
                                  </m:ctrlPr>
                                </m:radPr>
                                <m:deg/>
                                <m:e>
                                  <m:r>
                                    <a:rPr lang="en-US" sz="2800" b="0" i="0" smtClean="0">
                                      <a:solidFill>
                                        <a:schemeClr val="bg1"/>
                                      </a:solidFill>
                                      <a:latin typeface="Cambria Math" panose="02040503050406030204" pitchFamily="18" charset="0"/>
                                    </a:rPr>
                                    <m:t>10</m:t>
                                  </m:r>
                                  <m:r>
                                    <a:rPr lang="en-US" sz="2800">
                                      <a:solidFill>
                                        <a:srgbClr val="002060"/>
                                      </a:solidFill>
                                      <a:latin typeface="Cambria Math" panose="02040503050406030204" pitchFamily="18" charset="0"/>
                                    </a:rPr>
                                    <m:t>⋅</m:t>
                                  </m:r>
                                  <m:r>
                                    <a:rPr lang="en-US" sz="2800" b="0" i="1" smtClean="0">
                                      <a:solidFill>
                                        <a:schemeClr val="bg1"/>
                                      </a:solidFill>
                                      <a:latin typeface="Cambria Math" panose="02040503050406030204" pitchFamily="18" charset="0"/>
                                    </a:rPr>
                                    <m:t>192</m:t>
                                  </m:r>
                                  <m:r>
                                    <a:rPr lang="en-US" sz="2800">
                                      <a:solidFill>
                                        <a:srgbClr val="002060"/>
                                      </a:solidFill>
                                      <a:latin typeface="Cambria Math" panose="02040503050406030204" pitchFamily="18" charset="0"/>
                                    </a:rPr>
                                    <m:t>−</m:t>
                                  </m:r>
                                  <m:sSup>
                                    <m:sSupPr>
                                      <m:ctrlPr>
                                        <a:rPr lang="en-US" sz="2800" i="1">
                                          <a:solidFill>
                                            <a:srgbClr val="002060"/>
                                          </a:solidFill>
                                          <a:latin typeface="Cambria Math" panose="02040503050406030204" pitchFamily="18" charset="0"/>
                                        </a:rPr>
                                      </m:ctrlPr>
                                    </m:sSupPr>
                                    <m:e>
                                      <m:d>
                                        <m:dPr>
                                          <m:ctrlPr>
                                            <a:rPr lang="en-US"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 </m:t>
                                          </m:r>
                                          <m:r>
                                            <a:rPr lang="en-US" sz="2800" b="0" i="1" smtClean="0">
                                              <a:solidFill>
                                                <a:schemeClr val="bg1"/>
                                              </a:solidFill>
                                              <a:latin typeface="Cambria Math" panose="02040503050406030204" pitchFamily="18" charset="0"/>
                                            </a:rPr>
                                            <m:t>40</m:t>
                                          </m:r>
                                          <m:r>
                                            <a:rPr lang="en-US" sz="2800">
                                              <a:solidFill>
                                                <a:srgbClr val="002060"/>
                                              </a:solidFill>
                                              <a:latin typeface="Cambria Math" panose="02040503050406030204" pitchFamily="18" charset="0"/>
                                            </a:rPr>
                                            <m:t> </m:t>
                                          </m:r>
                                        </m:e>
                                      </m:d>
                                    </m:e>
                                    <m:sup>
                                      <m:r>
                                        <a:rPr lang="en-US" sz="2800">
                                          <a:solidFill>
                                            <a:srgbClr val="002060"/>
                                          </a:solidFill>
                                          <a:latin typeface="Cambria Math" panose="02040503050406030204" pitchFamily="18" charset="0"/>
                                        </a:rPr>
                                        <m:t>2</m:t>
                                      </m:r>
                                    </m:sup>
                                  </m:sSup>
                                  <m:r>
                                    <a:rPr lang="en-US" sz="2800">
                                      <a:solidFill>
                                        <a:srgbClr val="002060"/>
                                      </a:solidFill>
                                      <a:latin typeface="Cambria Math" panose="02040503050406030204" pitchFamily="18" charset="0"/>
                                    </a:rPr>
                                    <m:t>  </m:t>
                                  </m:r>
                                </m:e>
                              </m:rad>
                              <m:r>
                                <a:rPr lang="en-US" sz="2800">
                                  <a:solidFill>
                                    <a:srgbClr val="C00000"/>
                                  </a:solidFill>
                                  <a:latin typeface="Cambria Math" panose="02040503050406030204" pitchFamily="18" charset="0"/>
                                </a:rPr>
                                <m:t>     </m:t>
                              </m:r>
                            </m:e>
                          </m:eqArr>
                        </m:den>
                      </m:f>
                    </m:oMath>
                  </m:oMathPara>
                </a14:m>
                <a:endParaRPr lang="en-US" dirty="0"/>
              </a:p>
            </p:txBody>
          </p:sp>
        </mc:Choice>
        <mc:Fallback xmlns="">
          <p:sp>
            <p:nvSpPr>
              <p:cNvPr id="29" name="Rectangle 28"/>
              <p:cNvSpPr>
                <a:spLocks noRot="1" noChangeAspect="1" noMove="1" noResize="1" noEditPoints="1" noAdjustHandles="1" noChangeArrowheads="1" noChangeShapeType="1" noTextEdit="1"/>
              </p:cNvSpPr>
              <p:nvPr/>
            </p:nvSpPr>
            <p:spPr>
              <a:xfrm>
                <a:off x="137270" y="3221824"/>
                <a:ext cx="8022068" cy="1224053"/>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68622B1E-44A3-44A2-B1C1-8D969737DA50}"/>
                  </a:ext>
                </a:extLst>
              </p:cNvPr>
              <p:cNvSpPr txBox="1"/>
              <p:nvPr/>
            </p:nvSpPr>
            <p:spPr>
              <a:xfrm>
                <a:off x="9852242" y="1220017"/>
                <a:ext cx="1239250"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m:rPr>
                          <m:sty m:val="p"/>
                        </m:rPr>
                        <a:rPr lang="en-US" sz="2800" i="0" dirty="0" smtClean="0">
                          <a:solidFill>
                            <a:srgbClr val="FF0000"/>
                          </a:solidFill>
                          <a:latin typeface="Cambria Math" panose="02040503050406030204" pitchFamily="18" charset="0"/>
                        </a:rPr>
                        <m:t>n</m:t>
                      </m:r>
                      <m:r>
                        <a:rPr lang="en-US" sz="2800" i="0" dirty="0" smtClean="0">
                          <a:solidFill>
                            <a:srgbClr val="FF0000"/>
                          </a:solidFill>
                          <a:latin typeface="Cambria Math" panose="02040503050406030204" pitchFamily="18" charset="0"/>
                        </a:rPr>
                        <m:t>=10</m:t>
                      </m:r>
                    </m:oMath>
                  </m:oMathPara>
                </a14:m>
                <a:endParaRPr lang="en-IN" sz="2800" dirty="0">
                  <a:solidFill>
                    <a:srgbClr val="FF0000"/>
                  </a:solidFill>
                </a:endParaRPr>
              </a:p>
            </p:txBody>
          </p:sp>
        </mc:Choice>
        <mc:Fallback xmlns="">
          <p:sp>
            <p:nvSpPr>
              <p:cNvPr id="82" name="TextBox 81">
                <a:extLst>
                  <a:ext uri="{FF2B5EF4-FFF2-40B4-BE49-F238E27FC236}">
                    <a16:creationId xmlns:a16="http://schemas.microsoft.com/office/drawing/2014/main" id="{68622B1E-44A3-44A2-B1C1-8D969737DA50}"/>
                  </a:ext>
                </a:extLst>
              </p:cNvPr>
              <p:cNvSpPr txBox="1">
                <a:spLocks noRot="1" noChangeAspect="1" noMove="1" noResize="1" noEditPoints="1" noAdjustHandles="1" noChangeArrowheads="1" noChangeShapeType="1" noTextEdit="1"/>
              </p:cNvSpPr>
              <p:nvPr/>
            </p:nvSpPr>
            <p:spPr>
              <a:xfrm>
                <a:off x="9852242" y="1220017"/>
                <a:ext cx="1239250"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68622B1E-44A3-44A2-B1C1-8D969737DA50}"/>
                  </a:ext>
                </a:extLst>
              </p:cNvPr>
              <p:cNvSpPr txBox="1"/>
              <p:nvPr/>
            </p:nvSpPr>
            <p:spPr>
              <a:xfrm>
                <a:off x="2749527" y="3197760"/>
                <a:ext cx="571631"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a:rPr lang="en-US" sz="2800" b="0" i="0" dirty="0" smtClean="0">
                          <a:solidFill>
                            <a:srgbClr val="7030A0"/>
                          </a:solidFill>
                          <a:latin typeface="Cambria Math" panose="02040503050406030204" pitchFamily="18" charset="0"/>
                        </a:rPr>
                        <m:t>10</m:t>
                      </m:r>
                    </m:oMath>
                  </m:oMathPara>
                </a14:m>
                <a:endParaRPr lang="en-IN" sz="2800" dirty="0">
                  <a:solidFill>
                    <a:srgbClr val="7030A0"/>
                  </a:solidFill>
                </a:endParaRPr>
              </a:p>
            </p:txBody>
          </p:sp>
        </mc:Choice>
        <mc:Fallback xmlns="">
          <p:sp>
            <p:nvSpPr>
              <p:cNvPr id="83" name="TextBox 82">
                <a:extLst>
                  <a:ext uri="{FF2B5EF4-FFF2-40B4-BE49-F238E27FC236}">
                    <a16:creationId xmlns="" xmlns:a16="http://schemas.microsoft.com/office/drawing/2014/main"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2749527" y="3197760"/>
                <a:ext cx="571631" cy="523220"/>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68622B1E-44A3-44A2-B1C1-8D969737DA50}"/>
                  </a:ext>
                </a:extLst>
              </p:cNvPr>
              <p:cNvSpPr txBox="1"/>
              <p:nvPr/>
            </p:nvSpPr>
            <p:spPr>
              <a:xfrm>
                <a:off x="1283724" y="3907741"/>
                <a:ext cx="571631"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a:rPr lang="en-US" sz="2800" b="0" i="0" dirty="0" smtClean="0">
                          <a:solidFill>
                            <a:srgbClr val="7030A0"/>
                          </a:solidFill>
                          <a:latin typeface="Cambria Math" panose="02040503050406030204" pitchFamily="18" charset="0"/>
                        </a:rPr>
                        <m:t>10</m:t>
                      </m:r>
                    </m:oMath>
                  </m:oMathPara>
                </a14:m>
                <a:endParaRPr lang="en-IN" sz="2800" dirty="0">
                  <a:solidFill>
                    <a:srgbClr val="7030A0"/>
                  </a:solidFill>
                </a:endParaRPr>
              </a:p>
            </p:txBody>
          </p:sp>
        </mc:Choice>
        <mc:Fallback xmlns="">
          <p:sp>
            <p:nvSpPr>
              <p:cNvPr id="84" name="TextBox 83">
                <a:extLst>
                  <a:ext uri="{FF2B5EF4-FFF2-40B4-BE49-F238E27FC236}">
                    <a16:creationId xmlns="" xmlns:a16="http://schemas.microsoft.com/office/drawing/2014/main"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1283724" y="3907741"/>
                <a:ext cx="571631" cy="523220"/>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68622B1E-44A3-44A2-B1C1-8D969737DA50}"/>
                  </a:ext>
                </a:extLst>
              </p:cNvPr>
              <p:cNvSpPr txBox="1"/>
              <p:nvPr/>
            </p:nvSpPr>
            <p:spPr>
              <a:xfrm>
                <a:off x="4636906" y="3912033"/>
                <a:ext cx="571631"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a:rPr lang="en-US" sz="2800" b="0" i="0" dirty="0" smtClean="0">
                          <a:solidFill>
                            <a:srgbClr val="7030A0"/>
                          </a:solidFill>
                          <a:latin typeface="Cambria Math" panose="02040503050406030204" pitchFamily="18" charset="0"/>
                        </a:rPr>
                        <m:t>10</m:t>
                      </m:r>
                    </m:oMath>
                  </m:oMathPara>
                </a14:m>
                <a:endParaRPr lang="en-IN" sz="2800" dirty="0">
                  <a:solidFill>
                    <a:srgbClr val="7030A0"/>
                  </a:solidFill>
                </a:endParaRPr>
              </a:p>
            </p:txBody>
          </p:sp>
        </mc:Choice>
        <mc:Fallback xmlns="">
          <p:sp>
            <p:nvSpPr>
              <p:cNvPr id="85" name="TextBox 84">
                <a:extLst>
                  <a:ext uri="{FF2B5EF4-FFF2-40B4-BE49-F238E27FC236}">
                    <a16:creationId xmlns="" xmlns:a16="http://schemas.microsoft.com/office/drawing/2014/main"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4636906" y="3912033"/>
                <a:ext cx="571631" cy="523220"/>
              </a:xfrm>
              <a:prstGeom prst="rect">
                <a:avLst/>
              </a:prstGeom>
              <a:blipFill rotWithShape="0">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68622B1E-44A3-44A2-B1C1-8D969737DA50}"/>
                  </a:ext>
                </a:extLst>
              </p:cNvPr>
              <p:cNvSpPr txBox="1"/>
              <p:nvPr/>
            </p:nvSpPr>
            <p:spPr>
              <a:xfrm>
                <a:off x="9817952" y="1625511"/>
                <a:ext cx="1986057" cy="1135696"/>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nary>
                        <m:naryPr>
                          <m:chr m:val="∑"/>
                          <m:subHide m:val="on"/>
                          <m:supHide m:val="on"/>
                          <m:ctrlPr>
                            <a:rPr lang="en-US" sz="2800" i="1" smtClean="0">
                              <a:solidFill>
                                <a:srgbClr val="FF0000"/>
                              </a:solidFill>
                              <a:latin typeface="Cambria Math" panose="02040503050406030204" pitchFamily="18" charset="0"/>
                            </a:rPr>
                          </m:ctrlPr>
                        </m:naryPr>
                        <m:sub/>
                        <m:sup/>
                        <m:e>
                          <m:d>
                            <m:dPr>
                              <m:ctrlPr>
                                <a:rPr lang="en-US" sz="2800" i="1">
                                  <a:solidFill>
                                    <a:srgbClr val="FF0000"/>
                                  </a:solidFill>
                                  <a:latin typeface="Cambria Math" panose="02040503050406030204" pitchFamily="18" charset="0"/>
                                </a:rPr>
                              </m:ctrlPr>
                            </m:dPr>
                            <m:e>
                              <m:r>
                                <m:rPr>
                                  <m:sty m:val="p"/>
                                </m:rPr>
                                <a:rPr lang="en-US" sz="2800">
                                  <a:solidFill>
                                    <a:srgbClr val="FF0000"/>
                                  </a:solidFill>
                                  <a:latin typeface="Cambria Math" panose="02040503050406030204" pitchFamily="18" charset="0"/>
                                </a:rPr>
                                <m:t>x</m:t>
                              </m:r>
                            </m:e>
                          </m:d>
                        </m:e>
                      </m:nary>
                      <m:r>
                        <a:rPr lang="en-US" sz="2800" i="0" dirty="0" smtClean="0">
                          <a:solidFill>
                            <a:srgbClr val="FF0000"/>
                          </a:solidFill>
                          <a:latin typeface="Cambria Math" panose="02040503050406030204" pitchFamily="18" charset="0"/>
                        </a:rPr>
                        <m:t>=</m:t>
                      </m:r>
                      <m:r>
                        <a:rPr lang="en-US" sz="2800" b="0" i="0" dirty="0" smtClean="0">
                          <a:solidFill>
                            <a:srgbClr val="FF0000"/>
                          </a:solidFill>
                          <a:latin typeface="Cambria Math" panose="02040503050406030204" pitchFamily="18" charset="0"/>
                        </a:rPr>
                        <m:t>55</m:t>
                      </m:r>
                    </m:oMath>
                  </m:oMathPara>
                </a14:m>
                <a:endParaRPr lang="en-IN" sz="2800" dirty="0">
                  <a:solidFill>
                    <a:srgbClr val="FF0000"/>
                  </a:solidFill>
                </a:endParaRPr>
              </a:p>
            </p:txBody>
          </p:sp>
        </mc:Choice>
        <mc:Fallback xmlns="">
          <p:sp>
            <p:nvSpPr>
              <p:cNvPr id="86" name="TextBox 85">
                <a:extLst>
                  <a:ext uri="{FF2B5EF4-FFF2-40B4-BE49-F238E27FC236}">
                    <a16:creationId xmlns:a16="http://schemas.microsoft.com/office/drawing/2014/main" id="{68622B1E-44A3-44A2-B1C1-8D969737DA50}"/>
                  </a:ext>
                </a:extLst>
              </p:cNvPr>
              <p:cNvSpPr txBox="1">
                <a:spLocks noRot="1" noChangeAspect="1" noMove="1" noResize="1" noEditPoints="1" noAdjustHandles="1" noChangeArrowheads="1" noChangeShapeType="1" noTextEdit="1"/>
              </p:cNvSpPr>
              <p:nvPr/>
            </p:nvSpPr>
            <p:spPr>
              <a:xfrm>
                <a:off x="9817952" y="1625511"/>
                <a:ext cx="1986057" cy="1135696"/>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68622B1E-44A3-44A2-B1C1-8D969737DA50}"/>
                  </a:ext>
                </a:extLst>
              </p:cNvPr>
              <p:cNvSpPr txBox="1"/>
              <p:nvPr/>
            </p:nvSpPr>
            <p:spPr>
              <a:xfrm>
                <a:off x="4636906" y="3197760"/>
                <a:ext cx="571631"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a:rPr lang="en-US" sz="2800" b="0" i="0" dirty="0" smtClean="0">
                          <a:solidFill>
                            <a:srgbClr val="002060"/>
                          </a:solidFill>
                          <a:latin typeface="Cambria Math" panose="02040503050406030204" pitchFamily="18" charset="0"/>
                        </a:rPr>
                        <m:t>55</m:t>
                      </m:r>
                    </m:oMath>
                  </m:oMathPara>
                </a14:m>
                <a:endParaRPr lang="en-IN" sz="2800" dirty="0">
                  <a:solidFill>
                    <a:srgbClr val="002060"/>
                  </a:solidFill>
                </a:endParaRPr>
              </a:p>
            </p:txBody>
          </p:sp>
        </mc:Choice>
        <mc:Fallback xmlns="">
          <p:sp>
            <p:nvSpPr>
              <p:cNvPr id="87" name="TextBox 86">
                <a:extLst>
                  <a:ext uri="{FF2B5EF4-FFF2-40B4-BE49-F238E27FC236}">
                    <a16:creationId xmlns="" xmlns:a16="http://schemas.microsoft.com/office/drawing/2014/main"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4636906" y="3197760"/>
                <a:ext cx="571631" cy="523220"/>
              </a:xfrm>
              <a:prstGeom prst="rect">
                <a:avLst/>
              </a:prstGeom>
              <a:blipFill rotWithShape="0">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68622B1E-44A3-44A2-B1C1-8D969737DA50}"/>
                  </a:ext>
                </a:extLst>
              </p:cNvPr>
              <p:cNvSpPr txBox="1"/>
              <p:nvPr/>
            </p:nvSpPr>
            <p:spPr>
              <a:xfrm>
                <a:off x="3170825" y="3905452"/>
                <a:ext cx="571631"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a:rPr lang="en-US" sz="2800" b="0" i="0" dirty="0" smtClean="0">
                          <a:solidFill>
                            <a:srgbClr val="002060"/>
                          </a:solidFill>
                          <a:latin typeface="Cambria Math" panose="02040503050406030204" pitchFamily="18" charset="0"/>
                        </a:rPr>
                        <m:t>55</m:t>
                      </m:r>
                    </m:oMath>
                  </m:oMathPara>
                </a14:m>
                <a:endParaRPr lang="en-IN" sz="2800" dirty="0">
                  <a:solidFill>
                    <a:srgbClr val="002060"/>
                  </a:solidFill>
                </a:endParaRPr>
              </a:p>
            </p:txBody>
          </p:sp>
        </mc:Choice>
        <mc:Fallback xmlns="">
          <p:sp>
            <p:nvSpPr>
              <p:cNvPr id="88" name="TextBox 87">
                <a:extLst>
                  <a:ext uri="{FF2B5EF4-FFF2-40B4-BE49-F238E27FC236}">
                    <a16:creationId xmlns="" xmlns:a16="http://schemas.microsoft.com/office/drawing/2014/main"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3170825" y="3905452"/>
                <a:ext cx="571631" cy="523220"/>
              </a:xfrm>
              <a:prstGeom prst="rect">
                <a:avLst/>
              </a:prstGeom>
              <a:blipFill rotWithShape="0">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68622B1E-44A3-44A2-B1C1-8D969737DA50}"/>
                  </a:ext>
                </a:extLst>
              </p:cNvPr>
              <p:cNvSpPr txBox="1"/>
              <p:nvPr/>
            </p:nvSpPr>
            <p:spPr>
              <a:xfrm>
                <a:off x="9817952" y="2436073"/>
                <a:ext cx="1994072" cy="1135696"/>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nary>
                        <m:naryPr>
                          <m:chr m:val="∑"/>
                          <m:subHide m:val="on"/>
                          <m:supHide m:val="on"/>
                          <m:ctrlPr>
                            <a:rPr lang="en-US" sz="2800" i="1" smtClean="0">
                              <a:solidFill>
                                <a:srgbClr val="FF0000"/>
                              </a:solidFill>
                              <a:latin typeface="Cambria Math" panose="02040503050406030204" pitchFamily="18" charset="0"/>
                            </a:rPr>
                          </m:ctrlPr>
                        </m:naryPr>
                        <m:sub/>
                        <m:sup/>
                        <m:e>
                          <m:d>
                            <m:dPr>
                              <m:ctrlPr>
                                <a:rPr lang="en-US" sz="2800" i="1">
                                  <a:solidFill>
                                    <a:srgbClr val="FF0000"/>
                                  </a:solidFill>
                                  <a:latin typeface="Cambria Math" panose="02040503050406030204" pitchFamily="18" charset="0"/>
                                </a:rPr>
                              </m:ctrlPr>
                            </m:dPr>
                            <m:e>
                              <m:r>
                                <m:rPr>
                                  <m:sty m:val="p"/>
                                </m:rPr>
                                <a:rPr lang="en-US" sz="2800" b="0" i="0" smtClean="0">
                                  <a:solidFill>
                                    <a:srgbClr val="FF0000"/>
                                  </a:solidFill>
                                  <a:latin typeface="Cambria Math" panose="02040503050406030204" pitchFamily="18" charset="0"/>
                                </a:rPr>
                                <m:t>y</m:t>
                              </m:r>
                            </m:e>
                          </m:d>
                        </m:e>
                      </m:nary>
                      <m:r>
                        <a:rPr lang="en-US" sz="2800" i="0" dirty="0" smtClean="0">
                          <a:solidFill>
                            <a:srgbClr val="FF0000"/>
                          </a:solidFill>
                          <a:latin typeface="Cambria Math" panose="02040503050406030204" pitchFamily="18" charset="0"/>
                        </a:rPr>
                        <m:t>=</m:t>
                      </m:r>
                      <m:r>
                        <a:rPr lang="en-US" sz="2800" b="0" i="0" dirty="0" smtClean="0">
                          <a:solidFill>
                            <a:srgbClr val="FF0000"/>
                          </a:solidFill>
                          <a:latin typeface="Cambria Math" panose="02040503050406030204" pitchFamily="18" charset="0"/>
                        </a:rPr>
                        <m:t>40</m:t>
                      </m:r>
                    </m:oMath>
                  </m:oMathPara>
                </a14:m>
                <a:endParaRPr lang="en-IN" sz="2800" dirty="0">
                  <a:solidFill>
                    <a:srgbClr val="FF0000"/>
                  </a:solidFill>
                </a:endParaRPr>
              </a:p>
            </p:txBody>
          </p:sp>
        </mc:Choice>
        <mc:Fallback xmlns="">
          <p:sp>
            <p:nvSpPr>
              <p:cNvPr id="89" name="TextBox 88">
                <a:extLst>
                  <a:ext uri="{FF2B5EF4-FFF2-40B4-BE49-F238E27FC236}">
                    <a16:creationId xmlns:a16="http://schemas.microsoft.com/office/drawing/2014/main" id="{68622B1E-44A3-44A2-B1C1-8D969737DA50}"/>
                  </a:ext>
                </a:extLst>
              </p:cNvPr>
              <p:cNvSpPr txBox="1">
                <a:spLocks noRot="1" noChangeAspect="1" noMove="1" noResize="1" noEditPoints="1" noAdjustHandles="1" noChangeArrowheads="1" noChangeShapeType="1" noTextEdit="1"/>
              </p:cNvSpPr>
              <p:nvPr/>
            </p:nvSpPr>
            <p:spPr>
              <a:xfrm>
                <a:off x="9817952" y="2436073"/>
                <a:ext cx="1994072" cy="1135696"/>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68622B1E-44A3-44A2-B1C1-8D969737DA50}"/>
                  </a:ext>
                </a:extLst>
              </p:cNvPr>
              <p:cNvSpPr txBox="1"/>
              <p:nvPr/>
            </p:nvSpPr>
            <p:spPr>
              <a:xfrm>
                <a:off x="5280729" y="3209335"/>
                <a:ext cx="571631"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a:rPr lang="en-US" sz="2800" i="0" dirty="0" smtClean="0">
                          <a:solidFill>
                            <a:srgbClr val="002060"/>
                          </a:solidFill>
                          <a:latin typeface="Cambria Math" panose="02040503050406030204" pitchFamily="18" charset="0"/>
                        </a:rPr>
                        <m:t>4</m:t>
                      </m:r>
                      <m:r>
                        <a:rPr lang="en-US" sz="2800" b="0" i="0" dirty="0" smtClean="0">
                          <a:solidFill>
                            <a:srgbClr val="002060"/>
                          </a:solidFill>
                          <a:latin typeface="Cambria Math" panose="02040503050406030204" pitchFamily="18" charset="0"/>
                        </a:rPr>
                        <m:t>0</m:t>
                      </m:r>
                    </m:oMath>
                  </m:oMathPara>
                </a14:m>
                <a:endParaRPr lang="en-IN" sz="2800" dirty="0">
                  <a:solidFill>
                    <a:srgbClr val="002060"/>
                  </a:solidFill>
                </a:endParaRPr>
              </a:p>
            </p:txBody>
          </p:sp>
        </mc:Choice>
        <mc:Fallback xmlns="">
          <p:sp>
            <p:nvSpPr>
              <p:cNvPr id="90" name="TextBox 89">
                <a:extLst>
                  <a:ext uri="{FF2B5EF4-FFF2-40B4-BE49-F238E27FC236}">
                    <a16:creationId xmlns="" xmlns:a16="http://schemas.microsoft.com/office/drawing/2014/main"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5280729" y="3209335"/>
                <a:ext cx="571631" cy="523220"/>
              </a:xfrm>
              <a:prstGeom prst="rect">
                <a:avLst/>
              </a:prstGeom>
              <a:blipFill rotWithShape="0">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68622B1E-44A3-44A2-B1C1-8D969737DA50}"/>
                  </a:ext>
                </a:extLst>
              </p:cNvPr>
              <p:cNvSpPr txBox="1"/>
              <p:nvPr/>
            </p:nvSpPr>
            <p:spPr>
              <a:xfrm>
                <a:off x="6530901" y="3910361"/>
                <a:ext cx="571631"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a:rPr lang="en-US" sz="2800" b="0" i="0" dirty="0" smtClean="0">
                          <a:solidFill>
                            <a:srgbClr val="002060"/>
                          </a:solidFill>
                          <a:latin typeface="Cambria Math" panose="02040503050406030204" pitchFamily="18" charset="0"/>
                        </a:rPr>
                        <m:t>40</m:t>
                      </m:r>
                    </m:oMath>
                  </m:oMathPara>
                </a14:m>
                <a:endParaRPr lang="en-IN" sz="2800" dirty="0">
                  <a:solidFill>
                    <a:srgbClr val="002060"/>
                  </a:solidFill>
                </a:endParaRPr>
              </a:p>
            </p:txBody>
          </p:sp>
        </mc:Choice>
        <mc:Fallback xmlns="">
          <p:sp>
            <p:nvSpPr>
              <p:cNvPr id="91" name="TextBox 90">
                <a:extLst>
                  <a:ext uri="{FF2B5EF4-FFF2-40B4-BE49-F238E27FC236}">
                    <a16:creationId xmlns="" xmlns:a16="http://schemas.microsoft.com/office/drawing/2014/main"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6530901" y="3910361"/>
                <a:ext cx="571631" cy="523220"/>
              </a:xfrm>
              <a:prstGeom prst="rect">
                <a:avLst/>
              </a:prstGeom>
              <a:blipFill rotWithShape="0">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68622B1E-44A3-44A2-B1C1-8D969737DA50}"/>
                  </a:ext>
                </a:extLst>
              </p:cNvPr>
              <p:cNvSpPr txBox="1"/>
              <p:nvPr/>
            </p:nvSpPr>
            <p:spPr>
              <a:xfrm>
                <a:off x="9817952" y="3310181"/>
                <a:ext cx="2366032" cy="1135696"/>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nary>
                        <m:naryPr>
                          <m:chr m:val="∑"/>
                          <m:subHide m:val="on"/>
                          <m:supHide m:val="on"/>
                          <m:ctrlPr>
                            <a:rPr lang="en-US" sz="2800" i="1" smtClean="0">
                              <a:solidFill>
                                <a:srgbClr val="FF0000"/>
                              </a:solidFill>
                              <a:latin typeface="Cambria Math" panose="02040503050406030204" pitchFamily="18" charset="0"/>
                            </a:rPr>
                          </m:ctrlPr>
                        </m:naryPr>
                        <m:sub/>
                        <m:sup/>
                        <m:e>
                          <m:d>
                            <m:dPr>
                              <m:ctrlPr>
                                <a:rPr lang="en-US" sz="2800" i="1">
                                  <a:solidFill>
                                    <a:srgbClr val="FF0000"/>
                                  </a:solidFill>
                                  <a:latin typeface="Cambria Math" panose="02040503050406030204" pitchFamily="18" charset="0"/>
                                </a:rPr>
                              </m:ctrlPr>
                            </m:dPr>
                            <m:e>
                              <m:sSup>
                                <m:sSupPr>
                                  <m:ctrlPr>
                                    <a:rPr lang="en-US" sz="2800" b="0" i="1" smtClean="0">
                                      <a:solidFill>
                                        <a:srgbClr val="FF0000"/>
                                      </a:solidFill>
                                      <a:latin typeface="Cambria Math" panose="02040503050406030204" pitchFamily="18" charset="0"/>
                                    </a:rPr>
                                  </m:ctrlPr>
                                </m:sSupPr>
                                <m:e>
                                  <m:r>
                                    <m:rPr>
                                      <m:sty m:val="p"/>
                                    </m:rPr>
                                    <a:rPr lang="en-US" sz="2800" b="0" i="0" smtClean="0">
                                      <a:solidFill>
                                        <a:srgbClr val="FF0000"/>
                                      </a:solidFill>
                                      <a:latin typeface="Cambria Math" panose="02040503050406030204" pitchFamily="18" charset="0"/>
                                    </a:rPr>
                                    <m:t>x</m:t>
                                  </m:r>
                                </m:e>
                                <m:sup>
                                  <m:r>
                                    <a:rPr lang="en-US" sz="2800" b="0" i="0" smtClean="0">
                                      <a:solidFill>
                                        <a:srgbClr val="FF0000"/>
                                      </a:solidFill>
                                      <a:latin typeface="Cambria Math" panose="02040503050406030204" pitchFamily="18" charset="0"/>
                                    </a:rPr>
                                    <m:t>2</m:t>
                                  </m:r>
                                </m:sup>
                              </m:sSup>
                            </m:e>
                          </m:d>
                        </m:e>
                      </m:nary>
                      <m:r>
                        <a:rPr lang="en-US" sz="2800" i="0" dirty="0" smtClean="0">
                          <a:solidFill>
                            <a:srgbClr val="FF0000"/>
                          </a:solidFill>
                          <a:latin typeface="Cambria Math" panose="02040503050406030204" pitchFamily="18" charset="0"/>
                        </a:rPr>
                        <m:t>=</m:t>
                      </m:r>
                      <m:r>
                        <a:rPr lang="en-US" sz="2800" b="0" i="0" dirty="0" smtClean="0">
                          <a:solidFill>
                            <a:srgbClr val="FF0000"/>
                          </a:solidFill>
                          <a:latin typeface="Cambria Math" panose="02040503050406030204" pitchFamily="18" charset="0"/>
                        </a:rPr>
                        <m:t>385</m:t>
                      </m:r>
                    </m:oMath>
                  </m:oMathPara>
                </a14:m>
                <a:endParaRPr lang="en-IN" sz="2800" dirty="0">
                  <a:solidFill>
                    <a:srgbClr val="FF0000"/>
                  </a:solidFill>
                </a:endParaRPr>
              </a:p>
            </p:txBody>
          </p:sp>
        </mc:Choice>
        <mc:Fallback xmlns="">
          <p:sp>
            <p:nvSpPr>
              <p:cNvPr id="92" name="TextBox 91">
                <a:extLst>
                  <a:ext uri="{FF2B5EF4-FFF2-40B4-BE49-F238E27FC236}">
                    <a16:creationId xmlns:a16="http://schemas.microsoft.com/office/drawing/2014/main" id="{68622B1E-44A3-44A2-B1C1-8D969737DA50}"/>
                  </a:ext>
                </a:extLst>
              </p:cNvPr>
              <p:cNvSpPr txBox="1">
                <a:spLocks noRot="1" noChangeAspect="1" noMove="1" noResize="1" noEditPoints="1" noAdjustHandles="1" noChangeArrowheads="1" noChangeShapeType="1" noTextEdit="1"/>
              </p:cNvSpPr>
              <p:nvPr/>
            </p:nvSpPr>
            <p:spPr>
              <a:xfrm>
                <a:off x="9817952" y="3310181"/>
                <a:ext cx="2366032" cy="1135696"/>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68622B1E-44A3-44A2-B1C1-8D969737DA50}"/>
                  </a:ext>
                </a:extLst>
              </p:cNvPr>
              <p:cNvSpPr txBox="1"/>
              <p:nvPr/>
            </p:nvSpPr>
            <p:spPr>
              <a:xfrm>
                <a:off x="1939579" y="3905452"/>
                <a:ext cx="770404"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a:rPr lang="en-US" sz="2800" i="0" dirty="0" smtClean="0">
                          <a:solidFill>
                            <a:srgbClr val="002060"/>
                          </a:solidFill>
                          <a:latin typeface="Cambria Math" panose="02040503050406030204" pitchFamily="18" charset="0"/>
                        </a:rPr>
                        <m:t>3</m:t>
                      </m:r>
                      <m:r>
                        <a:rPr lang="en-US" sz="2800" b="0" i="0" dirty="0" smtClean="0">
                          <a:solidFill>
                            <a:srgbClr val="002060"/>
                          </a:solidFill>
                          <a:latin typeface="Cambria Math" panose="02040503050406030204" pitchFamily="18" charset="0"/>
                        </a:rPr>
                        <m:t>85</m:t>
                      </m:r>
                    </m:oMath>
                  </m:oMathPara>
                </a14:m>
                <a:endParaRPr lang="en-IN" sz="2800" dirty="0">
                  <a:solidFill>
                    <a:srgbClr val="002060"/>
                  </a:solidFill>
                </a:endParaRPr>
              </a:p>
            </p:txBody>
          </p:sp>
        </mc:Choice>
        <mc:Fallback xmlns="">
          <p:sp>
            <p:nvSpPr>
              <p:cNvPr id="93" name="TextBox 92">
                <a:extLst>
                  <a:ext uri="{FF2B5EF4-FFF2-40B4-BE49-F238E27FC236}">
                    <a16:creationId xmlns="" xmlns:a16="http://schemas.microsoft.com/office/drawing/2014/main"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1939579" y="3905452"/>
                <a:ext cx="770404" cy="523220"/>
              </a:xfrm>
              <a:prstGeom prst="rect">
                <a:avLst/>
              </a:prstGeom>
              <a:blipFill rotWithShape="0">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68622B1E-44A3-44A2-B1C1-8D969737DA50}"/>
                  </a:ext>
                </a:extLst>
              </p:cNvPr>
              <p:cNvSpPr txBox="1"/>
              <p:nvPr/>
            </p:nvSpPr>
            <p:spPr>
              <a:xfrm>
                <a:off x="9817952" y="4259295"/>
                <a:ext cx="2374048" cy="1135696"/>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nary>
                        <m:naryPr>
                          <m:chr m:val="∑"/>
                          <m:subHide m:val="on"/>
                          <m:supHide m:val="on"/>
                          <m:ctrlPr>
                            <a:rPr lang="en-US" sz="2800" i="1" smtClean="0">
                              <a:solidFill>
                                <a:srgbClr val="FF0000"/>
                              </a:solidFill>
                              <a:latin typeface="Cambria Math" panose="02040503050406030204" pitchFamily="18" charset="0"/>
                            </a:rPr>
                          </m:ctrlPr>
                        </m:naryPr>
                        <m:sub/>
                        <m:sup/>
                        <m:e>
                          <m:d>
                            <m:dPr>
                              <m:ctrlPr>
                                <a:rPr lang="en-US" sz="2800" i="1">
                                  <a:solidFill>
                                    <a:srgbClr val="FF0000"/>
                                  </a:solidFill>
                                  <a:latin typeface="Cambria Math" panose="02040503050406030204" pitchFamily="18" charset="0"/>
                                </a:rPr>
                              </m:ctrlPr>
                            </m:dPr>
                            <m:e>
                              <m:sSup>
                                <m:sSupPr>
                                  <m:ctrlPr>
                                    <a:rPr lang="en-US" sz="2800" b="0" i="1" smtClean="0">
                                      <a:solidFill>
                                        <a:srgbClr val="FF0000"/>
                                      </a:solidFill>
                                      <a:latin typeface="Cambria Math" panose="02040503050406030204" pitchFamily="18" charset="0"/>
                                    </a:rPr>
                                  </m:ctrlPr>
                                </m:sSupPr>
                                <m:e>
                                  <m:r>
                                    <m:rPr>
                                      <m:sty m:val="p"/>
                                    </m:rPr>
                                    <a:rPr lang="en-US" sz="2800" b="0" i="0" smtClean="0">
                                      <a:solidFill>
                                        <a:srgbClr val="FF0000"/>
                                      </a:solidFill>
                                      <a:latin typeface="Cambria Math" panose="02040503050406030204" pitchFamily="18" charset="0"/>
                                    </a:rPr>
                                    <m:t>y</m:t>
                                  </m:r>
                                </m:e>
                                <m:sup>
                                  <m:r>
                                    <a:rPr lang="en-US" sz="2800" b="0" i="0" smtClean="0">
                                      <a:solidFill>
                                        <a:srgbClr val="FF0000"/>
                                      </a:solidFill>
                                      <a:latin typeface="Cambria Math" panose="02040503050406030204" pitchFamily="18" charset="0"/>
                                    </a:rPr>
                                    <m:t>2</m:t>
                                  </m:r>
                                </m:sup>
                              </m:sSup>
                            </m:e>
                          </m:d>
                        </m:e>
                      </m:nary>
                      <m:r>
                        <a:rPr lang="en-US" sz="2800" i="0" dirty="0" smtClean="0">
                          <a:solidFill>
                            <a:srgbClr val="FF0000"/>
                          </a:solidFill>
                          <a:latin typeface="Cambria Math" panose="02040503050406030204" pitchFamily="18" charset="0"/>
                        </a:rPr>
                        <m:t>=</m:t>
                      </m:r>
                      <m:r>
                        <a:rPr lang="en-US" sz="2800" b="0" i="0" dirty="0" smtClean="0">
                          <a:solidFill>
                            <a:srgbClr val="FF0000"/>
                          </a:solidFill>
                          <a:latin typeface="Cambria Math" panose="02040503050406030204" pitchFamily="18" charset="0"/>
                        </a:rPr>
                        <m:t>192</m:t>
                      </m:r>
                    </m:oMath>
                  </m:oMathPara>
                </a14:m>
                <a:endParaRPr lang="en-IN" sz="2800" dirty="0">
                  <a:solidFill>
                    <a:srgbClr val="FF0000"/>
                  </a:solidFill>
                </a:endParaRPr>
              </a:p>
            </p:txBody>
          </p:sp>
        </mc:Choice>
        <mc:Fallback xmlns="">
          <p:sp>
            <p:nvSpPr>
              <p:cNvPr id="94" name="TextBox 93">
                <a:extLst>
                  <a:ext uri="{FF2B5EF4-FFF2-40B4-BE49-F238E27FC236}">
                    <a16:creationId xmlns:a16="http://schemas.microsoft.com/office/drawing/2014/main" id="{68622B1E-44A3-44A2-B1C1-8D969737DA50}"/>
                  </a:ext>
                </a:extLst>
              </p:cNvPr>
              <p:cNvSpPr txBox="1">
                <a:spLocks noRot="1" noChangeAspect="1" noMove="1" noResize="1" noEditPoints="1" noAdjustHandles="1" noChangeArrowheads="1" noChangeShapeType="1" noTextEdit="1"/>
              </p:cNvSpPr>
              <p:nvPr/>
            </p:nvSpPr>
            <p:spPr>
              <a:xfrm>
                <a:off x="9817952" y="4259295"/>
                <a:ext cx="2374048" cy="1135696"/>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68622B1E-44A3-44A2-B1C1-8D969737DA50}"/>
                  </a:ext>
                </a:extLst>
              </p:cNvPr>
              <p:cNvSpPr txBox="1"/>
              <p:nvPr/>
            </p:nvSpPr>
            <p:spPr>
              <a:xfrm>
                <a:off x="5292761" y="3907449"/>
                <a:ext cx="770404"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a:rPr lang="en-US" sz="2800" i="0" dirty="0" smtClean="0">
                          <a:solidFill>
                            <a:srgbClr val="002060"/>
                          </a:solidFill>
                          <a:latin typeface="Cambria Math" panose="02040503050406030204" pitchFamily="18" charset="0"/>
                        </a:rPr>
                        <m:t>1</m:t>
                      </m:r>
                      <m:r>
                        <a:rPr lang="en-US" sz="2800" b="0" i="0" dirty="0" smtClean="0">
                          <a:solidFill>
                            <a:srgbClr val="002060"/>
                          </a:solidFill>
                          <a:latin typeface="Cambria Math" panose="02040503050406030204" pitchFamily="18" charset="0"/>
                        </a:rPr>
                        <m:t>92</m:t>
                      </m:r>
                    </m:oMath>
                  </m:oMathPara>
                </a14:m>
                <a:endParaRPr lang="en-IN" sz="2800" dirty="0">
                  <a:solidFill>
                    <a:srgbClr val="002060"/>
                  </a:solidFill>
                </a:endParaRPr>
              </a:p>
            </p:txBody>
          </p:sp>
        </mc:Choice>
        <mc:Fallback xmlns="">
          <p:sp>
            <p:nvSpPr>
              <p:cNvPr id="95" name="TextBox 94">
                <a:extLst>
                  <a:ext uri="{FF2B5EF4-FFF2-40B4-BE49-F238E27FC236}">
                    <a16:creationId xmlns="" xmlns:a16="http://schemas.microsoft.com/office/drawing/2014/main"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5292761" y="3907449"/>
                <a:ext cx="770404" cy="523220"/>
              </a:xfrm>
              <a:prstGeom prst="rect">
                <a:avLst/>
              </a:prstGeom>
              <a:blipFill rotWithShape="0">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6" name="TextBox 95">
                <a:extLst>
                  <a:ext uri="{FF2B5EF4-FFF2-40B4-BE49-F238E27FC236}">
                    <a16:creationId xmlns:a16="http://schemas.microsoft.com/office/drawing/2014/main" id="{68622B1E-44A3-44A2-B1C1-8D969737DA50}"/>
                  </a:ext>
                </a:extLst>
              </p:cNvPr>
              <p:cNvSpPr txBox="1"/>
              <p:nvPr/>
            </p:nvSpPr>
            <p:spPr>
              <a:xfrm>
                <a:off x="9817952" y="5208408"/>
                <a:ext cx="2365969" cy="1135696"/>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nary>
                        <m:naryPr>
                          <m:chr m:val="∑"/>
                          <m:subHide m:val="on"/>
                          <m:supHide m:val="on"/>
                          <m:ctrlPr>
                            <a:rPr lang="en-US" sz="2800" i="1" smtClean="0">
                              <a:solidFill>
                                <a:srgbClr val="FF0000"/>
                              </a:solidFill>
                              <a:latin typeface="Cambria Math" panose="02040503050406030204" pitchFamily="18" charset="0"/>
                            </a:rPr>
                          </m:ctrlPr>
                        </m:naryPr>
                        <m:sub/>
                        <m:sup/>
                        <m:e>
                          <m:d>
                            <m:dPr>
                              <m:ctrlPr>
                                <a:rPr lang="en-US" sz="2800" i="1">
                                  <a:solidFill>
                                    <a:srgbClr val="FF0000"/>
                                  </a:solidFill>
                                  <a:latin typeface="Cambria Math" panose="02040503050406030204" pitchFamily="18" charset="0"/>
                                </a:rPr>
                              </m:ctrlPr>
                            </m:dPr>
                            <m:e>
                              <m:r>
                                <m:rPr>
                                  <m:sty m:val="p"/>
                                </m:rPr>
                                <a:rPr lang="en-US" sz="2800" b="0" i="0" smtClean="0">
                                  <a:solidFill>
                                    <a:srgbClr val="FF0000"/>
                                  </a:solidFill>
                                  <a:latin typeface="Cambria Math" panose="02040503050406030204" pitchFamily="18" charset="0"/>
                                </a:rPr>
                                <m:t>xy</m:t>
                              </m:r>
                            </m:e>
                          </m:d>
                        </m:e>
                      </m:nary>
                      <m:r>
                        <a:rPr lang="en-US" sz="2800" i="0" dirty="0" smtClean="0">
                          <a:solidFill>
                            <a:srgbClr val="FF0000"/>
                          </a:solidFill>
                          <a:latin typeface="Cambria Math" panose="02040503050406030204" pitchFamily="18" charset="0"/>
                        </a:rPr>
                        <m:t>=</m:t>
                      </m:r>
                      <m:r>
                        <a:rPr lang="en-US" sz="2800" b="0" i="0" dirty="0" smtClean="0">
                          <a:solidFill>
                            <a:srgbClr val="FF0000"/>
                          </a:solidFill>
                          <a:latin typeface="Cambria Math" panose="02040503050406030204" pitchFamily="18" charset="0"/>
                        </a:rPr>
                        <m:t>185</m:t>
                      </m:r>
                    </m:oMath>
                  </m:oMathPara>
                </a14:m>
                <a:endParaRPr lang="en-IN" sz="2800" dirty="0">
                  <a:solidFill>
                    <a:srgbClr val="FF0000"/>
                  </a:solidFill>
                </a:endParaRPr>
              </a:p>
            </p:txBody>
          </p:sp>
        </mc:Choice>
        <mc:Fallback xmlns="">
          <p:sp>
            <p:nvSpPr>
              <p:cNvPr id="96" name="TextBox 95">
                <a:extLst>
                  <a:ext uri="{FF2B5EF4-FFF2-40B4-BE49-F238E27FC236}">
                    <a16:creationId xmlns:a16="http://schemas.microsoft.com/office/drawing/2014/main" id="{68622B1E-44A3-44A2-B1C1-8D969737DA50}"/>
                  </a:ext>
                </a:extLst>
              </p:cNvPr>
              <p:cNvSpPr txBox="1">
                <a:spLocks noRot="1" noChangeAspect="1" noMove="1" noResize="1" noEditPoints="1" noAdjustHandles="1" noChangeArrowheads="1" noChangeShapeType="1" noTextEdit="1"/>
              </p:cNvSpPr>
              <p:nvPr/>
            </p:nvSpPr>
            <p:spPr>
              <a:xfrm>
                <a:off x="9817952" y="5208408"/>
                <a:ext cx="2365969" cy="1135696"/>
              </a:xfrm>
              <a:prstGeom prst="rect">
                <a:avLst/>
              </a:prstGeom>
              <a:blipFill>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68622B1E-44A3-44A2-B1C1-8D969737DA50}"/>
                  </a:ext>
                </a:extLst>
              </p:cNvPr>
              <p:cNvSpPr txBox="1"/>
              <p:nvPr/>
            </p:nvSpPr>
            <p:spPr>
              <a:xfrm>
                <a:off x="3393350" y="3204515"/>
                <a:ext cx="770404"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a:rPr lang="en-US" sz="2800" i="0" dirty="0" smtClean="0">
                          <a:solidFill>
                            <a:srgbClr val="002060"/>
                          </a:solidFill>
                          <a:latin typeface="Cambria Math" panose="02040503050406030204" pitchFamily="18" charset="0"/>
                        </a:rPr>
                        <m:t>1</m:t>
                      </m:r>
                      <m:r>
                        <a:rPr lang="en-US" sz="2800" b="0" i="0" dirty="0" smtClean="0">
                          <a:solidFill>
                            <a:srgbClr val="002060"/>
                          </a:solidFill>
                          <a:latin typeface="Cambria Math" panose="02040503050406030204" pitchFamily="18" charset="0"/>
                        </a:rPr>
                        <m:t>85</m:t>
                      </m:r>
                    </m:oMath>
                  </m:oMathPara>
                </a14:m>
                <a:endParaRPr lang="en-IN" sz="2800" dirty="0">
                  <a:solidFill>
                    <a:srgbClr val="002060"/>
                  </a:solidFill>
                </a:endParaRPr>
              </a:p>
            </p:txBody>
          </p:sp>
        </mc:Choice>
        <mc:Fallback xmlns="">
          <p:sp>
            <p:nvSpPr>
              <p:cNvPr id="97" name="TextBox 96">
                <a:extLst>
                  <a:ext uri="{FF2B5EF4-FFF2-40B4-BE49-F238E27FC236}">
                    <a16:creationId xmlns="" xmlns:a16="http://schemas.microsoft.com/office/drawing/2014/main"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3393350" y="3204515"/>
                <a:ext cx="770404" cy="523220"/>
              </a:xfrm>
              <a:prstGeom prst="rect">
                <a:avLst/>
              </a:prstGeom>
              <a:blipFill rotWithShape="0">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Rectangle 30"/>
              <p:cNvSpPr/>
              <p:nvPr/>
            </p:nvSpPr>
            <p:spPr>
              <a:xfrm>
                <a:off x="137270" y="4871770"/>
                <a:ext cx="2218043"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m:rPr>
                          <m:sty m:val="p"/>
                        </m:rPr>
                        <a:rPr lang="en-US" sz="2800" smtClean="0">
                          <a:solidFill>
                            <a:schemeClr val="bg1"/>
                          </a:solidFill>
                          <a:latin typeface="Cambria Math" panose="02040503050406030204" pitchFamily="18" charset="0"/>
                        </a:rPr>
                        <m:t>r</m:t>
                      </m:r>
                      <m:r>
                        <a:rPr lang="en-US" sz="2800" smtClean="0">
                          <a:solidFill>
                            <a:srgbClr val="002060"/>
                          </a:solidFill>
                          <a:latin typeface="Cambria Math" panose="02040503050406030204" pitchFamily="18" charset="0"/>
                        </a:rPr>
                        <m:t>=</m:t>
                      </m:r>
                      <m:r>
                        <a:rPr lang="en-US" sz="2800" i="1">
                          <a:solidFill>
                            <a:srgbClr val="002060"/>
                          </a:solidFill>
                          <a:latin typeface="Cambria Math" panose="02040503050406030204" pitchFamily="18" charset="0"/>
                        </a:rPr>
                        <m:t>−0.6812</m:t>
                      </m:r>
                    </m:oMath>
                  </m:oMathPara>
                </a14:m>
                <a:endParaRPr lang="en-US" sz="2800" dirty="0">
                  <a:solidFill>
                    <a:srgbClr val="002060"/>
                  </a:solidFill>
                </a:endParaRPr>
              </a:p>
            </p:txBody>
          </p:sp>
        </mc:Choice>
        <mc:Fallback xmlns="">
          <p:sp>
            <p:nvSpPr>
              <p:cNvPr id="31" name="Rectangle 30"/>
              <p:cNvSpPr>
                <a:spLocks noRot="1" noChangeAspect="1" noMove="1" noResize="1" noEditPoints="1" noAdjustHandles="1" noChangeArrowheads="1" noChangeShapeType="1" noTextEdit="1"/>
              </p:cNvSpPr>
              <p:nvPr/>
            </p:nvSpPr>
            <p:spPr>
              <a:xfrm>
                <a:off x="137270" y="4871770"/>
                <a:ext cx="2218043" cy="523220"/>
              </a:xfrm>
              <a:prstGeom prst="rect">
                <a:avLst/>
              </a:prstGeom>
              <a:blipFill rotWithShape="0">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Rectangle 31"/>
              <p:cNvSpPr/>
              <p:nvPr/>
            </p:nvSpPr>
            <p:spPr>
              <a:xfrm>
                <a:off x="137271" y="5820884"/>
                <a:ext cx="6766560" cy="523220"/>
              </a:xfrm>
              <a:prstGeom prst="rect">
                <a:avLst/>
              </a:prstGeom>
              <a:ln>
                <a:solidFill>
                  <a:srgbClr val="FF0000"/>
                </a:solidFill>
              </a:ln>
            </p:spPr>
            <p:style>
              <a:lnRef idx="2">
                <a:schemeClr val="accent2"/>
              </a:lnRef>
              <a:fillRef idx="1">
                <a:schemeClr val="lt1"/>
              </a:fillRef>
              <a:effectRef idx="0">
                <a:schemeClr val="accent2"/>
              </a:effectRef>
              <a:fontRef idx="minor">
                <a:schemeClr val="dk1"/>
              </a:fontRef>
            </p:style>
            <p:txBody>
              <a:bodyPr wrap="square">
                <a:spAutoFit/>
              </a:bodyPr>
              <a:lstStyle/>
              <a:p>
                <a:pPr/>
                <a14:m>
                  <m:oMathPara xmlns:m="http://schemas.openxmlformats.org/officeDocument/2006/math">
                    <m:oMathParaPr>
                      <m:jc m:val="left"/>
                    </m:oMathParaPr>
                    <m:oMath xmlns:m="http://schemas.openxmlformats.org/officeDocument/2006/math">
                      <m:r>
                        <a:rPr lang="en-US" sz="2800" b="1" i="1" smtClean="0">
                          <a:solidFill>
                            <a:srgbClr val="7030A0"/>
                          </a:solidFill>
                          <a:latin typeface="Cambria Math" panose="02040503050406030204" pitchFamily="18" charset="0"/>
                          <a:ea typeface="Cambria Math" panose="02040503050406030204" pitchFamily="18" charset="0"/>
                        </a:rPr>
                        <m:t>∴</m:t>
                      </m:r>
                      <m:r>
                        <m:rPr>
                          <m:nor/>
                        </m:rPr>
                        <a:rPr lang="en-US" sz="2800" b="1" i="0" dirty="0" smtClean="0">
                          <a:solidFill>
                            <a:srgbClr val="7030A0"/>
                          </a:solidFill>
                        </a:rPr>
                        <m:t>The</m:t>
                      </m:r>
                      <m:r>
                        <m:rPr>
                          <m:nor/>
                        </m:rPr>
                        <a:rPr lang="en-US" sz="2800" b="1" dirty="0">
                          <a:solidFill>
                            <a:srgbClr val="7030A0"/>
                          </a:solidFill>
                        </a:rPr>
                        <m:t> </m:t>
                      </m:r>
                      <m:r>
                        <m:rPr>
                          <m:nor/>
                        </m:rPr>
                        <a:rPr lang="en-US" sz="2800" b="1" dirty="0">
                          <a:solidFill>
                            <a:srgbClr val="7030A0"/>
                          </a:solidFill>
                        </a:rPr>
                        <m:t>coefficient</m:t>
                      </m:r>
                      <m:r>
                        <m:rPr>
                          <m:nor/>
                        </m:rPr>
                        <a:rPr lang="en-US" sz="2800" b="1" dirty="0">
                          <a:solidFill>
                            <a:srgbClr val="7030A0"/>
                          </a:solidFill>
                        </a:rPr>
                        <m:t> </m:t>
                      </m:r>
                      <m:r>
                        <m:rPr>
                          <m:nor/>
                        </m:rPr>
                        <a:rPr lang="en-US" sz="2800" b="1" dirty="0">
                          <a:solidFill>
                            <a:srgbClr val="7030A0"/>
                          </a:solidFill>
                        </a:rPr>
                        <m:t>of</m:t>
                      </m:r>
                      <m:r>
                        <m:rPr>
                          <m:nor/>
                        </m:rPr>
                        <a:rPr lang="en-US" sz="2800" b="1" dirty="0">
                          <a:solidFill>
                            <a:srgbClr val="7030A0"/>
                          </a:solidFill>
                        </a:rPr>
                        <m:t> </m:t>
                      </m:r>
                      <m:r>
                        <m:rPr>
                          <m:nor/>
                        </m:rPr>
                        <a:rPr lang="en-US" sz="2800" b="1" dirty="0">
                          <a:solidFill>
                            <a:srgbClr val="7030A0"/>
                          </a:solidFill>
                        </a:rPr>
                        <m:t>correlation</m:t>
                      </m:r>
                      <m:r>
                        <m:rPr>
                          <m:nor/>
                        </m:rPr>
                        <a:rPr lang="en-US" sz="2800" b="1" i="0" dirty="0" smtClean="0">
                          <a:solidFill>
                            <a:srgbClr val="7030A0"/>
                          </a:solidFill>
                        </a:rPr>
                        <m:t> </m:t>
                      </m:r>
                      <m:r>
                        <a:rPr lang="en-US" sz="2800" b="1" i="1" dirty="0" smtClean="0">
                          <a:solidFill>
                            <a:srgbClr val="7030A0"/>
                          </a:solidFill>
                          <a:latin typeface="Cambria Math" panose="02040503050406030204" pitchFamily="18" charset="0"/>
                        </a:rPr>
                        <m:t>=</m:t>
                      </m:r>
                      <m:r>
                        <a:rPr lang="en-US" sz="2800" b="1" i="1" dirty="0">
                          <a:solidFill>
                            <a:srgbClr val="7030A0"/>
                          </a:solidFill>
                          <a:latin typeface="Cambria Math" panose="02040503050406030204" pitchFamily="18" charset="0"/>
                        </a:rPr>
                        <m:t>− </m:t>
                      </m:r>
                      <m:r>
                        <a:rPr lang="en-US" sz="2800" b="1" i="1" dirty="0">
                          <a:solidFill>
                            <a:srgbClr val="7030A0"/>
                          </a:solidFill>
                          <a:latin typeface="Cambria Math" panose="02040503050406030204" pitchFamily="18" charset="0"/>
                        </a:rPr>
                        <m:t>𝟎</m:t>
                      </m:r>
                      <m:r>
                        <a:rPr lang="en-US" sz="2800" b="1" i="1" dirty="0">
                          <a:solidFill>
                            <a:srgbClr val="7030A0"/>
                          </a:solidFill>
                          <a:latin typeface="Cambria Math" panose="02040503050406030204" pitchFamily="18" charset="0"/>
                        </a:rPr>
                        <m:t>.</m:t>
                      </m:r>
                      <m:r>
                        <a:rPr lang="en-US" sz="2800" b="1" i="1" dirty="0">
                          <a:solidFill>
                            <a:srgbClr val="7030A0"/>
                          </a:solidFill>
                          <a:latin typeface="Cambria Math" panose="02040503050406030204" pitchFamily="18" charset="0"/>
                        </a:rPr>
                        <m:t>𝟔𝟖𝟏𝟐</m:t>
                      </m:r>
                    </m:oMath>
                  </m:oMathPara>
                </a14:m>
                <a:endParaRPr lang="en-US" sz="2800" b="1" dirty="0">
                  <a:solidFill>
                    <a:srgbClr val="7030A0"/>
                  </a:solidFill>
                </a:endParaRPr>
              </a:p>
            </p:txBody>
          </p:sp>
        </mc:Choice>
        <mc:Fallback xmlns="">
          <p:sp>
            <p:nvSpPr>
              <p:cNvPr id="32" name="Rectangle 31"/>
              <p:cNvSpPr>
                <a:spLocks noRot="1" noChangeAspect="1" noMove="1" noResize="1" noEditPoints="1" noAdjustHandles="1" noChangeArrowheads="1" noChangeShapeType="1" noTextEdit="1"/>
              </p:cNvSpPr>
              <p:nvPr/>
            </p:nvSpPr>
            <p:spPr>
              <a:xfrm>
                <a:off x="137271" y="5820884"/>
                <a:ext cx="6766560" cy="523220"/>
              </a:xfrm>
              <a:prstGeom prst="rect">
                <a:avLst/>
              </a:prstGeom>
              <a:blipFill rotWithShape="0">
                <a:blip r:embed="rId22"/>
                <a:stretch>
                  <a:fillRect/>
                </a:stretch>
              </a:blipFill>
              <a:ln>
                <a:solidFill>
                  <a:srgbClr val="FF0000"/>
                </a:solidFill>
              </a:ln>
            </p:spPr>
            <p:txBody>
              <a:bodyPr/>
              <a:lstStyle/>
              <a:p>
                <a:r>
                  <a:rPr lang="en-US">
                    <a:noFill/>
                  </a:rPr>
                  <a:t> </a:t>
                </a:r>
              </a:p>
            </p:txBody>
          </p:sp>
        </mc:Fallback>
      </mc:AlternateContent>
    </p:spTree>
    <p:extLst>
      <p:ext uri="{BB962C8B-B14F-4D97-AF65-F5344CB8AC3E}">
        <p14:creationId xmlns:p14="http://schemas.microsoft.com/office/powerpoint/2010/main" val="2859530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9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9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9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9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9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29" grpId="0"/>
      <p:bldP spid="82" grpId="0"/>
      <p:bldP spid="83" grpId="0"/>
      <p:bldP spid="84" grpId="0"/>
      <p:bldP spid="85" grpId="0"/>
      <p:bldP spid="86" grpId="0"/>
      <p:bldP spid="87" grpId="0"/>
      <p:bldP spid="88" grpId="0"/>
      <p:bldP spid="89" grpId="0"/>
      <p:bldP spid="90" grpId="0"/>
      <p:bldP spid="91" grpId="0"/>
      <p:bldP spid="92" grpId="0"/>
      <p:bldP spid="93" grpId="0"/>
      <p:bldP spid="94" grpId="0"/>
      <p:bldP spid="95" grpId="0"/>
      <p:bldP spid="96" grpId="0"/>
      <p:bldP spid="97" grpId="0"/>
      <p:bldP spid="31" grpId="0"/>
      <p:bldP spid="32"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7" y="869081"/>
                <a:ext cx="11929643" cy="30175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14:m>
                  <m:oMathPara xmlns:m="http://schemas.openxmlformats.org/officeDocument/2006/math">
                    <m:oMathParaPr>
                      <m:jc m:val="left"/>
                    </m:oMathParaPr>
                    <m:oMath xmlns:m="http://schemas.openxmlformats.org/officeDocument/2006/math">
                      <m:r>
                        <m:rPr>
                          <m:nor/>
                        </m:rPr>
                        <a:rPr lang="en-US" i="0" smtClean="0"/>
                        <m:t>Given</m:t>
                      </m:r>
                      <m:r>
                        <m:rPr>
                          <m:nor/>
                        </m:rPr>
                        <a:rPr lang="en-US" i="0" smtClean="0"/>
                        <m:t> </m:t>
                      </m:r>
                      <m:r>
                        <m:rPr>
                          <m:nor/>
                        </m:rPr>
                        <a:rPr lang="en-US" i="0" smtClean="0"/>
                        <m:t>that</m:t>
                      </m:r>
                      <m:r>
                        <m:rPr>
                          <m:nor/>
                        </m:rPr>
                        <a:rPr lang="en-US" i="0" smtClean="0"/>
                        <m:t> </m:t>
                      </m:r>
                      <m:r>
                        <m:rPr>
                          <m:nor/>
                        </m:rPr>
                        <a:rPr lang="en-US" b="0" i="0" smtClean="0">
                          <a:latin typeface="Cambria Math" panose="02040503050406030204" pitchFamily="18" charset="0"/>
                        </a:rPr>
                        <m:t>   </m:t>
                      </m:r>
                      <m:r>
                        <m:rPr>
                          <m:sty m:val="p"/>
                        </m:rPr>
                        <a:rPr lang="en-US">
                          <a:latin typeface="Cambria Math" panose="02040503050406030204" pitchFamily="18" charset="0"/>
                        </a:rPr>
                        <m:t>n</m:t>
                      </m:r>
                      <m:r>
                        <a:rPr lang="en-US">
                          <a:latin typeface="Cambria Math" panose="02040503050406030204" pitchFamily="18" charset="0"/>
                        </a:rPr>
                        <m:t>=25, </m:t>
                      </m:r>
                      <m:r>
                        <a:rPr lang="en-US" b="0" i="1" smtClean="0">
                          <a:latin typeface="Cambria Math" panose="02040503050406030204" pitchFamily="18" charset="0"/>
                        </a:rPr>
                        <m:t> </m:t>
                      </m:r>
                      <m:nary>
                        <m:naryPr>
                          <m:chr m:val="∑"/>
                          <m:limLoc m:val="undOvr"/>
                          <m:subHide m:val="on"/>
                          <m:supHide m:val="on"/>
                          <m:ctrlPr>
                            <a:rPr lang="en-US" i="1">
                              <a:latin typeface="Cambria Math" panose="02040503050406030204" pitchFamily="18" charset="0"/>
                            </a:rPr>
                          </m:ctrlPr>
                        </m:naryPr>
                        <m:sub/>
                        <m:sup/>
                        <m:e>
                          <m:r>
                            <m:rPr>
                              <m:sty m:val="p"/>
                            </m:rPr>
                            <a:rPr lang="en-US">
                              <a:latin typeface="Cambria Math" panose="02040503050406030204" pitchFamily="18" charset="0"/>
                            </a:rPr>
                            <m:t>x</m:t>
                          </m:r>
                          <m:r>
                            <a:rPr lang="en-US">
                              <a:latin typeface="Cambria Math" panose="02040503050406030204" pitchFamily="18" charset="0"/>
                            </a:rPr>
                            <m:t>=125</m:t>
                          </m:r>
                        </m:e>
                      </m:nary>
                      <m:r>
                        <a:rPr lang="en-US">
                          <a:latin typeface="Cambria Math" panose="02040503050406030204" pitchFamily="18" charset="0"/>
                        </a:rPr>
                        <m:t>, </m:t>
                      </m:r>
                      <m:nary>
                        <m:naryPr>
                          <m:chr m:val="∑"/>
                          <m:limLoc m:val="undOvr"/>
                          <m:subHide m:val="on"/>
                          <m:supHide m:val="on"/>
                          <m:ctrlPr>
                            <a:rPr lang="en-US" i="1">
                              <a:latin typeface="Cambria Math" panose="02040503050406030204" pitchFamily="18" charset="0"/>
                            </a:rPr>
                          </m:ctrlPr>
                        </m:naryPr>
                        <m:sub/>
                        <m:sup/>
                        <m:e>
                          <m:sSup>
                            <m:sSupPr>
                              <m:ctrlPr>
                                <a:rPr lang="en-US" i="1">
                                  <a:latin typeface="Cambria Math" panose="02040503050406030204" pitchFamily="18" charset="0"/>
                                </a:rPr>
                              </m:ctrlPr>
                            </m:sSupPr>
                            <m:e>
                              <m:r>
                                <m:rPr>
                                  <m:sty m:val="p"/>
                                </m:rPr>
                                <a:rPr lang="en-US">
                                  <a:latin typeface="Cambria Math" panose="02040503050406030204" pitchFamily="18" charset="0"/>
                                </a:rPr>
                                <m:t>x</m:t>
                              </m:r>
                            </m:e>
                            <m:sup>
                              <m:r>
                                <a:rPr lang="en-US">
                                  <a:latin typeface="Cambria Math" panose="02040503050406030204" pitchFamily="18" charset="0"/>
                                </a:rPr>
                                <m:t>2</m:t>
                              </m:r>
                            </m:sup>
                          </m:sSup>
                          <m:r>
                            <a:rPr lang="en-US">
                              <a:latin typeface="Cambria Math" panose="02040503050406030204" pitchFamily="18" charset="0"/>
                            </a:rPr>
                            <m:t>=650</m:t>
                          </m:r>
                        </m:e>
                      </m:nary>
                      <m:r>
                        <a:rPr lang="en-US">
                          <a:latin typeface="Cambria Math" panose="02040503050406030204" pitchFamily="18" charset="0"/>
                        </a:rPr>
                        <m:t>, </m:t>
                      </m:r>
                      <m:nary>
                        <m:naryPr>
                          <m:chr m:val="∑"/>
                          <m:limLoc m:val="undOvr"/>
                          <m:subHide m:val="on"/>
                          <m:supHide m:val="on"/>
                          <m:ctrlPr>
                            <a:rPr lang="en-US" i="1">
                              <a:latin typeface="Cambria Math" panose="02040503050406030204" pitchFamily="18" charset="0"/>
                            </a:rPr>
                          </m:ctrlPr>
                        </m:naryPr>
                        <m:sub/>
                        <m:sup/>
                        <m:e>
                          <m:r>
                            <m:rPr>
                              <m:sty m:val="p"/>
                            </m:rPr>
                            <a:rPr lang="en-US">
                              <a:latin typeface="Cambria Math" panose="02040503050406030204" pitchFamily="18" charset="0"/>
                            </a:rPr>
                            <m:t>y</m:t>
                          </m:r>
                          <m:r>
                            <a:rPr lang="en-US">
                              <a:latin typeface="Cambria Math" panose="02040503050406030204" pitchFamily="18" charset="0"/>
                            </a:rPr>
                            <m:t>=100</m:t>
                          </m:r>
                        </m:e>
                      </m:nary>
                      <m:r>
                        <a:rPr lang="en-US">
                          <a:latin typeface="Cambria Math" panose="02040503050406030204" pitchFamily="18" charset="0"/>
                        </a:rPr>
                        <m:t>, </m:t>
                      </m:r>
                      <m:nary>
                        <m:naryPr>
                          <m:chr m:val="∑"/>
                          <m:limLoc m:val="undOvr"/>
                          <m:subHide m:val="on"/>
                          <m:supHide m:val="on"/>
                          <m:ctrlPr>
                            <a:rPr lang="en-US" i="1">
                              <a:latin typeface="Cambria Math" panose="02040503050406030204" pitchFamily="18" charset="0"/>
                            </a:rPr>
                          </m:ctrlPr>
                        </m:naryPr>
                        <m:sub/>
                        <m:sup/>
                        <m:e>
                          <m:sSup>
                            <m:sSupPr>
                              <m:ctrlPr>
                                <a:rPr lang="en-US" i="1">
                                  <a:latin typeface="Cambria Math" panose="02040503050406030204" pitchFamily="18" charset="0"/>
                                </a:rPr>
                              </m:ctrlPr>
                            </m:sSupPr>
                            <m:e>
                              <m:r>
                                <m:rPr>
                                  <m:sty m:val="p"/>
                                </m:rPr>
                                <a:rPr lang="en-US">
                                  <a:latin typeface="Cambria Math" panose="02040503050406030204" pitchFamily="18" charset="0"/>
                                </a:rPr>
                                <m:t>y</m:t>
                              </m:r>
                            </m:e>
                            <m:sup>
                              <m:r>
                                <a:rPr lang="en-US">
                                  <a:latin typeface="Cambria Math" panose="02040503050406030204" pitchFamily="18" charset="0"/>
                                </a:rPr>
                                <m:t>2</m:t>
                              </m:r>
                            </m:sup>
                          </m:sSup>
                          <m:r>
                            <a:rPr lang="en-US">
                              <a:latin typeface="Cambria Math" panose="02040503050406030204" pitchFamily="18" charset="0"/>
                            </a:rPr>
                            <m:t>=460</m:t>
                          </m:r>
                        </m:e>
                      </m:nary>
                    </m:oMath>
                  </m:oMathPara>
                </a14:m>
                <a:endParaRPr lang="en-US" dirty="0"/>
              </a:p>
              <a:p>
                <a:pPr>
                  <a:lnSpc>
                    <a:spcPct val="100000"/>
                  </a:lnSpc>
                </a:pPr>
                <a14:m>
                  <m:oMathPara xmlns:m="http://schemas.openxmlformats.org/officeDocument/2006/math">
                    <m:oMathParaPr>
                      <m:jc m:val="left"/>
                    </m:oMathParaPr>
                    <m:oMath xmlns:m="http://schemas.openxmlformats.org/officeDocument/2006/math">
                      <m:r>
                        <m:rPr>
                          <m:nor/>
                        </m:rPr>
                        <a:rPr lang="en-US" i="0"/>
                        <m:t>and</m:t>
                      </m:r>
                      <m:r>
                        <a:rPr lang="en-US">
                          <a:latin typeface="Cambria Math" panose="02040503050406030204" pitchFamily="18" charset="0"/>
                        </a:rPr>
                        <m:t> </m:t>
                      </m:r>
                      <m:nary>
                        <m:naryPr>
                          <m:chr m:val="∑"/>
                          <m:limLoc m:val="undOvr"/>
                          <m:subHide m:val="on"/>
                          <m:supHide m:val="on"/>
                          <m:ctrlPr>
                            <a:rPr lang="en-US" i="1">
                              <a:latin typeface="Cambria Math" panose="02040503050406030204" pitchFamily="18" charset="0"/>
                            </a:rPr>
                          </m:ctrlPr>
                        </m:naryPr>
                        <m:sub/>
                        <m:sup/>
                        <m:e>
                          <m:r>
                            <m:rPr>
                              <m:sty m:val="p"/>
                            </m:rPr>
                            <a:rPr lang="en-US">
                              <a:latin typeface="Cambria Math" panose="02040503050406030204" pitchFamily="18" charset="0"/>
                            </a:rPr>
                            <m:t>xy</m:t>
                          </m:r>
                          <m:r>
                            <a:rPr lang="en-US">
                              <a:latin typeface="Cambria Math" panose="02040503050406030204" pitchFamily="18" charset="0"/>
                            </a:rPr>
                            <m:t>=508</m:t>
                          </m:r>
                        </m:e>
                      </m:nary>
                      <m:r>
                        <a:rPr lang="en-US">
                          <a:latin typeface="Cambria Math" panose="02040503050406030204" pitchFamily="18" charset="0"/>
                        </a:rPr>
                        <m:t>.</m:t>
                      </m:r>
                      <m:r>
                        <m:rPr>
                          <m:nor/>
                        </m:rPr>
                        <a:rPr lang="en-US" i="0"/>
                        <m:t>Later</m:t>
                      </m:r>
                      <m:r>
                        <m:rPr>
                          <m:nor/>
                        </m:rPr>
                        <a:rPr lang="en-US" i="0"/>
                        <m:t> </m:t>
                      </m:r>
                      <m:r>
                        <m:rPr>
                          <m:nor/>
                        </m:rPr>
                        <a:rPr lang="en-US" i="0"/>
                        <m:t>on</m:t>
                      </m:r>
                      <m:r>
                        <m:rPr>
                          <m:nor/>
                        </m:rPr>
                        <a:rPr lang="en-US" i="0"/>
                        <m:t>, </m:t>
                      </m:r>
                      <m:r>
                        <m:rPr>
                          <m:nor/>
                        </m:rPr>
                        <a:rPr lang="en-US" i="0"/>
                        <m:t>it</m:t>
                      </m:r>
                      <m:r>
                        <m:rPr>
                          <m:nor/>
                        </m:rPr>
                        <a:rPr lang="en-US" i="0"/>
                        <m:t> </m:t>
                      </m:r>
                      <m:r>
                        <m:rPr>
                          <m:nor/>
                        </m:rPr>
                        <a:rPr lang="en-US" i="0"/>
                        <m:t>was</m:t>
                      </m:r>
                      <m:r>
                        <m:rPr>
                          <m:nor/>
                        </m:rPr>
                        <a:rPr lang="en-US" i="0"/>
                        <m:t> </m:t>
                      </m:r>
                      <m:r>
                        <m:rPr>
                          <m:nor/>
                        </m:rPr>
                        <a:rPr lang="en-US" i="0"/>
                        <m:t>found</m:t>
                      </m:r>
                      <m:r>
                        <m:rPr>
                          <m:nor/>
                        </m:rPr>
                        <a:rPr lang="en-US" i="0"/>
                        <m:t> </m:t>
                      </m:r>
                      <m:r>
                        <m:rPr>
                          <m:nor/>
                        </m:rPr>
                        <a:rPr lang="en-US" i="0"/>
                        <m:t>that</m:t>
                      </m:r>
                      <m:r>
                        <m:rPr>
                          <m:nor/>
                        </m:rPr>
                        <a:rPr lang="en-US" i="0"/>
                        <m:t> </m:t>
                      </m:r>
                      <m:r>
                        <m:rPr>
                          <m:nor/>
                        </m:rPr>
                        <a:rPr lang="en-US" i="0"/>
                        <m:t>two</m:t>
                      </m:r>
                      <m:r>
                        <m:rPr>
                          <m:nor/>
                        </m:rPr>
                        <a:rPr lang="en-US" i="0"/>
                        <m:t> </m:t>
                      </m:r>
                      <m:r>
                        <m:rPr>
                          <m:nor/>
                        </m:rPr>
                        <a:rPr lang="en-US" i="0"/>
                        <m:t>of</m:t>
                      </m:r>
                      <m:r>
                        <m:rPr>
                          <m:nor/>
                        </m:rPr>
                        <a:rPr lang="en-US" i="0"/>
                        <m:t> </m:t>
                      </m:r>
                      <m:r>
                        <m:rPr>
                          <m:nor/>
                        </m:rPr>
                        <a:rPr lang="en-US" i="0"/>
                        <m:t>the</m:t>
                      </m:r>
                      <m:r>
                        <m:rPr>
                          <m:nor/>
                        </m:rPr>
                        <a:rPr lang="en-US" i="0"/>
                        <m:t> </m:t>
                      </m:r>
                      <m:r>
                        <m:rPr>
                          <m:nor/>
                        </m:rPr>
                        <a:rPr lang="en-US" i="0"/>
                        <m:t>points</m:t>
                      </m:r>
                      <m:r>
                        <m:rPr>
                          <m:nor/>
                        </m:rPr>
                        <a:rPr lang="en-US" i="0"/>
                        <m:t> </m:t>
                      </m:r>
                      <m:d>
                        <m:dPr>
                          <m:ctrlPr>
                            <a:rPr lang="en-US" i="1">
                              <a:latin typeface="Cambria Math" panose="02040503050406030204" pitchFamily="18" charset="0"/>
                            </a:rPr>
                          </m:ctrlPr>
                        </m:dPr>
                        <m:e>
                          <m:r>
                            <a:rPr lang="en-US" i="1">
                              <a:latin typeface="Cambria Math" panose="02040503050406030204" pitchFamily="18" charset="0"/>
                            </a:rPr>
                            <m:t>8, 12</m:t>
                          </m:r>
                        </m:e>
                      </m:d>
                      <m:r>
                        <a:rPr lang="en-US" b="0" i="1" smtClean="0">
                          <a:latin typeface="Cambria Math" panose="02040503050406030204" pitchFamily="18" charset="0"/>
                        </a:rPr>
                        <m:t> </m:t>
                      </m:r>
                      <m:r>
                        <m:rPr>
                          <m:nor/>
                        </m:rPr>
                        <a:rPr lang="en-US" b="0" i="0" smtClean="0">
                          <a:latin typeface="Cambria Math" panose="02040503050406030204" pitchFamily="18" charset="0"/>
                        </a:rPr>
                        <m:t>and</m:t>
                      </m:r>
                      <m:r>
                        <a:rPr lang="en-US" b="0" i="1" smtClean="0">
                          <a:latin typeface="Cambria Math" panose="02040503050406030204" pitchFamily="18" charset="0"/>
                        </a:rPr>
                        <m:t> </m:t>
                      </m:r>
                      <m:d>
                        <m:dPr>
                          <m:ctrlPr>
                            <a:rPr lang="en-US" i="1">
                              <a:latin typeface="Cambria Math" panose="02040503050406030204" pitchFamily="18" charset="0"/>
                            </a:rPr>
                          </m:ctrlPr>
                        </m:dPr>
                        <m:e>
                          <m:r>
                            <a:rPr lang="en-US" b="0" i="1" smtClean="0">
                              <a:latin typeface="Cambria Math" panose="02040503050406030204" pitchFamily="18" charset="0"/>
                            </a:rPr>
                            <m:t>6</m:t>
                          </m:r>
                          <m:r>
                            <a:rPr lang="en-US" i="1">
                              <a:latin typeface="Cambria Math" panose="02040503050406030204" pitchFamily="18" charset="0"/>
                            </a:rPr>
                            <m:t>, </m:t>
                          </m:r>
                          <m:r>
                            <a:rPr lang="en-US" b="0" i="1" smtClean="0">
                              <a:latin typeface="Cambria Math" panose="02040503050406030204" pitchFamily="18" charset="0"/>
                            </a:rPr>
                            <m:t>8</m:t>
                          </m:r>
                        </m:e>
                      </m:d>
                    </m:oMath>
                  </m:oMathPara>
                </a14:m>
                <a:endParaRPr lang="en-US" dirty="0"/>
              </a:p>
              <a:p>
                <a:pPr>
                  <a:lnSpc>
                    <a:spcPct val="100000"/>
                  </a:lnSpc>
                </a:pPr>
                <a14:m>
                  <m:oMathPara xmlns:m="http://schemas.openxmlformats.org/officeDocument/2006/math">
                    <m:oMathParaPr>
                      <m:jc m:val="left"/>
                    </m:oMathParaPr>
                    <m:oMath xmlns:m="http://schemas.openxmlformats.org/officeDocument/2006/math">
                      <m:r>
                        <m:rPr>
                          <m:nor/>
                        </m:rPr>
                        <a:rPr lang="en-US" i="0"/>
                        <m:t>were</m:t>
                      </m:r>
                      <m:r>
                        <m:rPr>
                          <m:nor/>
                        </m:rPr>
                        <a:rPr lang="en-US" i="0"/>
                        <m:t> </m:t>
                      </m:r>
                      <m:r>
                        <m:rPr>
                          <m:nor/>
                        </m:rPr>
                        <a:rPr lang="en-US" i="0"/>
                        <m:t>wrongly</m:t>
                      </m:r>
                      <m:r>
                        <m:rPr>
                          <m:nor/>
                        </m:rPr>
                        <a:rPr lang="en-US" i="0"/>
                        <m:t> </m:t>
                      </m:r>
                      <m:r>
                        <m:rPr>
                          <m:nor/>
                        </m:rPr>
                        <a:rPr lang="en-US" i="0"/>
                        <m:t>entered</m:t>
                      </m:r>
                      <m:r>
                        <m:rPr>
                          <m:nor/>
                        </m:rPr>
                        <a:rPr lang="en-US" i="0"/>
                        <m:t> </m:t>
                      </m:r>
                      <m:r>
                        <m:rPr>
                          <m:nor/>
                        </m:rPr>
                        <a:rPr lang="en-US" i="0"/>
                        <m:t>as</m:t>
                      </m:r>
                      <m:r>
                        <m:rPr>
                          <m:nor/>
                        </m:rPr>
                        <a:rPr lang="en-US" i="0"/>
                        <m:t> </m:t>
                      </m:r>
                      <m:d>
                        <m:dPr>
                          <m:ctrlPr>
                            <a:rPr lang="en-US" i="1">
                              <a:latin typeface="Cambria Math" panose="02040503050406030204" pitchFamily="18" charset="0"/>
                            </a:rPr>
                          </m:ctrlPr>
                        </m:dPr>
                        <m:e>
                          <m:r>
                            <a:rPr lang="en-US">
                              <a:latin typeface="Cambria Math" panose="02040503050406030204" pitchFamily="18" charset="0"/>
                            </a:rPr>
                            <m:t>6, 14</m:t>
                          </m:r>
                        </m:e>
                      </m:d>
                      <m:r>
                        <a:rPr lang="en-US">
                          <a:latin typeface="Cambria Math" panose="02040503050406030204" pitchFamily="18" charset="0"/>
                        </a:rPr>
                        <m:t> </m:t>
                      </m:r>
                      <m:r>
                        <m:rPr>
                          <m:nor/>
                        </m:rPr>
                        <a:rPr lang="en-US" i="0"/>
                        <m:t>and</m:t>
                      </m:r>
                      <m:r>
                        <a:rPr lang="en-US">
                          <a:latin typeface="Cambria Math" panose="02040503050406030204" pitchFamily="18" charset="0"/>
                        </a:rPr>
                        <m:t> </m:t>
                      </m:r>
                      <m:d>
                        <m:dPr>
                          <m:ctrlPr>
                            <a:rPr lang="en-US" i="1">
                              <a:latin typeface="Cambria Math" panose="02040503050406030204" pitchFamily="18" charset="0"/>
                            </a:rPr>
                          </m:ctrlPr>
                        </m:dPr>
                        <m:e>
                          <m:r>
                            <a:rPr lang="en-US">
                              <a:latin typeface="Cambria Math" panose="02040503050406030204" pitchFamily="18" charset="0"/>
                            </a:rPr>
                            <m:t>8, 6</m:t>
                          </m:r>
                        </m:e>
                      </m:d>
                      <m:r>
                        <a:rPr lang="en-US">
                          <a:latin typeface="Cambria Math" panose="02040503050406030204" pitchFamily="18" charset="0"/>
                        </a:rPr>
                        <m:t>. </m:t>
                      </m:r>
                      <m:r>
                        <m:rPr>
                          <m:nor/>
                        </m:rPr>
                        <a:rPr lang="en-US" i="0"/>
                        <m:t>Prove</m:t>
                      </m:r>
                      <m:r>
                        <m:rPr>
                          <m:nor/>
                        </m:rPr>
                        <a:rPr lang="en-US" i="0"/>
                        <m:t> </m:t>
                      </m:r>
                      <m:r>
                        <m:rPr>
                          <m:nor/>
                        </m:rPr>
                        <a:rPr lang="en-US" i="0"/>
                        <m:t>that</m:t>
                      </m:r>
                      <m:r>
                        <m:rPr>
                          <m:nor/>
                        </m:rPr>
                        <a:rPr lang="en-US" i="0"/>
                        <m:t> </m:t>
                      </m:r>
                      <m:r>
                        <m:rPr>
                          <m:sty m:val="p"/>
                        </m:rPr>
                        <a:rPr lang="en-US">
                          <a:latin typeface="Cambria Math" panose="02040503050406030204" pitchFamily="18" charset="0"/>
                        </a:rPr>
                        <m:t>r</m:t>
                      </m:r>
                      <m:r>
                        <a:rPr lang="en-US">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2</m:t>
                          </m:r>
                        </m:num>
                        <m:den>
                          <m:r>
                            <a:rPr lang="en-US" i="1">
                              <a:latin typeface="Cambria Math" panose="02040503050406030204" pitchFamily="18" charset="0"/>
                            </a:rPr>
                            <m:t> 3 </m:t>
                          </m:r>
                        </m:den>
                      </m:f>
                      <m:r>
                        <a:rPr lang="en-US" i="1">
                          <a:latin typeface="Cambria Math" panose="02040503050406030204" pitchFamily="18" charset="0"/>
                        </a:rPr>
                        <m:t>.</m:t>
                      </m:r>
                    </m:oMath>
                  </m:oMathPara>
                </a14:m>
                <a:endParaRPr lang="en-US" dirty="0"/>
              </a:p>
              <a:p>
                <a:endParaRPr lang="en-US" dirty="0"/>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7" y="869081"/>
                <a:ext cx="11929643" cy="3017520"/>
              </a:xfrm>
              <a:prstGeom prst="rect">
                <a:avLst/>
              </a:prstGeom>
              <a:blipFill rotWithShape="0">
                <a:blip r:embed="rId2"/>
                <a:stretch>
                  <a:fillRect/>
                </a:stretch>
              </a:blipFill>
              <a:ln>
                <a:noFill/>
              </a:ln>
            </p:spPr>
            <p:txBody>
              <a:bodyPr/>
              <a:lstStyle/>
              <a:p>
                <a:r>
                  <a:rPr lang="en-US">
                    <a:noFill/>
                  </a:rPr>
                  <a:t> </a:t>
                </a:r>
              </a:p>
            </p:txBody>
          </p:sp>
        </mc:Fallback>
      </mc:AlternateContent>
      <p:sp>
        <p:nvSpPr>
          <p:cNvPr id="2" name="Title 1"/>
          <p:cNvSpPr>
            <a:spLocks noGrp="1"/>
          </p:cNvSpPr>
          <p:nvPr>
            <p:ph type="title"/>
          </p:nvPr>
        </p:nvSpPr>
        <p:spPr/>
        <p:txBody>
          <a:bodyPr/>
          <a:lstStyle/>
          <a:p>
            <a:r>
              <a:rPr lang="en-GB" dirty="0"/>
              <a:t>Method 1 ⇝ Example 4</a:t>
            </a:r>
            <a:endParaRPr lang="en-US" dirty="0"/>
          </a:p>
        </p:txBody>
      </p:sp>
      <p:sp>
        <p:nvSpPr>
          <p:cNvPr id="50" name="Rectangle 49">
            <a:extLst>
              <a:ext uri="{FF2B5EF4-FFF2-40B4-BE49-F238E27FC236}">
                <a16:creationId xmlns:a16="http://schemas.microsoft.com/office/drawing/2014/main" id="{B2D3FB0B-D709-43AC-B65F-29361B504B61}"/>
              </a:ext>
            </a:extLst>
          </p:cNvPr>
          <p:cNvSpPr/>
          <p:nvPr/>
        </p:nvSpPr>
        <p:spPr>
          <a:xfrm>
            <a:off x="131177" y="4044481"/>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7" name="Rectangle 6"/>
              <p:cNvSpPr/>
              <p:nvPr/>
            </p:nvSpPr>
            <p:spPr>
              <a:xfrm>
                <a:off x="131177" y="4577154"/>
                <a:ext cx="8823826" cy="1135696"/>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m:rPr>
                          <m:nor/>
                        </m:rPr>
                        <a:rPr lang="en-US" sz="2800" i="0" dirty="0" smtClean="0">
                          <a:solidFill>
                            <a:srgbClr val="002060"/>
                          </a:solidFill>
                          <a:ea typeface="Cambria Math" panose="02040503050406030204" pitchFamily="18" charset="0"/>
                        </a:rPr>
                        <m:t>W</m:t>
                      </m:r>
                      <m:r>
                        <m:rPr>
                          <m:nor/>
                        </m:rPr>
                        <a:rPr lang="en-US" sz="2800" b="0" i="0" dirty="0" smtClean="0">
                          <a:solidFill>
                            <a:srgbClr val="002060"/>
                          </a:solidFill>
                          <a:ea typeface="Cambria Math" panose="02040503050406030204" pitchFamily="18" charset="0"/>
                        </a:rPr>
                        <m:t>e</m:t>
                      </m:r>
                      <m:r>
                        <m:rPr>
                          <m:nor/>
                        </m:rPr>
                        <a:rPr lang="en-US" sz="2800" b="0" i="0" dirty="0" smtClean="0">
                          <a:solidFill>
                            <a:srgbClr val="002060"/>
                          </a:solidFill>
                          <a:ea typeface="Cambria Math" panose="02040503050406030204" pitchFamily="18" charset="0"/>
                        </a:rPr>
                        <m:t> </m:t>
                      </m:r>
                      <m:r>
                        <m:rPr>
                          <m:nor/>
                        </m:rPr>
                        <a:rPr lang="en-US" sz="2800" b="0" i="0" dirty="0" smtClean="0">
                          <a:solidFill>
                            <a:srgbClr val="002060"/>
                          </a:solidFill>
                          <a:ea typeface="Cambria Math" panose="02040503050406030204" pitchFamily="18" charset="0"/>
                        </a:rPr>
                        <m:t>have</m:t>
                      </m:r>
                      <m:r>
                        <a:rPr lang="en-US" sz="2800" b="0" i="0" dirty="0" smtClean="0">
                          <a:solidFill>
                            <a:srgbClr val="002060"/>
                          </a:solidFill>
                          <a:latin typeface="Cambria Math" panose="02040503050406030204" pitchFamily="18" charset="0"/>
                          <a:ea typeface="Cambria Math" panose="02040503050406030204" pitchFamily="18" charset="0"/>
                        </a:rPr>
                        <m:t>           </m:t>
                      </m:r>
                      <m:r>
                        <m:rPr>
                          <m:sty m:val="p"/>
                        </m:rPr>
                        <a:rPr lang="en-US" sz="2800">
                          <a:solidFill>
                            <a:srgbClr val="002060"/>
                          </a:solidFill>
                          <a:latin typeface="Cambria Math" panose="02040503050406030204" pitchFamily="18" charset="0"/>
                        </a:rPr>
                        <m:t>n</m:t>
                      </m:r>
                      <m:r>
                        <a:rPr lang="en-US" sz="2800">
                          <a:solidFill>
                            <a:srgbClr val="002060"/>
                          </a:solidFill>
                          <a:latin typeface="Cambria Math" panose="02040503050406030204" pitchFamily="18" charset="0"/>
                        </a:rPr>
                        <m:t>=25,  </m:t>
                      </m:r>
                      <m:nary>
                        <m:naryPr>
                          <m:chr m:val="∑"/>
                          <m:limLoc m:val="undOvr"/>
                          <m:subHide m:val="on"/>
                          <m:supHide m:val="on"/>
                          <m:ctrlPr>
                            <a:rPr lang="en-US" sz="2800" i="1">
                              <a:solidFill>
                                <a:srgbClr val="002060"/>
                              </a:solidFill>
                              <a:latin typeface="Cambria Math" panose="02040503050406030204" pitchFamily="18" charset="0"/>
                            </a:rPr>
                          </m:ctrlPr>
                        </m:naryPr>
                        <m:sub/>
                        <m:sup/>
                        <m:e>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=125</m:t>
                          </m:r>
                        </m:e>
                      </m:nary>
                      <m:r>
                        <a:rPr lang="en-US" sz="2800">
                          <a:solidFill>
                            <a:srgbClr val="002060"/>
                          </a:solidFill>
                          <a:latin typeface="Cambria Math" panose="02040503050406030204" pitchFamily="18" charset="0"/>
                        </a:rPr>
                        <m:t>, </m:t>
                      </m:r>
                      <m:r>
                        <a:rPr lang="en-US" sz="2800" b="0" i="0" smtClean="0">
                          <a:solidFill>
                            <a:srgbClr val="002060"/>
                          </a:solidFill>
                          <a:latin typeface="Cambria Math" panose="02040503050406030204" pitchFamily="18" charset="0"/>
                        </a:rPr>
                        <m:t> </m:t>
                      </m:r>
                      <m:nary>
                        <m:naryPr>
                          <m:chr m:val="∑"/>
                          <m:limLoc m:val="undOvr"/>
                          <m:subHide m:val="on"/>
                          <m:supHide m:val="on"/>
                          <m:ctrlPr>
                            <a:rPr lang="en-US" sz="2800" i="1">
                              <a:solidFill>
                                <a:srgbClr val="002060"/>
                              </a:solidFill>
                              <a:latin typeface="Cambria Math" panose="02040503050406030204" pitchFamily="18" charset="0"/>
                            </a:rPr>
                          </m:ctrlPr>
                        </m:naryPr>
                        <m:sub/>
                        <m:sup/>
                        <m:e>
                          <m:sSup>
                            <m:sSupPr>
                              <m:ctrlPr>
                                <a:rPr lang="en-US" sz="2800" i="1">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x</m:t>
                              </m:r>
                            </m:e>
                            <m:sup>
                              <m:r>
                                <a:rPr lang="en-US" sz="2800">
                                  <a:solidFill>
                                    <a:srgbClr val="002060"/>
                                  </a:solidFill>
                                  <a:latin typeface="Cambria Math" panose="02040503050406030204" pitchFamily="18" charset="0"/>
                                </a:rPr>
                                <m:t>2</m:t>
                              </m:r>
                            </m:sup>
                          </m:sSup>
                          <m:r>
                            <a:rPr lang="en-US" sz="2800">
                              <a:solidFill>
                                <a:srgbClr val="002060"/>
                              </a:solidFill>
                              <a:latin typeface="Cambria Math" panose="02040503050406030204" pitchFamily="18" charset="0"/>
                            </a:rPr>
                            <m:t>=650</m:t>
                          </m:r>
                        </m:e>
                      </m:nary>
                    </m:oMath>
                  </m:oMathPara>
                </a14:m>
                <a:endParaRPr lang="en-US" sz="2800" dirty="0">
                  <a:solidFill>
                    <a:srgbClr val="002060"/>
                  </a:solidFill>
                </a:endParaRPr>
              </a:p>
            </p:txBody>
          </p:sp>
        </mc:Choice>
        <mc:Fallback xmlns="">
          <p:sp>
            <p:nvSpPr>
              <p:cNvPr id="7" name="Rectangle 6"/>
              <p:cNvSpPr>
                <a:spLocks noRot="1" noChangeAspect="1" noMove="1" noResize="1" noEditPoints="1" noAdjustHandles="1" noChangeArrowheads="1" noChangeShapeType="1" noTextEdit="1"/>
              </p:cNvSpPr>
              <p:nvPr/>
            </p:nvSpPr>
            <p:spPr>
              <a:xfrm>
                <a:off x="131177" y="4577154"/>
                <a:ext cx="8823826" cy="1135696"/>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1210639" y="5618132"/>
                <a:ext cx="7744364" cy="1135696"/>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nary>
                        <m:naryPr>
                          <m:chr m:val="∑"/>
                          <m:limLoc m:val="undOvr"/>
                          <m:subHide m:val="on"/>
                          <m:supHide m:val="on"/>
                          <m:ctrlPr>
                            <a:rPr lang="en-US" sz="2800" i="1" smtClean="0">
                              <a:solidFill>
                                <a:srgbClr val="002060"/>
                              </a:solidFill>
                              <a:latin typeface="Cambria Math" panose="02040503050406030204" pitchFamily="18" charset="0"/>
                            </a:rPr>
                          </m:ctrlPr>
                        </m:naryPr>
                        <m:sub/>
                        <m:sup/>
                        <m:e>
                          <m:r>
                            <m:rPr>
                              <m:sty m:val="p"/>
                            </m:rPr>
                            <a:rPr lang="en-US" sz="2800">
                              <a:solidFill>
                                <a:srgbClr val="002060"/>
                              </a:solidFill>
                              <a:latin typeface="Cambria Math" panose="02040503050406030204" pitchFamily="18" charset="0"/>
                            </a:rPr>
                            <m:t>xy</m:t>
                          </m:r>
                          <m:r>
                            <a:rPr lang="en-US" sz="2800">
                              <a:solidFill>
                                <a:srgbClr val="002060"/>
                              </a:solidFill>
                              <a:latin typeface="Cambria Math" panose="02040503050406030204" pitchFamily="18" charset="0"/>
                            </a:rPr>
                            <m:t>=508</m:t>
                          </m:r>
                        </m:e>
                      </m:nary>
                      <m:r>
                        <a:rPr lang="en-US" sz="2800" b="0" i="0" smtClean="0">
                          <a:solidFill>
                            <a:srgbClr val="002060"/>
                          </a:solidFill>
                          <a:latin typeface="Cambria Math" panose="02040503050406030204" pitchFamily="18" charset="0"/>
                        </a:rPr>
                        <m:t>,  </m:t>
                      </m:r>
                      <m:nary>
                        <m:naryPr>
                          <m:chr m:val="∑"/>
                          <m:limLoc m:val="undOvr"/>
                          <m:subHide m:val="on"/>
                          <m:supHide m:val="on"/>
                          <m:ctrlPr>
                            <a:rPr lang="en-US" sz="2800" i="1" smtClean="0">
                              <a:solidFill>
                                <a:srgbClr val="002060"/>
                              </a:solidFill>
                              <a:latin typeface="Cambria Math" panose="02040503050406030204" pitchFamily="18" charset="0"/>
                            </a:rPr>
                          </m:ctrlPr>
                        </m:naryPr>
                        <m:sub/>
                        <m:sup/>
                        <m:e>
                          <m:r>
                            <m:rPr>
                              <m:sty m:val="p"/>
                            </m:rPr>
                            <a:rPr lang="en-US" sz="2800" b="0" i="0" smtClean="0">
                              <a:solidFill>
                                <a:srgbClr val="002060"/>
                              </a:solidFill>
                              <a:latin typeface="Cambria Math" panose="02040503050406030204" pitchFamily="18" charset="0"/>
                            </a:rPr>
                            <m:t>y</m:t>
                          </m:r>
                          <m:r>
                            <a:rPr lang="en-US" sz="2800" i="0">
                              <a:solidFill>
                                <a:srgbClr val="002060"/>
                              </a:solidFill>
                              <a:latin typeface="Cambria Math" panose="02040503050406030204" pitchFamily="18" charset="0"/>
                            </a:rPr>
                            <m:t>=1</m:t>
                          </m:r>
                          <m:r>
                            <a:rPr lang="en-US" sz="2800" b="0" i="0" smtClean="0">
                              <a:solidFill>
                                <a:srgbClr val="002060"/>
                              </a:solidFill>
                              <a:latin typeface="Cambria Math" panose="02040503050406030204" pitchFamily="18" charset="0"/>
                            </a:rPr>
                            <m:t>00</m:t>
                          </m:r>
                        </m:e>
                      </m:nary>
                      <m:r>
                        <a:rPr lang="en-US" sz="2800" i="0">
                          <a:solidFill>
                            <a:srgbClr val="002060"/>
                          </a:solidFill>
                          <a:latin typeface="Cambria Math" panose="02040503050406030204" pitchFamily="18" charset="0"/>
                        </a:rPr>
                        <m:t>, </m:t>
                      </m:r>
                      <m:r>
                        <a:rPr lang="en-US" sz="2800" b="0" i="0" smtClean="0">
                          <a:solidFill>
                            <a:srgbClr val="002060"/>
                          </a:solidFill>
                          <a:latin typeface="Cambria Math" panose="02040503050406030204" pitchFamily="18" charset="0"/>
                        </a:rPr>
                        <m:t> </m:t>
                      </m:r>
                      <m:nary>
                        <m:naryPr>
                          <m:chr m:val="∑"/>
                          <m:limLoc m:val="undOvr"/>
                          <m:subHide m:val="on"/>
                          <m:supHide m:val="on"/>
                          <m:ctrlPr>
                            <a:rPr lang="en-US" sz="2800" i="1">
                              <a:solidFill>
                                <a:srgbClr val="002060"/>
                              </a:solidFill>
                              <a:latin typeface="Cambria Math" panose="02040503050406030204" pitchFamily="18" charset="0"/>
                            </a:rPr>
                          </m:ctrlPr>
                        </m:naryPr>
                        <m:sub/>
                        <m:sup/>
                        <m:e>
                          <m:sSup>
                            <m:sSupPr>
                              <m:ctrlPr>
                                <a:rPr lang="en-US" sz="2800" i="1">
                                  <a:solidFill>
                                    <a:srgbClr val="002060"/>
                                  </a:solidFill>
                                  <a:latin typeface="Cambria Math" panose="02040503050406030204" pitchFamily="18" charset="0"/>
                                </a:rPr>
                              </m:ctrlPr>
                            </m:sSupPr>
                            <m:e>
                              <m:r>
                                <m:rPr>
                                  <m:sty m:val="p"/>
                                </m:rPr>
                                <a:rPr lang="en-US" sz="2800" b="0" i="0" smtClean="0">
                                  <a:solidFill>
                                    <a:srgbClr val="002060"/>
                                  </a:solidFill>
                                  <a:latin typeface="Cambria Math" panose="02040503050406030204" pitchFamily="18" charset="0"/>
                                </a:rPr>
                                <m:t>y</m:t>
                              </m:r>
                            </m:e>
                            <m:sup>
                              <m:r>
                                <a:rPr lang="en-US" sz="2800" i="0">
                                  <a:solidFill>
                                    <a:srgbClr val="002060"/>
                                  </a:solidFill>
                                  <a:latin typeface="Cambria Math" panose="02040503050406030204" pitchFamily="18" charset="0"/>
                                </a:rPr>
                                <m:t>2</m:t>
                              </m:r>
                            </m:sup>
                          </m:sSup>
                          <m:r>
                            <a:rPr lang="en-US" sz="2800" i="0">
                              <a:solidFill>
                                <a:srgbClr val="002060"/>
                              </a:solidFill>
                              <a:latin typeface="Cambria Math" panose="02040503050406030204" pitchFamily="18" charset="0"/>
                            </a:rPr>
                            <m:t>=</m:t>
                          </m:r>
                          <m:r>
                            <a:rPr lang="en-US" sz="2800" b="0" i="0" smtClean="0">
                              <a:solidFill>
                                <a:srgbClr val="002060"/>
                              </a:solidFill>
                              <a:latin typeface="Cambria Math" panose="02040503050406030204" pitchFamily="18" charset="0"/>
                            </a:rPr>
                            <m:t>460</m:t>
                          </m:r>
                        </m:e>
                      </m:nary>
                    </m:oMath>
                  </m:oMathPara>
                </a14:m>
                <a:endParaRPr lang="en-US" sz="2800" dirty="0">
                  <a:solidFill>
                    <a:srgbClr val="002060"/>
                  </a:solidFill>
                </a:endParaRPr>
              </a:p>
            </p:txBody>
          </p:sp>
        </mc:Choice>
        <mc:Fallback xmlns="">
          <p:sp>
            <p:nvSpPr>
              <p:cNvPr id="8" name="Rectangle 7"/>
              <p:cNvSpPr>
                <a:spLocks noRot="1" noChangeAspect="1" noMove="1" noResize="1" noEditPoints="1" noAdjustHandles="1" noChangeArrowheads="1" noChangeShapeType="1" noTextEdit="1"/>
              </p:cNvSpPr>
              <p:nvPr/>
            </p:nvSpPr>
            <p:spPr>
              <a:xfrm>
                <a:off x="1210639" y="5618132"/>
                <a:ext cx="7744364" cy="1135696"/>
              </a:xfrm>
              <a:prstGeom prst="rect">
                <a:avLst/>
              </a:prstGeom>
              <a:blipFill rotWithShape="0">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133905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50" grpId="0" animBg="1"/>
      <p:bldP spid="7" grpId="0"/>
      <p:bldP spid="8"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1 ⇝ Example 4(</a:t>
            </a:r>
            <a:r>
              <a:rPr lang="en-GB" dirty="0">
                <a:solidFill>
                  <a:srgbClr val="FF0000"/>
                </a:solidFill>
              </a:rPr>
              <a:t>Continue</a:t>
            </a:r>
            <a:r>
              <a:rPr lang="en-GB" dirty="0"/>
              <a:t>)</a:t>
            </a:r>
            <a:endParaRPr lang="en-US" dirty="0"/>
          </a:p>
        </p:txBody>
      </p:sp>
      <mc:AlternateContent xmlns:mc="http://schemas.openxmlformats.org/markup-compatibility/2006" xmlns:a14="http://schemas.microsoft.com/office/drawing/2010/main">
        <mc:Choice Requires="a14">
          <p:sp>
            <p:nvSpPr>
              <p:cNvPr id="10" name="Rectangle 9"/>
              <p:cNvSpPr/>
              <p:nvPr/>
            </p:nvSpPr>
            <p:spPr>
              <a:xfrm>
                <a:off x="137272" y="859577"/>
                <a:ext cx="11320150" cy="1169551"/>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m:rPr>
                          <m:nor/>
                        </m:rPr>
                        <a:rPr lang="en-US" sz="2800" i="0" dirty="0" smtClean="0">
                          <a:solidFill>
                            <a:srgbClr val="002060"/>
                          </a:solidFill>
                          <a:latin typeface="+mj-lt"/>
                          <a:ea typeface="Cambria Math" panose="02040503050406030204" pitchFamily="18" charset="0"/>
                        </a:rPr>
                        <m:t>It</m:t>
                      </m:r>
                      <m:r>
                        <m:rPr>
                          <m:nor/>
                        </m:rPr>
                        <a:rPr lang="en-US" sz="2800" i="0" dirty="0" smtClean="0">
                          <a:solidFill>
                            <a:srgbClr val="002060"/>
                          </a:solidFill>
                          <a:latin typeface="+mj-lt"/>
                          <a:ea typeface="Cambria Math" panose="02040503050406030204" pitchFamily="18" charset="0"/>
                        </a:rPr>
                        <m:t> </m:t>
                      </m:r>
                      <m:r>
                        <m:rPr>
                          <m:nor/>
                        </m:rPr>
                        <a:rPr lang="en-US" sz="2800" i="0" dirty="0" smtClean="0">
                          <a:solidFill>
                            <a:srgbClr val="002060"/>
                          </a:solidFill>
                          <a:latin typeface="+mj-lt"/>
                          <a:ea typeface="Cambria Math" panose="02040503050406030204" pitchFamily="18" charset="0"/>
                        </a:rPr>
                        <m:t>was</m:t>
                      </m:r>
                      <m:r>
                        <m:rPr>
                          <m:nor/>
                        </m:rPr>
                        <a:rPr lang="en-US" sz="2800" i="0" dirty="0" smtClean="0">
                          <a:solidFill>
                            <a:srgbClr val="002060"/>
                          </a:solidFill>
                          <a:latin typeface="+mj-lt"/>
                          <a:ea typeface="Cambria Math" panose="02040503050406030204" pitchFamily="18" charset="0"/>
                        </a:rPr>
                        <m:t> </m:t>
                      </m:r>
                      <m:r>
                        <m:rPr>
                          <m:nor/>
                        </m:rPr>
                        <a:rPr lang="en-US" sz="2800" i="0" dirty="0" smtClean="0">
                          <a:solidFill>
                            <a:srgbClr val="002060"/>
                          </a:solidFill>
                          <a:latin typeface="+mj-lt"/>
                          <a:ea typeface="Cambria Math" panose="02040503050406030204" pitchFamily="18" charset="0"/>
                        </a:rPr>
                        <m:t>found</m:t>
                      </m:r>
                      <m:r>
                        <m:rPr>
                          <m:nor/>
                        </m:rPr>
                        <a:rPr lang="en-US" sz="2800" i="0" dirty="0" smtClean="0">
                          <a:solidFill>
                            <a:srgbClr val="002060"/>
                          </a:solidFill>
                          <a:latin typeface="+mj-lt"/>
                          <a:ea typeface="Cambria Math" panose="02040503050406030204" pitchFamily="18" charset="0"/>
                        </a:rPr>
                        <m:t> </m:t>
                      </m:r>
                      <m:r>
                        <m:rPr>
                          <m:nor/>
                        </m:rPr>
                        <a:rPr lang="en-US" sz="2800" i="0" dirty="0" smtClean="0">
                          <a:solidFill>
                            <a:srgbClr val="002060"/>
                          </a:solidFill>
                          <a:latin typeface="+mj-lt"/>
                          <a:ea typeface="Cambria Math" panose="02040503050406030204" pitchFamily="18" charset="0"/>
                        </a:rPr>
                        <m:t>that</m:t>
                      </m:r>
                      <m:r>
                        <m:rPr>
                          <m:nor/>
                        </m:rPr>
                        <a:rPr lang="en-US" sz="2800" i="0" dirty="0" smtClean="0">
                          <a:solidFill>
                            <a:srgbClr val="002060"/>
                          </a:solidFill>
                          <a:latin typeface="+mj-lt"/>
                          <a:ea typeface="Cambria Math" panose="02040503050406030204" pitchFamily="18" charset="0"/>
                        </a:rPr>
                        <m:t> </m:t>
                      </m:r>
                      <m:r>
                        <m:rPr>
                          <m:nor/>
                        </m:rPr>
                        <a:rPr lang="en-US" sz="2800" i="0" dirty="0" smtClean="0">
                          <a:solidFill>
                            <a:srgbClr val="002060"/>
                          </a:solidFill>
                          <a:latin typeface="+mj-lt"/>
                          <a:ea typeface="Cambria Math" panose="02040503050406030204" pitchFamily="18" charset="0"/>
                        </a:rPr>
                        <m:t>two</m:t>
                      </m:r>
                      <m:r>
                        <m:rPr>
                          <m:nor/>
                        </m:rPr>
                        <a:rPr lang="en-US" sz="2800" i="0" dirty="0" smtClean="0">
                          <a:solidFill>
                            <a:srgbClr val="002060"/>
                          </a:solidFill>
                          <a:latin typeface="+mj-lt"/>
                          <a:ea typeface="Cambria Math" panose="02040503050406030204" pitchFamily="18" charset="0"/>
                        </a:rPr>
                        <m:t> </m:t>
                      </m:r>
                      <m:r>
                        <m:rPr>
                          <m:nor/>
                        </m:rPr>
                        <a:rPr lang="en-US" sz="2800" i="0" dirty="0" smtClean="0">
                          <a:solidFill>
                            <a:srgbClr val="002060"/>
                          </a:solidFill>
                          <a:latin typeface="+mj-lt"/>
                          <a:ea typeface="Cambria Math" panose="02040503050406030204" pitchFamily="18" charset="0"/>
                        </a:rPr>
                        <m:t>of</m:t>
                      </m:r>
                      <m:r>
                        <m:rPr>
                          <m:nor/>
                        </m:rPr>
                        <a:rPr lang="en-US" sz="2800" i="0" dirty="0" smtClean="0">
                          <a:solidFill>
                            <a:srgbClr val="002060"/>
                          </a:solidFill>
                          <a:latin typeface="+mj-lt"/>
                          <a:ea typeface="Cambria Math" panose="02040503050406030204" pitchFamily="18" charset="0"/>
                        </a:rPr>
                        <m:t> </m:t>
                      </m:r>
                      <m:r>
                        <m:rPr>
                          <m:nor/>
                        </m:rPr>
                        <a:rPr lang="en-US" sz="2800" i="0" dirty="0" smtClean="0">
                          <a:solidFill>
                            <a:srgbClr val="002060"/>
                          </a:solidFill>
                          <a:latin typeface="+mj-lt"/>
                          <a:ea typeface="Cambria Math" panose="02040503050406030204" pitchFamily="18" charset="0"/>
                        </a:rPr>
                        <m:t>the</m:t>
                      </m:r>
                      <m:r>
                        <m:rPr>
                          <m:nor/>
                        </m:rPr>
                        <a:rPr lang="en-US" sz="2800" i="0" dirty="0" smtClean="0">
                          <a:solidFill>
                            <a:srgbClr val="002060"/>
                          </a:solidFill>
                          <a:latin typeface="+mj-lt"/>
                          <a:ea typeface="Cambria Math" panose="02040503050406030204" pitchFamily="18" charset="0"/>
                        </a:rPr>
                        <m:t> </m:t>
                      </m:r>
                      <m:r>
                        <m:rPr>
                          <m:nor/>
                        </m:rPr>
                        <a:rPr lang="en-US" sz="2800" i="0" dirty="0" smtClean="0">
                          <a:solidFill>
                            <a:srgbClr val="002060"/>
                          </a:solidFill>
                          <a:latin typeface="+mj-lt"/>
                          <a:ea typeface="Cambria Math" panose="02040503050406030204" pitchFamily="18" charset="0"/>
                        </a:rPr>
                        <m:t>points</m:t>
                      </m:r>
                      <m:r>
                        <a:rPr lang="en-US" sz="2800" b="0" i="1" dirty="0" smtClean="0">
                          <a:solidFill>
                            <a:srgbClr val="002060"/>
                          </a:solidFill>
                          <a:latin typeface="Cambria Math" panose="02040503050406030204" pitchFamily="18" charset="0"/>
                          <a:ea typeface="Cambria Math" panose="02040503050406030204" pitchFamily="18" charset="0"/>
                        </a:rPr>
                        <m:t> </m:t>
                      </m:r>
                      <m:r>
                        <a:rPr lang="en-US" sz="2800" i="1" dirty="0" smtClean="0">
                          <a:solidFill>
                            <a:srgbClr val="002060"/>
                          </a:solidFill>
                          <a:latin typeface="Cambria Math" panose="02040503050406030204" pitchFamily="18" charset="0"/>
                          <a:ea typeface="Cambria Math" panose="02040503050406030204" pitchFamily="18" charset="0"/>
                        </a:rPr>
                        <m:t>(</m:t>
                      </m:r>
                      <m:r>
                        <a:rPr lang="en-US" sz="2800" i="1" dirty="0" smtClean="0">
                          <a:solidFill>
                            <a:srgbClr val="7030A0"/>
                          </a:solidFill>
                          <a:latin typeface="Cambria Math" panose="02040503050406030204" pitchFamily="18" charset="0"/>
                          <a:ea typeface="Cambria Math" panose="02040503050406030204" pitchFamily="18" charset="0"/>
                        </a:rPr>
                        <m:t>8</m:t>
                      </m:r>
                      <m:r>
                        <a:rPr lang="en-US" sz="2800" i="1" dirty="0" smtClean="0">
                          <a:solidFill>
                            <a:srgbClr val="002060"/>
                          </a:solidFill>
                          <a:latin typeface="Cambria Math" panose="02040503050406030204" pitchFamily="18" charset="0"/>
                          <a:ea typeface="Cambria Math" panose="02040503050406030204" pitchFamily="18" charset="0"/>
                        </a:rPr>
                        <m:t>, </m:t>
                      </m:r>
                      <m:r>
                        <a:rPr lang="en-US" sz="2800" i="1" dirty="0" smtClean="0">
                          <a:solidFill>
                            <a:schemeClr val="tx2"/>
                          </a:solidFill>
                          <a:latin typeface="Cambria Math" panose="02040503050406030204" pitchFamily="18" charset="0"/>
                          <a:ea typeface="Cambria Math" panose="02040503050406030204" pitchFamily="18" charset="0"/>
                        </a:rPr>
                        <m:t>12</m:t>
                      </m:r>
                      <m:r>
                        <a:rPr lang="en-US" sz="2800" i="1" dirty="0" smtClean="0">
                          <a:solidFill>
                            <a:srgbClr val="002060"/>
                          </a:solidFill>
                          <a:latin typeface="Cambria Math" panose="02040503050406030204" pitchFamily="18" charset="0"/>
                          <a:ea typeface="Cambria Math" panose="02040503050406030204" pitchFamily="18" charset="0"/>
                        </a:rPr>
                        <m:t>)</m:t>
                      </m:r>
                      <m:r>
                        <a:rPr lang="en-US" sz="2800" i="1" dirty="0">
                          <a:solidFill>
                            <a:srgbClr val="002060"/>
                          </a:solidFill>
                          <a:latin typeface="Cambria Math" panose="02040503050406030204" pitchFamily="18" charset="0"/>
                          <a:ea typeface="Cambria Math" panose="02040503050406030204" pitchFamily="18" charset="0"/>
                        </a:rPr>
                        <m:t> </m:t>
                      </m:r>
                      <m:r>
                        <m:rPr>
                          <m:nor/>
                        </m:rPr>
                        <a:rPr lang="en-US" sz="2800" i="0" dirty="0">
                          <a:solidFill>
                            <a:srgbClr val="002060"/>
                          </a:solidFill>
                          <a:latin typeface="+mj-lt"/>
                          <a:ea typeface="Cambria Math" panose="02040503050406030204" pitchFamily="18" charset="0"/>
                        </a:rPr>
                        <m:t>and</m:t>
                      </m:r>
                      <m:r>
                        <m:rPr>
                          <m:nor/>
                        </m:rPr>
                        <a:rPr lang="en-US" sz="2800" i="0" dirty="0" smtClean="0">
                          <a:solidFill>
                            <a:srgbClr val="002060"/>
                          </a:solidFill>
                          <a:latin typeface="+mj-lt"/>
                          <a:ea typeface="Cambria Math" panose="02040503050406030204" pitchFamily="18" charset="0"/>
                        </a:rPr>
                        <m:t> </m:t>
                      </m:r>
                      <m:r>
                        <a:rPr lang="en-US" sz="2800" i="1" dirty="0" smtClean="0">
                          <a:solidFill>
                            <a:srgbClr val="002060"/>
                          </a:solidFill>
                          <a:latin typeface="Cambria Math" panose="02040503050406030204" pitchFamily="18" charset="0"/>
                          <a:ea typeface="Cambria Math" panose="02040503050406030204" pitchFamily="18" charset="0"/>
                        </a:rPr>
                        <m:t>(</m:t>
                      </m:r>
                      <m:r>
                        <a:rPr lang="en-US" sz="2800" i="1" dirty="0" smtClean="0">
                          <a:solidFill>
                            <a:srgbClr val="7030A0"/>
                          </a:solidFill>
                          <a:latin typeface="Cambria Math" panose="02040503050406030204" pitchFamily="18" charset="0"/>
                          <a:ea typeface="Cambria Math" panose="02040503050406030204" pitchFamily="18" charset="0"/>
                        </a:rPr>
                        <m:t>6</m:t>
                      </m:r>
                      <m:r>
                        <a:rPr lang="en-US" sz="2800" i="1" dirty="0" smtClean="0">
                          <a:solidFill>
                            <a:srgbClr val="002060"/>
                          </a:solidFill>
                          <a:latin typeface="Cambria Math" panose="02040503050406030204" pitchFamily="18" charset="0"/>
                          <a:ea typeface="Cambria Math" panose="02040503050406030204" pitchFamily="18" charset="0"/>
                        </a:rPr>
                        <m:t>, </m:t>
                      </m:r>
                      <m:r>
                        <a:rPr lang="en-US" sz="2800" i="1" dirty="0" smtClean="0">
                          <a:solidFill>
                            <a:schemeClr val="tx2"/>
                          </a:solidFill>
                          <a:latin typeface="Cambria Math" panose="02040503050406030204" pitchFamily="18" charset="0"/>
                          <a:ea typeface="Cambria Math" panose="02040503050406030204" pitchFamily="18" charset="0"/>
                        </a:rPr>
                        <m:t>8</m:t>
                      </m:r>
                      <m:r>
                        <a:rPr lang="en-US" sz="2800" i="1" dirty="0" smtClean="0">
                          <a:solidFill>
                            <a:srgbClr val="002060"/>
                          </a:solidFill>
                          <a:latin typeface="Cambria Math" panose="02040503050406030204" pitchFamily="18" charset="0"/>
                          <a:ea typeface="Cambria Math" panose="02040503050406030204" pitchFamily="18" charset="0"/>
                        </a:rPr>
                        <m:t>)</m:t>
                      </m:r>
                      <m:r>
                        <a:rPr lang="en-US" sz="2800" b="0" i="1" dirty="0" smtClean="0">
                          <a:solidFill>
                            <a:srgbClr val="002060"/>
                          </a:solidFill>
                          <a:latin typeface="Cambria Math" panose="02040503050406030204" pitchFamily="18" charset="0"/>
                          <a:ea typeface="Cambria Math" panose="02040503050406030204" pitchFamily="18" charset="0"/>
                        </a:rPr>
                        <m:t> </m:t>
                      </m:r>
                      <m:r>
                        <m:rPr>
                          <m:nor/>
                        </m:rPr>
                        <a:rPr lang="en-US" sz="2800" i="0" dirty="0">
                          <a:solidFill>
                            <a:srgbClr val="002060"/>
                          </a:solidFill>
                          <a:latin typeface="+mj-lt"/>
                          <a:ea typeface="Cambria Math" panose="02040503050406030204" pitchFamily="18" charset="0"/>
                        </a:rPr>
                        <m:t>were</m:t>
                      </m:r>
                      <m:r>
                        <m:rPr>
                          <m:nor/>
                        </m:rPr>
                        <a:rPr lang="en-US" sz="2800" i="0" dirty="0">
                          <a:solidFill>
                            <a:srgbClr val="002060"/>
                          </a:solidFill>
                          <a:latin typeface="+mj-lt"/>
                          <a:ea typeface="Cambria Math" panose="02040503050406030204" pitchFamily="18" charset="0"/>
                        </a:rPr>
                        <m:t> </m:t>
                      </m:r>
                      <m:r>
                        <m:rPr>
                          <m:nor/>
                        </m:rPr>
                        <a:rPr lang="en-US" sz="2800" i="0" dirty="0">
                          <a:solidFill>
                            <a:srgbClr val="002060"/>
                          </a:solidFill>
                          <a:latin typeface="+mj-lt"/>
                          <a:ea typeface="Cambria Math" panose="02040503050406030204" pitchFamily="18" charset="0"/>
                        </a:rPr>
                        <m:t>wrongly</m:t>
                      </m:r>
                      <m:r>
                        <m:rPr>
                          <m:nor/>
                        </m:rPr>
                        <a:rPr lang="en-US" sz="2800" i="0" dirty="0">
                          <a:solidFill>
                            <a:srgbClr val="002060"/>
                          </a:solidFill>
                          <a:latin typeface="+mj-lt"/>
                          <a:ea typeface="Cambria Math" panose="02040503050406030204" pitchFamily="18" charset="0"/>
                        </a:rPr>
                        <m:t> </m:t>
                      </m:r>
                      <m:r>
                        <m:rPr>
                          <m:nor/>
                        </m:rPr>
                        <a:rPr lang="en-US" sz="2800" i="0" dirty="0">
                          <a:solidFill>
                            <a:srgbClr val="002060"/>
                          </a:solidFill>
                          <a:latin typeface="+mj-lt"/>
                          <a:ea typeface="Cambria Math" panose="02040503050406030204" pitchFamily="18" charset="0"/>
                        </a:rPr>
                        <m:t>entered</m:t>
                      </m:r>
                      <m:r>
                        <m:rPr>
                          <m:nor/>
                        </m:rPr>
                        <a:rPr lang="en-US" sz="2800" b="0" i="0" dirty="0" smtClean="0">
                          <a:solidFill>
                            <a:srgbClr val="002060"/>
                          </a:solidFill>
                          <a:latin typeface="+mj-lt"/>
                          <a:ea typeface="Cambria Math" panose="02040503050406030204" pitchFamily="18" charset="0"/>
                        </a:rPr>
                        <m:t> </m:t>
                      </m:r>
                      <m:r>
                        <m:rPr>
                          <m:nor/>
                        </m:rPr>
                        <a:rPr lang="en-US" sz="2800" i="0" dirty="0">
                          <a:solidFill>
                            <a:srgbClr val="002060"/>
                          </a:solidFill>
                          <a:latin typeface="+mj-lt"/>
                          <a:ea typeface="Cambria Math" panose="02040503050406030204" pitchFamily="18" charset="0"/>
                        </a:rPr>
                        <m:t>as</m:t>
                      </m:r>
                      <m:r>
                        <m:rPr>
                          <m:nor/>
                        </m:rPr>
                        <a:rPr lang="en-US" sz="2800" b="0" i="0" dirty="0" smtClean="0">
                          <a:solidFill>
                            <a:srgbClr val="002060"/>
                          </a:solidFill>
                          <a:latin typeface="+mj-lt"/>
                          <a:ea typeface="Cambria Math" panose="02040503050406030204" pitchFamily="18" charset="0"/>
                        </a:rPr>
                        <m:t> </m:t>
                      </m:r>
                    </m:oMath>
                  </m:oMathPara>
                </a14:m>
                <a:endParaRPr lang="en-US" sz="2800" b="0" i="0" dirty="0">
                  <a:solidFill>
                    <a:srgbClr val="002060"/>
                  </a:solidFill>
                  <a:latin typeface="+mj-lt"/>
                  <a:ea typeface="Cambria Math" panose="02040503050406030204" pitchFamily="18" charset="0"/>
                </a:endParaRPr>
              </a:p>
              <a:p>
                <a:pPr marL="4922838" indent="-4922838">
                  <a:lnSpc>
                    <a:spcPct val="150000"/>
                  </a:lnSpc>
                </a:pPr>
                <a14:m>
                  <m:oMathPara xmlns:m="http://schemas.openxmlformats.org/officeDocument/2006/math">
                    <m:oMathParaPr>
                      <m:jc m:val="left"/>
                    </m:oMathParaPr>
                    <m:oMath xmlns:m="http://schemas.openxmlformats.org/officeDocument/2006/math">
                      <m:r>
                        <a:rPr lang="en-US" sz="2800" i="1" dirty="0" smtClean="0">
                          <a:solidFill>
                            <a:srgbClr val="002060"/>
                          </a:solidFill>
                          <a:latin typeface="Cambria Math" panose="02040503050406030204" pitchFamily="18" charset="0"/>
                          <a:ea typeface="Cambria Math" panose="02040503050406030204" pitchFamily="18" charset="0"/>
                        </a:rPr>
                        <m:t>(6, </m:t>
                      </m:r>
                      <m:r>
                        <a:rPr lang="en-US" sz="2800" i="1" dirty="0" smtClean="0">
                          <a:solidFill>
                            <a:srgbClr val="FF0000"/>
                          </a:solidFill>
                          <a:latin typeface="Cambria Math" panose="02040503050406030204" pitchFamily="18" charset="0"/>
                          <a:ea typeface="Cambria Math" panose="02040503050406030204" pitchFamily="18" charset="0"/>
                        </a:rPr>
                        <m:t>14</m:t>
                      </m:r>
                      <m:r>
                        <a:rPr lang="en-US" sz="2800" i="1" dirty="0" smtClean="0">
                          <a:solidFill>
                            <a:srgbClr val="002060"/>
                          </a:solidFill>
                          <a:latin typeface="Cambria Math" panose="02040503050406030204" pitchFamily="18" charset="0"/>
                          <a:ea typeface="Cambria Math" panose="02040503050406030204" pitchFamily="18" charset="0"/>
                        </a:rPr>
                        <m:t>)</m:t>
                      </m:r>
                      <m:r>
                        <m:rPr>
                          <m:nor/>
                        </m:rPr>
                        <a:rPr lang="en-US" sz="2800" i="0" dirty="0">
                          <a:solidFill>
                            <a:srgbClr val="002060"/>
                          </a:solidFill>
                          <a:latin typeface="+mj-lt"/>
                          <a:ea typeface="Cambria Math" panose="02040503050406030204" pitchFamily="18" charset="0"/>
                        </a:rPr>
                        <m:t> </m:t>
                      </m:r>
                      <m:r>
                        <m:rPr>
                          <m:nor/>
                        </m:rPr>
                        <a:rPr lang="en-US" sz="2800" i="0" dirty="0">
                          <a:solidFill>
                            <a:srgbClr val="002060"/>
                          </a:solidFill>
                          <a:latin typeface="+mj-lt"/>
                          <a:ea typeface="Cambria Math" panose="02040503050406030204" pitchFamily="18" charset="0"/>
                        </a:rPr>
                        <m:t>and</m:t>
                      </m:r>
                      <m:r>
                        <m:rPr>
                          <m:nor/>
                        </m:rPr>
                        <a:rPr lang="en-US" sz="2800" i="0" dirty="0">
                          <a:solidFill>
                            <a:srgbClr val="002060"/>
                          </a:solidFill>
                          <a:latin typeface="+mj-lt"/>
                          <a:ea typeface="Cambria Math" panose="02040503050406030204" pitchFamily="18" charset="0"/>
                        </a:rPr>
                        <m:t> </m:t>
                      </m:r>
                      <m:r>
                        <a:rPr lang="en-US" sz="2800" i="1" dirty="0" smtClean="0">
                          <a:solidFill>
                            <a:srgbClr val="002060"/>
                          </a:solidFill>
                          <a:latin typeface="Cambria Math" panose="02040503050406030204" pitchFamily="18" charset="0"/>
                          <a:ea typeface="Cambria Math" panose="02040503050406030204" pitchFamily="18" charset="0"/>
                        </a:rPr>
                        <m:t>(8, </m:t>
                      </m:r>
                      <m:r>
                        <a:rPr lang="en-US" sz="2800" i="1" dirty="0" smtClean="0">
                          <a:solidFill>
                            <a:srgbClr val="FF0000"/>
                          </a:solidFill>
                          <a:latin typeface="Cambria Math" panose="02040503050406030204" pitchFamily="18" charset="0"/>
                          <a:ea typeface="Cambria Math" panose="02040503050406030204" pitchFamily="18" charset="0"/>
                        </a:rPr>
                        <m:t>6</m:t>
                      </m:r>
                      <m:r>
                        <a:rPr lang="en-US" sz="2800" i="1" dirty="0" smtClean="0">
                          <a:solidFill>
                            <a:srgbClr val="002060"/>
                          </a:solidFill>
                          <a:latin typeface="Cambria Math" panose="02040503050406030204" pitchFamily="18" charset="0"/>
                          <a:ea typeface="Cambria Math" panose="02040503050406030204" pitchFamily="18" charset="0"/>
                        </a:rPr>
                        <m:t>)</m:t>
                      </m:r>
                    </m:oMath>
                  </m:oMathPara>
                </a14:m>
                <a:endParaRPr lang="en-US" dirty="0">
                  <a:solidFill>
                    <a:srgbClr val="002060"/>
                  </a:solidFill>
                  <a:latin typeface="+mj-lt"/>
                </a:endParaRPr>
              </a:p>
            </p:txBody>
          </p:sp>
        </mc:Choice>
        <mc:Fallback xmlns="">
          <p:sp>
            <p:nvSpPr>
              <p:cNvPr id="10" name="Rectangle 9"/>
              <p:cNvSpPr>
                <a:spLocks noRot="1" noChangeAspect="1" noMove="1" noResize="1" noEditPoints="1" noAdjustHandles="1" noChangeArrowheads="1" noChangeShapeType="1" noTextEdit="1"/>
              </p:cNvSpPr>
              <p:nvPr/>
            </p:nvSpPr>
            <p:spPr>
              <a:xfrm>
                <a:off x="137272" y="859577"/>
                <a:ext cx="11320150" cy="1169551"/>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Rectangle 18"/>
              <p:cNvSpPr/>
              <p:nvPr/>
            </p:nvSpPr>
            <p:spPr>
              <a:xfrm>
                <a:off x="137272" y="2164707"/>
                <a:ext cx="10036722" cy="666849"/>
              </a:xfrm>
              <a:prstGeom prst="rect">
                <a:avLst/>
              </a:prstGeom>
            </p:spPr>
            <p:txBody>
              <a:bodyPr wrap="none">
                <a:spAutoFit/>
              </a:bodyPr>
              <a:lstStyle/>
              <a:p>
                <a:pPr>
                  <a:lnSpc>
                    <a:spcPct val="150000"/>
                  </a:lnSpc>
                </a:pPr>
                <a:r>
                  <a:rPr lang="en-US" sz="2800" i="0" dirty="0">
                    <a:solidFill>
                      <a:srgbClr val="002060"/>
                    </a:solidFill>
                    <a:latin typeface="+mj-lt"/>
                    <a:ea typeface="Cambria Math" panose="02040503050406030204" pitchFamily="18" charset="0"/>
                  </a:rPr>
                  <a:t>I</a:t>
                </a:r>
                <a:r>
                  <a:rPr lang="en-US" sz="2800" b="0" i="0" dirty="0">
                    <a:solidFill>
                      <a:srgbClr val="002060"/>
                    </a:solidFill>
                    <a:latin typeface="+mj-lt"/>
                    <a:ea typeface="Cambria Math" panose="02040503050406030204" pitchFamily="18" charset="0"/>
                  </a:rPr>
                  <a:t>t means, In </a:t>
                </a:r>
                <a14:m>
                  <m:oMath xmlns:m="http://schemas.openxmlformats.org/officeDocument/2006/math">
                    <m:r>
                      <m:rPr>
                        <m:sty m:val="p"/>
                      </m:rPr>
                      <a:rPr lang="en-US" sz="2800" b="0" i="0" dirty="0" smtClean="0">
                        <a:solidFill>
                          <a:srgbClr val="FF0000"/>
                        </a:solidFill>
                        <a:latin typeface="Cambria Math" panose="02040503050406030204" pitchFamily="18" charset="0"/>
                        <a:ea typeface="Cambria Math" panose="02040503050406030204" pitchFamily="18" charset="0"/>
                      </a:rPr>
                      <m:t>x</m:t>
                    </m:r>
                  </m:oMath>
                </a14:m>
                <a:r>
                  <a:rPr lang="en-US" sz="2800" b="0" i="0" dirty="0">
                    <a:solidFill>
                      <a:srgbClr val="002060"/>
                    </a:solidFill>
                    <a:latin typeface="+mj-lt"/>
                    <a:ea typeface="Cambria Math" panose="02040503050406030204" pitchFamily="18" charset="0"/>
                  </a:rPr>
                  <a:t>, 	</a:t>
                </a:r>
                <a14:m>
                  <m:oMath xmlns:m="http://schemas.openxmlformats.org/officeDocument/2006/math">
                    <m:r>
                      <a:rPr lang="en-US" sz="2800" b="0" i="1" dirty="0" smtClean="0">
                        <a:solidFill>
                          <a:srgbClr val="002060"/>
                        </a:solidFill>
                        <a:latin typeface="Cambria Math" panose="02040503050406030204" pitchFamily="18" charset="0"/>
                        <a:ea typeface="Cambria Math" panose="02040503050406030204" pitchFamily="18" charset="0"/>
                      </a:rPr>
                      <m:t>6</m:t>
                    </m:r>
                  </m:oMath>
                </a14:m>
                <a:r>
                  <a:rPr lang="en-US" sz="2800" b="0" i="0" dirty="0">
                    <a:solidFill>
                      <a:srgbClr val="002060"/>
                    </a:solidFill>
                    <a:latin typeface="+mj-lt"/>
                    <a:ea typeface="Cambria Math" panose="02040503050406030204" pitchFamily="18" charset="0"/>
                  </a:rPr>
                  <a:t> &amp; </a:t>
                </a:r>
                <a14:m>
                  <m:oMath xmlns:m="http://schemas.openxmlformats.org/officeDocument/2006/math">
                    <m:r>
                      <a:rPr lang="en-US" sz="2800" b="0" i="1" dirty="0" smtClean="0">
                        <a:solidFill>
                          <a:srgbClr val="002060"/>
                        </a:solidFill>
                        <a:latin typeface="Cambria Math" panose="02040503050406030204" pitchFamily="18" charset="0"/>
                        <a:ea typeface="Cambria Math" panose="02040503050406030204" pitchFamily="18" charset="0"/>
                      </a:rPr>
                      <m:t>8</m:t>
                    </m:r>
                  </m:oMath>
                </a14:m>
                <a:r>
                  <a:rPr lang="en-US" sz="2800" b="0" i="0" dirty="0">
                    <a:solidFill>
                      <a:srgbClr val="002060"/>
                    </a:solidFill>
                    <a:latin typeface="+mj-lt"/>
                    <a:ea typeface="Cambria Math" panose="02040503050406030204" pitchFamily="18" charset="0"/>
                  </a:rPr>
                  <a:t> were incorrect	</a:t>
                </a:r>
                <a:r>
                  <a:rPr lang="en-US" sz="2800" dirty="0">
                    <a:solidFill>
                      <a:srgbClr val="002060"/>
                    </a:solidFill>
                    <a:latin typeface="+mj-lt"/>
                    <a:ea typeface="Cambria Math" panose="02040503050406030204" pitchFamily="18" charset="0"/>
                  </a:rPr>
                  <a:t>and	</a:t>
                </a:r>
                <a14:m>
                  <m:oMath xmlns:m="http://schemas.openxmlformats.org/officeDocument/2006/math">
                    <m:r>
                      <a:rPr lang="en-US" sz="2800" i="1" dirty="0" smtClean="0">
                        <a:solidFill>
                          <a:srgbClr val="7030A0"/>
                        </a:solidFill>
                        <a:latin typeface="Cambria Math" panose="02040503050406030204" pitchFamily="18" charset="0"/>
                        <a:ea typeface="Cambria Math" panose="02040503050406030204" pitchFamily="18" charset="0"/>
                      </a:rPr>
                      <m:t>8</m:t>
                    </m:r>
                  </m:oMath>
                </a14:m>
                <a:r>
                  <a:rPr lang="en-US" sz="2800" dirty="0">
                    <a:solidFill>
                      <a:srgbClr val="002060"/>
                    </a:solidFill>
                    <a:latin typeface="+mj-lt"/>
                    <a:ea typeface="Cambria Math" panose="02040503050406030204" pitchFamily="18" charset="0"/>
                  </a:rPr>
                  <a:t> &amp; </a:t>
                </a:r>
                <a14:m>
                  <m:oMath xmlns:m="http://schemas.openxmlformats.org/officeDocument/2006/math">
                    <m:r>
                      <a:rPr lang="en-US" sz="2800" i="1" dirty="0" smtClean="0">
                        <a:solidFill>
                          <a:srgbClr val="7030A0"/>
                        </a:solidFill>
                        <a:latin typeface="Cambria Math" panose="02040503050406030204" pitchFamily="18" charset="0"/>
                        <a:ea typeface="Cambria Math" panose="02040503050406030204" pitchFamily="18" charset="0"/>
                      </a:rPr>
                      <m:t>6</m:t>
                    </m:r>
                  </m:oMath>
                </a14:m>
                <a:r>
                  <a:rPr lang="en-US" sz="2800" dirty="0">
                    <a:solidFill>
                      <a:srgbClr val="002060"/>
                    </a:solidFill>
                    <a:latin typeface="+mj-lt"/>
                    <a:ea typeface="Cambria Math" panose="02040503050406030204" pitchFamily="18" charset="0"/>
                  </a:rPr>
                  <a:t> are correct.</a:t>
                </a:r>
              </a:p>
            </p:txBody>
          </p:sp>
        </mc:Choice>
        <mc:Fallback xmlns="">
          <p:sp>
            <p:nvSpPr>
              <p:cNvPr id="19" name="Rectangle 18"/>
              <p:cNvSpPr>
                <a:spLocks noRot="1" noChangeAspect="1" noMove="1" noResize="1" noEditPoints="1" noAdjustHandles="1" noChangeArrowheads="1" noChangeShapeType="1" noTextEdit="1"/>
              </p:cNvSpPr>
              <p:nvPr/>
            </p:nvSpPr>
            <p:spPr>
              <a:xfrm>
                <a:off x="137272" y="2164707"/>
                <a:ext cx="10036722" cy="666849"/>
              </a:xfrm>
              <a:prstGeom prst="rect">
                <a:avLst/>
              </a:prstGeom>
              <a:blipFill>
                <a:blip r:embed="rId3"/>
                <a:stretch>
                  <a:fillRect l="-1276" r="-243" b="-2568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Rectangle 19"/>
              <p:cNvSpPr/>
              <p:nvPr/>
            </p:nvSpPr>
            <p:spPr>
              <a:xfrm>
                <a:off x="137272" y="2899706"/>
                <a:ext cx="10235494" cy="666849"/>
              </a:xfrm>
              <a:prstGeom prst="rect">
                <a:avLst/>
              </a:prstGeom>
            </p:spPr>
            <p:txBody>
              <a:bodyPr wrap="none">
                <a:spAutoFit/>
              </a:bodyPr>
              <a:lstStyle/>
              <a:p>
                <a:pPr>
                  <a:lnSpc>
                    <a:spcPct val="150000"/>
                  </a:lnSpc>
                </a:pPr>
                <a:r>
                  <a:rPr lang="en-US" sz="2800" dirty="0">
                    <a:solidFill>
                      <a:schemeClr val="bg1"/>
                    </a:solidFill>
                    <a:ea typeface="Cambria Math" panose="02040503050406030204" pitchFamily="18" charset="0"/>
                  </a:rPr>
                  <a:t>It means, </a:t>
                </a:r>
                <a:r>
                  <a:rPr lang="en-US" sz="2800" dirty="0">
                    <a:solidFill>
                      <a:srgbClr val="002060"/>
                    </a:solidFill>
                    <a:ea typeface="Cambria Math" panose="02040503050406030204" pitchFamily="18" charset="0"/>
                  </a:rPr>
                  <a:t>In </a:t>
                </a:r>
                <a14:m>
                  <m:oMath xmlns:m="http://schemas.openxmlformats.org/officeDocument/2006/math">
                    <m:r>
                      <m:rPr>
                        <m:sty m:val="p"/>
                      </m:rPr>
                      <a:rPr lang="en-US" sz="2800" i="0" dirty="0" smtClean="0">
                        <a:solidFill>
                          <a:srgbClr val="FF0000"/>
                        </a:solidFill>
                        <a:latin typeface="Cambria Math" panose="02040503050406030204" pitchFamily="18" charset="0"/>
                        <a:ea typeface="Cambria Math" panose="02040503050406030204" pitchFamily="18" charset="0"/>
                      </a:rPr>
                      <m:t>y</m:t>
                    </m:r>
                  </m:oMath>
                </a14:m>
                <a:r>
                  <a:rPr lang="en-US" sz="2800" dirty="0">
                    <a:solidFill>
                      <a:srgbClr val="002060"/>
                    </a:solidFill>
                    <a:ea typeface="Cambria Math" panose="02040503050406030204" pitchFamily="18" charset="0"/>
                  </a:rPr>
                  <a:t>, 	</a:t>
                </a:r>
                <a14:m>
                  <m:oMath xmlns:m="http://schemas.openxmlformats.org/officeDocument/2006/math">
                    <m:r>
                      <a:rPr lang="en-US" sz="2800" i="1" dirty="0" smtClean="0">
                        <a:solidFill>
                          <a:srgbClr val="FF0000"/>
                        </a:solidFill>
                        <a:latin typeface="Cambria Math" panose="02040503050406030204" pitchFamily="18" charset="0"/>
                        <a:ea typeface="Cambria Math" panose="02040503050406030204" pitchFamily="18" charset="0"/>
                      </a:rPr>
                      <m:t>14</m:t>
                    </m:r>
                  </m:oMath>
                </a14:m>
                <a:r>
                  <a:rPr lang="en-US" sz="2800" dirty="0">
                    <a:solidFill>
                      <a:srgbClr val="002060"/>
                    </a:solidFill>
                    <a:ea typeface="Cambria Math" panose="02040503050406030204" pitchFamily="18" charset="0"/>
                  </a:rPr>
                  <a:t> &amp; </a:t>
                </a:r>
                <a14:m>
                  <m:oMath xmlns:m="http://schemas.openxmlformats.org/officeDocument/2006/math">
                    <m:r>
                      <a:rPr lang="en-US" sz="2800" i="1" dirty="0" smtClean="0">
                        <a:solidFill>
                          <a:srgbClr val="FF0000"/>
                        </a:solidFill>
                        <a:latin typeface="Cambria Math" panose="02040503050406030204" pitchFamily="18" charset="0"/>
                        <a:ea typeface="Cambria Math" panose="02040503050406030204" pitchFamily="18" charset="0"/>
                      </a:rPr>
                      <m:t>6</m:t>
                    </m:r>
                  </m:oMath>
                </a14:m>
                <a:r>
                  <a:rPr lang="en-US" sz="2800" dirty="0">
                    <a:solidFill>
                      <a:srgbClr val="002060"/>
                    </a:solidFill>
                    <a:ea typeface="Cambria Math" panose="02040503050406030204" pitchFamily="18" charset="0"/>
                  </a:rPr>
                  <a:t> were incorrect 	and 	</a:t>
                </a:r>
                <a14:m>
                  <m:oMath xmlns:m="http://schemas.openxmlformats.org/officeDocument/2006/math">
                    <m:r>
                      <a:rPr lang="en-US" sz="2800" i="1" dirty="0" smtClean="0">
                        <a:solidFill>
                          <a:schemeClr val="tx2"/>
                        </a:solidFill>
                        <a:latin typeface="Cambria Math" panose="02040503050406030204" pitchFamily="18" charset="0"/>
                        <a:ea typeface="Cambria Math" panose="02040503050406030204" pitchFamily="18" charset="0"/>
                      </a:rPr>
                      <m:t>12</m:t>
                    </m:r>
                  </m:oMath>
                </a14:m>
                <a:r>
                  <a:rPr lang="en-US" sz="2800" dirty="0">
                    <a:solidFill>
                      <a:srgbClr val="002060"/>
                    </a:solidFill>
                    <a:ea typeface="Cambria Math" panose="02040503050406030204" pitchFamily="18" charset="0"/>
                  </a:rPr>
                  <a:t> &amp; </a:t>
                </a:r>
                <a14:m>
                  <m:oMath xmlns:m="http://schemas.openxmlformats.org/officeDocument/2006/math">
                    <m:r>
                      <a:rPr lang="en-US" sz="2800" i="1" dirty="0" smtClean="0">
                        <a:solidFill>
                          <a:schemeClr val="tx2"/>
                        </a:solidFill>
                        <a:latin typeface="Cambria Math" panose="02040503050406030204" pitchFamily="18" charset="0"/>
                        <a:ea typeface="Cambria Math" panose="02040503050406030204" pitchFamily="18" charset="0"/>
                      </a:rPr>
                      <m:t>8</m:t>
                    </m:r>
                  </m:oMath>
                </a14:m>
                <a:r>
                  <a:rPr lang="en-US" sz="2800" dirty="0">
                    <a:solidFill>
                      <a:srgbClr val="002060"/>
                    </a:solidFill>
                    <a:ea typeface="Cambria Math" panose="02040503050406030204" pitchFamily="18" charset="0"/>
                  </a:rPr>
                  <a:t> are correct.</a:t>
                </a:r>
                <a:endParaRPr lang="en-US" sz="2800" dirty="0">
                  <a:solidFill>
                    <a:srgbClr val="002060"/>
                  </a:solidFill>
                </a:endParaRPr>
              </a:p>
            </p:txBody>
          </p:sp>
        </mc:Choice>
        <mc:Fallback xmlns="">
          <p:sp>
            <p:nvSpPr>
              <p:cNvPr id="20" name="Rectangle 19"/>
              <p:cNvSpPr>
                <a:spLocks noRot="1" noChangeAspect="1" noMove="1" noResize="1" noEditPoints="1" noAdjustHandles="1" noChangeArrowheads="1" noChangeShapeType="1" noTextEdit="1"/>
              </p:cNvSpPr>
              <p:nvPr/>
            </p:nvSpPr>
            <p:spPr>
              <a:xfrm>
                <a:off x="137272" y="2899706"/>
                <a:ext cx="10235494" cy="666849"/>
              </a:xfrm>
              <a:prstGeom prst="rect">
                <a:avLst/>
              </a:prstGeom>
              <a:blipFill>
                <a:blip r:embed="rId4"/>
                <a:stretch>
                  <a:fillRect l="-1251" r="-238" b="-2568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Rectangle 20"/>
              <p:cNvSpPr/>
              <p:nvPr/>
            </p:nvSpPr>
            <p:spPr>
              <a:xfrm>
                <a:off x="137272" y="3967839"/>
                <a:ext cx="6372898" cy="1135696"/>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r>
                        <m:rPr>
                          <m:nor/>
                        </m:rPr>
                        <a:rPr lang="en-US" sz="2800" b="0" i="0" smtClean="0">
                          <a:solidFill>
                            <a:srgbClr val="002060"/>
                          </a:solidFill>
                          <a:ea typeface="Cambria Math" panose="02040503050406030204" pitchFamily="18" charset="0"/>
                        </a:rPr>
                        <m:t>Corrected</m:t>
                      </m:r>
                      <m:r>
                        <m:rPr>
                          <m:nor/>
                        </m:rPr>
                        <a:rPr lang="en-US" sz="2800" b="0" i="0" smtClean="0">
                          <a:solidFill>
                            <a:srgbClr val="002060"/>
                          </a:solidFill>
                          <a:ea typeface="Cambria Math" panose="02040503050406030204" pitchFamily="18" charset="0"/>
                        </a:rPr>
                        <m:t> </m:t>
                      </m:r>
                      <m:nary>
                        <m:naryPr>
                          <m:chr m:val="∑"/>
                          <m:limLoc m:val="undOvr"/>
                          <m:subHide m:val="on"/>
                          <m:supHide m:val="on"/>
                          <m:ctrlPr>
                            <a:rPr lang="en-US" sz="2800" i="1">
                              <a:solidFill>
                                <a:srgbClr val="002060"/>
                              </a:solidFill>
                              <a:latin typeface="Cambria Math" panose="02040503050406030204" pitchFamily="18" charset="0"/>
                            </a:rPr>
                          </m:ctrlPr>
                        </m:naryPr>
                        <m:sub/>
                        <m:sup/>
                        <m:e>
                          <m:r>
                            <m:rPr>
                              <m:sty m:val="p"/>
                            </m:rPr>
                            <a:rPr lang="en-US" sz="2800">
                              <a:solidFill>
                                <a:srgbClr val="002060"/>
                              </a:solidFill>
                              <a:latin typeface="Cambria Math" panose="02040503050406030204" pitchFamily="18" charset="0"/>
                            </a:rPr>
                            <m:t>x</m:t>
                          </m:r>
                        </m:e>
                      </m:nary>
                      <m:r>
                        <a:rPr lang="en-US" sz="2800" b="0" i="1" smtClean="0">
                          <a:solidFill>
                            <a:srgbClr val="002060"/>
                          </a:solidFill>
                          <a:latin typeface="Cambria Math" panose="02040503050406030204" pitchFamily="18" charset="0"/>
                        </a:rPr>
                        <m:t>=125</m:t>
                      </m:r>
                      <m:r>
                        <a:rPr lang="en-US" sz="2800" b="0" i="1" smtClean="0">
                          <a:solidFill>
                            <a:schemeClr val="bg1"/>
                          </a:solidFill>
                          <a:latin typeface="Cambria Math" panose="02040503050406030204" pitchFamily="18" charset="0"/>
                        </a:rPr>
                        <m:t>−6−8+8+6</m:t>
                      </m:r>
                    </m:oMath>
                  </m:oMathPara>
                </a14:m>
                <a:endParaRPr lang="en-US" sz="2800" dirty="0">
                  <a:solidFill>
                    <a:srgbClr val="002060"/>
                  </a:solidFill>
                </a:endParaRPr>
              </a:p>
            </p:txBody>
          </p:sp>
        </mc:Choice>
        <mc:Fallback xmlns="">
          <p:sp>
            <p:nvSpPr>
              <p:cNvPr id="21" name="Rectangle 20"/>
              <p:cNvSpPr>
                <a:spLocks noRot="1" noChangeAspect="1" noMove="1" noResize="1" noEditPoints="1" noAdjustHandles="1" noChangeArrowheads="1" noChangeShapeType="1" noTextEdit="1"/>
              </p:cNvSpPr>
              <p:nvPr/>
            </p:nvSpPr>
            <p:spPr>
              <a:xfrm>
                <a:off x="137272" y="3967839"/>
                <a:ext cx="6372898" cy="1135696"/>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Rectangle 21"/>
              <p:cNvSpPr/>
              <p:nvPr/>
            </p:nvSpPr>
            <p:spPr>
              <a:xfrm>
                <a:off x="3781825" y="4220382"/>
                <a:ext cx="1437445"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b="0" i="1" smtClean="0">
                          <a:solidFill>
                            <a:srgbClr val="FF0000"/>
                          </a:solidFill>
                          <a:latin typeface="Cambria Math" panose="02040503050406030204" pitchFamily="18" charset="0"/>
                        </a:rPr>
                        <m:t>− 6−8</m:t>
                      </m:r>
                    </m:oMath>
                  </m:oMathPara>
                </a14:m>
                <a:endParaRPr lang="en-US" sz="2800" dirty="0">
                  <a:solidFill>
                    <a:srgbClr val="FF0000"/>
                  </a:solidFill>
                </a:endParaRPr>
              </a:p>
            </p:txBody>
          </p:sp>
        </mc:Choice>
        <mc:Fallback xmlns="">
          <p:sp>
            <p:nvSpPr>
              <p:cNvPr id="22" name="Rectangle 21"/>
              <p:cNvSpPr>
                <a:spLocks noRot="1" noChangeAspect="1" noMove="1" noResize="1" noEditPoints="1" noAdjustHandles="1" noChangeArrowheads="1" noChangeShapeType="1" noTextEdit="1"/>
              </p:cNvSpPr>
              <p:nvPr/>
            </p:nvSpPr>
            <p:spPr>
              <a:xfrm>
                <a:off x="3781825" y="4220382"/>
                <a:ext cx="1437445" cy="523220"/>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p:cNvSpPr/>
              <p:nvPr/>
            </p:nvSpPr>
            <p:spPr>
              <a:xfrm>
                <a:off x="5022603" y="4208807"/>
                <a:ext cx="1437445"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b="0" i="1" smtClean="0">
                          <a:solidFill>
                            <a:srgbClr val="7030A0"/>
                          </a:solidFill>
                          <a:latin typeface="Cambria Math" panose="02040503050406030204" pitchFamily="18" charset="0"/>
                        </a:rPr>
                        <m:t>+ 8+6</m:t>
                      </m:r>
                    </m:oMath>
                  </m:oMathPara>
                </a14:m>
                <a:endParaRPr lang="en-US" sz="2800" dirty="0">
                  <a:solidFill>
                    <a:srgbClr val="7030A0"/>
                  </a:solidFill>
                </a:endParaRPr>
              </a:p>
            </p:txBody>
          </p:sp>
        </mc:Choice>
        <mc:Fallback xmlns="">
          <p:sp>
            <p:nvSpPr>
              <p:cNvPr id="23" name="Rectangle 22"/>
              <p:cNvSpPr>
                <a:spLocks noRot="1" noChangeAspect="1" noMove="1" noResize="1" noEditPoints="1" noAdjustHandles="1" noChangeArrowheads="1" noChangeShapeType="1" noTextEdit="1"/>
              </p:cNvSpPr>
              <p:nvPr/>
            </p:nvSpPr>
            <p:spPr>
              <a:xfrm>
                <a:off x="5022603" y="4208807"/>
                <a:ext cx="1437445" cy="523220"/>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Rectangle 23"/>
              <p:cNvSpPr/>
              <p:nvPr/>
            </p:nvSpPr>
            <p:spPr>
              <a:xfrm>
                <a:off x="6449649" y="4208807"/>
                <a:ext cx="1279902"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b="0" i="1" smtClean="0">
                          <a:solidFill>
                            <a:srgbClr val="002060"/>
                          </a:solidFill>
                          <a:latin typeface="Cambria Math" panose="02040503050406030204" pitchFamily="18" charset="0"/>
                        </a:rPr>
                        <m:t>=</m:t>
                      </m:r>
                      <m:r>
                        <a:rPr lang="en-US" sz="2800" b="1" i="1" smtClean="0">
                          <a:solidFill>
                            <a:srgbClr val="002060"/>
                          </a:solidFill>
                          <a:latin typeface="Cambria Math" panose="02040503050406030204" pitchFamily="18" charset="0"/>
                        </a:rPr>
                        <m:t>𝟏𝟐𝟓</m:t>
                      </m:r>
                    </m:oMath>
                  </m:oMathPara>
                </a14:m>
                <a:endParaRPr lang="en-US" sz="2800" b="1" dirty="0">
                  <a:solidFill>
                    <a:srgbClr val="002060"/>
                  </a:solidFill>
                </a:endParaRPr>
              </a:p>
            </p:txBody>
          </p:sp>
        </mc:Choice>
        <mc:Fallback xmlns="">
          <p:sp>
            <p:nvSpPr>
              <p:cNvPr id="24" name="Rectangle 23"/>
              <p:cNvSpPr>
                <a:spLocks noRot="1" noChangeAspect="1" noMove="1" noResize="1" noEditPoints="1" noAdjustHandles="1" noChangeArrowheads="1" noChangeShapeType="1" noTextEdit="1"/>
              </p:cNvSpPr>
              <p:nvPr/>
            </p:nvSpPr>
            <p:spPr>
              <a:xfrm>
                <a:off x="6449649" y="4208807"/>
                <a:ext cx="1279902"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Rectangle 24"/>
              <p:cNvSpPr/>
              <p:nvPr/>
            </p:nvSpPr>
            <p:spPr>
              <a:xfrm>
                <a:off x="137272" y="5356078"/>
                <a:ext cx="6675120" cy="1135696"/>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a:rPr lang="en-US" sz="2800" i="1" smtClean="0">
                          <a:solidFill>
                            <a:schemeClr val="bg1"/>
                          </a:solidFill>
                          <a:latin typeface="Cambria Math" panose="02040503050406030204" pitchFamily="18" charset="0"/>
                          <a:ea typeface="Cambria Math" panose="02040503050406030204" pitchFamily="18" charset="0"/>
                        </a:rPr>
                        <m:t>∴</m:t>
                      </m:r>
                      <m:r>
                        <m:rPr>
                          <m:nor/>
                        </m:rPr>
                        <a:rPr lang="en-US" sz="2800" b="0" i="0" smtClean="0">
                          <a:solidFill>
                            <a:srgbClr val="002060"/>
                          </a:solidFill>
                          <a:ea typeface="Cambria Math" panose="02040503050406030204" pitchFamily="18" charset="0"/>
                        </a:rPr>
                        <m:t>Corrected</m:t>
                      </m:r>
                      <m:r>
                        <m:rPr>
                          <m:nor/>
                        </m:rPr>
                        <a:rPr lang="en-US" sz="2800" b="0" i="0" smtClean="0">
                          <a:solidFill>
                            <a:srgbClr val="002060"/>
                          </a:solidFill>
                          <a:ea typeface="Cambria Math" panose="02040503050406030204" pitchFamily="18" charset="0"/>
                        </a:rPr>
                        <m:t> </m:t>
                      </m:r>
                      <m:nary>
                        <m:naryPr>
                          <m:chr m:val="∑"/>
                          <m:limLoc m:val="undOvr"/>
                          <m:subHide m:val="on"/>
                          <m:supHide m:val="on"/>
                          <m:ctrlPr>
                            <a:rPr lang="en-US" sz="2800" i="1">
                              <a:solidFill>
                                <a:srgbClr val="002060"/>
                              </a:solidFill>
                              <a:latin typeface="Cambria Math" panose="02040503050406030204" pitchFamily="18" charset="0"/>
                            </a:rPr>
                          </m:ctrlPr>
                        </m:naryPr>
                        <m:sub/>
                        <m:sup/>
                        <m:e>
                          <m:r>
                            <m:rPr>
                              <m:sty m:val="p"/>
                            </m:rPr>
                            <a:rPr lang="en-US" sz="2800" b="0" i="0" smtClean="0">
                              <a:solidFill>
                                <a:srgbClr val="002060"/>
                              </a:solidFill>
                              <a:latin typeface="Cambria Math" panose="02040503050406030204" pitchFamily="18" charset="0"/>
                            </a:rPr>
                            <m:t>y</m:t>
                          </m:r>
                        </m:e>
                      </m:nary>
                      <m:r>
                        <a:rPr lang="en-US" sz="2800" b="0" i="1" smtClean="0">
                          <a:solidFill>
                            <a:srgbClr val="002060"/>
                          </a:solidFill>
                          <a:latin typeface="Cambria Math" panose="02040503050406030204" pitchFamily="18" charset="0"/>
                        </a:rPr>
                        <m:t>=100</m:t>
                      </m:r>
                      <m:r>
                        <a:rPr lang="en-US" sz="2800" b="0" i="1" smtClean="0">
                          <a:solidFill>
                            <a:schemeClr val="bg1"/>
                          </a:solidFill>
                          <a:latin typeface="Cambria Math" panose="02040503050406030204" pitchFamily="18" charset="0"/>
                        </a:rPr>
                        <m:t>−14−6+12+8</m:t>
                      </m:r>
                    </m:oMath>
                  </m:oMathPara>
                </a14:m>
                <a:endParaRPr lang="en-US" sz="2800" dirty="0">
                  <a:solidFill>
                    <a:srgbClr val="002060"/>
                  </a:solidFill>
                </a:endParaRPr>
              </a:p>
            </p:txBody>
          </p:sp>
        </mc:Choice>
        <mc:Fallback xmlns="">
          <p:sp>
            <p:nvSpPr>
              <p:cNvPr id="25" name="Rectangle 24"/>
              <p:cNvSpPr>
                <a:spLocks noRot="1" noChangeAspect="1" noMove="1" noResize="1" noEditPoints="1" noAdjustHandles="1" noChangeArrowheads="1" noChangeShapeType="1" noTextEdit="1"/>
              </p:cNvSpPr>
              <p:nvPr/>
            </p:nvSpPr>
            <p:spPr>
              <a:xfrm>
                <a:off x="137272" y="5356078"/>
                <a:ext cx="6675120" cy="1135696"/>
              </a:xfrm>
              <a:prstGeom prst="rect">
                <a:avLst/>
              </a:prstGeom>
              <a:blipFill rotWithShape="0">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Rectangle 25"/>
              <p:cNvSpPr/>
              <p:nvPr/>
            </p:nvSpPr>
            <p:spPr>
              <a:xfrm>
                <a:off x="3793401" y="5592866"/>
                <a:ext cx="1636217"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b="0" i="1" smtClean="0">
                          <a:solidFill>
                            <a:srgbClr val="FF0000"/>
                          </a:solidFill>
                          <a:latin typeface="Cambria Math" panose="02040503050406030204" pitchFamily="18" charset="0"/>
                        </a:rPr>
                        <m:t>− 14−6</m:t>
                      </m:r>
                    </m:oMath>
                  </m:oMathPara>
                </a14:m>
                <a:endParaRPr lang="en-US" sz="2800" dirty="0">
                  <a:solidFill>
                    <a:srgbClr val="FF0000"/>
                  </a:solidFill>
                </a:endParaRPr>
              </a:p>
            </p:txBody>
          </p:sp>
        </mc:Choice>
        <mc:Fallback xmlns="">
          <p:sp>
            <p:nvSpPr>
              <p:cNvPr id="26" name="Rectangle 25"/>
              <p:cNvSpPr>
                <a:spLocks noRot="1" noChangeAspect="1" noMove="1" noResize="1" noEditPoints="1" noAdjustHandles="1" noChangeArrowheads="1" noChangeShapeType="1" noTextEdit="1"/>
              </p:cNvSpPr>
              <p:nvPr/>
            </p:nvSpPr>
            <p:spPr>
              <a:xfrm>
                <a:off x="3793401" y="5592866"/>
                <a:ext cx="1636217" cy="523220"/>
              </a:xfrm>
              <a:prstGeom prst="rect">
                <a:avLst/>
              </a:prstGeom>
              <a:blipFill rotWithShape="0">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Rectangle 26"/>
              <p:cNvSpPr/>
              <p:nvPr/>
            </p:nvSpPr>
            <p:spPr>
              <a:xfrm>
                <a:off x="5234244" y="5592866"/>
                <a:ext cx="1636217"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b="0" i="1" smtClean="0">
                          <a:solidFill>
                            <a:srgbClr val="7030A0"/>
                          </a:solidFill>
                          <a:latin typeface="Cambria Math" panose="02040503050406030204" pitchFamily="18" charset="0"/>
                        </a:rPr>
                        <m:t>+ 12+8</m:t>
                      </m:r>
                    </m:oMath>
                  </m:oMathPara>
                </a14:m>
                <a:endParaRPr lang="en-US" sz="2800" dirty="0">
                  <a:solidFill>
                    <a:srgbClr val="7030A0"/>
                  </a:solidFill>
                </a:endParaRPr>
              </a:p>
            </p:txBody>
          </p:sp>
        </mc:Choice>
        <mc:Fallback xmlns="">
          <p:sp>
            <p:nvSpPr>
              <p:cNvPr id="27" name="Rectangle 26"/>
              <p:cNvSpPr>
                <a:spLocks noRot="1" noChangeAspect="1" noMove="1" noResize="1" noEditPoints="1" noAdjustHandles="1" noChangeArrowheads="1" noChangeShapeType="1" noTextEdit="1"/>
              </p:cNvSpPr>
              <p:nvPr/>
            </p:nvSpPr>
            <p:spPr>
              <a:xfrm>
                <a:off x="5234244" y="5592866"/>
                <a:ext cx="1636217" cy="523220"/>
              </a:xfrm>
              <a:prstGeom prst="rect">
                <a:avLst/>
              </a:prstGeom>
              <a:blipFill rotWithShape="0">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Rectangle 28"/>
              <p:cNvSpPr/>
              <p:nvPr/>
            </p:nvSpPr>
            <p:spPr>
              <a:xfrm>
                <a:off x="6812392" y="5592866"/>
                <a:ext cx="1279902"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b="0" i="1" smtClean="0">
                          <a:solidFill>
                            <a:srgbClr val="002060"/>
                          </a:solidFill>
                          <a:latin typeface="Cambria Math" panose="02040503050406030204" pitchFamily="18" charset="0"/>
                        </a:rPr>
                        <m:t>=</m:t>
                      </m:r>
                      <m:r>
                        <a:rPr lang="en-US" sz="2800" b="1" i="1" smtClean="0">
                          <a:solidFill>
                            <a:srgbClr val="002060"/>
                          </a:solidFill>
                          <a:latin typeface="Cambria Math" panose="02040503050406030204" pitchFamily="18" charset="0"/>
                        </a:rPr>
                        <m:t>𝟏𝟎𝟎</m:t>
                      </m:r>
                    </m:oMath>
                  </m:oMathPara>
                </a14:m>
                <a:endParaRPr lang="en-US" sz="2800" b="1" dirty="0">
                  <a:solidFill>
                    <a:srgbClr val="002060"/>
                  </a:solidFill>
                </a:endParaRPr>
              </a:p>
            </p:txBody>
          </p:sp>
        </mc:Choice>
        <mc:Fallback xmlns="">
          <p:sp>
            <p:nvSpPr>
              <p:cNvPr id="29" name="Rectangle 28"/>
              <p:cNvSpPr>
                <a:spLocks noRot="1" noChangeAspect="1" noMove="1" noResize="1" noEditPoints="1" noAdjustHandles="1" noChangeArrowheads="1" noChangeShapeType="1" noTextEdit="1"/>
              </p:cNvSpPr>
              <p:nvPr/>
            </p:nvSpPr>
            <p:spPr>
              <a:xfrm>
                <a:off x="6812392" y="5592866"/>
                <a:ext cx="1279902" cy="523220"/>
              </a:xfrm>
              <a:prstGeom prst="rect">
                <a:avLst/>
              </a:prstGeom>
              <a:blipFill rotWithShape="0">
                <a:blip r:embed="rId1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457321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p:bldP spid="22" grpId="0"/>
      <p:bldP spid="23" grpId="0"/>
      <p:bldP spid="24" grpId="0"/>
      <p:bldP spid="25" grpId="0"/>
      <p:bldP spid="26" grpId="0"/>
      <p:bldP spid="27" grpId="0"/>
      <p:bldP spid="29"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1 ⇝ Example 4(</a:t>
            </a:r>
            <a:r>
              <a:rPr lang="en-GB" dirty="0">
                <a:solidFill>
                  <a:srgbClr val="FF0000"/>
                </a:solidFill>
              </a:rPr>
              <a:t>Continue</a:t>
            </a:r>
            <a:r>
              <a:rPr lang="en-GB" dirty="0"/>
              <a:t>)</a:t>
            </a:r>
            <a:endParaRPr lang="en-US" dirty="0"/>
          </a:p>
        </p:txBody>
      </p:sp>
      <mc:AlternateContent xmlns:mc="http://schemas.openxmlformats.org/markup-compatibility/2006" xmlns:a14="http://schemas.microsoft.com/office/drawing/2010/main">
        <mc:Choice Requires="a14">
          <p:sp>
            <p:nvSpPr>
              <p:cNvPr id="21" name="Rectangle 20"/>
              <p:cNvSpPr/>
              <p:nvPr/>
            </p:nvSpPr>
            <p:spPr>
              <a:xfrm>
                <a:off x="137272" y="859577"/>
                <a:ext cx="7222746" cy="1135696"/>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chemeClr val="bg1"/>
                          </a:solidFill>
                          <a:latin typeface="Cambria Math" panose="02040503050406030204" pitchFamily="18" charset="0"/>
                          <a:ea typeface="Cambria Math" panose="02040503050406030204" pitchFamily="18" charset="0"/>
                        </a:rPr>
                        <m:t>∴</m:t>
                      </m:r>
                      <m:r>
                        <m:rPr>
                          <m:nor/>
                        </m:rPr>
                        <a:rPr lang="en-US" sz="2800" b="0" i="0" smtClean="0">
                          <a:solidFill>
                            <a:srgbClr val="002060"/>
                          </a:solidFill>
                          <a:ea typeface="Cambria Math" panose="02040503050406030204" pitchFamily="18" charset="0"/>
                        </a:rPr>
                        <m:t>Corrected</m:t>
                      </m:r>
                      <m:r>
                        <m:rPr>
                          <m:nor/>
                        </m:rPr>
                        <a:rPr lang="en-US" sz="2800" b="0" i="0" smtClean="0">
                          <a:solidFill>
                            <a:srgbClr val="002060"/>
                          </a:solidFill>
                          <a:ea typeface="Cambria Math" panose="02040503050406030204" pitchFamily="18" charset="0"/>
                        </a:rPr>
                        <m:t> </m:t>
                      </m:r>
                      <m:nary>
                        <m:naryPr>
                          <m:chr m:val="∑"/>
                          <m:limLoc m:val="undOvr"/>
                          <m:subHide m:val="on"/>
                          <m:supHide m:val="on"/>
                          <m:ctrlPr>
                            <a:rPr lang="en-US" sz="2800" i="1">
                              <a:solidFill>
                                <a:srgbClr val="002060"/>
                              </a:solidFill>
                              <a:latin typeface="Cambria Math" panose="02040503050406030204" pitchFamily="18" charset="0"/>
                            </a:rPr>
                          </m:ctrlPr>
                        </m:naryPr>
                        <m:sub/>
                        <m:sup/>
                        <m:e>
                          <m:sSup>
                            <m:sSupPr>
                              <m:ctrlPr>
                                <a:rPr lang="en-US" sz="2800" b="0" i="1" smtClean="0">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x</m:t>
                              </m:r>
                            </m:e>
                            <m:sup>
                              <m:r>
                                <a:rPr lang="en-US" sz="2800" b="0" i="1" smtClean="0">
                                  <a:solidFill>
                                    <a:srgbClr val="002060"/>
                                  </a:solidFill>
                                  <a:latin typeface="Cambria Math" panose="02040503050406030204" pitchFamily="18" charset="0"/>
                                </a:rPr>
                                <m:t>2</m:t>
                              </m:r>
                            </m:sup>
                          </m:sSup>
                        </m:e>
                      </m:nary>
                      <m:r>
                        <a:rPr lang="en-US" sz="2800" b="0" i="1" smtClean="0">
                          <a:solidFill>
                            <a:srgbClr val="002060"/>
                          </a:solidFill>
                          <a:latin typeface="Cambria Math" panose="02040503050406030204" pitchFamily="18" charset="0"/>
                        </a:rPr>
                        <m:t>=650−</m:t>
                      </m:r>
                      <m:sSup>
                        <m:sSupPr>
                          <m:ctrlPr>
                            <a:rPr lang="en-US" sz="2800" b="0" i="1" smtClean="0">
                              <a:solidFill>
                                <a:schemeClr val="bg1"/>
                              </a:solidFill>
                              <a:latin typeface="Cambria Math" panose="02040503050406030204" pitchFamily="18" charset="0"/>
                            </a:rPr>
                          </m:ctrlPr>
                        </m:sSupPr>
                        <m:e>
                          <m:r>
                            <a:rPr lang="en-US" sz="2800" b="0" i="1" smtClean="0">
                              <a:solidFill>
                                <a:schemeClr val="bg1"/>
                              </a:solidFill>
                              <a:latin typeface="Cambria Math" panose="02040503050406030204" pitchFamily="18" charset="0"/>
                            </a:rPr>
                            <m:t>6</m:t>
                          </m:r>
                        </m:e>
                        <m:sup>
                          <m:r>
                            <a:rPr lang="en-US" sz="2800" b="0" i="1" smtClean="0">
                              <a:solidFill>
                                <a:srgbClr val="FF0000"/>
                              </a:solidFill>
                              <a:latin typeface="Cambria Math" panose="02040503050406030204" pitchFamily="18" charset="0"/>
                            </a:rPr>
                            <m:t>2</m:t>
                          </m:r>
                        </m:sup>
                      </m:sSup>
                      <m:r>
                        <a:rPr lang="en-US" sz="2800" b="0" i="1" smtClean="0">
                          <a:solidFill>
                            <a:srgbClr val="002060"/>
                          </a:solidFill>
                          <a:latin typeface="Cambria Math" panose="02040503050406030204" pitchFamily="18" charset="0"/>
                        </a:rPr>
                        <m:t>−</m:t>
                      </m:r>
                      <m:sSup>
                        <m:sSupPr>
                          <m:ctrlPr>
                            <a:rPr lang="en-US" sz="2800" b="0" i="1" smtClean="0">
                              <a:solidFill>
                                <a:schemeClr val="bg1"/>
                              </a:solidFill>
                              <a:latin typeface="Cambria Math" panose="02040503050406030204" pitchFamily="18" charset="0"/>
                            </a:rPr>
                          </m:ctrlPr>
                        </m:sSupPr>
                        <m:e>
                          <m:r>
                            <a:rPr lang="en-US" sz="2800" b="0" i="1" smtClean="0">
                              <a:solidFill>
                                <a:schemeClr val="bg1"/>
                              </a:solidFill>
                              <a:latin typeface="Cambria Math" panose="02040503050406030204" pitchFamily="18" charset="0"/>
                            </a:rPr>
                            <m:t>8</m:t>
                          </m:r>
                        </m:e>
                        <m:sup>
                          <m:r>
                            <a:rPr lang="en-US" sz="2800" b="0" i="1" smtClean="0">
                              <a:solidFill>
                                <a:srgbClr val="FF0000"/>
                              </a:solidFill>
                              <a:latin typeface="Cambria Math" panose="02040503050406030204" pitchFamily="18" charset="0"/>
                            </a:rPr>
                            <m:t>2</m:t>
                          </m:r>
                        </m:sup>
                      </m:sSup>
                      <m:r>
                        <a:rPr lang="en-US" sz="2800" b="0" i="1" smtClean="0">
                          <a:solidFill>
                            <a:srgbClr val="002060"/>
                          </a:solidFill>
                          <a:latin typeface="Cambria Math" panose="02040503050406030204" pitchFamily="18" charset="0"/>
                        </a:rPr>
                        <m:t>+</m:t>
                      </m:r>
                      <m:sSup>
                        <m:sSupPr>
                          <m:ctrlPr>
                            <a:rPr lang="en-US" sz="2800" b="0" i="1" smtClean="0">
                              <a:solidFill>
                                <a:schemeClr val="bg1"/>
                              </a:solidFill>
                              <a:latin typeface="Cambria Math" panose="02040503050406030204" pitchFamily="18" charset="0"/>
                            </a:rPr>
                          </m:ctrlPr>
                        </m:sSupPr>
                        <m:e>
                          <m:r>
                            <a:rPr lang="en-US" sz="2800" b="0" i="1" smtClean="0">
                              <a:solidFill>
                                <a:schemeClr val="bg1"/>
                              </a:solidFill>
                              <a:latin typeface="Cambria Math" panose="02040503050406030204" pitchFamily="18" charset="0"/>
                            </a:rPr>
                            <m:t>8</m:t>
                          </m:r>
                        </m:e>
                        <m:sup>
                          <m:r>
                            <a:rPr lang="en-US" sz="2800" b="0" i="1" smtClean="0">
                              <a:solidFill>
                                <a:srgbClr val="7030A0"/>
                              </a:solidFill>
                              <a:latin typeface="Cambria Math" panose="02040503050406030204" pitchFamily="18" charset="0"/>
                            </a:rPr>
                            <m:t>2</m:t>
                          </m:r>
                        </m:sup>
                      </m:sSup>
                      <m:r>
                        <a:rPr lang="en-US" sz="2800" b="0" i="1" smtClean="0">
                          <a:solidFill>
                            <a:srgbClr val="002060"/>
                          </a:solidFill>
                          <a:latin typeface="Cambria Math" panose="02040503050406030204" pitchFamily="18" charset="0"/>
                        </a:rPr>
                        <m:t>+</m:t>
                      </m:r>
                      <m:sSup>
                        <m:sSupPr>
                          <m:ctrlPr>
                            <a:rPr lang="en-US" sz="2800" b="0" i="1" smtClean="0">
                              <a:solidFill>
                                <a:schemeClr val="bg1"/>
                              </a:solidFill>
                              <a:latin typeface="Cambria Math" panose="02040503050406030204" pitchFamily="18" charset="0"/>
                            </a:rPr>
                          </m:ctrlPr>
                        </m:sSupPr>
                        <m:e>
                          <m:r>
                            <a:rPr lang="en-US" sz="2800" b="0" i="1" smtClean="0">
                              <a:solidFill>
                                <a:schemeClr val="bg1"/>
                              </a:solidFill>
                              <a:latin typeface="Cambria Math" panose="02040503050406030204" pitchFamily="18" charset="0"/>
                            </a:rPr>
                            <m:t>6</m:t>
                          </m:r>
                        </m:e>
                        <m:sup>
                          <m:r>
                            <a:rPr lang="en-US" sz="2800" b="0" i="1" smtClean="0">
                              <a:solidFill>
                                <a:srgbClr val="7030A0"/>
                              </a:solidFill>
                              <a:latin typeface="Cambria Math" panose="02040503050406030204" pitchFamily="18" charset="0"/>
                            </a:rPr>
                            <m:t>2</m:t>
                          </m:r>
                        </m:sup>
                      </m:sSup>
                    </m:oMath>
                  </m:oMathPara>
                </a14:m>
                <a:endParaRPr lang="en-US" sz="2800" dirty="0">
                  <a:solidFill>
                    <a:srgbClr val="002060"/>
                  </a:solidFill>
                </a:endParaRPr>
              </a:p>
            </p:txBody>
          </p:sp>
        </mc:Choice>
        <mc:Fallback xmlns="">
          <p:sp>
            <p:nvSpPr>
              <p:cNvPr id="21" name="Rectangle 20"/>
              <p:cNvSpPr>
                <a:spLocks noRot="1" noChangeAspect="1" noMove="1" noResize="1" noEditPoints="1" noAdjustHandles="1" noChangeArrowheads="1" noChangeShapeType="1" noTextEdit="1"/>
              </p:cNvSpPr>
              <p:nvPr/>
            </p:nvSpPr>
            <p:spPr>
              <a:xfrm>
                <a:off x="137272" y="859577"/>
                <a:ext cx="7222746" cy="1135696"/>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Rectangle 21"/>
              <p:cNvSpPr/>
              <p:nvPr/>
            </p:nvSpPr>
            <p:spPr>
              <a:xfrm>
                <a:off x="3964207" y="1107940"/>
                <a:ext cx="1771767"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b="0" i="1" smtClean="0">
                          <a:solidFill>
                            <a:srgbClr val="002060"/>
                          </a:solidFill>
                          <a:latin typeface="Cambria Math" panose="02040503050406030204" pitchFamily="18" charset="0"/>
                        </a:rPr>
                        <m:t>−</m:t>
                      </m:r>
                      <m:r>
                        <a:rPr lang="en-US" sz="2800" b="0" i="1" smtClean="0">
                          <a:solidFill>
                            <a:srgbClr val="FF0000"/>
                          </a:solidFill>
                          <a:latin typeface="Cambria Math" panose="02040503050406030204" pitchFamily="18" charset="0"/>
                        </a:rPr>
                        <m:t> </m:t>
                      </m:r>
                      <m:sSup>
                        <m:sSupPr>
                          <m:ctrlPr>
                            <a:rPr lang="en-US" sz="2800" b="0" i="1" smtClean="0">
                              <a:solidFill>
                                <a:srgbClr val="FF0000"/>
                              </a:solidFill>
                              <a:latin typeface="Cambria Math" panose="02040503050406030204" pitchFamily="18" charset="0"/>
                            </a:rPr>
                          </m:ctrlPr>
                        </m:sSupPr>
                        <m:e>
                          <m:r>
                            <a:rPr lang="en-US" sz="2800" b="0" i="1" smtClean="0">
                              <a:solidFill>
                                <a:srgbClr val="FF0000"/>
                              </a:solidFill>
                              <a:latin typeface="Cambria Math" panose="02040503050406030204" pitchFamily="18" charset="0"/>
                            </a:rPr>
                            <m:t>6</m:t>
                          </m:r>
                        </m:e>
                        <m:sup>
                          <m:r>
                            <a:rPr lang="en-US" sz="2800" b="0" i="1" smtClean="0">
                              <a:solidFill>
                                <a:srgbClr val="FF0000"/>
                              </a:solidFill>
                              <a:latin typeface="Cambria Math" panose="02040503050406030204" pitchFamily="18" charset="0"/>
                            </a:rPr>
                            <m:t>2</m:t>
                          </m:r>
                        </m:sup>
                      </m:sSup>
                      <m:r>
                        <a:rPr lang="en-US" sz="2800" b="0" i="1" smtClean="0">
                          <a:solidFill>
                            <a:srgbClr val="002060"/>
                          </a:solidFill>
                          <a:latin typeface="Cambria Math" panose="02040503050406030204" pitchFamily="18" charset="0"/>
                        </a:rPr>
                        <m:t>−</m:t>
                      </m:r>
                      <m:sSup>
                        <m:sSupPr>
                          <m:ctrlPr>
                            <a:rPr lang="en-US" sz="2800" b="0" i="1" smtClean="0">
                              <a:solidFill>
                                <a:srgbClr val="FF0000"/>
                              </a:solidFill>
                              <a:latin typeface="Cambria Math" panose="02040503050406030204" pitchFamily="18" charset="0"/>
                            </a:rPr>
                          </m:ctrlPr>
                        </m:sSupPr>
                        <m:e>
                          <m:r>
                            <a:rPr lang="en-US" sz="2800" b="0" i="1" smtClean="0">
                              <a:solidFill>
                                <a:srgbClr val="FF0000"/>
                              </a:solidFill>
                              <a:latin typeface="Cambria Math" panose="02040503050406030204" pitchFamily="18" charset="0"/>
                            </a:rPr>
                            <m:t>8</m:t>
                          </m:r>
                        </m:e>
                        <m:sup>
                          <m:r>
                            <a:rPr lang="en-US" sz="2800" b="0" i="1" smtClean="0">
                              <a:solidFill>
                                <a:srgbClr val="FF0000"/>
                              </a:solidFill>
                              <a:latin typeface="Cambria Math" panose="02040503050406030204" pitchFamily="18" charset="0"/>
                            </a:rPr>
                            <m:t>2</m:t>
                          </m:r>
                        </m:sup>
                      </m:sSup>
                    </m:oMath>
                  </m:oMathPara>
                </a14:m>
                <a:endParaRPr lang="en-US" sz="2800" dirty="0">
                  <a:solidFill>
                    <a:srgbClr val="FF0000"/>
                  </a:solidFill>
                </a:endParaRPr>
              </a:p>
            </p:txBody>
          </p:sp>
        </mc:Choice>
        <mc:Fallback xmlns="">
          <p:sp>
            <p:nvSpPr>
              <p:cNvPr id="22" name="Rectangle 21"/>
              <p:cNvSpPr>
                <a:spLocks noRot="1" noChangeAspect="1" noMove="1" noResize="1" noEditPoints="1" noAdjustHandles="1" noChangeArrowheads="1" noChangeShapeType="1" noTextEdit="1"/>
              </p:cNvSpPr>
              <p:nvPr/>
            </p:nvSpPr>
            <p:spPr>
              <a:xfrm>
                <a:off x="3964207" y="1107940"/>
                <a:ext cx="1771767" cy="52322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p:cNvSpPr/>
              <p:nvPr/>
            </p:nvSpPr>
            <p:spPr>
              <a:xfrm>
                <a:off x="5529075" y="1107940"/>
                <a:ext cx="1771767"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b="0" i="1" smtClean="0">
                          <a:solidFill>
                            <a:srgbClr val="002060"/>
                          </a:solidFill>
                          <a:latin typeface="Cambria Math" panose="02040503050406030204" pitchFamily="18" charset="0"/>
                        </a:rPr>
                        <m:t>+</m:t>
                      </m:r>
                      <m:r>
                        <a:rPr lang="en-US" sz="2800" b="0" i="1" smtClean="0">
                          <a:solidFill>
                            <a:srgbClr val="7030A0"/>
                          </a:solidFill>
                          <a:latin typeface="Cambria Math" panose="02040503050406030204" pitchFamily="18" charset="0"/>
                        </a:rPr>
                        <m:t> </m:t>
                      </m:r>
                      <m:sSup>
                        <m:sSupPr>
                          <m:ctrlPr>
                            <a:rPr lang="en-US" sz="2800" b="0" i="1" smtClean="0">
                              <a:solidFill>
                                <a:srgbClr val="7030A0"/>
                              </a:solidFill>
                              <a:latin typeface="Cambria Math" panose="02040503050406030204" pitchFamily="18" charset="0"/>
                            </a:rPr>
                          </m:ctrlPr>
                        </m:sSupPr>
                        <m:e>
                          <m:r>
                            <a:rPr lang="en-US" sz="2800" b="0" i="1" smtClean="0">
                              <a:solidFill>
                                <a:srgbClr val="7030A0"/>
                              </a:solidFill>
                              <a:latin typeface="Cambria Math" panose="02040503050406030204" pitchFamily="18" charset="0"/>
                            </a:rPr>
                            <m:t>8</m:t>
                          </m:r>
                        </m:e>
                        <m:sup>
                          <m:r>
                            <a:rPr lang="en-US" sz="2800" b="0" i="1" smtClean="0">
                              <a:solidFill>
                                <a:srgbClr val="7030A0"/>
                              </a:solidFill>
                              <a:latin typeface="Cambria Math" panose="02040503050406030204" pitchFamily="18" charset="0"/>
                            </a:rPr>
                            <m:t>2</m:t>
                          </m:r>
                        </m:sup>
                      </m:sSup>
                      <m:r>
                        <a:rPr lang="en-US" sz="2800" b="0" i="1" smtClean="0">
                          <a:solidFill>
                            <a:srgbClr val="002060"/>
                          </a:solidFill>
                          <a:latin typeface="Cambria Math" panose="02040503050406030204" pitchFamily="18" charset="0"/>
                        </a:rPr>
                        <m:t>+</m:t>
                      </m:r>
                      <m:sSup>
                        <m:sSupPr>
                          <m:ctrlPr>
                            <a:rPr lang="en-US" sz="2800" b="0" i="1" smtClean="0">
                              <a:solidFill>
                                <a:srgbClr val="7030A0"/>
                              </a:solidFill>
                              <a:latin typeface="Cambria Math" panose="02040503050406030204" pitchFamily="18" charset="0"/>
                            </a:rPr>
                          </m:ctrlPr>
                        </m:sSupPr>
                        <m:e>
                          <m:r>
                            <a:rPr lang="en-US" sz="2800" b="0" i="1" smtClean="0">
                              <a:solidFill>
                                <a:srgbClr val="7030A0"/>
                              </a:solidFill>
                              <a:latin typeface="Cambria Math" panose="02040503050406030204" pitchFamily="18" charset="0"/>
                            </a:rPr>
                            <m:t>6</m:t>
                          </m:r>
                        </m:e>
                        <m:sup>
                          <m:r>
                            <a:rPr lang="en-US" sz="2800" b="0" i="1" smtClean="0">
                              <a:solidFill>
                                <a:srgbClr val="7030A0"/>
                              </a:solidFill>
                              <a:latin typeface="Cambria Math" panose="02040503050406030204" pitchFamily="18" charset="0"/>
                            </a:rPr>
                            <m:t>2</m:t>
                          </m:r>
                        </m:sup>
                      </m:sSup>
                    </m:oMath>
                  </m:oMathPara>
                </a14:m>
                <a:endParaRPr lang="en-US" sz="2800" dirty="0">
                  <a:solidFill>
                    <a:srgbClr val="7030A0"/>
                  </a:solidFill>
                </a:endParaRPr>
              </a:p>
            </p:txBody>
          </p:sp>
        </mc:Choice>
        <mc:Fallback xmlns="">
          <p:sp>
            <p:nvSpPr>
              <p:cNvPr id="23" name="Rectangle 22"/>
              <p:cNvSpPr>
                <a:spLocks noRot="1" noChangeAspect="1" noMove="1" noResize="1" noEditPoints="1" noAdjustHandles="1" noChangeArrowheads="1" noChangeShapeType="1" noTextEdit="1"/>
              </p:cNvSpPr>
              <p:nvPr/>
            </p:nvSpPr>
            <p:spPr>
              <a:xfrm>
                <a:off x="5529075" y="1107940"/>
                <a:ext cx="1771767" cy="52322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7300842" y="1107940"/>
                <a:ext cx="1279902"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b="0" i="1" smtClean="0">
                          <a:solidFill>
                            <a:srgbClr val="002060"/>
                          </a:solidFill>
                          <a:latin typeface="Cambria Math" panose="02040503050406030204" pitchFamily="18" charset="0"/>
                        </a:rPr>
                        <m:t>=</m:t>
                      </m:r>
                      <m:r>
                        <a:rPr lang="en-US" sz="2800" b="1" i="1" smtClean="0">
                          <a:solidFill>
                            <a:srgbClr val="002060"/>
                          </a:solidFill>
                          <a:latin typeface="Cambria Math" panose="02040503050406030204" pitchFamily="18" charset="0"/>
                        </a:rPr>
                        <m:t>𝟔𝟓𝟎</m:t>
                      </m:r>
                    </m:oMath>
                  </m:oMathPara>
                </a14:m>
                <a:endParaRPr lang="en-US" sz="2800" b="1" dirty="0">
                  <a:solidFill>
                    <a:srgbClr val="002060"/>
                  </a:solidFill>
                </a:endParaRPr>
              </a:p>
            </p:txBody>
          </p:sp>
        </mc:Choice>
        <mc:Fallback xmlns="">
          <p:sp>
            <p:nvSpPr>
              <p:cNvPr id="15" name="Rectangle 14"/>
              <p:cNvSpPr>
                <a:spLocks noRot="1" noChangeAspect="1" noMove="1" noResize="1" noEditPoints="1" noAdjustHandles="1" noChangeArrowheads="1" noChangeShapeType="1" noTextEdit="1"/>
              </p:cNvSpPr>
              <p:nvPr/>
            </p:nvSpPr>
            <p:spPr>
              <a:xfrm>
                <a:off x="7300842" y="1107940"/>
                <a:ext cx="1279902" cy="523220"/>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137272" y="2392012"/>
                <a:ext cx="7628307" cy="1135696"/>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chemeClr val="bg1"/>
                          </a:solidFill>
                          <a:latin typeface="Cambria Math" panose="02040503050406030204" pitchFamily="18" charset="0"/>
                          <a:ea typeface="Cambria Math" panose="02040503050406030204" pitchFamily="18" charset="0"/>
                        </a:rPr>
                        <m:t>∴</m:t>
                      </m:r>
                      <m:r>
                        <m:rPr>
                          <m:nor/>
                        </m:rPr>
                        <a:rPr lang="en-US" sz="2800" b="0" i="0" smtClean="0">
                          <a:solidFill>
                            <a:srgbClr val="002060"/>
                          </a:solidFill>
                          <a:ea typeface="Cambria Math" panose="02040503050406030204" pitchFamily="18" charset="0"/>
                        </a:rPr>
                        <m:t>Corrected</m:t>
                      </m:r>
                      <m:r>
                        <m:rPr>
                          <m:nor/>
                        </m:rPr>
                        <a:rPr lang="en-US" sz="2800" b="0" i="0" smtClean="0">
                          <a:solidFill>
                            <a:srgbClr val="002060"/>
                          </a:solidFill>
                          <a:ea typeface="Cambria Math" panose="02040503050406030204" pitchFamily="18" charset="0"/>
                        </a:rPr>
                        <m:t> </m:t>
                      </m:r>
                      <m:nary>
                        <m:naryPr>
                          <m:chr m:val="∑"/>
                          <m:limLoc m:val="undOvr"/>
                          <m:subHide m:val="on"/>
                          <m:supHide m:val="on"/>
                          <m:ctrlPr>
                            <a:rPr lang="en-US" sz="2800" i="1">
                              <a:solidFill>
                                <a:srgbClr val="002060"/>
                              </a:solidFill>
                              <a:latin typeface="Cambria Math" panose="02040503050406030204" pitchFamily="18" charset="0"/>
                            </a:rPr>
                          </m:ctrlPr>
                        </m:naryPr>
                        <m:sub/>
                        <m:sup/>
                        <m:e>
                          <m:sSup>
                            <m:sSupPr>
                              <m:ctrlPr>
                                <a:rPr lang="en-US" sz="2800" b="0" i="1" smtClean="0">
                                  <a:solidFill>
                                    <a:srgbClr val="002060"/>
                                  </a:solidFill>
                                  <a:latin typeface="Cambria Math" panose="02040503050406030204" pitchFamily="18" charset="0"/>
                                </a:rPr>
                              </m:ctrlPr>
                            </m:sSupPr>
                            <m:e>
                              <m:r>
                                <m:rPr>
                                  <m:sty m:val="p"/>
                                </m:rPr>
                                <a:rPr lang="en-US" sz="2800" b="0" i="0" smtClean="0">
                                  <a:solidFill>
                                    <a:srgbClr val="002060"/>
                                  </a:solidFill>
                                  <a:latin typeface="Cambria Math" panose="02040503050406030204" pitchFamily="18" charset="0"/>
                                </a:rPr>
                                <m:t>y</m:t>
                              </m:r>
                            </m:e>
                            <m:sup>
                              <m:r>
                                <a:rPr lang="en-US" sz="2800" b="0" i="1" smtClean="0">
                                  <a:solidFill>
                                    <a:srgbClr val="002060"/>
                                  </a:solidFill>
                                  <a:latin typeface="Cambria Math" panose="02040503050406030204" pitchFamily="18" charset="0"/>
                                </a:rPr>
                                <m:t>2</m:t>
                              </m:r>
                            </m:sup>
                          </m:sSup>
                        </m:e>
                      </m:nary>
                      <m:r>
                        <a:rPr lang="en-US" sz="2800" b="0" i="1" smtClean="0">
                          <a:solidFill>
                            <a:srgbClr val="002060"/>
                          </a:solidFill>
                          <a:latin typeface="Cambria Math" panose="02040503050406030204" pitchFamily="18" charset="0"/>
                        </a:rPr>
                        <m:t>=460−</m:t>
                      </m:r>
                      <m:sSup>
                        <m:sSupPr>
                          <m:ctrlPr>
                            <a:rPr lang="en-US" sz="2800" b="0" i="1" smtClean="0">
                              <a:solidFill>
                                <a:schemeClr val="bg1"/>
                              </a:solidFill>
                              <a:latin typeface="Cambria Math" panose="02040503050406030204" pitchFamily="18" charset="0"/>
                            </a:rPr>
                          </m:ctrlPr>
                        </m:sSupPr>
                        <m:e>
                          <m:r>
                            <a:rPr lang="en-US" sz="2800" b="0" i="1" smtClean="0">
                              <a:solidFill>
                                <a:schemeClr val="bg1"/>
                              </a:solidFill>
                              <a:latin typeface="Cambria Math" panose="02040503050406030204" pitchFamily="18" charset="0"/>
                            </a:rPr>
                            <m:t>14</m:t>
                          </m:r>
                        </m:e>
                        <m:sup>
                          <m:r>
                            <a:rPr lang="en-US" sz="2800" b="0" i="1" smtClean="0">
                              <a:solidFill>
                                <a:srgbClr val="FF0000"/>
                              </a:solidFill>
                              <a:latin typeface="Cambria Math" panose="02040503050406030204" pitchFamily="18" charset="0"/>
                            </a:rPr>
                            <m:t>2</m:t>
                          </m:r>
                        </m:sup>
                      </m:sSup>
                      <m:r>
                        <a:rPr lang="en-US" sz="2800" b="0" i="1" smtClean="0">
                          <a:solidFill>
                            <a:srgbClr val="002060"/>
                          </a:solidFill>
                          <a:latin typeface="Cambria Math" panose="02040503050406030204" pitchFamily="18" charset="0"/>
                        </a:rPr>
                        <m:t>−</m:t>
                      </m:r>
                      <m:sSup>
                        <m:sSupPr>
                          <m:ctrlPr>
                            <a:rPr lang="en-US" sz="2800" b="0" i="1" smtClean="0">
                              <a:solidFill>
                                <a:schemeClr val="bg1"/>
                              </a:solidFill>
                              <a:latin typeface="Cambria Math" panose="02040503050406030204" pitchFamily="18" charset="0"/>
                            </a:rPr>
                          </m:ctrlPr>
                        </m:sSupPr>
                        <m:e>
                          <m:r>
                            <a:rPr lang="en-US" sz="2800" b="0" i="1" smtClean="0">
                              <a:solidFill>
                                <a:schemeClr val="bg1"/>
                              </a:solidFill>
                              <a:latin typeface="Cambria Math" panose="02040503050406030204" pitchFamily="18" charset="0"/>
                            </a:rPr>
                            <m:t>6</m:t>
                          </m:r>
                        </m:e>
                        <m:sup>
                          <m:r>
                            <a:rPr lang="en-US" sz="2800" b="0" i="1" smtClean="0">
                              <a:solidFill>
                                <a:srgbClr val="FF0000"/>
                              </a:solidFill>
                              <a:latin typeface="Cambria Math" panose="02040503050406030204" pitchFamily="18" charset="0"/>
                            </a:rPr>
                            <m:t>2</m:t>
                          </m:r>
                        </m:sup>
                      </m:sSup>
                      <m:r>
                        <a:rPr lang="en-US" sz="2800" b="0" i="1" smtClean="0">
                          <a:solidFill>
                            <a:srgbClr val="002060"/>
                          </a:solidFill>
                          <a:latin typeface="Cambria Math" panose="02040503050406030204" pitchFamily="18" charset="0"/>
                        </a:rPr>
                        <m:t>+</m:t>
                      </m:r>
                      <m:sSup>
                        <m:sSupPr>
                          <m:ctrlPr>
                            <a:rPr lang="en-US" sz="2800" b="0" i="1" smtClean="0">
                              <a:solidFill>
                                <a:schemeClr val="bg1"/>
                              </a:solidFill>
                              <a:latin typeface="Cambria Math" panose="02040503050406030204" pitchFamily="18" charset="0"/>
                            </a:rPr>
                          </m:ctrlPr>
                        </m:sSupPr>
                        <m:e>
                          <m:r>
                            <a:rPr lang="en-US" sz="2800" b="0" i="1" smtClean="0">
                              <a:solidFill>
                                <a:schemeClr val="bg1"/>
                              </a:solidFill>
                              <a:latin typeface="Cambria Math" panose="02040503050406030204" pitchFamily="18" charset="0"/>
                            </a:rPr>
                            <m:t>12</m:t>
                          </m:r>
                        </m:e>
                        <m:sup>
                          <m:r>
                            <a:rPr lang="en-US" sz="2800" b="0" i="1" smtClean="0">
                              <a:solidFill>
                                <a:srgbClr val="7030A0"/>
                              </a:solidFill>
                              <a:latin typeface="Cambria Math" panose="02040503050406030204" pitchFamily="18" charset="0"/>
                            </a:rPr>
                            <m:t>2</m:t>
                          </m:r>
                        </m:sup>
                      </m:sSup>
                      <m:r>
                        <a:rPr lang="en-US" sz="2800" b="0" i="1" smtClean="0">
                          <a:solidFill>
                            <a:srgbClr val="002060"/>
                          </a:solidFill>
                          <a:latin typeface="Cambria Math" panose="02040503050406030204" pitchFamily="18" charset="0"/>
                        </a:rPr>
                        <m:t>+</m:t>
                      </m:r>
                      <m:sSup>
                        <m:sSupPr>
                          <m:ctrlPr>
                            <a:rPr lang="en-US" sz="2800" b="0" i="1" smtClean="0">
                              <a:solidFill>
                                <a:schemeClr val="bg1"/>
                              </a:solidFill>
                              <a:latin typeface="Cambria Math" panose="02040503050406030204" pitchFamily="18" charset="0"/>
                            </a:rPr>
                          </m:ctrlPr>
                        </m:sSupPr>
                        <m:e>
                          <m:r>
                            <a:rPr lang="en-US" sz="2800" b="0" i="1" smtClean="0">
                              <a:solidFill>
                                <a:schemeClr val="bg1"/>
                              </a:solidFill>
                              <a:latin typeface="Cambria Math" panose="02040503050406030204" pitchFamily="18" charset="0"/>
                            </a:rPr>
                            <m:t>8</m:t>
                          </m:r>
                        </m:e>
                        <m:sup>
                          <m:r>
                            <a:rPr lang="en-US" sz="2800" b="0" i="1" smtClean="0">
                              <a:solidFill>
                                <a:srgbClr val="7030A0"/>
                              </a:solidFill>
                              <a:latin typeface="Cambria Math" panose="02040503050406030204" pitchFamily="18" charset="0"/>
                            </a:rPr>
                            <m:t>2</m:t>
                          </m:r>
                        </m:sup>
                      </m:sSup>
                    </m:oMath>
                  </m:oMathPara>
                </a14:m>
                <a:endParaRPr lang="en-US" sz="2800" dirty="0">
                  <a:solidFill>
                    <a:srgbClr val="002060"/>
                  </a:solidFill>
                </a:endParaRPr>
              </a:p>
            </p:txBody>
          </p:sp>
        </mc:Choice>
        <mc:Fallback xmlns="">
          <p:sp>
            <p:nvSpPr>
              <p:cNvPr id="16" name="Rectangle 15"/>
              <p:cNvSpPr>
                <a:spLocks noRot="1" noChangeAspect="1" noMove="1" noResize="1" noEditPoints="1" noAdjustHandles="1" noChangeArrowheads="1" noChangeShapeType="1" noTextEdit="1"/>
              </p:cNvSpPr>
              <p:nvPr/>
            </p:nvSpPr>
            <p:spPr>
              <a:xfrm>
                <a:off x="137272" y="2392012"/>
                <a:ext cx="7628307" cy="1135696"/>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p:cNvSpPr/>
              <p:nvPr/>
            </p:nvSpPr>
            <p:spPr>
              <a:xfrm>
                <a:off x="3975783" y="2637066"/>
                <a:ext cx="1970539"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b="0" i="1" smtClean="0">
                          <a:solidFill>
                            <a:srgbClr val="002060"/>
                          </a:solidFill>
                          <a:latin typeface="Cambria Math" panose="02040503050406030204" pitchFamily="18" charset="0"/>
                        </a:rPr>
                        <m:t>−</m:t>
                      </m:r>
                      <m:r>
                        <a:rPr lang="en-US" sz="2800" b="0" i="1" smtClean="0">
                          <a:solidFill>
                            <a:srgbClr val="FF0000"/>
                          </a:solidFill>
                          <a:latin typeface="Cambria Math" panose="02040503050406030204" pitchFamily="18" charset="0"/>
                        </a:rPr>
                        <m:t> </m:t>
                      </m:r>
                      <m:sSup>
                        <m:sSupPr>
                          <m:ctrlPr>
                            <a:rPr lang="en-US" sz="2800" b="0" i="1" smtClean="0">
                              <a:solidFill>
                                <a:srgbClr val="FF0000"/>
                              </a:solidFill>
                              <a:latin typeface="Cambria Math" panose="02040503050406030204" pitchFamily="18" charset="0"/>
                            </a:rPr>
                          </m:ctrlPr>
                        </m:sSupPr>
                        <m:e>
                          <m:r>
                            <a:rPr lang="en-US" sz="2800" b="0" i="1" smtClean="0">
                              <a:solidFill>
                                <a:srgbClr val="FF0000"/>
                              </a:solidFill>
                              <a:latin typeface="Cambria Math" panose="02040503050406030204" pitchFamily="18" charset="0"/>
                            </a:rPr>
                            <m:t>14</m:t>
                          </m:r>
                        </m:e>
                        <m:sup>
                          <m:r>
                            <a:rPr lang="en-US" sz="2800" b="0" i="1" smtClean="0">
                              <a:solidFill>
                                <a:srgbClr val="FF0000"/>
                              </a:solidFill>
                              <a:latin typeface="Cambria Math" panose="02040503050406030204" pitchFamily="18" charset="0"/>
                            </a:rPr>
                            <m:t>2</m:t>
                          </m:r>
                        </m:sup>
                      </m:sSup>
                      <m:r>
                        <a:rPr lang="en-US" sz="2800" b="0" i="1" smtClean="0">
                          <a:solidFill>
                            <a:srgbClr val="002060"/>
                          </a:solidFill>
                          <a:latin typeface="Cambria Math" panose="02040503050406030204" pitchFamily="18" charset="0"/>
                        </a:rPr>
                        <m:t>−</m:t>
                      </m:r>
                      <m:sSup>
                        <m:sSupPr>
                          <m:ctrlPr>
                            <a:rPr lang="en-US" sz="2800" b="0" i="1" smtClean="0">
                              <a:solidFill>
                                <a:srgbClr val="FF0000"/>
                              </a:solidFill>
                              <a:latin typeface="Cambria Math" panose="02040503050406030204" pitchFamily="18" charset="0"/>
                            </a:rPr>
                          </m:ctrlPr>
                        </m:sSupPr>
                        <m:e>
                          <m:r>
                            <a:rPr lang="en-US" sz="2800" b="0" i="1" smtClean="0">
                              <a:solidFill>
                                <a:srgbClr val="FF0000"/>
                              </a:solidFill>
                              <a:latin typeface="Cambria Math" panose="02040503050406030204" pitchFamily="18" charset="0"/>
                            </a:rPr>
                            <m:t>6</m:t>
                          </m:r>
                        </m:e>
                        <m:sup>
                          <m:r>
                            <a:rPr lang="en-US" sz="2800" b="0" i="1" smtClean="0">
                              <a:solidFill>
                                <a:srgbClr val="FF0000"/>
                              </a:solidFill>
                              <a:latin typeface="Cambria Math" panose="02040503050406030204" pitchFamily="18" charset="0"/>
                            </a:rPr>
                            <m:t>2</m:t>
                          </m:r>
                        </m:sup>
                      </m:sSup>
                    </m:oMath>
                  </m:oMathPara>
                </a14:m>
                <a:endParaRPr lang="en-US" sz="2800" dirty="0">
                  <a:solidFill>
                    <a:srgbClr val="FF0000"/>
                  </a:solidFill>
                </a:endParaRPr>
              </a:p>
            </p:txBody>
          </p:sp>
        </mc:Choice>
        <mc:Fallback xmlns="">
          <p:sp>
            <p:nvSpPr>
              <p:cNvPr id="17" name="Rectangle 16"/>
              <p:cNvSpPr>
                <a:spLocks noRot="1" noChangeAspect="1" noMove="1" noResize="1" noEditPoints="1" noAdjustHandles="1" noChangeArrowheads="1" noChangeShapeType="1" noTextEdit="1"/>
              </p:cNvSpPr>
              <p:nvPr/>
            </p:nvSpPr>
            <p:spPr>
              <a:xfrm>
                <a:off x="3975783" y="2637066"/>
                <a:ext cx="1970539" cy="523220"/>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p:cNvSpPr/>
              <p:nvPr/>
            </p:nvSpPr>
            <p:spPr>
              <a:xfrm>
                <a:off x="5735975" y="2637066"/>
                <a:ext cx="1970539"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b="0" i="1" smtClean="0">
                          <a:solidFill>
                            <a:srgbClr val="002060"/>
                          </a:solidFill>
                          <a:latin typeface="Cambria Math" panose="02040503050406030204" pitchFamily="18" charset="0"/>
                        </a:rPr>
                        <m:t>+</m:t>
                      </m:r>
                      <m:r>
                        <a:rPr lang="en-US" sz="2800" b="0" i="1" smtClean="0">
                          <a:solidFill>
                            <a:srgbClr val="7030A0"/>
                          </a:solidFill>
                          <a:latin typeface="Cambria Math" panose="02040503050406030204" pitchFamily="18" charset="0"/>
                        </a:rPr>
                        <m:t> </m:t>
                      </m:r>
                      <m:sSup>
                        <m:sSupPr>
                          <m:ctrlPr>
                            <a:rPr lang="en-US" sz="2800" b="0" i="1" smtClean="0">
                              <a:solidFill>
                                <a:srgbClr val="7030A0"/>
                              </a:solidFill>
                              <a:latin typeface="Cambria Math" panose="02040503050406030204" pitchFamily="18" charset="0"/>
                            </a:rPr>
                          </m:ctrlPr>
                        </m:sSupPr>
                        <m:e>
                          <m:r>
                            <a:rPr lang="en-US" sz="2800" b="0" i="1" smtClean="0">
                              <a:solidFill>
                                <a:srgbClr val="7030A0"/>
                              </a:solidFill>
                              <a:latin typeface="Cambria Math" panose="02040503050406030204" pitchFamily="18" charset="0"/>
                            </a:rPr>
                            <m:t>12</m:t>
                          </m:r>
                        </m:e>
                        <m:sup>
                          <m:r>
                            <a:rPr lang="en-US" sz="2800" b="0" i="1" smtClean="0">
                              <a:solidFill>
                                <a:srgbClr val="7030A0"/>
                              </a:solidFill>
                              <a:latin typeface="Cambria Math" panose="02040503050406030204" pitchFamily="18" charset="0"/>
                            </a:rPr>
                            <m:t>2</m:t>
                          </m:r>
                        </m:sup>
                      </m:sSup>
                      <m:r>
                        <a:rPr lang="en-US" sz="2800" b="0" i="1" smtClean="0">
                          <a:solidFill>
                            <a:srgbClr val="002060"/>
                          </a:solidFill>
                          <a:latin typeface="Cambria Math" panose="02040503050406030204" pitchFamily="18" charset="0"/>
                        </a:rPr>
                        <m:t>+</m:t>
                      </m:r>
                      <m:sSup>
                        <m:sSupPr>
                          <m:ctrlPr>
                            <a:rPr lang="en-US" sz="2800" b="0" i="1" smtClean="0">
                              <a:solidFill>
                                <a:srgbClr val="7030A0"/>
                              </a:solidFill>
                              <a:latin typeface="Cambria Math" panose="02040503050406030204" pitchFamily="18" charset="0"/>
                            </a:rPr>
                          </m:ctrlPr>
                        </m:sSupPr>
                        <m:e>
                          <m:r>
                            <a:rPr lang="en-US" sz="2800" b="0" i="1" smtClean="0">
                              <a:solidFill>
                                <a:srgbClr val="7030A0"/>
                              </a:solidFill>
                              <a:latin typeface="Cambria Math" panose="02040503050406030204" pitchFamily="18" charset="0"/>
                            </a:rPr>
                            <m:t>8</m:t>
                          </m:r>
                        </m:e>
                        <m:sup>
                          <m:r>
                            <a:rPr lang="en-US" sz="2800" b="0" i="1" smtClean="0">
                              <a:solidFill>
                                <a:srgbClr val="7030A0"/>
                              </a:solidFill>
                              <a:latin typeface="Cambria Math" panose="02040503050406030204" pitchFamily="18" charset="0"/>
                            </a:rPr>
                            <m:t>2</m:t>
                          </m:r>
                        </m:sup>
                      </m:sSup>
                    </m:oMath>
                  </m:oMathPara>
                </a14:m>
                <a:endParaRPr lang="en-US" sz="2800" dirty="0">
                  <a:solidFill>
                    <a:srgbClr val="7030A0"/>
                  </a:solidFill>
                </a:endParaRPr>
              </a:p>
            </p:txBody>
          </p:sp>
        </mc:Choice>
        <mc:Fallback xmlns="">
          <p:sp>
            <p:nvSpPr>
              <p:cNvPr id="18" name="Rectangle 17"/>
              <p:cNvSpPr>
                <a:spLocks noRot="1" noChangeAspect="1" noMove="1" noResize="1" noEditPoints="1" noAdjustHandles="1" noChangeArrowheads="1" noChangeShapeType="1" noTextEdit="1"/>
              </p:cNvSpPr>
              <p:nvPr/>
            </p:nvSpPr>
            <p:spPr>
              <a:xfrm>
                <a:off x="5735975" y="2637066"/>
                <a:ext cx="1970539" cy="523220"/>
              </a:xfrm>
              <a:prstGeom prst="rect">
                <a:avLst/>
              </a:prstGeom>
              <a:blipFill rotWithShape="0">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Rectangle 29"/>
              <p:cNvSpPr/>
              <p:nvPr/>
            </p:nvSpPr>
            <p:spPr>
              <a:xfrm>
                <a:off x="7590403" y="2637066"/>
                <a:ext cx="1279902"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b="0" i="1" smtClean="0">
                          <a:solidFill>
                            <a:srgbClr val="002060"/>
                          </a:solidFill>
                          <a:latin typeface="Cambria Math" panose="02040503050406030204" pitchFamily="18" charset="0"/>
                        </a:rPr>
                        <m:t>=</m:t>
                      </m:r>
                      <m:r>
                        <a:rPr lang="en-US" sz="2800" b="1" i="1" smtClean="0">
                          <a:solidFill>
                            <a:srgbClr val="002060"/>
                          </a:solidFill>
                          <a:latin typeface="Cambria Math" panose="02040503050406030204" pitchFamily="18" charset="0"/>
                        </a:rPr>
                        <m:t>𝟒𝟑𝟔</m:t>
                      </m:r>
                    </m:oMath>
                  </m:oMathPara>
                </a14:m>
                <a:endParaRPr lang="en-US" sz="2800" b="1" dirty="0">
                  <a:solidFill>
                    <a:srgbClr val="002060"/>
                  </a:solidFill>
                </a:endParaRPr>
              </a:p>
            </p:txBody>
          </p:sp>
        </mc:Choice>
        <mc:Fallback xmlns="">
          <p:sp>
            <p:nvSpPr>
              <p:cNvPr id="30" name="Rectangle 29"/>
              <p:cNvSpPr>
                <a:spLocks noRot="1" noChangeAspect="1" noMove="1" noResize="1" noEditPoints="1" noAdjustHandles="1" noChangeArrowheads="1" noChangeShapeType="1" noTextEdit="1"/>
              </p:cNvSpPr>
              <p:nvPr/>
            </p:nvSpPr>
            <p:spPr>
              <a:xfrm>
                <a:off x="7590403" y="2637066"/>
                <a:ext cx="1279902" cy="523220"/>
              </a:xfrm>
              <a:prstGeom prst="rect">
                <a:avLst/>
              </a:prstGeom>
              <a:blipFill rotWithShape="0">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Rectangle 30"/>
              <p:cNvSpPr/>
              <p:nvPr/>
            </p:nvSpPr>
            <p:spPr>
              <a:xfrm>
                <a:off x="137272" y="3921138"/>
                <a:ext cx="9980874" cy="1135696"/>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chemeClr val="bg1"/>
                          </a:solidFill>
                          <a:latin typeface="Cambria Math" panose="02040503050406030204" pitchFamily="18" charset="0"/>
                          <a:ea typeface="Cambria Math" panose="02040503050406030204" pitchFamily="18" charset="0"/>
                        </a:rPr>
                        <m:t>∴</m:t>
                      </m:r>
                      <m:r>
                        <m:rPr>
                          <m:nor/>
                        </m:rPr>
                        <a:rPr lang="en-US" sz="2800" b="0" i="0" smtClean="0">
                          <a:solidFill>
                            <a:srgbClr val="002060"/>
                          </a:solidFill>
                          <a:ea typeface="Cambria Math" panose="02040503050406030204" pitchFamily="18" charset="0"/>
                        </a:rPr>
                        <m:t>Corrected</m:t>
                      </m:r>
                      <m:r>
                        <m:rPr>
                          <m:nor/>
                        </m:rPr>
                        <a:rPr lang="en-US" sz="2800" b="0" i="0" smtClean="0">
                          <a:solidFill>
                            <a:srgbClr val="002060"/>
                          </a:solidFill>
                          <a:ea typeface="Cambria Math" panose="02040503050406030204" pitchFamily="18" charset="0"/>
                        </a:rPr>
                        <m:t> </m:t>
                      </m:r>
                      <m:nary>
                        <m:naryPr>
                          <m:chr m:val="∑"/>
                          <m:limLoc m:val="undOvr"/>
                          <m:subHide m:val="on"/>
                          <m:supHide m:val="on"/>
                          <m:ctrlPr>
                            <a:rPr lang="en-US" sz="2800" i="1">
                              <a:solidFill>
                                <a:srgbClr val="002060"/>
                              </a:solidFill>
                              <a:latin typeface="Cambria Math" panose="02040503050406030204" pitchFamily="18" charset="0"/>
                            </a:rPr>
                          </m:ctrlPr>
                        </m:naryPr>
                        <m:sub/>
                        <m:sup/>
                        <m:e>
                          <m:r>
                            <m:rPr>
                              <m:sty m:val="p"/>
                            </m:rPr>
                            <a:rPr lang="en-US" sz="2800" b="0" i="0" smtClean="0">
                              <a:solidFill>
                                <a:srgbClr val="002060"/>
                              </a:solidFill>
                              <a:latin typeface="Cambria Math" panose="02040503050406030204" pitchFamily="18" charset="0"/>
                            </a:rPr>
                            <m:t>xy</m:t>
                          </m:r>
                        </m:e>
                      </m:nary>
                      <m:r>
                        <a:rPr lang="en-US" sz="2800" b="0" i="1" smtClean="0">
                          <a:solidFill>
                            <a:srgbClr val="002060"/>
                          </a:solidFill>
                          <a:latin typeface="Cambria Math" panose="02040503050406030204" pitchFamily="18" charset="0"/>
                        </a:rPr>
                        <m:t>=508−</m:t>
                      </m:r>
                      <m:d>
                        <m:dPr>
                          <m:ctrlPr>
                            <a:rPr lang="en-US" sz="2800" b="0" i="1" smtClean="0">
                              <a:solidFill>
                                <a:srgbClr val="002060"/>
                              </a:solidFill>
                              <a:latin typeface="Cambria Math" panose="02040503050406030204" pitchFamily="18" charset="0"/>
                            </a:rPr>
                          </m:ctrlPr>
                        </m:dPr>
                        <m:e>
                          <m:r>
                            <a:rPr lang="en-US" sz="2800" b="0" i="1" smtClean="0">
                              <a:solidFill>
                                <a:schemeClr val="bg1"/>
                              </a:solidFill>
                              <a:latin typeface="Cambria Math" panose="02040503050406030204" pitchFamily="18" charset="0"/>
                            </a:rPr>
                            <m:t>6</m:t>
                          </m:r>
                          <m:r>
                            <a:rPr lang="en-US" sz="2800" b="0" i="1" smtClean="0">
                              <a:solidFill>
                                <a:srgbClr val="002060"/>
                              </a:solidFill>
                              <a:latin typeface="Cambria Math" panose="02040503050406030204" pitchFamily="18" charset="0"/>
                              <a:ea typeface="Cambria Math" panose="02040503050406030204" pitchFamily="18" charset="0"/>
                            </a:rPr>
                            <m:t>∙</m:t>
                          </m:r>
                          <m:r>
                            <a:rPr lang="en-US" sz="2800" b="0" i="1" smtClean="0">
                              <a:solidFill>
                                <a:schemeClr val="bg1"/>
                              </a:solidFill>
                              <a:latin typeface="Cambria Math" panose="02040503050406030204" pitchFamily="18" charset="0"/>
                            </a:rPr>
                            <m:t>14</m:t>
                          </m:r>
                        </m:e>
                      </m:d>
                      <m:r>
                        <a:rPr lang="en-US" sz="2800" b="0" i="1" smtClean="0">
                          <a:solidFill>
                            <a:srgbClr val="002060"/>
                          </a:solidFill>
                          <a:latin typeface="Cambria Math" panose="02040503050406030204" pitchFamily="18" charset="0"/>
                        </a:rPr>
                        <m:t>−</m:t>
                      </m:r>
                      <m:d>
                        <m:dPr>
                          <m:ctrlPr>
                            <a:rPr lang="en-US" sz="2800" i="1">
                              <a:solidFill>
                                <a:srgbClr val="002060"/>
                              </a:solidFill>
                              <a:latin typeface="Cambria Math" panose="02040503050406030204" pitchFamily="18" charset="0"/>
                            </a:rPr>
                          </m:ctrlPr>
                        </m:dPr>
                        <m:e>
                          <m:r>
                            <a:rPr lang="en-US" sz="2800" i="1" smtClean="0">
                              <a:solidFill>
                                <a:schemeClr val="bg1"/>
                              </a:solidFill>
                              <a:latin typeface="Cambria Math" panose="02040503050406030204" pitchFamily="18" charset="0"/>
                            </a:rPr>
                            <m:t>8</m:t>
                          </m:r>
                          <m:r>
                            <a:rPr lang="en-US" sz="2800" i="1" smtClean="0">
                              <a:solidFill>
                                <a:srgbClr val="002060"/>
                              </a:solidFill>
                              <a:latin typeface="Cambria Math" panose="02040503050406030204" pitchFamily="18" charset="0"/>
                              <a:ea typeface="Cambria Math" panose="02040503050406030204" pitchFamily="18" charset="0"/>
                            </a:rPr>
                            <m:t>∙</m:t>
                          </m:r>
                          <m:r>
                            <a:rPr lang="en-US" sz="2800" i="1">
                              <a:solidFill>
                                <a:schemeClr val="bg1"/>
                              </a:solidFill>
                              <a:latin typeface="Cambria Math" panose="02040503050406030204" pitchFamily="18" charset="0"/>
                            </a:rPr>
                            <m:t>6</m:t>
                          </m:r>
                        </m:e>
                      </m:d>
                      <m:r>
                        <a:rPr lang="en-US" sz="2800" b="0" i="1" smtClean="0">
                          <a:solidFill>
                            <a:srgbClr val="002060"/>
                          </a:solidFill>
                          <a:latin typeface="Cambria Math" panose="02040503050406030204" pitchFamily="18" charset="0"/>
                        </a:rPr>
                        <m:t>+</m:t>
                      </m:r>
                      <m:d>
                        <m:dPr>
                          <m:ctrlPr>
                            <a:rPr lang="en-US" sz="2800" i="1">
                              <a:solidFill>
                                <a:srgbClr val="002060"/>
                              </a:solidFill>
                              <a:latin typeface="Cambria Math" panose="02040503050406030204" pitchFamily="18" charset="0"/>
                            </a:rPr>
                          </m:ctrlPr>
                        </m:dPr>
                        <m:e>
                          <m:r>
                            <a:rPr lang="en-US" sz="2800" i="1" smtClean="0">
                              <a:solidFill>
                                <a:schemeClr val="bg1"/>
                              </a:solidFill>
                              <a:latin typeface="Cambria Math" panose="02040503050406030204" pitchFamily="18" charset="0"/>
                            </a:rPr>
                            <m:t>8</m:t>
                          </m:r>
                          <m:r>
                            <a:rPr lang="en-US" sz="2800" i="1" smtClean="0">
                              <a:solidFill>
                                <a:srgbClr val="002060"/>
                              </a:solidFill>
                              <a:latin typeface="Cambria Math" panose="02040503050406030204" pitchFamily="18" charset="0"/>
                              <a:ea typeface="Cambria Math" panose="02040503050406030204" pitchFamily="18" charset="0"/>
                            </a:rPr>
                            <m:t>∙</m:t>
                          </m:r>
                          <m:r>
                            <a:rPr lang="en-US" sz="2800" b="0" i="1" smtClean="0">
                              <a:solidFill>
                                <a:schemeClr val="bg1"/>
                              </a:solidFill>
                              <a:latin typeface="Cambria Math" panose="02040503050406030204" pitchFamily="18" charset="0"/>
                            </a:rPr>
                            <m:t>12</m:t>
                          </m:r>
                        </m:e>
                      </m:d>
                      <m:r>
                        <a:rPr lang="en-US" sz="2800" b="0" i="1" smtClean="0">
                          <a:solidFill>
                            <a:srgbClr val="002060"/>
                          </a:solidFill>
                          <a:latin typeface="Cambria Math" panose="02040503050406030204" pitchFamily="18" charset="0"/>
                        </a:rPr>
                        <m:t>+</m:t>
                      </m:r>
                      <m:d>
                        <m:dPr>
                          <m:ctrlPr>
                            <a:rPr lang="en-US" sz="2800" i="1">
                              <a:solidFill>
                                <a:srgbClr val="002060"/>
                              </a:solidFill>
                              <a:latin typeface="Cambria Math" panose="02040503050406030204" pitchFamily="18" charset="0"/>
                            </a:rPr>
                          </m:ctrlPr>
                        </m:dPr>
                        <m:e>
                          <m:r>
                            <a:rPr lang="en-US" sz="2800" b="0" i="1" smtClean="0">
                              <a:solidFill>
                                <a:schemeClr val="bg1"/>
                              </a:solidFill>
                              <a:latin typeface="Cambria Math" panose="02040503050406030204" pitchFamily="18" charset="0"/>
                            </a:rPr>
                            <m:t>6</m:t>
                          </m:r>
                          <m:r>
                            <a:rPr lang="en-US" sz="2800" i="1" smtClean="0">
                              <a:solidFill>
                                <a:srgbClr val="002060"/>
                              </a:solidFill>
                              <a:latin typeface="Cambria Math" panose="02040503050406030204" pitchFamily="18" charset="0"/>
                              <a:ea typeface="Cambria Math" panose="02040503050406030204" pitchFamily="18" charset="0"/>
                            </a:rPr>
                            <m:t>∙</m:t>
                          </m:r>
                          <m:r>
                            <a:rPr lang="en-US" sz="2800" b="0" i="1" smtClean="0">
                              <a:solidFill>
                                <a:schemeClr val="bg1"/>
                              </a:solidFill>
                              <a:latin typeface="Cambria Math" panose="02040503050406030204" pitchFamily="18" charset="0"/>
                            </a:rPr>
                            <m:t>8</m:t>
                          </m:r>
                        </m:e>
                      </m:d>
                    </m:oMath>
                  </m:oMathPara>
                </a14:m>
                <a:endParaRPr lang="en-US" sz="2800" dirty="0">
                  <a:solidFill>
                    <a:srgbClr val="002060"/>
                  </a:solidFill>
                </a:endParaRPr>
              </a:p>
            </p:txBody>
          </p:sp>
        </mc:Choice>
        <mc:Fallback xmlns="">
          <p:sp>
            <p:nvSpPr>
              <p:cNvPr id="31" name="Rectangle 30"/>
              <p:cNvSpPr>
                <a:spLocks noRot="1" noChangeAspect="1" noMove="1" noResize="1" noEditPoints="1" noAdjustHandles="1" noChangeArrowheads="1" noChangeShapeType="1" noTextEdit="1"/>
              </p:cNvSpPr>
              <p:nvPr/>
            </p:nvSpPr>
            <p:spPr>
              <a:xfrm>
                <a:off x="137272" y="3921138"/>
                <a:ext cx="9980874" cy="1135696"/>
              </a:xfrm>
              <a:prstGeom prst="rect">
                <a:avLst/>
              </a:prstGeom>
              <a:blipFill rotWithShape="0">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Rectangle 31"/>
              <p:cNvSpPr/>
              <p:nvPr/>
            </p:nvSpPr>
            <p:spPr>
              <a:xfrm>
                <a:off x="4451539" y="4167508"/>
                <a:ext cx="1123256"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b="0" i="1" smtClean="0">
                          <a:solidFill>
                            <a:srgbClr val="FF0000"/>
                          </a:solidFill>
                          <a:latin typeface="Cambria Math" panose="02040503050406030204" pitchFamily="18" charset="0"/>
                        </a:rPr>
                        <m:t>6</m:t>
                      </m:r>
                      <m:r>
                        <a:rPr lang="en-US" sz="2800" i="1" smtClean="0">
                          <a:solidFill>
                            <a:srgbClr val="002060"/>
                          </a:solidFill>
                          <a:latin typeface="Cambria Math" panose="02040503050406030204" pitchFamily="18" charset="0"/>
                          <a:ea typeface="Cambria Math" panose="02040503050406030204" pitchFamily="18" charset="0"/>
                        </a:rPr>
                        <m:t>∙</m:t>
                      </m:r>
                      <m:r>
                        <a:rPr lang="en-US" sz="2800" b="0" i="1" smtClean="0">
                          <a:solidFill>
                            <a:srgbClr val="FF0000"/>
                          </a:solidFill>
                          <a:latin typeface="Cambria Math" panose="02040503050406030204" pitchFamily="18" charset="0"/>
                        </a:rPr>
                        <m:t>14</m:t>
                      </m:r>
                    </m:oMath>
                  </m:oMathPara>
                </a14:m>
                <a:endParaRPr lang="en-US" sz="2800" dirty="0">
                  <a:solidFill>
                    <a:srgbClr val="FF0000"/>
                  </a:solidFill>
                </a:endParaRPr>
              </a:p>
            </p:txBody>
          </p:sp>
        </mc:Choice>
        <mc:Fallback xmlns="">
          <p:sp>
            <p:nvSpPr>
              <p:cNvPr id="32" name="Rectangle 31"/>
              <p:cNvSpPr>
                <a:spLocks noRot="1" noChangeAspect="1" noMove="1" noResize="1" noEditPoints="1" noAdjustHandles="1" noChangeArrowheads="1" noChangeShapeType="1" noTextEdit="1"/>
              </p:cNvSpPr>
              <p:nvPr/>
            </p:nvSpPr>
            <p:spPr>
              <a:xfrm>
                <a:off x="4451539" y="4167508"/>
                <a:ext cx="1123256" cy="523220"/>
              </a:xfrm>
              <a:prstGeom prst="rect">
                <a:avLst/>
              </a:prstGeom>
              <a:blipFill rotWithShape="0">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Rectangle 34"/>
              <p:cNvSpPr/>
              <p:nvPr/>
            </p:nvSpPr>
            <p:spPr>
              <a:xfrm>
                <a:off x="6019800" y="4167508"/>
                <a:ext cx="924484"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a:solidFill>
                            <a:srgbClr val="FF0000"/>
                          </a:solidFill>
                          <a:latin typeface="Cambria Math" panose="02040503050406030204" pitchFamily="18" charset="0"/>
                        </a:rPr>
                        <m:t>8</m:t>
                      </m:r>
                      <m:r>
                        <a:rPr lang="en-US" sz="2800" i="1">
                          <a:solidFill>
                            <a:srgbClr val="002060"/>
                          </a:solidFill>
                          <a:latin typeface="Cambria Math" panose="02040503050406030204" pitchFamily="18" charset="0"/>
                          <a:ea typeface="Cambria Math" panose="02040503050406030204" pitchFamily="18" charset="0"/>
                        </a:rPr>
                        <m:t>∙</m:t>
                      </m:r>
                      <m:r>
                        <a:rPr lang="en-US" sz="2800" i="1">
                          <a:solidFill>
                            <a:srgbClr val="FF0000"/>
                          </a:solidFill>
                          <a:latin typeface="Cambria Math" panose="02040503050406030204" pitchFamily="18" charset="0"/>
                        </a:rPr>
                        <m:t>6</m:t>
                      </m:r>
                    </m:oMath>
                  </m:oMathPara>
                </a14:m>
                <a:endParaRPr lang="en-US" sz="2800" dirty="0">
                  <a:solidFill>
                    <a:srgbClr val="FF0000"/>
                  </a:solidFill>
                </a:endParaRPr>
              </a:p>
            </p:txBody>
          </p:sp>
        </mc:Choice>
        <mc:Fallback xmlns="">
          <p:sp>
            <p:nvSpPr>
              <p:cNvPr id="35" name="Rectangle 34"/>
              <p:cNvSpPr>
                <a:spLocks noRot="1" noChangeAspect="1" noMove="1" noResize="1" noEditPoints="1" noAdjustHandles="1" noChangeArrowheads="1" noChangeShapeType="1" noTextEdit="1"/>
              </p:cNvSpPr>
              <p:nvPr/>
            </p:nvSpPr>
            <p:spPr>
              <a:xfrm>
                <a:off x="6019800" y="4167508"/>
                <a:ext cx="924484" cy="523220"/>
              </a:xfrm>
              <a:prstGeom prst="rect">
                <a:avLst/>
              </a:prstGeom>
              <a:blipFill rotWithShape="0">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Rectangle 35"/>
              <p:cNvSpPr/>
              <p:nvPr/>
            </p:nvSpPr>
            <p:spPr>
              <a:xfrm>
                <a:off x="7384798" y="4166192"/>
                <a:ext cx="1123256"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7030A0"/>
                          </a:solidFill>
                          <a:latin typeface="Cambria Math" panose="02040503050406030204" pitchFamily="18" charset="0"/>
                        </a:rPr>
                        <m:t>8</m:t>
                      </m:r>
                      <m:r>
                        <a:rPr lang="en-US" sz="2800" i="1">
                          <a:solidFill>
                            <a:srgbClr val="002060"/>
                          </a:solidFill>
                          <a:latin typeface="Cambria Math" panose="02040503050406030204" pitchFamily="18" charset="0"/>
                          <a:ea typeface="Cambria Math" panose="02040503050406030204" pitchFamily="18" charset="0"/>
                        </a:rPr>
                        <m:t>∙</m:t>
                      </m:r>
                      <m:r>
                        <a:rPr lang="en-US" sz="2800" i="1">
                          <a:solidFill>
                            <a:srgbClr val="7030A0"/>
                          </a:solidFill>
                          <a:latin typeface="Cambria Math" panose="02040503050406030204" pitchFamily="18" charset="0"/>
                        </a:rPr>
                        <m:t>12</m:t>
                      </m:r>
                    </m:oMath>
                  </m:oMathPara>
                </a14:m>
                <a:endParaRPr lang="en-US" sz="2800" dirty="0">
                  <a:solidFill>
                    <a:srgbClr val="7030A0"/>
                  </a:solidFill>
                </a:endParaRPr>
              </a:p>
            </p:txBody>
          </p:sp>
        </mc:Choice>
        <mc:Fallback xmlns="">
          <p:sp>
            <p:nvSpPr>
              <p:cNvPr id="36" name="Rectangle 35"/>
              <p:cNvSpPr>
                <a:spLocks noRot="1" noChangeAspect="1" noMove="1" noResize="1" noEditPoints="1" noAdjustHandles="1" noChangeArrowheads="1" noChangeShapeType="1" noTextEdit="1"/>
              </p:cNvSpPr>
              <p:nvPr/>
            </p:nvSpPr>
            <p:spPr>
              <a:xfrm>
                <a:off x="7384798" y="4166192"/>
                <a:ext cx="1123256" cy="523220"/>
              </a:xfrm>
              <a:prstGeom prst="rect">
                <a:avLst/>
              </a:prstGeom>
              <a:blipFill rotWithShape="0">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Rectangle 36"/>
              <p:cNvSpPr/>
              <p:nvPr/>
            </p:nvSpPr>
            <p:spPr>
              <a:xfrm>
                <a:off x="8964578" y="4159154"/>
                <a:ext cx="924484"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7030A0"/>
                          </a:solidFill>
                          <a:latin typeface="Cambria Math" panose="02040503050406030204" pitchFamily="18" charset="0"/>
                        </a:rPr>
                        <m:t>6</m:t>
                      </m:r>
                      <m:r>
                        <a:rPr lang="en-US" sz="2800" i="1">
                          <a:solidFill>
                            <a:srgbClr val="002060"/>
                          </a:solidFill>
                          <a:latin typeface="Cambria Math" panose="02040503050406030204" pitchFamily="18" charset="0"/>
                          <a:ea typeface="Cambria Math" panose="02040503050406030204" pitchFamily="18" charset="0"/>
                        </a:rPr>
                        <m:t>∙</m:t>
                      </m:r>
                      <m:r>
                        <a:rPr lang="en-US" sz="2800" i="1">
                          <a:solidFill>
                            <a:srgbClr val="7030A0"/>
                          </a:solidFill>
                          <a:latin typeface="Cambria Math" panose="02040503050406030204" pitchFamily="18" charset="0"/>
                        </a:rPr>
                        <m:t>8</m:t>
                      </m:r>
                    </m:oMath>
                  </m:oMathPara>
                </a14:m>
                <a:endParaRPr lang="en-US" sz="2800" dirty="0">
                  <a:solidFill>
                    <a:srgbClr val="7030A0"/>
                  </a:solidFill>
                </a:endParaRPr>
              </a:p>
            </p:txBody>
          </p:sp>
        </mc:Choice>
        <mc:Fallback xmlns="">
          <p:sp>
            <p:nvSpPr>
              <p:cNvPr id="37" name="Rectangle 36"/>
              <p:cNvSpPr>
                <a:spLocks noRot="1" noChangeAspect="1" noMove="1" noResize="1" noEditPoints="1" noAdjustHandles="1" noChangeArrowheads="1" noChangeShapeType="1" noTextEdit="1"/>
              </p:cNvSpPr>
              <p:nvPr/>
            </p:nvSpPr>
            <p:spPr>
              <a:xfrm>
                <a:off x="8964578" y="4159154"/>
                <a:ext cx="924484" cy="523220"/>
              </a:xfrm>
              <a:prstGeom prst="rect">
                <a:avLst/>
              </a:prstGeom>
              <a:blipFill rotWithShape="0">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Rectangle 37"/>
              <p:cNvSpPr/>
              <p:nvPr/>
            </p:nvSpPr>
            <p:spPr>
              <a:xfrm>
                <a:off x="2971105" y="5178754"/>
                <a:ext cx="4529317"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b="0" i="1" smtClean="0">
                          <a:solidFill>
                            <a:srgbClr val="002060"/>
                          </a:solidFill>
                          <a:latin typeface="Cambria Math" panose="02040503050406030204" pitchFamily="18" charset="0"/>
                        </a:rPr>
                        <m:t>=508−84−48+96+48</m:t>
                      </m:r>
                    </m:oMath>
                  </m:oMathPara>
                </a14:m>
                <a:endParaRPr lang="en-US" sz="2800" dirty="0">
                  <a:solidFill>
                    <a:srgbClr val="002060"/>
                  </a:solidFill>
                </a:endParaRPr>
              </a:p>
            </p:txBody>
          </p:sp>
        </mc:Choice>
        <mc:Fallback xmlns="">
          <p:sp>
            <p:nvSpPr>
              <p:cNvPr id="38" name="Rectangle 37"/>
              <p:cNvSpPr>
                <a:spLocks noRot="1" noChangeAspect="1" noMove="1" noResize="1" noEditPoints="1" noAdjustHandles="1" noChangeArrowheads="1" noChangeShapeType="1" noTextEdit="1"/>
              </p:cNvSpPr>
              <p:nvPr/>
            </p:nvSpPr>
            <p:spPr>
              <a:xfrm>
                <a:off x="2971105" y="5178754"/>
                <a:ext cx="4529317" cy="523220"/>
              </a:xfrm>
              <a:prstGeom prst="rect">
                <a:avLst/>
              </a:prstGeom>
              <a:blipFill rotWithShape="0">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Rectangle 38"/>
              <p:cNvSpPr/>
              <p:nvPr/>
            </p:nvSpPr>
            <p:spPr>
              <a:xfrm>
                <a:off x="2971105" y="5964903"/>
                <a:ext cx="1279902"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b="0" i="1" smtClean="0">
                          <a:solidFill>
                            <a:srgbClr val="002060"/>
                          </a:solidFill>
                          <a:latin typeface="Cambria Math" panose="02040503050406030204" pitchFamily="18" charset="0"/>
                        </a:rPr>
                        <m:t>=</m:t>
                      </m:r>
                      <m:r>
                        <a:rPr lang="en-US" sz="2800" b="1" i="1" smtClean="0">
                          <a:solidFill>
                            <a:srgbClr val="002060"/>
                          </a:solidFill>
                          <a:latin typeface="Cambria Math" panose="02040503050406030204" pitchFamily="18" charset="0"/>
                        </a:rPr>
                        <m:t>𝟓𝟐𝟎</m:t>
                      </m:r>
                    </m:oMath>
                  </m:oMathPara>
                </a14:m>
                <a:endParaRPr lang="en-US" sz="2800" b="1" dirty="0">
                  <a:solidFill>
                    <a:srgbClr val="002060"/>
                  </a:solidFill>
                </a:endParaRPr>
              </a:p>
            </p:txBody>
          </p:sp>
        </mc:Choice>
        <mc:Fallback xmlns="">
          <p:sp>
            <p:nvSpPr>
              <p:cNvPr id="39" name="Rectangle 38"/>
              <p:cNvSpPr>
                <a:spLocks noRot="1" noChangeAspect="1" noMove="1" noResize="1" noEditPoints="1" noAdjustHandles="1" noChangeArrowheads="1" noChangeShapeType="1" noTextEdit="1"/>
              </p:cNvSpPr>
              <p:nvPr/>
            </p:nvSpPr>
            <p:spPr>
              <a:xfrm>
                <a:off x="2971105" y="5964903"/>
                <a:ext cx="1279902" cy="523220"/>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Rectangle 39"/>
              <p:cNvSpPr/>
              <p:nvPr/>
            </p:nvSpPr>
            <p:spPr>
              <a:xfrm>
                <a:off x="8883615" y="743626"/>
                <a:ext cx="3389133" cy="1569660"/>
              </a:xfrm>
              <a:prstGeom prst="rect">
                <a:avLst/>
              </a:prstGeom>
              <a:ln>
                <a:solidFill>
                  <a:srgbClr val="C00000"/>
                </a:solidFill>
              </a:ln>
            </p:spPr>
            <p:txBody>
              <a:bodyPr wrap="none">
                <a:spAutoFit/>
              </a:bodyPr>
              <a:lstStyle/>
              <a:p>
                <a:pPr/>
                <a14:m>
                  <m:oMathPara xmlns:m="http://schemas.openxmlformats.org/officeDocument/2006/math">
                    <m:oMathParaPr>
                      <m:jc m:val="left"/>
                    </m:oMathParaPr>
                    <m:oMath xmlns:m="http://schemas.openxmlformats.org/officeDocument/2006/math">
                      <m:r>
                        <m:rPr>
                          <m:nor/>
                        </m:rPr>
                        <a:rPr lang="en-US" sz="2400" b="0" i="0" dirty="0" smtClean="0">
                          <a:solidFill>
                            <a:srgbClr val="002060"/>
                          </a:solidFill>
                          <a:ea typeface="Cambria Math" panose="02040503050406030204" pitchFamily="18" charset="0"/>
                        </a:rPr>
                        <m:t>Correct</m:t>
                      </m:r>
                      <m:r>
                        <a:rPr lang="en-US" sz="2400" b="0" i="0" dirty="0" smtClean="0">
                          <a:solidFill>
                            <a:srgbClr val="002060"/>
                          </a:solidFill>
                          <a:latin typeface="Cambria Math" panose="02040503050406030204" pitchFamily="18" charset="0"/>
                          <a:ea typeface="Cambria Math" panose="02040503050406030204" pitchFamily="18" charset="0"/>
                        </a:rPr>
                        <m:t>   </m:t>
                      </m:r>
                    </m:oMath>
                  </m:oMathPara>
                </a14:m>
                <a:endParaRPr lang="en-US" sz="2400" b="0" i="0" dirty="0">
                  <a:solidFill>
                    <a:srgbClr val="002060"/>
                  </a:solidFill>
                  <a:latin typeface="Cambria Math" panose="02040503050406030204" pitchFamily="18" charset="0"/>
                  <a:ea typeface="Cambria Math" panose="02040503050406030204" pitchFamily="18" charset="0"/>
                </a:endParaRPr>
              </a:p>
              <a:p>
                <a:r>
                  <a:rPr lang="en-US" sz="2400" dirty="0">
                    <a:solidFill>
                      <a:srgbClr val="002060"/>
                    </a:solidFill>
                    <a:ea typeface="Cambria Math" panose="02040503050406030204" pitchFamily="18" charset="0"/>
                  </a:rPr>
                  <a:t>	</a:t>
                </a:r>
                <a14:m>
                  <m:oMath xmlns:m="http://schemas.openxmlformats.org/officeDocument/2006/math">
                    <m:d>
                      <m:dPr>
                        <m:ctrlPr>
                          <a:rPr lang="en-US" sz="2400" i="1" dirty="0" smtClean="0">
                            <a:solidFill>
                              <a:srgbClr val="002060"/>
                            </a:solidFill>
                            <a:latin typeface="Cambria Math" panose="02040503050406030204" pitchFamily="18" charset="0"/>
                            <a:ea typeface="Cambria Math" panose="02040503050406030204" pitchFamily="18" charset="0"/>
                          </a:rPr>
                        </m:ctrlPr>
                      </m:dPr>
                      <m:e>
                        <m:r>
                          <a:rPr lang="en-US" sz="2400" i="1" dirty="0">
                            <a:solidFill>
                              <a:srgbClr val="7030A0"/>
                            </a:solidFill>
                            <a:latin typeface="Cambria Math" panose="02040503050406030204" pitchFamily="18" charset="0"/>
                            <a:ea typeface="Cambria Math" panose="02040503050406030204" pitchFamily="18" charset="0"/>
                          </a:rPr>
                          <m:t>8</m:t>
                        </m:r>
                        <m:r>
                          <a:rPr lang="en-US" sz="2400" i="1" dirty="0">
                            <a:solidFill>
                              <a:srgbClr val="002060"/>
                            </a:solidFill>
                            <a:latin typeface="Cambria Math" panose="02040503050406030204" pitchFamily="18" charset="0"/>
                            <a:ea typeface="Cambria Math" panose="02040503050406030204" pitchFamily="18" charset="0"/>
                          </a:rPr>
                          <m:t>, </m:t>
                        </m:r>
                        <m:r>
                          <a:rPr lang="en-US" sz="2400" i="1" dirty="0">
                            <a:solidFill>
                              <a:schemeClr val="tx2"/>
                            </a:solidFill>
                            <a:latin typeface="Cambria Math" panose="02040503050406030204" pitchFamily="18" charset="0"/>
                            <a:ea typeface="Cambria Math" panose="02040503050406030204" pitchFamily="18" charset="0"/>
                          </a:rPr>
                          <m:t>12</m:t>
                        </m:r>
                      </m:e>
                    </m:d>
                    <m:r>
                      <m:rPr>
                        <m:nor/>
                      </m:rPr>
                      <a:rPr lang="en-US" sz="2400" b="0" i="0" dirty="0" smtClean="0">
                        <a:solidFill>
                          <a:srgbClr val="002060"/>
                        </a:solidFill>
                        <a:latin typeface="Cambria Math" panose="02040503050406030204" pitchFamily="18" charset="0"/>
                        <a:ea typeface="Cambria Math" panose="02040503050406030204" pitchFamily="18" charset="0"/>
                      </a:rPr>
                      <m:t> </m:t>
                    </m:r>
                    <m:r>
                      <m:rPr>
                        <m:nor/>
                      </m:rPr>
                      <a:rPr lang="en-US" sz="2400" dirty="0">
                        <a:solidFill>
                          <a:srgbClr val="002060"/>
                        </a:solidFill>
                        <a:latin typeface="+mj-lt"/>
                        <a:ea typeface="Cambria Math" panose="02040503050406030204" pitchFamily="18" charset="0"/>
                      </a:rPr>
                      <m:t>and</m:t>
                    </m:r>
                    <m:r>
                      <m:rPr>
                        <m:nor/>
                      </m:rPr>
                      <a:rPr lang="en-US" sz="2400" dirty="0" smtClean="0">
                        <a:solidFill>
                          <a:srgbClr val="002060"/>
                        </a:solidFill>
                        <a:latin typeface="+mj-lt"/>
                        <a:ea typeface="Cambria Math" panose="02040503050406030204" pitchFamily="18" charset="0"/>
                      </a:rPr>
                      <m:t> </m:t>
                    </m:r>
                    <m:d>
                      <m:dPr>
                        <m:ctrlPr>
                          <a:rPr lang="en-US" sz="2400" i="1" dirty="0" smtClean="0">
                            <a:solidFill>
                              <a:srgbClr val="002060"/>
                            </a:solidFill>
                            <a:latin typeface="Cambria Math" panose="02040503050406030204" pitchFamily="18" charset="0"/>
                            <a:ea typeface="Cambria Math" panose="02040503050406030204" pitchFamily="18" charset="0"/>
                          </a:rPr>
                        </m:ctrlPr>
                      </m:dPr>
                      <m:e>
                        <m:r>
                          <a:rPr lang="en-US" sz="2400" i="1" dirty="0">
                            <a:solidFill>
                              <a:srgbClr val="7030A0"/>
                            </a:solidFill>
                            <a:latin typeface="Cambria Math" panose="02040503050406030204" pitchFamily="18" charset="0"/>
                            <a:ea typeface="Cambria Math" panose="02040503050406030204" pitchFamily="18" charset="0"/>
                          </a:rPr>
                          <m:t>6</m:t>
                        </m:r>
                        <m:r>
                          <a:rPr lang="en-US" sz="2400" i="1" dirty="0">
                            <a:solidFill>
                              <a:srgbClr val="002060"/>
                            </a:solidFill>
                            <a:latin typeface="Cambria Math" panose="02040503050406030204" pitchFamily="18" charset="0"/>
                            <a:ea typeface="Cambria Math" panose="02040503050406030204" pitchFamily="18" charset="0"/>
                          </a:rPr>
                          <m:t>, </m:t>
                        </m:r>
                        <m:r>
                          <a:rPr lang="en-US" sz="2400" i="1" dirty="0">
                            <a:solidFill>
                              <a:schemeClr val="tx2"/>
                            </a:solidFill>
                            <a:latin typeface="Cambria Math" panose="02040503050406030204" pitchFamily="18" charset="0"/>
                            <a:ea typeface="Cambria Math" panose="02040503050406030204" pitchFamily="18" charset="0"/>
                          </a:rPr>
                          <m:t>8</m:t>
                        </m:r>
                      </m:e>
                    </m:d>
                  </m:oMath>
                </a14:m>
                <a:endParaRPr lang="en-US" sz="2400" dirty="0">
                  <a:solidFill>
                    <a:srgbClr val="002060"/>
                  </a:solidFill>
                  <a:latin typeface="Cambria Math" panose="02040503050406030204" pitchFamily="18" charset="0"/>
                  <a:ea typeface="Cambria Math" panose="02040503050406030204" pitchFamily="18" charset="0"/>
                </a:endParaRPr>
              </a:p>
              <a:p>
                <a:r>
                  <a:rPr lang="en-US" sz="2400" dirty="0">
                    <a:solidFill>
                      <a:srgbClr val="002060"/>
                    </a:solidFill>
                    <a:ea typeface="Cambria Math" panose="02040503050406030204" pitchFamily="18" charset="0"/>
                  </a:rPr>
                  <a:t>Incorrect</a:t>
                </a:r>
              </a:p>
              <a:p>
                <a:r>
                  <a:rPr lang="en-US" sz="2400" dirty="0">
                    <a:solidFill>
                      <a:srgbClr val="002060"/>
                    </a:solidFill>
                    <a:ea typeface="Cambria Math" panose="02040503050406030204" pitchFamily="18" charset="0"/>
                  </a:rPr>
                  <a:t>	</a:t>
                </a:r>
                <a14:m>
                  <m:oMath xmlns:m="http://schemas.openxmlformats.org/officeDocument/2006/math">
                    <m:r>
                      <a:rPr lang="en-US" sz="2400" i="0" dirty="0" smtClean="0">
                        <a:solidFill>
                          <a:srgbClr val="002060"/>
                        </a:solidFill>
                        <a:latin typeface="Cambria Math" panose="02040503050406030204" pitchFamily="18" charset="0"/>
                        <a:ea typeface="Cambria Math" panose="02040503050406030204" pitchFamily="18" charset="0"/>
                      </a:rPr>
                      <m:t>(6, </m:t>
                    </m:r>
                    <m:r>
                      <a:rPr lang="en-US" sz="2400" i="0" dirty="0" smtClean="0">
                        <a:solidFill>
                          <a:srgbClr val="FF0000"/>
                        </a:solidFill>
                        <a:latin typeface="Cambria Math" panose="02040503050406030204" pitchFamily="18" charset="0"/>
                        <a:ea typeface="Cambria Math" panose="02040503050406030204" pitchFamily="18" charset="0"/>
                      </a:rPr>
                      <m:t>14</m:t>
                    </m:r>
                    <m:r>
                      <a:rPr lang="en-US" sz="2400" i="0" dirty="0" smtClean="0">
                        <a:solidFill>
                          <a:srgbClr val="002060"/>
                        </a:solidFill>
                        <a:latin typeface="Cambria Math" panose="02040503050406030204" pitchFamily="18" charset="0"/>
                        <a:ea typeface="Cambria Math" panose="02040503050406030204" pitchFamily="18" charset="0"/>
                      </a:rPr>
                      <m:t>)</m:t>
                    </m:r>
                    <m:r>
                      <m:rPr>
                        <m:nor/>
                      </m:rPr>
                      <a:rPr lang="en-US" sz="2400" dirty="0">
                        <a:solidFill>
                          <a:srgbClr val="002060"/>
                        </a:solidFill>
                        <a:latin typeface="+mj-lt"/>
                        <a:ea typeface="Cambria Math" panose="02040503050406030204" pitchFamily="18" charset="0"/>
                      </a:rPr>
                      <m:t> </m:t>
                    </m:r>
                    <m:r>
                      <m:rPr>
                        <m:nor/>
                      </m:rPr>
                      <a:rPr lang="en-US" sz="2400" dirty="0">
                        <a:solidFill>
                          <a:srgbClr val="002060"/>
                        </a:solidFill>
                        <a:latin typeface="+mj-lt"/>
                        <a:ea typeface="Cambria Math" panose="02040503050406030204" pitchFamily="18" charset="0"/>
                      </a:rPr>
                      <m:t>and</m:t>
                    </m:r>
                    <m:r>
                      <m:rPr>
                        <m:nor/>
                      </m:rPr>
                      <a:rPr lang="en-US" sz="2400" dirty="0">
                        <a:solidFill>
                          <a:srgbClr val="002060"/>
                        </a:solidFill>
                        <a:latin typeface="+mj-lt"/>
                        <a:ea typeface="Cambria Math" panose="02040503050406030204" pitchFamily="18" charset="0"/>
                      </a:rPr>
                      <m:t> </m:t>
                    </m:r>
                    <m:r>
                      <a:rPr lang="en-US" sz="2400" i="0" dirty="0" smtClean="0">
                        <a:solidFill>
                          <a:srgbClr val="002060"/>
                        </a:solidFill>
                        <a:latin typeface="Cambria Math" panose="02040503050406030204" pitchFamily="18" charset="0"/>
                        <a:ea typeface="Cambria Math" panose="02040503050406030204" pitchFamily="18" charset="0"/>
                      </a:rPr>
                      <m:t>(8, </m:t>
                    </m:r>
                    <m:r>
                      <a:rPr lang="en-US" sz="2400" i="0" dirty="0" smtClean="0">
                        <a:solidFill>
                          <a:srgbClr val="FF0000"/>
                        </a:solidFill>
                        <a:latin typeface="Cambria Math" panose="02040503050406030204" pitchFamily="18" charset="0"/>
                        <a:ea typeface="Cambria Math" panose="02040503050406030204" pitchFamily="18" charset="0"/>
                      </a:rPr>
                      <m:t>6</m:t>
                    </m:r>
                    <m:r>
                      <a:rPr lang="en-US" sz="2400" i="0" dirty="0" smtClean="0">
                        <a:solidFill>
                          <a:srgbClr val="002060"/>
                        </a:solidFill>
                        <a:latin typeface="Cambria Math" panose="02040503050406030204" pitchFamily="18" charset="0"/>
                        <a:ea typeface="Cambria Math" panose="02040503050406030204" pitchFamily="18" charset="0"/>
                      </a:rPr>
                      <m:t>)</m:t>
                    </m:r>
                  </m:oMath>
                </a14:m>
                <a:endParaRPr lang="en-US" sz="1600" dirty="0">
                  <a:solidFill>
                    <a:srgbClr val="002060"/>
                  </a:solidFill>
                  <a:latin typeface="+mj-lt"/>
                </a:endParaRPr>
              </a:p>
            </p:txBody>
          </p:sp>
        </mc:Choice>
        <mc:Fallback xmlns="">
          <p:sp>
            <p:nvSpPr>
              <p:cNvPr id="40" name="Rectangle 39"/>
              <p:cNvSpPr>
                <a:spLocks noRot="1" noChangeAspect="1" noMove="1" noResize="1" noEditPoints="1" noAdjustHandles="1" noChangeArrowheads="1" noChangeShapeType="1" noTextEdit="1"/>
              </p:cNvSpPr>
              <p:nvPr/>
            </p:nvSpPr>
            <p:spPr>
              <a:xfrm>
                <a:off x="8883615" y="743626"/>
                <a:ext cx="3389133" cy="1569660"/>
              </a:xfrm>
              <a:prstGeom prst="rect">
                <a:avLst/>
              </a:prstGeom>
              <a:blipFill>
                <a:blip r:embed="rId17"/>
                <a:stretch>
                  <a:fillRect l="-2509" b="-4633"/>
                </a:stretch>
              </a:blipFill>
              <a:ln>
                <a:solidFill>
                  <a:srgbClr val="C00000"/>
                </a:solidFill>
              </a:ln>
            </p:spPr>
            <p:txBody>
              <a:bodyPr/>
              <a:lstStyle/>
              <a:p>
                <a:r>
                  <a:rPr lang="en-IN">
                    <a:noFill/>
                  </a:rPr>
                  <a:t> </a:t>
                </a:r>
              </a:p>
            </p:txBody>
          </p:sp>
        </mc:Fallback>
      </mc:AlternateContent>
    </p:spTree>
    <p:extLst>
      <p:ext uri="{BB962C8B-B14F-4D97-AF65-F5344CB8AC3E}">
        <p14:creationId xmlns:p14="http://schemas.microsoft.com/office/powerpoint/2010/main" val="1871520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15" grpId="0"/>
      <p:bldP spid="16" grpId="0"/>
      <p:bldP spid="17" grpId="0"/>
      <p:bldP spid="18" grpId="0"/>
      <p:bldP spid="30" grpId="0"/>
      <p:bldP spid="31" grpId="0"/>
      <p:bldP spid="32" grpId="0"/>
      <p:bldP spid="35" grpId="0"/>
      <p:bldP spid="36" grpId="0"/>
      <p:bldP spid="37" grpId="0"/>
      <p:bldP spid="38" grpId="0"/>
      <p:bldP spid="39"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1 ⇝ Example 4(</a:t>
            </a:r>
            <a:r>
              <a:rPr lang="en-GB" dirty="0">
                <a:solidFill>
                  <a:srgbClr val="FF0000"/>
                </a:solidFill>
              </a:rPr>
              <a:t>Continue</a:t>
            </a:r>
            <a:r>
              <a:rPr lang="en-GB" dirty="0"/>
              <a:t>)</a:t>
            </a:r>
            <a:endParaRPr lang="en-US" dirty="0"/>
          </a:p>
        </p:txBody>
      </p:sp>
      <p:sp>
        <p:nvSpPr>
          <p:cNvPr id="8" name="Rectangle 7"/>
          <p:cNvSpPr/>
          <p:nvPr/>
        </p:nvSpPr>
        <p:spPr>
          <a:xfrm>
            <a:off x="137271" y="859577"/>
            <a:ext cx="11718273" cy="523220"/>
          </a:xfrm>
          <a:prstGeom prst="rect">
            <a:avLst/>
          </a:prstGeom>
        </p:spPr>
        <p:txBody>
          <a:bodyPr wrap="none">
            <a:spAutoFit/>
          </a:bodyPr>
          <a:lstStyle/>
          <a:p>
            <a:r>
              <a:rPr lang="en-US" sz="2800" dirty="0">
                <a:solidFill>
                  <a:srgbClr val="002060"/>
                </a:solidFill>
              </a:rPr>
              <a:t>Let us substitute all the values in the </a:t>
            </a:r>
            <a:r>
              <a:rPr lang="en-US" sz="2800" dirty="0">
                <a:solidFill>
                  <a:srgbClr val="FF0000"/>
                </a:solidFill>
              </a:rPr>
              <a:t>formula</a:t>
            </a:r>
            <a:r>
              <a:rPr lang="en-US" sz="2800" dirty="0">
                <a:solidFill>
                  <a:srgbClr val="002060"/>
                </a:solidFill>
              </a:rPr>
              <a:t> to find the coefficient of correlation </a:t>
            </a:r>
            <a:endParaRPr lang="en-US" dirty="0"/>
          </a:p>
        </p:txBody>
      </p:sp>
      <mc:AlternateContent xmlns:mc="http://schemas.openxmlformats.org/markup-compatibility/2006" xmlns:a14="http://schemas.microsoft.com/office/drawing/2010/main">
        <mc:Choice Requires="a14">
          <p:sp>
            <p:nvSpPr>
              <p:cNvPr id="50" name="Rectangle 49"/>
              <p:cNvSpPr/>
              <p:nvPr/>
            </p:nvSpPr>
            <p:spPr>
              <a:xfrm>
                <a:off x="137271" y="1689418"/>
                <a:ext cx="8444363" cy="1225785"/>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m:rPr>
                          <m:sty m:val="p"/>
                        </m:rPr>
                        <a:rPr lang="en-US" sz="2800" smtClean="0">
                          <a:solidFill>
                            <a:srgbClr val="002060"/>
                          </a:solidFill>
                          <a:latin typeface="Cambria Math" panose="02040503050406030204" pitchFamily="18" charset="0"/>
                        </a:rPr>
                        <m:t>r</m:t>
                      </m:r>
                      <m:r>
                        <a:rPr lang="en-US" sz="2800" smtClean="0">
                          <a:solidFill>
                            <a:srgbClr val="002060"/>
                          </a:solidFill>
                          <a:latin typeface="Cambria Math" panose="02040503050406030204" pitchFamily="18" charset="0"/>
                        </a:rPr>
                        <m:t>=</m:t>
                      </m:r>
                      <m:f>
                        <m:fPr>
                          <m:ctrlPr>
                            <a:rPr lang="en-US" sz="2800" i="1">
                              <a:solidFill>
                                <a:srgbClr val="C00000"/>
                              </a:solidFill>
                              <a:latin typeface="Cambria Math" panose="02040503050406030204" pitchFamily="18" charset="0"/>
                            </a:rPr>
                          </m:ctrlPr>
                        </m:fPr>
                        <m:num>
                          <m:r>
                            <m:rPr>
                              <m:sty m:val="p"/>
                            </m:rPr>
                            <a:rPr lang="en-US" sz="2800" smtClean="0">
                              <a:solidFill>
                                <a:srgbClr val="FF0000"/>
                              </a:solidFill>
                              <a:latin typeface="Cambria Math" panose="02040503050406030204" pitchFamily="18" charset="0"/>
                            </a:rPr>
                            <m:t>n</m:t>
                          </m:r>
                          <m:r>
                            <a:rPr lang="en-US" sz="2800">
                              <a:solidFill>
                                <a:srgbClr val="002060"/>
                              </a:solidFill>
                              <a:latin typeface="Cambria Math" panose="02040503050406030204" pitchFamily="18" charset="0"/>
                            </a:rPr>
                            <m:t>⋅</m:t>
                          </m:r>
                          <m:nary>
                            <m:naryPr>
                              <m:chr m:val="∑"/>
                              <m:subHide m:val="on"/>
                              <m:supHide m:val="on"/>
                              <m:ctrlPr>
                                <a:rPr lang="en-US" sz="2800" i="1">
                                  <a:solidFill>
                                    <a:srgbClr val="002060"/>
                                  </a:solidFill>
                                  <a:latin typeface="Cambria Math" panose="02040503050406030204" pitchFamily="18" charset="0"/>
                                </a:rPr>
                              </m:ctrlPr>
                            </m:naryPr>
                            <m:sub/>
                            <m:sup/>
                            <m:e>
                              <m:d>
                                <m:dPr>
                                  <m:ctrlPr>
                                    <a:rPr lang="en-US"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xy</m:t>
                                  </m:r>
                                </m:e>
                              </m:d>
                            </m:e>
                          </m:nary>
                          <m:r>
                            <a:rPr lang="en-US" sz="2800">
                              <a:solidFill>
                                <a:srgbClr val="002060"/>
                              </a:solidFill>
                              <a:latin typeface="Cambria Math" panose="02040503050406030204" pitchFamily="18" charset="0"/>
                            </a:rPr>
                            <m:t>− </m:t>
                          </m:r>
                          <m:nary>
                            <m:naryPr>
                              <m:chr m:val="∑"/>
                              <m:subHide m:val="on"/>
                              <m:supHide m:val="on"/>
                              <m:ctrlPr>
                                <a:rPr lang="en-US" sz="2800" i="1" smtClean="0">
                                  <a:solidFill>
                                    <a:srgbClr val="7030A0"/>
                                  </a:solidFill>
                                  <a:latin typeface="Cambria Math" panose="02040503050406030204" pitchFamily="18" charset="0"/>
                                </a:rPr>
                              </m:ctrlPr>
                            </m:naryPr>
                            <m:sub/>
                            <m:sup/>
                            <m:e>
                              <m:d>
                                <m:dPr>
                                  <m:ctrlPr>
                                    <a:rPr lang="en-US" sz="2800" i="1">
                                      <a:solidFill>
                                        <a:srgbClr val="7030A0"/>
                                      </a:solidFill>
                                      <a:latin typeface="Cambria Math" panose="02040503050406030204" pitchFamily="18" charset="0"/>
                                    </a:rPr>
                                  </m:ctrlPr>
                                </m:dPr>
                                <m:e>
                                  <m:r>
                                    <m:rPr>
                                      <m:sty m:val="p"/>
                                    </m:rPr>
                                    <a:rPr lang="en-US" sz="2800">
                                      <a:solidFill>
                                        <a:srgbClr val="7030A0"/>
                                      </a:solidFill>
                                      <a:latin typeface="Cambria Math" panose="02040503050406030204" pitchFamily="18" charset="0"/>
                                    </a:rPr>
                                    <m:t>x</m:t>
                                  </m:r>
                                </m:e>
                              </m:d>
                            </m:e>
                          </m:nary>
                          <m:r>
                            <a:rPr lang="en-US" sz="2800">
                              <a:solidFill>
                                <a:srgbClr val="002060"/>
                              </a:solidFill>
                              <a:latin typeface="Cambria Math" panose="02040503050406030204" pitchFamily="18" charset="0"/>
                            </a:rPr>
                            <m:t>⋅</m:t>
                          </m:r>
                          <m:nary>
                            <m:naryPr>
                              <m:chr m:val="∑"/>
                              <m:subHide m:val="on"/>
                              <m:supHide m:val="on"/>
                              <m:ctrlPr>
                                <a:rPr lang="en-US" sz="2800" i="1" smtClean="0">
                                  <a:solidFill>
                                    <a:srgbClr val="0070C0"/>
                                  </a:solidFill>
                                  <a:latin typeface="Cambria Math" panose="02040503050406030204" pitchFamily="18" charset="0"/>
                                </a:rPr>
                              </m:ctrlPr>
                            </m:naryPr>
                            <m:sub/>
                            <m:sup/>
                            <m:e>
                              <m:d>
                                <m:dPr>
                                  <m:ctrlPr>
                                    <a:rPr lang="en-US" sz="2800" i="1">
                                      <a:solidFill>
                                        <a:srgbClr val="0070C0"/>
                                      </a:solidFill>
                                      <a:latin typeface="Cambria Math" panose="02040503050406030204" pitchFamily="18" charset="0"/>
                                    </a:rPr>
                                  </m:ctrlPr>
                                </m:dPr>
                                <m:e>
                                  <m:r>
                                    <m:rPr>
                                      <m:sty m:val="p"/>
                                    </m:rPr>
                                    <a:rPr lang="en-US" sz="2800">
                                      <a:solidFill>
                                        <a:srgbClr val="0070C0"/>
                                      </a:solidFill>
                                      <a:latin typeface="Cambria Math" panose="02040503050406030204" pitchFamily="18" charset="0"/>
                                    </a:rPr>
                                    <m:t>y</m:t>
                                  </m:r>
                                </m:e>
                              </m:d>
                            </m:e>
                          </m:nary>
                        </m:num>
                        <m:den>
                          <m:eqArr>
                            <m:eqArrPr>
                              <m:ctrlPr>
                                <a:rPr lang="en-US" sz="2800" i="1">
                                  <a:solidFill>
                                    <a:srgbClr val="C00000"/>
                                  </a:solidFill>
                                  <a:latin typeface="Cambria Math" panose="02040503050406030204" pitchFamily="18" charset="0"/>
                                </a:rPr>
                              </m:ctrlPr>
                            </m:eqArrPr>
                            <m:e>
                              <m:r>
                                <a:rPr lang="en-US" sz="2800">
                                  <a:solidFill>
                                    <a:srgbClr val="C00000"/>
                                  </a:solidFill>
                                  <a:latin typeface="Cambria Math" panose="02040503050406030204" pitchFamily="18" charset="0"/>
                                </a:rPr>
                                <m:t> </m:t>
                              </m:r>
                            </m:e>
                            <m:e>
                              <m:r>
                                <a:rPr lang="en-US" sz="2800">
                                  <a:solidFill>
                                    <a:srgbClr val="C00000"/>
                                  </a:solidFill>
                                  <a:latin typeface="Cambria Math" panose="02040503050406030204" pitchFamily="18" charset="0"/>
                                </a:rPr>
                                <m:t>   </m:t>
                              </m:r>
                              <m:rad>
                                <m:radPr>
                                  <m:degHide m:val="on"/>
                                  <m:ctrlPr>
                                    <a:rPr lang="en-US" sz="2800" i="1">
                                      <a:solidFill>
                                        <a:srgbClr val="002060"/>
                                      </a:solidFill>
                                      <a:latin typeface="Cambria Math" panose="02040503050406030204" pitchFamily="18" charset="0"/>
                                    </a:rPr>
                                  </m:ctrlPr>
                                </m:radPr>
                                <m:deg/>
                                <m:e>
                                  <m:r>
                                    <m:rPr>
                                      <m:sty m:val="p"/>
                                    </m:rPr>
                                    <a:rPr lang="en-US" sz="2800" smtClean="0">
                                      <a:solidFill>
                                        <a:srgbClr val="FF0000"/>
                                      </a:solidFill>
                                      <a:latin typeface="Cambria Math" panose="02040503050406030204" pitchFamily="18" charset="0"/>
                                    </a:rPr>
                                    <m:t>n</m:t>
                                  </m:r>
                                  <m:r>
                                    <a:rPr lang="en-US" sz="2800">
                                      <a:solidFill>
                                        <a:srgbClr val="002060"/>
                                      </a:solidFill>
                                      <a:latin typeface="Cambria Math" panose="02040503050406030204" pitchFamily="18" charset="0"/>
                                    </a:rPr>
                                    <m:t>⋅</m:t>
                                  </m:r>
                                  <m:nary>
                                    <m:naryPr>
                                      <m:chr m:val="∑"/>
                                      <m:subHide m:val="on"/>
                                      <m:supHide m:val="on"/>
                                      <m:ctrlPr>
                                        <a:rPr lang="en-US" sz="2800" i="1">
                                          <a:solidFill>
                                            <a:srgbClr val="002060"/>
                                          </a:solidFill>
                                          <a:latin typeface="Cambria Math" panose="02040503050406030204" pitchFamily="18" charset="0"/>
                                        </a:rPr>
                                      </m:ctrlPr>
                                    </m:naryPr>
                                    <m:sub/>
                                    <m:sup/>
                                    <m:e>
                                      <m:d>
                                        <m:dPr>
                                          <m:ctrlPr>
                                            <a:rPr lang="en-US" sz="2800" i="1">
                                              <a:solidFill>
                                                <a:srgbClr val="002060"/>
                                              </a:solidFill>
                                              <a:latin typeface="Cambria Math" panose="02040503050406030204" pitchFamily="18" charset="0"/>
                                            </a:rPr>
                                          </m:ctrlPr>
                                        </m:dPr>
                                        <m:e>
                                          <m:sSup>
                                            <m:sSupPr>
                                              <m:ctrlPr>
                                                <a:rPr lang="en-US" sz="2800" i="1">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x</m:t>
                                              </m:r>
                                            </m:e>
                                            <m:sup>
                                              <m:r>
                                                <a:rPr lang="en-US" sz="2800">
                                                  <a:solidFill>
                                                    <a:srgbClr val="002060"/>
                                                  </a:solidFill>
                                                  <a:latin typeface="Cambria Math" panose="02040503050406030204" pitchFamily="18" charset="0"/>
                                                </a:rPr>
                                                <m:t>2</m:t>
                                              </m:r>
                                            </m:sup>
                                          </m:sSup>
                                        </m:e>
                                      </m:d>
                                    </m:e>
                                  </m:nary>
                                  <m:r>
                                    <a:rPr lang="en-US" sz="2800">
                                      <a:solidFill>
                                        <a:srgbClr val="002060"/>
                                      </a:solidFill>
                                      <a:latin typeface="Cambria Math" panose="02040503050406030204" pitchFamily="18" charset="0"/>
                                    </a:rPr>
                                    <m:t>−</m:t>
                                  </m:r>
                                  <m:sSup>
                                    <m:sSupPr>
                                      <m:ctrlPr>
                                        <a:rPr lang="en-US" sz="2800" i="1">
                                          <a:solidFill>
                                            <a:srgbClr val="002060"/>
                                          </a:solidFill>
                                          <a:latin typeface="Cambria Math" panose="02040503050406030204" pitchFamily="18" charset="0"/>
                                        </a:rPr>
                                      </m:ctrlPr>
                                    </m:sSupPr>
                                    <m:e>
                                      <m:d>
                                        <m:dPr>
                                          <m:ctrlPr>
                                            <a:rPr lang="en-US"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 </m:t>
                                          </m:r>
                                          <m:nary>
                                            <m:naryPr>
                                              <m:chr m:val="∑"/>
                                              <m:subHide m:val="on"/>
                                              <m:supHide m:val="on"/>
                                              <m:ctrlPr>
                                                <a:rPr lang="en-US" sz="2800" i="1" smtClean="0">
                                                  <a:solidFill>
                                                    <a:srgbClr val="7030A0"/>
                                                  </a:solidFill>
                                                  <a:latin typeface="Cambria Math" panose="02040503050406030204" pitchFamily="18" charset="0"/>
                                                </a:rPr>
                                              </m:ctrlPr>
                                            </m:naryPr>
                                            <m:sub/>
                                            <m:sup/>
                                            <m:e>
                                              <m:r>
                                                <m:rPr>
                                                  <m:sty m:val="p"/>
                                                </m:rPr>
                                                <a:rPr lang="en-US" sz="2800">
                                                  <a:solidFill>
                                                    <a:srgbClr val="7030A0"/>
                                                  </a:solidFill>
                                                  <a:latin typeface="Cambria Math" panose="02040503050406030204" pitchFamily="18" charset="0"/>
                                                </a:rPr>
                                                <m:t>x</m:t>
                                              </m:r>
                                            </m:e>
                                          </m:nary>
                                          <m:r>
                                            <a:rPr lang="en-US" sz="2800">
                                              <a:solidFill>
                                                <a:srgbClr val="002060"/>
                                              </a:solidFill>
                                              <a:latin typeface="Cambria Math" panose="02040503050406030204" pitchFamily="18" charset="0"/>
                                            </a:rPr>
                                            <m:t> </m:t>
                                          </m:r>
                                        </m:e>
                                      </m:d>
                                    </m:e>
                                    <m:sup>
                                      <m:r>
                                        <a:rPr lang="en-US" sz="2800">
                                          <a:solidFill>
                                            <a:srgbClr val="002060"/>
                                          </a:solidFill>
                                          <a:latin typeface="Cambria Math" panose="02040503050406030204" pitchFamily="18" charset="0"/>
                                        </a:rPr>
                                        <m:t>2</m:t>
                                      </m:r>
                                    </m:sup>
                                  </m:sSup>
                                  <m:r>
                                    <a:rPr lang="en-US" sz="2800">
                                      <a:solidFill>
                                        <a:srgbClr val="002060"/>
                                      </a:solidFill>
                                      <a:latin typeface="Cambria Math" panose="02040503050406030204" pitchFamily="18" charset="0"/>
                                    </a:rPr>
                                    <m:t>  </m:t>
                                  </m:r>
                                </m:e>
                              </m:rad>
                              <m:r>
                                <a:rPr lang="en-US" sz="2800">
                                  <a:solidFill>
                                    <a:srgbClr val="002060"/>
                                  </a:solidFill>
                                  <a:latin typeface="Cambria Math" panose="02040503050406030204" pitchFamily="18" charset="0"/>
                                </a:rPr>
                                <m:t>⋅</m:t>
                              </m:r>
                              <m:rad>
                                <m:radPr>
                                  <m:degHide m:val="on"/>
                                  <m:ctrlPr>
                                    <a:rPr lang="en-US" sz="2800" i="1">
                                      <a:solidFill>
                                        <a:srgbClr val="002060"/>
                                      </a:solidFill>
                                      <a:latin typeface="Cambria Math" panose="02040503050406030204" pitchFamily="18" charset="0"/>
                                    </a:rPr>
                                  </m:ctrlPr>
                                </m:radPr>
                                <m:deg/>
                                <m:e>
                                  <m:r>
                                    <m:rPr>
                                      <m:sty m:val="p"/>
                                    </m:rPr>
                                    <a:rPr lang="en-US" sz="2800" smtClean="0">
                                      <a:solidFill>
                                        <a:srgbClr val="FF0000"/>
                                      </a:solidFill>
                                      <a:latin typeface="Cambria Math" panose="02040503050406030204" pitchFamily="18" charset="0"/>
                                    </a:rPr>
                                    <m:t>n</m:t>
                                  </m:r>
                                  <m:r>
                                    <a:rPr lang="en-US" sz="2800">
                                      <a:solidFill>
                                        <a:srgbClr val="002060"/>
                                      </a:solidFill>
                                      <a:latin typeface="Cambria Math" panose="02040503050406030204" pitchFamily="18" charset="0"/>
                                    </a:rPr>
                                    <m:t>⋅</m:t>
                                  </m:r>
                                  <m:nary>
                                    <m:naryPr>
                                      <m:chr m:val="∑"/>
                                      <m:subHide m:val="on"/>
                                      <m:supHide m:val="on"/>
                                      <m:ctrlPr>
                                        <a:rPr lang="en-US" sz="2800" i="1">
                                          <a:solidFill>
                                            <a:srgbClr val="002060"/>
                                          </a:solidFill>
                                          <a:latin typeface="Cambria Math" panose="02040503050406030204" pitchFamily="18" charset="0"/>
                                        </a:rPr>
                                      </m:ctrlPr>
                                    </m:naryPr>
                                    <m:sub/>
                                    <m:sup/>
                                    <m:e>
                                      <m:d>
                                        <m:dPr>
                                          <m:ctrlPr>
                                            <a:rPr lang="en-US" sz="2800" i="1">
                                              <a:solidFill>
                                                <a:srgbClr val="002060"/>
                                              </a:solidFill>
                                              <a:latin typeface="Cambria Math" panose="02040503050406030204" pitchFamily="18" charset="0"/>
                                            </a:rPr>
                                          </m:ctrlPr>
                                        </m:dPr>
                                        <m:e>
                                          <m:sSup>
                                            <m:sSupPr>
                                              <m:ctrlPr>
                                                <a:rPr lang="en-US" sz="2800" i="1">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y</m:t>
                                              </m:r>
                                            </m:e>
                                            <m:sup>
                                              <m:r>
                                                <a:rPr lang="en-US" sz="2800">
                                                  <a:solidFill>
                                                    <a:srgbClr val="002060"/>
                                                  </a:solidFill>
                                                  <a:latin typeface="Cambria Math" panose="02040503050406030204" pitchFamily="18" charset="0"/>
                                                </a:rPr>
                                                <m:t>2</m:t>
                                              </m:r>
                                            </m:sup>
                                          </m:sSup>
                                        </m:e>
                                      </m:d>
                                    </m:e>
                                  </m:nary>
                                  <m:r>
                                    <a:rPr lang="en-US" sz="2800">
                                      <a:solidFill>
                                        <a:srgbClr val="002060"/>
                                      </a:solidFill>
                                      <a:latin typeface="Cambria Math" panose="02040503050406030204" pitchFamily="18" charset="0"/>
                                    </a:rPr>
                                    <m:t>−</m:t>
                                  </m:r>
                                  <m:sSup>
                                    <m:sSupPr>
                                      <m:ctrlPr>
                                        <a:rPr lang="en-US" sz="2800" i="1">
                                          <a:solidFill>
                                            <a:srgbClr val="002060"/>
                                          </a:solidFill>
                                          <a:latin typeface="Cambria Math" panose="02040503050406030204" pitchFamily="18" charset="0"/>
                                        </a:rPr>
                                      </m:ctrlPr>
                                    </m:sSupPr>
                                    <m:e>
                                      <m:d>
                                        <m:dPr>
                                          <m:ctrlPr>
                                            <a:rPr lang="en-US"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 </m:t>
                                          </m:r>
                                          <m:nary>
                                            <m:naryPr>
                                              <m:chr m:val="∑"/>
                                              <m:subHide m:val="on"/>
                                              <m:supHide m:val="on"/>
                                              <m:ctrlPr>
                                                <a:rPr lang="en-US" sz="2800" i="1" smtClean="0">
                                                  <a:solidFill>
                                                    <a:srgbClr val="0070C0"/>
                                                  </a:solidFill>
                                                  <a:latin typeface="Cambria Math" panose="02040503050406030204" pitchFamily="18" charset="0"/>
                                                </a:rPr>
                                              </m:ctrlPr>
                                            </m:naryPr>
                                            <m:sub/>
                                            <m:sup/>
                                            <m:e>
                                              <m:r>
                                                <m:rPr>
                                                  <m:sty m:val="p"/>
                                                </m:rPr>
                                                <a:rPr lang="en-US" sz="2800">
                                                  <a:solidFill>
                                                    <a:srgbClr val="0070C0"/>
                                                  </a:solidFill>
                                                  <a:latin typeface="Cambria Math" panose="02040503050406030204" pitchFamily="18" charset="0"/>
                                                </a:rPr>
                                                <m:t>y</m:t>
                                              </m:r>
                                            </m:e>
                                          </m:nary>
                                          <m:r>
                                            <a:rPr lang="en-US" sz="2800">
                                              <a:solidFill>
                                                <a:srgbClr val="002060"/>
                                              </a:solidFill>
                                              <a:latin typeface="Cambria Math" panose="02040503050406030204" pitchFamily="18" charset="0"/>
                                            </a:rPr>
                                            <m:t> </m:t>
                                          </m:r>
                                        </m:e>
                                      </m:d>
                                    </m:e>
                                    <m:sup>
                                      <m:r>
                                        <a:rPr lang="en-US" sz="2800">
                                          <a:solidFill>
                                            <a:srgbClr val="002060"/>
                                          </a:solidFill>
                                          <a:latin typeface="Cambria Math" panose="02040503050406030204" pitchFamily="18" charset="0"/>
                                        </a:rPr>
                                        <m:t>2</m:t>
                                      </m:r>
                                    </m:sup>
                                  </m:sSup>
                                  <m:r>
                                    <a:rPr lang="en-US" sz="2800">
                                      <a:solidFill>
                                        <a:srgbClr val="002060"/>
                                      </a:solidFill>
                                      <a:latin typeface="Cambria Math" panose="02040503050406030204" pitchFamily="18" charset="0"/>
                                    </a:rPr>
                                    <m:t>  </m:t>
                                  </m:r>
                                </m:e>
                              </m:rad>
                              <m:r>
                                <a:rPr lang="en-US" sz="2800">
                                  <a:solidFill>
                                    <a:srgbClr val="C00000"/>
                                  </a:solidFill>
                                  <a:latin typeface="Cambria Math" panose="02040503050406030204" pitchFamily="18" charset="0"/>
                                </a:rPr>
                                <m:t>     </m:t>
                              </m:r>
                            </m:e>
                          </m:eqArr>
                        </m:den>
                      </m:f>
                    </m:oMath>
                  </m:oMathPara>
                </a14:m>
                <a:endParaRPr lang="en-US" dirty="0"/>
              </a:p>
            </p:txBody>
          </p:sp>
        </mc:Choice>
        <mc:Fallback xmlns="">
          <p:sp>
            <p:nvSpPr>
              <p:cNvPr id="50" name="Rectangle 49"/>
              <p:cNvSpPr>
                <a:spLocks noRot="1" noChangeAspect="1" noMove="1" noResize="1" noEditPoints="1" noAdjustHandles="1" noChangeArrowheads="1" noChangeShapeType="1" noTextEdit="1"/>
              </p:cNvSpPr>
              <p:nvPr/>
            </p:nvSpPr>
            <p:spPr>
              <a:xfrm>
                <a:off x="137271" y="1689418"/>
                <a:ext cx="8444363" cy="1225785"/>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Rectangle 28"/>
              <p:cNvSpPr/>
              <p:nvPr/>
            </p:nvSpPr>
            <p:spPr>
              <a:xfrm>
                <a:off x="137270" y="3221824"/>
                <a:ext cx="8419613" cy="1224053"/>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m:rPr>
                          <m:sty m:val="p"/>
                        </m:rPr>
                        <a:rPr lang="en-US" sz="2800" smtClean="0">
                          <a:solidFill>
                            <a:schemeClr val="bg1"/>
                          </a:solidFill>
                          <a:latin typeface="Cambria Math" panose="02040503050406030204" pitchFamily="18" charset="0"/>
                        </a:rPr>
                        <m:t>r</m:t>
                      </m:r>
                      <m:r>
                        <a:rPr lang="en-US" sz="2800" smtClean="0">
                          <a:solidFill>
                            <a:srgbClr val="002060"/>
                          </a:solidFill>
                          <a:latin typeface="Cambria Math" panose="02040503050406030204" pitchFamily="18" charset="0"/>
                        </a:rPr>
                        <m:t>=</m:t>
                      </m:r>
                      <m:f>
                        <m:fPr>
                          <m:ctrlPr>
                            <a:rPr lang="en-US" sz="2800" i="1">
                              <a:solidFill>
                                <a:srgbClr val="C00000"/>
                              </a:solidFill>
                              <a:latin typeface="Cambria Math" panose="02040503050406030204" pitchFamily="18" charset="0"/>
                            </a:rPr>
                          </m:ctrlPr>
                        </m:fPr>
                        <m:num>
                          <m:r>
                            <a:rPr lang="en-US" sz="2800" b="0" i="0" smtClean="0">
                              <a:solidFill>
                                <a:schemeClr val="bg1"/>
                              </a:solidFill>
                              <a:latin typeface="Cambria Math" panose="02040503050406030204" pitchFamily="18" charset="0"/>
                            </a:rPr>
                            <m:t>25</m:t>
                          </m:r>
                          <m:r>
                            <a:rPr lang="en-US" sz="2800">
                              <a:solidFill>
                                <a:srgbClr val="002060"/>
                              </a:solidFill>
                              <a:latin typeface="Cambria Math" panose="02040503050406030204" pitchFamily="18" charset="0"/>
                            </a:rPr>
                            <m:t>⋅</m:t>
                          </m:r>
                          <m:r>
                            <a:rPr lang="en-US" sz="2800" b="0" i="1" smtClean="0">
                              <a:solidFill>
                                <a:schemeClr val="bg1"/>
                              </a:solidFill>
                              <a:latin typeface="Cambria Math" panose="02040503050406030204" pitchFamily="18" charset="0"/>
                            </a:rPr>
                            <m:t>520</m:t>
                          </m:r>
                          <m:r>
                            <a:rPr lang="en-US" sz="2800">
                              <a:solidFill>
                                <a:srgbClr val="002060"/>
                              </a:solidFill>
                              <a:latin typeface="Cambria Math" panose="02040503050406030204" pitchFamily="18" charset="0"/>
                            </a:rPr>
                            <m:t>−</m:t>
                          </m:r>
                          <m:d>
                            <m:dPr>
                              <m:ctrlPr>
                                <a:rPr lang="en-US" sz="2800" b="0" i="1" smtClean="0">
                                  <a:solidFill>
                                    <a:srgbClr val="002060"/>
                                  </a:solidFill>
                                  <a:latin typeface="Cambria Math" panose="02040503050406030204" pitchFamily="18" charset="0"/>
                                </a:rPr>
                              </m:ctrlPr>
                            </m:dPr>
                            <m:e>
                              <m:r>
                                <a:rPr lang="en-US" sz="2800" b="0" i="1" smtClean="0">
                                  <a:solidFill>
                                    <a:srgbClr val="002060"/>
                                  </a:solidFill>
                                  <a:latin typeface="Cambria Math" panose="02040503050406030204" pitchFamily="18" charset="0"/>
                                </a:rPr>
                                <m:t> </m:t>
                              </m:r>
                              <m:r>
                                <a:rPr lang="en-US" sz="2800" b="0" i="1" smtClean="0">
                                  <a:solidFill>
                                    <a:schemeClr val="bg1"/>
                                  </a:solidFill>
                                  <a:latin typeface="Cambria Math" panose="02040503050406030204" pitchFamily="18" charset="0"/>
                                </a:rPr>
                                <m:t>125</m:t>
                              </m:r>
                              <m:r>
                                <a:rPr lang="en-US" sz="2800">
                                  <a:solidFill>
                                    <a:srgbClr val="002060"/>
                                  </a:solidFill>
                                  <a:latin typeface="Cambria Math" panose="02040503050406030204" pitchFamily="18" charset="0"/>
                                </a:rPr>
                                <m:t>⋅</m:t>
                              </m:r>
                              <m:r>
                                <a:rPr lang="en-US" sz="2800" b="0" i="1" smtClean="0">
                                  <a:solidFill>
                                    <a:schemeClr val="bg1"/>
                                  </a:solidFill>
                                  <a:latin typeface="Cambria Math" panose="02040503050406030204" pitchFamily="18" charset="0"/>
                                </a:rPr>
                                <m:t>100</m:t>
                              </m:r>
                              <m:r>
                                <a:rPr lang="en-US" sz="2800" b="0" i="1" smtClean="0">
                                  <a:solidFill>
                                    <a:srgbClr val="002060"/>
                                  </a:solidFill>
                                  <a:latin typeface="Cambria Math" panose="02040503050406030204" pitchFamily="18" charset="0"/>
                                </a:rPr>
                                <m:t> </m:t>
                              </m:r>
                            </m:e>
                          </m:d>
                        </m:num>
                        <m:den>
                          <m:eqArr>
                            <m:eqArrPr>
                              <m:ctrlPr>
                                <a:rPr lang="en-US" sz="2800" i="1" smtClean="0">
                                  <a:solidFill>
                                    <a:srgbClr val="002060"/>
                                  </a:solidFill>
                                  <a:latin typeface="Cambria Math" panose="02040503050406030204" pitchFamily="18" charset="0"/>
                                </a:rPr>
                              </m:ctrlPr>
                            </m:eqArrPr>
                            <m:e>
                              <m:r>
                                <a:rPr lang="en-US" sz="2800">
                                  <a:solidFill>
                                    <a:srgbClr val="002060"/>
                                  </a:solidFill>
                                  <a:latin typeface="Cambria Math" panose="02040503050406030204" pitchFamily="18" charset="0"/>
                                </a:rPr>
                                <m:t> </m:t>
                              </m:r>
                            </m:e>
                            <m:e>
                              <m:r>
                                <a:rPr lang="en-US" sz="2800">
                                  <a:solidFill>
                                    <a:srgbClr val="002060"/>
                                  </a:solidFill>
                                  <a:latin typeface="Cambria Math" panose="02040503050406030204" pitchFamily="18" charset="0"/>
                                </a:rPr>
                                <m:t>   </m:t>
                              </m:r>
                              <m:rad>
                                <m:radPr>
                                  <m:degHide m:val="on"/>
                                  <m:ctrlPr>
                                    <a:rPr lang="en-US" sz="2800" i="1" smtClean="0">
                                      <a:solidFill>
                                        <a:srgbClr val="002060"/>
                                      </a:solidFill>
                                      <a:latin typeface="Cambria Math" panose="02040503050406030204" pitchFamily="18" charset="0"/>
                                    </a:rPr>
                                  </m:ctrlPr>
                                </m:radPr>
                                <m:deg/>
                                <m:e>
                                  <m:r>
                                    <a:rPr lang="en-US" sz="2800" b="0" i="0" smtClean="0">
                                      <a:solidFill>
                                        <a:schemeClr val="bg1"/>
                                      </a:solidFill>
                                      <a:latin typeface="Cambria Math" panose="02040503050406030204" pitchFamily="18" charset="0"/>
                                    </a:rPr>
                                    <m:t>25</m:t>
                                  </m:r>
                                  <m:r>
                                    <a:rPr lang="en-US" sz="2800">
                                      <a:solidFill>
                                        <a:srgbClr val="002060"/>
                                      </a:solidFill>
                                      <a:latin typeface="Cambria Math" panose="02040503050406030204" pitchFamily="18" charset="0"/>
                                    </a:rPr>
                                    <m:t>⋅</m:t>
                                  </m:r>
                                  <m:r>
                                    <a:rPr lang="en-US" sz="2800" b="0" i="1" smtClean="0">
                                      <a:solidFill>
                                        <a:schemeClr val="bg1"/>
                                      </a:solidFill>
                                      <a:latin typeface="Cambria Math" panose="02040503050406030204" pitchFamily="18" charset="0"/>
                                    </a:rPr>
                                    <m:t>650</m:t>
                                  </m:r>
                                  <m:r>
                                    <a:rPr lang="en-US" sz="2800">
                                      <a:solidFill>
                                        <a:srgbClr val="002060"/>
                                      </a:solidFill>
                                      <a:latin typeface="Cambria Math" panose="02040503050406030204" pitchFamily="18" charset="0"/>
                                    </a:rPr>
                                    <m:t>−</m:t>
                                  </m:r>
                                  <m:sSup>
                                    <m:sSupPr>
                                      <m:ctrlPr>
                                        <a:rPr lang="en-US" sz="2800" i="1">
                                          <a:solidFill>
                                            <a:srgbClr val="002060"/>
                                          </a:solidFill>
                                          <a:latin typeface="Cambria Math" panose="02040503050406030204" pitchFamily="18" charset="0"/>
                                        </a:rPr>
                                      </m:ctrlPr>
                                    </m:sSupPr>
                                    <m:e>
                                      <m:d>
                                        <m:dPr>
                                          <m:ctrlPr>
                                            <a:rPr lang="en-US"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 </m:t>
                                          </m:r>
                                          <m:r>
                                            <a:rPr lang="en-US" sz="2800" b="0" i="1" smtClean="0">
                                              <a:solidFill>
                                                <a:schemeClr val="bg1"/>
                                              </a:solidFill>
                                              <a:latin typeface="Cambria Math" panose="02040503050406030204" pitchFamily="18" charset="0"/>
                                            </a:rPr>
                                            <m:t>125</m:t>
                                          </m:r>
                                          <m:r>
                                            <a:rPr lang="en-US" sz="2800">
                                              <a:solidFill>
                                                <a:srgbClr val="002060"/>
                                              </a:solidFill>
                                              <a:latin typeface="Cambria Math" panose="02040503050406030204" pitchFamily="18" charset="0"/>
                                            </a:rPr>
                                            <m:t> </m:t>
                                          </m:r>
                                        </m:e>
                                      </m:d>
                                    </m:e>
                                    <m:sup>
                                      <m:r>
                                        <a:rPr lang="en-US" sz="2800">
                                          <a:solidFill>
                                            <a:srgbClr val="002060"/>
                                          </a:solidFill>
                                          <a:latin typeface="Cambria Math" panose="02040503050406030204" pitchFamily="18" charset="0"/>
                                        </a:rPr>
                                        <m:t>2</m:t>
                                      </m:r>
                                    </m:sup>
                                  </m:sSup>
                                  <m:r>
                                    <a:rPr lang="en-US" sz="2800">
                                      <a:solidFill>
                                        <a:srgbClr val="002060"/>
                                      </a:solidFill>
                                      <a:latin typeface="Cambria Math" panose="02040503050406030204" pitchFamily="18" charset="0"/>
                                    </a:rPr>
                                    <m:t>  </m:t>
                                  </m:r>
                                </m:e>
                              </m:rad>
                              <m:r>
                                <a:rPr lang="en-US" sz="2800">
                                  <a:solidFill>
                                    <a:srgbClr val="002060"/>
                                  </a:solidFill>
                                  <a:latin typeface="Cambria Math" panose="02040503050406030204" pitchFamily="18" charset="0"/>
                                </a:rPr>
                                <m:t>⋅</m:t>
                              </m:r>
                              <m:rad>
                                <m:radPr>
                                  <m:degHide m:val="on"/>
                                  <m:ctrlPr>
                                    <a:rPr lang="en-US" sz="2800" i="1">
                                      <a:solidFill>
                                        <a:srgbClr val="002060"/>
                                      </a:solidFill>
                                      <a:latin typeface="Cambria Math" panose="02040503050406030204" pitchFamily="18" charset="0"/>
                                    </a:rPr>
                                  </m:ctrlPr>
                                </m:radPr>
                                <m:deg/>
                                <m:e>
                                  <m:r>
                                    <a:rPr lang="en-US" sz="2800" b="0" i="0" smtClean="0">
                                      <a:solidFill>
                                        <a:schemeClr val="bg1"/>
                                      </a:solidFill>
                                      <a:latin typeface="Cambria Math" panose="02040503050406030204" pitchFamily="18" charset="0"/>
                                    </a:rPr>
                                    <m:t>25</m:t>
                                  </m:r>
                                  <m:r>
                                    <a:rPr lang="en-US" sz="2800">
                                      <a:solidFill>
                                        <a:srgbClr val="002060"/>
                                      </a:solidFill>
                                      <a:latin typeface="Cambria Math" panose="02040503050406030204" pitchFamily="18" charset="0"/>
                                    </a:rPr>
                                    <m:t>⋅</m:t>
                                  </m:r>
                                  <m:r>
                                    <a:rPr lang="en-US" sz="2800" b="0" i="1" smtClean="0">
                                      <a:solidFill>
                                        <a:schemeClr val="bg1"/>
                                      </a:solidFill>
                                      <a:latin typeface="Cambria Math" panose="02040503050406030204" pitchFamily="18" charset="0"/>
                                    </a:rPr>
                                    <m:t>436</m:t>
                                  </m:r>
                                  <m:r>
                                    <a:rPr lang="en-US" sz="2800">
                                      <a:solidFill>
                                        <a:srgbClr val="002060"/>
                                      </a:solidFill>
                                      <a:latin typeface="Cambria Math" panose="02040503050406030204" pitchFamily="18" charset="0"/>
                                    </a:rPr>
                                    <m:t>−</m:t>
                                  </m:r>
                                  <m:sSup>
                                    <m:sSupPr>
                                      <m:ctrlPr>
                                        <a:rPr lang="en-US" sz="2800" i="1">
                                          <a:solidFill>
                                            <a:srgbClr val="002060"/>
                                          </a:solidFill>
                                          <a:latin typeface="Cambria Math" panose="02040503050406030204" pitchFamily="18" charset="0"/>
                                        </a:rPr>
                                      </m:ctrlPr>
                                    </m:sSupPr>
                                    <m:e>
                                      <m:d>
                                        <m:dPr>
                                          <m:ctrlPr>
                                            <a:rPr lang="en-US"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 </m:t>
                                          </m:r>
                                          <m:r>
                                            <a:rPr lang="en-US" sz="2800" b="0" i="1" smtClean="0">
                                              <a:solidFill>
                                                <a:schemeClr val="bg1"/>
                                              </a:solidFill>
                                              <a:latin typeface="Cambria Math" panose="02040503050406030204" pitchFamily="18" charset="0"/>
                                            </a:rPr>
                                            <m:t>100</m:t>
                                          </m:r>
                                          <m:r>
                                            <a:rPr lang="en-US" sz="2800">
                                              <a:solidFill>
                                                <a:srgbClr val="002060"/>
                                              </a:solidFill>
                                              <a:latin typeface="Cambria Math" panose="02040503050406030204" pitchFamily="18" charset="0"/>
                                            </a:rPr>
                                            <m:t> </m:t>
                                          </m:r>
                                        </m:e>
                                      </m:d>
                                    </m:e>
                                    <m:sup>
                                      <m:r>
                                        <a:rPr lang="en-US" sz="2800">
                                          <a:solidFill>
                                            <a:srgbClr val="002060"/>
                                          </a:solidFill>
                                          <a:latin typeface="Cambria Math" panose="02040503050406030204" pitchFamily="18" charset="0"/>
                                        </a:rPr>
                                        <m:t>2</m:t>
                                      </m:r>
                                    </m:sup>
                                  </m:sSup>
                                  <m:r>
                                    <a:rPr lang="en-US" sz="2800">
                                      <a:solidFill>
                                        <a:srgbClr val="002060"/>
                                      </a:solidFill>
                                      <a:latin typeface="Cambria Math" panose="02040503050406030204" pitchFamily="18" charset="0"/>
                                    </a:rPr>
                                    <m:t>  </m:t>
                                  </m:r>
                                </m:e>
                              </m:rad>
                              <m:r>
                                <a:rPr lang="en-US" sz="2800">
                                  <a:solidFill>
                                    <a:srgbClr val="002060"/>
                                  </a:solidFill>
                                  <a:latin typeface="Cambria Math" panose="02040503050406030204" pitchFamily="18" charset="0"/>
                                </a:rPr>
                                <m:t>     </m:t>
                              </m:r>
                            </m:e>
                          </m:eqArr>
                        </m:den>
                      </m:f>
                    </m:oMath>
                  </m:oMathPara>
                </a14:m>
                <a:endParaRPr lang="en-US" dirty="0"/>
              </a:p>
            </p:txBody>
          </p:sp>
        </mc:Choice>
        <mc:Fallback xmlns="">
          <p:sp>
            <p:nvSpPr>
              <p:cNvPr id="29" name="Rectangle 28"/>
              <p:cNvSpPr>
                <a:spLocks noRot="1" noChangeAspect="1" noMove="1" noResize="1" noEditPoints="1" noAdjustHandles="1" noChangeArrowheads="1" noChangeShapeType="1" noTextEdit="1"/>
              </p:cNvSpPr>
              <p:nvPr/>
            </p:nvSpPr>
            <p:spPr>
              <a:xfrm>
                <a:off x="137270" y="3221824"/>
                <a:ext cx="8419613" cy="1224053"/>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68622B1E-44A3-44A2-B1C1-8D969737DA50}"/>
                  </a:ext>
                </a:extLst>
              </p:cNvPr>
              <p:cNvSpPr txBox="1"/>
              <p:nvPr/>
            </p:nvSpPr>
            <p:spPr>
              <a:xfrm>
                <a:off x="9817952" y="1314217"/>
                <a:ext cx="1239250"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m:rPr>
                          <m:sty m:val="p"/>
                        </m:rPr>
                        <a:rPr lang="en-US" sz="2800" i="0" dirty="0" smtClean="0">
                          <a:solidFill>
                            <a:srgbClr val="FF0000"/>
                          </a:solidFill>
                          <a:latin typeface="Cambria Math" panose="02040503050406030204" pitchFamily="18" charset="0"/>
                        </a:rPr>
                        <m:t>n</m:t>
                      </m:r>
                      <m:r>
                        <a:rPr lang="en-US" sz="2800" i="0" dirty="0" smtClean="0">
                          <a:solidFill>
                            <a:srgbClr val="FF0000"/>
                          </a:solidFill>
                          <a:latin typeface="Cambria Math" panose="02040503050406030204" pitchFamily="18" charset="0"/>
                        </a:rPr>
                        <m:t>=25</m:t>
                      </m:r>
                    </m:oMath>
                  </m:oMathPara>
                </a14:m>
                <a:endParaRPr lang="en-IN" sz="2800" dirty="0">
                  <a:solidFill>
                    <a:srgbClr val="FF0000"/>
                  </a:solidFill>
                </a:endParaRPr>
              </a:p>
            </p:txBody>
          </p:sp>
        </mc:Choice>
        <mc:Fallback xmlns="">
          <p:sp>
            <p:nvSpPr>
              <p:cNvPr id="82" name="TextBox 81">
                <a:extLst>
                  <a:ext uri="{FF2B5EF4-FFF2-40B4-BE49-F238E27FC236}">
                    <a16:creationId xmlns:a16="http://schemas.microsoft.com/office/drawing/2014/main" id="{68622B1E-44A3-44A2-B1C1-8D969737DA50}"/>
                  </a:ext>
                </a:extLst>
              </p:cNvPr>
              <p:cNvSpPr txBox="1">
                <a:spLocks noRot="1" noChangeAspect="1" noMove="1" noResize="1" noEditPoints="1" noAdjustHandles="1" noChangeArrowheads="1" noChangeShapeType="1" noTextEdit="1"/>
              </p:cNvSpPr>
              <p:nvPr/>
            </p:nvSpPr>
            <p:spPr>
              <a:xfrm>
                <a:off x="9817952" y="1314217"/>
                <a:ext cx="1239250"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68622B1E-44A3-44A2-B1C1-8D969737DA50}"/>
                  </a:ext>
                </a:extLst>
              </p:cNvPr>
              <p:cNvSpPr txBox="1"/>
              <p:nvPr/>
            </p:nvSpPr>
            <p:spPr>
              <a:xfrm>
                <a:off x="2754196" y="3206584"/>
                <a:ext cx="571631"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a:rPr lang="en-US" sz="2800" b="0" i="0" dirty="0" smtClean="0">
                          <a:solidFill>
                            <a:srgbClr val="7030A0"/>
                          </a:solidFill>
                          <a:latin typeface="Cambria Math" panose="02040503050406030204" pitchFamily="18" charset="0"/>
                        </a:rPr>
                        <m:t>25</m:t>
                      </m:r>
                    </m:oMath>
                  </m:oMathPara>
                </a14:m>
                <a:endParaRPr lang="en-IN" sz="2800" dirty="0">
                  <a:solidFill>
                    <a:srgbClr val="7030A0"/>
                  </a:solidFill>
                </a:endParaRPr>
              </a:p>
            </p:txBody>
          </p:sp>
        </mc:Choice>
        <mc:Fallback xmlns="">
          <p:sp>
            <p:nvSpPr>
              <p:cNvPr id="83" name="TextBox 82">
                <a:extLst>
                  <a:ext uri="{FF2B5EF4-FFF2-40B4-BE49-F238E27FC236}">
                    <a16:creationId xmlns="" xmlns:a16="http://schemas.microsoft.com/office/drawing/2014/main"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2754196" y="3206584"/>
                <a:ext cx="571631" cy="523220"/>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68622B1E-44A3-44A2-B1C1-8D969737DA50}"/>
                  </a:ext>
                </a:extLst>
              </p:cNvPr>
              <p:cNvSpPr txBox="1"/>
              <p:nvPr/>
            </p:nvSpPr>
            <p:spPr>
              <a:xfrm>
                <a:off x="1288393" y="3916565"/>
                <a:ext cx="571631"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a:rPr lang="en-US" sz="2800" b="0" i="0" dirty="0" smtClean="0">
                          <a:solidFill>
                            <a:srgbClr val="7030A0"/>
                          </a:solidFill>
                          <a:latin typeface="Cambria Math" panose="02040503050406030204" pitchFamily="18" charset="0"/>
                        </a:rPr>
                        <m:t>25</m:t>
                      </m:r>
                    </m:oMath>
                  </m:oMathPara>
                </a14:m>
                <a:endParaRPr lang="en-IN" sz="2800" dirty="0">
                  <a:solidFill>
                    <a:srgbClr val="7030A0"/>
                  </a:solidFill>
                </a:endParaRPr>
              </a:p>
            </p:txBody>
          </p:sp>
        </mc:Choice>
        <mc:Fallback xmlns="">
          <p:sp>
            <p:nvSpPr>
              <p:cNvPr id="84" name="TextBox 83">
                <a:extLst>
                  <a:ext uri="{FF2B5EF4-FFF2-40B4-BE49-F238E27FC236}">
                    <a16:creationId xmlns="" xmlns:a16="http://schemas.microsoft.com/office/drawing/2014/main"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1288393" y="3916565"/>
                <a:ext cx="571631" cy="523220"/>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68622B1E-44A3-44A2-B1C1-8D969737DA50}"/>
                  </a:ext>
                </a:extLst>
              </p:cNvPr>
              <p:cNvSpPr txBox="1"/>
              <p:nvPr/>
            </p:nvSpPr>
            <p:spPr>
              <a:xfrm>
                <a:off x="4836880" y="3912362"/>
                <a:ext cx="571631"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a:rPr lang="en-US" sz="2800" b="0" i="0" dirty="0" smtClean="0">
                          <a:solidFill>
                            <a:srgbClr val="7030A0"/>
                          </a:solidFill>
                          <a:latin typeface="Cambria Math" panose="02040503050406030204" pitchFamily="18" charset="0"/>
                        </a:rPr>
                        <m:t>25</m:t>
                      </m:r>
                    </m:oMath>
                  </m:oMathPara>
                </a14:m>
                <a:endParaRPr lang="en-IN" sz="2800" dirty="0">
                  <a:solidFill>
                    <a:srgbClr val="7030A0"/>
                  </a:solidFill>
                </a:endParaRPr>
              </a:p>
            </p:txBody>
          </p:sp>
        </mc:Choice>
        <mc:Fallback xmlns="">
          <p:sp>
            <p:nvSpPr>
              <p:cNvPr id="85" name="TextBox 84">
                <a:extLst>
                  <a:ext uri="{FF2B5EF4-FFF2-40B4-BE49-F238E27FC236}">
                    <a16:creationId xmlns="" xmlns:a16="http://schemas.microsoft.com/office/drawing/2014/main"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4836880" y="3912362"/>
                <a:ext cx="571631" cy="523220"/>
              </a:xfrm>
              <a:prstGeom prst="rect">
                <a:avLst/>
              </a:prstGeom>
              <a:blipFill rotWithShape="0">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68622B1E-44A3-44A2-B1C1-8D969737DA50}"/>
                  </a:ext>
                </a:extLst>
              </p:cNvPr>
              <p:cNvSpPr txBox="1"/>
              <p:nvPr/>
            </p:nvSpPr>
            <p:spPr>
              <a:xfrm>
                <a:off x="9817952" y="1756784"/>
                <a:ext cx="2184829" cy="1135696"/>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nary>
                        <m:naryPr>
                          <m:chr m:val="∑"/>
                          <m:subHide m:val="on"/>
                          <m:supHide m:val="on"/>
                          <m:ctrlPr>
                            <a:rPr lang="en-US" sz="2800" i="1" smtClean="0">
                              <a:solidFill>
                                <a:srgbClr val="FF0000"/>
                              </a:solidFill>
                              <a:latin typeface="Cambria Math" panose="02040503050406030204" pitchFamily="18" charset="0"/>
                            </a:rPr>
                          </m:ctrlPr>
                        </m:naryPr>
                        <m:sub/>
                        <m:sup/>
                        <m:e>
                          <m:d>
                            <m:dPr>
                              <m:ctrlPr>
                                <a:rPr lang="en-US" sz="2800" i="1">
                                  <a:solidFill>
                                    <a:srgbClr val="FF0000"/>
                                  </a:solidFill>
                                  <a:latin typeface="Cambria Math" panose="02040503050406030204" pitchFamily="18" charset="0"/>
                                </a:rPr>
                              </m:ctrlPr>
                            </m:dPr>
                            <m:e>
                              <m:r>
                                <m:rPr>
                                  <m:sty m:val="p"/>
                                </m:rPr>
                                <a:rPr lang="en-US" sz="2800">
                                  <a:solidFill>
                                    <a:srgbClr val="FF0000"/>
                                  </a:solidFill>
                                  <a:latin typeface="Cambria Math" panose="02040503050406030204" pitchFamily="18" charset="0"/>
                                </a:rPr>
                                <m:t>x</m:t>
                              </m:r>
                            </m:e>
                          </m:d>
                        </m:e>
                      </m:nary>
                      <m:r>
                        <a:rPr lang="en-US" sz="2800" i="0" dirty="0" smtClean="0">
                          <a:solidFill>
                            <a:srgbClr val="FF0000"/>
                          </a:solidFill>
                          <a:latin typeface="Cambria Math" panose="02040503050406030204" pitchFamily="18" charset="0"/>
                        </a:rPr>
                        <m:t>=</m:t>
                      </m:r>
                      <m:r>
                        <a:rPr lang="en-US" sz="2800" b="0" i="0" dirty="0" smtClean="0">
                          <a:solidFill>
                            <a:srgbClr val="FF0000"/>
                          </a:solidFill>
                          <a:latin typeface="Cambria Math" panose="02040503050406030204" pitchFamily="18" charset="0"/>
                        </a:rPr>
                        <m:t>125</m:t>
                      </m:r>
                    </m:oMath>
                  </m:oMathPara>
                </a14:m>
                <a:endParaRPr lang="en-IN" sz="2800" dirty="0">
                  <a:solidFill>
                    <a:srgbClr val="FF0000"/>
                  </a:solidFill>
                </a:endParaRPr>
              </a:p>
            </p:txBody>
          </p:sp>
        </mc:Choice>
        <mc:Fallback xmlns="">
          <p:sp>
            <p:nvSpPr>
              <p:cNvPr id="86" name="TextBox 85">
                <a:extLst>
                  <a:ext uri="{FF2B5EF4-FFF2-40B4-BE49-F238E27FC236}">
                    <a16:creationId xmlns:a16="http://schemas.microsoft.com/office/drawing/2014/main" id="{68622B1E-44A3-44A2-B1C1-8D969737DA50}"/>
                  </a:ext>
                </a:extLst>
              </p:cNvPr>
              <p:cNvSpPr txBox="1">
                <a:spLocks noRot="1" noChangeAspect="1" noMove="1" noResize="1" noEditPoints="1" noAdjustHandles="1" noChangeArrowheads="1" noChangeShapeType="1" noTextEdit="1"/>
              </p:cNvSpPr>
              <p:nvPr/>
            </p:nvSpPr>
            <p:spPr>
              <a:xfrm>
                <a:off x="9817952" y="1756784"/>
                <a:ext cx="2184829" cy="1135696"/>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68622B1E-44A3-44A2-B1C1-8D969737DA50}"/>
                  </a:ext>
                </a:extLst>
              </p:cNvPr>
              <p:cNvSpPr txBox="1"/>
              <p:nvPr/>
            </p:nvSpPr>
            <p:spPr>
              <a:xfrm>
                <a:off x="4639369" y="3219453"/>
                <a:ext cx="770404"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a:rPr lang="en-US" sz="2800" b="0" i="0" dirty="0" smtClean="0">
                          <a:solidFill>
                            <a:srgbClr val="002060"/>
                          </a:solidFill>
                          <a:latin typeface="Cambria Math" panose="02040503050406030204" pitchFamily="18" charset="0"/>
                        </a:rPr>
                        <m:t>125</m:t>
                      </m:r>
                    </m:oMath>
                  </m:oMathPara>
                </a14:m>
                <a:endParaRPr lang="en-IN" sz="2800" dirty="0">
                  <a:solidFill>
                    <a:srgbClr val="002060"/>
                  </a:solidFill>
                </a:endParaRPr>
              </a:p>
            </p:txBody>
          </p:sp>
        </mc:Choice>
        <mc:Fallback xmlns="">
          <p:sp>
            <p:nvSpPr>
              <p:cNvPr id="87" name="TextBox 86">
                <a:extLst>
                  <a:ext uri="{FF2B5EF4-FFF2-40B4-BE49-F238E27FC236}">
                    <a16:creationId xmlns="" xmlns:a16="http://schemas.microsoft.com/office/drawing/2014/main"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4639369" y="3219453"/>
                <a:ext cx="770404" cy="523220"/>
              </a:xfrm>
              <a:prstGeom prst="rect">
                <a:avLst/>
              </a:prstGeom>
              <a:blipFill rotWithShape="0">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68622B1E-44A3-44A2-B1C1-8D969737DA50}"/>
                  </a:ext>
                </a:extLst>
              </p:cNvPr>
              <p:cNvSpPr txBox="1"/>
              <p:nvPr/>
            </p:nvSpPr>
            <p:spPr>
              <a:xfrm>
                <a:off x="3182530" y="3912464"/>
                <a:ext cx="770404"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a:rPr lang="en-US" sz="2800" b="0" i="0" dirty="0" smtClean="0">
                          <a:solidFill>
                            <a:srgbClr val="002060"/>
                          </a:solidFill>
                          <a:latin typeface="Cambria Math" panose="02040503050406030204" pitchFamily="18" charset="0"/>
                        </a:rPr>
                        <m:t>125</m:t>
                      </m:r>
                    </m:oMath>
                  </m:oMathPara>
                </a14:m>
                <a:endParaRPr lang="en-IN" sz="2800" dirty="0">
                  <a:solidFill>
                    <a:srgbClr val="002060"/>
                  </a:solidFill>
                </a:endParaRPr>
              </a:p>
            </p:txBody>
          </p:sp>
        </mc:Choice>
        <mc:Fallback xmlns="">
          <p:sp>
            <p:nvSpPr>
              <p:cNvPr id="88" name="TextBox 87">
                <a:extLst>
                  <a:ext uri="{FF2B5EF4-FFF2-40B4-BE49-F238E27FC236}">
                    <a16:creationId xmlns="" xmlns:a16="http://schemas.microsoft.com/office/drawing/2014/main"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3182530" y="3912464"/>
                <a:ext cx="770404" cy="523220"/>
              </a:xfrm>
              <a:prstGeom prst="rect">
                <a:avLst/>
              </a:prstGeom>
              <a:blipFill rotWithShape="0">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68622B1E-44A3-44A2-B1C1-8D969737DA50}"/>
                  </a:ext>
                </a:extLst>
              </p:cNvPr>
              <p:cNvSpPr txBox="1"/>
              <p:nvPr/>
            </p:nvSpPr>
            <p:spPr>
              <a:xfrm>
                <a:off x="9817952" y="2628717"/>
                <a:ext cx="2192844" cy="1135696"/>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nary>
                        <m:naryPr>
                          <m:chr m:val="∑"/>
                          <m:subHide m:val="on"/>
                          <m:supHide m:val="on"/>
                          <m:ctrlPr>
                            <a:rPr lang="en-US" sz="2800" i="1" smtClean="0">
                              <a:solidFill>
                                <a:srgbClr val="FF0000"/>
                              </a:solidFill>
                              <a:latin typeface="Cambria Math" panose="02040503050406030204" pitchFamily="18" charset="0"/>
                            </a:rPr>
                          </m:ctrlPr>
                        </m:naryPr>
                        <m:sub/>
                        <m:sup/>
                        <m:e>
                          <m:d>
                            <m:dPr>
                              <m:ctrlPr>
                                <a:rPr lang="en-US" sz="2800" i="1">
                                  <a:solidFill>
                                    <a:srgbClr val="FF0000"/>
                                  </a:solidFill>
                                  <a:latin typeface="Cambria Math" panose="02040503050406030204" pitchFamily="18" charset="0"/>
                                </a:rPr>
                              </m:ctrlPr>
                            </m:dPr>
                            <m:e>
                              <m:r>
                                <m:rPr>
                                  <m:sty m:val="p"/>
                                </m:rPr>
                                <a:rPr lang="en-US" sz="2800" b="0" i="0" smtClean="0">
                                  <a:solidFill>
                                    <a:srgbClr val="FF0000"/>
                                  </a:solidFill>
                                  <a:latin typeface="Cambria Math" panose="02040503050406030204" pitchFamily="18" charset="0"/>
                                </a:rPr>
                                <m:t>y</m:t>
                              </m:r>
                            </m:e>
                          </m:d>
                        </m:e>
                      </m:nary>
                      <m:r>
                        <a:rPr lang="en-US" sz="2800" i="0" dirty="0" smtClean="0">
                          <a:solidFill>
                            <a:srgbClr val="FF0000"/>
                          </a:solidFill>
                          <a:latin typeface="Cambria Math" panose="02040503050406030204" pitchFamily="18" charset="0"/>
                        </a:rPr>
                        <m:t>=</m:t>
                      </m:r>
                      <m:r>
                        <a:rPr lang="en-US" sz="2800" b="0" i="0" dirty="0" smtClean="0">
                          <a:solidFill>
                            <a:srgbClr val="FF0000"/>
                          </a:solidFill>
                          <a:latin typeface="Cambria Math" panose="02040503050406030204" pitchFamily="18" charset="0"/>
                        </a:rPr>
                        <m:t>100</m:t>
                      </m:r>
                    </m:oMath>
                  </m:oMathPara>
                </a14:m>
                <a:endParaRPr lang="en-IN" sz="2800" dirty="0">
                  <a:solidFill>
                    <a:srgbClr val="FF0000"/>
                  </a:solidFill>
                </a:endParaRPr>
              </a:p>
            </p:txBody>
          </p:sp>
        </mc:Choice>
        <mc:Fallback xmlns="">
          <p:sp>
            <p:nvSpPr>
              <p:cNvPr id="89" name="TextBox 88">
                <a:extLst>
                  <a:ext uri="{FF2B5EF4-FFF2-40B4-BE49-F238E27FC236}">
                    <a16:creationId xmlns:a16="http://schemas.microsoft.com/office/drawing/2014/main" id="{68622B1E-44A3-44A2-B1C1-8D969737DA50}"/>
                  </a:ext>
                </a:extLst>
              </p:cNvPr>
              <p:cNvSpPr txBox="1">
                <a:spLocks noRot="1" noChangeAspect="1" noMove="1" noResize="1" noEditPoints="1" noAdjustHandles="1" noChangeArrowheads="1" noChangeShapeType="1" noTextEdit="1"/>
              </p:cNvSpPr>
              <p:nvPr/>
            </p:nvSpPr>
            <p:spPr>
              <a:xfrm>
                <a:off x="9817952" y="2628717"/>
                <a:ext cx="2192844" cy="1135696"/>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68622B1E-44A3-44A2-B1C1-8D969737DA50}"/>
                  </a:ext>
                </a:extLst>
              </p:cNvPr>
              <p:cNvSpPr txBox="1"/>
              <p:nvPr/>
            </p:nvSpPr>
            <p:spPr>
              <a:xfrm>
                <a:off x="5481312" y="3215788"/>
                <a:ext cx="770404"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a:rPr lang="en-US" sz="2800" i="0" dirty="0" smtClean="0">
                          <a:solidFill>
                            <a:srgbClr val="002060"/>
                          </a:solidFill>
                          <a:latin typeface="Cambria Math" panose="02040503050406030204" pitchFamily="18" charset="0"/>
                        </a:rPr>
                        <m:t>1</m:t>
                      </m:r>
                      <m:r>
                        <a:rPr lang="en-US" sz="2800" b="0" i="0" dirty="0" smtClean="0">
                          <a:solidFill>
                            <a:srgbClr val="002060"/>
                          </a:solidFill>
                          <a:latin typeface="Cambria Math" panose="02040503050406030204" pitchFamily="18" charset="0"/>
                        </a:rPr>
                        <m:t>00</m:t>
                      </m:r>
                    </m:oMath>
                  </m:oMathPara>
                </a14:m>
                <a:endParaRPr lang="en-IN" sz="2800" dirty="0">
                  <a:solidFill>
                    <a:srgbClr val="002060"/>
                  </a:solidFill>
                </a:endParaRPr>
              </a:p>
            </p:txBody>
          </p:sp>
        </mc:Choice>
        <mc:Fallback xmlns="">
          <p:sp>
            <p:nvSpPr>
              <p:cNvPr id="90" name="TextBox 89">
                <a:extLst>
                  <a:ext uri="{FF2B5EF4-FFF2-40B4-BE49-F238E27FC236}">
                    <a16:creationId xmlns="" xmlns:a16="http://schemas.microsoft.com/office/drawing/2014/main"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5481312" y="3215788"/>
                <a:ext cx="770404" cy="523220"/>
              </a:xfrm>
              <a:prstGeom prst="rect">
                <a:avLst/>
              </a:prstGeom>
              <a:blipFill rotWithShape="0">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68622B1E-44A3-44A2-B1C1-8D969737DA50}"/>
                  </a:ext>
                </a:extLst>
              </p:cNvPr>
              <p:cNvSpPr txBox="1"/>
              <p:nvPr/>
            </p:nvSpPr>
            <p:spPr>
              <a:xfrm>
                <a:off x="6721667" y="3907417"/>
                <a:ext cx="770404"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a:rPr lang="en-US" sz="2800" b="0" i="0" dirty="0" smtClean="0">
                          <a:solidFill>
                            <a:srgbClr val="002060"/>
                          </a:solidFill>
                          <a:latin typeface="Cambria Math" panose="02040503050406030204" pitchFamily="18" charset="0"/>
                        </a:rPr>
                        <m:t>100</m:t>
                      </m:r>
                    </m:oMath>
                  </m:oMathPara>
                </a14:m>
                <a:endParaRPr lang="en-IN" sz="2800" dirty="0">
                  <a:solidFill>
                    <a:srgbClr val="002060"/>
                  </a:solidFill>
                </a:endParaRPr>
              </a:p>
            </p:txBody>
          </p:sp>
        </mc:Choice>
        <mc:Fallback xmlns="">
          <p:sp>
            <p:nvSpPr>
              <p:cNvPr id="91" name="TextBox 90">
                <a:extLst>
                  <a:ext uri="{FF2B5EF4-FFF2-40B4-BE49-F238E27FC236}">
                    <a16:creationId xmlns="" xmlns:a16="http://schemas.microsoft.com/office/drawing/2014/main"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6721667" y="3907417"/>
                <a:ext cx="770404" cy="523220"/>
              </a:xfrm>
              <a:prstGeom prst="rect">
                <a:avLst/>
              </a:prstGeom>
              <a:blipFill rotWithShape="0">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68622B1E-44A3-44A2-B1C1-8D969737DA50}"/>
                  </a:ext>
                </a:extLst>
              </p:cNvPr>
              <p:cNvSpPr txBox="1"/>
              <p:nvPr/>
            </p:nvSpPr>
            <p:spPr>
              <a:xfrm>
                <a:off x="9817952" y="3558704"/>
                <a:ext cx="2366032" cy="1135696"/>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nary>
                        <m:naryPr>
                          <m:chr m:val="∑"/>
                          <m:subHide m:val="on"/>
                          <m:supHide m:val="on"/>
                          <m:ctrlPr>
                            <a:rPr lang="en-US" sz="2800" i="1" smtClean="0">
                              <a:solidFill>
                                <a:srgbClr val="FF0000"/>
                              </a:solidFill>
                              <a:latin typeface="Cambria Math" panose="02040503050406030204" pitchFamily="18" charset="0"/>
                            </a:rPr>
                          </m:ctrlPr>
                        </m:naryPr>
                        <m:sub/>
                        <m:sup/>
                        <m:e>
                          <m:d>
                            <m:dPr>
                              <m:ctrlPr>
                                <a:rPr lang="en-US" sz="2800" i="1">
                                  <a:solidFill>
                                    <a:srgbClr val="FF0000"/>
                                  </a:solidFill>
                                  <a:latin typeface="Cambria Math" panose="02040503050406030204" pitchFamily="18" charset="0"/>
                                </a:rPr>
                              </m:ctrlPr>
                            </m:dPr>
                            <m:e>
                              <m:sSup>
                                <m:sSupPr>
                                  <m:ctrlPr>
                                    <a:rPr lang="en-US" sz="2800" b="0" i="1" smtClean="0">
                                      <a:solidFill>
                                        <a:srgbClr val="FF0000"/>
                                      </a:solidFill>
                                      <a:latin typeface="Cambria Math" panose="02040503050406030204" pitchFamily="18" charset="0"/>
                                    </a:rPr>
                                  </m:ctrlPr>
                                </m:sSupPr>
                                <m:e>
                                  <m:r>
                                    <m:rPr>
                                      <m:sty m:val="p"/>
                                    </m:rPr>
                                    <a:rPr lang="en-US" sz="2800" b="0" i="0" smtClean="0">
                                      <a:solidFill>
                                        <a:srgbClr val="FF0000"/>
                                      </a:solidFill>
                                      <a:latin typeface="Cambria Math" panose="02040503050406030204" pitchFamily="18" charset="0"/>
                                    </a:rPr>
                                    <m:t>x</m:t>
                                  </m:r>
                                </m:e>
                                <m:sup>
                                  <m:r>
                                    <a:rPr lang="en-US" sz="2800" b="0" i="0" smtClean="0">
                                      <a:solidFill>
                                        <a:srgbClr val="FF0000"/>
                                      </a:solidFill>
                                      <a:latin typeface="Cambria Math" panose="02040503050406030204" pitchFamily="18" charset="0"/>
                                    </a:rPr>
                                    <m:t>2</m:t>
                                  </m:r>
                                </m:sup>
                              </m:sSup>
                            </m:e>
                          </m:d>
                        </m:e>
                      </m:nary>
                      <m:r>
                        <a:rPr lang="en-US" sz="2800" i="0" dirty="0" smtClean="0">
                          <a:solidFill>
                            <a:srgbClr val="FF0000"/>
                          </a:solidFill>
                          <a:latin typeface="Cambria Math" panose="02040503050406030204" pitchFamily="18" charset="0"/>
                        </a:rPr>
                        <m:t>=</m:t>
                      </m:r>
                      <m:r>
                        <a:rPr lang="en-US" sz="2800" b="0" i="0" dirty="0" smtClean="0">
                          <a:solidFill>
                            <a:srgbClr val="FF0000"/>
                          </a:solidFill>
                          <a:latin typeface="Cambria Math" panose="02040503050406030204" pitchFamily="18" charset="0"/>
                        </a:rPr>
                        <m:t>650</m:t>
                      </m:r>
                    </m:oMath>
                  </m:oMathPara>
                </a14:m>
                <a:endParaRPr lang="en-IN" sz="2800" dirty="0">
                  <a:solidFill>
                    <a:srgbClr val="FF0000"/>
                  </a:solidFill>
                </a:endParaRPr>
              </a:p>
            </p:txBody>
          </p:sp>
        </mc:Choice>
        <mc:Fallback xmlns="">
          <p:sp>
            <p:nvSpPr>
              <p:cNvPr id="92" name="TextBox 91">
                <a:extLst>
                  <a:ext uri="{FF2B5EF4-FFF2-40B4-BE49-F238E27FC236}">
                    <a16:creationId xmlns:a16="http://schemas.microsoft.com/office/drawing/2014/main" id="{68622B1E-44A3-44A2-B1C1-8D969737DA50}"/>
                  </a:ext>
                </a:extLst>
              </p:cNvPr>
              <p:cNvSpPr txBox="1">
                <a:spLocks noRot="1" noChangeAspect="1" noMove="1" noResize="1" noEditPoints="1" noAdjustHandles="1" noChangeArrowheads="1" noChangeShapeType="1" noTextEdit="1"/>
              </p:cNvSpPr>
              <p:nvPr/>
            </p:nvSpPr>
            <p:spPr>
              <a:xfrm>
                <a:off x="9817952" y="3558704"/>
                <a:ext cx="2366032" cy="1135696"/>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68622B1E-44A3-44A2-B1C1-8D969737DA50}"/>
                  </a:ext>
                </a:extLst>
              </p:cNvPr>
              <p:cNvSpPr txBox="1"/>
              <p:nvPr/>
            </p:nvSpPr>
            <p:spPr>
              <a:xfrm>
                <a:off x="1939732" y="3907417"/>
                <a:ext cx="770404"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a:rPr lang="en-US" sz="2800" i="0" dirty="0" smtClean="0">
                          <a:solidFill>
                            <a:srgbClr val="002060"/>
                          </a:solidFill>
                          <a:latin typeface="Cambria Math" panose="02040503050406030204" pitchFamily="18" charset="0"/>
                        </a:rPr>
                        <m:t>6</m:t>
                      </m:r>
                      <m:r>
                        <a:rPr lang="en-US" sz="2800" b="0" i="0" dirty="0" smtClean="0">
                          <a:solidFill>
                            <a:srgbClr val="002060"/>
                          </a:solidFill>
                          <a:latin typeface="Cambria Math" panose="02040503050406030204" pitchFamily="18" charset="0"/>
                        </a:rPr>
                        <m:t>50</m:t>
                      </m:r>
                    </m:oMath>
                  </m:oMathPara>
                </a14:m>
                <a:endParaRPr lang="en-IN" sz="2800" dirty="0">
                  <a:solidFill>
                    <a:srgbClr val="002060"/>
                  </a:solidFill>
                </a:endParaRPr>
              </a:p>
            </p:txBody>
          </p:sp>
        </mc:Choice>
        <mc:Fallback xmlns="">
          <p:sp>
            <p:nvSpPr>
              <p:cNvPr id="93" name="TextBox 92">
                <a:extLst>
                  <a:ext uri="{FF2B5EF4-FFF2-40B4-BE49-F238E27FC236}">
                    <a16:creationId xmlns="" xmlns:a16="http://schemas.microsoft.com/office/drawing/2014/main"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1939732" y="3907417"/>
                <a:ext cx="770404" cy="523220"/>
              </a:xfrm>
              <a:prstGeom prst="rect">
                <a:avLst/>
              </a:prstGeom>
              <a:blipFill rotWithShape="0">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68622B1E-44A3-44A2-B1C1-8D969737DA50}"/>
                  </a:ext>
                </a:extLst>
              </p:cNvPr>
              <p:cNvSpPr txBox="1"/>
              <p:nvPr/>
            </p:nvSpPr>
            <p:spPr>
              <a:xfrm>
                <a:off x="9817952" y="4381089"/>
                <a:ext cx="2374048" cy="1135696"/>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nary>
                        <m:naryPr>
                          <m:chr m:val="∑"/>
                          <m:subHide m:val="on"/>
                          <m:supHide m:val="on"/>
                          <m:ctrlPr>
                            <a:rPr lang="en-US" sz="2800" i="1" smtClean="0">
                              <a:solidFill>
                                <a:srgbClr val="FF0000"/>
                              </a:solidFill>
                              <a:latin typeface="Cambria Math" panose="02040503050406030204" pitchFamily="18" charset="0"/>
                            </a:rPr>
                          </m:ctrlPr>
                        </m:naryPr>
                        <m:sub/>
                        <m:sup/>
                        <m:e>
                          <m:d>
                            <m:dPr>
                              <m:ctrlPr>
                                <a:rPr lang="en-US" sz="2800" i="1">
                                  <a:solidFill>
                                    <a:srgbClr val="FF0000"/>
                                  </a:solidFill>
                                  <a:latin typeface="Cambria Math" panose="02040503050406030204" pitchFamily="18" charset="0"/>
                                </a:rPr>
                              </m:ctrlPr>
                            </m:dPr>
                            <m:e>
                              <m:sSup>
                                <m:sSupPr>
                                  <m:ctrlPr>
                                    <a:rPr lang="en-US" sz="2800" b="0" i="1" smtClean="0">
                                      <a:solidFill>
                                        <a:srgbClr val="FF0000"/>
                                      </a:solidFill>
                                      <a:latin typeface="Cambria Math" panose="02040503050406030204" pitchFamily="18" charset="0"/>
                                    </a:rPr>
                                  </m:ctrlPr>
                                </m:sSupPr>
                                <m:e>
                                  <m:r>
                                    <m:rPr>
                                      <m:sty m:val="p"/>
                                    </m:rPr>
                                    <a:rPr lang="en-US" sz="2800" b="0" i="0" smtClean="0">
                                      <a:solidFill>
                                        <a:srgbClr val="FF0000"/>
                                      </a:solidFill>
                                      <a:latin typeface="Cambria Math" panose="02040503050406030204" pitchFamily="18" charset="0"/>
                                    </a:rPr>
                                    <m:t>y</m:t>
                                  </m:r>
                                </m:e>
                                <m:sup>
                                  <m:r>
                                    <a:rPr lang="en-US" sz="2800" b="0" i="0" smtClean="0">
                                      <a:solidFill>
                                        <a:srgbClr val="FF0000"/>
                                      </a:solidFill>
                                      <a:latin typeface="Cambria Math" panose="02040503050406030204" pitchFamily="18" charset="0"/>
                                    </a:rPr>
                                    <m:t>2</m:t>
                                  </m:r>
                                </m:sup>
                              </m:sSup>
                            </m:e>
                          </m:d>
                        </m:e>
                      </m:nary>
                      <m:r>
                        <a:rPr lang="en-US" sz="2800" i="0" dirty="0" smtClean="0">
                          <a:solidFill>
                            <a:srgbClr val="FF0000"/>
                          </a:solidFill>
                          <a:latin typeface="Cambria Math" panose="02040503050406030204" pitchFamily="18" charset="0"/>
                        </a:rPr>
                        <m:t>=</m:t>
                      </m:r>
                      <m:r>
                        <a:rPr lang="en-US" sz="2800" b="0" i="0" dirty="0" smtClean="0">
                          <a:solidFill>
                            <a:srgbClr val="FF0000"/>
                          </a:solidFill>
                          <a:latin typeface="Cambria Math" panose="02040503050406030204" pitchFamily="18" charset="0"/>
                        </a:rPr>
                        <m:t>436</m:t>
                      </m:r>
                    </m:oMath>
                  </m:oMathPara>
                </a14:m>
                <a:endParaRPr lang="en-IN" sz="2800" dirty="0">
                  <a:solidFill>
                    <a:srgbClr val="FF0000"/>
                  </a:solidFill>
                </a:endParaRPr>
              </a:p>
            </p:txBody>
          </p:sp>
        </mc:Choice>
        <mc:Fallback xmlns="">
          <p:sp>
            <p:nvSpPr>
              <p:cNvPr id="94" name="TextBox 93">
                <a:extLst>
                  <a:ext uri="{FF2B5EF4-FFF2-40B4-BE49-F238E27FC236}">
                    <a16:creationId xmlns:a16="http://schemas.microsoft.com/office/drawing/2014/main" id="{68622B1E-44A3-44A2-B1C1-8D969737DA50}"/>
                  </a:ext>
                </a:extLst>
              </p:cNvPr>
              <p:cNvSpPr txBox="1">
                <a:spLocks noRot="1" noChangeAspect="1" noMove="1" noResize="1" noEditPoints="1" noAdjustHandles="1" noChangeArrowheads="1" noChangeShapeType="1" noTextEdit="1"/>
              </p:cNvSpPr>
              <p:nvPr/>
            </p:nvSpPr>
            <p:spPr>
              <a:xfrm>
                <a:off x="9817952" y="4381089"/>
                <a:ext cx="2374048" cy="1135696"/>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68622B1E-44A3-44A2-B1C1-8D969737DA50}"/>
                  </a:ext>
                </a:extLst>
              </p:cNvPr>
              <p:cNvSpPr txBox="1"/>
              <p:nvPr/>
            </p:nvSpPr>
            <p:spPr>
              <a:xfrm>
                <a:off x="5491886" y="3913005"/>
                <a:ext cx="770404"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a:rPr lang="en-US" sz="2800" i="0" dirty="0" smtClean="0">
                          <a:solidFill>
                            <a:srgbClr val="002060"/>
                          </a:solidFill>
                          <a:latin typeface="Cambria Math" panose="02040503050406030204" pitchFamily="18" charset="0"/>
                        </a:rPr>
                        <m:t>4</m:t>
                      </m:r>
                      <m:r>
                        <a:rPr lang="en-US" sz="2800" b="0" i="0" dirty="0" smtClean="0">
                          <a:solidFill>
                            <a:srgbClr val="002060"/>
                          </a:solidFill>
                          <a:latin typeface="Cambria Math" panose="02040503050406030204" pitchFamily="18" charset="0"/>
                        </a:rPr>
                        <m:t>36</m:t>
                      </m:r>
                    </m:oMath>
                  </m:oMathPara>
                </a14:m>
                <a:endParaRPr lang="en-IN" sz="2800" dirty="0">
                  <a:solidFill>
                    <a:srgbClr val="002060"/>
                  </a:solidFill>
                </a:endParaRPr>
              </a:p>
            </p:txBody>
          </p:sp>
        </mc:Choice>
        <mc:Fallback xmlns="">
          <p:sp>
            <p:nvSpPr>
              <p:cNvPr id="95" name="TextBox 94">
                <a:extLst>
                  <a:ext uri="{FF2B5EF4-FFF2-40B4-BE49-F238E27FC236}">
                    <a16:creationId xmlns="" xmlns:a16="http://schemas.microsoft.com/office/drawing/2014/main"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5491886" y="3913005"/>
                <a:ext cx="770404" cy="523220"/>
              </a:xfrm>
              <a:prstGeom prst="rect">
                <a:avLst/>
              </a:prstGeom>
              <a:blipFill rotWithShape="0">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6" name="TextBox 95">
                <a:extLst>
                  <a:ext uri="{FF2B5EF4-FFF2-40B4-BE49-F238E27FC236}">
                    <a16:creationId xmlns:a16="http://schemas.microsoft.com/office/drawing/2014/main" id="{68622B1E-44A3-44A2-B1C1-8D969737DA50}"/>
                  </a:ext>
                </a:extLst>
              </p:cNvPr>
              <p:cNvSpPr txBox="1"/>
              <p:nvPr/>
            </p:nvSpPr>
            <p:spPr>
              <a:xfrm>
                <a:off x="9817952" y="5208408"/>
                <a:ext cx="2365969" cy="1135696"/>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nary>
                        <m:naryPr>
                          <m:chr m:val="∑"/>
                          <m:subHide m:val="on"/>
                          <m:supHide m:val="on"/>
                          <m:ctrlPr>
                            <a:rPr lang="en-US" sz="2800" i="1" smtClean="0">
                              <a:solidFill>
                                <a:srgbClr val="FF0000"/>
                              </a:solidFill>
                              <a:latin typeface="Cambria Math" panose="02040503050406030204" pitchFamily="18" charset="0"/>
                            </a:rPr>
                          </m:ctrlPr>
                        </m:naryPr>
                        <m:sub/>
                        <m:sup/>
                        <m:e>
                          <m:d>
                            <m:dPr>
                              <m:ctrlPr>
                                <a:rPr lang="en-US" sz="2800" i="1">
                                  <a:solidFill>
                                    <a:srgbClr val="FF0000"/>
                                  </a:solidFill>
                                  <a:latin typeface="Cambria Math" panose="02040503050406030204" pitchFamily="18" charset="0"/>
                                </a:rPr>
                              </m:ctrlPr>
                            </m:dPr>
                            <m:e>
                              <m:r>
                                <m:rPr>
                                  <m:sty m:val="p"/>
                                </m:rPr>
                                <a:rPr lang="en-US" sz="2800" b="0" i="0" smtClean="0">
                                  <a:solidFill>
                                    <a:srgbClr val="FF0000"/>
                                  </a:solidFill>
                                  <a:latin typeface="Cambria Math" panose="02040503050406030204" pitchFamily="18" charset="0"/>
                                </a:rPr>
                                <m:t>xy</m:t>
                              </m:r>
                            </m:e>
                          </m:d>
                        </m:e>
                      </m:nary>
                      <m:r>
                        <a:rPr lang="en-US" sz="2800" i="0" dirty="0" smtClean="0">
                          <a:solidFill>
                            <a:srgbClr val="FF0000"/>
                          </a:solidFill>
                          <a:latin typeface="Cambria Math" panose="02040503050406030204" pitchFamily="18" charset="0"/>
                        </a:rPr>
                        <m:t>=</m:t>
                      </m:r>
                      <m:r>
                        <a:rPr lang="en-US" sz="2800" b="0" i="0" dirty="0" smtClean="0">
                          <a:solidFill>
                            <a:srgbClr val="FF0000"/>
                          </a:solidFill>
                          <a:latin typeface="Cambria Math" panose="02040503050406030204" pitchFamily="18" charset="0"/>
                        </a:rPr>
                        <m:t>520</m:t>
                      </m:r>
                    </m:oMath>
                  </m:oMathPara>
                </a14:m>
                <a:endParaRPr lang="en-IN" sz="2800" dirty="0">
                  <a:solidFill>
                    <a:srgbClr val="FF0000"/>
                  </a:solidFill>
                </a:endParaRPr>
              </a:p>
            </p:txBody>
          </p:sp>
        </mc:Choice>
        <mc:Fallback xmlns="">
          <p:sp>
            <p:nvSpPr>
              <p:cNvPr id="96" name="TextBox 95">
                <a:extLst>
                  <a:ext uri="{FF2B5EF4-FFF2-40B4-BE49-F238E27FC236}">
                    <a16:creationId xmlns:a16="http://schemas.microsoft.com/office/drawing/2014/main" id="{68622B1E-44A3-44A2-B1C1-8D969737DA50}"/>
                  </a:ext>
                </a:extLst>
              </p:cNvPr>
              <p:cNvSpPr txBox="1">
                <a:spLocks noRot="1" noChangeAspect="1" noMove="1" noResize="1" noEditPoints="1" noAdjustHandles="1" noChangeArrowheads="1" noChangeShapeType="1" noTextEdit="1"/>
              </p:cNvSpPr>
              <p:nvPr/>
            </p:nvSpPr>
            <p:spPr>
              <a:xfrm>
                <a:off x="9817952" y="5208408"/>
                <a:ext cx="2365969" cy="1135696"/>
              </a:xfrm>
              <a:prstGeom prst="rect">
                <a:avLst/>
              </a:prstGeom>
              <a:blipFill>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68622B1E-44A3-44A2-B1C1-8D969737DA50}"/>
                  </a:ext>
                </a:extLst>
              </p:cNvPr>
              <p:cNvSpPr txBox="1"/>
              <p:nvPr/>
            </p:nvSpPr>
            <p:spPr>
              <a:xfrm>
                <a:off x="3393784" y="3206584"/>
                <a:ext cx="770404"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a:rPr lang="en-US" sz="2800" i="0" dirty="0" smtClean="0">
                          <a:solidFill>
                            <a:srgbClr val="002060"/>
                          </a:solidFill>
                          <a:latin typeface="Cambria Math" panose="02040503050406030204" pitchFamily="18" charset="0"/>
                        </a:rPr>
                        <m:t>5</m:t>
                      </m:r>
                      <m:r>
                        <a:rPr lang="en-US" sz="2800" b="0" i="0" dirty="0" smtClean="0">
                          <a:solidFill>
                            <a:srgbClr val="002060"/>
                          </a:solidFill>
                          <a:latin typeface="Cambria Math" panose="02040503050406030204" pitchFamily="18" charset="0"/>
                        </a:rPr>
                        <m:t>20</m:t>
                      </m:r>
                    </m:oMath>
                  </m:oMathPara>
                </a14:m>
                <a:endParaRPr lang="en-IN" sz="2800" dirty="0">
                  <a:solidFill>
                    <a:srgbClr val="002060"/>
                  </a:solidFill>
                </a:endParaRPr>
              </a:p>
            </p:txBody>
          </p:sp>
        </mc:Choice>
        <mc:Fallback xmlns="">
          <p:sp>
            <p:nvSpPr>
              <p:cNvPr id="97" name="TextBox 96">
                <a:extLst>
                  <a:ext uri="{FF2B5EF4-FFF2-40B4-BE49-F238E27FC236}">
                    <a16:creationId xmlns="" xmlns:a16="http://schemas.microsoft.com/office/drawing/2014/main"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3393784" y="3206584"/>
                <a:ext cx="770404" cy="523220"/>
              </a:xfrm>
              <a:prstGeom prst="rect">
                <a:avLst/>
              </a:prstGeom>
              <a:blipFill rotWithShape="0">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Rectangle 30"/>
              <p:cNvSpPr/>
              <p:nvPr/>
            </p:nvSpPr>
            <p:spPr>
              <a:xfrm>
                <a:off x="137270" y="4724394"/>
                <a:ext cx="3940438" cy="91057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m:rPr>
                          <m:sty m:val="p"/>
                        </m:rPr>
                        <a:rPr lang="en-US" sz="2800" smtClean="0">
                          <a:solidFill>
                            <a:schemeClr val="bg1"/>
                          </a:solidFill>
                          <a:latin typeface="Cambria Math" panose="02040503050406030204" pitchFamily="18" charset="0"/>
                        </a:rPr>
                        <m:t>r</m:t>
                      </m:r>
                      <m:r>
                        <a:rPr lang="en-US" sz="2800" smtClean="0">
                          <a:solidFill>
                            <a:srgbClr val="002060"/>
                          </a:solidFill>
                          <a:latin typeface="Cambria Math" panose="02040503050406030204" pitchFamily="18" charset="0"/>
                        </a:rPr>
                        <m:t>=</m:t>
                      </m:r>
                      <m:f>
                        <m:fPr>
                          <m:ctrlPr>
                            <a:rPr lang="en-US" sz="2800" b="0" i="1" smtClean="0">
                              <a:solidFill>
                                <a:srgbClr val="002060"/>
                              </a:solidFill>
                              <a:latin typeface="Cambria Math" panose="02040503050406030204" pitchFamily="18" charset="0"/>
                            </a:rPr>
                          </m:ctrlPr>
                        </m:fPr>
                        <m:num>
                          <m:r>
                            <a:rPr lang="en-US" sz="2800" b="0" i="1" smtClean="0">
                              <a:solidFill>
                                <a:srgbClr val="002060"/>
                              </a:solidFill>
                              <a:latin typeface="Cambria Math" panose="02040503050406030204" pitchFamily="18" charset="0"/>
                            </a:rPr>
                            <m:t>500</m:t>
                          </m:r>
                        </m:num>
                        <m:den>
                          <m:r>
                            <a:rPr lang="en-US" sz="2800" b="0" i="1" smtClean="0">
                              <a:solidFill>
                                <a:srgbClr val="002060"/>
                              </a:solidFill>
                              <a:latin typeface="Cambria Math" panose="02040503050406030204" pitchFamily="18" charset="0"/>
                            </a:rPr>
                            <m:t> 25</m:t>
                          </m:r>
                          <m:r>
                            <a:rPr lang="en-US" sz="2800" b="0" i="1" smtClean="0">
                              <a:solidFill>
                                <a:srgbClr val="002060"/>
                              </a:solidFill>
                              <a:latin typeface="Cambria Math" panose="02040503050406030204" pitchFamily="18" charset="0"/>
                              <a:ea typeface="Cambria Math" panose="02040503050406030204" pitchFamily="18" charset="0"/>
                            </a:rPr>
                            <m:t>∙</m:t>
                          </m:r>
                          <m:r>
                            <a:rPr lang="en-US" sz="2800" b="0" i="1" smtClean="0">
                              <a:solidFill>
                                <a:srgbClr val="002060"/>
                              </a:solidFill>
                              <a:latin typeface="Cambria Math" panose="02040503050406030204" pitchFamily="18" charset="0"/>
                            </a:rPr>
                            <m:t>30 </m:t>
                          </m:r>
                        </m:den>
                      </m:f>
                      <m:r>
                        <a:rPr lang="en-US" sz="2800" b="0" i="1" smtClean="0">
                          <a:solidFill>
                            <a:srgbClr val="002060"/>
                          </a:solidFill>
                          <a:latin typeface="Cambria Math" panose="02040503050406030204" pitchFamily="18" charset="0"/>
                        </a:rPr>
                        <m:t>=</m:t>
                      </m:r>
                      <m:f>
                        <m:fPr>
                          <m:ctrlPr>
                            <a:rPr lang="en-US" sz="2800" i="1">
                              <a:solidFill>
                                <a:srgbClr val="002060"/>
                              </a:solidFill>
                              <a:latin typeface="Cambria Math" panose="02040503050406030204" pitchFamily="18" charset="0"/>
                            </a:rPr>
                          </m:ctrlPr>
                        </m:fPr>
                        <m:num>
                          <m:r>
                            <a:rPr lang="en-US" sz="2800" b="0" i="1" smtClean="0">
                              <a:solidFill>
                                <a:srgbClr val="002060"/>
                              </a:solidFill>
                              <a:latin typeface="Cambria Math" panose="02040503050406030204" pitchFamily="18" charset="0"/>
                            </a:rPr>
                            <m:t>20</m:t>
                          </m:r>
                        </m:num>
                        <m:den>
                          <m:r>
                            <a:rPr lang="en-US" sz="2800" b="0" i="1" smtClean="0">
                              <a:solidFill>
                                <a:srgbClr val="002060"/>
                              </a:solidFill>
                              <a:latin typeface="Cambria Math" panose="02040503050406030204" pitchFamily="18" charset="0"/>
                            </a:rPr>
                            <m:t> </m:t>
                          </m:r>
                          <m:r>
                            <a:rPr lang="en-US" sz="2800" i="1">
                              <a:solidFill>
                                <a:srgbClr val="002060"/>
                              </a:solidFill>
                              <a:latin typeface="Cambria Math" panose="02040503050406030204" pitchFamily="18" charset="0"/>
                            </a:rPr>
                            <m:t>30</m:t>
                          </m:r>
                          <m:r>
                            <a:rPr lang="en-US" sz="2800" b="0" i="1" smtClean="0">
                              <a:solidFill>
                                <a:srgbClr val="002060"/>
                              </a:solidFill>
                              <a:latin typeface="Cambria Math" panose="02040503050406030204" pitchFamily="18" charset="0"/>
                            </a:rPr>
                            <m:t> </m:t>
                          </m:r>
                        </m:den>
                      </m:f>
                      <m:r>
                        <a:rPr lang="en-US" sz="2800" i="1">
                          <a:solidFill>
                            <a:srgbClr val="002060"/>
                          </a:solidFill>
                          <a:latin typeface="Cambria Math" panose="02040503050406030204" pitchFamily="18" charset="0"/>
                        </a:rPr>
                        <m:t>=</m:t>
                      </m:r>
                      <m:f>
                        <m:fPr>
                          <m:ctrlPr>
                            <a:rPr lang="en-US" sz="2800" i="1">
                              <a:solidFill>
                                <a:srgbClr val="002060"/>
                              </a:solidFill>
                              <a:latin typeface="Cambria Math" panose="02040503050406030204" pitchFamily="18" charset="0"/>
                            </a:rPr>
                          </m:ctrlPr>
                        </m:fPr>
                        <m:num>
                          <m:r>
                            <a:rPr lang="en-US" sz="2800" i="1">
                              <a:solidFill>
                                <a:srgbClr val="002060"/>
                              </a:solidFill>
                              <a:latin typeface="Cambria Math" panose="02040503050406030204" pitchFamily="18" charset="0"/>
                            </a:rPr>
                            <m:t>2</m:t>
                          </m:r>
                        </m:num>
                        <m:den>
                          <m:r>
                            <a:rPr lang="en-US" sz="2800" i="1">
                              <a:solidFill>
                                <a:srgbClr val="002060"/>
                              </a:solidFill>
                              <a:latin typeface="Cambria Math" panose="02040503050406030204" pitchFamily="18" charset="0"/>
                            </a:rPr>
                            <m:t> </m:t>
                          </m:r>
                          <m:r>
                            <a:rPr lang="en-US" sz="2800" b="0" i="1" smtClean="0">
                              <a:solidFill>
                                <a:srgbClr val="002060"/>
                              </a:solidFill>
                              <a:latin typeface="Cambria Math" panose="02040503050406030204" pitchFamily="18" charset="0"/>
                            </a:rPr>
                            <m:t>3</m:t>
                          </m:r>
                          <m:r>
                            <a:rPr lang="en-US" sz="2800" i="1">
                              <a:solidFill>
                                <a:srgbClr val="002060"/>
                              </a:solidFill>
                              <a:latin typeface="Cambria Math" panose="02040503050406030204" pitchFamily="18" charset="0"/>
                            </a:rPr>
                            <m:t> </m:t>
                          </m:r>
                        </m:den>
                      </m:f>
                    </m:oMath>
                  </m:oMathPara>
                </a14:m>
                <a:endParaRPr lang="en-US" sz="2800" dirty="0">
                  <a:solidFill>
                    <a:srgbClr val="002060"/>
                  </a:solidFill>
                </a:endParaRPr>
              </a:p>
            </p:txBody>
          </p:sp>
        </mc:Choice>
        <mc:Fallback xmlns="">
          <p:sp>
            <p:nvSpPr>
              <p:cNvPr id="31" name="Rectangle 30"/>
              <p:cNvSpPr>
                <a:spLocks noRot="1" noChangeAspect="1" noMove="1" noResize="1" noEditPoints="1" noAdjustHandles="1" noChangeArrowheads="1" noChangeShapeType="1" noTextEdit="1"/>
              </p:cNvSpPr>
              <p:nvPr/>
            </p:nvSpPr>
            <p:spPr>
              <a:xfrm>
                <a:off x="137270" y="4724394"/>
                <a:ext cx="3940438" cy="910570"/>
              </a:xfrm>
              <a:prstGeom prst="rect">
                <a:avLst/>
              </a:prstGeom>
              <a:blipFill rotWithShape="0">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Rectangle 31"/>
              <p:cNvSpPr/>
              <p:nvPr/>
            </p:nvSpPr>
            <p:spPr>
              <a:xfrm>
                <a:off x="137270" y="5913481"/>
                <a:ext cx="2359941" cy="523220"/>
              </a:xfrm>
              <a:prstGeom prst="rect">
                <a:avLst/>
              </a:prstGeom>
              <a:ln>
                <a:solidFill>
                  <a:srgbClr val="FF0000"/>
                </a:solidFill>
              </a:ln>
            </p:spPr>
            <p:style>
              <a:lnRef idx="2">
                <a:schemeClr val="accent2"/>
              </a:lnRef>
              <a:fillRef idx="1">
                <a:schemeClr val="lt1"/>
              </a:fillRef>
              <a:effectRef idx="0">
                <a:schemeClr val="accent2"/>
              </a:effectRef>
              <a:fontRef idx="minor">
                <a:schemeClr val="dk1"/>
              </a:fontRef>
            </p:style>
            <p:txBody>
              <a:bodyPr wrap="none">
                <a:spAutoFit/>
              </a:bodyPr>
              <a:lstStyle/>
              <a:p>
                <a:pPr/>
                <a14:m>
                  <m:oMathPara xmlns:m="http://schemas.openxmlformats.org/officeDocument/2006/math">
                    <m:oMathParaPr>
                      <m:jc m:val="left"/>
                    </m:oMathParaPr>
                    <m:oMath xmlns:m="http://schemas.openxmlformats.org/officeDocument/2006/math">
                      <m:r>
                        <m:rPr>
                          <m:nor/>
                        </m:rPr>
                        <a:rPr lang="en-US" sz="2800" b="1" dirty="0">
                          <a:solidFill>
                            <a:srgbClr val="7030A0"/>
                          </a:solidFill>
                        </a:rPr>
                        <m:t>Hence</m:t>
                      </m:r>
                      <m:r>
                        <m:rPr>
                          <m:nor/>
                        </m:rPr>
                        <a:rPr lang="en-US" sz="2800" b="1" dirty="0">
                          <a:solidFill>
                            <a:srgbClr val="7030A0"/>
                          </a:solidFill>
                        </a:rPr>
                        <m:t> </m:t>
                      </m:r>
                      <m:r>
                        <m:rPr>
                          <m:nor/>
                        </m:rPr>
                        <a:rPr lang="en-US" sz="2800" b="1" dirty="0">
                          <a:solidFill>
                            <a:srgbClr val="7030A0"/>
                          </a:solidFill>
                        </a:rPr>
                        <m:t>Proved</m:t>
                      </m:r>
                      <m:r>
                        <m:rPr>
                          <m:nor/>
                        </m:rPr>
                        <a:rPr lang="en-US" sz="2800" b="1" dirty="0">
                          <a:solidFill>
                            <a:srgbClr val="7030A0"/>
                          </a:solidFill>
                        </a:rPr>
                        <m:t>.</m:t>
                      </m:r>
                    </m:oMath>
                  </m:oMathPara>
                </a14:m>
                <a:endParaRPr lang="en-US" sz="2800" b="1" dirty="0">
                  <a:solidFill>
                    <a:srgbClr val="7030A0"/>
                  </a:solidFill>
                </a:endParaRPr>
              </a:p>
            </p:txBody>
          </p:sp>
        </mc:Choice>
        <mc:Fallback xmlns="">
          <p:sp>
            <p:nvSpPr>
              <p:cNvPr id="32" name="Rectangle 31"/>
              <p:cNvSpPr>
                <a:spLocks noRot="1" noChangeAspect="1" noMove="1" noResize="1" noEditPoints="1" noAdjustHandles="1" noChangeArrowheads="1" noChangeShapeType="1" noTextEdit="1"/>
              </p:cNvSpPr>
              <p:nvPr/>
            </p:nvSpPr>
            <p:spPr>
              <a:xfrm>
                <a:off x="137270" y="5913481"/>
                <a:ext cx="2359941" cy="523220"/>
              </a:xfrm>
              <a:prstGeom prst="rect">
                <a:avLst/>
              </a:prstGeom>
              <a:blipFill rotWithShape="0">
                <a:blip r:embed="rId22"/>
                <a:stretch>
                  <a:fillRect/>
                </a:stretch>
              </a:blipFill>
              <a:ln>
                <a:solidFill>
                  <a:srgbClr val="FF0000"/>
                </a:solidFill>
              </a:ln>
            </p:spPr>
            <p:txBody>
              <a:bodyPr/>
              <a:lstStyle/>
              <a:p>
                <a:r>
                  <a:rPr lang="en-US">
                    <a:noFill/>
                  </a:rPr>
                  <a:t> </a:t>
                </a:r>
              </a:p>
            </p:txBody>
          </p:sp>
        </mc:Fallback>
      </mc:AlternateContent>
    </p:spTree>
    <p:extLst>
      <p:ext uri="{BB962C8B-B14F-4D97-AF65-F5344CB8AC3E}">
        <p14:creationId xmlns:p14="http://schemas.microsoft.com/office/powerpoint/2010/main" val="658314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9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9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9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9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9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29" grpId="0"/>
      <p:bldP spid="82" grpId="0"/>
      <p:bldP spid="83" grpId="0"/>
      <p:bldP spid="84" grpId="0"/>
      <p:bldP spid="85" grpId="0"/>
      <p:bldP spid="86" grpId="0"/>
      <p:bldP spid="87" grpId="0"/>
      <p:bldP spid="88" grpId="0"/>
      <p:bldP spid="89" grpId="0"/>
      <p:bldP spid="90" grpId="0"/>
      <p:bldP spid="91" grpId="0"/>
      <p:bldP spid="92" grpId="0"/>
      <p:bldP spid="93" grpId="0"/>
      <p:bldP spid="94" grpId="0"/>
      <p:bldP spid="95" grpId="0"/>
      <p:bldP spid="96" grpId="0"/>
      <p:bldP spid="97" grpId="0"/>
      <p:bldP spid="31" grpId="0"/>
      <p:bldP spid="32"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Method – 2</a:t>
            </a:r>
            <a:br>
              <a:rPr lang="en-US" dirty="0"/>
            </a:br>
            <a:r>
              <a:rPr lang="en-US" dirty="0"/>
              <a:t>Rank Correlation Coefficient</a:t>
            </a:r>
            <a:endParaRPr lang="en-IN" dirty="0"/>
          </a:p>
        </p:txBody>
      </p:sp>
      <p:sp>
        <p:nvSpPr>
          <p:cNvPr id="4" name="Text Placeholder 3">
            <a:extLst>
              <a:ext uri="{FF2B5EF4-FFF2-40B4-BE49-F238E27FC236}">
                <a16:creationId xmlns:a16="http://schemas.microsoft.com/office/drawing/2014/main" id="{4AF66629-F349-43A0-B5A5-A51D2BBB7435}"/>
              </a:ext>
            </a:extLst>
          </p:cNvPr>
          <p:cNvSpPr>
            <a:spLocks noGrp="1"/>
          </p:cNvSpPr>
          <p:nvPr>
            <p:ph type="body" idx="1"/>
          </p:nvPr>
        </p:nvSpPr>
        <p:spPr/>
        <p:txBody>
          <a:bodyPr/>
          <a:lstStyle/>
          <a:p>
            <a:pPr lvl="0"/>
            <a:r>
              <a:rPr lang="en-US" dirty="0"/>
              <a:t>Spearman’s coefficient of rank correlation</a:t>
            </a:r>
          </a:p>
        </p:txBody>
      </p:sp>
    </p:spTree>
    <p:extLst>
      <p:ext uri="{BB962C8B-B14F-4D97-AF65-F5344CB8AC3E}">
        <p14:creationId xmlns:p14="http://schemas.microsoft.com/office/powerpoint/2010/main" val="234566500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Rank Correlation ?</a:t>
            </a: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lvl="0"/>
                <a:r>
                  <a:rPr lang="en-US" dirty="0"/>
                  <a:t>Let a group of </a:t>
                </a:r>
                <a14:m>
                  <m:oMath xmlns:m="http://schemas.openxmlformats.org/officeDocument/2006/math">
                    <m:r>
                      <m:rPr>
                        <m:sty m:val="p"/>
                      </m:rPr>
                      <a:rPr lang="en-US" i="0" dirty="0" smtClean="0">
                        <a:solidFill>
                          <a:srgbClr val="FF0000"/>
                        </a:solidFill>
                        <a:latin typeface="Cambria Math" panose="02040503050406030204" pitchFamily="18" charset="0"/>
                      </a:rPr>
                      <m:t>n</m:t>
                    </m:r>
                  </m:oMath>
                </a14:m>
                <a:r>
                  <a:rPr lang="en-US" dirty="0"/>
                  <a:t> individuals be arranged in </a:t>
                </a:r>
                <a:r>
                  <a:rPr lang="en-US" dirty="0">
                    <a:solidFill>
                      <a:srgbClr val="FF0000"/>
                    </a:solidFill>
                  </a:rPr>
                  <a:t>order</a:t>
                </a:r>
                <a:r>
                  <a:rPr lang="en-US" dirty="0"/>
                  <a:t> of merit with respect to some </a:t>
                </a:r>
                <a:r>
                  <a:rPr lang="en-US" dirty="0">
                    <a:solidFill>
                      <a:srgbClr val="FF0000"/>
                    </a:solidFill>
                  </a:rPr>
                  <a:t>characteristics</a:t>
                </a:r>
                <a:r>
                  <a:rPr lang="en-US" dirty="0"/>
                  <a:t>. </a:t>
                </a:r>
              </a:p>
              <a:p>
                <a:r>
                  <a:rPr lang="en-US" dirty="0"/>
                  <a:t>Let us take the example of 100 persons of Mohali.</a:t>
                </a:r>
              </a:p>
              <a:p>
                <a:pPr lvl="1"/>
                <a:r>
                  <a:rPr lang="en-US" dirty="0"/>
                  <a:t>Characteristic </a:t>
                </a:r>
                <a14:m>
                  <m:oMath xmlns:m="http://schemas.openxmlformats.org/officeDocument/2006/math">
                    <m:r>
                      <m:rPr>
                        <m:sty m:val="p"/>
                      </m:rPr>
                      <a:rPr lang="en-US" i="0" dirty="0" smtClean="0">
                        <a:latin typeface="Cambria Math" panose="02040503050406030204" pitchFamily="18" charset="0"/>
                      </a:rPr>
                      <m:t>A</m:t>
                    </m:r>
                  </m:oMath>
                </a14:m>
                <a:r>
                  <a:rPr lang="en-US" dirty="0"/>
                  <a:t> = </a:t>
                </a:r>
                <a:r>
                  <a:rPr lang="en-US" dirty="0">
                    <a:solidFill>
                      <a:srgbClr val="FF0000"/>
                    </a:solidFill>
                  </a:rPr>
                  <a:t>Intelligence</a:t>
                </a:r>
              </a:p>
              <a:p>
                <a:pPr lvl="1"/>
                <a:r>
                  <a:rPr lang="en-US" dirty="0"/>
                  <a:t>Characteristic </a:t>
                </a:r>
                <a14:m>
                  <m:oMath xmlns:m="http://schemas.openxmlformats.org/officeDocument/2006/math">
                    <m:r>
                      <m:rPr>
                        <m:sty m:val="p"/>
                      </m:rPr>
                      <a:rPr lang="en-US" i="0" dirty="0" smtClean="0">
                        <a:latin typeface="Cambria Math" panose="02040503050406030204" pitchFamily="18" charset="0"/>
                      </a:rPr>
                      <m:t>B</m:t>
                    </m:r>
                  </m:oMath>
                </a14:m>
                <a:r>
                  <a:rPr lang="en-US" dirty="0"/>
                  <a:t> = </a:t>
                </a:r>
                <a:r>
                  <a:rPr lang="en-US" dirty="0">
                    <a:solidFill>
                      <a:srgbClr val="FF0000"/>
                    </a:solidFill>
                  </a:rPr>
                  <a:t>Beauty</a:t>
                </a:r>
              </a:p>
              <a:p>
                <a:r>
                  <a:rPr lang="en-US" dirty="0"/>
                  <a:t>It is clear that </a:t>
                </a:r>
                <a:r>
                  <a:rPr lang="en-US" dirty="0">
                    <a:solidFill>
                      <a:srgbClr val="FF0000"/>
                    </a:solidFill>
                  </a:rPr>
                  <a:t>order</a:t>
                </a:r>
                <a:r>
                  <a:rPr lang="en-US" dirty="0"/>
                  <a:t> of people are </a:t>
                </a:r>
                <a:r>
                  <a:rPr lang="en-US" dirty="0">
                    <a:solidFill>
                      <a:srgbClr val="FF0000"/>
                    </a:solidFill>
                  </a:rPr>
                  <a:t>different</a:t>
                </a:r>
                <a:r>
                  <a:rPr lang="en-US" dirty="0"/>
                  <a:t>(in general) in both characteristics.</a:t>
                </a:r>
              </a:p>
              <a:p>
                <a:r>
                  <a:rPr lang="en-US" dirty="0"/>
                  <a:t>Note that a person who is ranked at the </a:t>
                </a:r>
                <a:r>
                  <a:rPr lang="en-US" dirty="0">
                    <a:solidFill>
                      <a:srgbClr val="FF0000"/>
                    </a:solidFill>
                  </a:rPr>
                  <a:t>top</a:t>
                </a:r>
                <a:r>
                  <a:rPr lang="en-US" dirty="0"/>
                  <a:t> for the characteristic </a:t>
                </a:r>
                <a14:m>
                  <m:oMath xmlns:m="http://schemas.openxmlformats.org/officeDocument/2006/math">
                    <m:r>
                      <m:rPr>
                        <m:sty m:val="p"/>
                      </m:rPr>
                      <a:rPr lang="en-US" i="0" dirty="0" smtClean="0">
                        <a:solidFill>
                          <a:srgbClr val="FF0000"/>
                        </a:solidFill>
                        <a:latin typeface="Cambria Math" panose="02040503050406030204" pitchFamily="18" charset="0"/>
                      </a:rPr>
                      <m:t>A</m:t>
                    </m:r>
                  </m:oMath>
                </a14:m>
                <a:r>
                  <a:rPr lang="en-US" dirty="0"/>
                  <a:t> may be ranked at the </a:t>
                </a:r>
                <a:r>
                  <a:rPr lang="en-US" dirty="0">
                    <a:solidFill>
                      <a:srgbClr val="FF0000"/>
                    </a:solidFill>
                  </a:rPr>
                  <a:t>bottom</a:t>
                </a:r>
                <a:r>
                  <a:rPr lang="en-US" dirty="0"/>
                  <a:t> for the characteristic </a:t>
                </a:r>
                <a14:m>
                  <m:oMath xmlns:m="http://schemas.openxmlformats.org/officeDocument/2006/math">
                    <m:r>
                      <m:rPr>
                        <m:sty m:val="p"/>
                      </m:rPr>
                      <a:rPr lang="en-US" i="0" dirty="0" smtClean="0">
                        <a:solidFill>
                          <a:srgbClr val="FF0000"/>
                        </a:solidFill>
                        <a:latin typeface="Cambria Math" panose="02040503050406030204" pitchFamily="18" charset="0"/>
                      </a:rPr>
                      <m:t>B</m:t>
                    </m:r>
                  </m:oMath>
                </a14:m>
                <a:r>
                  <a:rPr lang="en-US" dirty="0"/>
                  <a:t>.</a:t>
                </a:r>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rotWithShape="0">
                <a:blip r:embed="rId2"/>
                <a:stretch>
                  <a:fillRect l="-971" r="-1074"/>
                </a:stretch>
              </a:blipFill>
            </p:spPr>
            <p:txBody>
              <a:bodyPr/>
              <a:lstStyle/>
              <a:p>
                <a:r>
                  <a:rPr lang="en-US">
                    <a:noFill/>
                  </a:rPr>
                  <a:t> </a:t>
                </a:r>
              </a:p>
            </p:txBody>
          </p:sp>
        </mc:Fallback>
      </mc:AlternateContent>
    </p:spTree>
    <p:extLst>
      <p:ext uri="{BB962C8B-B14F-4D97-AF65-F5344CB8AC3E}">
        <p14:creationId xmlns:p14="http://schemas.microsoft.com/office/powerpoint/2010/main" val="4112387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4">
                                            <p:txEl>
                                              <p:pRg st="2" end="2"/>
                                            </p:txEl>
                                          </p:spTgt>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grpId="0" nodeType="after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Rank Correlation ?</a:t>
            </a: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lvl="0"/>
                <a:r>
                  <a:rPr lang="en-US" dirty="0"/>
                  <a:t>The same group of </a:t>
                </a:r>
                <a14:m>
                  <m:oMath xmlns:m="http://schemas.openxmlformats.org/officeDocument/2006/math">
                    <m:r>
                      <m:rPr>
                        <m:sty m:val="p"/>
                      </m:rPr>
                      <a:rPr lang="en-US" dirty="0">
                        <a:solidFill>
                          <a:srgbClr val="FF0000"/>
                        </a:solidFill>
                        <a:latin typeface="Cambria Math" panose="02040503050406030204" pitchFamily="18" charset="0"/>
                      </a:rPr>
                      <m:t>n</m:t>
                    </m:r>
                  </m:oMath>
                </a14:m>
                <a:r>
                  <a:rPr lang="en-US" dirty="0"/>
                  <a:t> individuals would give a </a:t>
                </a:r>
                <a:r>
                  <a:rPr lang="en-US" dirty="0">
                    <a:solidFill>
                      <a:srgbClr val="FF0000"/>
                    </a:solidFill>
                  </a:rPr>
                  <a:t>different</a:t>
                </a:r>
                <a:r>
                  <a:rPr lang="en-US" dirty="0"/>
                  <a:t> </a:t>
                </a:r>
                <a:r>
                  <a:rPr lang="en-US" dirty="0">
                    <a:solidFill>
                      <a:srgbClr val="FF0000"/>
                    </a:solidFill>
                  </a:rPr>
                  <a:t>order(rank)</a:t>
                </a:r>
                <a:r>
                  <a:rPr lang="en-US" dirty="0"/>
                  <a:t> for different characteristics. </a:t>
                </a:r>
              </a:p>
              <a:p>
                <a:pPr lvl="0"/>
                <a:r>
                  <a:rPr lang="en-US" dirty="0"/>
                  <a:t>Considering the orders corresponding to two </a:t>
                </a:r>
                <a:r>
                  <a:rPr lang="en-US" dirty="0">
                    <a:solidFill>
                      <a:srgbClr val="FF0000"/>
                    </a:solidFill>
                  </a:rPr>
                  <a:t>characteristics</a:t>
                </a:r>
                <a:r>
                  <a:rPr lang="en-US" dirty="0"/>
                  <a:t> </a:t>
                </a:r>
                <a14:m>
                  <m:oMath xmlns:m="http://schemas.openxmlformats.org/officeDocument/2006/math">
                    <m:r>
                      <m:rPr>
                        <m:sty m:val="p"/>
                      </m:rPr>
                      <a:rPr lang="en-US" i="0" dirty="0" smtClean="0">
                        <a:solidFill>
                          <a:srgbClr val="FF0000"/>
                        </a:solidFill>
                        <a:latin typeface="Cambria Math" panose="02040503050406030204" pitchFamily="18" charset="0"/>
                      </a:rPr>
                      <m:t>A</m:t>
                    </m:r>
                  </m:oMath>
                </a14:m>
                <a:r>
                  <a:rPr lang="en-US" dirty="0"/>
                  <a:t> and </a:t>
                </a:r>
                <a14:m>
                  <m:oMath xmlns:m="http://schemas.openxmlformats.org/officeDocument/2006/math">
                    <m:r>
                      <m:rPr>
                        <m:sty m:val="p"/>
                      </m:rPr>
                      <a:rPr lang="en-US" i="0" dirty="0" smtClean="0">
                        <a:solidFill>
                          <a:srgbClr val="FF0000"/>
                        </a:solidFill>
                        <a:latin typeface="Cambria Math" panose="02040503050406030204" pitchFamily="18" charset="0"/>
                      </a:rPr>
                      <m:t>B</m:t>
                    </m:r>
                  </m:oMath>
                </a14:m>
                <a:r>
                  <a:rPr lang="en-US" dirty="0"/>
                  <a:t>, </a:t>
                </a:r>
              </a:p>
              <a:p>
                <a:pPr marL="457200" lvl="1" indent="0">
                  <a:buNone/>
                </a:pPr>
                <a:r>
                  <a:rPr lang="en-US" dirty="0"/>
                  <a:t>the correlation between these </a:t>
                </a:r>
                <a14:m>
                  <m:oMath xmlns:m="http://schemas.openxmlformats.org/officeDocument/2006/math">
                    <m:r>
                      <m:rPr>
                        <m:sty m:val="p"/>
                      </m:rPr>
                      <a:rPr lang="en-US" i="0" dirty="0" smtClean="0">
                        <a:solidFill>
                          <a:srgbClr val="FF0000"/>
                        </a:solidFill>
                        <a:latin typeface="Cambria Math" panose="02040503050406030204" pitchFamily="18" charset="0"/>
                      </a:rPr>
                      <m:t>n</m:t>
                    </m:r>
                  </m:oMath>
                </a14:m>
                <a:r>
                  <a:rPr lang="en-US" dirty="0"/>
                  <a:t> pairs of ranks is known as </a:t>
                </a:r>
                <a:r>
                  <a:rPr lang="en-US" dirty="0">
                    <a:solidFill>
                      <a:srgbClr val="FF0000"/>
                    </a:solidFill>
                  </a:rPr>
                  <a:t>rank</a:t>
                </a:r>
                <a:r>
                  <a:rPr lang="en-US" dirty="0"/>
                  <a:t> </a:t>
                </a:r>
                <a:r>
                  <a:rPr lang="en-US" dirty="0">
                    <a:solidFill>
                      <a:srgbClr val="FF0000"/>
                    </a:solidFill>
                  </a:rPr>
                  <a:t>correlation</a:t>
                </a:r>
                <a:r>
                  <a:rPr lang="en-US" dirty="0"/>
                  <a:t> in the characteristics A and B for that group of individuals.</a:t>
                </a:r>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a:blip r:embed="rId2"/>
                <a:stretch>
                  <a:fillRect l="-971" r="-1074"/>
                </a:stretch>
              </a:blipFill>
            </p:spPr>
            <p:txBody>
              <a:bodyPr/>
              <a:lstStyle/>
              <a:p>
                <a:r>
                  <a:rPr lang="en-IN">
                    <a:noFill/>
                  </a:rPr>
                  <a:t> </a:t>
                </a:r>
              </a:p>
            </p:txBody>
          </p:sp>
        </mc:Fallback>
      </mc:AlternateContent>
    </p:spTree>
    <p:extLst>
      <p:ext uri="{BB962C8B-B14F-4D97-AF65-F5344CB8AC3E}">
        <p14:creationId xmlns:p14="http://schemas.microsoft.com/office/powerpoint/2010/main" val="3241632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Coefficient of Rank Correlation</a:t>
            </a: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r>
                  <a:rPr lang="en-US" dirty="0"/>
                  <a:t>The coefficient of correlation between the two different </a:t>
                </a:r>
                <a:r>
                  <a:rPr lang="en-US" dirty="0">
                    <a:solidFill>
                      <a:srgbClr val="FF0000"/>
                    </a:solidFill>
                  </a:rPr>
                  <a:t>ranks</a:t>
                </a:r>
                <a:r>
                  <a:rPr lang="en-US" dirty="0"/>
                  <a:t> </a:t>
                </a:r>
                <a14:m>
                  <m:oMath xmlns:m="http://schemas.openxmlformats.org/officeDocument/2006/math">
                    <m:r>
                      <m:rPr>
                        <m:sty m:val="p"/>
                      </m:rPr>
                      <a:rPr lang="en-US" i="0" dirty="0" smtClean="0">
                        <a:solidFill>
                          <a:srgbClr val="FF0000"/>
                        </a:solidFill>
                        <a:latin typeface="Cambria Math" panose="02040503050406030204" pitchFamily="18" charset="0"/>
                      </a:rPr>
                      <m:t>x</m:t>
                    </m:r>
                  </m:oMath>
                </a14:m>
                <a:r>
                  <a:rPr lang="en-US" dirty="0"/>
                  <a:t> &amp; </a:t>
                </a:r>
                <a14:m>
                  <m:oMath xmlns:m="http://schemas.openxmlformats.org/officeDocument/2006/math">
                    <m:r>
                      <m:rPr>
                        <m:sty m:val="p"/>
                      </m:rPr>
                      <a:rPr lang="en-US" i="0" dirty="0" smtClean="0">
                        <a:solidFill>
                          <a:srgbClr val="FF0000"/>
                        </a:solidFill>
                        <a:latin typeface="Cambria Math" panose="02040503050406030204" pitchFamily="18" charset="0"/>
                      </a:rPr>
                      <m:t>y</m:t>
                    </m:r>
                  </m:oMath>
                </a14:m>
                <a:r>
                  <a:rPr lang="en-US" dirty="0"/>
                  <a:t> is known as the coefficient of rank correlation between the characteristics </a:t>
                </a:r>
                <a14:m>
                  <m:oMath xmlns:m="http://schemas.openxmlformats.org/officeDocument/2006/math">
                    <m:r>
                      <m:rPr>
                        <m:sty m:val="p"/>
                      </m:rPr>
                      <a:rPr lang="en-US" i="0" dirty="0" smtClean="0">
                        <a:solidFill>
                          <a:srgbClr val="FF0000"/>
                        </a:solidFill>
                        <a:latin typeface="Cambria Math" panose="02040503050406030204" pitchFamily="18" charset="0"/>
                      </a:rPr>
                      <m:t>A</m:t>
                    </m:r>
                  </m:oMath>
                </a14:m>
                <a:r>
                  <a:rPr lang="en-US" dirty="0"/>
                  <a:t> and </a:t>
                </a:r>
                <a14:m>
                  <m:oMath xmlns:m="http://schemas.openxmlformats.org/officeDocument/2006/math">
                    <m:r>
                      <m:rPr>
                        <m:sty m:val="p"/>
                      </m:rPr>
                      <a:rPr lang="en-US" i="0" dirty="0" smtClean="0">
                        <a:solidFill>
                          <a:srgbClr val="FF0000"/>
                        </a:solidFill>
                        <a:latin typeface="Cambria Math" panose="02040503050406030204" pitchFamily="18" charset="0"/>
                      </a:rPr>
                      <m:t>B</m:t>
                    </m:r>
                  </m:oMath>
                </a14:m>
                <a:r>
                  <a:rPr lang="en-US" dirty="0"/>
                  <a:t>.</a:t>
                </a:r>
              </a:p>
              <a:p>
                <a:pPr lvl="0"/>
                <a:r>
                  <a:rPr lang="en-US" dirty="0"/>
                  <a:t>It is denoted by </a:t>
                </a:r>
                <a14:m>
                  <m:oMath xmlns:m="http://schemas.openxmlformats.org/officeDocument/2006/math">
                    <m:r>
                      <m:rPr>
                        <m:sty m:val="p"/>
                      </m:rPr>
                      <a:rPr lang="en-US" b="0" i="0" smtClean="0">
                        <a:solidFill>
                          <a:srgbClr val="FF0000"/>
                        </a:solidFill>
                        <a:latin typeface="Cambria Math" panose="02040503050406030204" pitchFamily="18" charset="0"/>
                      </a:rPr>
                      <m:t>ρ</m:t>
                    </m:r>
                    <m:r>
                      <a:rPr lang="en-US">
                        <a:latin typeface="Cambria Math" panose="02040503050406030204" pitchFamily="18" charset="0"/>
                      </a:rPr>
                      <m:t>.</m:t>
                    </m:r>
                  </m:oMath>
                </a14:m>
                <a:endParaRPr lang="en-US" dirty="0"/>
              </a:p>
              <a:p>
                <a:pPr lvl="0"/>
                <a:endParaRPr lang="en-US" dirty="0"/>
              </a:p>
              <a:p>
                <a:pPr marL="0" indent="0">
                  <a:buNone/>
                </a:pPr>
                <a:endParaRPr lang="en-US"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rotWithShape="0">
                <a:blip r:embed="rId2"/>
                <a:stretch>
                  <a:fillRect l="-971" r="-1074"/>
                </a:stretch>
              </a:blipFill>
            </p:spPr>
            <p:txBody>
              <a:bodyPr/>
              <a:lstStyle/>
              <a:p>
                <a:r>
                  <a:rPr lang="en-US">
                    <a:noFill/>
                  </a:rPr>
                  <a:t> </a:t>
                </a:r>
              </a:p>
            </p:txBody>
          </p:sp>
        </mc:Fallback>
      </mc:AlternateContent>
    </p:spTree>
    <p:extLst>
      <p:ext uri="{BB962C8B-B14F-4D97-AF65-F5344CB8AC3E}">
        <p14:creationId xmlns:p14="http://schemas.microsoft.com/office/powerpoint/2010/main" val="3404651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Spearman’s Coefficient of Rank Correlation</a:t>
            </a: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lvl="0"/>
                <a:r>
                  <a:rPr lang="en-US" dirty="0"/>
                  <a:t>Let </a:t>
                </a:r>
                <a14:m>
                  <m:oMath xmlns:m="http://schemas.openxmlformats.org/officeDocument/2006/math">
                    <m:r>
                      <m:rPr>
                        <m:sty m:val="p"/>
                      </m:rPr>
                      <a:rPr lang="en-US" b="0" i="0" smtClean="0">
                        <a:solidFill>
                          <a:srgbClr val="FF0000"/>
                        </a:solidFill>
                        <a:latin typeface="Cambria Math" panose="02040503050406030204" pitchFamily="18" charset="0"/>
                      </a:rPr>
                      <m:t>x</m:t>
                    </m:r>
                  </m:oMath>
                </a14:m>
                <a:r>
                  <a:rPr lang="en-US" dirty="0"/>
                  <a:t> and </a:t>
                </a:r>
                <a14:m>
                  <m:oMath xmlns:m="http://schemas.openxmlformats.org/officeDocument/2006/math">
                    <m:r>
                      <m:rPr>
                        <m:sty m:val="p"/>
                      </m:rPr>
                      <a:rPr lang="en-US" b="0" i="0" smtClean="0">
                        <a:solidFill>
                          <a:srgbClr val="FF0000"/>
                        </a:solidFill>
                        <a:latin typeface="Cambria Math" panose="02040503050406030204" pitchFamily="18" charset="0"/>
                      </a:rPr>
                      <m:t>y</m:t>
                    </m:r>
                  </m:oMath>
                </a14:m>
                <a:r>
                  <a:rPr lang="en-US" dirty="0"/>
                  <a:t> be the two different ranks of </a:t>
                </a:r>
                <a14:m>
                  <m:oMath xmlns:m="http://schemas.openxmlformats.org/officeDocument/2006/math">
                    <m:r>
                      <m:rPr>
                        <m:sty m:val="p"/>
                      </m:rPr>
                      <a:rPr lang="en-US" i="0" dirty="0" smtClean="0">
                        <a:solidFill>
                          <a:srgbClr val="FF0000"/>
                        </a:solidFill>
                        <a:latin typeface="Cambria Math" panose="02040503050406030204" pitchFamily="18" charset="0"/>
                      </a:rPr>
                      <m:t>n</m:t>
                    </m:r>
                  </m:oMath>
                </a14:m>
                <a:r>
                  <a:rPr lang="en-US" dirty="0"/>
                  <a:t> individual with two characteristics </a:t>
                </a:r>
                <a14:m>
                  <m:oMath xmlns:m="http://schemas.openxmlformats.org/officeDocument/2006/math">
                    <m:r>
                      <m:rPr>
                        <m:sty m:val="p"/>
                      </m:rPr>
                      <a:rPr lang="en-US" i="0" dirty="0" smtClean="0">
                        <a:solidFill>
                          <a:srgbClr val="FF0000"/>
                        </a:solidFill>
                        <a:latin typeface="Cambria Math" panose="02040503050406030204" pitchFamily="18" charset="0"/>
                      </a:rPr>
                      <m:t>A</m:t>
                    </m:r>
                  </m:oMath>
                </a14:m>
                <a:r>
                  <a:rPr lang="en-US" dirty="0"/>
                  <a:t> and </a:t>
                </a:r>
                <a14:m>
                  <m:oMath xmlns:m="http://schemas.openxmlformats.org/officeDocument/2006/math">
                    <m:r>
                      <m:rPr>
                        <m:sty m:val="p"/>
                      </m:rPr>
                      <a:rPr lang="en-US" i="0" dirty="0" smtClean="0">
                        <a:solidFill>
                          <a:srgbClr val="FF0000"/>
                        </a:solidFill>
                        <a:latin typeface="Cambria Math" panose="02040503050406030204" pitchFamily="18" charset="0"/>
                      </a:rPr>
                      <m:t>B</m:t>
                    </m:r>
                  </m:oMath>
                </a14:m>
                <a:r>
                  <a:rPr lang="en-US" dirty="0">
                    <a:solidFill>
                      <a:srgbClr val="FF0000"/>
                    </a:solidFill>
                  </a:rPr>
                  <a:t> </a:t>
                </a:r>
                <a:r>
                  <a:rPr lang="en-US" dirty="0"/>
                  <a:t>respectively.</a:t>
                </a:r>
                <a:endParaRPr lang="en-US" dirty="0">
                  <a:solidFill>
                    <a:srgbClr val="FF0000"/>
                  </a:solidFill>
                </a:endParaRPr>
              </a:p>
              <a:p>
                <a:r>
                  <a:rPr lang="en-US" dirty="0"/>
                  <a:t>The Spearman’s coefficient of rank correlation defined as below:</a:t>
                </a:r>
              </a:p>
              <a:p>
                <a:pPr marL="0" indent="0">
                  <a:buNone/>
                </a:pPr>
                <a14:m>
                  <m:oMathPara xmlns:m="http://schemas.openxmlformats.org/officeDocument/2006/math">
                    <m:oMathParaPr>
                      <m:jc m:val="centerGroup"/>
                    </m:oMathParaPr>
                    <m:oMath xmlns:m="http://schemas.openxmlformats.org/officeDocument/2006/math">
                      <m:r>
                        <m:rPr>
                          <m:sty m:val="p"/>
                        </m:rPr>
                        <a:rPr lang="en-US" sz="3200" b="0" i="0" smtClean="0">
                          <a:solidFill>
                            <a:srgbClr val="C00000"/>
                          </a:solidFill>
                          <a:latin typeface="Cambria Math" panose="02040503050406030204" pitchFamily="18" charset="0"/>
                        </a:rPr>
                        <m:t>ρ</m:t>
                      </m:r>
                      <m:r>
                        <a:rPr lang="en-US" sz="3200" b="0" i="0">
                          <a:solidFill>
                            <a:srgbClr val="C00000"/>
                          </a:solidFill>
                          <a:latin typeface="Cambria Math" panose="02040503050406030204" pitchFamily="18" charset="0"/>
                        </a:rPr>
                        <m:t>=1−</m:t>
                      </m:r>
                      <m:f>
                        <m:fPr>
                          <m:ctrlPr>
                            <a:rPr lang="en-US" sz="3200" i="1">
                              <a:solidFill>
                                <a:srgbClr val="C00000"/>
                              </a:solidFill>
                              <a:latin typeface="Cambria Math" panose="02040503050406030204" pitchFamily="18" charset="0"/>
                            </a:rPr>
                          </m:ctrlPr>
                        </m:fPr>
                        <m:num>
                          <m:r>
                            <a:rPr lang="en-US" sz="3200" b="0" i="0">
                              <a:solidFill>
                                <a:srgbClr val="C00000"/>
                              </a:solidFill>
                              <a:latin typeface="Cambria Math" panose="02040503050406030204" pitchFamily="18" charset="0"/>
                            </a:rPr>
                            <m:t> 6</m:t>
                          </m:r>
                          <m:r>
                            <a:rPr lang="en-US" sz="3200" b="0" i="1" smtClean="0">
                              <a:solidFill>
                                <a:srgbClr val="C00000"/>
                              </a:solidFill>
                              <a:latin typeface="Cambria Math" panose="02040503050406030204" pitchFamily="18" charset="0"/>
                              <a:ea typeface="Cambria Math" panose="02040503050406030204" pitchFamily="18" charset="0"/>
                            </a:rPr>
                            <m:t>∙</m:t>
                          </m:r>
                          <m:nary>
                            <m:naryPr>
                              <m:chr m:val="∑"/>
                              <m:limLoc m:val="undOvr"/>
                              <m:subHide m:val="on"/>
                              <m:supHide m:val="on"/>
                              <m:ctrlPr>
                                <a:rPr lang="en-US" sz="3200" i="1">
                                  <a:solidFill>
                                    <a:srgbClr val="C00000"/>
                                  </a:solidFill>
                                  <a:latin typeface="Cambria Math" panose="02040503050406030204" pitchFamily="18" charset="0"/>
                                </a:rPr>
                              </m:ctrlPr>
                            </m:naryPr>
                            <m:sub/>
                            <m:sup/>
                            <m:e>
                              <m:sSup>
                                <m:sSupPr>
                                  <m:ctrlPr>
                                    <a:rPr lang="en-US" sz="3200" i="1">
                                      <a:solidFill>
                                        <a:srgbClr val="C00000"/>
                                      </a:solidFill>
                                      <a:latin typeface="Cambria Math" panose="02040503050406030204" pitchFamily="18" charset="0"/>
                                    </a:rPr>
                                  </m:ctrlPr>
                                </m:sSupPr>
                                <m:e>
                                  <m:r>
                                    <m:rPr>
                                      <m:sty m:val="p"/>
                                    </m:rPr>
                                    <a:rPr lang="en-US" sz="3200" b="0" i="0">
                                      <a:solidFill>
                                        <a:srgbClr val="C00000"/>
                                      </a:solidFill>
                                      <a:latin typeface="Cambria Math" panose="02040503050406030204" pitchFamily="18" charset="0"/>
                                    </a:rPr>
                                    <m:t>d</m:t>
                                  </m:r>
                                </m:e>
                                <m:sup>
                                  <m:r>
                                    <a:rPr lang="en-US" sz="3200" b="0" i="0">
                                      <a:solidFill>
                                        <a:srgbClr val="C00000"/>
                                      </a:solidFill>
                                      <a:latin typeface="Cambria Math" panose="02040503050406030204" pitchFamily="18" charset="0"/>
                                    </a:rPr>
                                    <m:t>2</m:t>
                                  </m:r>
                                </m:sup>
                              </m:sSup>
                            </m:e>
                          </m:nary>
                          <m:r>
                            <a:rPr lang="en-US" sz="3200" b="0" i="0">
                              <a:solidFill>
                                <a:srgbClr val="C00000"/>
                              </a:solidFill>
                              <a:latin typeface="Cambria Math" panose="02040503050406030204" pitchFamily="18" charset="0"/>
                            </a:rPr>
                            <m:t> </m:t>
                          </m:r>
                        </m:num>
                        <m:den>
                          <m:r>
                            <a:rPr lang="en-US" sz="3200" b="0" i="0" smtClean="0">
                              <a:solidFill>
                                <a:srgbClr val="C00000"/>
                              </a:solidFill>
                              <a:latin typeface="Cambria Math" panose="02040503050406030204" pitchFamily="18" charset="0"/>
                            </a:rPr>
                            <m:t>  </m:t>
                          </m:r>
                          <m:r>
                            <m:rPr>
                              <m:sty m:val="p"/>
                            </m:rPr>
                            <a:rPr lang="en-US" sz="3200" b="0" i="0">
                              <a:solidFill>
                                <a:srgbClr val="C00000"/>
                              </a:solidFill>
                              <a:latin typeface="Cambria Math" panose="02040503050406030204" pitchFamily="18" charset="0"/>
                            </a:rPr>
                            <m:t>n</m:t>
                          </m:r>
                          <m:r>
                            <a:rPr lang="en-US" sz="3200" b="0" i="0" smtClean="0">
                              <a:solidFill>
                                <a:srgbClr val="C00000"/>
                              </a:solidFill>
                              <a:latin typeface="Cambria Math" panose="02040503050406030204" pitchFamily="18" charset="0"/>
                            </a:rPr>
                            <m:t> </m:t>
                          </m:r>
                          <m:d>
                            <m:dPr>
                              <m:ctrlPr>
                                <a:rPr lang="en-US" sz="3200" i="1">
                                  <a:solidFill>
                                    <a:srgbClr val="C00000"/>
                                  </a:solidFill>
                                  <a:latin typeface="Cambria Math" panose="02040503050406030204" pitchFamily="18" charset="0"/>
                                </a:rPr>
                              </m:ctrlPr>
                            </m:dPr>
                            <m:e>
                              <m:sSup>
                                <m:sSupPr>
                                  <m:ctrlPr>
                                    <a:rPr lang="en-US" sz="3200" i="1">
                                      <a:solidFill>
                                        <a:srgbClr val="C00000"/>
                                      </a:solidFill>
                                      <a:latin typeface="Cambria Math" panose="02040503050406030204" pitchFamily="18" charset="0"/>
                                    </a:rPr>
                                  </m:ctrlPr>
                                </m:sSupPr>
                                <m:e>
                                  <m:r>
                                    <m:rPr>
                                      <m:sty m:val="p"/>
                                    </m:rPr>
                                    <a:rPr lang="en-US" sz="3200" b="0" i="0">
                                      <a:solidFill>
                                        <a:srgbClr val="C00000"/>
                                      </a:solidFill>
                                      <a:latin typeface="Cambria Math" panose="02040503050406030204" pitchFamily="18" charset="0"/>
                                    </a:rPr>
                                    <m:t>n</m:t>
                                  </m:r>
                                </m:e>
                                <m:sup>
                                  <m:r>
                                    <a:rPr lang="en-US" sz="3200" b="0" i="0">
                                      <a:solidFill>
                                        <a:srgbClr val="C00000"/>
                                      </a:solidFill>
                                      <a:latin typeface="Cambria Math" panose="02040503050406030204" pitchFamily="18" charset="0"/>
                                    </a:rPr>
                                    <m:t>2</m:t>
                                  </m:r>
                                </m:sup>
                              </m:sSup>
                              <m:r>
                                <a:rPr lang="en-US" sz="3200" b="0" i="0">
                                  <a:solidFill>
                                    <a:srgbClr val="C00000"/>
                                  </a:solidFill>
                                  <a:latin typeface="Cambria Math" panose="02040503050406030204" pitchFamily="18" charset="0"/>
                                </a:rPr>
                                <m:t>−1</m:t>
                              </m:r>
                            </m:e>
                          </m:d>
                          <m:r>
                            <a:rPr lang="en-US" sz="3200" b="0" i="0">
                              <a:solidFill>
                                <a:srgbClr val="C00000"/>
                              </a:solidFill>
                              <a:latin typeface="Cambria Math" panose="02040503050406030204" pitchFamily="18" charset="0"/>
                            </a:rPr>
                            <m:t> </m:t>
                          </m:r>
                          <m:r>
                            <a:rPr lang="en-US" sz="3200" b="0" i="0" smtClean="0">
                              <a:solidFill>
                                <a:srgbClr val="C00000"/>
                              </a:solidFill>
                              <a:latin typeface="Cambria Math" panose="02040503050406030204" pitchFamily="18" charset="0"/>
                            </a:rPr>
                            <m:t> </m:t>
                          </m:r>
                        </m:den>
                      </m:f>
                    </m:oMath>
                  </m:oMathPara>
                </a14:m>
                <a:endParaRPr lang="en-US" sz="3600" dirty="0"/>
              </a:p>
              <a:p>
                <a:pPr marL="292100" indent="0">
                  <a:buNone/>
                </a:pPr>
                <a:r>
                  <a:rPr lang="en-US" dirty="0"/>
                  <a:t>Where,	</a:t>
                </a:r>
                <a14:m>
                  <m:oMath xmlns:m="http://schemas.openxmlformats.org/officeDocument/2006/math">
                    <m:r>
                      <m:rPr>
                        <m:sty m:val="p"/>
                      </m:rPr>
                      <a:rPr lang="en-US">
                        <a:latin typeface="Cambria Math" panose="02040503050406030204" pitchFamily="18" charset="0"/>
                      </a:rPr>
                      <m:t>d</m:t>
                    </m:r>
                    <m:r>
                      <a:rPr lang="en-US">
                        <a:latin typeface="Cambria Math" panose="02040503050406030204" pitchFamily="18" charset="0"/>
                      </a:rPr>
                      <m:t>=</m:t>
                    </m:r>
                    <m:r>
                      <m:rPr>
                        <m:sty m:val="p"/>
                      </m:rPr>
                      <a:rPr lang="en-US">
                        <a:latin typeface="Cambria Math" panose="02040503050406030204" pitchFamily="18" charset="0"/>
                      </a:rPr>
                      <m:t>Difference</m:t>
                    </m:r>
                    <m:r>
                      <a:rPr lang="en-US" i="1">
                        <a:latin typeface="Cambria Math" panose="02040503050406030204" pitchFamily="18" charset="0"/>
                      </a:rPr>
                      <m:t> </m:t>
                    </m:r>
                    <m:r>
                      <m:rPr>
                        <m:sty m:val="p"/>
                      </m:rPr>
                      <a:rPr lang="en-US">
                        <a:latin typeface="Cambria Math" panose="02040503050406030204" pitchFamily="18" charset="0"/>
                      </a:rPr>
                      <m:t>of</m:t>
                    </m:r>
                    <m:r>
                      <a:rPr lang="en-US" i="1">
                        <a:latin typeface="Cambria Math" panose="02040503050406030204" pitchFamily="18" charset="0"/>
                      </a:rPr>
                      <m:t> </m:t>
                    </m:r>
                    <m:r>
                      <m:rPr>
                        <m:sty m:val="p"/>
                      </m:rPr>
                      <a:rPr lang="en-US" b="0" i="0" smtClean="0">
                        <a:latin typeface="Cambria Math" panose="02040503050406030204" pitchFamily="18" charset="0"/>
                      </a:rPr>
                      <m:t>r</m:t>
                    </m:r>
                    <m:r>
                      <m:rPr>
                        <m:sty m:val="p"/>
                      </m:rPr>
                      <a:rPr lang="en-US">
                        <a:latin typeface="Cambria Math" panose="02040503050406030204" pitchFamily="18" charset="0"/>
                      </a:rPr>
                      <m:t>anks</m:t>
                    </m:r>
                    <m:r>
                      <a:rPr lang="en-US">
                        <a:latin typeface="Cambria Math" panose="02040503050406030204" pitchFamily="18" charset="0"/>
                      </a:rPr>
                      <m:t>=</m:t>
                    </m:r>
                    <m:sSub>
                      <m:sSubPr>
                        <m:ctrlPr>
                          <a:rPr lang="en-US" i="1">
                            <a:latin typeface="Cambria Math" panose="02040503050406030204" pitchFamily="18" charset="0"/>
                          </a:rPr>
                        </m:ctrlPr>
                      </m:sSubPr>
                      <m:e>
                        <m:r>
                          <m:rPr>
                            <m:sty m:val="p"/>
                          </m:rPr>
                          <a:rPr lang="en-US">
                            <a:latin typeface="Cambria Math" panose="02040503050406030204" pitchFamily="18" charset="0"/>
                          </a:rPr>
                          <m:t>x</m:t>
                        </m:r>
                      </m:e>
                      <m:sub>
                        <m:r>
                          <m:rPr>
                            <m:sty m:val="p"/>
                          </m:rPr>
                          <a:rPr lang="en-US">
                            <a:latin typeface="Cambria Math" panose="02040503050406030204" pitchFamily="18" charset="0"/>
                          </a:rPr>
                          <m:t>i</m:t>
                        </m:r>
                      </m:sub>
                    </m:sSub>
                    <m:r>
                      <a:rPr lang="en-US" i="1">
                        <a:latin typeface="Cambria Math" panose="02040503050406030204" pitchFamily="18" charset="0"/>
                      </a:rPr>
                      <m:t>−</m:t>
                    </m:r>
                    <m:sSub>
                      <m:sSubPr>
                        <m:ctrlPr>
                          <a:rPr lang="en-US" i="1">
                            <a:latin typeface="Cambria Math" panose="02040503050406030204" pitchFamily="18" charset="0"/>
                          </a:rPr>
                        </m:ctrlPr>
                      </m:sSubPr>
                      <m:e>
                        <m:r>
                          <m:rPr>
                            <m:sty m:val="p"/>
                          </m:rPr>
                          <a:rPr lang="en-US">
                            <a:latin typeface="Cambria Math" panose="02040503050406030204" pitchFamily="18" charset="0"/>
                          </a:rPr>
                          <m:t>y</m:t>
                        </m:r>
                      </m:e>
                      <m:sub>
                        <m:r>
                          <m:rPr>
                            <m:sty m:val="p"/>
                          </m:rPr>
                          <a:rPr lang="en-US">
                            <a:latin typeface="Cambria Math" panose="02040503050406030204" pitchFamily="18" charset="0"/>
                          </a:rPr>
                          <m:t>i</m:t>
                        </m:r>
                      </m:sub>
                    </m:sSub>
                    <m:r>
                      <a:rPr lang="en-US" i="1">
                        <a:latin typeface="Cambria Math" panose="02040503050406030204" pitchFamily="18" charset="0"/>
                      </a:rPr>
                      <m:t>, </m:t>
                    </m:r>
                  </m:oMath>
                </a14:m>
                <a:r>
                  <a:rPr lang="en-US" dirty="0"/>
                  <a:t>	</a:t>
                </a:r>
                <a14:m>
                  <m:oMath xmlns:m="http://schemas.openxmlformats.org/officeDocument/2006/math">
                    <m:r>
                      <m:rPr>
                        <m:sty m:val="p"/>
                      </m:rPr>
                      <a:rPr lang="en-US">
                        <a:latin typeface="Cambria Math" panose="02040503050406030204" pitchFamily="18" charset="0"/>
                      </a:rPr>
                      <m:t>i</m:t>
                    </m:r>
                    <m:r>
                      <a:rPr lang="en-US">
                        <a:latin typeface="Cambria Math" panose="02040503050406030204" pitchFamily="18" charset="0"/>
                      </a:rPr>
                      <m:t>=1,2,…</m:t>
                    </m:r>
                    <m:r>
                      <m:rPr>
                        <m:sty m:val="p"/>
                      </m:rPr>
                      <a:rPr lang="en-US">
                        <a:latin typeface="Cambria Math" panose="02040503050406030204" pitchFamily="18" charset="0"/>
                      </a:rPr>
                      <m:t>n</m:t>
                    </m:r>
                  </m:oMath>
                </a14:m>
                <a:endParaRPr lang="en-US" dirty="0"/>
              </a:p>
              <a:p>
                <a:pPr lvl="0">
                  <a:lnSpc>
                    <a:spcPct val="100000"/>
                  </a:lnSpc>
                </a:pPr>
                <a:endParaRPr lang="en-US" dirty="0"/>
              </a:p>
              <a:p>
                <a:pPr lvl="0"/>
                <a:r>
                  <a:rPr lang="en-US" dirty="0"/>
                  <a:t>Note that	</a:t>
                </a:r>
                <a14:m>
                  <m:oMath xmlns:m="http://schemas.openxmlformats.org/officeDocument/2006/math">
                    <m:nary>
                      <m:naryPr>
                        <m:chr m:val="∑"/>
                        <m:limLoc m:val="undOvr"/>
                        <m:subHide m:val="on"/>
                        <m:supHide m:val="on"/>
                        <m:ctrlPr>
                          <a:rPr lang="en-US" i="1">
                            <a:latin typeface="Cambria Math" panose="02040503050406030204" pitchFamily="18" charset="0"/>
                          </a:rPr>
                        </m:ctrlPr>
                      </m:naryPr>
                      <m:sub/>
                      <m:sup/>
                      <m:e>
                        <m:r>
                          <m:rPr>
                            <m:sty m:val="p"/>
                          </m:rPr>
                          <a:rPr lang="en-US">
                            <a:latin typeface="Cambria Math" panose="02040503050406030204" pitchFamily="18" charset="0"/>
                          </a:rPr>
                          <m:t>d</m:t>
                        </m:r>
                      </m:e>
                    </m:nary>
                    <m:r>
                      <a:rPr lang="en-US">
                        <a:latin typeface="Cambria Math" panose="02040503050406030204" pitchFamily="18" charset="0"/>
                      </a:rPr>
                      <m:t>=0</m:t>
                    </m:r>
                  </m:oMath>
                </a14:m>
                <a:r>
                  <a:rPr lang="en-US" dirty="0"/>
                  <a:t>.</a:t>
                </a:r>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rotWithShape="0">
                <a:blip r:embed="rId2"/>
                <a:stretch>
                  <a:fillRect l="-971"/>
                </a:stretch>
              </a:blipFill>
            </p:spPr>
            <p:txBody>
              <a:bodyPr/>
              <a:lstStyle/>
              <a:p>
                <a:r>
                  <a:rPr lang="en-US">
                    <a:noFill/>
                  </a:rPr>
                  <a:t> </a:t>
                </a:r>
              </a:p>
            </p:txBody>
          </p:sp>
        </mc:Fallback>
      </mc:AlternateContent>
    </p:spTree>
    <p:extLst>
      <p:ext uri="{BB962C8B-B14F-4D97-AF65-F5344CB8AC3E}">
        <p14:creationId xmlns:p14="http://schemas.microsoft.com/office/powerpoint/2010/main" val="1882375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r>
                  <a:rPr lang="en-US" dirty="0"/>
                  <a:t>Procedure to find </a:t>
                </a:r>
                <a14:m>
                  <m:oMath xmlns:m="http://schemas.openxmlformats.org/officeDocument/2006/math">
                    <m:r>
                      <m:rPr>
                        <m:sty m:val="p"/>
                      </m:rPr>
                      <a:rPr lang="en-US" i="0" dirty="0" smtClean="0">
                        <a:solidFill>
                          <a:srgbClr val="FF0000"/>
                        </a:solidFill>
                        <a:latin typeface="Cambria Math" panose="02040503050406030204" pitchFamily="18" charset="0"/>
                        <a:ea typeface="Cambria Math" panose="02040503050406030204" pitchFamily="18" charset="0"/>
                      </a:rPr>
                      <m:t>ρ</m:t>
                    </m:r>
                  </m:oMath>
                </a14:m>
                <a:r>
                  <a:rPr lang="en-US" dirty="0">
                    <a:solidFill>
                      <a:srgbClr val="FF0000"/>
                    </a:solidFill>
                  </a:rPr>
                  <a:t> </a:t>
                </a:r>
                <a:r>
                  <a:rPr lang="en-US" dirty="0">
                    <a:solidFill>
                      <a:schemeClr val="tx1"/>
                    </a:solidFill>
                  </a:rPr>
                  <a:t>from the given values of </a:t>
                </a:r>
                <a14:m>
                  <m:oMath xmlns:m="http://schemas.openxmlformats.org/officeDocument/2006/math">
                    <m:r>
                      <a:rPr lang="en-US" b="1" i="0" dirty="0" smtClean="0">
                        <a:solidFill>
                          <a:schemeClr val="tx1"/>
                        </a:solidFill>
                        <a:latin typeface="Cambria Math" panose="02040503050406030204" pitchFamily="18" charset="0"/>
                      </a:rPr>
                      <m:t>𝐱</m:t>
                    </m:r>
                  </m:oMath>
                </a14:m>
                <a:r>
                  <a:rPr lang="en-US" dirty="0">
                    <a:solidFill>
                      <a:schemeClr val="tx1"/>
                    </a:solidFill>
                  </a:rPr>
                  <a:t> &amp; </a:t>
                </a:r>
                <a14:m>
                  <m:oMath xmlns:m="http://schemas.openxmlformats.org/officeDocument/2006/math">
                    <m:r>
                      <a:rPr lang="en-US" b="1" i="0" dirty="0" smtClean="0">
                        <a:solidFill>
                          <a:schemeClr val="tx1"/>
                        </a:solidFill>
                        <a:latin typeface="Cambria Math" panose="02040503050406030204" pitchFamily="18" charset="0"/>
                      </a:rPr>
                      <m:t>𝐲</m:t>
                    </m:r>
                  </m:oMath>
                </a14:m>
                <a:endParaRPr lang="en-US" dirty="0">
                  <a:solidFill>
                    <a:schemeClr val="tx1"/>
                  </a:solidFill>
                </a:endParaRPr>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rotWithShape="0">
                <a:blip r:embed="rId2"/>
                <a:stretch>
                  <a:fillRect l="-400" t="-8547" b="-19658"/>
                </a:stretch>
              </a:blipFill>
            </p:spPr>
            <p:txBody>
              <a:bodyPr/>
              <a:lstStyle/>
              <a:p>
                <a:r>
                  <a:rPr lang="en-US">
                    <a:noFill/>
                  </a:rPr>
                  <a:t> </a:t>
                </a:r>
              </a:p>
            </p:txBody>
          </p:sp>
        </mc:Fallback>
      </mc:AlternateContent>
      <p:sp>
        <p:nvSpPr>
          <p:cNvPr id="4" name="Content Placeholder 3"/>
          <p:cNvSpPr>
            <a:spLocks noGrp="1"/>
          </p:cNvSpPr>
          <p:nvPr>
            <p:ph idx="1"/>
          </p:nvPr>
        </p:nvSpPr>
        <p:spPr/>
        <p:txBody>
          <a:bodyPr/>
          <a:lstStyle/>
          <a:p>
            <a:pPr marL="514350" indent="-514350">
              <a:buFont typeface="+mj-lt"/>
              <a:buAutoNum type="arabicParenR"/>
            </a:pPr>
            <a:r>
              <a:rPr lang="en-US" dirty="0"/>
              <a:t>Prepare the </a:t>
            </a:r>
            <a:r>
              <a:rPr lang="en-US" dirty="0">
                <a:solidFill>
                  <a:srgbClr val="FF0000"/>
                </a:solidFill>
              </a:rPr>
              <a:t>table</a:t>
            </a:r>
            <a:r>
              <a:rPr lang="en-US" dirty="0"/>
              <a:t> with 4 columns using the given ranks.</a:t>
            </a:r>
          </a:p>
          <a:p>
            <a:pPr marL="514350" indent="-514350">
              <a:buFont typeface="+mj-lt"/>
              <a:buAutoNum type="arabicParenR"/>
            </a:pPr>
            <a:endParaRPr lang="en-US" dirty="0"/>
          </a:p>
        </p:txBody>
      </p:sp>
      <mc:AlternateContent xmlns:mc="http://schemas.openxmlformats.org/markup-compatibility/2006" xmlns:a14="http://schemas.microsoft.com/office/drawing/2010/main">
        <mc:Choice Requires="a14">
          <p:graphicFrame>
            <p:nvGraphicFramePr>
              <p:cNvPr id="7" name="Table 6"/>
              <p:cNvGraphicFramePr>
                <a:graphicFrameLocks noGrp="1"/>
              </p:cNvGraphicFramePr>
              <p:nvPr/>
            </p:nvGraphicFramePr>
            <p:xfrm>
              <a:off x="2032000" y="1717528"/>
              <a:ext cx="6858000" cy="640080"/>
            </p:xfrm>
            <a:graphic>
              <a:graphicData uri="http://schemas.openxmlformats.org/drawingml/2006/table">
                <a:tbl>
                  <a:tblPr firstRow="1" bandRow="1">
                    <a:tableStyleId>{93296810-A885-4BE3-A3E7-6D5BEEA58F35}</a:tableStyleId>
                  </a:tblPr>
                  <a:tblGrid>
                    <a:gridCol w="171450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gridCol w="1714500">
                      <a:extLst>
                        <a:ext uri="{9D8B030D-6E8A-4147-A177-3AD203B41FA5}">
                          <a16:colId xmlns:a16="http://schemas.microsoft.com/office/drawing/2014/main" val="20002"/>
                        </a:ext>
                      </a:extLst>
                    </a:gridCol>
                    <a:gridCol w="1714500">
                      <a:extLst>
                        <a:ext uri="{9D8B030D-6E8A-4147-A177-3AD203B41FA5}">
                          <a16:colId xmlns:a16="http://schemas.microsoft.com/office/drawing/2014/main" val="20003"/>
                        </a:ext>
                      </a:extLst>
                    </a:gridCol>
                  </a:tblGrid>
                  <a:tr h="640080">
                    <a:tc>
                      <a:txBody>
                        <a:bodyPr/>
                        <a:lstStyle/>
                        <a:p>
                          <a:pPr/>
                          <a14:m>
                            <m:oMathPara xmlns:m="http://schemas.openxmlformats.org/officeDocument/2006/math">
                              <m:oMathParaPr>
                                <m:jc m:val="centerGroup"/>
                              </m:oMathParaPr>
                              <m:oMath xmlns:m="http://schemas.openxmlformats.org/officeDocument/2006/math">
                                <m:r>
                                  <a:rPr lang="en-US" sz="2800" b="1" i="0" dirty="0" smtClean="0">
                                    <a:solidFill>
                                      <a:schemeClr val="bg1"/>
                                    </a:solidFill>
                                    <a:latin typeface="Cambria Math" panose="02040503050406030204" pitchFamily="18" charset="0"/>
                                  </a:rPr>
                                  <m:t>𝐱</m:t>
                                </m:r>
                              </m:oMath>
                            </m:oMathPara>
                          </a14:m>
                          <a:endParaRPr lang="en-US" sz="2800" b="1" dirty="0">
                            <a:solidFill>
                              <a:schemeClr val="bg1"/>
                            </a:solidFill>
                          </a:endParaRPr>
                        </a:p>
                      </a:txBody>
                      <a:tcPr anchor="ctr"/>
                    </a:tc>
                    <a:tc>
                      <a:txBody>
                        <a:bodyPr/>
                        <a:lstStyle/>
                        <a:p>
                          <a:pPr/>
                          <a14:m>
                            <m:oMathPara xmlns:m="http://schemas.openxmlformats.org/officeDocument/2006/math">
                              <m:oMathParaPr>
                                <m:jc m:val="centerGroup"/>
                              </m:oMathParaPr>
                              <m:oMath xmlns:m="http://schemas.openxmlformats.org/officeDocument/2006/math">
                                <m:r>
                                  <a:rPr lang="en-US" sz="2800" b="1" i="0" dirty="0" smtClean="0">
                                    <a:solidFill>
                                      <a:schemeClr val="bg1"/>
                                    </a:solidFill>
                                    <a:latin typeface="Cambria Math" panose="02040503050406030204" pitchFamily="18" charset="0"/>
                                  </a:rPr>
                                  <m:t>𝐲</m:t>
                                </m:r>
                              </m:oMath>
                            </m:oMathPara>
                          </a14:m>
                          <a:endParaRPr lang="en-US" sz="2800" b="1" dirty="0">
                            <a:solidFill>
                              <a:schemeClr val="bg1"/>
                            </a:solidFill>
                          </a:endParaRPr>
                        </a:p>
                      </a:txBody>
                      <a:tcPr anchor="ctr"/>
                    </a:tc>
                    <a:tc>
                      <a:txBody>
                        <a:bodyPr/>
                        <a:lstStyle/>
                        <a:p>
                          <a:pPr/>
                          <a14:m>
                            <m:oMathPara xmlns:m="http://schemas.openxmlformats.org/officeDocument/2006/math">
                              <m:oMathParaPr>
                                <m:jc m:val="centerGroup"/>
                              </m:oMathParaPr>
                              <m:oMath xmlns:m="http://schemas.openxmlformats.org/officeDocument/2006/math">
                                <m:r>
                                  <a:rPr lang="en-US" sz="2800" b="1" i="0" dirty="0" smtClean="0">
                                    <a:solidFill>
                                      <a:schemeClr val="bg1"/>
                                    </a:solidFill>
                                    <a:latin typeface="Cambria Math" panose="02040503050406030204" pitchFamily="18" charset="0"/>
                                  </a:rPr>
                                  <m:t>𝐝</m:t>
                                </m:r>
                                <m:r>
                                  <a:rPr lang="en-US" sz="2800" b="1" i="0" dirty="0" smtClean="0">
                                    <a:solidFill>
                                      <a:schemeClr val="bg1"/>
                                    </a:solidFill>
                                    <a:latin typeface="Cambria Math" panose="02040503050406030204" pitchFamily="18" charset="0"/>
                                  </a:rPr>
                                  <m:t>=</m:t>
                                </m:r>
                                <m:r>
                                  <a:rPr lang="en-US" sz="2800" b="1" i="0" dirty="0" smtClean="0">
                                    <a:solidFill>
                                      <a:schemeClr val="bg1"/>
                                    </a:solidFill>
                                    <a:latin typeface="Cambria Math" panose="02040503050406030204" pitchFamily="18" charset="0"/>
                                  </a:rPr>
                                  <m:t>𝐱</m:t>
                                </m:r>
                                <m:r>
                                  <a:rPr lang="en-US" sz="2800" b="1" i="0" dirty="0" smtClean="0">
                                    <a:solidFill>
                                      <a:schemeClr val="bg1"/>
                                    </a:solidFill>
                                    <a:latin typeface="Cambria Math" panose="02040503050406030204" pitchFamily="18" charset="0"/>
                                  </a:rPr>
                                  <m:t>−</m:t>
                                </m:r>
                                <m:r>
                                  <a:rPr lang="en-US" sz="2800" b="1" i="0" dirty="0" smtClean="0">
                                    <a:solidFill>
                                      <a:schemeClr val="bg1"/>
                                    </a:solidFill>
                                    <a:latin typeface="Cambria Math" panose="02040503050406030204" pitchFamily="18" charset="0"/>
                                  </a:rPr>
                                  <m:t>𝐲</m:t>
                                </m:r>
                              </m:oMath>
                            </m:oMathPara>
                          </a14:m>
                          <a:endParaRPr lang="en-US" sz="2800" b="1" i="0" dirty="0">
                            <a:solidFill>
                              <a:schemeClr val="bg1"/>
                            </a:solidFill>
                          </a:endParaRPr>
                        </a:p>
                      </a:txBody>
                      <a:tcPr anchor="ctr"/>
                    </a:tc>
                    <a:tc>
                      <a:txBody>
                        <a:bodyPr/>
                        <a:lstStyle/>
                        <a:p>
                          <a:pPr/>
                          <a14:m>
                            <m:oMathPara xmlns:m="http://schemas.openxmlformats.org/officeDocument/2006/math">
                              <m:oMathParaPr>
                                <m:jc m:val="centerGroup"/>
                              </m:oMathParaPr>
                              <m:oMath xmlns:m="http://schemas.openxmlformats.org/officeDocument/2006/math">
                                <m:sSup>
                                  <m:sSupPr>
                                    <m:ctrlPr>
                                      <a:rPr lang="en-US" sz="2800" b="1" i="1" dirty="0" smtClean="0">
                                        <a:solidFill>
                                          <a:schemeClr val="bg1"/>
                                        </a:solidFill>
                                        <a:latin typeface="Cambria Math" panose="02040503050406030204" pitchFamily="18" charset="0"/>
                                      </a:rPr>
                                    </m:ctrlPr>
                                  </m:sSupPr>
                                  <m:e>
                                    <m:r>
                                      <a:rPr lang="en-US" sz="2800" b="1" i="0" dirty="0" smtClean="0">
                                        <a:solidFill>
                                          <a:schemeClr val="bg1"/>
                                        </a:solidFill>
                                        <a:latin typeface="Cambria Math" panose="02040503050406030204" pitchFamily="18" charset="0"/>
                                      </a:rPr>
                                      <m:t>𝐝</m:t>
                                    </m:r>
                                  </m:e>
                                  <m:sup>
                                    <m:r>
                                      <a:rPr lang="en-US" sz="2800" b="1" i="0" dirty="0" smtClean="0">
                                        <a:solidFill>
                                          <a:schemeClr val="bg1"/>
                                        </a:solidFill>
                                        <a:latin typeface="Cambria Math" panose="02040503050406030204" pitchFamily="18" charset="0"/>
                                      </a:rPr>
                                      <m:t>𝟐</m:t>
                                    </m:r>
                                  </m:sup>
                                </m:sSup>
                              </m:oMath>
                            </m:oMathPara>
                          </a14:m>
                          <a:endParaRPr lang="en-US" sz="2800" b="1" dirty="0">
                            <a:solidFill>
                              <a:schemeClr val="bg1"/>
                            </a:solidFill>
                          </a:endParaRPr>
                        </a:p>
                      </a:txBody>
                      <a:tcPr anchor="ctr"/>
                    </a:tc>
                    <a:extLst>
                      <a:ext uri="{0D108BD9-81ED-4DB2-BD59-A6C34878D82A}">
                        <a16:rowId xmlns:a16="http://schemas.microsoft.com/office/drawing/2014/main" val="10000"/>
                      </a:ext>
                    </a:extLst>
                  </a:tr>
                </a:tbl>
              </a:graphicData>
            </a:graphic>
          </p:graphicFrame>
        </mc:Choice>
        <mc:Fallback xmlns="">
          <p:graphicFrame>
            <p:nvGraphicFramePr>
              <p:cNvPr id="7" name="Table 6"/>
              <p:cNvGraphicFramePr>
                <a:graphicFrameLocks noGrp="1"/>
              </p:cNvGraphicFramePr>
              <p:nvPr>
                <p:extLst/>
              </p:nvPr>
            </p:nvGraphicFramePr>
            <p:xfrm>
              <a:off x="2032000" y="1717528"/>
              <a:ext cx="6858000" cy="640080"/>
            </p:xfrm>
            <a:graphic>
              <a:graphicData uri="http://schemas.openxmlformats.org/drawingml/2006/table">
                <a:tbl>
                  <a:tblPr firstRow="1" bandRow="1">
                    <a:tableStyleId>{93296810-A885-4BE3-A3E7-6D5BEEA58F35}</a:tableStyleId>
                  </a:tblPr>
                  <a:tblGrid>
                    <a:gridCol w="1714500"/>
                    <a:gridCol w="1714500"/>
                    <a:gridCol w="1714500"/>
                    <a:gridCol w="1714500"/>
                  </a:tblGrid>
                  <a:tr h="640080">
                    <a:tc>
                      <a:txBody>
                        <a:bodyPr/>
                        <a:lstStyle/>
                        <a:p>
                          <a:endParaRPr lang="en-US"/>
                        </a:p>
                      </a:txBody>
                      <a:tcPr anchor="ctr">
                        <a:blipFill rotWithShape="0">
                          <a:blip r:embed="rId3"/>
                          <a:stretch>
                            <a:fillRect l="-355" t="-943" r="-300709" b="-3774"/>
                          </a:stretch>
                        </a:blipFill>
                      </a:tcPr>
                    </a:tc>
                    <a:tc>
                      <a:txBody>
                        <a:bodyPr/>
                        <a:lstStyle/>
                        <a:p>
                          <a:endParaRPr lang="en-US"/>
                        </a:p>
                      </a:txBody>
                      <a:tcPr anchor="ctr">
                        <a:blipFill rotWithShape="0">
                          <a:blip r:embed="rId3"/>
                          <a:stretch>
                            <a:fillRect l="-100712" t="-943" r="-201779" b="-3774"/>
                          </a:stretch>
                        </a:blipFill>
                      </a:tcPr>
                    </a:tc>
                    <a:tc>
                      <a:txBody>
                        <a:bodyPr/>
                        <a:lstStyle/>
                        <a:p>
                          <a:endParaRPr lang="en-US"/>
                        </a:p>
                      </a:txBody>
                      <a:tcPr anchor="ctr">
                        <a:blipFill rotWithShape="0">
                          <a:blip r:embed="rId3"/>
                          <a:stretch>
                            <a:fillRect l="-200000" t="-943" r="-101064" b="-3774"/>
                          </a:stretch>
                        </a:blipFill>
                      </a:tcPr>
                    </a:tc>
                    <a:tc>
                      <a:txBody>
                        <a:bodyPr/>
                        <a:lstStyle/>
                        <a:p>
                          <a:endParaRPr lang="en-US"/>
                        </a:p>
                      </a:txBody>
                      <a:tcPr anchor="ctr">
                        <a:blipFill rotWithShape="0">
                          <a:blip r:embed="rId3"/>
                          <a:stretch>
                            <a:fillRect l="-301068" t="-943" r="-1423" b="-3774"/>
                          </a:stretch>
                        </a:blip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8" name="Table 7"/>
              <p:cNvGraphicFramePr>
                <a:graphicFrameLocks noGrp="1"/>
              </p:cNvGraphicFramePr>
              <p:nvPr/>
            </p:nvGraphicFramePr>
            <p:xfrm>
              <a:off x="2029326" y="2370320"/>
              <a:ext cx="3438144" cy="3044952"/>
            </p:xfrm>
            <a:graphic>
              <a:graphicData uri="http://schemas.openxmlformats.org/drawingml/2006/table">
                <a:tbl>
                  <a:tblPr firstRow="1" bandRow="1">
                    <a:tableStyleId>{93296810-A885-4BE3-A3E7-6D5BEEA58F35}</a:tableStyleId>
                  </a:tblPr>
                  <a:tblGrid>
                    <a:gridCol w="1719072">
                      <a:extLst>
                        <a:ext uri="{9D8B030D-6E8A-4147-A177-3AD203B41FA5}">
                          <a16:colId xmlns:a16="http://schemas.microsoft.com/office/drawing/2014/main" val="20000"/>
                        </a:ext>
                      </a:extLst>
                    </a:gridCol>
                    <a:gridCol w="1719072">
                      <a:extLst>
                        <a:ext uri="{9D8B030D-6E8A-4147-A177-3AD203B41FA5}">
                          <a16:colId xmlns:a16="http://schemas.microsoft.com/office/drawing/2014/main" val="20001"/>
                        </a:ext>
                      </a:extLst>
                    </a:gridCol>
                  </a:tblGrid>
                  <a:tr h="1014984">
                    <a:tc>
                      <a:txBody>
                        <a:bodyPr/>
                        <a:lstStyle/>
                        <a:p>
                          <a:pPr algn="ctr"/>
                          <a14:m>
                            <m:oMathPara xmlns:m="http://schemas.openxmlformats.org/officeDocument/2006/math">
                              <m:oMathParaPr>
                                <m:jc m:val="centerGroup"/>
                              </m:oMathParaPr>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b="0" i="0" dirty="0" smtClean="0">
                                        <a:solidFill>
                                          <a:srgbClr val="002060"/>
                                        </a:solidFill>
                                        <a:latin typeface="Cambria Math" panose="02040503050406030204" pitchFamily="18" charset="0"/>
                                      </a:rPr>
                                      <m:t>x</m:t>
                                    </m:r>
                                  </m:e>
                                  <m:sub>
                                    <m:r>
                                      <a:rPr lang="en-US" sz="2800" i="0" dirty="0" smtClean="0">
                                        <a:solidFill>
                                          <a:srgbClr val="002060"/>
                                        </a:solidFill>
                                        <a:latin typeface="Cambria Math" panose="02040503050406030204" pitchFamily="18" charset="0"/>
                                      </a:rPr>
                                      <m:t>1</m:t>
                                    </m:r>
                                  </m:sub>
                                </m:sSub>
                              </m:oMath>
                            </m:oMathPara>
                          </a14:m>
                          <a:endParaRPr lang="en-US" sz="2800" i="0" dirty="0">
                            <a:solidFill>
                              <a:srgbClr val="002060"/>
                            </a:solidFill>
                          </a:endParaRPr>
                        </a:p>
                      </a:txBody>
                      <a:tcPr anchor="ctr">
                        <a:solidFill>
                          <a:srgbClr val="E6CFCF"/>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b="0" i="0" dirty="0" smtClean="0">
                                        <a:solidFill>
                                          <a:srgbClr val="002060"/>
                                        </a:solidFill>
                                        <a:latin typeface="Cambria Math" panose="02040503050406030204" pitchFamily="18" charset="0"/>
                                      </a:rPr>
                                      <m:t>y</m:t>
                                    </m:r>
                                  </m:e>
                                  <m:sub>
                                    <m:r>
                                      <a:rPr lang="en-US" sz="2800" i="0" dirty="0" smtClean="0">
                                        <a:solidFill>
                                          <a:srgbClr val="002060"/>
                                        </a:solidFill>
                                        <a:latin typeface="Cambria Math" panose="02040503050406030204" pitchFamily="18" charset="0"/>
                                      </a:rPr>
                                      <m:t>1</m:t>
                                    </m:r>
                                  </m:sub>
                                </m:sSub>
                              </m:oMath>
                            </m:oMathPara>
                          </a14:m>
                          <a:endParaRPr lang="en-US" sz="2800" i="0" dirty="0">
                            <a:solidFill>
                              <a:srgbClr val="002060"/>
                            </a:solidFill>
                          </a:endParaRPr>
                        </a:p>
                      </a:txBody>
                      <a:tcPr anchor="ctr">
                        <a:solidFill>
                          <a:srgbClr val="E6CFCF"/>
                        </a:solidFill>
                      </a:tcPr>
                    </a:tc>
                    <a:extLst>
                      <a:ext uri="{0D108BD9-81ED-4DB2-BD59-A6C34878D82A}">
                        <a16:rowId xmlns:a16="http://schemas.microsoft.com/office/drawing/2014/main" val="10000"/>
                      </a:ext>
                    </a:extLst>
                  </a:tr>
                  <a:tr h="1014984">
                    <a:tc>
                      <a:txBody>
                        <a:bodyPr/>
                        <a:lstStyle/>
                        <a:p>
                          <a:pPr algn="ctr"/>
                          <a14:m>
                            <m:oMathPara xmlns:m="http://schemas.openxmlformats.org/officeDocument/2006/math">
                              <m:oMathParaPr>
                                <m:jc m:val="centerGroup"/>
                              </m:oMathParaPr>
                              <m:oMath xmlns:m="http://schemas.openxmlformats.org/officeDocument/2006/math">
                                <m:r>
                                  <a:rPr lang="en-US" sz="2800" i="1" smtClean="0">
                                    <a:solidFill>
                                      <a:srgbClr val="002060"/>
                                    </a:solidFill>
                                    <a:latin typeface="Cambria Math" panose="02040503050406030204" pitchFamily="18" charset="0"/>
                                  </a:rPr>
                                  <m:t>⋮</m:t>
                                </m:r>
                              </m:oMath>
                            </m:oMathPara>
                          </a14:m>
                          <a:endParaRPr lang="en-US" sz="2800" dirty="0">
                            <a:solidFill>
                              <a:srgbClr val="002060"/>
                            </a:solidFill>
                          </a:endParaRPr>
                        </a:p>
                      </a:txBody>
                      <a:tcPr anchor="ctr">
                        <a:solidFill>
                          <a:srgbClr val="F3E9E9"/>
                        </a:solidFill>
                      </a:tcPr>
                    </a:tc>
                    <a:tc>
                      <a:txBody>
                        <a:bodyPr/>
                        <a:lstStyle/>
                        <a:p>
                          <a:pPr algn="ctr"/>
                          <a14:m>
                            <m:oMathPara xmlns:m="http://schemas.openxmlformats.org/officeDocument/2006/math">
                              <m:oMathParaPr>
                                <m:jc m:val="centerGroup"/>
                              </m:oMathParaPr>
                              <m:oMath xmlns:m="http://schemas.openxmlformats.org/officeDocument/2006/math">
                                <m:r>
                                  <a:rPr lang="en-US" sz="2800" i="1" smtClean="0">
                                    <a:solidFill>
                                      <a:srgbClr val="002060"/>
                                    </a:solidFill>
                                    <a:latin typeface="Cambria Math" panose="02040503050406030204" pitchFamily="18" charset="0"/>
                                  </a:rPr>
                                  <m:t>⋮</m:t>
                                </m:r>
                              </m:oMath>
                            </m:oMathPara>
                          </a14:m>
                          <a:endParaRPr lang="en-US" sz="2800" dirty="0">
                            <a:solidFill>
                              <a:srgbClr val="002060"/>
                            </a:solidFill>
                          </a:endParaRPr>
                        </a:p>
                      </a:txBody>
                      <a:tcPr anchor="ctr">
                        <a:solidFill>
                          <a:srgbClr val="F3E9E9"/>
                        </a:solidFill>
                      </a:tcPr>
                    </a:tc>
                    <a:extLst>
                      <a:ext uri="{0D108BD9-81ED-4DB2-BD59-A6C34878D82A}">
                        <a16:rowId xmlns:a16="http://schemas.microsoft.com/office/drawing/2014/main" val="10001"/>
                      </a:ext>
                    </a:extLst>
                  </a:tr>
                  <a:tr h="1014984">
                    <a:tc>
                      <a:txBody>
                        <a:bodyPr/>
                        <a:lstStyle/>
                        <a:p>
                          <a:pPr algn="ctr"/>
                          <a14:m>
                            <m:oMathPara xmlns:m="http://schemas.openxmlformats.org/officeDocument/2006/math">
                              <m:oMathParaPr>
                                <m:jc m:val="centerGroup"/>
                              </m:oMathParaPr>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b="0" i="0" dirty="0" smtClean="0">
                                        <a:solidFill>
                                          <a:srgbClr val="002060"/>
                                        </a:solidFill>
                                        <a:latin typeface="Cambria Math" panose="02040503050406030204" pitchFamily="18" charset="0"/>
                                      </a:rPr>
                                      <m:t>x</m:t>
                                    </m:r>
                                  </m:e>
                                  <m:sub>
                                    <m:r>
                                      <m:rPr>
                                        <m:sty m:val="p"/>
                                      </m:rPr>
                                      <a:rPr lang="en-US" sz="2800" b="0" i="0" dirty="0" smtClean="0">
                                        <a:solidFill>
                                          <a:srgbClr val="002060"/>
                                        </a:solidFill>
                                        <a:latin typeface="Cambria Math" panose="02040503050406030204" pitchFamily="18" charset="0"/>
                                      </a:rPr>
                                      <m:t>n</m:t>
                                    </m:r>
                                  </m:sub>
                                </m:sSub>
                              </m:oMath>
                            </m:oMathPara>
                          </a14:m>
                          <a:endParaRPr lang="en-US" sz="2800" dirty="0">
                            <a:solidFill>
                              <a:srgbClr val="002060"/>
                            </a:solidFill>
                          </a:endParaRPr>
                        </a:p>
                      </a:txBody>
                      <a:tcPr anchor="ctr">
                        <a:solidFill>
                          <a:srgbClr val="E6CFCF"/>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b="0" i="0" dirty="0" smtClean="0">
                                        <a:solidFill>
                                          <a:srgbClr val="002060"/>
                                        </a:solidFill>
                                        <a:latin typeface="Cambria Math" panose="02040503050406030204" pitchFamily="18" charset="0"/>
                                      </a:rPr>
                                      <m:t>y</m:t>
                                    </m:r>
                                  </m:e>
                                  <m:sub>
                                    <m:r>
                                      <m:rPr>
                                        <m:sty m:val="p"/>
                                      </m:rPr>
                                      <a:rPr lang="en-US" sz="2800" b="0" i="0" dirty="0" smtClean="0">
                                        <a:solidFill>
                                          <a:srgbClr val="002060"/>
                                        </a:solidFill>
                                        <a:latin typeface="Cambria Math" panose="02040503050406030204" pitchFamily="18" charset="0"/>
                                      </a:rPr>
                                      <m:t>n</m:t>
                                    </m:r>
                                  </m:sub>
                                </m:sSub>
                              </m:oMath>
                            </m:oMathPara>
                          </a14:m>
                          <a:endParaRPr lang="en-US" sz="2800" dirty="0">
                            <a:solidFill>
                              <a:srgbClr val="002060"/>
                            </a:solidFill>
                          </a:endParaRPr>
                        </a:p>
                      </a:txBody>
                      <a:tcPr anchor="ctr">
                        <a:solidFill>
                          <a:srgbClr val="E6CFCF"/>
                        </a:solidFill>
                      </a:tcPr>
                    </a:tc>
                    <a:extLst>
                      <a:ext uri="{0D108BD9-81ED-4DB2-BD59-A6C34878D82A}">
                        <a16:rowId xmlns:a16="http://schemas.microsoft.com/office/drawing/2014/main" val="10002"/>
                      </a:ext>
                    </a:extLst>
                  </a:tr>
                </a:tbl>
              </a:graphicData>
            </a:graphic>
          </p:graphicFrame>
        </mc:Choice>
        <mc:Fallback xmlns="">
          <p:graphicFrame>
            <p:nvGraphicFramePr>
              <p:cNvPr id="8" name="Table 7"/>
              <p:cNvGraphicFramePr>
                <a:graphicFrameLocks noGrp="1"/>
              </p:cNvGraphicFramePr>
              <p:nvPr>
                <p:extLst/>
              </p:nvPr>
            </p:nvGraphicFramePr>
            <p:xfrm>
              <a:off x="2029326" y="2370320"/>
              <a:ext cx="3438144" cy="3044952"/>
            </p:xfrm>
            <a:graphic>
              <a:graphicData uri="http://schemas.openxmlformats.org/drawingml/2006/table">
                <a:tbl>
                  <a:tblPr firstRow="1" bandRow="1">
                    <a:tableStyleId>{93296810-A885-4BE3-A3E7-6D5BEEA58F35}</a:tableStyleId>
                  </a:tblPr>
                  <a:tblGrid>
                    <a:gridCol w="1719072"/>
                    <a:gridCol w="1719072"/>
                  </a:tblGrid>
                  <a:tr h="1014984">
                    <a:tc>
                      <a:txBody>
                        <a:bodyPr/>
                        <a:lstStyle/>
                        <a:p>
                          <a:endParaRPr lang="en-US"/>
                        </a:p>
                      </a:txBody>
                      <a:tcPr anchor="ctr">
                        <a:blipFill rotWithShape="0">
                          <a:blip r:embed="rId4"/>
                          <a:stretch>
                            <a:fillRect l="-353" t="-599" r="-101413" b="-201198"/>
                          </a:stretch>
                        </a:blipFill>
                      </a:tcPr>
                    </a:tc>
                    <a:tc>
                      <a:txBody>
                        <a:bodyPr/>
                        <a:lstStyle/>
                        <a:p>
                          <a:endParaRPr lang="en-US"/>
                        </a:p>
                      </a:txBody>
                      <a:tcPr anchor="ctr">
                        <a:blipFill rotWithShape="0">
                          <a:blip r:embed="rId4"/>
                          <a:stretch>
                            <a:fillRect l="-100709" t="-599" r="-1773" b="-201198"/>
                          </a:stretch>
                        </a:blipFill>
                      </a:tcPr>
                    </a:tc>
                  </a:tr>
                  <a:tr h="1014984">
                    <a:tc>
                      <a:txBody>
                        <a:bodyPr/>
                        <a:lstStyle/>
                        <a:p>
                          <a:endParaRPr lang="en-US"/>
                        </a:p>
                      </a:txBody>
                      <a:tcPr anchor="ctr">
                        <a:blipFill rotWithShape="0">
                          <a:blip r:embed="rId4"/>
                          <a:stretch>
                            <a:fillRect l="-353" t="-100599" r="-101413" b="-101198"/>
                          </a:stretch>
                        </a:blipFill>
                      </a:tcPr>
                    </a:tc>
                    <a:tc>
                      <a:txBody>
                        <a:bodyPr/>
                        <a:lstStyle/>
                        <a:p>
                          <a:endParaRPr lang="en-US"/>
                        </a:p>
                      </a:txBody>
                      <a:tcPr anchor="ctr">
                        <a:blipFill rotWithShape="0">
                          <a:blip r:embed="rId4"/>
                          <a:stretch>
                            <a:fillRect l="-100709" t="-100599" r="-1773" b="-101198"/>
                          </a:stretch>
                        </a:blipFill>
                      </a:tcPr>
                    </a:tc>
                  </a:tr>
                  <a:tr h="1014984">
                    <a:tc>
                      <a:txBody>
                        <a:bodyPr/>
                        <a:lstStyle/>
                        <a:p>
                          <a:endParaRPr lang="en-US"/>
                        </a:p>
                      </a:txBody>
                      <a:tcPr anchor="ctr">
                        <a:blipFill rotWithShape="0">
                          <a:blip r:embed="rId4"/>
                          <a:stretch>
                            <a:fillRect l="-353" t="-200599" r="-101413" b="-1198"/>
                          </a:stretch>
                        </a:blipFill>
                      </a:tcPr>
                    </a:tc>
                    <a:tc>
                      <a:txBody>
                        <a:bodyPr/>
                        <a:lstStyle/>
                        <a:p>
                          <a:endParaRPr lang="en-US"/>
                        </a:p>
                      </a:txBody>
                      <a:tcPr anchor="ctr">
                        <a:blipFill rotWithShape="0">
                          <a:blip r:embed="rId4"/>
                          <a:stretch>
                            <a:fillRect l="-100709" t="-200599" r="-1773" b="-1198"/>
                          </a:stretch>
                        </a:blipFill>
                      </a:tcPr>
                    </a:tc>
                  </a:tr>
                </a:tbl>
              </a:graphicData>
            </a:graphic>
          </p:graphicFrame>
        </mc:Fallback>
      </mc:AlternateContent>
      <p:graphicFrame>
        <p:nvGraphicFramePr>
          <p:cNvPr id="9" name="Table 8"/>
          <p:cNvGraphicFramePr>
            <a:graphicFrameLocks noGrp="1"/>
          </p:cNvGraphicFramePr>
          <p:nvPr/>
        </p:nvGraphicFramePr>
        <p:xfrm>
          <a:off x="5487545" y="2373925"/>
          <a:ext cx="1691640" cy="3044952"/>
        </p:xfrm>
        <a:graphic>
          <a:graphicData uri="http://schemas.openxmlformats.org/drawingml/2006/table">
            <a:tbl>
              <a:tblPr firstRow="1" bandRow="1">
                <a:tableStyleId>{93296810-A885-4BE3-A3E7-6D5BEEA58F35}</a:tableStyleId>
              </a:tblPr>
              <a:tblGrid>
                <a:gridCol w="1691640">
                  <a:extLst>
                    <a:ext uri="{9D8B030D-6E8A-4147-A177-3AD203B41FA5}">
                      <a16:colId xmlns:a16="http://schemas.microsoft.com/office/drawing/2014/main" val="20000"/>
                    </a:ext>
                  </a:extLst>
                </a:gridCol>
              </a:tblGrid>
              <a:tr h="1014984">
                <a:tc>
                  <a:txBody>
                    <a:bodyPr/>
                    <a:lstStyle/>
                    <a:p>
                      <a:pPr algn="ctr"/>
                      <a:r>
                        <a:rPr lang="en-US" sz="2800" b="0" dirty="0">
                          <a:solidFill>
                            <a:srgbClr val="002060"/>
                          </a:solidFill>
                        </a:rPr>
                        <a:t>find</a:t>
                      </a:r>
                    </a:p>
                  </a:txBody>
                  <a:tcPr anchor="ctr">
                    <a:solidFill>
                      <a:srgbClr val="E6CFCF"/>
                    </a:solidFill>
                  </a:tcPr>
                </a:tc>
                <a:extLst>
                  <a:ext uri="{0D108BD9-81ED-4DB2-BD59-A6C34878D82A}">
                    <a16:rowId xmlns:a16="http://schemas.microsoft.com/office/drawing/2014/main" val="10000"/>
                  </a:ext>
                </a:extLst>
              </a:tr>
              <a:tr h="1014984">
                <a:tc>
                  <a:txBody>
                    <a:bodyPr/>
                    <a:lstStyle/>
                    <a:p>
                      <a:pPr algn="ctr"/>
                      <a:r>
                        <a:rPr lang="en-US" sz="2800" dirty="0">
                          <a:solidFill>
                            <a:srgbClr val="002060"/>
                          </a:solidFill>
                        </a:rPr>
                        <a:t>find</a:t>
                      </a:r>
                    </a:p>
                  </a:txBody>
                  <a:tcPr anchor="ctr">
                    <a:solidFill>
                      <a:srgbClr val="F3E9E9"/>
                    </a:solidFill>
                  </a:tcPr>
                </a:tc>
                <a:extLst>
                  <a:ext uri="{0D108BD9-81ED-4DB2-BD59-A6C34878D82A}">
                    <a16:rowId xmlns:a16="http://schemas.microsoft.com/office/drawing/2014/main" val="10001"/>
                  </a:ext>
                </a:extLst>
              </a:tr>
              <a:tr h="1014984">
                <a:tc>
                  <a:txBody>
                    <a:bodyPr/>
                    <a:lstStyle/>
                    <a:p>
                      <a:pPr algn="ctr"/>
                      <a:r>
                        <a:rPr lang="en-US" sz="2800" dirty="0">
                          <a:solidFill>
                            <a:srgbClr val="002060"/>
                          </a:solidFill>
                        </a:rPr>
                        <a:t>find</a:t>
                      </a:r>
                    </a:p>
                  </a:txBody>
                  <a:tcPr anchor="ctr">
                    <a:solidFill>
                      <a:srgbClr val="E6CFCF"/>
                    </a:solidFill>
                  </a:tcPr>
                </a:tc>
                <a:extLst>
                  <a:ext uri="{0D108BD9-81ED-4DB2-BD59-A6C34878D82A}">
                    <a16:rowId xmlns:a16="http://schemas.microsoft.com/office/drawing/2014/main" val="10002"/>
                  </a:ext>
                </a:extLst>
              </a:tr>
            </a:tbl>
          </a:graphicData>
        </a:graphic>
      </p:graphicFrame>
      <mc:AlternateContent xmlns:mc="http://schemas.openxmlformats.org/markup-compatibility/2006" xmlns:a14="http://schemas.microsoft.com/office/drawing/2010/main">
        <mc:Choice Requires="a14">
          <p:graphicFrame>
            <p:nvGraphicFramePr>
              <p:cNvPr id="10" name="Table 9"/>
              <p:cNvGraphicFramePr>
                <a:graphicFrameLocks noGrp="1"/>
              </p:cNvGraphicFramePr>
              <p:nvPr/>
            </p:nvGraphicFramePr>
            <p:xfrm>
              <a:off x="5492900" y="5435839"/>
              <a:ext cx="3383280" cy="1018170"/>
            </p:xfrm>
            <a:graphic>
              <a:graphicData uri="http://schemas.openxmlformats.org/drawingml/2006/table">
                <a:tbl>
                  <a:tblPr firstRow="1" bandRow="1">
                    <a:tableStyleId>{93296810-A885-4BE3-A3E7-6D5BEEA58F35}</a:tableStyleId>
                  </a:tblPr>
                  <a:tblGrid>
                    <a:gridCol w="169164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tblGrid>
                  <a:tr h="1018170">
                    <a:tc>
                      <a:txBody>
                        <a:bodyPr/>
                        <a:lstStyle/>
                        <a:p>
                          <a:pPr algn="ctr"/>
                          <a14:m>
                            <m:oMathPara xmlns:m="http://schemas.openxmlformats.org/officeDocument/2006/math">
                              <m:oMathParaPr>
                                <m:jc m:val="centerGroup"/>
                              </m:oMathParaPr>
                              <m:oMath xmlns:m="http://schemas.openxmlformats.org/officeDocument/2006/math">
                                <m:nary>
                                  <m:naryPr>
                                    <m:chr m:val="∑"/>
                                    <m:subHide m:val="on"/>
                                    <m:supHide m:val="on"/>
                                    <m:ctrlPr>
                                      <a:rPr lang="en-US" sz="2500" i="1" smtClean="0">
                                        <a:solidFill>
                                          <a:schemeClr val="bg2"/>
                                        </a:solidFill>
                                        <a:latin typeface="Cambria Math" panose="02040503050406030204" pitchFamily="18" charset="0"/>
                                      </a:rPr>
                                    </m:ctrlPr>
                                  </m:naryPr>
                                  <m:sub/>
                                  <m:sup/>
                                  <m:e>
                                    <m:d>
                                      <m:dPr>
                                        <m:ctrlPr>
                                          <a:rPr lang="en-US" sz="2500" i="1">
                                            <a:solidFill>
                                              <a:schemeClr val="bg2"/>
                                            </a:solidFill>
                                            <a:latin typeface="Cambria Math" panose="02040503050406030204" pitchFamily="18" charset="0"/>
                                          </a:rPr>
                                        </m:ctrlPr>
                                      </m:dPr>
                                      <m:e>
                                        <m:r>
                                          <m:rPr>
                                            <m:sty m:val="p"/>
                                          </m:rPr>
                                          <a:rPr lang="en-US" sz="2500" b="0" i="0" smtClean="0">
                                            <a:solidFill>
                                              <a:schemeClr val="bg2"/>
                                            </a:solidFill>
                                            <a:latin typeface="Cambria Math" panose="02040503050406030204" pitchFamily="18" charset="0"/>
                                          </a:rPr>
                                          <m:t>d</m:t>
                                        </m:r>
                                      </m:e>
                                    </m:d>
                                    <m:r>
                                      <a:rPr lang="en-US" sz="2500" b="0" i="0" smtClean="0">
                                        <a:solidFill>
                                          <a:schemeClr val="bg2"/>
                                        </a:solidFill>
                                        <a:latin typeface="Cambria Math" panose="02040503050406030204" pitchFamily="18" charset="0"/>
                                      </a:rPr>
                                      <m:t>=0</m:t>
                                    </m:r>
                                  </m:e>
                                </m:nary>
                              </m:oMath>
                            </m:oMathPara>
                          </a14:m>
                          <a:endParaRPr lang="en-US" sz="2500" i="0" dirty="0">
                            <a:solidFill>
                              <a:schemeClr val="bg2"/>
                            </a:solidFill>
                          </a:endParaRPr>
                        </a:p>
                      </a:txBody>
                      <a:tcPr anchor="b"/>
                    </a:tc>
                    <a:tc>
                      <a:txBody>
                        <a:bodyPr/>
                        <a:lstStyle/>
                        <a:p>
                          <a:pPr algn="ctr"/>
                          <a14:m>
                            <m:oMathPara xmlns:m="http://schemas.openxmlformats.org/officeDocument/2006/math">
                              <m:oMathParaPr>
                                <m:jc m:val="centerGroup"/>
                              </m:oMathParaPr>
                              <m:oMath xmlns:m="http://schemas.openxmlformats.org/officeDocument/2006/math">
                                <m:nary>
                                  <m:naryPr>
                                    <m:chr m:val="∑"/>
                                    <m:subHide m:val="on"/>
                                    <m:supHide m:val="on"/>
                                    <m:ctrlPr>
                                      <a:rPr lang="en-US" sz="2500" i="1" smtClean="0">
                                        <a:solidFill>
                                          <a:schemeClr val="bg2"/>
                                        </a:solidFill>
                                        <a:latin typeface="Cambria Math" panose="02040503050406030204" pitchFamily="18" charset="0"/>
                                      </a:rPr>
                                    </m:ctrlPr>
                                  </m:naryPr>
                                  <m:sub/>
                                  <m:sup/>
                                  <m:e>
                                    <m:d>
                                      <m:dPr>
                                        <m:ctrlPr>
                                          <a:rPr lang="en-US" sz="2500" i="1">
                                            <a:solidFill>
                                              <a:schemeClr val="bg2"/>
                                            </a:solidFill>
                                            <a:latin typeface="Cambria Math" panose="02040503050406030204" pitchFamily="18" charset="0"/>
                                          </a:rPr>
                                        </m:ctrlPr>
                                      </m:dPr>
                                      <m:e>
                                        <m:sSup>
                                          <m:sSupPr>
                                            <m:ctrlPr>
                                              <a:rPr lang="en-US" sz="2500" b="0" i="1" smtClean="0">
                                                <a:solidFill>
                                                  <a:schemeClr val="bg2"/>
                                                </a:solidFill>
                                                <a:latin typeface="Cambria Math" panose="02040503050406030204" pitchFamily="18" charset="0"/>
                                              </a:rPr>
                                            </m:ctrlPr>
                                          </m:sSupPr>
                                          <m:e>
                                            <m:r>
                                              <m:rPr>
                                                <m:sty m:val="p"/>
                                              </m:rPr>
                                              <a:rPr lang="en-US" sz="2500" b="0" i="0" smtClean="0">
                                                <a:solidFill>
                                                  <a:schemeClr val="bg2"/>
                                                </a:solidFill>
                                                <a:latin typeface="Cambria Math" panose="02040503050406030204" pitchFamily="18" charset="0"/>
                                              </a:rPr>
                                              <m:t>d</m:t>
                                            </m:r>
                                          </m:e>
                                          <m:sup>
                                            <m:r>
                                              <a:rPr lang="en-US" sz="2500" b="0" i="0" smtClean="0">
                                                <a:solidFill>
                                                  <a:schemeClr val="bg2"/>
                                                </a:solidFill>
                                                <a:latin typeface="Cambria Math" panose="02040503050406030204" pitchFamily="18" charset="0"/>
                                              </a:rPr>
                                              <m:t>2</m:t>
                                            </m:r>
                                          </m:sup>
                                        </m:sSup>
                                      </m:e>
                                    </m:d>
                                  </m:e>
                                </m:nary>
                              </m:oMath>
                            </m:oMathPara>
                          </a14:m>
                          <a:endParaRPr lang="en-US" sz="2500" i="0" dirty="0">
                            <a:solidFill>
                              <a:schemeClr val="bg2"/>
                            </a:solidFill>
                          </a:endParaRPr>
                        </a:p>
                      </a:txBody>
                      <a:tcPr anchor="b"/>
                    </a:tc>
                    <a:extLst>
                      <a:ext uri="{0D108BD9-81ED-4DB2-BD59-A6C34878D82A}">
                        <a16:rowId xmlns:a16="http://schemas.microsoft.com/office/drawing/2014/main" val="10000"/>
                      </a:ext>
                    </a:extLst>
                  </a:tr>
                </a:tbl>
              </a:graphicData>
            </a:graphic>
          </p:graphicFrame>
        </mc:Choice>
        <mc:Fallback xmlns="">
          <p:graphicFrame>
            <p:nvGraphicFramePr>
              <p:cNvPr id="10" name="Table 9"/>
              <p:cNvGraphicFramePr>
                <a:graphicFrameLocks noGrp="1"/>
              </p:cNvGraphicFramePr>
              <p:nvPr>
                <p:extLst/>
              </p:nvPr>
            </p:nvGraphicFramePr>
            <p:xfrm>
              <a:off x="5492900" y="5435839"/>
              <a:ext cx="3383280" cy="1018170"/>
            </p:xfrm>
            <a:graphic>
              <a:graphicData uri="http://schemas.openxmlformats.org/drawingml/2006/table">
                <a:tbl>
                  <a:tblPr firstRow="1" bandRow="1">
                    <a:tableStyleId>{93296810-A885-4BE3-A3E7-6D5BEEA58F35}</a:tableStyleId>
                  </a:tblPr>
                  <a:tblGrid>
                    <a:gridCol w="1691640"/>
                    <a:gridCol w="1691640"/>
                  </a:tblGrid>
                  <a:tr h="1018170">
                    <a:tc>
                      <a:txBody>
                        <a:bodyPr/>
                        <a:lstStyle/>
                        <a:p>
                          <a:endParaRPr lang="en-US"/>
                        </a:p>
                      </a:txBody>
                      <a:tcPr anchor="b">
                        <a:blipFill rotWithShape="0">
                          <a:blip r:embed="rId5"/>
                          <a:stretch>
                            <a:fillRect l="-360" t="-595" r="-101439" b="-2381"/>
                          </a:stretch>
                        </a:blipFill>
                      </a:tcPr>
                    </a:tc>
                    <a:tc>
                      <a:txBody>
                        <a:bodyPr/>
                        <a:lstStyle/>
                        <a:p>
                          <a:endParaRPr lang="en-US"/>
                        </a:p>
                      </a:txBody>
                      <a:tcPr anchor="b">
                        <a:blipFill rotWithShape="0">
                          <a:blip r:embed="rId5"/>
                          <a:stretch>
                            <a:fillRect l="-100360" t="-595" r="-1439" b="-2381"/>
                          </a:stretch>
                        </a:blipFill>
                      </a:tcPr>
                    </a:tc>
                  </a:tr>
                </a:tbl>
              </a:graphicData>
            </a:graphic>
          </p:graphicFrame>
        </mc:Fallback>
      </mc:AlternateContent>
      <p:graphicFrame>
        <p:nvGraphicFramePr>
          <p:cNvPr id="11" name="Table 10"/>
          <p:cNvGraphicFramePr>
            <a:graphicFrameLocks noGrp="1"/>
          </p:cNvGraphicFramePr>
          <p:nvPr/>
        </p:nvGraphicFramePr>
        <p:xfrm>
          <a:off x="7194906" y="2373928"/>
          <a:ext cx="1691640" cy="3044952"/>
        </p:xfrm>
        <a:graphic>
          <a:graphicData uri="http://schemas.openxmlformats.org/drawingml/2006/table">
            <a:tbl>
              <a:tblPr firstRow="1" bandRow="1">
                <a:tableStyleId>{93296810-A885-4BE3-A3E7-6D5BEEA58F35}</a:tableStyleId>
              </a:tblPr>
              <a:tblGrid>
                <a:gridCol w="1691640">
                  <a:extLst>
                    <a:ext uri="{9D8B030D-6E8A-4147-A177-3AD203B41FA5}">
                      <a16:colId xmlns:a16="http://schemas.microsoft.com/office/drawing/2014/main" val="20000"/>
                    </a:ext>
                  </a:extLst>
                </a:gridCol>
              </a:tblGrid>
              <a:tr h="1014984">
                <a:tc>
                  <a:txBody>
                    <a:bodyPr/>
                    <a:lstStyle/>
                    <a:p>
                      <a:pPr algn="ctr"/>
                      <a:r>
                        <a:rPr lang="en-US" sz="2800" b="0" dirty="0">
                          <a:solidFill>
                            <a:srgbClr val="002060"/>
                          </a:solidFill>
                        </a:rPr>
                        <a:t>find</a:t>
                      </a:r>
                    </a:p>
                  </a:txBody>
                  <a:tcPr anchor="ctr">
                    <a:solidFill>
                      <a:srgbClr val="E6CFCF"/>
                    </a:solidFill>
                  </a:tcPr>
                </a:tc>
                <a:extLst>
                  <a:ext uri="{0D108BD9-81ED-4DB2-BD59-A6C34878D82A}">
                    <a16:rowId xmlns:a16="http://schemas.microsoft.com/office/drawing/2014/main" val="10000"/>
                  </a:ext>
                </a:extLst>
              </a:tr>
              <a:tr h="1014984">
                <a:tc>
                  <a:txBody>
                    <a:bodyPr/>
                    <a:lstStyle/>
                    <a:p>
                      <a:pPr algn="ctr"/>
                      <a:r>
                        <a:rPr lang="en-US" sz="2800" dirty="0">
                          <a:solidFill>
                            <a:srgbClr val="002060"/>
                          </a:solidFill>
                        </a:rPr>
                        <a:t>find</a:t>
                      </a:r>
                    </a:p>
                  </a:txBody>
                  <a:tcPr anchor="ctr">
                    <a:solidFill>
                      <a:srgbClr val="F3E9E9"/>
                    </a:solidFill>
                  </a:tcPr>
                </a:tc>
                <a:extLst>
                  <a:ext uri="{0D108BD9-81ED-4DB2-BD59-A6C34878D82A}">
                    <a16:rowId xmlns:a16="http://schemas.microsoft.com/office/drawing/2014/main" val="10001"/>
                  </a:ext>
                </a:extLst>
              </a:tr>
              <a:tr h="1014984">
                <a:tc>
                  <a:txBody>
                    <a:bodyPr/>
                    <a:lstStyle/>
                    <a:p>
                      <a:pPr algn="ctr"/>
                      <a:r>
                        <a:rPr lang="en-US" sz="2800" dirty="0">
                          <a:solidFill>
                            <a:srgbClr val="002060"/>
                          </a:solidFill>
                        </a:rPr>
                        <a:t>find</a:t>
                      </a:r>
                    </a:p>
                  </a:txBody>
                  <a:tcPr anchor="ctr">
                    <a:solidFill>
                      <a:srgbClr val="E6CFCF"/>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403903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r>
                  <a:rPr lang="en-US" dirty="0"/>
                  <a:t>Procedure to find </a:t>
                </a:r>
                <a14:m>
                  <m:oMath xmlns:m="http://schemas.openxmlformats.org/officeDocument/2006/math">
                    <m:r>
                      <m:rPr>
                        <m:sty m:val="p"/>
                      </m:rPr>
                      <a:rPr lang="en-US" dirty="0">
                        <a:solidFill>
                          <a:srgbClr val="FF0000"/>
                        </a:solidFill>
                        <a:latin typeface="Cambria Math" panose="02040503050406030204" pitchFamily="18" charset="0"/>
                        <a:ea typeface="Cambria Math" panose="02040503050406030204" pitchFamily="18" charset="0"/>
                      </a:rPr>
                      <m:t>ρ</m:t>
                    </m:r>
                  </m:oMath>
                </a14:m>
                <a:r>
                  <a:rPr lang="en-US" dirty="0">
                    <a:solidFill>
                      <a:srgbClr val="FF0000"/>
                    </a:solidFill>
                  </a:rPr>
                  <a:t> </a:t>
                </a:r>
                <a:r>
                  <a:rPr lang="en-US" dirty="0">
                    <a:solidFill>
                      <a:schemeClr val="tx1"/>
                    </a:solidFill>
                  </a:rPr>
                  <a:t>from the given values of </a:t>
                </a:r>
                <a14:m>
                  <m:oMath xmlns:m="http://schemas.openxmlformats.org/officeDocument/2006/math">
                    <m:r>
                      <a:rPr lang="en-US" dirty="0">
                        <a:solidFill>
                          <a:schemeClr val="tx1"/>
                        </a:solidFill>
                        <a:latin typeface="Cambria Math" panose="02040503050406030204" pitchFamily="18" charset="0"/>
                      </a:rPr>
                      <m:t>𝐱</m:t>
                    </m:r>
                  </m:oMath>
                </a14:m>
                <a:r>
                  <a:rPr lang="en-US" dirty="0">
                    <a:solidFill>
                      <a:schemeClr val="tx1"/>
                    </a:solidFill>
                  </a:rPr>
                  <a:t> &amp; </a:t>
                </a:r>
                <a14:m>
                  <m:oMath xmlns:m="http://schemas.openxmlformats.org/officeDocument/2006/math">
                    <m:r>
                      <a:rPr lang="en-US" dirty="0">
                        <a:solidFill>
                          <a:schemeClr val="tx1"/>
                        </a:solidFill>
                        <a:latin typeface="Cambria Math" panose="02040503050406030204" pitchFamily="18" charset="0"/>
                      </a:rPr>
                      <m:t>𝐲</m:t>
                    </m:r>
                  </m:oMath>
                </a14:m>
                <a:endParaRPr lang="en-US" dirty="0">
                  <a:solidFill>
                    <a:srgbClr val="FF0000"/>
                  </a:solidFill>
                </a:endParaRPr>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rotWithShape="0">
                <a:blip r:embed="rId2"/>
                <a:stretch>
                  <a:fillRect l="-400" t="-8547" b="-196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marL="514350" indent="-514350">
                  <a:buFont typeface="+mj-lt"/>
                  <a:buAutoNum type="arabicParenR"/>
                </a:pPr>
                <a:r>
                  <a:rPr lang="en-US" dirty="0"/>
                  <a:t>Prepare the </a:t>
                </a:r>
                <a:r>
                  <a:rPr lang="en-US" dirty="0">
                    <a:solidFill>
                      <a:srgbClr val="FF0000"/>
                    </a:solidFill>
                  </a:rPr>
                  <a:t>table</a:t>
                </a:r>
                <a:r>
                  <a:rPr lang="en-US" dirty="0"/>
                  <a:t> with 4 columns using the given ranks.</a:t>
                </a:r>
              </a:p>
              <a:p>
                <a:pPr marL="514350" indent="-514350">
                  <a:buFont typeface="+mj-lt"/>
                  <a:buAutoNum type="arabicParenR"/>
                </a:pPr>
                <a:r>
                  <a:rPr lang="en-US" dirty="0"/>
                  <a:t>Find the </a:t>
                </a:r>
                <a:r>
                  <a:rPr lang="en-US" dirty="0">
                    <a:solidFill>
                      <a:srgbClr val="FF0000"/>
                    </a:solidFill>
                  </a:rPr>
                  <a:t>last</a:t>
                </a:r>
                <a:r>
                  <a:rPr lang="en-US" dirty="0"/>
                  <a:t> </a:t>
                </a:r>
                <a:r>
                  <a:rPr lang="en-US" dirty="0">
                    <a:solidFill>
                      <a:srgbClr val="FF0000"/>
                    </a:solidFill>
                  </a:rPr>
                  <a:t>row</a:t>
                </a:r>
                <a:r>
                  <a:rPr lang="en-US" dirty="0"/>
                  <a:t> of the Table.</a:t>
                </a:r>
              </a:p>
              <a:p>
                <a:pPr marL="514350" indent="-514350">
                  <a:buFont typeface="+mj-lt"/>
                  <a:buAutoNum type="arabicParenR"/>
                </a:pPr>
                <a:r>
                  <a:rPr lang="en-US" dirty="0"/>
                  <a:t>Identify </a:t>
                </a:r>
                <a:r>
                  <a:rPr lang="en-US" dirty="0">
                    <a:solidFill>
                      <a:srgbClr val="FF0000"/>
                    </a:solidFill>
                  </a:rPr>
                  <a:t>n </a:t>
                </a:r>
                <a:r>
                  <a:rPr lang="en-US" dirty="0"/>
                  <a:t>= number of pairs of given data.</a:t>
                </a:r>
              </a:p>
              <a:p>
                <a:pPr marL="514350" indent="-514350">
                  <a:buFont typeface="+mj-lt"/>
                  <a:buAutoNum type="arabicParenR"/>
                </a:pPr>
                <a:r>
                  <a:rPr lang="en-US" dirty="0"/>
                  <a:t>Substitute all the values in the </a:t>
                </a:r>
                <a:r>
                  <a:rPr lang="en-US" dirty="0">
                    <a:solidFill>
                      <a:srgbClr val="FF0000"/>
                    </a:solidFill>
                  </a:rPr>
                  <a:t>formula</a:t>
                </a:r>
                <a:r>
                  <a:rPr lang="en-US" dirty="0"/>
                  <a:t> of</a:t>
                </a:r>
              </a:p>
              <a:p>
                <a:pPr marL="0" indent="0">
                  <a:buNone/>
                </a:pPr>
                <a14:m>
                  <m:oMathPara xmlns:m="http://schemas.openxmlformats.org/officeDocument/2006/math">
                    <m:oMathParaPr>
                      <m:jc m:val="centerGroup"/>
                    </m:oMathParaPr>
                    <m:oMath xmlns:m="http://schemas.openxmlformats.org/officeDocument/2006/math">
                      <m:r>
                        <m:rPr>
                          <m:sty m:val="p"/>
                        </m:rPr>
                        <a:rPr lang="en-US" sz="3200">
                          <a:solidFill>
                            <a:srgbClr val="C00000"/>
                          </a:solidFill>
                          <a:latin typeface="Cambria Math" panose="02040503050406030204" pitchFamily="18" charset="0"/>
                        </a:rPr>
                        <m:t>ρ</m:t>
                      </m:r>
                      <m:r>
                        <a:rPr lang="en-US" sz="3200">
                          <a:solidFill>
                            <a:srgbClr val="C00000"/>
                          </a:solidFill>
                          <a:latin typeface="Cambria Math" panose="02040503050406030204" pitchFamily="18" charset="0"/>
                        </a:rPr>
                        <m:t>=1−</m:t>
                      </m:r>
                      <m:f>
                        <m:fPr>
                          <m:ctrlPr>
                            <a:rPr lang="en-US" sz="3200" i="1">
                              <a:solidFill>
                                <a:srgbClr val="C00000"/>
                              </a:solidFill>
                              <a:latin typeface="Cambria Math" panose="02040503050406030204" pitchFamily="18" charset="0"/>
                            </a:rPr>
                          </m:ctrlPr>
                        </m:fPr>
                        <m:num>
                          <m:r>
                            <a:rPr lang="en-US" sz="3200">
                              <a:solidFill>
                                <a:srgbClr val="C00000"/>
                              </a:solidFill>
                              <a:latin typeface="Cambria Math" panose="02040503050406030204" pitchFamily="18" charset="0"/>
                            </a:rPr>
                            <m:t> </m:t>
                          </m:r>
                          <m:r>
                            <a:rPr lang="en-US" sz="3200" smtClean="0">
                              <a:solidFill>
                                <a:srgbClr val="7030A0"/>
                              </a:solidFill>
                              <a:latin typeface="Cambria Math" panose="02040503050406030204" pitchFamily="18" charset="0"/>
                            </a:rPr>
                            <m:t>6</m:t>
                          </m:r>
                          <m:r>
                            <a:rPr lang="en-US" sz="3200" i="1">
                              <a:solidFill>
                                <a:srgbClr val="002060"/>
                              </a:solidFill>
                              <a:latin typeface="Cambria Math" panose="02040503050406030204" pitchFamily="18" charset="0"/>
                              <a:ea typeface="Cambria Math" panose="02040503050406030204" pitchFamily="18" charset="0"/>
                            </a:rPr>
                            <m:t>∙</m:t>
                          </m:r>
                          <m:nary>
                            <m:naryPr>
                              <m:chr m:val="∑"/>
                              <m:limLoc m:val="undOvr"/>
                              <m:subHide m:val="on"/>
                              <m:supHide m:val="on"/>
                              <m:ctrlPr>
                                <a:rPr lang="en-US" sz="3200" i="1">
                                  <a:solidFill>
                                    <a:srgbClr val="002060"/>
                                  </a:solidFill>
                                  <a:latin typeface="Cambria Math" panose="02040503050406030204" pitchFamily="18" charset="0"/>
                                </a:rPr>
                              </m:ctrlPr>
                            </m:naryPr>
                            <m:sub/>
                            <m:sup/>
                            <m:e>
                              <m:sSup>
                                <m:sSupPr>
                                  <m:ctrlPr>
                                    <a:rPr lang="en-US" sz="3200" i="1">
                                      <a:solidFill>
                                        <a:srgbClr val="002060"/>
                                      </a:solidFill>
                                      <a:latin typeface="Cambria Math" panose="02040503050406030204" pitchFamily="18" charset="0"/>
                                    </a:rPr>
                                  </m:ctrlPr>
                                </m:sSupPr>
                                <m:e>
                                  <m:r>
                                    <m:rPr>
                                      <m:sty m:val="p"/>
                                    </m:rPr>
                                    <a:rPr lang="en-US" sz="3200">
                                      <a:solidFill>
                                        <a:srgbClr val="002060"/>
                                      </a:solidFill>
                                      <a:latin typeface="Cambria Math" panose="02040503050406030204" pitchFamily="18" charset="0"/>
                                    </a:rPr>
                                    <m:t>d</m:t>
                                  </m:r>
                                </m:e>
                                <m:sup>
                                  <m:r>
                                    <a:rPr lang="en-US" sz="3200">
                                      <a:solidFill>
                                        <a:srgbClr val="002060"/>
                                      </a:solidFill>
                                      <a:latin typeface="Cambria Math" panose="02040503050406030204" pitchFamily="18" charset="0"/>
                                    </a:rPr>
                                    <m:t>2</m:t>
                                  </m:r>
                                </m:sup>
                              </m:sSup>
                            </m:e>
                          </m:nary>
                          <m:r>
                            <a:rPr lang="en-US" sz="3200">
                              <a:solidFill>
                                <a:srgbClr val="C00000"/>
                              </a:solidFill>
                              <a:latin typeface="Cambria Math" panose="02040503050406030204" pitchFamily="18" charset="0"/>
                            </a:rPr>
                            <m:t> </m:t>
                          </m:r>
                        </m:num>
                        <m:den>
                          <m:r>
                            <a:rPr lang="en-US" sz="3200">
                              <a:solidFill>
                                <a:srgbClr val="C00000"/>
                              </a:solidFill>
                              <a:latin typeface="Cambria Math" panose="02040503050406030204" pitchFamily="18" charset="0"/>
                            </a:rPr>
                            <m:t>  </m:t>
                          </m:r>
                          <m:r>
                            <m:rPr>
                              <m:sty m:val="p"/>
                            </m:rPr>
                            <a:rPr lang="en-US" sz="3200" smtClean="0">
                              <a:solidFill>
                                <a:srgbClr val="002060"/>
                              </a:solidFill>
                              <a:latin typeface="Cambria Math" panose="02040503050406030204" pitchFamily="18" charset="0"/>
                            </a:rPr>
                            <m:t>n</m:t>
                          </m:r>
                          <m:r>
                            <a:rPr lang="en-US" sz="3200">
                              <a:solidFill>
                                <a:srgbClr val="002060"/>
                              </a:solidFill>
                              <a:latin typeface="Cambria Math" panose="02040503050406030204" pitchFamily="18" charset="0"/>
                            </a:rPr>
                            <m:t> </m:t>
                          </m:r>
                          <m:d>
                            <m:dPr>
                              <m:ctrlPr>
                                <a:rPr lang="en-US" sz="3200" i="1">
                                  <a:solidFill>
                                    <a:srgbClr val="002060"/>
                                  </a:solidFill>
                                  <a:latin typeface="Cambria Math" panose="02040503050406030204" pitchFamily="18" charset="0"/>
                                </a:rPr>
                              </m:ctrlPr>
                            </m:dPr>
                            <m:e>
                              <m:sSup>
                                <m:sSupPr>
                                  <m:ctrlPr>
                                    <a:rPr lang="en-US" sz="3200" i="1">
                                      <a:solidFill>
                                        <a:srgbClr val="002060"/>
                                      </a:solidFill>
                                      <a:latin typeface="Cambria Math" panose="02040503050406030204" pitchFamily="18" charset="0"/>
                                    </a:rPr>
                                  </m:ctrlPr>
                                </m:sSupPr>
                                <m:e>
                                  <m:r>
                                    <m:rPr>
                                      <m:sty m:val="p"/>
                                    </m:rPr>
                                    <a:rPr lang="en-US" sz="3200">
                                      <a:solidFill>
                                        <a:srgbClr val="002060"/>
                                      </a:solidFill>
                                      <a:latin typeface="Cambria Math" panose="02040503050406030204" pitchFamily="18" charset="0"/>
                                    </a:rPr>
                                    <m:t>n</m:t>
                                  </m:r>
                                </m:e>
                                <m:sup>
                                  <m:r>
                                    <a:rPr lang="en-US" sz="3200">
                                      <a:solidFill>
                                        <a:srgbClr val="002060"/>
                                      </a:solidFill>
                                      <a:latin typeface="Cambria Math" panose="02040503050406030204" pitchFamily="18" charset="0"/>
                                    </a:rPr>
                                    <m:t>2</m:t>
                                  </m:r>
                                </m:sup>
                              </m:sSup>
                              <m:r>
                                <a:rPr lang="en-US" sz="3200">
                                  <a:solidFill>
                                    <a:srgbClr val="002060"/>
                                  </a:solidFill>
                                  <a:latin typeface="Cambria Math" panose="02040503050406030204" pitchFamily="18" charset="0"/>
                                </a:rPr>
                                <m:t>−1</m:t>
                              </m:r>
                            </m:e>
                          </m:d>
                          <m:r>
                            <a:rPr lang="en-US" sz="3200">
                              <a:solidFill>
                                <a:srgbClr val="C00000"/>
                              </a:solidFill>
                              <a:latin typeface="Cambria Math" panose="02040503050406030204" pitchFamily="18" charset="0"/>
                            </a:rPr>
                            <m:t>  </m:t>
                          </m:r>
                        </m:den>
                      </m:f>
                    </m:oMath>
                  </m:oMathPara>
                </a14:m>
                <a:endParaRPr lang="en-US"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rotWithShape="0">
                <a:blip r:embed="rId3"/>
                <a:stretch>
                  <a:fillRect l="-1074"/>
                </a:stretch>
              </a:blipFill>
            </p:spPr>
            <p:txBody>
              <a:bodyPr/>
              <a:lstStyle/>
              <a:p>
                <a:r>
                  <a:rPr lang="en-US">
                    <a:noFill/>
                  </a:rPr>
                  <a:t> </a:t>
                </a:r>
              </a:p>
            </p:txBody>
          </p:sp>
        </mc:Fallback>
      </mc:AlternateContent>
    </p:spTree>
    <p:extLst>
      <p:ext uri="{BB962C8B-B14F-4D97-AF65-F5344CB8AC3E}">
        <p14:creationId xmlns:p14="http://schemas.microsoft.com/office/powerpoint/2010/main" val="2880428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0"/>
                                  </p:stCondLst>
                                  <p:childTnLst>
                                    <p:set>
                                      <p:cBhvr>
                                        <p:cTn id="17"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7" y="869081"/>
            <a:ext cx="11929643" cy="228600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25000"/>
              </a:lnSpc>
            </a:pPr>
            <a:r>
              <a:rPr lang="en-US" dirty="0"/>
              <a:t>In a college, IT department has arranged one competition for IT students to develop an efficient program to solve a problem. Ten students took part in the competition and ranked by two judges given in the following table. Find the degree of agreement between the two judges using rank correlation coefficient.</a:t>
            </a:r>
          </a:p>
        </p:txBody>
      </p:sp>
      <p:sp>
        <p:nvSpPr>
          <p:cNvPr id="2" name="Title 1"/>
          <p:cNvSpPr>
            <a:spLocks noGrp="1"/>
          </p:cNvSpPr>
          <p:nvPr>
            <p:ph type="title"/>
          </p:nvPr>
        </p:nvSpPr>
        <p:spPr/>
        <p:txBody>
          <a:bodyPr/>
          <a:lstStyle/>
          <a:p>
            <a:r>
              <a:rPr lang="en-GB" dirty="0"/>
              <a:t>Method 2 ⇝ Example 1</a:t>
            </a:r>
            <a:endParaRPr lang="en-US" dirty="0"/>
          </a:p>
        </p:txBody>
      </p:sp>
      <p:sp>
        <p:nvSpPr>
          <p:cNvPr id="50" name="Rectangle 49">
            <a:extLst>
              <a:ext uri="{FF2B5EF4-FFF2-40B4-BE49-F238E27FC236}">
                <a16:creationId xmlns:a16="http://schemas.microsoft.com/office/drawing/2014/main" id="{B2D3FB0B-D709-43AC-B65F-29361B504B61}"/>
              </a:ext>
            </a:extLst>
          </p:cNvPr>
          <p:cNvSpPr/>
          <p:nvPr/>
        </p:nvSpPr>
        <p:spPr>
          <a:xfrm>
            <a:off x="131177" y="5039390"/>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p:graphicFrame>
        <p:nvGraphicFramePr>
          <p:cNvPr id="3" name="Table 2"/>
          <p:cNvGraphicFramePr>
            <a:graphicFrameLocks noGrp="1"/>
          </p:cNvGraphicFramePr>
          <p:nvPr>
            <p:extLst>
              <p:ext uri="{D42A27DB-BD31-4B8C-83A1-F6EECF244321}">
                <p14:modId xmlns:p14="http://schemas.microsoft.com/office/powerpoint/2010/main" val="3254690139"/>
              </p:ext>
            </p:extLst>
          </p:nvPr>
        </p:nvGraphicFramePr>
        <p:xfrm>
          <a:off x="129539" y="3320871"/>
          <a:ext cx="11932922" cy="1280160"/>
        </p:xfrm>
        <a:graphic>
          <a:graphicData uri="http://schemas.openxmlformats.org/drawingml/2006/table">
            <a:tbl>
              <a:tblPr firstRow="1" firstCol="1" bandRow="1">
                <a:tableStyleId>{E8B1032C-EA38-4F05-BA0D-38AFFFC7BED3}</a:tableStyleId>
              </a:tblPr>
              <a:tblGrid>
                <a:gridCol w="2169622">
                  <a:extLst>
                    <a:ext uri="{9D8B030D-6E8A-4147-A177-3AD203B41FA5}">
                      <a16:colId xmlns:a16="http://schemas.microsoft.com/office/drawing/2014/main" val="20000"/>
                    </a:ext>
                  </a:extLst>
                </a:gridCol>
                <a:gridCol w="976330">
                  <a:extLst>
                    <a:ext uri="{9D8B030D-6E8A-4147-A177-3AD203B41FA5}">
                      <a16:colId xmlns:a16="http://schemas.microsoft.com/office/drawing/2014/main" val="20001"/>
                    </a:ext>
                  </a:extLst>
                </a:gridCol>
                <a:gridCol w="976330">
                  <a:extLst>
                    <a:ext uri="{9D8B030D-6E8A-4147-A177-3AD203B41FA5}">
                      <a16:colId xmlns:a16="http://schemas.microsoft.com/office/drawing/2014/main" val="20002"/>
                    </a:ext>
                  </a:extLst>
                </a:gridCol>
                <a:gridCol w="976330">
                  <a:extLst>
                    <a:ext uri="{9D8B030D-6E8A-4147-A177-3AD203B41FA5}">
                      <a16:colId xmlns:a16="http://schemas.microsoft.com/office/drawing/2014/main" val="20003"/>
                    </a:ext>
                  </a:extLst>
                </a:gridCol>
                <a:gridCol w="976330">
                  <a:extLst>
                    <a:ext uri="{9D8B030D-6E8A-4147-A177-3AD203B41FA5}">
                      <a16:colId xmlns:a16="http://schemas.microsoft.com/office/drawing/2014/main" val="20004"/>
                    </a:ext>
                  </a:extLst>
                </a:gridCol>
                <a:gridCol w="976330">
                  <a:extLst>
                    <a:ext uri="{9D8B030D-6E8A-4147-A177-3AD203B41FA5}">
                      <a16:colId xmlns:a16="http://schemas.microsoft.com/office/drawing/2014/main" val="20005"/>
                    </a:ext>
                  </a:extLst>
                </a:gridCol>
                <a:gridCol w="976330">
                  <a:extLst>
                    <a:ext uri="{9D8B030D-6E8A-4147-A177-3AD203B41FA5}">
                      <a16:colId xmlns:a16="http://schemas.microsoft.com/office/drawing/2014/main" val="20006"/>
                    </a:ext>
                  </a:extLst>
                </a:gridCol>
                <a:gridCol w="976330">
                  <a:extLst>
                    <a:ext uri="{9D8B030D-6E8A-4147-A177-3AD203B41FA5}">
                      <a16:colId xmlns:a16="http://schemas.microsoft.com/office/drawing/2014/main" val="20007"/>
                    </a:ext>
                  </a:extLst>
                </a:gridCol>
                <a:gridCol w="976330">
                  <a:extLst>
                    <a:ext uri="{9D8B030D-6E8A-4147-A177-3AD203B41FA5}">
                      <a16:colId xmlns:a16="http://schemas.microsoft.com/office/drawing/2014/main" val="20008"/>
                    </a:ext>
                  </a:extLst>
                </a:gridCol>
                <a:gridCol w="976330">
                  <a:extLst>
                    <a:ext uri="{9D8B030D-6E8A-4147-A177-3AD203B41FA5}">
                      <a16:colId xmlns:a16="http://schemas.microsoft.com/office/drawing/2014/main" val="20009"/>
                    </a:ext>
                  </a:extLst>
                </a:gridCol>
                <a:gridCol w="976330">
                  <a:extLst>
                    <a:ext uri="{9D8B030D-6E8A-4147-A177-3AD203B41FA5}">
                      <a16:colId xmlns:a16="http://schemas.microsoft.com/office/drawing/2014/main" val="20010"/>
                    </a:ext>
                  </a:extLst>
                </a:gridCol>
              </a:tblGrid>
              <a:tr h="640080">
                <a:tc>
                  <a:txBody>
                    <a:bodyPr/>
                    <a:lstStyle/>
                    <a:p>
                      <a:pPr marL="0" marR="0" algn="ctr">
                        <a:lnSpc>
                          <a:spcPct val="100000"/>
                        </a:lnSpc>
                        <a:spcBef>
                          <a:spcPts val="0"/>
                        </a:spcBef>
                        <a:spcAft>
                          <a:spcPts val="0"/>
                        </a:spcAft>
                        <a:tabLst>
                          <a:tab pos="0" algn="l"/>
                          <a:tab pos="447675" algn="l"/>
                        </a:tabLst>
                      </a:pPr>
                      <a:r>
                        <a:rPr lang="en-US" sz="2800" b="1" dirty="0">
                          <a:solidFill>
                            <a:srgbClr val="002060"/>
                          </a:solidFill>
                          <a:effectLst/>
                        </a:rPr>
                        <a:t>1</a:t>
                      </a:r>
                      <a:r>
                        <a:rPr lang="en-US" sz="2800" b="1" baseline="30000" dirty="0">
                          <a:solidFill>
                            <a:srgbClr val="002060"/>
                          </a:solidFill>
                          <a:effectLst/>
                        </a:rPr>
                        <a:t>st  </a:t>
                      </a:r>
                      <a:r>
                        <a:rPr lang="en-US" sz="2800" b="1" dirty="0">
                          <a:solidFill>
                            <a:srgbClr val="002060"/>
                          </a:solidFill>
                          <a:effectLst/>
                        </a:rPr>
                        <a:t>judge</a:t>
                      </a:r>
                      <a:endParaRPr lang="en-US" sz="2800" b="1"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rPr>
                        <a:t>3</a:t>
                      </a:r>
                      <a:endParaRPr lang="en-US" sz="2800" b="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rPr>
                        <a:t>5</a:t>
                      </a:r>
                      <a:endParaRPr lang="en-US" sz="2800" b="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rPr>
                        <a:t>8</a:t>
                      </a:r>
                      <a:endParaRPr lang="en-US" sz="2800" b="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rPr>
                        <a:t>4</a:t>
                      </a:r>
                      <a:endParaRPr lang="en-US" sz="2800" b="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rPr>
                        <a:t>7</a:t>
                      </a:r>
                      <a:endParaRPr lang="en-US" sz="2800" b="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rPr>
                        <a:t>10</a:t>
                      </a:r>
                      <a:endParaRPr lang="en-US" sz="2800" b="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rPr>
                        <a:t>2</a:t>
                      </a:r>
                      <a:endParaRPr lang="en-US" sz="2800" b="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rPr>
                        <a:t>1</a:t>
                      </a:r>
                      <a:endParaRPr lang="en-US" sz="2800" b="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rPr>
                        <a:t>6</a:t>
                      </a:r>
                      <a:endParaRPr lang="en-US" sz="2800" b="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rPr>
                        <a:t>9</a:t>
                      </a:r>
                      <a:endParaRPr lang="en-US" sz="2800" b="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68580" marR="68580" marT="0" marB="0" anchor="ctr"/>
                </a:tc>
                <a:extLst>
                  <a:ext uri="{0D108BD9-81ED-4DB2-BD59-A6C34878D82A}">
                    <a16:rowId xmlns:a16="http://schemas.microsoft.com/office/drawing/2014/main" val="10000"/>
                  </a:ext>
                </a:extLst>
              </a:tr>
              <a:tr h="640080">
                <a:tc>
                  <a:txBody>
                    <a:bodyPr/>
                    <a:lstStyle/>
                    <a:p>
                      <a:pPr marL="0" marR="0" algn="ctr">
                        <a:lnSpc>
                          <a:spcPct val="100000"/>
                        </a:lnSpc>
                        <a:spcBef>
                          <a:spcPts val="0"/>
                        </a:spcBef>
                        <a:spcAft>
                          <a:spcPts val="0"/>
                        </a:spcAft>
                        <a:tabLst>
                          <a:tab pos="0" algn="l"/>
                          <a:tab pos="447675" algn="l"/>
                        </a:tabLst>
                      </a:pPr>
                      <a:r>
                        <a:rPr lang="en-US" sz="2800" b="1" dirty="0">
                          <a:solidFill>
                            <a:srgbClr val="002060"/>
                          </a:solidFill>
                          <a:effectLst/>
                        </a:rPr>
                        <a:t>2</a:t>
                      </a:r>
                      <a:r>
                        <a:rPr lang="en-US" sz="2800" b="1" baseline="30000" dirty="0">
                          <a:solidFill>
                            <a:srgbClr val="002060"/>
                          </a:solidFill>
                          <a:effectLst/>
                        </a:rPr>
                        <a:t>nd</a:t>
                      </a:r>
                      <a:r>
                        <a:rPr lang="en-US" sz="2800" b="1" dirty="0">
                          <a:solidFill>
                            <a:srgbClr val="002060"/>
                          </a:solidFill>
                          <a:effectLst/>
                        </a:rPr>
                        <a:t> judge</a:t>
                      </a:r>
                      <a:endParaRPr lang="en-US" sz="2800" b="1"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rPr>
                        <a:t>6</a:t>
                      </a:r>
                      <a:endParaRPr lang="en-US" sz="2800" b="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rPr>
                        <a:t>4</a:t>
                      </a:r>
                      <a:endParaRPr lang="en-US" sz="2800" b="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rPr>
                        <a:t>9</a:t>
                      </a:r>
                      <a:endParaRPr lang="en-US" sz="2800" b="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rPr>
                        <a:t>8</a:t>
                      </a:r>
                      <a:endParaRPr lang="en-US" sz="2800" b="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rPr>
                        <a:t>1</a:t>
                      </a:r>
                      <a:endParaRPr lang="en-US" sz="2800" b="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rPr>
                        <a:t>2</a:t>
                      </a:r>
                      <a:endParaRPr lang="en-US" sz="2800" b="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rPr>
                        <a:t>3</a:t>
                      </a:r>
                      <a:endParaRPr lang="en-US" sz="2800" b="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rPr>
                        <a:t>10</a:t>
                      </a:r>
                      <a:endParaRPr lang="en-US" sz="2800" b="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rPr>
                        <a:t>5</a:t>
                      </a:r>
                      <a:endParaRPr lang="en-US" sz="2800" b="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rPr>
                        <a:t>7</a:t>
                      </a:r>
                      <a:endParaRPr lang="en-US" sz="2800" b="0"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68580" marR="68580" marT="0" marB="0" anchor="ctr"/>
                </a:tc>
                <a:extLst>
                  <a:ext uri="{0D108BD9-81ED-4DB2-BD59-A6C34878D82A}">
                    <a16:rowId xmlns:a16="http://schemas.microsoft.com/office/drawing/2014/main" val="10001"/>
                  </a:ext>
                </a:extLst>
              </a:tr>
            </a:tbl>
          </a:graphicData>
        </a:graphic>
      </p:graphicFrame>
      <mc:AlternateContent xmlns:mc="http://schemas.openxmlformats.org/markup-compatibility/2006" xmlns:a14="http://schemas.microsoft.com/office/drawing/2010/main">
        <mc:Choice Requires="a14">
          <p:sp>
            <p:nvSpPr>
              <p:cNvPr id="10" name="Rectangle 9"/>
              <p:cNvSpPr/>
              <p:nvPr/>
            </p:nvSpPr>
            <p:spPr>
              <a:xfrm>
                <a:off x="1625597" y="5039390"/>
                <a:ext cx="5462136" cy="523220"/>
              </a:xfrm>
              <a:prstGeom prst="rect">
                <a:avLst/>
              </a:prstGeom>
            </p:spPr>
            <p:txBody>
              <a:bodyPr wrap="none">
                <a:spAutoFit/>
              </a:bodyPr>
              <a:lstStyle/>
              <a:p>
                <a:r>
                  <a:rPr lang="en-US" sz="2800" dirty="0">
                    <a:solidFill>
                      <a:srgbClr val="002060"/>
                    </a:solidFill>
                  </a:rPr>
                  <a:t>Let,        </a:t>
                </a:r>
                <a14:m>
                  <m:oMath xmlns:m="http://schemas.openxmlformats.org/officeDocument/2006/math">
                    <m:r>
                      <m:rPr>
                        <m:sty m:val="p"/>
                      </m:rPr>
                      <a:rPr lang="en-US" sz="2800" dirty="0">
                        <a:solidFill>
                          <a:srgbClr val="002060"/>
                        </a:solidFill>
                        <a:latin typeface="Cambria Math" panose="02040503050406030204" pitchFamily="18" charset="0"/>
                      </a:rPr>
                      <m:t>x</m:t>
                    </m:r>
                    <m:r>
                      <a:rPr lang="en-US" sz="2800" i="0" dirty="0" smtClean="0">
                        <a:solidFill>
                          <a:srgbClr val="002060"/>
                        </a:solidFill>
                        <a:latin typeface="Cambria Math" panose="02040503050406030204" pitchFamily="18" charset="0"/>
                      </a:rPr>
                      <m:t>=</m:t>
                    </m:r>
                  </m:oMath>
                </a14:m>
                <a:r>
                  <a:rPr lang="en-US" sz="2800" b="0" i="0" dirty="0">
                    <a:solidFill>
                      <a:srgbClr val="002060"/>
                    </a:solidFill>
                    <a:latin typeface="+mj-lt"/>
                  </a:rPr>
                  <a:t> Rank given by 1</a:t>
                </a:r>
                <a:r>
                  <a:rPr lang="en-US" sz="2800" b="0" i="0" baseline="30000" dirty="0">
                    <a:solidFill>
                      <a:srgbClr val="002060"/>
                    </a:solidFill>
                    <a:latin typeface="+mj-lt"/>
                  </a:rPr>
                  <a:t>st</a:t>
                </a:r>
                <a:r>
                  <a:rPr lang="en-US" sz="2800" b="0" i="0" dirty="0">
                    <a:solidFill>
                      <a:srgbClr val="002060"/>
                    </a:solidFill>
                    <a:latin typeface="+mj-lt"/>
                  </a:rPr>
                  <a:t> judge</a:t>
                </a:r>
                <a14:m>
                  <m:oMath xmlns:m="http://schemas.openxmlformats.org/officeDocument/2006/math">
                    <m:r>
                      <a:rPr lang="en-US" sz="2800" b="0" i="0" dirty="0" smtClean="0">
                        <a:solidFill>
                          <a:srgbClr val="002060"/>
                        </a:solidFill>
                        <a:latin typeface="Cambria Math" panose="02040503050406030204" pitchFamily="18" charset="0"/>
                      </a:rPr>
                      <m:t> </m:t>
                    </m:r>
                  </m:oMath>
                </a14:m>
                <a:endParaRPr lang="en-US" sz="2800" dirty="0">
                  <a:solidFill>
                    <a:srgbClr val="002060"/>
                  </a:solidFill>
                </a:endParaRPr>
              </a:p>
            </p:txBody>
          </p:sp>
        </mc:Choice>
        <mc:Fallback xmlns="">
          <p:sp>
            <p:nvSpPr>
              <p:cNvPr id="10" name="Rectangle 9"/>
              <p:cNvSpPr>
                <a:spLocks noRot="1" noChangeAspect="1" noMove="1" noResize="1" noEditPoints="1" noAdjustHandles="1" noChangeArrowheads="1" noChangeShapeType="1" noTextEdit="1"/>
              </p:cNvSpPr>
              <p:nvPr/>
            </p:nvSpPr>
            <p:spPr>
              <a:xfrm>
                <a:off x="1625597" y="5039390"/>
                <a:ext cx="5462136" cy="523220"/>
              </a:xfrm>
              <a:prstGeom prst="rect">
                <a:avLst/>
              </a:prstGeom>
              <a:blipFill rotWithShape="0">
                <a:blip r:embed="rId2"/>
                <a:stretch>
                  <a:fillRect l="-2344" t="-12791"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a:off x="1625597" y="5824220"/>
                <a:ext cx="5353132" cy="523220"/>
              </a:xfrm>
              <a:prstGeom prst="rect">
                <a:avLst/>
              </a:prstGeom>
            </p:spPr>
            <p:txBody>
              <a:bodyPr wrap="none">
                <a:spAutoFit/>
              </a:bodyPr>
              <a:lstStyle/>
              <a:p>
                <a:r>
                  <a:rPr lang="en-US" sz="2800" dirty="0">
                    <a:solidFill>
                      <a:schemeClr val="bg1"/>
                    </a:solidFill>
                  </a:rPr>
                  <a:t>Let,        </a:t>
                </a:r>
                <a14:m>
                  <m:oMath xmlns:m="http://schemas.openxmlformats.org/officeDocument/2006/math">
                    <m:r>
                      <m:rPr>
                        <m:sty m:val="p"/>
                      </m:rPr>
                      <a:rPr lang="en-US" sz="2800" b="0" i="0" dirty="0" smtClean="0">
                        <a:solidFill>
                          <a:srgbClr val="002060"/>
                        </a:solidFill>
                        <a:latin typeface="Cambria Math" panose="02040503050406030204" pitchFamily="18" charset="0"/>
                      </a:rPr>
                      <m:t>y</m:t>
                    </m:r>
                    <m:r>
                      <a:rPr lang="en-US" sz="2800" i="0" dirty="0" smtClean="0">
                        <a:solidFill>
                          <a:srgbClr val="002060"/>
                        </a:solidFill>
                        <a:latin typeface="Cambria Math" panose="02040503050406030204" pitchFamily="18" charset="0"/>
                      </a:rPr>
                      <m:t>=</m:t>
                    </m:r>
                  </m:oMath>
                </a14:m>
                <a:r>
                  <a:rPr lang="en-US" sz="2800" b="0" i="0" dirty="0">
                    <a:solidFill>
                      <a:srgbClr val="002060"/>
                    </a:solidFill>
                    <a:latin typeface="+mj-lt"/>
                  </a:rPr>
                  <a:t> Rank given by 2</a:t>
                </a:r>
                <a:r>
                  <a:rPr lang="en-US" sz="2800" b="0" i="0" baseline="30000" dirty="0">
                    <a:solidFill>
                      <a:srgbClr val="002060"/>
                    </a:solidFill>
                    <a:latin typeface="+mj-lt"/>
                  </a:rPr>
                  <a:t>nd</a:t>
                </a:r>
                <a:r>
                  <a:rPr lang="en-US" sz="2800" b="0" i="0" dirty="0">
                    <a:solidFill>
                      <a:srgbClr val="002060"/>
                    </a:solidFill>
                    <a:latin typeface="+mj-lt"/>
                  </a:rPr>
                  <a:t> judge</a:t>
                </a:r>
                <a14:m>
                  <m:oMath xmlns:m="http://schemas.openxmlformats.org/officeDocument/2006/math">
                    <m:r>
                      <a:rPr lang="en-US" sz="2800" b="0" i="0" dirty="0" smtClean="0">
                        <a:solidFill>
                          <a:srgbClr val="002060"/>
                        </a:solidFill>
                        <a:latin typeface="Cambria Math" panose="02040503050406030204" pitchFamily="18" charset="0"/>
                      </a:rPr>
                      <m:t> </m:t>
                    </m:r>
                  </m:oMath>
                </a14:m>
                <a:endParaRPr lang="en-US" sz="2800" dirty="0">
                  <a:solidFill>
                    <a:srgbClr val="002060"/>
                  </a:solidFill>
                </a:endParaRPr>
              </a:p>
            </p:txBody>
          </p:sp>
        </mc:Choice>
        <mc:Fallback xmlns="">
          <p:sp>
            <p:nvSpPr>
              <p:cNvPr id="11" name="Rectangle 10"/>
              <p:cNvSpPr>
                <a:spLocks noRot="1" noChangeAspect="1" noMove="1" noResize="1" noEditPoints="1" noAdjustHandles="1" noChangeArrowheads="1" noChangeShapeType="1" noTextEdit="1"/>
              </p:cNvSpPr>
              <p:nvPr/>
            </p:nvSpPr>
            <p:spPr>
              <a:xfrm>
                <a:off x="1625597" y="5824220"/>
                <a:ext cx="5353132" cy="523220"/>
              </a:xfrm>
              <a:prstGeom prst="rect">
                <a:avLst/>
              </a:prstGeom>
              <a:blipFill rotWithShape="0">
                <a:blip r:embed="rId3"/>
                <a:stretch>
                  <a:fillRect l="-2392" t="-11628" b="-31395"/>
                </a:stretch>
              </a:blipFill>
            </p:spPr>
            <p:txBody>
              <a:bodyPr/>
              <a:lstStyle/>
              <a:p>
                <a:r>
                  <a:rPr lang="en-US">
                    <a:noFill/>
                  </a:rPr>
                  <a:t> </a:t>
                </a:r>
              </a:p>
            </p:txBody>
          </p:sp>
        </mc:Fallback>
      </mc:AlternateContent>
    </p:spTree>
    <p:extLst>
      <p:ext uri="{BB962C8B-B14F-4D97-AF65-F5344CB8AC3E}">
        <p14:creationId xmlns:p14="http://schemas.microsoft.com/office/powerpoint/2010/main" val="1378840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50"/>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50" grpId="0" animBg="1"/>
      <p:bldP spid="10" grpId="0"/>
      <p:bldP spid="11"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2 ⇝ Example 1(</a:t>
            </a:r>
            <a:r>
              <a:rPr lang="en-GB" dirty="0">
                <a:solidFill>
                  <a:srgbClr val="FF0000"/>
                </a:solidFill>
              </a:rPr>
              <a:t>Continue</a:t>
            </a:r>
            <a:r>
              <a:rPr lang="en-GB" dirty="0"/>
              <a:t>)</a:t>
            </a:r>
            <a:endParaRPr lang="en-US" dirty="0"/>
          </a:p>
        </p:txBody>
      </p:sp>
      <mc:AlternateContent xmlns:mc="http://schemas.openxmlformats.org/markup-compatibility/2006" xmlns:a14="http://schemas.microsoft.com/office/drawing/2010/main">
        <mc:Choice Requires="a14">
          <p:graphicFrame>
            <p:nvGraphicFramePr>
              <p:cNvPr id="6" name="Table 5"/>
              <p:cNvGraphicFramePr>
                <a:graphicFrameLocks noGrp="1"/>
              </p:cNvGraphicFramePr>
              <p:nvPr/>
            </p:nvGraphicFramePr>
            <p:xfrm>
              <a:off x="99028" y="818368"/>
              <a:ext cx="6502400" cy="5709412"/>
            </p:xfrm>
            <a:graphic>
              <a:graphicData uri="http://schemas.openxmlformats.org/drawingml/2006/table">
                <a:tbl>
                  <a:tblPr firstRow="1" bandRow="1">
                    <a:tableStyleId>{93296810-A885-4BE3-A3E7-6D5BEEA58F35}</a:tableStyleId>
                  </a:tblPr>
                  <a:tblGrid>
                    <a:gridCol w="1625600">
                      <a:extLst>
                        <a:ext uri="{9D8B030D-6E8A-4147-A177-3AD203B41FA5}">
                          <a16:colId xmlns:a16="http://schemas.microsoft.com/office/drawing/2014/main" val="20000"/>
                        </a:ext>
                      </a:extLst>
                    </a:gridCol>
                    <a:gridCol w="1625600">
                      <a:extLst>
                        <a:ext uri="{9D8B030D-6E8A-4147-A177-3AD203B41FA5}">
                          <a16:colId xmlns:a16="http://schemas.microsoft.com/office/drawing/2014/main" val="20001"/>
                        </a:ext>
                      </a:extLst>
                    </a:gridCol>
                    <a:gridCol w="1625600">
                      <a:extLst>
                        <a:ext uri="{9D8B030D-6E8A-4147-A177-3AD203B41FA5}">
                          <a16:colId xmlns:a16="http://schemas.microsoft.com/office/drawing/2014/main" val="20002"/>
                        </a:ext>
                      </a:extLst>
                    </a:gridCol>
                    <a:gridCol w="1625600">
                      <a:extLst>
                        <a:ext uri="{9D8B030D-6E8A-4147-A177-3AD203B41FA5}">
                          <a16:colId xmlns:a16="http://schemas.microsoft.com/office/drawing/2014/main" val="20003"/>
                        </a:ext>
                      </a:extLst>
                    </a:gridCol>
                  </a:tblGrid>
                  <a:tr h="502920">
                    <a:tc>
                      <a:txBody>
                        <a:bodyPr/>
                        <a:lstStyle/>
                        <a:p>
                          <a:pPr algn="ctr"/>
                          <a14:m>
                            <m:oMathPara xmlns:m="http://schemas.openxmlformats.org/officeDocument/2006/math">
                              <m:oMathParaPr>
                                <m:jc m:val="center"/>
                              </m:oMathParaPr>
                              <m:oMath xmlns:m="http://schemas.openxmlformats.org/officeDocument/2006/math">
                                <m:r>
                                  <a:rPr lang="en-US" sz="2800" b="1" i="0" dirty="0" smtClean="0">
                                    <a:solidFill>
                                      <a:schemeClr val="bg1"/>
                                    </a:solidFill>
                                    <a:latin typeface="Cambria Math" panose="02040503050406030204" pitchFamily="18" charset="0"/>
                                  </a:rPr>
                                  <m:t>𝐱</m:t>
                                </m:r>
                              </m:oMath>
                            </m:oMathPara>
                          </a14:m>
                          <a:endParaRPr lang="en-US" sz="2800" b="1" dirty="0">
                            <a:solidFill>
                              <a:schemeClr val="bg1"/>
                            </a:solidFill>
                          </a:endParaRPr>
                        </a:p>
                      </a:txBody>
                      <a:tcPr anchor="ctr"/>
                    </a:tc>
                    <a:tc>
                      <a:txBody>
                        <a:bodyPr/>
                        <a:lstStyle/>
                        <a:p>
                          <a:pPr algn="ctr"/>
                          <a14:m>
                            <m:oMathPara xmlns:m="http://schemas.openxmlformats.org/officeDocument/2006/math">
                              <m:oMathParaPr>
                                <m:jc m:val="center"/>
                              </m:oMathParaPr>
                              <m:oMath xmlns:m="http://schemas.openxmlformats.org/officeDocument/2006/math">
                                <m:r>
                                  <a:rPr lang="en-US" sz="2800" b="1" i="0" dirty="0" smtClean="0">
                                    <a:solidFill>
                                      <a:schemeClr val="bg1"/>
                                    </a:solidFill>
                                    <a:latin typeface="Cambria Math" panose="02040503050406030204" pitchFamily="18" charset="0"/>
                                  </a:rPr>
                                  <m:t>𝐲</m:t>
                                </m:r>
                              </m:oMath>
                            </m:oMathPara>
                          </a14:m>
                          <a:endParaRPr lang="en-US" sz="2800" b="1" dirty="0">
                            <a:solidFill>
                              <a:schemeClr val="bg1"/>
                            </a:solidFill>
                          </a:endParaRPr>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800" b="1" i="0" dirty="0" smtClean="0">
                                    <a:solidFill>
                                      <a:schemeClr val="bg1"/>
                                    </a:solidFill>
                                    <a:latin typeface="Cambria Math" panose="02040503050406030204" pitchFamily="18" charset="0"/>
                                  </a:rPr>
                                  <m:t>𝐝</m:t>
                                </m:r>
                              </m:oMath>
                            </m:oMathPara>
                          </a14:m>
                          <a:endParaRPr lang="en-US" sz="2800" b="1" i="0" dirty="0">
                            <a:solidFill>
                              <a:schemeClr val="bg1"/>
                            </a:solidFill>
                          </a:endParaRPr>
                        </a:p>
                      </a:txBody>
                      <a:tcPr anchor="ctr"/>
                    </a:tc>
                    <a:tc>
                      <a:txBody>
                        <a:bodyPr/>
                        <a:lstStyle/>
                        <a:p>
                          <a:pPr algn="ctr"/>
                          <a14:m>
                            <m:oMathPara xmlns:m="http://schemas.openxmlformats.org/officeDocument/2006/math">
                              <m:oMathParaPr>
                                <m:jc m:val="centerGroup"/>
                              </m:oMathParaPr>
                              <m:oMath xmlns:m="http://schemas.openxmlformats.org/officeDocument/2006/math">
                                <m:sSup>
                                  <m:sSupPr>
                                    <m:ctrlPr>
                                      <a:rPr lang="en-US" sz="2800" b="1" i="1" dirty="0" smtClean="0">
                                        <a:solidFill>
                                          <a:schemeClr val="bg1"/>
                                        </a:solidFill>
                                        <a:latin typeface="Cambria Math" panose="02040503050406030204" pitchFamily="18" charset="0"/>
                                      </a:rPr>
                                    </m:ctrlPr>
                                  </m:sSupPr>
                                  <m:e>
                                    <m:r>
                                      <a:rPr lang="en-US" sz="2800" b="1" i="0" dirty="0" smtClean="0">
                                        <a:solidFill>
                                          <a:schemeClr val="bg1"/>
                                        </a:solidFill>
                                        <a:latin typeface="Cambria Math" panose="02040503050406030204" pitchFamily="18" charset="0"/>
                                      </a:rPr>
                                      <m:t>𝐝</m:t>
                                    </m:r>
                                  </m:e>
                                  <m:sup>
                                    <m:r>
                                      <a:rPr lang="en-US" sz="2800" b="1" i="0" dirty="0" smtClean="0">
                                        <a:solidFill>
                                          <a:schemeClr val="bg1"/>
                                        </a:solidFill>
                                        <a:latin typeface="Cambria Math" panose="02040503050406030204" pitchFamily="18" charset="0"/>
                                      </a:rPr>
                                      <m:t>𝟐</m:t>
                                    </m:r>
                                  </m:sup>
                                </m:sSup>
                              </m:oMath>
                            </m:oMathPara>
                          </a14:m>
                          <a:endParaRPr lang="en-US" sz="2800" b="1" dirty="0">
                            <a:solidFill>
                              <a:schemeClr val="bg1"/>
                            </a:solidFill>
                          </a:endParaRPr>
                        </a:p>
                      </a:txBody>
                      <a:tcPr anchor="ctr"/>
                    </a:tc>
                    <a:extLst>
                      <a:ext uri="{0D108BD9-81ED-4DB2-BD59-A6C34878D82A}">
                        <a16:rowId xmlns:a16="http://schemas.microsoft.com/office/drawing/2014/main" val="10000"/>
                      </a:ext>
                    </a:extLst>
                  </a:tr>
                  <a:tr h="502920">
                    <a:tc>
                      <a:txBody>
                        <a:bodyPr/>
                        <a:lstStyle/>
                        <a:p>
                          <a:pPr algn="ctr"/>
                          <a:r>
                            <a:rPr lang="en-US" sz="2800" b="0" dirty="0">
                              <a:solidFill>
                                <a:srgbClr val="002060"/>
                              </a:solidFill>
                            </a:rPr>
                            <a:t>3</a:t>
                          </a:r>
                        </a:p>
                      </a:txBody>
                      <a:tcPr anchor="ctr"/>
                    </a:tc>
                    <a:tc>
                      <a:txBody>
                        <a:bodyPr/>
                        <a:lstStyle/>
                        <a:p>
                          <a:pPr algn="ctr"/>
                          <a:r>
                            <a:rPr lang="en-US" sz="2800" b="0" dirty="0">
                              <a:solidFill>
                                <a:srgbClr val="002060"/>
                              </a:solidFill>
                            </a:rPr>
                            <a:t>6</a:t>
                          </a:r>
                        </a:p>
                      </a:txBody>
                      <a:tcPr anchor="ctr"/>
                    </a:tc>
                    <a:tc>
                      <a:txBody>
                        <a:bodyPr/>
                        <a:lstStyle/>
                        <a:p>
                          <a:pPr algn="ct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1"/>
                      </a:ext>
                    </a:extLst>
                  </a:tr>
                  <a:tr h="502920">
                    <a:tc>
                      <a:txBody>
                        <a:bodyPr/>
                        <a:lstStyle/>
                        <a:p>
                          <a:pPr algn="ctr"/>
                          <a:r>
                            <a:rPr lang="en-US" sz="2800" b="0" dirty="0">
                              <a:solidFill>
                                <a:srgbClr val="002060"/>
                              </a:solidFill>
                            </a:rPr>
                            <a:t>5</a:t>
                          </a:r>
                        </a:p>
                      </a:txBody>
                      <a:tcPr anchor="ctr"/>
                    </a:tc>
                    <a:tc>
                      <a:txBody>
                        <a:bodyPr/>
                        <a:lstStyle/>
                        <a:p>
                          <a:pPr algn="ctr"/>
                          <a:r>
                            <a:rPr lang="en-US" sz="2800" b="0" dirty="0">
                              <a:solidFill>
                                <a:srgbClr val="002060"/>
                              </a:solidFill>
                            </a:rPr>
                            <a:t>4</a:t>
                          </a:r>
                        </a:p>
                      </a:txBody>
                      <a:tcPr anchor="ctr"/>
                    </a:tc>
                    <a:tc>
                      <a:txBody>
                        <a:bodyPr/>
                        <a:lstStyle/>
                        <a:p>
                          <a:pPr algn="ct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2"/>
                      </a:ext>
                    </a:extLst>
                  </a:tr>
                  <a:tr h="502920">
                    <a:tc>
                      <a:txBody>
                        <a:bodyPr/>
                        <a:lstStyle/>
                        <a:p>
                          <a:pPr algn="ctr"/>
                          <a:r>
                            <a:rPr lang="en-US" sz="2800" b="0" dirty="0">
                              <a:solidFill>
                                <a:srgbClr val="002060"/>
                              </a:solidFill>
                            </a:rPr>
                            <a:t>8</a:t>
                          </a:r>
                        </a:p>
                      </a:txBody>
                      <a:tcPr anchor="ctr"/>
                    </a:tc>
                    <a:tc>
                      <a:txBody>
                        <a:bodyPr/>
                        <a:lstStyle/>
                        <a:p>
                          <a:pPr algn="ctr"/>
                          <a:r>
                            <a:rPr lang="en-US" sz="2800" b="0" dirty="0">
                              <a:solidFill>
                                <a:srgbClr val="002060"/>
                              </a:solidFill>
                            </a:rPr>
                            <a:t>9</a:t>
                          </a:r>
                        </a:p>
                      </a:txBody>
                      <a:tcPr anchor="ctr"/>
                    </a:tc>
                    <a:tc>
                      <a:txBody>
                        <a:bodyPr/>
                        <a:lstStyle/>
                        <a:p>
                          <a:pPr algn="ct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3"/>
                      </a:ext>
                    </a:extLst>
                  </a:tr>
                  <a:tr h="502920">
                    <a:tc>
                      <a:txBody>
                        <a:bodyPr/>
                        <a:lstStyle/>
                        <a:p>
                          <a:pPr algn="ctr"/>
                          <a:r>
                            <a:rPr lang="en-US" sz="2800" b="0" dirty="0">
                              <a:solidFill>
                                <a:srgbClr val="002060"/>
                              </a:solidFill>
                            </a:rPr>
                            <a:t>4</a:t>
                          </a:r>
                        </a:p>
                      </a:txBody>
                      <a:tcPr anchor="ctr"/>
                    </a:tc>
                    <a:tc>
                      <a:txBody>
                        <a:bodyPr/>
                        <a:lstStyle/>
                        <a:p>
                          <a:pPr algn="ctr"/>
                          <a:r>
                            <a:rPr lang="en-US" sz="2800" b="0" dirty="0">
                              <a:solidFill>
                                <a:srgbClr val="002060"/>
                              </a:solidFill>
                            </a:rPr>
                            <a:t>8</a:t>
                          </a:r>
                        </a:p>
                      </a:txBody>
                      <a:tcPr anchor="ctr"/>
                    </a:tc>
                    <a:tc>
                      <a:txBody>
                        <a:bodyPr/>
                        <a:lstStyle/>
                        <a:p>
                          <a:pPr algn="ct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4"/>
                      </a:ext>
                    </a:extLst>
                  </a:tr>
                  <a:tr h="502920">
                    <a:tc>
                      <a:txBody>
                        <a:bodyPr/>
                        <a:lstStyle/>
                        <a:p>
                          <a:pPr algn="ctr"/>
                          <a:r>
                            <a:rPr lang="en-US" sz="2800" b="0" dirty="0">
                              <a:solidFill>
                                <a:srgbClr val="002060"/>
                              </a:solidFill>
                            </a:rPr>
                            <a:t>7</a:t>
                          </a:r>
                        </a:p>
                      </a:txBody>
                      <a:tcPr anchor="ctr"/>
                    </a:tc>
                    <a:tc>
                      <a:txBody>
                        <a:bodyPr/>
                        <a:lstStyle/>
                        <a:p>
                          <a:pPr algn="ctr"/>
                          <a:r>
                            <a:rPr lang="en-US" sz="2800" b="0" dirty="0">
                              <a:solidFill>
                                <a:srgbClr val="002060"/>
                              </a:solidFill>
                            </a:rPr>
                            <a:t>1</a:t>
                          </a:r>
                        </a:p>
                      </a:txBody>
                      <a:tcPr anchor="ctr"/>
                    </a:tc>
                    <a:tc>
                      <a:txBody>
                        <a:bodyPr/>
                        <a:lstStyle/>
                        <a:p>
                          <a:pPr algn="ct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5"/>
                      </a:ext>
                    </a:extLst>
                  </a:tr>
                  <a:tr h="502920">
                    <a:tc>
                      <a:txBody>
                        <a:bodyPr/>
                        <a:lstStyle/>
                        <a:p>
                          <a:pPr algn="ctr"/>
                          <a:r>
                            <a:rPr lang="en-US" sz="2800" b="0" dirty="0">
                              <a:solidFill>
                                <a:srgbClr val="002060"/>
                              </a:solidFill>
                            </a:rPr>
                            <a:t>10</a:t>
                          </a:r>
                        </a:p>
                      </a:txBody>
                      <a:tcPr anchor="ctr"/>
                    </a:tc>
                    <a:tc>
                      <a:txBody>
                        <a:bodyPr/>
                        <a:lstStyle/>
                        <a:p>
                          <a:pPr algn="ctr"/>
                          <a:r>
                            <a:rPr lang="en-US" sz="2800" b="0" dirty="0">
                              <a:solidFill>
                                <a:srgbClr val="002060"/>
                              </a:solidFill>
                            </a:rPr>
                            <a:t>2</a:t>
                          </a:r>
                        </a:p>
                      </a:txBody>
                      <a:tcPr anchor="ctr"/>
                    </a:tc>
                    <a:tc>
                      <a:txBody>
                        <a:bodyPr/>
                        <a:lstStyle/>
                        <a:p>
                          <a:pPr algn="ct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6"/>
                      </a:ext>
                    </a:extLst>
                  </a:tr>
                  <a:tr h="502920">
                    <a:tc>
                      <a:txBody>
                        <a:bodyPr/>
                        <a:lstStyle/>
                        <a:p>
                          <a:pPr algn="ctr"/>
                          <a:r>
                            <a:rPr lang="en-US" sz="2800" b="0" dirty="0">
                              <a:solidFill>
                                <a:srgbClr val="002060"/>
                              </a:solidFill>
                            </a:rPr>
                            <a:t>2</a:t>
                          </a:r>
                        </a:p>
                      </a:txBody>
                      <a:tcPr anchor="ctr"/>
                    </a:tc>
                    <a:tc>
                      <a:txBody>
                        <a:bodyPr/>
                        <a:lstStyle/>
                        <a:p>
                          <a:pPr algn="ctr"/>
                          <a:r>
                            <a:rPr lang="en-US" sz="2800" b="0" dirty="0">
                              <a:solidFill>
                                <a:srgbClr val="002060"/>
                              </a:solidFill>
                            </a:rPr>
                            <a:t>3</a:t>
                          </a:r>
                        </a:p>
                      </a:txBody>
                      <a:tcPr anchor="ctr"/>
                    </a:tc>
                    <a:tc>
                      <a:txBody>
                        <a:bodyPr/>
                        <a:lstStyle/>
                        <a:p>
                          <a:pPr algn="ct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7"/>
                      </a:ext>
                    </a:extLst>
                  </a:tr>
                  <a:tr h="502920">
                    <a:tc>
                      <a:txBody>
                        <a:bodyPr/>
                        <a:lstStyle/>
                        <a:p>
                          <a:pPr algn="ctr"/>
                          <a:r>
                            <a:rPr lang="en-US" sz="2800" b="0" dirty="0">
                              <a:solidFill>
                                <a:srgbClr val="002060"/>
                              </a:solidFill>
                            </a:rPr>
                            <a:t>1</a:t>
                          </a:r>
                        </a:p>
                      </a:txBody>
                      <a:tcPr anchor="ctr"/>
                    </a:tc>
                    <a:tc>
                      <a:txBody>
                        <a:bodyPr/>
                        <a:lstStyle/>
                        <a:p>
                          <a:pPr algn="ctr"/>
                          <a:r>
                            <a:rPr lang="en-US" sz="2800" b="0" dirty="0">
                              <a:solidFill>
                                <a:srgbClr val="002060"/>
                              </a:solidFill>
                            </a:rPr>
                            <a:t>10</a:t>
                          </a:r>
                        </a:p>
                      </a:txBody>
                      <a:tcPr anchor="ctr"/>
                    </a:tc>
                    <a:tc>
                      <a:txBody>
                        <a:bodyPr/>
                        <a:lstStyle/>
                        <a:p>
                          <a:pPr algn="ct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8"/>
                      </a:ext>
                    </a:extLst>
                  </a:tr>
                  <a:tr h="502920">
                    <a:tc>
                      <a:txBody>
                        <a:bodyPr/>
                        <a:lstStyle/>
                        <a:p>
                          <a:pPr algn="ctr"/>
                          <a:r>
                            <a:rPr lang="en-US" sz="2800" b="0" dirty="0">
                              <a:solidFill>
                                <a:srgbClr val="002060"/>
                              </a:solidFill>
                            </a:rPr>
                            <a:t>6</a:t>
                          </a:r>
                        </a:p>
                      </a:txBody>
                      <a:tcPr anchor="ctr"/>
                    </a:tc>
                    <a:tc>
                      <a:txBody>
                        <a:bodyPr/>
                        <a:lstStyle/>
                        <a:p>
                          <a:pPr algn="ctr"/>
                          <a:r>
                            <a:rPr lang="en-US" sz="2800" b="0" dirty="0">
                              <a:solidFill>
                                <a:srgbClr val="002060"/>
                              </a:solidFill>
                            </a:rPr>
                            <a:t>5</a:t>
                          </a:r>
                        </a:p>
                      </a:txBody>
                      <a:tcPr anchor="ctr"/>
                    </a:tc>
                    <a:tc>
                      <a:txBody>
                        <a:bodyPr/>
                        <a:lstStyle/>
                        <a:p>
                          <a:pPr algn="ctr"/>
                          <a:endParaRPr lang="en-US" sz="2800" b="0" dirty="0"/>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9"/>
                      </a:ext>
                    </a:extLst>
                  </a:tr>
                  <a:tr h="502920">
                    <a:tc>
                      <a:txBody>
                        <a:bodyPr/>
                        <a:lstStyle/>
                        <a:p>
                          <a:pPr algn="ctr"/>
                          <a:r>
                            <a:rPr lang="en-US" sz="2800" b="0" dirty="0">
                              <a:solidFill>
                                <a:srgbClr val="002060"/>
                              </a:solidFill>
                            </a:rPr>
                            <a:t>9</a:t>
                          </a:r>
                        </a:p>
                      </a:txBody>
                      <a:tcPr anchor="ctr"/>
                    </a:tc>
                    <a:tc>
                      <a:txBody>
                        <a:bodyPr/>
                        <a:lstStyle/>
                        <a:p>
                          <a:pPr algn="ctr"/>
                          <a:r>
                            <a:rPr lang="en-US" sz="2800" b="0" dirty="0">
                              <a:solidFill>
                                <a:srgbClr val="002060"/>
                              </a:solidFill>
                            </a:rPr>
                            <a:t>7</a:t>
                          </a:r>
                        </a:p>
                      </a:txBody>
                      <a:tcPr anchor="ctr"/>
                    </a:tc>
                    <a:tc>
                      <a:txBody>
                        <a:bodyPr/>
                        <a:lstStyle/>
                        <a:p>
                          <a:pPr algn="ct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10"/>
                      </a:ext>
                    </a:extLst>
                  </a:tr>
                </a:tbl>
              </a:graphicData>
            </a:graphic>
          </p:graphicFrame>
        </mc:Choice>
        <mc:Fallback xmlns="">
          <p:graphicFrame>
            <p:nvGraphicFramePr>
              <p:cNvPr id="6" name="Table 5"/>
              <p:cNvGraphicFramePr>
                <a:graphicFrameLocks noGrp="1"/>
              </p:cNvGraphicFramePr>
              <p:nvPr>
                <p:extLst/>
              </p:nvPr>
            </p:nvGraphicFramePr>
            <p:xfrm>
              <a:off x="99028" y="818368"/>
              <a:ext cx="6502400" cy="5709412"/>
            </p:xfrm>
            <a:graphic>
              <a:graphicData uri="http://schemas.openxmlformats.org/drawingml/2006/table">
                <a:tbl>
                  <a:tblPr firstRow="1" bandRow="1">
                    <a:tableStyleId>{93296810-A885-4BE3-A3E7-6D5BEEA58F35}</a:tableStyleId>
                  </a:tblPr>
                  <a:tblGrid>
                    <a:gridCol w="1625600"/>
                    <a:gridCol w="1625600"/>
                    <a:gridCol w="1625600"/>
                    <a:gridCol w="1625600"/>
                  </a:tblGrid>
                  <a:tr h="527812">
                    <a:tc>
                      <a:txBody>
                        <a:bodyPr/>
                        <a:lstStyle/>
                        <a:p>
                          <a:endParaRPr lang="en-US"/>
                        </a:p>
                      </a:txBody>
                      <a:tcPr anchor="ctr">
                        <a:blipFill rotWithShape="0">
                          <a:blip r:embed="rId2"/>
                          <a:stretch>
                            <a:fillRect l="-375" t="-1149" r="-301498" b="-1009195"/>
                          </a:stretch>
                        </a:blipFill>
                      </a:tcPr>
                    </a:tc>
                    <a:tc>
                      <a:txBody>
                        <a:bodyPr/>
                        <a:lstStyle/>
                        <a:p>
                          <a:endParaRPr lang="en-US"/>
                        </a:p>
                      </a:txBody>
                      <a:tcPr anchor="ctr">
                        <a:blipFill rotWithShape="0">
                          <a:blip r:embed="rId2"/>
                          <a:stretch>
                            <a:fillRect l="-100375" t="-1149" r="-201498" b="-1009195"/>
                          </a:stretch>
                        </a:blipFill>
                      </a:tcPr>
                    </a:tc>
                    <a:tc>
                      <a:txBody>
                        <a:bodyPr/>
                        <a:lstStyle/>
                        <a:p>
                          <a:endParaRPr lang="en-US"/>
                        </a:p>
                      </a:txBody>
                      <a:tcPr anchor="ctr">
                        <a:blipFill rotWithShape="0">
                          <a:blip r:embed="rId2"/>
                          <a:stretch>
                            <a:fillRect l="-201128" t="-1149" r="-102256" b="-1009195"/>
                          </a:stretch>
                        </a:blipFill>
                      </a:tcPr>
                    </a:tc>
                    <a:tc>
                      <a:txBody>
                        <a:bodyPr/>
                        <a:lstStyle/>
                        <a:p>
                          <a:endParaRPr lang="en-US"/>
                        </a:p>
                      </a:txBody>
                      <a:tcPr anchor="ctr">
                        <a:blipFill rotWithShape="0">
                          <a:blip r:embed="rId2"/>
                          <a:stretch>
                            <a:fillRect l="-300000" t="-1149" r="-1873" b="-1009195"/>
                          </a:stretch>
                        </a:blipFill>
                      </a:tcPr>
                    </a:tc>
                  </a:tr>
                  <a:tr h="518160">
                    <a:tc>
                      <a:txBody>
                        <a:bodyPr/>
                        <a:lstStyle/>
                        <a:p>
                          <a:pPr algn="ctr"/>
                          <a:r>
                            <a:rPr lang="en-US" sz="2800" b="0" dirty="0" smtClean="0">
                              <a:solidFill>
                                <a:srgbClr val="002060"/>
                              </a:solidFill>
                            </a:rPr>
                            <a:t>3</a:t>
                          </a:r>
                          <a:endParaRPr lang="en-US" sz="2800" b="0" dirty="0">
                            <a:solidFill>
                              <a:srgbClr val="002060"/>
                            </a:solidFill>
                          </a:endParaRPr>
                        </a:p>
                      </a:txBody>
                      <a:tcPr anchor="ctr"/>
                    </a:tc>
                    <a:tc>
                      <a:txBody>
                        <a:bodyPr/>
                        <a:lstStyle/>
                        <a:p>
                          <a:pPr algn="ctr"/>
                          <a:r>
                            <a:rPr lang="en-US" sz="2800" b="0" dirty="0" smtClean="0">
                              <a:solidFill>
                                <a:srgbClr val="002060"/>
                              </a:solidFill>
                            </a:rPr>
                            <a:t>6</a:t>
                          </a: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r>
                  <a:tr h="518160">
                    <a:tc>
                      <a:txBody>
                        <a:bodyPr/>
                        <a:lstStyle/>
                        <a:p>
                          <a:pPr algn="ctr"/>
                          <a:r>
                            <a:rPr lang="en-US" sz="2800" b="0" dirty="0" smtClean="0">
                              <a:solidFill>
                                <a:srgbClr val="002060"/>
                              </a:solidFill>
                            </a:rPr>
                            <a:t>5</a:t>
                          </a:r>
                          <a:endParaRPr lang="en-US" sz="2800" b="0" dirty="0">
                            <a:solidFill>
                              <a:srgbClr val="002060"/>
                            </a:solidFill>
                          </a:endParaRPr>
                        </a:p>
                      </a:txBody>
                      <a:tcPr anchor="ctr"/>
                    </a:tc>
                    <a:tc>
                      <a:txBody>
                        <a:bodyPr/>
                        <a:lstStyle/>
                        <a:p>
                          <a:pPr algn="ctr"/>
                          <a:r>
                            <a:rPr lang="en-US" sz="2800" b="0" dirty="0" smtClean="0">
                              <a:solidFill>
                                <a:srgbClr val="002060"/>
                              </a:solidFill>
                            </a:rPr>
                            <a:t>4</a:t>
                          </a: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r>
                  <a:tr h="518160">
                    <a:tc>
                      <a:txBody>
                        <a:bodyPr/>
                        <a:lstStyle/>
                        <a:p>
                          <a:pPr algn="ctr"/>
                          <a:r>
                            <a:rPr lang="en-US" sz="2800" b="0" dirty="0" smtClean="0">
                              <a:solidFill>
                                <a:srgbClr val="002060"/>
                              </a:solidFill>
                            </a:rPr>
                            <a:t>8</a:t>
                          </a:r>
                          <a:endParaRPr lang="en-US" sz="2800" b="0" dirty="0">
                            <a:solidFill>
                              <a:srgbClr val="002060"/>
                            </a:solidFill>
                          </a:endParaRPr>
                        </a:p>
                      </a:txBody>
                      <a:tcPr anchor="ctr"/>
                    </a:tc>
                    <a:tc>
                      <a:txBody>
                        <a:bodyPr/>
                        <a:lstStyle/>
                        <a:p>
                          <a:pPr algn="ctr"/>
                          <a:r>
                            <a:rPr lang="en-US" sz="2800" b="0" dirty="0" smtClean="0">
                              <a:solidFill>
                                <a:srgbClr val="002060"/>
                              </a:solidFill>
                            </a:rPr>
                            <a:t>9</a:t>
                          </a: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r>
                  <a:tr h="518160">
                    <a:tc>
                      <a:txBody>
                        <a:bodyPr/>
                        <a:lstStyle/>
                        <a:p>
                          <a:pPr algn="ctr"/>
                          <a:r>
                            <a:rPr lang="en-US" sz="2800" b="0" dirty="0" smtClean="0">
                              <a:solidFill>
                                <a:srgbClr val="002060"/>
                              </a:solidFill>
                            </a:rPr>
                            <a:t>4</a:t>
                          </a:r>
                          <a:endParaRPr lang="en-US" sz="2800" b="0" dirty="0">
                            <a:solidFill>
                              <a:srgbClr val="002060"/>
                            </a:solidFill>
                          </a:endParaRPr>
                        </a:p>
                      </a:txBody>
                      <a:tcPr anchor="ctr"/>
                    </a:tc>
                    <a:tc>
                      <a:txBody>
                        <a:bodyPr/>
                        <a:lstStyle/>
                        <a:p>
                          <a:pPr algn="ctr"/>
                          <a:r>
                            <a:rPr lang="en-US" sz="2800" b="0" dirty="0" smtClean="0">
                              <a:solidFill>
                                <a:srgbClr val="002060"/>
                              </a:solidFill>
                            </a:rPr>
                            <a:t>8</a:t>
                          </a: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r>
                  <a:tr h="518160">
                    <a:tc>
                      <a:txBody>
                        <a:bodyPr/>
                        <a:lstStyle/>
                        <a:p>
                          <a:pPr algn="ctr"/>
                          <a:r>
                            <a:rPr lang="en-US" sz="2800" b="0" dirty="0" smtClean="0">
                              <a:solidFill>
                                <a:srgbClr val="002060"/>
                              </a:solidFill>
                            </a:rPr>
                            <a:t>7</a:t>
                          </a:r>
                          <a:endParaRPr lang="en-US" sz="2800" b="0" dirty="0">
                            <a:solidFill>
                              <a:srgbClr val="002060"/>
                            </a:solidFill>
                          </a:endParaRPr>
                        </a:p>
                      </a:txBody>
                      <a:tcPr anchor="ctr"/>
                    </a:tc>
                    <a:tc>
                      <a:txBody>
                        <a:bodyPr/>
                        <a:lstStyle/>
                        <a:p>
                          <a:pPr algn="ctr"/>
                          <a:r>
                            <a:rPr lang="en-US" sz="2800" b="0" dirty="0" smtClean="0">
                              <a:solidFill>
                                <a:srgbClr val="002060"/>
                              </a:solidFill>
                            </a:rPr>
                            <a:t>1</a:t>
                          </a: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r>
                  <a:tr h="518160">
                    <a:tc>
                      <a:txBody>
                        <a:bodyPr/>
                        <a:lstStyle/>
                        <a:p>
                          <a:pPr algn="ctr"/>
                          <a:r>
                            <a:rPr lang="en-US" sz="2800" b="0" dirty="0" smtClean="0">
                              <a:solidFill>
                                <a:srgbClr val="002060"/>
                              </a:solidFill>
                            </a:rPr>
                            <a:t>10</a:t>
                          </a:r>
                          <a:endParaRPr lang="en-US" sz="2800" b="0" dirty="0">
                            <a:solidFill>
                              <a:srgbClr val="002060"/>
                            </a:solidFill>
                          </a:endParaRPr>
                        </a:p>
                      </a:txBody>
                      <a:tcPr anchor="ctr"/>
                    </a:tc>
                    <a:tc>
                      <a:txBody>
                        <a:bodyPr/>
                        <a:lstStyle/>
                        <a:p>
                          <a:pPr algn="ctr"/>
                          <a:r>
                            <a:rPr lang="en-US" sz="2800" b="0" dirty="0" smtClean="0">
                              <a:solidFill>
                                <a:srgbClr val="002060"/>
                              </a:solidFill>
                            </a:rPr>
                            <a:t>2</a:t>
                          </a: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r>
                  <a:tr h="518160">
                    <a:tc>
                      <a:txBody>
                        <a:bodyPr/>
                        <a:lstStyle/>
                        <a:p>
                          <a:pPr algn="ctr"/>
                          <a:r>
                            <a:rPr lang="en-US" sz="2800" b="0" dirty="0" smtClean="0">
                              <a:solidFill>
                                <a:srgbClr val="002060"/>
                              </a:solidFill>
                            </a:rPr>
                            <a:t>2</a:t>
                          </a:r>
                          <a:endParaRPr lang="en-US" sz="2800" b="0" dirty="0">
                            <a:solidFill>
                              <a:srgbClr val="002060"/>
                            </a:solidFill>
                          </a:endParaRPr>
                        </a:p>
                      </a:txBody>
                      <a:tcPr anchor="ctr"/>
                    </a:tc>
                    <a:tc>
                      <a:txBody>
                        <a:bodyPr/>
                        <a:lstStyle/>
                        <a:p>
                          <a:pPr algn="ctr"/>
                          <a:r>
                            <a:rPr lang="en-US" sz="2800" b="0" dirty="0" smtClean="0">
                              <a:solidFill>
                                <a:srgbClr val="002060"/>
                              </a:solidFill>
                            </a:rPr>
                            <a:t>3</a:t>
                          </a: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r>
                  <a:tr h="518160">
                    <a:tc>
                      <a:txBody>
                        <a:bodyPr/>
                        <a:lstStyle/>
                        <a:p>
                          <a:pPr algn="ctr"/>
                          <a:r>
                            <a:rPr lang="en-US" sz="2800" b="0" dirty="0" smtClean="0">
                              <a:solidFill>
                                <a:srgbClr val="002060"/>
                              </a:solidFill>
                            </a:rPr>
                            <a:t>1</a:t>
                          </a:r>
                          <a:endParaRPr lang="en-US" sz="2800" b="0" dirty="0">
                            <a:solidFill>
                              <a:srgbClr val="002060"/>
                            </a:solidFill>
                          </a:endParaRPr>
                        </a:p>
                      </a:txBody>
                      <a:tcPr anchor="ctr"/>
                    </a:tc>
                    <a:tc>
                      <a:txBody>
                        <a:bodyPr/>
                        <a:lstStyle/>
                        <a:p>
                          <a:pPr algn="ctr"/>
                          <a:r>
                            <a:rPr lang="en-US" sz="2800" b="0" dirty="0" smtClean="0">
                              <a:solidFill>
                                <a:srgbClr val="002060"/>
                              </a:solidFill>
                            </a:rPr>
                            <a:t>10</a:t>
                          </a: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r>
                  <a:tr h="518160">
                    <a:tc>
                      <a:txBody>
                        <a:bodyPr/>
                        <a:lstStyle/>
                        <a:p>
                          <a:pPr algn="ctr"/>
                          <a:r>
                            <a:rPr lang="en-US" sz="2800" b="0" dirty="0" smtClean="0">
                              <a:solidFill>
                                <a:srgbClr val="002060"/>
                              </a:solidFill>
                            </a:rPr>
                            <a:t>6</a:t>
                          </a:r>
                          <a:endParaRPr lang="en-US" sz="2800" b="0" dirty="0">
                            <a:solidFill>
                              <a:srgbClr val="002060"/>
                            </a:solidFill>
                          </a:endParaRPr>
                        </a:p>
                      </a:txBody>
                      <a:tcPr anchor="ctr"/>
                    </a:tc>
                    <a:tc>
                      <a:txBody>
                        <a:bodyPr/>
                        <a:lstStyle/>
                        <a:p>
                          <a:pPr algn="ctr"/>
                          <a:r>
                            <a:rPr lang="en-US" sz="2800" b="0" dirty="0" smtClean="0">
                              <a:solidFill>
                                <a:srgbClr val="002060"/>
                              </a:solidFill>
                            </a:rPr>
                            <a:t>5</a:t>
                          </a:r>
                          <a:endParaRPr lang="en-US" sz="2800" b="0" dirty="0">
                            <a:solidFill>
                              <a:srgbClr val="002060"/>
                            </a:solidFill>
                          </a:endParaRPr>
                        </a:p>
                      </a:txBody>
                      <a:tcPr anchor="ctr"/>
                    </a:tc>
                    <a:tc>
                      <a:txBody>
                        <a:bodyPr/>
                        <a:lstStyle/>
                        <a:p>
                          <a:pPr algn="ctr"/>
                          <a:endParaRPr lang="en-US" sz="2800" b="0" dirty="0"/>
                        </a:p>
                      </a:txBody>
                      <a:tcPr anchor="ctr"/>
                    </a:tc>
                    <a:tc>
                      <a:txBody>
                        <a:bodyPr/>
                        <a:lstStyle/>
                        <a:p>
                          <a:pPr algn="ctr"/>
                          <a:endParaRPr lang="en-US" sz="2800" b="1" dirty="0">
                            <a:solidFill>
                              <a:srgbClr val="002060"/>
                            </a:solidFill>
                          </a:endParaRPr>
                        </a:p>
                      </a:txBody>
                      <a:tcPr anchor="ctr"/>
                    </a:tc>
                  </a:tr>
                  <a:tr h="518160">
                    <a:tc>
                      <a:txBody>
                        <a:bodyPr/>
                        <a:lstStyle/>
                        <a:p>
                          <a:pPr algn="ctr"/>
                          <a:r>
                            <a:rPr lang="en-US" sz="2800" b="0" dirty="0" smtClean="0">
                              <a:solidFill>
                                <a:srgbClr val="002060"/>
                              </a:solidFill>
                            </a:rPr>
                            <a:t>9</a:t>
                          </a:r>
                          <a:endParaRPr lang="en-US" sz="2800" b="0" dirty="0">
                            <a:solidFill>
                              <a:srgbClr val="002060"/>
                            </a:solidFill>
                          </a:endParaRPr>
                        </a:p>
                      </a:txBody>
                      <a:tcPr anchor="ctr"/>
                    </a:tc>
                    <a:tc>
                      <a:txBody>
                        <a:bodyPr/>
                        <a:lstStyle/>
                        <a:p>
                          <a:pPr algn="ctr"/>
                          <a:r>
                            <a:rPr lang="en-US" sz="2800" b="0" dirty="0" smtClean="0">
                              <a:solidFill>
                                <a:srgbClr val="002060"/>
                              </a:solidFill>
                            </a:rPr>
                            <a:t>7</a:t>
                          </a: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r>
                </a:tbl>
              </a:graphicData>
            </a:graphic>
          </p:graphicFrame>
        </mc:Fallback>
      </mc:AlternateContent>
      <p:sp>
        <p:nvSpPr>
          <p:cNvPr id="26" name="TextBox 25">
            <a:extLst>
              <a:ext uri="{FF2B5EF4-FFF2-40B4-BE49-F238E27FC236}">
                <a16:creationId xmlns:a16="http://schemas.microsoft.com/office/drawing/2014/main" id="{68622B1E-44A3-44A2-B1C1-8D969737DA50}"/>
              </a:ext>
            </a:extLst>
          </p:cNvPr>
          <p:cNvSpPr txBox="1"/>
          <p:nvPr/>
        </p:nvSpPr>
        <p:spPr>
          <a:xfrm>
            <a:off x="3961370" y="1340758"/>
            <a:ext cx="403316"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-3</a:t>
            </a:r>
            <a:endParaRPr lang="en-IN" sz="2800" b="1" dirty="0">
              <a:solidFill>
                <a:srgbClr val="002060"/>
              </a:solidFill>
            </a:endParaRPr>
          </a:p>
        </p:txBody>
      </p:sp>
      <p:sp>
        <p:nvSpPr>
          <p:cNvPr id="27" name="TextBox 26">
            <a:extLst>
              <a:ext uri="{FF2B5EF4-FFF2-40B4-BE49-F238E27FC236}">
                <a16:creationId xmlns:a16="http://schemas.microsoft.com/office/drawing/2014/main" id="{68622B1E-44A3-44A2-B1C1-8D969737DA50}"/>
              </a:ext>
            </a:extLst>
          </p:cNvPr>
          <p:cNvSpPr txBox="1"/>
          <p:nvPr/>
        </p:nvSpPr>
        <p:spPr>
          <a:xfrm>
            <a:off x="4029246" y="1860761"/>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1</a:t>
            </a:r>
            <a:endParaRPr lang="en-IN" sz="2800" b="1" dirty="0">
              <a:solidFill>
                <a:srgbClr val="002060"/>
              </a:solidFill>
            </a:endParaRPr>
          </a:p>
        </p:txBody>
      </p:sp>
      <p:sp>
        <p:nvSpPr>
          <p:cNvPr id="28" name="TextBox 27">
            <a:extLst>
              <a:ext uri="{FF2B5EF4-FFF2-40B4-BE49-F238E27FC236}">
                <a16:creationId xmlns:a16="http://schemas.microsoft.com/office/drawing/2014/main" id="{68622B1E-44A3-44A2-B1C1-8D969737DA50}"/>
              </a:ext>
            </a:extLst>
          </p:cNvPr>
          <p:cNvSpPr txBox="1"/>
          <p:nvPr/>
        </p:nvSpPr>
        <p:spPr>
          <a:xfrm>
            <a:off x="3964324" y="2386364"/>
            <a:ext cx="403316"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-1</a:t>
            </a:r>
            <a:endParaRPr lang="en-IN" sz="2800" b="1" dirty="0">
              <a:solidFill>
                <a:srgbClr val="002060"/>
              </a:solidFill>
            </a:endParaRPr>
          </a:p>
        </p:txBody>
      </p:sp>
      <p:sp>
        <p:nvSpPr>
          <p:cNvPr id="29" name="TextBox 28">
            <a:extLst>
              <a:ext uri="{FF2B5EF4-FFF2-40B4-BE49-F238E27FC236}">
                <a16:creationId xmlns:a16="http://schemas.microsoft.com/office/drawing/2014/main" id="{68622B1E-44A3-44A2-B1C1-8D969737DA50}"/>
              </a:ext>
            </a:extLst>
          </p:cNvPr>
          <p:cNvSpPr txBox="1"/>
          <p:nvPr/>
        </p:nvSpPr>
        <p:spPr>
          <a:xfrm>
            <a:off x="3963523" y="2900389"/>
            <a:ext cx="403316"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-4</a:t>
            </a:r>
            <a:endParaRPr lang="en-IN" sz="2800" b="1" dirty="0">
              <a:solidFill>
                <a:srgbClr val="002060"/>
              </a:solidFill>
            </a:endParaRPr>
          </a:p>
        </p:txBody>
      </p:sp>
      <p:sp>
        <p:nvSpPr>
          <p:cNvPr id="30" name="TextBox 29">
            <a:extLst>
              <a:ext uri="{FF2B5EF4-FFF2-40B4-BE49-F238E27FC236}">
                <a16:creationId xmlns:a16="http://schemas.microsoft.com/office/drawing/2014/main" id="{68622B1E-44A3-44A2-B1C1-8D969737DA50}"/>
              </a:ext>
            </a:extLst>
          </p:cNvPr>
          <p:cNvSpPr txBox="1"/>
          <p:nvPr/>
        </p:nvSpPr>
        <p:spPr>
          <a:xfrm>
            <a:off x="4027642" y="3414612"/>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6</a:t>
            </a:r>
            <a:endParaRPr lang="en-IN" sz="2800" b="1" dirty="0">
              <a:solidFill>
                <a:srgbClr val="002060"/>
              </a:solidFill>
            </a:endParaRPr>
          </a:p>
        </p:txBody>
      </p:sp>
      <p:sp>
        <p:nvSpPr>
          <p:cNvPr id="31" name="TextBox 30">
            <a:extLst>
              <a:ext uri="{FF2B5EF4-FFF2-40B4-BE49-F238E27FC236}">
                <a16:creationId xmlns:a16="http://schemas.microsoft.com/office/drawing/2014/main" id="{68622B1E-44A3-44A2-B1C1-8D969737DA50}"/>
              </a:ext>
            </a:extLst>
          </p:cNvPr>
          <p:cNvSpPr txBox="1"/>
          <p:nvPr/>
        </p:nvSpPr>
        <p:spPr>
          <a:xfrm>
            <a:off x="4027642" y="3935824"/>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8</a:t>
            </a:r>
            <a:endParaRPr lang="en-IN" sz="2800" b="1" dirty="0">
              <a:solidFill>
                <a:srgbClr val="002060"/>
              </a:solidFill>
            </a:endParaRPr>
          </a:p>
        </p:txBody>
      </p:sp>
      <p:sp>
        <p:nvSpPr>
          <p:cNvPr id="32" name="TextBox 31">
            <a:extLst>
              <a:ext uri="{FF2B5EF4-FFF2-40B4-BE49-F238E27FC236}">
                <a16:creationId xmlns:a16="http://schemas.microsoft.com/office/drawing/2014/main" id="{68622B1E-44A3-44A2-B1C1-8D969737DA50}"/>
              </a:ext>
            </a:extLst>
          </p:cNvPr>
          <p:cNvSpPr txBox="1"/>
          <p:nvPr/>
        </p:nvSpPr>
        <p:spPr>
          <a:xfrm>
            <a:off x="3961370" y="4458350"/>
            <a:ext cx="403316"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-1</a:t>
            </a:r>
            <a:endParaRPr lang="en-IN" sz="2800" b="1" dirty="0">
              <a:solidFill>
                <a:srgbClr val="002060"/>
              </a:solidFill>
            </a:endParaRPr>
          </a:p>
        </p:txBody>
      </p:sp>
      <p:sp>
        <p:nvSpPr>
          <p:cNvPr id="33" name="TextBox 32">
            <a:extLst>
              <a:ext uri="{FF2B5EF4-FFF2-40B4-BE49-F238E27FC236}">
                <a16:creationId xmlns:a16="http://schemas.microsoft.com/office/drawing/2014/main" id="{68622B1E-44A3-44A2-B1C1-8D969737DA50}"/>
              </a:ext>
            </a:extLst>
          </p:cNvPr>
          <p:cNvSpPr txBox="1"/>
          <p:nvPr/>
        </p:nvSpPr>
        <p:spPr>
          <a:xfrm>
            <a:off x="3961368" y="4974037"/>
            <a:ext cx="403316"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-9</a:t>
            </a:r>
            <a:endParaRPr lang="en-IN" sz="2800" b="1" dirty="0">
              <a:solidFill>
                <a:srgbClr val="002060"/>
              </a:solidFill>
            </a:endParaRPr>
          </a:p>
        </p:txBody>
      </p:sp>
      <p:sp>
        <p:nvSpPr>
          <p:cNvPr id="34" name="TextBox 33">
            <a:extLst>
              <a:ext uri="{FF2B5EF4-FFF2-40B4-BE49-F238E27FC236}">
                <a16:creationId xmlns:a16="http://schemas.microsoft.com/office/drawing/2014/main" id="{68622B1E-44A3-44A2-B1C1-8D969737DA50}"/>
              </a:ext>
            </a:extLst>
          </p:cNvPr>
          <p:cNvSpPr txBox="1"/>
          <p:nvPr/>
        </p:nvSpPr>
        <p:spPr>
          <a:xfrm>
            <a:off x="4026289" y="5488067"/>
            <a:ext cx="273472"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1</a:t>
            </a:r>
            <a:endParaRPr lang="en-IN" sz="2800" b="1" dirty="0">
              <a:solidFill>
                <a:srgbClr val="002060"/>
              </a:solidFill>
            </a:endParaRPr>
          </a:p>
        </p:txBody>
      </p:sp>
      <p:sp>
        <p:nvSpPr>
          <p:cNvPr id="35" name="TextBox 34">
            <a:extLst>
              <a:ext uri="{FF2B5EF4-FFF2-40B4-BE49-F238E27FC236}">
                <a16:creationId xmlns:a16="http://schemas.microsoft.com/office/drawing/2014/main" id="{68622B1E-44A3-44A2-B1C1-8D969737DA50}"/>
              </a:ext>
            </a:extLst>
          </p:cNvPr>
          <p:cNvSpPr txBox="1"/>
          <p:nvPr/>
        </p:nvSpPr>
        <p:spPr>
          <a:xfrm>
            <a:off x="4025486" y="6002095"/>
            <a:ext cx="273472"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2</a:t>
            </a:r>
            <a:endParaRPr lang="en-IN" sz="2800" b="1" dirty="0">
              <a:solidFill>
                <a:srgbClr val="002060"/>
              </a:solidFill>
            </a:endParaRPr>
          </a:p>
        </p:txBody>
      </p:sp>
      <p:sp>
        <p:nvSpPr>
          <p:cNvPr id="52" name="Rounded Rectangle 51"/>
          <p:cNvSpPr/>
          <p:nvPr/>
        </p:nvSpPr>
        <p:spPr>
          <a:xfrm>
            <a:off x="5330386" y="1365070"/>
            <a:ext cx="914400" cy="5120640"/>
          </a:xfrm>
          <a:prstGeom prst="round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TextBox 65">
            <a:extLst>
              <a:ext uri="{FF2B5EF4-FFF2-40B4-BE49-F238E27FC236}">
                <a16:creationId xmlns:a16="http://schemas.microsoft.com/office/drawing/2014/main" id="{68622B1E-44A3-44A2-B1C1-8D969737DA50}"/>
              </a:ext>
            </a:extLst>
          </p:cNvPr>
          <p:cNvSpPr txBox="1"/>
          <p:nvPr/>
        </p:nvSpPr>
        <p:spPr>
          <a:xfrm>
            <a:off x="5651656" y="1349700"/>
            <a:ext cx="273472"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9</a:t>
            </a:r>
            <a:endParaRPr lang="en-IN" sz="2800" b="1" dirty="0">
              <a:solidFill>
                <a:srgbClr val="002060"/>
              </a:solidFill>
            </a:endParaRPr>
          </a:p>
        </p:txBody>
      </p:sp>
      <p:sp>
        <p:nvSpPr>
          <p:cNvPr id="67" name="TextBox 66">
            <a:extLst>
              <a:ext uri="{FF2B5EF4-FFF2-40B4-BE49-F238E27FC236}">
                <a16:creationId xmlns:a16="http://schemas.microsoft.com/office/drawing/2014/main" id="{68622B1E-44A3-44A2-B1C1-8D969737DA50}"/>
              </a:ext>
            </a:extLst>
          </p:cNvPr>
          <p:cNvSpPr txBox="1"/>
          <p:nvPr/>
        </p:nvSpPr>
        <p:spPr>
          <a:xfrm>
            <a:off x="5654610" y="1869703"/>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1</a:t>
            </a:r>
            <a:endParaRPr lang="en-IN" sz="2800" b="1" dirty="0">
              <a:solidFill>
                <a:srgbClr val="002060"/>
              </a:solidFill>
            </a:endParaRPr>
          </a:p>
        </p:txBody>
      </p:sp>
      <p:sp>
        <p:nvSpPr>
          <p:cNvPr id="68" name="TextBox 67">
            <a:extLst>
              <a:ext uri="{FF2B5EF4-FFF2-40B4-BE49-F238E27FC236}">
                <a16:creationId xmlns:a16="http://schemas.microsoft.com/office/drawing/2014/main" id="{68622B1E-44A3-44A2-B1C1-8D969737DA50}"/>
              </a:ext>
            </a:extLst>
          </p:cNvPr>
          <p:cNvSpPr txBox="1"/>
          <p:nvPr/>
        </p:nvSpPr>
        <p:spPr>
          <a:xfrm>
            <a:off x="5654610" y="2395306"/>
            <a:ext cx="273472"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1</a:t>
            </a:r>
            <a:endParaRPr lang="en-IN" sz="2800" b="1" dirty="0">
              <a:solidFill>
                <a:srgbClr val="002060"/>
              </a:solidFill>
            </a:endParaRPr>
          </a:p>
        </p:txBody>
      </p:sp>
      <p:sp>
        <p:nvSpPr>
          <p:cNvPr id="69" name="TextBox 68">
            <a:extLst>
              <a:ext uri="{FF2B5EF4-FFF2-40B4-BE49-F238E27FC236}">
                <a16:creationId xmlns:a16="http://schemas.microsoft.com/office/drawing/2014/main" id="{68622B1E-44A3-44A2-B1C1-8D969737DA50}"/>
              </a:ext>
            </a:extLst>
          </p:cNvPr>
          <p:cNvSpPr txBox="1"/>
          <p:nvPr/>
        </p:nvSpPr>
        <p:spPr>
          <a:xfrm>
            <a:off x="5563239" y="2909331"/>
            <a:ext cx="454612"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16</a:t>
            </a:r>
            <a:endParaRPr lang="en-IN" sz="2800" b="1" dirty="0">
              <a:solidFill>
                <a:srgbClr val="002060"/>
              </a:solidFill>
            </a:endParaRPr>
          </a:p>
        </p:txBody>
      </p:sp>
      <p:sp>
        <p:nvSpPr>
          <p:cNvPr id="70" name="TextBox 69">
            <a:extLst>
              <a:ext uri="{FF2B5EF4-FFF2-40B4-BE49-F238E27FC236}">
                <a16:creationId xmlns:a16="http://schemas.microsoft.com/office/drawing/2014/main" id="{68622B1E-44A3-44A2-B1C1-8D969737DA50}"/>
              </a:ext>
            </a:extLst>
          </p:cNvPr>
          <p:cNvSpPr txBox="1"/>
          <p:nvPr/>
        </p:nvSpPr>
        <p:spPr>
          <a:xfrm>
            <a:off x="5562437" y="3423554"/>
            <a:ext cx="454612"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36</a:t>
            </a:r>
            <a:endParaRPr lang="en-IN" sz="2800" b="1" dirty="0">
              <a:solidFill>
                <a:srgbClr val="002060"/>
              </a:solidFill>
            </a:endParaRPr>
          </a:p>
        </p:txBody>
      </p:sp>
      <p:sp>
        <p:nvSpPr>
          <p:cNvPr id="71" name="TextBox 70">
            <a:extLst>
              <a:ext uri="{FF2B5EF4-FFF2-40B4-BE49-F238E27FC236}">
                <a16:creationId xmlns:a16="http://schemas.microsoft.com/office/drawing/2014/main" id="{68622B1E-44A3-44A2-B1C1-8D969737DA50}"/>
              </a:ext>
            </a:extLst>
          </p:cNvPr>
          <p:cNvSpPr txBox="1"/>
          <p:nvPr/>
        </p:nvSpPr>
        <p:spPr>
          <a:xfrm>
            <a:off x="5562437" y="3944766"/>
            <a:ext cx="454612"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64</a:t>
            </a:r>
            <a:endParaRPr lang="en-IN" sz="2800" b="1" dirty="0">
              <a:solidFill>
                <a:srgbClr val="002060"/>
              </a:solidFill>
            </a:endParaRPr>
          </a:p>
        </p:txBody>
      </p:sp>
      <p:sp>
        <p:nvSpPr>
          <p:cNvPr id="72" name="TextBox 71">
            <a:extLst>
              <a:ext uri="{FF2B5EF4-FFF2-40B4-BE49-F238E27FC236}">
                <a16:creationId xmlns:a16="http://schemas.microsoft.com/office/drawing/2014/main" id="{68622B1E-44A3-44A2-B1C1-8D969737DA50}"/>
              </a:ext>
            </a:extLst>
          </p:cNvPr>
          <p:cNvSpPr txBox="1"/>
          <p:nvPr/>
        </p:nvSpPr>
        <p:spPr>
          <a:xfrm>
            <a:off x="5651656" y="4467292"/>
            <a:ext cx="273472"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1</a:t>
            </a:r>
            <a:endParaRPr lang="en-IN" sz="2800" b="1" dirty="0">
              <a:solidFill>
                <a:srgbClr val="002060"/>
              </a:solidFill>
            </a:endParaRPr>
          </a:p>
        </p:txBody>
      </p:sp>
      <p:sp>
        <p:nvSpPr>
          <p:cNvPr id="73" name="TextBox 72">
            <a:extLst>
              <a:ext uri="{FF2B5EF4-FFF2-40B4-BE49-F238E27FC236}">
                <a16:creationId xmlns:a16="http://schemas.microsoft.com/office/drawing/2014/main" id="{68622B1E-44A3-44A2-B1C1-8D969737DA50}"/>
              </a:ext>
            </a:extLst>
          </p:cNvPr>
          <p:cNvSpPr txBox="1"/>
          <p:nvPr/>
        </p:nvSpPr>
        <p:spPr>
          <a:xfrm>
            <a:off x="5561084" y="4982979"/>
            <a:ext cx="454612"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81</a:t>
            </a:r>
            <a:endParaRPr lang="en-IN" sz="2800" b="1" dirty="0">
              <a:solidFill>
                <a:srgbClr val="002060"/>
              </a:solidFill>
            </a:endParaRPr>
          </a:p>
        </p:txBody>
      </p:sp>
      <p:sp>
        <p:nvSpPr>
          <p:cNvPr id="74" name="TextBox 73">
            <a:extLst>
              <a:ext uri="{FF2B5EF4-FFF2-40B4-BE49-F238E27FC236}">
                <a16:creationId xmlns:a16="http://schemas.microsoft.com/office/drawing/2014/main" id="{68622B1E-44A3-44A2-B1C1-8D969737DA50}"/>
              </a:ext>
            </a:extLst>
          </p:cNvPr>
          <p:cNvSpPr txBox="1"/>
          <p:nvPr/>
        </p:nvSpPr>
        <p:spPr>
          <a:xfrm>
            <a:off x="5651653" y="5497009"/>
            <a:ext cx="273472"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1</a:t>
            </a:r>
            <a:endParaRPr lang="en-IN" sz="2800" b="1" dirty="0">
              <a:solidFill>
                <a:srgbClr val="002060"/>
              </a:solidFill>
            </a:endParaRPr>
          </a:p>
        </p:txBody>
      </p:sp>
      <p:sp>
        <p:nvSpPr>
          <p:cNvPr id="75" name="TextBox 74">
            <a:extLst>
              <a:ext uri="{FF2B5EF4-FFF2-40B4-BE49-F238E27FC236}">
                <a16:creationId xmlns:a16="http://schemas.microsoft.com/office/drawing/2014/main" id="{68622B1E-44A3-44A2-B1C1-8D969737DA50}"/>
              </a:ext>
            </a:extLst>
          </p:cNvPr>
          <p:cNvSpPr txBox="1"/>
          <p:nvPr/>
        </p:nvSpPr>
        <p:spPr>
          <a:xfrm>
            <a:off x="5650850" y="6011037"/>
            <a:ext cx="273472"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4</a:t>
            </a:r>
            <a:endParaRPr lang="en-IN" sz="2800" b="1" dirty="0">
              <a:solidFill>
                <a:srgbClr val="002060"/>
              </a:solidFill>
            </a:endParaRPr>
          </a:p>
        </p:txBody>
      </p:sp>
      <mc:AlternateContent xmlns:mc="http://schemas.openxmlformats.org/markup-compatibility/2006" xmlns:a14="http://schemas.microsoft.com/office/drawing/2010/main">
        <mc:Choice Requires="a14">
          <p:graphicFrame>
            <p:nvGraphicFramePr>
              <p:cNvPr id="76" name="Table 75"/>
              <p:cNvGraphicFramePr>
                <a:graphicFrameLocks noGrp="1"/>
              </p:cNvGraphicFramePr>
              <p:nvPr/>
            </p:nvGraphicFramePr>
            <p:xfrm>
              <a:off x="6638794" y="5516087"/>
              <a:ext cx="3977640" cy="1018170"/>
            </p:xfrm>
            <a:graphic>
              <a:graphicData uri="http://schemas.openxmlformats.org/drawingml/2006/table">
                <a:tbl>
                  <a:tblPr firstRow="1" bandRow="1">
                    <a:tableStyleId>{93296810-A885-4BE3-A3E7-6D5BEEA58F35}</a:tableStyleId>
                  </a:tblPr>
                  <a:tblGrid>
                    <a:gridCol w="169164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tblGrid>
                  <a:tr h="1018170">
                    <a:tc>
                      <a:txBody>
                        <a:bodyPr/>
                        <a:lstStyle/>
                        <a:p>
                          <a:pPr algn="ctr"/>
                          <a14:m>
                            <m:oMathPara xmlns:m="http://schemas.openxmlformats.org/officeDocument/2006/math">
                              <m:oMathParaPr>
                                <m:jc m:val="centerGroup"/>
                              </m:oMathParaPr>
                              <m:oMath xmlns:m="http://schemas.openxmlformats.org/officeDocument/2006/math">
                                <m:nary>
                                  <m:naryPr>
                                    <m:chr m:val="∑"/>
                                    <m:subHide m:val="on"/>
                                    <m:supHide m:val="on"/>
                                    <m:ctrlPr>
                                      <a:rPr lang="en-US" sz="2500" i="1" smtClean="0">
                                        <a:solidFill>
                                          <a:schemeClr val="bg2"/>
                                        </a:solidFill>
                                        <a:latin typeface="Cambria Math" panose="02040503050406030204" pitchFamily="18" charset="0"/>
                                      </a:rPr>
                                    </m:ctrlPr>
                                  </m:naryPr>
                                  <m:sub/>
                                  <m:sup/>
                                  <m:e>
                                    <m:d>
                                      <m:dPr>
                                        <m:ctrlPr>
                                          <a:rPr lang="en-US" sz="2500" i="1">
                                            <a:solidFill>
                                              <a:schemeClr val="bg2"/>
                                            </a:solidFill>
                                            <a:latin typeface="Cambria Math" panose="02040503050406030204" pitchFamily="18" charset="0"/>
                                          </a:rPr>
                                        </m:ctrlPr>
                                      </m:dPr>
                                      <m:e>
                                        <m:r>
                                          <m:rPr>
                                            <m:sty m:val="p"/>
                                          </m:rPr>
                                          <a:rPr lang="en-US" sz="2500" b="0" i="0" smtClean="0">
                                            <a:solidFill>
                                              <a:schemeClr val="bg2"/>
                                            </a:solidFill>
                                            <a:latin typeface="Cambria Math" panose="02040503050406030204" pitchFamily="18" charset="0"/>
                                          </a:rPr>
                                          <m:t>d</m:t>
                                        </m:r>
                                      </m:e>
                                    </m:d>
                                    <m:r>
                                      <a:rPr lang="en-US" sz="2500" b="0" i="0" smtClean="0">
                                        <a:solidFill>
                                          <a:schemeClr val="bg2"/>
                                        </a:solidFill>
                                        <a:latin typeface="Cambria Math" panose="02040503050406030204" pitchFamily="18" charset="0"/>
                                      </a:rPr>
                                      <m:t>=0</m:t>
                                    </m:r>
                                  </m:e>
                                </m:nary>
                              </m:oMath>
                            </m:oMathPara>
                          </a14:m>
                          <a:endParaRPr lang="en-US" sz="2500" i="0" dirty="0">
                            <a:solidFill>
                              <a:schemeClr val="bg2"/>
                            </a:solidFill>
                          </a:endParaRPr>
                        </a:p>
                      </a:txBody>
                      <a:tcPr anchor="ctr"/>
                    </a:tc>
                    <a:tc>
                      <a:txBody>
                        <a:bodyPr/>
                        <a:lstStyle/>
                        <a:p>
                          <a:pPr algn="ctr"/>
                          <a14:m>
                            <m:oMathPara xmlns:m="http://schemas.openxmlformats.org/officeDocument/2006/math">
                              <m:oMathParaPr>
                                <m:jc m:val="centerGroup"/>
                              </m:oMathParaPr>
                              <m:oMath xmlns:m="http://schemas.openxmlformats.org/officeDocument/2006/math">
                                <m:nary>
                                  <m:naryPr>
                                    <m:chr m:val="∑"/>
                                    <m:subHide m:val="on"/>
                                    <m:supHide m:val="on"/>
                                    <m:ctrlPr>
                                      <a:rPr lang="en-US" sz="2500" i="1" smtClean="0">
                                        <a:solidFill>
                                          <a:schemeClr val="bg2"/>
                                        </a:solidFill>
                                        <a:latin typeface="Cambria Math" panose="02040503050406030204" pitchFamily="18" charset="0"/>
                                      </a:rPr>
                                    </m:ctrlPr>
                                  </m:naryPr>
                                  <m:sub/>
                                  <m:sup/>
                                  <m:e>
                                    <m:d>
                                      <m:dPr>
                                        <m:ctrlPr>
                                          <a:rPr lang="en-US" sz="2500" i="1">
                                            <a:solidFill>
                                              <a:schemeClr val="bg2"/>
                                            </a:solidFill>
                                            <a:latin typeface="Cambria Math" panose="02040503050406030204" pitchFamily="18" charset="0"/>
                                          </a:rPr>
                                        </m:ctrlPr>
                                      </m:dPr>
                                      <m:e>
                                        <m:sSup>
                                          <m:sSupPr>
                                            <m:ctrlPr>
                                              <a:rPr lang="en-US" sz="2500" b="0" i="1" smtClean="0">
                                                <a:solidFill>
                                                  <a:schemeClr val="bg2"/>
                                                </a:solidFill>
                                                <a:latin typeface="Cambria Math" panose="02040503050406030204" pitchFamily="18" charset="0"/>
                                              </a:rPr>
                                            </m:ctrlPr>
                                          </m:sSupPr>
                                          <m:e>
                                            <m:r>
                                              <m:rPr>
                                                <m:sty m:val="p"/>
                                              </m:rPr>
                                              <a:rPr lang="en-US" sz="2500" b="0" i="0" smtClean="0">
                                                <a:solidFill>
                                                  <a:schemeClr val="bg2"/>
                                                </a:solidFill>
                                                <a:latin typeface="Cambria Math" panose="02040503050406030204" pitchFamily="18" charset="0"/>
                                              </a:rPr>
                                              <m:t>d</m:t>
                                            </m:r>
                                          </m:e>
                                          <m:sup>
                                            <m:r>
                                              <a:rPr lang="en-US" sz="2500" b="0" i="0" smtClean="0">
                                                <a:solidFill>
                                                  <a:schemeClr val="bg2"/>
                                                </a:solidFill>
                                                <a:latin typeface="Cambria Math" panose="02040503050406030204" pitchFamily="18" charset="0"/>
                                              </a:rPr>
                                              <m:t>2</m:t>
                                            </m:r>
                                          </m:sup>
                                        </m:sSup>
                                      </m:e>
                                    </m:d>
                                  </m:e>
                                </m:nary>
                                <m:r>
                                  <a:rPr lang="en-US" sz="2500" b="0" i="1" smtClean="0">
                                    <a:solidFill>
                                      <a:schemeClr val="bg2"/>
                                    </a:solidFill>
                                    <a:latin typeface="Cambria Math" panose="02040503050406030204" pitchFamily="18" charset="0"/>
                                  </a:rPr>
                                  <m:t>=214</m:t>
                                </m:r>
                              </m:oMath>
                            </m:oMathPara>
                          </a14:m>
                          <a:endParaRPr lang="en-US" sz="2500" i="0" dirty="0">
                            <a:solidFill>
                              <a:schemeClr val="bg2"/>
                            </a:solidFill>
                          </a:endParaRPr>
                        </a:p>
                      </a:txBody>
                      <a:tcPr anchor="ctr"/>
                    </a:tc>
                    <a:extLst>
                      <a:ext uri="{0D108BD9-81ED-4DB2-BD59-A6C34878D82A}">
                        <a16:rowId xmlns:a16="http://schemas.microsoft.com/office/drawing/2014/main" val="10000"/>
                      </a:ext>
                    </a:extLst>
                  </a:tr>
                </a:tbl>
              </a:graphicData>
            </a:graphic>
          </p:graphicFrame>
        </mc:Choice>
        <mc:Fallback xmlns="">
          <p:graphicFrame>
            <p:nvGraphicFramePr>
              <p:cNvPr id="76" name="Table 75"/>
              <p:cNvGraphicFramePr>
                <a:graphicFrameLocks noGrp="1"/>
              </p:cNvGraphicFramePr>
              <p:nvPr>
                <p:extLst/>
              </p:nvPr>
            </p:nvGraphicFramePr>
            <p:xfrm>
              <a:off x="6638794" y="5516087"/>
              <a:ext cx="3977640" cy="1018170"/>
            </p:xfrm>
            <a:graphic>
              <a:graphicData uri="http://schemas.openxmlformats.org/drawingml/2006/table">
                <a:tbl>
                  <a:tblPr firstRow="1" bandRow="1">
                    <a:tableStyleId>{93296810-A885-4BE3-A3E7-6D5BEEA58F35}</a:tableStyleId>
                  </a:tblPr>
                  <a:tblGrid>
                    <a:gridCol w="1691640"/>
                    <a:gridCol w="2286000"/>
                  </a:tblGrid>
                  <a:tr h="1018170">
                    <a:tc>
                      <a:txBody>
                        <a:bodyPr/>
                        <a:lstStyle/>
                        <a:p>
                          <a:endParaRPr lang="en-US"/>
                        </a:p>
                      </a:txBody>
                      <a:tcPr anchor="ctr">
                        <a:blipFill rotWithShape="0">
                          <a:blip r:embed="rId3"/>
                          <a:stretch>
                            <a:fillRect l="-360" t="-595" r="-136331" b="-2976"/>
                          </a:stretch>
                        </a:blipFill>
                      </a:tcPr>
                    </a:tc>
                    <a:tc>
                      <a:txBody>
                        <a:bodyPr/>
                        <a:lstStyle/>
                        <a:p>
                          <a:endParaRPr lang="en-US"/>
                        </a:p>
                      </a:txBody>
                      <a:tcPr anchor="ctr">
                        <a:blipFill rotWithShape="0">
                          <a:blip r:embed="rId3"/>
                          <a:stretch>
                            <a:fillRect l="-74400" t="-595" r="-1067" b="-2976"/>
                          </a:stretch>
                        </a:blipFill>
                      </a:tcPr>
                    </a:tc>
                  </a:tr>
                </a:tbl>
              </a:graphicData>
            </a:graphic>
          </p:graphicFrame>
        </mc:Fallback>
      </mc:AlternateContent>
    </p:spTree>
    <p:extLst>
      <p:ext uri="{BB962C8B-B14F-4D97-AF65-F5344CB8AC3E}">
        <p14:creationId xmlns:p14="http://schemas.microsoft.com/office/powerpoint/2010/main" val="1958990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66"/>
                                        </p:tgtEl>
                                        <p:attrNameLst>
                                          <p:attrName>style.visibility</p:attrName>
                                        </p:attrNameLst>
                                      </p:cBhvr>
                                      <p:to>
                                        <p:strVal val="visible"/>
                                      </p:to>
                                    </p:set>
                                  </p:childTnLst>
                                </p:cTn>
                              </p:par>
                            </p:childTnLst>
                          </p:cTn>
                        </p:par>
                        <p:par>
                          <p:cTn id="47" fill="hold">
                            <p:stCondLst>
                              <p:cond delay="0"/>
                            </p:stCondLst>
                            <p:childTnLst>
                              <p:par>
                                <p:cTn id="48" presetID="1" presetClass="entr" presetSubtype="0" fill="hold" grpId="0" nodeType="afterEffect">
                                  <p:stCondLst>
                                    <p:cond delay="0"/>
                                  </p:stCondLst>
                                  <p:childTnLst>
                                    <p:set>
                                      <p:cBhvr>
                                        <p:cTn id="49" dur="1" fill="hold">
                                          <p:stCondLst>
                                            <p:cond delay="0"/>
                                          </p:stCondLst>
                                        </p:cTn>
                                        <p:tgtEl>
                                          <p:spTgt spid="67"/>
                                        </p:tgtEl>
                                        <p:attrNameLst>
                                          <p:attrName>style.visibility</p:attrName>
                                        </p:attrNameLst>
                                      </p:cBhvr>
                                      <p:to>
                                        <p:strVal val="visible"/>
                                      </p:to>
                                    </p:set>
                                  </p:childTnLst>
                                </p:cTn>
                              </p:par>
                            </p:childTnLst>
                          </p:cTn>
                        </p:par>
                        <p:par>
                          <p:cTn id="50" fill="hold">
                            <p:stCondLst>
                              <p:cond delay="0"/>
                            </p:stCondLst>
                            <p:childTnLst>
                              <p:par>
                                <p:cTn id="51" presetID="1" presetClass="entr" presetSubtype="0" fill="hold" grpId="0" nodeType="afterEffect">
                                  <p:stCondLst>
                                    <p:cond delay="0"/>
                                  </p:stCondLst>
                                  <p:childTnLst>
                                    <p:set>
                                      <p:cBhvr>
                                        <p:cTn id="52" dur="1" fill="hold">
                                          <p:stCondLst>
                                            <p:cond delay="0"/>
                                          </p:stCondLst>
                                        </p:cTn>
                                        <p:tgtEl>
                                          <p:spTgt spid="68"/>
                                        </p:tgtEl>
                                        <p:attrNameLst>
                                          <p:attrName>style.visibility</p:attrName>
                                        </p:attrNameLst>
                                      </p:cBhvr>
                                      <p:to>
                                        <p:strVal val="visible"/>
                                      </p:to>
                                    </p:set>
                                  </p:childTnLst>
                                </p:cTn>
                              </p:par>
                            </p:childTnLst>
                          </p:cTn>
                        </p:par>
                        <p:par>
                          <p:cTn id="53" fill="hold">
                            <p:stCondLst>
                              <p:cond delay="0"/>
                            </p:stCondLst>
                            <p:childTnLst>
                              <p:par>
                                <p:cTn id="54" presetID="1" presetClass="entr" presetSubtype="0" fill="hold" grpId="0" nodeType="afterEffect">
                                  <p:stCondLst>
                                    <p:cond delay="0"/>
                                  </p:stCondLst>
                                  <p:childTnLst>
                                    <p:set>
                                      <p:cBhvr>
                                        <p:cTn id="55" dur="1" fill="hold">
                                          <p:stCondLst>
                                            <p:cond delay="0"/>
                                          </p:stCondLst>
                                        </p:cTn>
                                        <p:tgtEl>
                                          <p:spTgt spid="69"/>
                                        </p:tgtEl>
                                        <p:attrNameLst>
                                          <p:attrName>style.visibility</p:attrName>
                                        </p:attrNameLst>
                                      </p:cBhvr>
                                      <p:to>
                                        <p:strVal val="visible"/>
                                      </p:to>
                                    </p:set>
                                  </p:childTnLst>
                                </p:cTn>
                              </p:par>
                            </p:childTnLst>
                          </p:cTn>
                        </p:par>
                        <p:par>
                          <p:cTn id="56" fill="hold">
                            <p:stCondLst>
                              <p:cond delay="0"/>
                            </p:stCondLst>
                            <p:childTnLst>
                              <p:par>
                                <p:cTn id="57" presetID="1" presetClass="entr" presetSubtype="0" fill="hold" grpId="0" nodeType="afterEffect">
                                  <p:stCondLst>
                                    <p:cond delay="0"/>
                                  </p:stCondLst>
                                  <p:childTnLst>
                                    <p:set>
                                      <p:cBhvr>
                                        <p:cTn id="58" dur="1" fill="hold">
                                          <p:stCondLst>
                                            <p:cond delay="0"/>
                                          </p:stCondLst>
                                        </p:cTn>
                                        <p:tgtEl>
                                          <p:spTgt spid="70"/>
                                        </p:tgtEl>
                                        <p:attrNameLst>
                                          <p:attrName>style.visibility</p:attrName>
                                        </p:attrNameLst>
                                      </p:cBhvr>
                                      <p:to>
                                        <p:strVal val="visible"/>
                                      </p:to>
                                    </p:set>
                                  </p:childTnLst>
                                </p:cTn>
                              </p:par>
                            </p:childTnLst>
                          </p:cTn>
                        </p:par>
                        <p:par>
                          <p:cTn id="59" fill="hold">
                            <p:stCondLst>
                              <p:cond delay="0"/>
                            </p:stCondLst>
                            <p:childTnLst>
                              <p:par>
                                <p:cTn id="60" presetID="1" presetClass="entr" presetSubtype="0" fill="hold" grpId="0" nodeType="afterEffect">
                                  <p:stCondLst>
                                    <p:cond delay="0"/>
                                  </p:stCondLst>
                                  <p:childTnLst>
                                    <p:set>
                                      <p:cBhvr>
                                        <p:cTn id="61" dur="1" fill="hold">
                                          <p:stCondLst>
                                            <p:cond delay="0"/>
                                          </p:stCondLst>
                                        </p:cTn>
                                        <p:tgtEl>
                                          <p:spTgt spid="71"/>
                                        </p:tgtEl>
                                        <p:attrNameLst>
                                          <p:attrName>style.visibility</p:attrName>
                                        </p:attrNameLst>
                                      </p:cBhvr>
                                      <p:to>
                                        <p:strVal val="visible"/>
                                      </p:to>
                                    </p:set>
                                  </p:childTnLst>
                                </p:cTn>
                              </p:par>
                            </p:childTnLst>
                          </p:cTn>
                        </p:par>
                        <p:par>
                          <p:cTn id="62" fill="hold">
                            <p:stCondLst>
                              <p:cond delay="0"/>
                            </p:stCondLst>
                            <p:childTnLst>
                              <p:par>
                                <p:cTn id="63" presetID="1" presetClass="entr" presetSubtype="0" fill="hold" grpId="0" nodeType="afterEffect">
                                  <p:stCondLst>
                                    <p:cond delay="0"/>
                                  </p:stCondLst>
                                  <p:childTnLst>
                                    <p:set>
                                      <p:cBhvr>
                                        <p:cTn id="64" dur="1" fill="hold">
                                          <p:stCondLst>
                                            <p:cond delay="0"/>
                                          </p:stCondLst>
                                        </p:cTn>
                                        <p:tgtEl>
                                          <p:spTgt spid="72"/>
                                        </p:tgtEl>
                                        <p:attrNameLst>
                                          <p:attrName>style.visibility</p:attrName>
                                        </p:attrNameLst>
                                      </p:cBhvr>
                                      <p:to>
                                        <p:strVal val="visible"/>
                                      </p:to>
                                    </p:set>
                                  </p:childTnLst>
                                </p:cTn>
                              </p:par>
                            </p:childTnLst>
                          </p:cTn>
                        </p:par>
                        <p:par>
                          <p:cTn id="65" fill="hold">
                            <p:stCondLst>
                              <p:cond delay="0"/>
                            </p:stCondLst>
                            <p:childTnLst>
                              <p:par>
                                <p:cTn id="66" presetID="1" presetClass="entr" presetSubtype="0" fill="hold" grpId="0" nodeType="afterEffect">
                                  <p:stCondLst>
                                    <p:cond delay="0"/>
                                  </p:stCondLst>
                                  <p:childTnLst>
                                    <p:set>
                                      <p:cBhvr>
                                        <p:cTn id="67" dur="1" fill="hold">
                                          <p:stCondLst>
                                            <p:cond delay="0"/>
                                          </p:stCondLst>
                                        </p:cTn>
                                        <p:tgtEl>
                                          <p:spTgt spid="73"/>
                                        </p:tgtEl>
                                        <p:attrNameLst>
                                          <p:attrName>style.visibility</p:attrName>
                                        </p:attrNameLst>
                                      </p:cBhvr>
                                      <p:to>
                                        <p:strVal val="visible"/>
                                      </p:to>
                                    </p:set>
                                  </p:childTnLst>
                                </p:cTn>
                              </p:par>
                            </p:childTnLst>
                          </p:cTn>
                        </p:par>
                        <p:par>
                          <p:cTn id="68" fill="hold">
                            <p:stCondLst>
                              <p:cond delay="0"/>
                            </p:stCondLst>
                            <p:childTnLst>
                              <p:par>
                                <p:cTn id="69" presetID="1" presetClass="entr" presetSubtype="0" fill="hold" grpId="0" nodeType="afterEffect">
                                  <p:stCondLst>
                                    <p:cond delay="0"/>
                                  </p:stCondLst>
                                  <p:childTnLst>
                                    <p:set>
                                      <p:cBhvr>
                                        <p:cTn id="70" dur="1" fill="hold">
                                          <p:stCondLst>
                                            <p:cond delay="0"/>
                                          </p:stCondLst>
                                        </p:cTn>
                                        <p:tgtEl>
                                          <p:spTgt spid="74"/>
                                        </p:tgtEl>
                                        <p:attrNameLst>
                                          <p:attrName>style.visibility</p:attrName>
                                        </p:attrNameLst>
                                      </p:cBhvr>
                                      <p:to>
                                        <p:strVal val="visible"/>
                                      </p:to>
                                    </p:set>
                                  </p:childTnLst>
                                </p:cTn>
                              </p:par>
                            </p:childTnLst>
                          </p:cTn>
                        </p:par>
                        <p:par>
                          <p:cTn id="71" fill="hold">
                            <p:stCondLst>
                              <p:cond delay="0"/>
                            </p:stCondLst>
                            <p:childTnLst>
                              <p:par>
                                <p:cTn id="72" presetID="1" presetClass="entr" presetSubtype="0" fill="hold" grpId="0" nodeType="afterEffect">
                                  <p:stCondLst>
                                    <p:cond delay="0"/>
                                  </p:stCondLst>
                                  <p:childTnLst>
                                    <p:set>
                                      <p:cBhvr>
                                        <p:cTn id="73" dur="1" fill="hold">
                                          <p:stCondLst>
                                            <p:cond delay="0"/>
                                          </p:stCondLst>
                                        </p:cTn>
                                        <p:tgtEl>
                                          <p:spTgt spid="75"/>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0" nodeType="clickEffect">
                                  <p:stCondLst>
                                    <p:cond delay="0"/>
                                  </p:stCondLst>
                                  <p:childTnLst>
                                    <p:set>
                                      <p:cBhvr>
                                        <p:cTn id="77" dur="1" fill="hold">
                                          <p:stCondLst>
                                            <p:cond delay="0"/>
                                          </p:stCondLst>
                                        </p:cTn>
                                        <p:tgtEl>
                                          <p:spTgt spid="52"/>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nodeType="clickEffect">
                                  <p:stCondLst>
                                    <p:cond delay="0"/>
                                  </p:stCondLst>
                                  <p:childTnLst>
                                    <p:set>
                                      <p:cBhvr>
                                        <p:cTn id="81"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P spid="28" grpId="0"/>
      <p:bldP spid="29" grpId="0"/>
      <p:bldP spid="30" grpId="0"/>
      <p:bldP spid="31" grpId="0"/>
      <p:bldP spid="32" grpId="0"/>
      <p:bldP spid="33" grpId="0"/>
      <p:bldP spid="34" grpId="0"/>
      <p:bldP spid="35" grpId="0"/>
      <p:bldP spid="52" grpId="0" animBg="1"/>
      <p:bldP spid="66" grpId="0"/>
      <p:bldP spid="67" grpId="0"/>
      <p:bldP spid="68" grpId="0"/>
      <p:bldP spid="69" grpId="0"/>
      <p:bldP spid="70" grpId="0"/>
      <p:bldP spid="71" grpId="0"/>
      <p:bldP spid="72" grpId="0"/>
      <p:bldP spid="73" grpId="0"/>
      <p:bldP spid="74" grpId="0"/>
      <p:bldP spid="75"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2 ⇝ Example 1(</a:t>
            </a:r>
            <a:r>
              <a:rPr lang="en-GB" dirty="0">
                <a:solidFill>
                  <a:srgbClr val="FF0000"/>
                </a:solidFill>
              </a:rPr>
              <a:t>Continue</a:t>
            </a:r>
            <a:r>
              <a:rPr lang="en-GB" dirty="0"/>
              <a:t>)</a:t>
            </a:r>
            <a:endParaRPr lang="en-US" dirty="0"/>
          </a:p>
        </p:txBody>
      </p:sp>
      <p:sp>
        <p:nvSpPr>
          <p:cNvPr id="8" name="Rectangle 7"/>
          <p:cNvSpPr/>
          <p:nvPr/>
        </p:nvSpPr>
        <p:spPr>
          <a:xfrm>
            <a:off x="137271" y="859577"/>
            <a:ext cx="11716669" cy="523220"/>
          </a:xfrm>
          <a:prstGeom prst="rect">
            <a:avLst/>
          </a:prstGeom>
        </p:spPr>
        <p:txBody>
          <a:bodyPr wrap="none">
            <a:spAutoFit/>
          </a:bodyPr>
          <a:lstStyle/>
          <a:p>
            <a:r>
              <a:rPr lang="en-US" sz="2800" dirty="0">
                <a:solidFill>
                  <a:srgbClr val="002060"/>
                </a:solidFill>
              </a:rPr>
              <a:t>Substitute all the values in the </a:t>
            </a:r>
            <a:r>
              <a:rPr lang="en-US" sz="2800" dirty="0">
                <a:solidFill>
                  <a:srgbClr val="FF0000"/>
                </a:solidFill>
              </a:rPr>
              <a:t>formula</a:t>
            </a:r>
            <a:r>
              <a:rPr lang="en-US" sz="2800" dirty="0">
                <a:solidFill>
                  <a:srgbClr val="002060"/>
                </a:solidFill>
              </a:rPr>
              <a:t> to find the coefficient of rank correlation </a:t>
            </a:r>
            <a:endParaRPr lang="en-US" dirty="0"/>
          </a:p>
        </p:txBody>
      </p:sp>
      <mc:AlternateContent xmlns:mc="http://schemas.openxmlformats.org/markup-compatibility/2006" xmlns:a14="http://schemas.microsoft.com/office/drawing/2010/main">
        <mc:Choice Requires="a14">
          <p:sp>
            <p:nvSpPr>
              <p:cNvPr id="50" name="Rectangle 49"/>
              <p:cNvSpPr/>
              <p:nvPr/>
            </p:nvSpPr>
            <p:spPr>
              <a:xfrm>
                <a:off x="137270" y="1548276"/>
                <a:ext cx="3435108" cy="1153264"/>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m:rPr>
                          <m:sty m:val="p"/>
                        </m:rPr>
                        <a:rPr lang="en-US" sz="2800" smtClean="0">
                          <a:solidFill>
                            <a:srgbClr val="002060"/>
                          </a:solidFill>
                          <a:latin typeface="Cambria Math" panose="02040503050406030204" pitchFamily="18" charset="0"/>
                        </a:rPr>
                        <m:t>ρ</m:t>
                      </m:r>
                      <m:r>
                        <a:rPr lang="en-US" sz="2800" smtClean="0">
                          <a:solidFill>
                            <a:srgbClr val="002060"/>
                          </a:solidFill>
                          <a:latin typeface="Cambria Math" panose="02040503050406030204" pitchFamily="18" charset="0"/>
                        </a:rPr>
                        <m:t>=1−</m:t>
                      </m:r>
                      <m:f>
                        <m:fPr>
                          <m:ctrlPr>
                            <a:rPr lang="en-US" sz="2800" i="1">
                              <a:solidFill>
                                <a:srgbClr val="C00000"/>
                              </a:solidFill>
                              <a:latin typeface="Cambria Math" panose="02040503050406030204" pitchFamily="18" charset="0"/>
                            </a:rPr>
                          </m:ctrlPr>
                        </m:fPr>
                        <m:num>
                          <m:r>
                            <a:rPr lang="en-US" sz="2800">
                              <a:solidFill>
                                <a:srgbClr val="C00000"/>
                              </a:solidFill>
                              <a:latin typeface="Cambria Math" panose="02040503050406030204" pitchFamily="18" charset="0"/>
                            </a:rPr>
                            <m:t> </m:t>
                          </m:r>
                          <m:r>
                            <a:rPr lang="en-US" sz="2800">
                              <a:solidFill>
                                <a:srgbClr val="7030A0"/>
                              </a:solidFill>
                              <a:latin typeface="Cambria Math" panose="02040503050406030204" pitchFamily="18" charset="0"/>
                            </a:rPr>
                            <m:t>6</m:t>
                          </m:r>
                          <m:r>
                            <a:rPr lang="en-US" sz="2800" i="1">
                              <a:solidFill>
                                <a:srgbClr val="002060"/>
                              </a:solidFill>
                              <a:latin typeface="Cambria Math" panose="02040503050406030204" pitchFamily="18" charset="0"/>
                              <a:ea typeface="Cambria Math" panose="02040503050406030204" pitchFamily="18" charset="0"/>
                            </a:rPr>
                            <m:t>∙</m:t>
                          </m:r>
                          <m:nary>
                            <m:naryPr>
                              <m:chr m:val="∑"/>
                              <m:limLoc m:val="undOvr"/>
                              <m:subHide m:val="on"/>
                              <m:supHide m:val="on"/>
                              <m:ctrlPr>
                                <a:rPr lang="en-US" sz="2800" i="1">
                                  <a:solidFill>
                                    <a:srgbClr val="002060"/>
                                  </a:solidFill>
                                  <a:latin typeface="Cambria Math" panose="02040503050406030204" pitchFamily="18" charset="0"/>
                                </a:rPr>
                              </m:ctrlPr>
                            </m:naryPr>
                            <m:sub/>
                            <m:sup/>
                            <m:e>
                              <m:sSup>
                                <m:sSupPr>
                                  <m:ctrlPr>
                                    <a:rPr lang="en-US" sz="2800" i="1">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d</m:t>
                                  </m:r>
                                </m:e>
                                <m:sup>
                                  <m:r>
                                    <a:rPr lang="en-US" sz="2800">
                                      <a:solidFill>
                                        <a:srgbClr val="002060"/>
                                      </a:solidFill>
                                      <a:latin typeface="Cambria Math" panose="02040503050406030204" pitchFamily="18" charset="0"/>
                                    </a:rPr>
                                    <m:t>2</m:t>
                                  </m:r>
                                </m:sup>
                              </m:sSup>
                            </m:e>
                          </m:nary>
                          <m:r>
                            <a:rPr lang="en-US" sz="2800">
                              <a:solidFill>
                                <a:srgbClr val="C00000"/>
                              </a:solidFill>
                              <a:latin typeface="Cambria Math" panose="02040503050406030204" pitchFamily="18" charset="0"/>
                            </a:rPr>
                            <m:t> </m:t>
                          </m:r>
                        </m:num>
                        <m:den>
                          <m:eqArr>
                            <m:eqArrPr>
                              <m:ctrlPr>
                                <a:rPr lang="en-US" sz="2800" i="1">
                                  <a:solidFill>
                                    <a:srgbClr val="C00000"/>
                                  </a:solidFill>
                                  <a:latin typeface="Cambria Math" panose="02040503050406030204" pitchFamily="18" charset="0"/>
                                </a:rPr>
                              </m:ctrlPr>
                            </m:eqArrPr>
                            <m:e>
                              <m:r>
                                <a:rPr lang="en-US" sz="2800">
                                  <a:solidFill>
                                    <a:srgbClr val="C00000"/>
                                  </a:solidFill>
                                  <a:latin typeface="Cambria Math" panose="02040503050406030204" pitchFamily="18" charset="0"/>
                                </a:rPr>
                                <m:t>  </m:t>
                              </m:r>
                            </m:e>
                            <m:e>
                              <m:r>
                                <a:rPr lang="en-US" sz="2800" b="0" i="1" smtClean="0">
                                  <a:solidFill>
                                    <a:srgbClr val="C00000"/>
                                  </a:solidFill>
                                  <a:latin typeface="Cambria Math" panose="02040503050406030204" pitchFamily="18" charset="0"/>
                                </a:rPr>
                                <m:t>  </m:t>
                              </m:r>
                              <m:r>
                                <m:rPr>
                                  <m:sty m:val="p"/>
                                </m:rPr>
                                <a:rPr lang="en-US" sz="2800">
                                  <a:solidFill>
                                    <a:srgbClr val="002060"/>
                                  </a:solidFill>
                                  <a:latin typeface="Cambria Math" panose="02040503050406030204" pitchFamily="18" charset="0"/>
                                </a:rPr>
                                <m:t>n</m:t>
                              </m:r>
                              <m:r>
                                <a:rPr lang="en-US" sz="2800">
                                  <a:solidFill>
                                    <a:srgbClr val="002060"/>
                                  </a:solidFill>
                                  <a:latin typeface="Cambria Math" panose="02040503050406030204" pitchFamily="18" charset="0"/>
                                </a:rPr>
                                <m:t> </m:t>
                              </m:r>
                              <m:d>
                                <m:dPr>
                                  <m:ctrlPr>
                                    <a:rPr lang="en-US" sz="2800" i="1">
                                      <a:solidFill>
                                        <a:srgbClr val="002060"/>
                                      </a:solidFill>
                                      <a:latin typeface="Cambria Math" panose="02040503050406030204" pitchFamily="18" charset="0"/>
                                    </a:rPr>
                                  </m:ctrlPr>
                                </m:dPr>
                                <m:e>
                                  <m:sSup>
                                    <m:sSupPr>
                                      <m:ctrlPr>
                                        <a:rPr lang="en-US" sz="2800" i="1">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n</m:t>
                                      </m:r>
                                    </m:e>
                                    <m:sup>
                                      <m:r>
                                        <a:rPr lang="en-US" sz="2800">
                                          <a:solidFill>
                                            <a:srgbClr val="002060"/>
                                          </a:solidFill>
                                          <a:latin typeface="Cambria Math" panose="02040503050406030204" pitchFamily="18" charset="0"/>
                                        </a:rPr>
                                        <m:t>2</m:t>
                                      </m:r>
                                    </m:sup>
                                  </m:sSup>
                                  <m:r>
                                    <a:rPr lang="en-US" sz="2800">
                                      <a:solidFill>
                                        <a:srgbClr val="002060"/>
                                      </a:solidFill>
                                      <a:latin typeface="Cambria Math" panose="02040503050406030204" pitchFamily="18" charset="0"/>
                                    </a:rPr>
                                    <m:t>−1</m:t>
                                  </m:r>
                                </m:e>
                              </m:d>
                              <m:r>
                                <a:rPr lang="en-US" sz="2800">
                                  <a:solidFill>
                                    <a:srgbClr val="C00000"/>
                                  </a:solidFill>
                                  <a:latin typeface="Cambria Math" panose="02040503050406030204" pitchFamily="18" charset="0"/>
                                </a:rPr>
                                <m:t>  </m:t>
                              </m:r>
                            </m:e>
                          </m:eqArr>
                        </m:den>
                      </m:f>
                    </m:oMath>
                  </m:oMathPara>
                </a14:m>
                <a:endParaRPr lang="en-US" dirty="0"/>
              </a:p>
            </p:txBody>
          </p:sp>
        </mc:Choice>
        <mc:Fallback xmlns="">
          <p:sp>
            <p:nvSpPr>
              <p:cNvPr id="50" name="Rectangle 49"/>
              <p:cNvSpPr>
                <a:spLocks noRot="1" noChangeAspect="1" noMove="1" noResize="1" noEditPoints="1" noAdjustHandles="1" noChangeArrowheads="1" noChangeShapeType="1" noTextEdit="1"/>
              </p:cNvSpPr>
              <p:nvPr/>
            </p:nvSpPr>
            <p:spPr>
              <a:xfrm>
                <a:off x="137270" y="1548276"/>
                <a:ext cx="3435108" cy="1153264"/>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Rectangle 29"/>
              <p:cNvSpPr/>
              <p:nvPr/>
            </p:nvSpPr>
            <p:spPr>
              <a:xfrm>
                <a:off x="137270" y="3229957"/>
                <a:ext cx="3672352" cy="1098121"/>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m:rPr>
                          <m:sty m:val="p"/>
                        </m:rPr>
                        <a:rPr lang="en-US" sz="2800" smtClean="0">
                          <a:solidFill>
                            <a:schemeClr val="bg1"/>
                          </a:solidFill>
                          <a:latin typeface="Cambria Math" panose="02040503050406030204" pitchFamily="18" charset="0"/>
                        </a:rPr>
                        <m:t>ρ</m:t>
                      </m:r>
                      <m:r>
                        <a:rPr lang="en-US" sz="2800">
                          <a:solidFill>
                            <a:srgbClr val="002060"/>
                          </a:solidFill>
                          <a:latin typeface="Cambria Math" panose="02040503050406030204" pitchFamily="18" charset="0"/>
                        </a:rPr>
                        <m:t>=1−</m:t>
                      </m:r>
                      <m:f>
                        <m:fPr>
                          <m:ctrlPr>
                            <a:rPr lang="en-US" sz="2800" i="1">
                              <a:solidFill>
                                <a:srgbClr val="C00000"/>
                              </a:solidFill>
                              <a:latin typeface="Cambria Math" panose="02040503050406030204" pitchFamily="18" charset="0"/>
                            </a:rPr>
                          </m:ctrlPr>
                        </m:fPr>
                        <m:num>
                          <m:r>
                            <a:rPr lang="en-US" sz="2800">
                              <a:solidFill>
                                <a:srgbClr val="C00000"/>
                              </a:solidFill>
                              <a:latin typeface="Cambria Math" panose="02040503050406030204" pitchFamily="18" charset="0"/>
                            </a:rPr>
                            <m:t> </m:t>
                          </m:r>
                          <m:r>
                            <a:rPr lang="en-US" sz="2800">
                              <a:solidFill>
                                <a:srgbClr val="7030A0"/>
                              </a:solidFill>
                              <a:latin typeface="Cambria Math" panose="02040503050406030204" pitchFamily="18" charset="0"/>
                            </a:rPr>
                            <m:t>6</m:t>
                          </m:r>
                          <m:r>
                            <a:rPr lang="en-US" sz="2800" i="1">
                              <a:solidFill>
                                <a:srgbClr val="002060"/>
                              </a:solidFill>
                              <a:latin typeface="Cambria Math" panose="02040503050406030204" pitchFamily="18" charset="0"/>
                              <a:ea typeface="Cambria Math" panose="02040503050406030204" pitchFamily="18" charset="0"/>
                            </a:rPr>
                            <m:t>∙</m:t>
                          </m:r>
                          <m:r>
                            <a:rPr lang="en-US" sz="2800" b="0" i="1" smtClean="0">
                              <a:solidFill>
                                <a:schemeClr val="bg1"/>
                              </a:solidFill>
                              <a:latin typeface="Cambria Math" panose="02040503050406030204" pitchFamily="18" charset="0"/>
                            </a:rPr>
                            <m:t>214</m:t>
                          </m:r>
                          <m:r>
                            <a:rPr lang="en-US" sz="2800">
                              <a:solidFill>
                                <a:srgbClr val="C00000"/>
                              </a:solidFill>
                              <a:latin typeface="Cambria Math" panose="02040503050406030204" pitchFamily="18" charset="0"/>
                            </a:rPr>
                            <m:t> </m:t>
                          </m:r>
                        </m:num>
                        <m:den>
                          <m:eqArr>
                            <m:eqArrPr>
                              <m:ctrlPr>
                                <a:rPr lang="en-US" sz="2800" i="1">
                                  <a:solidFill>
                                    <a:srgbClr val="C00000"/>
                                  </a:solidFill>
                                  <a:latin typeface="Cambria Math" panose="02040503050406030204" pitchFamily="18" charset="0"/>
                                </a:rPr>
                              </m:ctrlPr>
                            </m:eqArrPr>
                            <m:e>
                              <m:r>
                                <a:rPr lang="en-US" sz="2800">
                                  <a:solidFill>
                                    <a:srgbClr val="C00000"/>
                                  </a:solidFill>
                                  <a:latin typeface="Cambria Math" panose="02040503050406030204" pitchFamily="18" charset="0"/>
                                </a:rPr>
                                <m:t>  </m:t>
                              </m:r>
                            </m:e>
                            <m:e>
                              <m:r>
                                <a:rPr lang="en-US" sz="2800" b="0" i="0" smtClean="0">
                                  <a:solidFill>
                                    <a:schemeClr val="bg1"/>
                                  </a:solidFill>
                                  <a:latin typeface="Cambria Math" panose="02040503050406030204" pitchFamily="18" charset="0"/>
                                </a:rPr>
                                <m:t>10</m:t>
                              </m:r>
                              <m:r>
                                <a:rPr lang="en-US" sz="2800">
                                  <a:solidFill>
                                    <a:srgbClr val="002060"/>
                                  </a:solidFill>
                                  <a:latin typeface="Cambria Math" panose="02040503050406030204" pitchFamily="18" charset="0"/>
                                </a:rPr>
                                <m:t> </m:t>
                              </m:r>
                              <m:d>
                                <m:dPr>
                                  <m:ctrlPr>
                                    <a:rPr lang="en-US" sz="2800" i="1">
                                      <a:solidFill>
                                        <a:srgbClr val="002060"/>
                                      </a:solidFill>
                                      <a:latin typeface="Cambria Math" panose="02040503050406030204" pitchFamily="18" charset="0"/>
                                    </a:rPr>
                                  </m:ctrlPr>
                                </m:dPr>
                                <m:e>
                                  <m:sSup>
                                    <m:sSupPr>
                                      <m:ctrlPr>
                                        <a:rPr lang="en-US" sz="2800" b="0" i="1" smtClean="0">
                                          <a:solidFill>
                                            <a:srgbClr val="002060"/>
                                          </a:solidFill>
                                          <a:latin typeface="Cambria Math" panose="02040503050406030204" pitchFamily="18" charset="0"/>
                                        </a:rPr>
                                      </m:ctrlPr>
                                    </m:sSupPr>
                                    <m:e>
                                      <m:r>
                                        <a:rPr lang="en-US" sz="2800" b="0" i="1" smtClean="0">
                                          <a:solidFill>
                                            <a:schemeClr val="bg1"/>
                                          </a:solidFill>
                                          <a:latin typeface="Cambria Math" panose="02040503050406030204" pitchFamily="18" charset="0"/>
                                        </a:rPr>
                                        <m:t>10</m:t>
                                      </m:r>
                                    </m:e>
                                    <m:sup>
                                      <m:r>
                                        <a:rPr lang="en-US" sz="2800" b="0" i="1" smtClean="0">
                                          <a:solidFill>
                                            <a:srgbClr val="002060"/>
                                          </a:solidFill>
                                          <a:latin typeface="Cambria Math" panose="02040503050406030204" pitchFamily="18" charset="0"/>
                                        </a:rPr>
                                        <m:t>2</m:t>
                                      </m:r>
                                    </m:sup>
                                  </m:sSup>
                                  <m:r>
                                    <a:rPr lang="en-US" sz="2800">
                                      <a:solidFill>
                                        <a:srgbClr val="002060"/>
                                      </a:solidFill>
                                      <a:latin typeface="Cambria Math" panose="02040503050406030204" pitchFamily="18" charset="0"/>
                                    </a:rPr>
                                    <m:t>−1</m:t>
                                  </m:r>
                                </m:e>
                              </m:d>
                              <m:r>
                                <a:rPr lang="en-US" sz="2800">
                                  <a:solidFill>
                                    <a:srgbClr val="C00000"/>
                                  </a:solidFill>
                                  <a:latin typeface="Cambria Math" panose="02040503050406030204" pitchFamily="18" charset="0"/>
                                </a:rPr>
                                <m:t>  </m:t>
                              </m:r>
                            </m:e>
                          </m:eqArr>
                        </m:den>
                      </m:f>
                    </m:oMath>
                  </m:oMathPara>
                </a14:m>
                <a:endParaRPr lang="en-US" sz="2800" dirty="0"/>
              </a:p>
            </p:txBody>
          </p:sp>
        </mc:Choice>
        <mc:Fallback xmlns="">
          <p:sp>
            <p:nvSpPr>
              <p:cNvPr id="30" name="Rectangle 29"/>
              <p:cNvSpPr>
                <a:spLocks noRot="1" noChangeAspect="1" noMove="1" noResize="1" noEditPoints="1" noAdjustHandles="1" noChangeArrowheads="1" noChangeShapeType="1" noTextEdit="1"/>
              </p:cNvSpPr>
              <p:nvPr/>
            </p:nvSpPr>
            <p:spPr>
              <a:xfrm>
                <a:off x="137270" y="3229957"/>
                <a:ext cx="3672352" cy="1098121"/>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68622B1E-44A3-44A2-B1C1-8D969737DA50}"/>
                  </a:ext>
                </a:extLst>
              </p:cNvPr>
              <p:cNvSpPr txBox="1"/>
              <p:nvPr/>
            </p:nvSpPr>
            <p:spPr>
              <a:xfrm>
                <a:off x="9814361" y="2712398"/>
                <a:ext cx="1239250"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m:rPr>
                          <m:sty m:val="p"/>
                        </m:rPr>
                        <a:rPr lang="en-US" sz="2800" i="0" dirty="0" smtClean="0">
                          <a:solidFill>
                            <a:srgbClr val="FF0000"/>
                          </a:solidFill>
                          <a:latin typeface="Cambria Math" panose="02040503050406030204" pitchFamily="18" charset="0"/>
                        </a:rPr>
                        <m:t>n</m:t>
                      </m:r>
                      <m:r>
                        <a:rPr lang="en-US" sz="2800" i="0" dirty="0" smtClean="0">
                          <a:solidFill>
                            <a:srgbClr val="FF0000"/>
                          </a:solidFill>
                          <a:latin typeface="Cambria Math" panose="02040503050406030204" pitchFamily="18" charset="0"/>
                        </a:rPr>
                        <m:t>=10</m:t>
                      </m:r>
                    </m:oMath>
                  </m:oMathPara>
                </a14:m>
                <a:endParaRPr lang="en-IN" sz="2800" dirty="0">
                  <a:solidFill>
                    <a:srgbClr val="FF0000"/>
                  </a:solidFill>
                </a:endParaRPr>
              </a:p>
            </p:txBody>
          </p:sp>
        </mc:Choice>
        <mc:Fallback xmlns="">
          <p:sp>
            <p:nvSpPr>
              <p:cNvPr id="82" name="TextBox 81">
                <a:extLst>
                  <a:ext uri="{FF2B5EF4-FFF2-40B4-BE49-F238E27FC236}">
                    <a16:creationId xmlns:a16="http://schemas.microsoft.com/office/drawing/2014/main" id="{68622B1E-44A3-44A2-B1C1-8D969737DA50}"/>
                  </a:ext>
                </a:extLst>
              </p:cNvPr>
              <p:cNvSpPr txBox="1">
                <a:spLocks noRot="1" noChangeAspect="1" noMove="1" noResize="1" noEditPoints="1" noAdjustHandles="1" noChangeArrowheads="1" noChangeShapeType="1" noTextEdit="1"/>
              </p:cNvSpPr>
              <p:nvPr/>
            </p:nvSpPr>
            <p:spPr>
              <a:xfrm>
                <a:off x="9814361" y="2712398"/>
                <a:ext cx="1239250"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68622B1E-44A3-44A2-B1C1-8D969737DA50}"/>
                  </a:ext>
                </a:extLst>
              </p:cNvPr>
              <p:cNvSpPr txBox="1"/>
              <p:nvPr/>
            </p:nvSpPr>
            <p:spPr>
              <a:xfrm>
                <a:off x="9814361" y="3229957"/>
                <a:ext cx="2377639" cy="1135696"/>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nary>
                        <m:naryPr>
                          <m:chr m:val="∑"/>
                          <m:subHide m:val="on"/>
                          <m:supHide m:val="on"/>
                          <m:ctrlPr>
                            <a:rPr lang="en-US" sz="2800" i="1" smtClean="0">
                              <a:solidFill>
                                <a:srgbClr val="FF0000"/>
                              </a:solidFill>
                              <a:latin typeface="Cambria Math" panose="02040503050406030204" pitchFamily="18" charset="0"/>
                            </a:rPr>
                          </m:ctrlPr>
                        </m:naryPr>
                        <m:sub/>
                        <m:sup/>
                        <m:e>
                          <m:d>
                            <m:dPr>
                              <m:ctrlPr>
                                <a:rPr lang="en-US" sz="2800" i="1">
                                  <a:solidFill>
                                    <a:srgbClr val="FF0000"/>
                                  </a:solidFill>
                                  <a:latin typeface="Cambria Math" panose="02040503050406030204" pitchFamily="18" charset="0"/>
                                </a:rPr>
                              </m:ctrlPr>
                            </m:dPr>
                            <m:e>
                              <m:sSup>
                                <m:sSupPr>
                                  <m:ctrlPr>
                                    <a:rPr lang="en-US" sz="2800" b="0" i="1" smtClean="0">
                                      <a:solidFill>
                                        <a:srgbClr val="FF0000"/>
                                      </a:solidFill>
                                      <a:latin typeface="Cambria Math" panose="02040503050406030204" pitchFamily="18" charset="0"/>
                                    </a:rPr>
                                  </m:ctrlPr>
                                </m:sSupPr>
                                <m:e>
                                  <m:r>
                                    <m:rPr>
                                      <m:sty m:val="p"/>
                                    </m:rPr>
                                    <a:rPr lang="en-US" sz="2800" b="0" i="0" smtClean="0">
                                      <a:solidFill>
                                        <a:srgbClr val="FF0000"/>
                                      </a:solidFill>
                                      <a:latin typeface="Cambria Math" panose="02040503050406030204" pitchFamily="18" charset="0"/>
                                    </a:rPr>
                                    <m:t>d</m:t>
                                  </m:r>
                                </m:e>
                                <m:sup>
                                  <m:r>
                                    <a:rPr lang="en-US" sz="2800" b="0" i="0" smtClean="0">
                                      <a:solidFill>
                                        <a:srgbClr val="FF0000"/>
                                      </a:solidFill>
                                      <a:latin typeface="Cambria Math" panose="02040503050406030204" pitchFamily="18" charset="0"/>
                                    </a:rPr>
                                    <m:t>2</m:t>
                                  </m:r>
                                </m:sup>
                              </m:sSup>
                            </m:e>
                          </m:d>
                        </m:e>
                      </m:nary>
                      <m:r>
                        <a:rPr lang="en-US" sz="2800" i="0" dirty="0" smtClean="0">
                          <a:solidFill>
                            <a:srgbClr val="FF0000"/>
                          </a:solidFill>
                          <a:latin typeface="Cambria Math" panose="02040503050406030204" pitchFamily="18" charset="0"/>
                        </a:rPr>
                        <m:t>=</m:t>
                      </m:r>
                      <m:r>
                        <a:rPr lang="en-US" sz="2800" b="0" i="0" dirty="0" smtClean="0">
                          <a:solidFill>
                            <a:srgbClr val="FF0000"/>
                          </a:solidFill>
                          <a:latin typeface="Cambria Math" panose="02040503050406030204" pitchFamily="18" charset="0"/>
                        </a:rPr>
                        <m:t>214</m:t>
                      </m:r>
                    </m:oMath>
                  </m:oMathPara>
                </a14:m>
                <a:endParaRPr lang="en-IN" sz="2800" dirty="0">
                  <a:solidFill>
                    <a:srgbClr val="FF0000"/>
                  </a:solidFill>
                </a:endParaRPr>
              </a:p>
            </p:txBody>
          </p:sp>
        </mc:Choice>
        <mc:Fallback xmlns="">
          <p:sp>
            <p:nvSpPr>
              <p:cNvPr id="86" name="TextBox 85">
                <a:extLst>
                  <a:ext uri="{FF2B5EF4-FFF2-40B4-BE49-F238E27FC236}">
                    <a16:creationId xmlns:a16="http://schemas.microsoft.com/office/drawing/2014/main" id="{68622B1E-44A3-44A2-B1C1-8D969737DA50}"/>
                  </a:ext>
                </a:extLst>
              </p:cNvPr>
              <p:cNvSpPr txBox="1">
                <a:spLocks noRot="1" noChangeAspect="1" noMove="1" noResize="1" noEditPoints="1" noAdjustHandles="1" noChangeArrowheads="1" noChangeShapeType="1" noTextEdit="1"/>
              </p:cNvSpPr>
              <p:nvPr/>
            </p:nvSpPr>
            <p:spPr>
              <a:xfrm>
                <a:off x="9814361" y="3229957"/>
                <a:ext cx="2377639" cy="1135696"/>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68622B1E-44A3-44A2-B1C1-8D969737DA50}"/>
                  </a:ext>
                </a:extLst>
              </p:cNvPr>
              <p:cNvSpPr txBox="1"/>
              <p:nvPr/>
            </p:nvSpPr>
            <p:spPr>
              <a:xfrm>
                <a:off x="2427498" y="3184492"/>
                <a:ext cx="770404"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a:rPr lang="en-US" sz="2800" b="0" i="0" dirty="0" smtClean="0">
                          <a:solidFill>
                            <a:srgbClr val="002060"/>
                          </a:solidFill>
                          <a:latin typeface="Cambria Math" panose="02040503050406030204" pitchFamily="18" charset="0"/>
                        </a:rPr>
                        <m:t>214</m:t>
                      </m:r>
                    </m:oMath>
                  </m:oMathPara>
                </a14:m>
                <a:endParaRPr lang="en-IN" sz="2800" dirty="0">
                  <a:solidFill>
                    <a:srgbClr val="002060"/>
                  </a:solidFill>
                </a:endParaRPr>
              </a:p>
            </p:txBody>
          </p:sp>
        </mc:Choice>
        <mc:Fallback xmlns="">
          <p:sp>
            <p:nvSpPr>
              <p:cNvPr id="31" name="TextBox 30">
                <a:extLst>
                  <a:ext uri="{FF2B5EF4-FFF2-40B4-BE49-F238E27FC236}">
                    <a16:creationId xmlns="" xmlns:a16="http://schemas.microsoft.com/office/drawing/2014/main"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2427498" y="3184492"/>
                <a:ext cx="770404" cy="523220"/>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68622B1E-44A3-44A2-B1C1-8D969737DA50}"/>
                  </a:ext>
                </a:extLst>
              </p:cNvPr>
              <p:cNvSpPr txBox="1"/>
              <p:nvPr/>
            </p:nvSpPr>
            <p:spPr>
              <a:xfrm>
                <a:off x="1451402" y="3822823"/>
                <a:ext cx="571631"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a:rPr lang="en-US" sz="2800" b="0" i="0" dirty="0" smtClean="0">
                          <a:solidFill>
                            <a:srgbClr val="002060"/>
                          </a:solidFill>
                          <a:latin typeface="Cambria Math" panose="02040503050406030204" pitchFamily="18" charset="0"/>
                        </a:rPr>
                        <m:t>10</m:t>
                      </m:r>
                    </m:oMath>
                  </m:oMathPara>
                </a14:m>
                <a:endParaRPr lang="en-IN" sz="2800" dirty="0">
                  <a:solidFill>
                    <a:srgbClr val="002060"/>
                  </a:solidFill>
                </a:endParaRPr>
              </a:p>
            </p:txBody>
          </p:sp>
        </mc:Choice>
        <mc:Fallback xmlns="">
          <p:sp>
            <p:nvSpPr>
              <p:cNvPr id="32" name="TextBox 31">
                <a:extLst>
                  <a:ext uri="{FF2B5EF4-FFF2-40B4-BE49-F238E27FC236}">
                    <a16:creationId xmlns="" xmlns:a16="http://schemas.microsoft.com/office/drawing/2014/main"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1451402" y="3822823"/>
                <a:ext cx="571631" cy="523220"/>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68622B1E-44A3-44A2-B1C1-8D969737DA50}"/>
                  </a:ext>
                </a:extLst>
              </p:cNvPr>
              <p:cNvSpPr txBox="1"/>
              <p:nvPr/>
            </p:nvSpPr>
            <p:spPr>
              <a:xfrm>
                <a:off x="2072063" y="3822823"/>
                <a:ext cx="571631"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a:rPr lang="en-US" sz="2800" b="0" i="0" dirty="0" smtClean="0">
                          <a:solidFill>
                            <a:srgbClr val="002060"/>
                          </a:solidFill>
                          <a:latin typeface="Cambria Math" panose="02040503050406030204" pitchFamily="18" charset="0"/>
                        </a:rPr>
                        <m:t>10</m:t>
                      </m:r>
                    </m:oMath>
                  </m:oMathPara>
                </a14:m>
                <a:endParaRPr lang="en-IN" sz="2800" dirty="0">
                  <a:solidFill>
                    <a:srgbClr val="002060"/>
                  </a:solidFill>
                </a:endParaRPr>
              </a:p>
            </p:txBody>
          </p:sp>
        </mc:Choice>
        <mc:Fallback xmlns="">
          <p:sp>
            <p:nvSpPr>
              <p:cNvPr id="33" name="TextBox 32">
                <a:extLst>
                  <a:ext uri="{FF2B5EF4-FFF2-40B4-BE49-F238E27FC236}">
                    <a16:creationId xmlns="" xmlns:a16="http://schemas.microsoft.com/office/drawing/2014/main"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2072063" y="3822823"/>
                <a:ext cx="571631" cy="523220"/>
              </a:xfrm>
              <a:prstGeom prst="rect">
                <a:avLst/>
              </a:prstGeom>
              <a:blipFill rotWithShape="0">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Rectangle 42"/>
              <p:cNvSpPr/>
              <p:nvPr/>
            </p:nvSpPr>
            <p:spPr>
              <a:xfrm>
                <a:off x="137270" y="4828022"/>
                <a:ext cx="2564676"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r>
                        <m:rPr>
                          <m:sty m:val="p"/>
                        </m:rPr>
                        <a:rPr lang="en-US" sz="2800" smtClean="0">
                          <a:solidFill>
                            <a:srgbClr val="002060"/>
                          </a:solidFill>
                          <a:latin typeface="Cambria Math" panose="02040503050406030204" pitchFamily="18" charset="0"/>
                        </a:rPr>
                        <m:t>ρ</m:t>
                      </m:r>
                      <m:r>
                        <a:rPr lang="en-US" sz="2800">
                          <a:solidFill>
                            <a:srgbClr val="002060"/>
                          </a:solidFill>
                          <a:latin typeface="Cambria Math" panose="02040503050406030204" pitchFamily="18" charset="0"/>
                        </a:rPr>
                        <m:t>=</m:t>
                      </m:r>
                      <m:r>
                        <a:rPr lang="en-US" sz="2800" i="1" smtClean="0">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0.2970</m:t>
                      </m:r>
                    </m:oMath>
                  </m:oMathPara>
                </a14:m>
                <a:endParaRPr lang="en-US" sz="2800" dirty="0"/>
              </a:p>
            </p:txBody>
          </p:sp>
        </mc:Choice>
        <mc:Fallback xmlns="">
          <p:sp>
            <p:nvSpPr>
              <p:cNvPr id="43" name="Rectangle 42"/>
              <p:cNvSpPr>
                <a:spLocks noRot="1" noChangeAspect="1" noMove="1" noResize="1" noEditPoints="1" noAdjustHandles="1" noChangeArrowheads="1" noChangeShapeType="1" noTextEdit="1"/>
              </p:cNvSpPr>
              <p:nvPr/>
            </p:nvSpPr>
            <p:spPr>
              <a:xfrm>
                <a:off x="137270" y="4828022"/>
                <a:ext cx="2564676" cy="523220"/>
              </a:xfrm>
              <a:prstGeom prst="rect">
                <a:avLst/>
              </a:prstGeom>
              <a:blipFill rotWithShape="0">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Rectangle 43"/>
              <p:cNvSpPr/>
              <p:nvPr/>
            </p:nvSpPr>
            <p:spPr>
              <a:xfrm>
                <a:off x="137270" y="5851186"/>
                <a:ext cx="7580986" cy="523220"/>
              </a:xfrm>
              <a:prstGeom prst="rect">
                <a:avLst/>
              </a:prstGeom>
              <a:ln>
                <a:solidFill>
                  <a:srgbClr val="FF0000"/>
                </a:solidFill>
              </a:ln>
            </p:spPr>
            <p:style>
              <a:lnRef idx="2">
                <a:schemeClr val="accent2"/>
              </a:lnRef>
              <a:fillRef idx="1">
                <a:schemeClr val="lt1"/>
              </a:fillRef>
              <a:effectRef idx="0">
                <a:schemeClr val="accent2"/>
              </a:effectRef>
              <a:fontRef idx="minor">
                <a:schemeClr val="dk1"/>
              </a:fontRef>
            </p:style>
            <p:txBody>
              <a:bodyPr wrap="none">
                <a:spAutoFit/>
              </a:bodyPr>
              <a:lstStyle/>
              <a:p>
                <a:pPr/>
                <a14:m>
                  <m:oMathPara xmlns:m="http://schemas.openxmlformats.org/officeDocument/2006/math">
                    <m:oMathParaPr>
                      <m:jc m:val="left"/>
                    </m:oMathParaPr>
                    <m:oMath xmlns:m="http://schemas.openxmlformats.org/officeDocument/2006/math">
                      <m:r>
                        <a:rPr lang="en-US" sz="2800" b="1" i="1" smtClean="0">
                          <a:solidFill>
                            <a:srgbClr val="7030A0"/>
                          </a:solidFill>
                          <a:latin typeface="Cambria Math" panose="02040503050406030204" pitchFamily="18" charset="0"/>
                          <a:ea typeface="Cambria Math" panose="02040503050406030204" pitchFamily="18" charset="0"/>
                        </a:rPr>
                        <m:t>∴</m:t>
                      </m:r>
                      <m:r>
                        <m:rPr>
                          <m:nor/>
                        </m:rPr>
                        <a:rPr lang="en-US" sz="2800" b="1" i="0" dirty="0" smtClean="0">
                          <a:solidFill>
                            <a:srgbClr val="7030A0"/>
                          </a:solidFill>
                        </a:rPr>
                        <m:t>The</m:t>
                      </m:r>
                      <m:r>
                        <m:rPr>
                          <m:nor/>
                        </m:rPr>
                        <a:rPr lang="en-US" sz="2800" b="1" dirty="0">
                          <a:solidFill>
                            <a:srgbClr val="7030A0"/>
                          </a:solidFill>
                        </a:rPr>
                        <m:t> </m:t>
                      </m:r>
                      <m:r>
                        <m:rPr>
                          <m:nor/>
                        </m:rPr>
                        <a:rPr lang="en-US" sz="2800" b="1" dirty="0">
                          <a:solidFill>
                            <a:srgbClr val="7030A0"/>
                          </a:solidFill>
                        </a:rPr>
                        <m:t>coefficient</m:t>
                      </m:r>
                      <m:r>
                        <m:rPr>
                          <m:nor/>
                        </m:rPr>
                        <a:rPr lang="en-US" sz="2800" b="1" dirty="0">
                          <a:solidFill>
                            <a:srgbClr val="7030A0"/>
                          </a:solidFill>
                        </a:rPr>
                        <m:t> </m:t>
                      </m:r>
                      <m:r>
                        <m:rPr>
                          <m:nor/>
                        </m:rPr>
                        <a:rPr lang="en-US" sz="2800" b="1" dirty="0">
                          <a:solidFill>
                            <a:srgbClr val="7030A0"/>
                          </a:solidFill>
                        </a:rPr>
                        <m:t>of</m:t>
                      </m:r>
                      <m:r>
                        <m:rPr>
                          <m:nor/>
                        </m:rPr>
                        <a:rPr lang="en-US" sz="2800" b="1" dirty="0">
                          <a:solidFill>
                            <a:srgbClr val="7030A0"/>
                          </a:solidFill>
                        </a:rPr>
                        <m:t> </m:t>
                      </m:r>
                      <m:r>
                        <m:rPr>
                          <m:nor/>
                        </m:rPr>
                        <a:rPr lang="en-US" sz="2800" b="1" i="0" dirty="0" smtClean="0">
                          <a:solidFill>
                            <a:srgbClr val="7030A0"/>
                          </a:solidFill>
                        </a:rPr>
                        <m:t>rank</m:t>
                      </m:r>
                      <m:r>
                        <m:rPr>
                          <m:nor/>
                        </m:rPr>
                        <a:rPr lang="en-US" sz="2800" b="1" i="0" dirty="0" smtClean="0">
                          <a:solidFill>
                            <a:srgbClr val="7030A0"/>
                          </a:solidFill>
                        </a:rPr>
                        <m:t> </m:t>
                      </m:r>
                      <m:r>
                        <m:rPr>
                          <m:nor/>
                        </m:rPr>
                        <a:rPr lang="en-US" sz="2800" b="1" dirty="0">
                          <a:solidFill>
                            <a:srgbClr val="7030A0"/>
                          </a:solidFill>
                        </a:rPr>
                        <m:t>correlation</m:t>
                      </m:r>
                      <m:r>
                        <m:rPr>
                          <m:nor/>
                        </m:rPr>
                        <a:rPr lang="en-US" sz="2800" b="1" i="0" dirty="0" smtClean="0">
                          <a:solidFill>
                            <a:srgbClr val="7030A0"/>
                          </a:solidFill>
                        </a:rPr>
                        <m:t> </m:t>
                      </m:r>
                      <m:r>
                        <a:rPr lang="en-US" sz="2800" b="1" i="1" dirty="0" smtClean="0">
                          <a:solidFill>
                            <a:srgbClr val="7030A0"/>
                          </a:solidFill>
                          <a:latin typeface="Cambria Math" panose="02040503050406030204" pitchFamily="18" charset="0"/>
                        </a:rPr>
                        <m:t>=− </m:t>
                      </m:r>
                      <m:r>
                        <a:rPr lang="en-US" sz="2800" b="1" i="1" dirty="0" smtClean="0">
                          <a:solidFill>
                            <a:srgbClr val="7030A0"/>
                          </a:solidFill>
                          <a:latin typeface="Cambria Math" panose="02040503050406030204" pitchFamily="18" charset="0"/>
                        </a:rPr>
                        <m:t>𝟎</m:t>
                      </m:r>
                      <m:r>
                        <a:rPr lang="en-US" sz="2800" b="1" i="1" dirty="0" smtClean="0">
                          <a:solidFill>
                            <a:srgbClr val="7030A0"/>
                          </a:solidFill>
                          <a:latin typeface="Cambria Math" panose="02040503050406030204" pitchFamily="18" charset="0"/>
                        </a:rPr>
                        <m:t>.</m:t>
                      </m:r>
                      <m:r>
                        <a:rPr lang="en-US" sz="2800" b="1" i="1" dirty="0" smtClean="0">
                          <a:solidFill>
                            <a:srgbClr val="7030A0"/>
                          </a:solidFill>
                          <a:latin typeface="Cambria Math" panose="02040503050406030204" pitchFamily="18" charset="0"/>
                        </a:rPr>
                        <m:t>𝟐𝟗𝟕𝟎</m:t>
                      </m:r>
                    </m:oMath>
                  </m:oMathPara>
                </a14:m>
                <a:endParaRPr lang="en-US" sz="2800" b="1" dirty="0">
                  <a:solidFill>
                    <a:srgbClr val="7030A0"/>
                  </a:solidFill>
                </a:endParaRPr>
              </a:p>
            </p:txBody>
          </p:sp>
        </mc:Choice>
        <mc:Fallback xmlns="">
          <p:sp>
            <p:nvSpPr>
              <p:cNvPr id="44" name="Rectangle 43"/>
              <p:cNvSpPr>
                <a:spLocks noRot="1" noChangeAspect="1" noMove="1" noResize="1" noEditPoints="1" noAdjustHandles="1" noChangeArrowheads="1" noChangeShapeType="1" noTextEdit="1"/>
              </p:cNvSpPr>
              <p:nvPr/>
            </p:nvSpPr>
            <p:spPr>
              <a:xfrm>
                <a:off x="137270" y="5851186"/>
                <a:ext cx="7580986" cy="523220"/>
              </a:xfrm>
              <a:prstGeom prst="rect">
                <a:avLst/>
              </a:prstGeom>
              <a:blipFill rotWithShape="0">
                <a:blip r:embed="rId10"/>
                <a:stretch>
                  <a:fillRect/>
                </a:stretch>
              </a:blipFill>
              <a:ln>
                <a:solidFill>
                  <a:srgbClr val="FF0000"/>
                </a:solidFill>
              </a:ln>
            </p:spPr>
            <p:txBody>
              <a:bodyPr/>
              <a:lstStyle/>
              <a:p>
                <a:r>
                  <a:rPr lang="en-US">
                    <a:noFill/>
                  </a:rPr>
                  <a:t> </a:t>
                </a:r>
              </a:p>
            </p:txBody>
          </p:sp>
        </mc:Fallback>
      </mc:AlternateContent>
    </p:spTree>
    <p:extLst>
      <p:ext uri="{BB962C8B-B14F-4D97-AF65-F5344CB8AC3E}">
        <p14:creationId xmlns:p14="http://schemas.microsoft.com/office/powerpoint/2010/main" val="3781771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82" grpId="0"/>
      <p:bldP spid="86" grpId="0"/>
      <p:bldP spid="31" grpId="0"/>
      <p:bldP spid="32" grpId="0"/>
      <p:bldP spid="33" grpId="0"/>
      <p:bldP spid="43" grpId="0"/>
      <p:bldP spid="44"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7" y="869081"/>
            <a:ext cx="11929643" cy="11887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25000"/>
              </a:lnSpc>
            </a:pPr>
            <a:r>
              <a:rPr lang="en-US" dirty="0"/>
              <a:t>The competitions in a beauty contest are ranked by three judges. Use rank correlation to discuss which pair of judges has nearest approach to beauty.</a:t>
            </a:r>
          </a:p>
        </p:txBody>
      </p:sp>
      <p:sp>
        <p:nvSpPr>
          <p:cNvPr id="2" name="Title 1"/>
          <p:cNvSpPr>
            <a:spLocks noGrp="1"/>
          </p:cNvSpPr>
          <p:nvPr>
            <p:ph type="title"/>
          </p:nvPr>
        </p:nvSpPr>
        <p:spPr/>
        <p:txBody>
          <a:bodyPr/>
          <a:lstStyle/>
          <a:p>
            <a:r>
              <a:rPr lang="en-GB" dirty="0"/>
              <a:t>Method 2 ⇝ Example 2</a:t>
            </a:r>
            <a:endParaRPr lang="en-US" dirty="0"/>
          </a:p>
        </p:txBody>
      </p:sp>
      <p:sp>
        <p:nvSpPr>
          <p:cNvPr id="50" name="Rectangle 49">
            <a:extLst>
              <a:ext uri="{FF2B5EF4-FFF2-40B4-BE49-F238E27FC236}">
                <a16:creationId xmlns:a16="http://schemas.microsoft.com/office/drawing/2014/main" id="{B2D3FB0B-D709-43AC-B65F-29361B504B61}"/>
              </a:ext>
            </a:extLst>
          </p:cNvPr>
          <p:cNvSpPr/>
          <p:nvPr/>
        </p:nvSpPr>
        <p:spPr>
          <a:xfrm>
            <a:off x="131177" y="4503225"/>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p:graphicFrame>
        <p:nvGraphicFramePr>
          <p:cNvPr id="3" name="Table 2"/>
          <p:cNvGraphicFramePr>
            <a:graphicFrameLocks noGrp="1"/>
          </p:cNvGraphicFramePr>
          <p:nvPr>
            <p:extLst>
              <p:ext uri="{D42A27DB-BD31-4B8C-83A1-F6EECF244321}">
                <p14:modId xmlns:p14="http://schemas.microsoft.com/office/powerpoint/2010/main" val="1401149343"/>
              </p:ext>
            </p:extLst>
          </p:nvPr>
        </p:nvGraphicFramePr>
        <p:xfrm>
          <a:off x="129539" y="2228416"/>
          <a:ext cx="11932922" cy="1920240"/>
        </p:xfrm>
        <a:graphic>
          <a:graphicData uri="http://schemas.openxmlformats.org/drawingml/2006/table">
            <a:tbl>
              <a:tblPr firstRow="1" firstCol="1" bandRow="1">
                <a:tableStyleId>{E8B1032C-EA38-4F05-BA0D-38AFFFC7BED3}</a:tableStyleId>
              </a:tblPr>
              <a:tblGrid>
                <a:gridCol w="2169622">
                  <a:extLst>
                    <a:ext uri="{9D8B030D-6E8A-4147-A177-3AD203B41FA5}">
                      <a16:colId xmlns:a16="http://schemas.microsoft.com/office/drawing/2014/main" val="20000"/>
                    </a:ext>
                  </a:extLst>
                </a:gridCol>
                <a:gridCol w="976330">
                  <a:extLst>
                    <a:ext uri="{9D8B030D-6E8A-4147-A177-3AD203B41FA5}">
                      <a16:colId xmlns:a16="http://schemas.microsoft.com/office/drawing/2014/main" val="20001"/>
                    </a:ext>
                  </a:extLst>
                </a:gridCol>
                <a:gridCol w="976330">
                  <a:extLst>
                    <a:ext uri="{9D8B030D-6E8A-4147-A177-3AD203B41FA5}">
                      <a16:colId xmlns:a16="http://schemas.microsoft.com/office/drawing/2014/main" val="20002"/>
                    </a:ext>
                  </a:extLst>
                </a:gridCol>
                <a:gridCol w="976330">
                  <a:extLst>
                    <a:ext uri="{9D8B030D-6E8A-4147-A177-3AD203B41FA5}">
                      <a16:colId xmlns:a16="http://schemas.microsoft.com/office/drawing/2014/main" val="20003"/>
                    </a:ext>
                  </a:extLst>
                </a:gridCol>
                <a:gridCol w="976330">
                  <a:extLst>
                    <a:ext uri="{9D8B030D-6E8A-4147-A177-3AD203B41FA5}">
                      <a16:colId xmlns:a16="http://schemas.microsoft.com/office/drawing/2014/main" val="20004"/>
                    </a:ext>
                  </a:extLst>
                </a:gridCol>
                <a:gridCol w="976330">
                  <a:extLst>
                    <a:ext uri="{9D8B030D-6E8A-4147-A177-3AD203B41FA5}">
                      <a16:colId xmlns:a16="http://schemas.microsoft.com/office/drawing/2014/main" val="20005"/>
                    </a:ext>
                  </a:extLst>
                </a:gridCol>
                <a:gridCol w="976330">
                  <a:extLst>
                    <a:ext uri="{9D8B030D-6E8A-4147-A177-3AD203B41FA5}">
                      <a16:colId xmlns:a16="http://schemas.microsoft.com/office/drawing/2014/main" val="20006"/>
                    </a:ext>
                  </a:extLst>
                </a:gridCol>
                <a:gridCol w="976330">
                  <a:extLst>
                    <a:ext uri="{9D8B030D-6E8A-4147-A177-3AD203B41FA5}">
                      <a16:colId xmlns:a16="http://schemas.microsoft.com/office/drawing/2014/main" val="20007"/>
                    </a:ext>
                  </a:extLst>
                </a:gridCol>
                <a:gridCol w="976330">
                  <a:extLst>
                    <a:ext uri="{9D8B030D-6E8A-4147-A177-3AD203B41FA5}">
                      <a16:colId xmlns:a16="http://schemas.microsoft.com/office/drawing/2014/main" val="20008"/>
                    </a:ext>
                  </a:extLst>
                </a:gridCol>
                <a:gridCol w="976330">
                  <a:extLst>
                    <a:ext uri="{9D8B030D-6E8A-4147-A177-3AD203B41FA5}">
                      <a16:colId xmlns:a16="http://schemas.microsoft.com/office/drawing/2014/main" val="20009"/>
                    </a:ext>
                  </a:extLst>
                </a:gridCol>
                <a:gridCol w="976330">
                  <a:extLst>
                    <a:ext uri="{9D8B030D-6E8A-4147-A177-3AD203B41FA5}">
                      <a16:colId xmlns:a16="http://schemas.microsoft.com/office/drawing/2014/main" val="20010"/>
                    </a:ext>
                  </a:extLst>
                </a:gridCol>
              </a:tblGrid>
              <a:tr h="640080">
                <a:tc>
                  <a:txBody>
                    <a:bodyPr/>
                    <a:lstStyle/>
                    <a:p>
                      <a:pPr marL="0" marR="0" algn="ctr">
                        <a:lnSpc>
                          <a:spcPct val="100000"/>
                        </a:lnSpc>
                        <a:spcBef>
                          <a:spcPts val="0"/>
                        </a:spcBef>
                        <a:spcAft>
                          <a:spcPts val="0"/>
                        </a:spcAft>
                        <a:tabLst>
                          <a:tab pos="0" algn="l"/>
                          <a:tab pos="447675" algn="l"/>
                        </a:tabLst>
                      </a:pPr>
                      <a:r>
                        <a:rPr lang="en-US" sz="2800" b="1" dirty="0">
                          <a:solidFill>
                            <a:srgbClr val="002060"/>
                          </a:solidFill>
                          <a:effectLst/>
                        </a:rPr>
                        <a:t>1</a:t>
                      </a:r>
                      <a:r>
                        <a:rPr lang="en-US" sz="2800" b="1" baseline="30000" dirty="0">
                          <a:solidFill>
                            <a:srgbClr val="002060"/>
                          </a:solidFill>
                          <a:effectLst/>
                        </a:rPr>
                        <a:t>st</a:t>
                      </a:r>
                      <a:r>
                        <a:rPr lang="en-US" sz="2800" b="1" dirty="0">
                          <a:solidFill>
                            <a:srgbClr val="002060"/>
                          </a:solidFill>
                          <a:effectLst/>
                        </a:rPr>
                        <a:t> judge</a:t>
                      </a:r>
                      <a:endParaRPr lang="en-US" sz="2800" b="1"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i="0" dirty="0">
                          <a:solidFill>
                            <a:srgbClr val="002060"/>
                          </a:solidFill>
                          <a:effectLst/>
                          <a:latin typeface="+mn-lt"/>
                          <a:ea typeface="Calibri" panose="020F0502020204030204" pitchFamily="34" charset="0"/>
                          <a:cs typeface="Shruti" panose="020B0502040204020203" pitchFamily="34" charset="0"/>
                        </a:rPr>
                        <a:t>1</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i="0" dirty="0">
                          <a:solidFill>
                            <a:srgbClr val="002060"/>
                          </a:solidFill>
                          <a:effectLst/>
                          <a:latin typeface="+mn-lt"/>
                          <a:ea typeface="Calibri" panose="020F0502020204030204" pitchFamily="34" charset="0"/>
                          <a:cs typeface="Shruti" panose="020B0502040204020203" pitchFamily="34" charset="0"/>
                        </a:rPr>
                        <a:t>5</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i="0" dirty="0">
                          <a:solidFill>
                            <a:srgbClr val="002060"/>
                          </a:solidFill>
                          <a:effectLst/>
                          <a:latin typeface="+mn-lt"/>
                          <a:ea typeface="Calibri" panose="020F0502020204030204" pitchFamily="34" charset="0"/>
                          <a:cs typeface="Shruti" panose="020B0502040204020203" pitchFamily="34" charset="0"/>
                        </a:rPr>
                        <a:t>4</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i="0">
                          <a:solidFill>
                            <a:srgbClr val="002060"/>
                          </a:solidFill>
                          <a:effectLst/>
                          <a:latin typeface="+mn-lt"/>
                          <a:ea typeface="Calibri" panose="020F0502020204030204" pitchFamily="34" charset="0"/>
                          <a:cs typeface="Shruti" panose="020B0502040204020203" pitchFamily="34" charset="0"/>
                        </a:rPr>
                        <a:t>8</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i="0">
                          <a:solidFill>
                            <a:srgbClr val="002060"/>
                          </a:solidFill>
                          <a:effectLst/>
                          <a:latin typeface="+mn-lt"/>
                          <a:ea typeface="Calibri" panose="020F0502020204030204" pitchFamily="34" charset="0"/>
                          <a:cs typeface="Shruti" panose="020B0502040204020203" pitchFamily="34" charset="0"/>
                        </a:rPr>
                        <a:t>9</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i="0">
                          <a:solidFill>
                            <a:srgbClr val="002060"/>
                          </a:solidFill>
                          <a:effectLst/>
                          <a:latin typeface="+mn-lt"/>
                          <a:ea typeface="Calibri" panose="020F0502020204030204" pitchFamily="34" charset="0"/>
                          <a:cs typeface="Shruti" panose="020B0502040204020203" pitchFamily="34" charset="0"/>
                        </a:rPr>
                        <a:t>6</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i="0">
                          <a:solidFill>
                            <a:srgbClr val="002060"/>
                          </a:solidFill>
                          <a:effectLst/>
                          <a:latin typeface="+mn-lt"/>
                          <a:ea typeface="Calibri" panose="020F0502020204030204" pitchFamily="34" charset="0"/>
                          <a:cs typeface="Shruti" panose="020B0502040204020203" pitchFamily="34" charset="0"/>
                        </a:rPr>
                        <a:t>10</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i="0">
                          <a:solidFill>
                            <a:srgbClr val="002060"/>
                          </a:solidFill>
                          <a:effectLst/>
                          <a:latin typeface="+mn-lt"/>
                          <a:ea typeface="Calibri" panose="020F0502020204030204" pitchFamily="34" charset="0"/>
                          <a:cs typeface="Shruti" panose="020B0502040204020203" pitchFamily="34" charset="0"/>
                        </a:rPr>
                        <a:t>7</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i="0">
                          <a:solidFill>
                            <a:srgbClr val="002060"/>
                          </a:solidFill>
                          <a:effectLst/>
                          <a:latin typeface="+mn-lt"/>
                          <a:ea typeface="Calibri" panose="020F0502020204030204" pitchFamily="34" charset="0"/>
                          <a:cs typeface="Shruti" panose="020B0502040204020203" pitchFamily="34" charset="0"/>
                        </a:rPr>
                        <a:t>3</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i="0">
                          <a:solidFill>
                            <a:srgbClr val="002060"/>
                          </a:solidFill>
                          <a:effectLst/>
                          <a:latin typeface="+mn-lt"/>
                          <a:ea typeface="Calibri" panose="020F0502020204030204" pitchFamily="34" charset="0"/>
                          <a:cs typeface="Shruti" panose="020B0502040204020203" pitchFamily="34" charset="0"/>
                        </a:rPr>
                        <a:t>2</a:t>
                      </a:r>
                    </a:p>
                  </a:txBody>
                  <a:tcPr marL="68580" marR="68580" marT="0" marB="0" anchor="ctr"/>
                </a:tc>
                <a:extLst>
                  <a:ext uri="{0D108BD9-81ED-4DB2-BD59-A6C34878D82A}">
                    <a16:rowId xmlns:a16="http://schemas.microsoft.com/office/drawing/2014/main" val="10000"/>
                  </a:ext>
                </a:extLst>
              </a:tr>
              <a:tr h="640080">
                <a:tc>
                  <a:txBody>
                    <a:bodyPr/>
                    <a:lstStyle/>
                    <a:p>
                      <a:pPr marL="0" marR="0" algn="ctr">
                        <a:lnSpc>
                          <a:spcPct val="100000"/>
                        </a:lnSpc>
                        <a:spcBef>
                          <a:spcPts val="0"/>
                        </a:spcBef>
                        <a:spcAft>
                          <a:spcPts val="0"/>
                        </a:spcAft>
                        <a:tabLst>
                          <a:tab pos="0" algn="l"/>
                          <a:tab pos="447675" algn="l"/>
                        </a:tabLst>
                      </a:pPr>
                      <a:r>
                        <a:rPr lang="en-US" sz="2800" b="1" dirty="0">
                          <a:solidFill>
                            <a:srgbClr val="002060"/>
                          </a:solidFill>
                          <a:effectLst/>
                        </a:rPr>
                        <a:t>2</a:t>
                      </a:r>
                      <a:r>
                        <a:rPr lang="en-US" sz="2800" b="1" baseline="30000" dirty="0">
                          <a:solidFill>
                            <a:srgbClr val="002060"/>
                          </a:solidFill>
                          <a:effectLst/>
                        </a:rPr>
                        <a:t>nd</a:t>
                      </a:r>
                      <a:r>
                        <a:rPr lang="en-US" sz="2800" b="1" dirty="0">
                          <a:solidFill>
                            <a:srgbClr val="002060"/>
                          </a:solidFill>
                          <a:effectLst/>
                        </a:rPr>
                        <a:t> judge</a:t>
                      </a:r>
                      <a:endParaRPr lang="en-US" sz="2800" b="1"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i="0">
                          <a:solidFill>
                            <a:srgbClr val="002060"/>
                          </a:solidFill>
                          <a:effectLst/>
                          <a:latin typeface="+mn-lt"/>
                          <a:ea typeface="Calibri" panose="020F0502020204030204" pitchFamily="34" charset="0"/>
                          <a:cs typeface="Shruti" panose="020B0502040204020203" pitchFamily="34" charset="0"/>
                        </a:rPr>
                        <a:t>4</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i="0" dirty="0">
                          <a:solidFill>
                            <a:srgbClr val="002060"/>
                          </a:solidFill>
                          <a:effectLst/>
                          <a:latin typeface="+mn-lt"/>
                          <a:ea typeface="Calibri" panose="020F0502020204030204" pitchFamily="34" charset="0"/>
                          <a:cs typeface="Shruti" panose="020B0502040204020203" pitchFamily="34" charset="0"/>
                        </a:rPr>
                        <a:t>8</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i="0" dirty="0">
                          <a:solidFill>
                            <a:srgbClr val="002060"/>
                          </a:solidFill>
                          <a:effectLst/>
                          <a:latin typeface="+mn-lt"/>
                          <a:ea typeface="Calibri" panose="020F0502020204030204" pitchFamily="34" charset="0"/>
                          <a:cs typeface="Shruti" panose="020B0502040204020203" pitchFamily="34" charset="0"/>
                        </a:rPr>
                        <a:t>7</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i="0" dirty="0">
                          <a:solidFill>
                            <a:srgbClr val="002060"/>
                          </a:solidFill>
                          <a:effectLst/>
                          <a:latin typeface="+mn-lt"/>
                          <a:ea typeface="Calibri" panose="020F0502020204030204" pitchFamily="34" charset="0"/>
                          <a:cs typeface="Shruti" panose="020B0502040204020203" pitchFamily="34" charset="0"/>
                        </a:rPr>
                        <a:t>6</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i="0" dirty="0">
                          <a:solidFill>
                            <a:srgbClr val="002060"/>
                          </a:solidFill>
                          <a:effectLst/>
                          <a:latin typeface="+mn-lt"/>
                          <a:ea typeface="Calibri" panose="020F0502020204030204" pitchFamily="34" charset="0"/>
                          <a:cs typeface="Shruti" panose="020B0502040204020203" pitchFamily="34" charset="0"/>
                        </a:rPr>
                        <a:t>5</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i="0" dirty="0">
                          <a:solidFill>
                            <a:srgbClr val="002060"/>
                          </a:solidFill>
                          <a:effectLst/>
                          <a:latin typeface="+mn-lt"/>
                          <a:ea typeface="Calibri" panose="020F0502020204030204" pitchFamily="34" charset="0"/>
                          <a:cs typeface="Shruti" panose="020B0502040204020203" pitchFamily="34" charset="0"/>
                        </a:rPr>
                        <a:t>9</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i="0">
                          <a:solidFill>
                            <a:srgbClr val="002060"/>
                          </a:solidFill>
                          <a:effectLst/>
                          <a:latin typeface="+mn-lt"/>
                          <a:ea typeface="Calibri" panose="020F0502020204030204" pitchFamily="34" charset="0"/>
                          <a:cs typeface="Shruti" panose="020B0502040204020203" pitchFamily="34" charset="0"/>
                        </a:rPr>
                        <a:t>10</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i="0">
                          <a:solidFill>
                            <a:srgbClr val="002060"/>
                          </a:solidFill>
                          <a:effectLst/>
                          <a:latin typeface="+mn-lt"/>
                          <a:ea typeface="Calibri" panose="020F0502020204030204" pitchFamily="34" charset="0"/>
                          <a:cs typeface="Shruti" panose="020B0502040204020203" pitchFamily="34" charset="0"/>
                        </a:rPr>
                        <a:t>3</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i="0">
                          <a:solidFill>
                            <a:srgbClr val="002060"/>
                          </a:solidFill>
                          <a:effectLst/>
                          <a:latin typeface="+mn-lt"/>
                          <a:ea typeface="Calibri" panose="020F0502020204030204" pitchFamily="34" charset="0"/>
                          <a:cs typeface="Shruti" panose="020B0502040204020203" pitchFamily="34" charset="0"/>
                        </a:rPr>
                        <a:t>2</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i="0">
                          <a:solidFill>
                            <a:srgbClr val="002060"/>
                          </a:solidFill>
                          <a:effectLst/>
                          <a:latin typeface="+mn-lt"/>
                          <a:ea typeface="Calibri" panose="020F0502020204030204" pitchFamily="34" charset="0"/>
                          <a:cs typeface="Shruti" panose="020B0502040204020203" pitchFamily="34" charset="0"/>
                        </a:rPr>
                        <a:t>1</a:t>
                      </a:r>
                    </a:p>
                  </a:txBody>
                  <a:tcPr marL="68580" marR="68580" marT="0" marB="0" anchor="ctr"/>
                </a:tc>
                <a:extLst>
                  <a:ext uri="{0D108BD9-81ED-4DB2-BD59-A6C34878D82A}">
                    <a16:rowId xmlns:a16="http://schemas.microsoft.com/office/drawing/2014/main" val="10001"/>
                  </a:ext>
                </a:extLst>
              </a:tr>
              <a:tr h="640080">
                <a:tc>
                  <a:txBody>
                    <a:bodyPr/>
                    <a:lstStyle/>
                    <a:p>
                      <a:pPr marL="0" marR="0" indent="0" algn="ctr" defTabSz="914400" rtl="0" eaLnBrk="1" fontAlgn="auto" latinLnBrk="0" hangingPunct="1">
                        <a:lnSpc>
                          <a:spcPct val="100000"/>
                        </a:lnSpc>
                        <a:spcBef>
                          <a:spcPts val="0"/>
                        </a:spcBef>
                        <a:spcAft>
                          <a:spcPts val="0"/>
                        </a:spcAft>
                        <a:buClrTx/>
                        <a:buSzTx/>
                        <a:buFontTx/>
                        <a:buNone/>
                        <a:tabLst>
                          <a:tab pos="0" algn="l"/>
                          <a:tab pos="447675" algn="l"/>
                        </a:tabLst>
                        <a:defRPr/>
                      </a:pPr>
                      <a:r>
                        <a:rPr lang="en-US" sz="2800" b="1" dirty="0">
                          <a:solidFill>
                            <a:srgbClr val="002060"/>
                          </a:solidFill>
                          <a:effectLst/>
                        </a:rPr>
                        <a:t>3</a:t>
                      </a:r>
                      <a:r>
                        <a:rPr lang="en-US" sz="2800" b="1" baseline="30000" dirty="0">
                          <a:solidFill>
                            <a:srgbClr val="002060"/>
                          </a:solidFill>
                          <a:effectLst/>
                        </a:rPr>
                        <a:t>rd</a:t>
                      </a:r>
                      <a:r>
                        <a:rPr lang="en-US" sz="2800" b="1" dirty="0">
                          <a:solidFill>
                            <a:srgbClr val="002060"/>
                          </a:solidFill>
                          <a:effectLst/>
                        </a:rPr>
                        <a:t> judge</a:t>
                      </a:r>
                      <a:endParaRPr lang="en-US" sz="2800" b="1" dirty="0">
                        <a:solidFill>
                          <a:srgbClr val="002060"/>
                        </a:solidFill>
                        <a:effectLst/>
                        <a:latin typeface="Cambria" panose="02040503050406030204" pitchFamily="18" charset="0"/>
                        <a:ea typeface="Calibri" panose="020F0502020204030204" pitchFamily="34" charset="0"/>
                        <a:cs typeface="Shruti" panose="020B0502040204020203" pitchFamily="34" charset="0"/>
                      </a:endParaRP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i="0">
                          <a:solidFill>
                            <a:srgbClr val="002060"/>
                          </a:solidFill>
                          <a:effectLst/>
                          <a:latin typeface="+mn-lt"/>
                          <a:ea typeface="Calibri" panose="020F0502020204030204" pitchFamily="34" charset="0"/>
                          <a:cs typeface="Shruti" panose="020B0502040204020203" pitchFamily="34" charset="0"/>
                        </a:rPr>
                        <a:t>6</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i="0" dirty="0">
                          <a:solidFill>
                            <a:srgbClr val="002060"/>
                          </a:solidFill>
                          <a:effectLst/>
                          <a:latin typeface="+mn-lt"/>
                          <a:ea typeface="Calibri" panose="020F0502020204030204" pitchFamily="34" charset="0"/>
                          <a:cs typeface="Shruti" panose="020B0502040204020203" pitchFamily="34" charset="0"/>
                        </a:rPr>
                        <a:t>7</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i="0" dirty="0">
                          <a:solidFill>
                            <a:srgbClr val="002060"/>
                          </a:solidFill>
                          <a:effectLst/>
                          <a:latin typeface="+mn-lt"/>
                          <a:ea typeface="Calibri" panose="020F0502020204030204" pitchFamily="34" charset="0"/>
                          <a:cs typeface="Shruti" panose="020B0502040204020203" pitchFamily="34" charset="0"/>
                        </a:rPr>
                        <a:t>8</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i="0" dirty="0">
                          <a:solidFill>
                            <a:srgbClr val="002060"/>
                          </a:solidFill>
                          <a:effectLst/>
                          <a:latin typeface="+mn-lt"/>
                          <a:ea typeface="Calibri" panose="020F0502020204030204" pitchFamily="34" charset="0"/>
                          <a:cs typeface="Shruti" panose="020B0502040204020203" pitchFamily="34" charset="0"/>
                        </a:rPr>
                        <a:t>1</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i="0" dirty="0">
                          <a:solidFill>
                            <a:srgbClr val="002060"/>
                          </a:solidFill>
                          <a:effectLst/>
                          <a:latin typeface="+mn-lt"/>
                          <a:ea typeface="Calibri" panose="020F0502020204030204" pitchFamily="34" charset="0"/>
                          <a:cs typeface="Shruti" panose="020B0502040204020203" pitchFamily="34" charset="0"/>
                        </a:rPr>
                        <a:t>5</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i="0" dirty="0">
                          <a:solidFill>
                            <a:srgbClr val="002060"/>
                          </a:solidFill>
                          <a:effectLst/>
                          <a:latin typeface="+mn-lt"/>
                          <a:ea typeface="Calibri" panose="020F0502020204030204" pitchFamily="34" charset="0"/>
                          <a:cs typeface="Shruti" panose="020B0502040204020203" pitchFamily="34" charset="0"/>
                        </a:rPr>
                        <a:t>10</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i="0" dirty="0">
                          <a:solidFill>
                            <a:srgbClr val="002060"/>
                          </a:solidFill>
                          <a:effectLst/>
                          <a:latin typeface="+mn-lt"/>
                          <a:ea typeface="Calibri" panose="020F0502020204030204" pitchFamily="34" charset="0"/>
                          <a:cs typeface="Shruti" panose="020B0502040204020203" pitchFamily="34" charset="0"/>
                        </a:rPr>
                        <a:t>9</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i="0" dirty="0">
                          <a:solidFill>
                            <a:srgbClr val="002060"/>
                          </a:solidFill>
                          <a:effectLst/>
                          <a:latin typeface="+mn-lt"/>
                          <a:ea typeface="Calibri" panose="020F0502020204030204" pitchFamily="34" charset="0"/>
                          <a:cs typeface="Shruti" panose="020B0502040204020203" pitchFamily="34" charset="0"/>
                        </a:rPr>
                        <a:t>2</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i="0" dirty="0">
                          <a:solidFill>
                            <a:srgbClr val="002060"/>
                          </a:solidFill>
                          <a:effectLst/>
                          <a:latin typeface="+mn-lt"/>
                          <a:ea typeface="Calibri" panose="020F0502020204030204" pitchFamily="34" charset="0"/>
                          <a:cs typeface="Shruti" panose="020B0502040204020203" pitchFamily="34" charset="0"/>
                        </a:rPr>
                        <a:t>3</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i="0" dirty="0">
                          <a:solidFill>
                            <a:srgbClr val="002060"/>
                          </a:solidFill>
                          <a:effectLst/>
                          <a:latin typeface="+mn-lt"/>
                          <a:ea typeface="Calibri" panose="020F0502020204030204" pitchFamily="34" charset="0"/>
                          <a:cs typeface="Shruti" panose="020B0502040204020203" pitchFamily="34" charset="0"/>
                        </a:rPr>
                        <a:t>4</a:t>
                      </a:r>
                    </a:p>
                  </a:txBody>
                  <a:tcPr marL="68580" marR="68580" marT="0" marB="0" anchor="ctr"/>
                </a:tc>
                <a:extLst>
                  <a:ext uri="{0D108BD9-81ED-4DB2-BD59-A6C34878D82A}">
                    <a16:rowId xmlns:a16="http://schemas.microsoft.com/office/drawing/2014/main" val="10002"/>
                  </a:ext>
                </a:extLst>
              </a:tr>
            </a:tbl>
          </a:graphicData>
        </a:graphic>
      </p:graphicFrame>
      <mc:AlternateContent xmlns:mc="http://schemas.openxmlformats.org/markup-compatibility/2006" xmlns:a14="http://schemas.microsoft.com/office/drawing/2010/main">
        <mc:Choice Requires="a14">
          <p:sp>
            <p:nvSpPr>
              <p:cNvPr id="10" name="Rectangle 9"/>
              <p:cNvSpPr/>
              <p:nvPr/>
            </p:nvSpPr>
            <p:spPr>
              <a:xfrm>
                <a:off x="1625597" y="4497105"/>
                <a:ext cx="5462136" cy="523220"/>
              </a:xfrm>
              <a:prstGeom prst="rect">
                <a:avLst/>
              </a:prstGeom>
            </p:spPr>
            <p:txBody>
              <a:bodyPr wrap="none">
                <a:spAutoFit/>
              </a:bodyPr>
              <a:lstStyle/>
              <a:p>
                <a:r>
                  <a:rPr lang="en-US" sz="2800" dirty="0">
                    <a:solidFill>
                      <a:srgbClr val="002060"/>
                    </a:solidFill>
                  </a:rPr>
                  <a:t>Let,        </a:t>
                </a:r>
                <a14:m>
                  <m:oMath xmlns:m="http://schemas.openxmlformats.org/officeDocument/2006/math">
                    <m:r>
                      <m:rPr>
                        <m:sty m:val="p"/>
                      </m:rPr>
                      <a:rPr lang="en-US" sz="2800" dirty="0">
                        <a:solidFill>
                          <a:srgbClr val="002060"/>
                        </a:solidFill>
                        <a:latin typeface="Cambria Math" panose="02040503050406030204" pitchFamily="18" charset="0"/>
                      </a:rPr>
                      <m:t>x</m:t>
                    </m:r>
                    <m:r>
                      <a:rPr lang="en-US" sz="2800" i="0" dirty="0" smtClean="0">
                        <a:solidFill>
                          <a:srgbClr val="002060"/>
                        </a:solidFill>
                        <a:latin typeface="Cambria Math" panose="02040503050406030204" pitchFamily="18" charset="0"/>
                      </a:rPr>
                      <m:t>=</m:t>
                    </m:r>
                  </m:oMath>
                </a14:m>
                <a:r>
                  <a:rPr lang="en-US" sz="2800" b="0" i="0" dirty="0">
                    <a:solidFill>
                      <a:srgbClr val="002060"/>
                    </a:solidFill>
                    <a:latin typeface="+mj-lt"/>
                  </a:rPr>
                  <a:t> Rank given by 1</a:t>
                </a:r>
                <a:r>
                  <a:rPr lang="en-US" sz="2800" b="0" i="0" baseline="30000" dirty="0">
                    <a:solidFill>
                      <a:srgbClr val="002060"/>
                    </a:solidFill>
                    <a:latin typeface="+mj-lt"/>
                  </a:rPr>
                  <a:t>st</a:t>
                </a:r>
                <a:r>
                  <a:rPr lang="en-US" sz="2800" b="0" i="0" dirty="0">
                    <a:solidFill>
                      <a:srgbClr val="002060"/>
                    </a:solidFill>
                    <a:latin typeface="+mj-lt"/>
                  </a:rPr>
                  <a:t> judge</a:t>
                </a:r>
                <a14:m>
                  <m:oMath xmlns:m="http://schemas.openxmlformats.org/officeDocument/2006/math">
                    <m:r>
                      <a:rPr lang="en-US" sz="2800" b="0" i="0" dirty="0" smtClean="0">
                        <a:solidFill>
                          <a:srgbClr val="002060"/>
                        </a:solidFill>
                        <a:latin typeface="Cambria Math" panose="02040503050406030204" pitchFamily="18" charset="0"/>
                      </a:rPr>
                      <m:t> </m:t>
                    </m:r>
                  </m:oMath>
                </a14:m>
                <a:endParaRPr lang="en-US" sz="2800" dirty="0">
                  <a:solidFill>
                    <a:srgbClr val="002060"/>
                  </a:solidFill>
                </a:endParaRPr>
              </a:p>
            </p:txBody>
          </p:sp>
        </mc:Choice>
        <mc:Fallback xmlns="">
          <p:sp>
            <p:nvSpPr>
              <p:cNvPr id="10" name="Rectangle 9"/>
              <p:cNvSpPr>
                <a:spLocks noRot="1" noChangeAspect="1" noMove="1" noResize="1" noEditPoints="1" noAdjustHandles="1" noChangeArrowheads="1" noChangeShapeType="1" noTextEdit="1"/>
              </p:cNvSpPr>
              <p:nvPr/>
            </p:nvSpPr>
            <p:spPr>
              <a:xfrm>
                <a:off x="1625597" y="4497105"/>
                <a:ext cx="5462136" cy="523220"/>
              </a:xfrm>
              <a:prstGeom prst="rect">
                <a:avLst/>
              </a:prstGeom>
              <a:blipFill rotWithShape="0">
                <a:blip r:embed="rId2"/>
                <a:stretch>
                  <a:fillRect l="-2344" t="-12791"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a:off x="1625597" y="5178632"/>
                <a:ext cx="5353132" cy="523220"/>
              </a:xfrm>
              <a:prstGeom prst="rect">
                <a:avLst/>
              </a:prstGeom>
            </p:spPr>
            <p:txBody>
              <a:bodyPr wrap="none">
                <a:spAutoFit/>
              </a:bodyPr>
              <a:lstStyle/>
              <a:p>
                <a:r>
                  <a:rPr lang="en-US" sz="2800" dirty="0">
                    <a:solidFill>
                      <a:schemeClr val="bg1"/>
                    </a:solidFill>
                  </a:rPr>
                  <a:t>Let,        </a:t>
                </a:r>
                <a14:m>
                  <m:oMath xmlns:m="http://schemas.openxmlformats.org/officeDocument/2006/math">
                    <m:r>
                      <m:rPr>
                        <m:sty m:val="p"/>
                      </m:rPr>
                      <a:rPr lang="en-US" sz="2800" b="0" i="0" dirty="0" smtClean="0">
                        <a:solidFill>
                          <a:srgbClr val="002060"/>
                        </a:solidFill>
                        <a:latin typeface="Cambria Math" panose="02040503050406030204" pitchFamily="18" charset="0"/>
                      </a:rPr>
                      <m:t>y</m:t>
                    </m:r>
                    <m:r>
                      <a:rPr lang="en-US" sz="2800" i="0" dirty="0" smtClean="0">
                        <a:solidFill>
                          <a:srgbClr val="002060"/>
                        </a:solidFill>
                        <a:latin typeface="Cambria Math" panose="02040503050406030204" pitchFamily="18" charset="0"/>
                      </a:rPr>
                      <m:t>=</m:t>
                    </m:r>
                  </m:oMath>
                </a14:m>
                <a:r>
                  <a:rPr lang="en-US" sz="2800" b="0" i="0" dirty="0">
                    <a:solidFill>
                      <a:srgbClr val="002060"/>
                    </a:solidFill>
                    <a:latin typeface="+mj-lt"/>
                  </a:rPr>
                  <a:t> Rank given by 2</a:t>
                </a:r>
                <a:r>
                  <a:rPr lang="en-US" sz="2800" b="0" i="0" baseline="30000" dirty="0">
                    <a:solidFill>
                      <a:srgbClr val="002060"/>
                    </a:solidFill>
                    <a:latin typeface="+mj-lt"/>
                  </a:rPr>
                  <a:t>nd</a:t>
                </a:r>
                <a:r>
                  <a:rPr lang="en-US" sz="2800" b="0" i="0" dirty="0">
                    <a:solidFill>
                      <a:srgbClr val="002060"/>
                    </a:solidFill>
                    <a:latin typeface="+mj-lt"/>
                  </a:rPr>
                  <a:t> judge</a:t>
                </a:r>
                <a14:m>
                  <m:oMath xmlns:m="http://schemas.openxmlformats.org/officeDocument/2006/math">
                    <m:r>
                      <a:rPr lang="en-US" sz="2800" b="0" i="0" dirty="0" smtClean="0">
                        <a:solidFill>
                          <a:srgbClr val="002060"/>
                        </a:solidFill>
                        <a:latin typeface="Cambria Math" panose="02040503050406030204" pitchFamily="18" charset="0"/>
                      </a:rPr>
                      <m:t> </m:t>
                    </m:r>
                  </m:oMath>
                </a14:m>
                <a:endParaRPr lang="en-US" sz="2800" dirty="0">
                  <a:solidFill>
                    <a:srgbClr val="002060"/>
                  </a:solidFill>
                </a:endParaRPr>
              </a:p>
            </p:txBody>
          </p:sp>
        </mc:Choice>
        <mc:Fallback xmlns="">
          <p:sp>
            <p:nvSpPr>
              <p:cNvPr id="11" name="Rectangle 10"/>
              <p:cNvSpPr>
                <a:spLocks noRot="1" noChangeAspect="1" noMove="1" noResize="1" noEditPoints="1" noAdjustHandles="1" noChangeArrowheads="1" noChangeShapeType="1" noTextEdit="1"/>
              </p:cNvSpPr>
              <p:nvPr/>
            </p:nvSpPr>
            <p:spPr>
              <a:xfrm>
                <a:off x="1625597" y="5178632"/>
                <a:ext cx="5353132" cy="523220"/>
              </a:xfrm>
              <a:prstGeom prst="rect">
                <a:avLst/>
              </a:prstGeom>
              <a:blipFill rotWithShape="0">
                <a:blip r:embed="rId3"/>
                <a:stretch>
                  <a:fillRect l="-2392" t="-12941" b="-329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1629156" y="5854039"/>
                <a:ext cx="5470152" cy="523220"/>
              </a:xfrm>
              <a:prstGeom prst="rect">
                <a:avLst/>
              </a:prstGeom>
            </p:spPr>
            <p:txBody>
              <a:bodyPr wrap="none">
                <a:spAutoFit/>
              </a:bodyPr>
              <a:lstStyle/>
              <a:p>
                <a:r>
                  <a:rPr lang="en-US" sz="2800" dirty="0">
                    <a:solidFill>
                      <a:schemeClr val="bg1"/>
                    </a:solidFill>
                  </a:rPr>
                  <a:t>Let,        </a:t>
                </a:r>
                <a14:m>
                  <m:oMath xmlns:m="http://schemas.openxmlformats.org/officeDocument/2006/math">
                    <m:r>
                      <m:rPr>
                        <m:sty m:val="p"/>
                      </m:rPr>
                      <a:rPr lang="en-US" sz="2800" b="0" i="0" dirty="0" smtClean="0">
                        <a:solidFill>
                          <a:srgbClr val="002060"/>
                        </a:solidFill>
                        <a:latin typeface="Cambria Math" panose="02040503050406030204" pitchFamily="18" charset="0"/>
                      </a:rPr>
                      <m:t>z</m:t>
                    </m:r>
                    <m:r>
                      <a:rPr lang="en-US" sz="2800" i="0" dirty="0" smtClean="0">
                        <a:solidFill>
                          <a:srgbClr val="002060"/>
                        </a:solidFill>
                        <a:latin typeface="Cambria Math" panose="02040503050406030204" pitchFamily="18" charset="0"/>
                      </a:rPr>
                      <m:t>=</m:t>
                    </m:r>
                  </m:oMath>
                </a14:m>
                <a:r>
                  <a:rPr lang="en-US" sz="2800" b="0" i="0" dirty="0">
                    <a:solidFill>
                      <a:srgbClr val="002060"/>
                    </a:solidFill>
                    <a:latin typeface="+mj-lt"/>
                  </a:rPr>
                  <a:t> Rank given by 3</a:t>
                </a:r>
                <a:r>
                  <a:rPr lang="en-US" sz="2800" b="0" i="0" baseline="30000" dirty="0">
                    <a:solidFill>
                      <a:srgbClr val="002060"/>
                    </a:solidFill>
                    <a:latin typeface="+mj-lt"/>
                  </a:rPr>
                  <a:t>rd</a:t>
                </a:r>
                <a:r>
                  <a:rPr lang="en-US" sz="2800" b="0" i="0" dirty="0">
                    <a:solidFill>
                      <a:srgbClr val="002060"/>
                    </a:solidFill>
                    <a:latin typeface="+mj-lt"/>
                  </a:rPr>
                  <a:t> judge</a:t>
                </a:r>
                <a14:m>
                  <m:oMath xmlns:m="http://schemas.openxmlformats.org/officeDocument/2006/math">
                    <m:r>
                      <a:rPr lang="en-US" sz="2800" b="0" i="0" dirty="0" smtClean="0">
                        <a:solidFill>
                          <a:srgbClr val="002060"/>
                        </a:solidFill>
                        <a:latin typeface="Cambria Math" panose="02040503050406030204" pitchFamily="18" charset="0"/>
                      </a:rPr>
                      <m:t> </m:t>
                    </m:r>
                  </m:oMath>
                </a14:m>
                <a:endParaRPr lang="en-US" sz="2800" dirty="0">
                  <a:solidFill>
                    <a:srgbClr val="002060"/>
                  </a:solidFill>
                </a:endParaRPr>
              </a:p>
            </p:txBody>
          </p:sp>
        </mc:Choice>
        <mc:Fallback xmlns="">
          <p:sp>
            <p:nvSpPr>
              <p:cNvPr id="8" name="Rectangle 7"/>
              <p:cNvSpPr>
                <a:spLocks noRot="1" noChangeAspect="1" noMove="1" noResize="1" noEditPoints="1" noAdjustHandles="1" noChangeArrowheads="1" noChangeShapeType="1" noTextEdit="1"/>
              </p:cNvSpPr>
              <p:nvPr/>
            </p:nvSpPr>
            <p:spPr>
              <a:xfrm>
                <a:off x="1629156" y="5854039"/>
                <a:ext cx="5470152" cy="523220"/>
              </a:xfrm>
              <a:prstGeom prst="rect">
                <a:avLst/>
              </a:prstGeom>
              <a:blipFill rotWithShape="0">
                <a:blip r:embed="rId4"/>
                <a:stretch>
                  <a:fillRect l="-2227" t="-11628" b="-31395"/>
                </a:stretch>
              </a:blipFill>
            </p:spPr>
            <p:txBody>
              <a:bodyPr/>
              <a:lstStyle/>
              <a:p>
                <a:r>
                  <a:rPr lang="en-US">
                    <a:noFill/>
                  </a:rPr>
                  <a:t> </a:t>
                </a:r>
              </a:p>
            </p:txBody>
          </p:sp>
        </mc:Fallback>
      </mc:AlternateContent>
    </p:spTree>
    <p:extLst>
      <p:ext uri="{BB962C8B-B14F-4D97-AF65-F5344CB8AC3E}">
        <p14:creationId xmlns:p14="http://schemas.microsoft.com/office/powerpoint/2010/main" val="4029960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50"/>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50" grpId="0" animBg="1"/>
      <p:bldP spid="10" grpId="0"/>
      <p:bldP spid="11" grpId="0"/>
      <p:bldP spid="8"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2 ⇝ Example 2(</a:t>
            </a:r>
            <a:r>
              <a:rPr lang="en-GB" dirty="0">
                <a:solidFill>
                  <a:srgbClr val="FF0000"/>
                </a:solidFill>
              </a:rPr>
              <a:t>Continue</a:t>
            </a:r>
            <a:r>
              <a:rPr lang="en-GB" dirty="0"/>
              <a:t>)</a:t>
            </a:r>
            <a:endParaRPr lang="en-US" dirty="0"/>
          </a:p>
        </p:txBody>
      </p:sp>
      <mc:AlternateContent xmlns:mc="http://schemas.openxmlformats.org/markup-compatibility/2006" xmlns:a14="http://schemas.microsoft.com/office/drawing/2010/main">
        <mc:Choice Requires="a14">
          <p:graphicFrame>
            <p:nvGraphicFramePr>
              <p:cNvPr id="6" name="Table 5"/>
              <p:cNvGraphicFramePr>
                <a:graphicFrameLocks noGrp="1"/>
              </p:cNvGraphicFramePr>
              <p:nvPr/>
            </p:nvGraphicFramePr>
            <p:xfrm>
              <a:off x="91956" y="818368"/>
              <a:ext cx="12008088" cy="5729478"/>
            </p:xfrm>
            <a:graphic>
              <a:graphicData uri="http://schemas.openxmlformats.org/drawingml/2006/table">
                <a:tbl>
                  <a:tblPr firstRow="1" bandRow="1">
                    <a:tableStyleId>{93296810-A885-4BE3-A3E7-6D5BEEA58F35}</a:tableStyleId>
                  </a:tblPr>
                  <a:tblGrid>
                    <a:gridCol w="1334232">
                      <a:extLst>
                        <a:ext uri="{9D8B030D-6E8A-4147-A177-3AD203B41FA5}">
                          <a16:colId xmlns:a16="http://schemas.microsoft.com/office/drawing/2014/main" val="20000"/>
                        </a:ext>
                      </a:extLst>
                    </a:gridCol>
                    <a:gridCol w="1334232">
                      <a:extLst>
                        <a:ext uri="{9D8B030D-6E8A-4147-A177-3AD203B41FA5}">
                          <a16:colId xmlns:a16="http://schemas.microsoft.com/office/drawing/2014/main" val="20001"/>
                        </a:ext>
                      </a:extLst>
                    </a:gridCol>
                    <a:gridCol w="1334232">
                      <a:extLst>
                        <a:ext uri="{9D8B030D-6E8A-4147-A177-3AD203B41FA5}">
                          <a16:colId xmlns:a16="http://schemas.microsoft.com/office/drawing/2014/main" val="20002"/>
                        </a:ext>
                      </a:extLst>
                    </a:gridCol>
                    <a:gridCol w="1334232">
                      <a:extLst>
                        <a:ext uri="{9D8B030D-6E8A-4147-A177-3AD203B41FA5}">
                          <a16:colId xmlns:a16="http://schemas.microsoft.com/office/drawing/2014/main" val="20003"/>
                        </a:ext>
                      </a:extLst>
                    </a:gridCol>
                    <a:gridCol w="1334232">
                      <a:extLst>
                        <a:ext uri="{9D8B030D-6E8A-4147-A177-3AD203B41FA5}">
                          <a16:colId xmlns:a16="http://schemas.microsoft.com/office/drawing/2014/main" val="20004"/>
                        </a:ext>
                      </a:extLst>
                    </a:gridCol>
                    <a:gridCol w="1334232">
                      <a:extLst>
                        <a:ext uri="{9D8B030D-6E8A-4147-A177-3AD203B41FA5}">
                          <a16:colId xmlns:a16="http://schemas.microsoft.com/office/drawing/2014/main" val="20005"/>
                        </a:ext>
                      </a:extLst>
                    </a:gridCol>
                    <a:gridCol w="1334232">
                      <a:extLst>
                        <a:ext uri="{9D8B030D-6E8A-4147-A177-3AD203B41FA5}">
                          <a16:colId xmlns:a16="http://schemas.microsoft.com/office/drawing/2014/main" val="20006"/>
                        </a:ext>
                      </a:extLst>
                    </a:gridCol>
                    <a:gridCol w="1334232">
                      <a:extLst>
                        <a:ext uri="{9D8B030D-6E8A-4147-A177-3AD203B41FA5}">
                          <a16:colId xmlns:a16="http://schemas.microsoft.com/office/drawing/2014/main" val="20007"/>
                        </a:ext>
                      </a:extLst>
                    </a:gridCol>
                    <a:gridCol w="1334232">
                      <a:extLst>
                        <a:ext uri="{9D8B030D-6E8A-4147-A177-3AD203B41FA5}">
                          <a16:colId xmlns:a16="http://schemas.microsoft.com/office/drawing/2014/main" val="20008"/>
                        </a:ext>
                      </a:extLst>
                    </a:gridCol>
                  </a:tblGrid>
                  <a:tr h="0">
                    <a:tc>
                      <a:txBody>
                        <a:bodyPr/>
                        <a:lstStyle/>
                        <a:p>
                          <a:pPr algn="ctr"/>
                          <a14:m>
                            <m:oMathPara xmlns:m="http://schemas.openxmlformats.org/officeDocument/2006/math">
                              <m:oMathParaPr>
                                <m:jc m:val="center"/>
                              </m:oMathParaPr>
                              <m:oMath xmlns:m="http://schemas.openxmlformats.org/officeDocument/2006/math">
                                <m:r>
                                  <a:rPr lang="en-US" sz="2800" b="1" i="0" dirty="0" smtClean="0">
                                    <a:solidFill>
                                      <a:schemeClr val="bg1"/>
                                    </a:solidFill>
                                    <a:latin typeface="Cambria Math" panose="02040503050406030204" pitchFamily="18" charset="0"/>
                                  </a:rPr>
                                  <m:t>𝐱</m:t>
                                </m:r>
                              </m:oMath>
                            </m:oMathPara>
                          </a14:m>
                          <a:endParaRPr lang="en-US" sz="2800" b="1" dirty="0">
                            <a:solidFill>
                              <a:schemeClr val="bg1"/>
                            </a:solidFill>
                          </a:endParaRPr>
                        </a:p>
                      </a:txBody>
                      <a:tcPr anchor="ctr"/>
                    </a:tc>
                    <a:tc>
                      <a:txBody>
                        <a:bodyPr/>
                        <a:lstStyle/>
                        <a:p>
                          <a:pPr algn="ctr"/>
                          <a14:m>
                            <m:oMathPara xmlns:m="http://schemas.openxmlformats.org/officeDocument/2006/math">
                              <m:oMathParaPr>
                                <m:jc m:val="center"/>
                              </m:oMathParaPr>
                              <m:oMath xmlns:m="http://schemas.openxmlformats.org/officeDocument/2006/math">
                                <m:r>
                                  <a:rPr lang="en-US" sz="2800" b="1" i="0" dirty="0" smtClean="0">
                                    <a:solidFill>
                                      <a:schemeClr val="bg1"/>
                                    </a:solidFill>
                                    <a:latin typeface="Cambria Math" panose="02040503050406030204" pitchFamily="18" charset="0"/>
                                  </a:rPr>
                                  <m:t>𝐲</m:t>
                                </m:r>
                              </m:oMath>
                            </m:oMathPara>
                          </a14:m>
                          <a:endParaRPr lang="en-US" sz="2800" b="1" dirty="0">
                            <a:solidFill>
                              <a:schemeClr val="bg1"/>
                            </a:solidFill>
                          </a:endParaRPr>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800" b="1" i="0" smtClean="0">
                                    <a:solidFill>
                                      <a:schemeClr val="bg1"/>
                                    </a:solidFill>
                                    <a:latin typeface="Cambria Math" panose="02040503050406030204" pitchFamily="18" charset="0"/>
                                  </a:rPr>
                                  <m:t>𝐳</m:t>
                                </m:r>
                              </m:oMath>
                            </m:oMathPara>
                          </a14:m>
                          <a:endParaRPr lang="en-US" sz="2800" b="1" i="0" dirty="0">
                            <a:solidFill>
                              <a:schemeClr val="bg1"/>
                            </a:solidFill>
                          </a:endParaRPr>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US" sz="1800" b="1" i="1" dirty="0" smtClean="0">
                                        <a:solidFill>
                                          <a:schemeClr val="bg1"/>
                                        </a:solidFill>
                                        <a:latin typeface="Cambria Math" panose="02040503050406030204" pitchFamily="18" charset="0"/>
                                      </a:rPr>
                                    </m:ctrlPr>
                                  </m:sSubPr>
                                  <m:e>
                                    <m:r>
                                      <a:rPr lang="en-US" sz="1800" b="1" i="0" dirty="0" smtClean="0">
                                        <a:solidFill>
                                          <a:schemeClr val="bg1"/>
                                        </a:solidFill>
                                        <a:latin typeface="Cambria Math" panose="02040503050406030204" pitchFamily="18" charset="0"/>
                                      </a:rPr>
                                      <m:t>𝐝</m:t>
                                    </m:r>
                                  </m:e>
                                  <m:sub>
                                    <m:r>
                                      <a:rPr lang="en-US" sz="1800" b="1" i="0" dirty="0" smtClean="0">
                                        <a:solidFill>
                                          <a:schemeClr val="bg1"/>
                                        </a:solidFill>
                                        <a:latin typeface="Cambria Math" panose="02040503050406030204" pitchFamily="18" charset="0"/>
                                      </a:rPr>
                                      <m:t>𝟏𝟐</m:t>
                                    </m:r>
                                  </m:sub>
                                </m:sSub>
                                <m:r>
                                  <a:rPr lang="en-US" sz="1800" b="0" i="0" dirty="0" smtClean="0">
                                    <a:solidFill>
                                      <a:schemeClr val="bg1"/>
                                    </a:solidFill>
                                    <a:latin typeface="Cambria Math" panose="02040503050406030204" pitchFamily="18" charset="0"/>
                                  </a:rPr>
                                  <m:t>=</m:t>
                                </m:r>
                                <m:r>
                                  <m:rPr>
                                    <m:sty m:val="p"/>
                                  </m:rPr>
                                  <a:rPr lang="en-US" sz="1800" b="0" i="0" dirty="0" smtClean="0">
                                    <a:solidFill>
                                      <a:schemeClr val="bg1"/>
                                    </a:solidFill>
                                    <a:latin typeface="Cambria Math" panose="02040503050406030204" pitchFamily="18" charset="0"/>
                                  </a:rPr>
                                  <m:t>x</m:t>
                                </m:r>
                                <m:r>
                                  <a:rPr lang="en-US" sz="1800" b="0" i="0" dirty="0" smtClean="0">
                                    <a:solidFill>
                                      <a:schemeClr val="bg1"/>
                                    </a:solidFill>
                                    <a:latin typeface="Cambria Math" panose="02040503050406030204" pitchFamily="18" charset="0"/>
                                  </a:rPr>
                                  <m:t>−</m:t>
                                </m:r>
                                <m:r>
                                  <m:rPr>
                                    <m:sty m:val="p"/>
                                  </m:rPr>
                                  <a:rPr lang="en-US" sz="1800" b="0" i="0" dirty="0" smtClean="0">
                                    <a:solidFill>
                                      <a:schemeClr val="bg1"/>
                                    </a:solidFill>
                                    <a:latin typeface="Cambria Math" panose="02040503050406030204" pitchFamily="18" charset="0"/>
                                  </a:rPr>
                                  <m:t>y</m:t>
                                </m:r>
                              </m:oMath>
                            </m:oMathPara>
                          </a14:m>
                          <a:endParaRPr lang="en-US" sz="1800" b="0" i="0" dirty="0">
                            <a:solidFill>
                              <a:schemeClr val="bg1"/>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800" b="1" i="1"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ctrlPr>
                                  </m:sSubPr>
                                  <m:e>
                                    <m:r>
                                      <a:rPr kumimoji="0" lang="en-US" sz="1800" b="1" i="0"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𝐝</m:t>
                                    </m:r>
                                  </m:e>
                                  <m:sub>
                                    <m:r>
                                      <a:rPr kumimoji="0" lang="en-US" sz="1800" b="1" i="0"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𝟐𝟑</m:t>
                                    </m:r>
                                  </m:sub>
                                </m:sSub>
                                <m:r>
                                  <a:rPr kumimoji="0" lang="en-US" sz="1800" b="0" i="0"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m:t>
                                </m:r>
                                <m:r>
                                  <m:rPr>
                                    <m:sty m:val="p"/>
                                  </m:rPr>
                                  <a:rPr kumimoji="0" lang="en-US" sz="1800" b="0" i="0"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y</m:t>
                                </m:r>
                                <m:r>
                                  <a:rPr kumimoji="0" lang="en-US" sz="1800" b="0" i="0"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m:t>
                                </m:r>
                                <m:r>
                                  <m:rPr>
                                    <m:sty m:val="p"/>
                                  </m:rPr>
                                  <a:rPr kumimoji="0" lang="en-US" sz="1800" b="0" i="0"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z</m:t>
                                </m:r>
                              </m:oMath>
                            </m:oMathPara>
                          </a14:m>
                          <a:endParaRPr kumimoji="0" lang="en-US" sz="1800" b="0" i="0" u="none" strike="noStrike" kern="1200" cap="none" spc="0" normalizeH="0" baseline="0" noProof="0" dirty="0">
                            <a:ln>
                              <a:noFill/>
                            </a:ln>
                            <a:solidFill>
                              <a:prstClr val="white"/>
                            </a:solidFill>
                            <a:effectLst/>
                            <a:uLnTx/>
                            <a:uFillTx/>
                            <a:latin typeface="+mn-lt"/>
                            <a:ea typeface="+mn-ea"/>
                            <a:cs typeface="+mn-cs"/>
                          </a:endParaRPr>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kumimoji="0" lang="en-US" sz="1800" b="1" i="1"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ctrlPr>
                                  </m:sSubPr>
                                  <m:e>
                                    <m:r>
                                      <a:rPr kumimoji="0" lang="en-US" sz="1800" b="1" i="0"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𝐝</m:t>
                                    </m:r>
                                  </m:e>
                                  <m:sub>
                                    <m:r>
                                      <a:rPr kumimoji="0" lang="en-US" sz="1800" b="1" i="0"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𝟏𝟑</m:t>
                                    </m:r>
                                  </m:sub>
                                </m:sSub>
                                <m:r>
                                  <a:rPr kumimoji="0" lang="en-US" sz="1800" b="0" i="0"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m:t>
                                </m:r>
                                <m:r>
                                  <m:rPr>
                                    <m:sty m:val="p"/>
                                  </m:rPr>
                                  <a:rPr kumimoji="0" lang="en-US" sz="1800" b="0" i="0"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x</m:t>
                                </m:r>
                                <m:r>
                                  <a:rPr kumimoji="0" lang="en-US" sz="1800" b="0" i="0"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m:t>
                                </m:r>
                                <m:r>
                                  <m:rPr>
                                    <m:sty m:val="p"/>
                                  </m:rPr>
                                  <a:rPr kumimoji="0" lang="en-US" sz="1800" b="0" i="0"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z</m:t>
                                </m:r>
                              </m:oMath>
                            </m:oMathPara>
                          </a14:m>
                          <a:endParaRPr lang="en-US" sz="2800" b="0" dirty="0">
                            <a:solidFill>
                              <a:schemeClr val="bg1"/>
                            </a:solidFill>
                          </a:endParaRPr>
                        </a:p>
                      </a:txBody>
                      <a:tcPr anchor="ctr"/>
                    </a:tc>
                    <a:tc>
                      <a:txBody>
                        <a:bodyPr/>
                        <a:lstStyle/>
                        <a:p>
                          <a:pPr algn="ctr"/>
                          <a14:m>
                            <m:oMathPara xmlns:m="http://schemas.openxmlformats.org/officeDocument/2006/math">
                              <m:oMathParaPr>
                                <m:jc m:val="centerGroup"/>
                              </m:oMathParaPr>
                              <m:oMath xmlns:m="http://schemas.openxmlformats.org/officeDocument/2006/math">
                                <m:sSubSup>
                                  <m:sSubSupPr>
                                    <m:ctrlPr>
                                      <a:rPr lang="en-US" sz="2800" b="1" i="1" dirty="0" smtClean="0">
                                        <a:solidFill>
                                          <a:schemeClr val="bg1"/>
                                        </a:solidFill>
                                        <a:latin typeface="Cambria Math" panose="02040503050406030204" pitchFamily="18" charset="0"/>
                                      </a:rPr>
                                    </m:ctrlPr>
                                  </m:sSubSupPr>
                                  <m:e>
                                    <m:r>
                                      <a:rPr lang="en-US" sz="2800" b="1" i="0" dirty="0" smtClean="0">
                                        <a:solidFill>
                                          <a:schemeClr val="bg1"/>
                                        </a:solidFill>
                                        <a:latin typeface="Cambria Math" panose="02040503050406030204" pitchFamily="18" charset="0"/>
                                      </a:rPr>
                                      <m:t>𝐝</m:t>
                                    </m:r>
                                  </m:e>
                                  <m:sub>
                                    <m:r>
                                      <a:rPr lang="en-US" sz="2800" b="1" i="0" dirty="0" smtClean="0">
                                        <a:solidFill>
                                          <a:schemeClr val="bg1"/>
                                        </a:solidFill>
                                        <a:latin typeface="Cambria Math" panose="02040503050406030204" pitchFamily="18" charset="0"/>
                                      </a:rPr>
                                      <m:t>𝟏𝟐</m:t>
                                    </m:r>
                                  </m:sub>
                                  <m:sup>
                                    <m:r>
                                      <a:rPr lang="en-US" sz="2800" b="1" i="0" dirty="0" smtClean="0">
                                        <a:solidFill>
                                          <a:schemeClr val="bg1"/>
                                        </a:solidFill>
                                        <a:latin typeface="Cambria Math" panose="02040503050406030204" pitchFamily="18" charset="0"/>
                                      </a:rPr>
                                      <m:t>      </m:t>
                                    </m:r>
                                    <m:r>
                                      <a:rPr lang="en-US" sz="2800" b="1" i="0" dirty="0" smtClean="0">
                                        <a:solidFill>
                                          <a:schemeClr val="bg1"/>
                                        </a:solidFill>
                                        <a:latin typeface="Cambria Math" panose="02040503050406030204" pitchFamily="18" charset="0"/>
                                      </a:rPr>
                                      <m:t>𝟐</m:t>
                                    </m:r>
                                  </m:sup>
                                </m:sSubSup>
                              </m:oMath>
                            </m:oMathPara>
                          </a14:m>
                          <a:endParaRPr lang="en-US" sz="2800" b="1" dirty="0">
                            <a:solidFill>
                              <a:schemeClr val="bg1"/>
                            </a:solidFill>
                          </a:endParaRPr>
                        </a:p>
                      </a:txBody>
                      <a:tcPr anchor="ctr"/>
                    </a:tc>
                    <a:tc>
                      <a:txBody>
                        <a:bodyPr/>
                        <a:lstStyle/>
                        <a:p>
                          <a:pPr algn="ctr"/>
                          <a14:m>
                            <m:oMathPara xmlns:m="http://schemas.openxmlformats.org/officeDocument/2006/math">
                              <m:oMathParaPr>
                                <m:jc m:val="centerGroup"/>
                              </m:oMathParaPr>
                              <m:oMath xmlns:m="http://schemas.openxmlformats.org/officeDocument/2006/math">
                                <m:sSubSup>
                                  <m:sSubSupPr>
                                    <m:ctrlPr>
                                      <a:rPr lang="en-US" sz="2800" b="1" i="1" dirty="0" smtClean="0">
                                        <a:solidFill>
                                          <a:schemeClr val="bg1"/>
                                        </a:solidFill>
                                        <a:latin typeface="Cambria Math" panose="02040503050406030204" pitchFamily="18" charset="0"/>
                                      </a:rPr>
                                    </m:ctrlPr>
                                  </m:sSubSupPr>
                                  <m:e>
                                    <m:r>
                                      <a:rPr lang="en-US" sz="2800" b="1" i="0" dirty="0" smtClean="0">
                                        <a:solidFill>
                                          <a:schemeClr val="bg1"/>
                                        </a:solidFill>
                                        <a:latin typeface="Cambria Math" panose="02040503050406030204" pitchFamily="18" charset="0"/>
                                      </a:rPr>
                                      <m:t>𝐝</m:t>
                                    </m:r>
                                  </m:e>
                                  <m:sub>
                                    <m:r>
                                      <a:rPr lang="en-US" sz="2800" b="1" i="0" dirty="0" smtClean="0">
                                        <a:solidFill>
                                          <a:schemeClr val="bg1"/>
                                        </a:solidFill>
                                        <a:latin typeface="Cambria Math" panose="02040503050406030204" pitchFamily="18" charset="0"/>
                                      </a:rPr>
                                      <m:t>𝟐𝟑</m:t>
                                    </m:r>
                                  </m:sub>
                                  <m:sup>
                                    <m:r>
                                      <a:rPr lang="en-US" sz="2800" b="1" i="0" dirty="0" smtClean="0">
                                        <a:solidFill>
                                          <a:schemeClr val="bg1"/>
                                        </a:solidFill>
                                        <a:latin typeface="Cambria Math" panose="02040503050406030204" pitchFamily="18" charset="0"/>
                                      </a:rPr>
                                      <m:t>      </m:t>
                                    </m:r>
                                    <m:r>
                                      <a:rPr lang="en-US" sz="2800" b="1" i="0" dirty="0" smtClean="0">
                                        <a:solidFill>
                                          <a:schemeClr val="bg1"/>
                                        </a:solidFill>
                                        <a:latin typeface="Cambria Math" panose="02040503050406030204" pitchFamily="18" charset="0"/>
                                      </a:rPr>
                                      <m:t>𝟐</m:t>
                                    </m:r>
                                  </m:sup>
                                </m:sSubSup>
                              </m:oMath>
                            </m:oMathPara>
                          </a14:m>
                          <a:endParaRPr lang="en-US" sz="2800" b="1" dirty="0">
                            <a:solidFill>
                              <a:schemeClr val="bg1"/>
                            </a:solidFill>
                          </a:endParaRPr>
                        </a:p>
                      </a:txBody>
                      <a:tcPr anchor="ctr"/>
                    </a:tc>
                    <a:tc>
                      <a:txBody>
                        <a:bodyPr/>
                        <a:lstStyle/>
                        <a:p>
                          <a:pPr algn="ctr"/>
                          <a14:m>
                            <m:oMathPara xmlns:m="http://schemas.openxmlformats.org/officeDocument/2006/math">
                              <m:oMathParaPr>
                                <m:jc m:val="centerGroup"/>
                              </m:oMathParaPr>
                              <m:oMath xmlns:m="http://schemas.openxmlformats.org/officeDocument/2006/math">
                                <m:sSubSup>
                                  <m:sSubSupPr>
                                    <m:ctrlPr>
                                      <a:rPr lang="en-US" sz="2800" b="1" i="1" dirty="0" smtClean="0">
                                        <a:solidFill>
                                          <a:schemeClr val="bg1"/>
                                        </a:solidFill>
                                        <a:latin typeface="Cambria Math" panose="02040503050406030204" pitchFamily="18" charset="0"/>
                                      </a:rPr>
                                    </m:ctrlPr>
                                  </m:sSubSupPr>
                                  <m:e>
                                    <m:r>
                                      <a:rPr lang="en-US" sz="2800" b="1" i="0" dirty="0" smtClean="0">
                                        <a:solidFill>
                                          <a:schemeClr val="bg1"/>
                                        </a:solidFill>
                                        <a:latin typeface="Cambria Math" panose="02040503050406030204" pitchFamily="18" charset="0"/>
                                      </a:rPr>
                                      <m:t>𝐝</m:t>
                                    </m:r>
                                  </m:e>
                                  <m:sub>
                                    <m:r>
                                      <a:rPr lang="en-US" sz="2800" b="1" i="0" dirty="0" smtClean="0">
                                        <a:solidFill>
                                          <a:schemeClr val="bg1"/>
                                        </a:solidFill>
                                        <a:latin typeface="Cambria Math" panose="02040503050406030204" pitchFamily="18" charset="0"/>
                                      </a:rPr>
                                      <m:t>𝟏𝟑</m:t>
                                    </m:r>
                                  </m:sub>
                                  <m:sup>
                                    <m:r>
                                      <a:rPr lang="en-US" sz="2800" b="1" i="0" dirty="0" smtClean="0">
                                        <a:solidFill>
                                          <a:schemeClr val="bg1"/>
                                        </a:solidFill>
                                        <a:latin typeface="Cambria Math" panose="02040503050406030204" pitchFamily="18" charset="0"/>
                                      </a:rPr>
                                      <m:t>      </m:t>
                                    </m:r>
                                    <m:r>
                                      <a:rPr lang="en-US" sz="2800" b="1" i="0" dirty="0" smtClean="0">
                                        <a:solidFill>
                                          <a:schemeClr val="bg1"/>
                                        </a:solidFill>
                                        <a:latin typeface="Cambria Math" panose="02040503050406030204" pitchFamily="18" charset="0"/>
                                      </a:rPr>
                                      <m:t>𝟐</m:t>
                                    </m:r>
                                  </m:sup>
                                </m:sSubSup>
                              </m:oMath>
                            </m:oMathPara>
                          </a14:m>
                          <a:endParaRPr lang="en-US" sz="2800" b="1" dirty="0">
                            <a:solidFill>
                              <a:schemeClr val="bg1"/>
                            </a:solidFill>
                          </a:endParaRPr>
                        </a:p>
                      </a:txBody>
                      <a:tcPr anchor="ctr"/>
                    </a:tc>
                    <a:extLst>
                      <a:ext uri="{0D108BD9-81ED-4DB2-BD59-A6C34878D82A}">
                        <a16:rowId xmlns:a16="http://schemas.microsoft.com/office/drawing/2014/main" val="10000"/>
                      </a:ext>
                    </a:extLst>
                  </a:tr>
                  <a:tr h="0">
                    <a:tc>
                      <a:txBody>
                        <a:bodyPr/>
                        <a:lstStyle/>
                        <a:p>
                          <a:pPr algn="ctr"/>
                          <a:r>
                            <a:rPr lang="en-US" sz="2800" b="0" dirty="0">
                              <a:solidFill>
                                <a:srgbClr val="002060"/>
                              </a:solidFill>
                            </a:rPr>
                            <a:t>1</a:t>
                          </a:r>
                        </a:p>
                      </a:txBody>
                      <a:tcPr anchor="ctr"/>
                    </a:tc>
                    <a:tc>
                      <a:txBody>
                        <a:bodyPr/>
                        <a:lstStyle/>
                        <a:p>
                          <a:pPr algn="ctr"/>
                          <a:r>
                            <a:rPr lang="en-US" sz="2800" b="0" dirty="0">
                              <a:solidFill>
                                <a:srgbClr val="002060"/>
                              </a:solidFill>
                            </a:rPr>
                            <a:t>4</a:t>
                          </a:r>
                        </a:p>
                      </a:txBody>
                      <a:tcPr anchor="ctr"/>
                    </a:tc>
                    <a:tc>
                      <a:txBody>
                        <a:bodyPr/>
                        <a:lstStyle/>
                        <a:p>
                          <a:pPr algn="ctr"/>
                          <a:r>
                            <a:rPr lang="en-US" sz="2800" b="0" dirty="0">
                              <a:solidFill>
                                <a:srgbClr val="002060"/>
                              </a:solidFill>
                            </a:rPr>
                            <a:t>6</a:t>
                          </a: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extLst>
                      <a:ext uri="{0D108BD9-81ED-4DB2-BD59-A6C34878D82A}">
                        <a16:rowId xmlns:a16="http://schemas.microsoft.com/office/drawing/2014/main" val="10001"/>
                      </a:ext>
                    </a:extLst>
                  </a:tr>
                  <a:tr h="0">
                    <a:tc>
                      <a:txBody>
                        <a:bodyPr/>
                        <a:lstStyle/>
                        <a:p>
                          <a:pPr algn="ctr"/>
                          <a:r>
                            <a:rPr lang="en-US" sz="2800" b="0" dirty="0">
                              <a:solidFill>
                                <a:srgbClr val="002060"/>
                              </a:solidFill>
                            </a:rPr>
                            <a:t>5</a:t>
                          </a:r>
                        </a:p>
                      </a:txBody>
                      <a:tcPr anchor="ctr"/>
                    </a:tc>
                    <a:tc>
                      <a:txBody>
                        <a:bodyPr/>
                        <a:lstStyle/>
                        <a:p>
                          <a:pPr algn="ctr"/>
                          <a:r>
                            <a:rPr lang="en-US" sz="2800" b="0" dirty="0">
                              <a:solidFill>
                                <a:srgbClr val="002060"/>
                              </a:solidFill>
                            </a:rPr>
                            <a:t>8</a:t>
                          </a:r>
                        </a:p>
                      </a:txBody>
                      <a:tcPr anchor="ctr"/>
                    </a:tc>
                    <a:tc>
                      <a:txBody>
                        <a:bodyPr/>
                        <a:lstStyle/>
                        <a:p>
                          <a:pPr algn="ctr"/>
                          <a:r>
                            <a:rPr lang="en-US" sz="2800" b="0" dirty="0">
                              <a:solidFill>
                                <a:srgbClr val="002060"/>
                              </a:solidFill>
                            </a:rPr>
                            <a:t>7</a:t>
                          </a: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extLst>
                      <a:ext uri="{0D108BD9-81ED-4DB2-BD59-A6C34878D82A}">
                        <a16:rowId xmlns:a16="http://schemas.microsoft.com/office/drawing/2014/main" val="10002"/>
                      </a:ext>
                    </a:extLst>
                  </a:tr>
                  <a:tr h="0">
                    <a:tc>
                      <a:txBody>
                        <a:bodyPr/>
                        <a:lstStyle/>
                        <a:p>
                          <a:pPr algn="ctr"/>
                          <a:r>
                            <a:rPr lang="en-US" sz="2800" b="0" dirty="0">
                              <a:solidFill>
                                <a:srgbClr val="002060"/>
                              </a:solidFill>
                            </a:rPr>
                            <a:t>4</a:t>
                          </a:r>
                        </a:p>
                      </a:txBody>
                      <a:tcPr anchor="ctr"/>
                    </a:tc>
                    <a:tc>
                      <a:txBody>
                        <a:bodyPr/>
                        <a:lstStyle/>
                        <a:p>
                          <a:pPr algn="ctr"/>
                          <a:r>
                            <a:rPr lang="en-US" sz="2800" b="0" dirty="0">
                              <a:solidFill>
                                <a:srgbClr val="002060"/>
                              </a:solidFill>
                            </a:rPr>
                            <a:t>7</a:t>
                          </a:r>
                        </a:p>
                      </a:txBody>
                      <a:tcPr anchor="ctr"/>
                    </a:tc>
                    <a:tc>
                      <a:txBody>
                        <a:bodyPr/>
                        <a:lstStyle/>
                        <a:p>
                          <a:pPr algn="ctr"/>
                          <a:r>
                            <a:rPr lang="en-US" sz="2800" b="0" dirty="0">
                              <a:solidFill>
                                <a:srgbClr val="002060"/>
                              </a:solidFill>
                            </a:rPr>
                            <a:t>8</a:t>
                          </a: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extLst>
                      <a:ext uri="{0D108BD9-81ED-4DB2-BD59-A6C34878D82A}">
                        <a16:rowId xmlns:a16="http://schemas.microsoft.com/office/drawing/2014/main" val="10003"/>
                      </a:ext>
                    </a:extLst>
                  </a:tr>
                  <a:tr h="0">
                    <a:tc>
                      <a:txBody>
                        <a:bodyPr/>
                        <a:lstStyle/>
                        <a:p>
                          <a:pPr algn="ctr"/>
                          <a:r>
                            <a:rPr lang="en-US" sz="2800" b="0" dirty="0">
                              <a:solidFill>
                                <a:srgbClr val="002060"/>
                              </a:solidFill>
                            </a:rPr>
                            <a:t>8</a:t>
                          </a:r>
                        </a:p>
                      </a:txBody>
                      <a:tcPr anchor="ctr"/>
                    </a:tc>
                    <a:tc>
                      <a:txBody>
                        <a:bodyPr/>
                        <a:lstStyle/>
                        <a:p>
                          <a:pPr algn="ctr"/>
                          <a:r>
                            <a:rPr lang="en-US" sz="2800" b="0" dirty="0">
                              <a:solidFill>
                                <a:srgbClr val="002060"/>
                              </a:solidFill>
                            </a:rPr>
                            <a:t>6</a:t>
                          </a:r>
                        </a:p>
                      </a:txBody>
                      <a:tcPr anchor="ctr"/>
                    </a:tc>
                    <a:tc>
                      <a:txBody>
                        <a:bodyPr/>
                        <a:lstStyle/>
                        <a:p>
                          <a:pPr algn="ctr"/>
                          <a:r>
                            <a:rPr lang="en-US" sz="2800" b="0" dirty="0">
                              <a:solidFill>
                                <a:srgbClr val="002060"/>
                              </a:solidFill>
                            </a:rPr>
                            <a:t>1</a:t>
                          </a: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extLst>
                      <a:ext uri="{0D108BD9-81ED-4DB2-BD59-A6C34878D82A}">
                        <a16:rowId xmlns:a16="http://schemas.microsoft.com/office/drawing/2014/main" val="10004"/>
                      </a:ext>
                    </a:extLst>
                  </a:tr>
                  <a:tr h="0">
                    <a:tc>
                      <a:txBody>
                        <a:bodyPr/>
                        <a:lstStyle/>
                        <a:p>
                          <a:pPr algn="ctr"/>
                          <a:r>
                            <a:rPr lang="en-US" sz="2800" b="0" dirty="0">
                              <a:solidFill>
                                <a:srgbClr val="002060"/>
                              </a:solidFill>
                            </a:rPr>
                            <a:t>9</a:t>
                          </a:r>
                        </a:p>
                      </a:txBody>
                      <a:tcPr anchor="ctr"/>
                    </a:tc>
                    <a:tc>
                      <a:txBody>
                        <a:bodyPr/>
                        <a:lstStyle/>
                        <a:p>
                          <a:pPr algn="ctr"/>
                          <a:r>
                            <a:rPr lang="en-US" sz="2800" b="0" dirty="0">
                              <a:solidFill>
                                <a:srgbClr val="002060"/>
                              </a:solidFill>
                            </a:rPr>
                            <a:t>5</a:t>
                          </a:r>
                        </a:p>
                      </a:txBody>
                      <a:tcPr anchor="ctr"/>
                    </a:tc>
                    <a:tc>
                      <a:txBody>
                        <a:bodyPr/>
                        <a:lstStyle/>
                        <a:p>
                          <a:pPr algn="ctr"/>
                          <a:r>
                            <a:rPr lang="en-US" sz="2800" b="0" dirty="0">
                              <a:solidFill>
                                <a:srgbClr val="002060"/>
                              </a:solidFill>
                            </a:rPr>
                            <a:t>5</a:t>
                          </a: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extLst>
                      <a:ext uri="{0D108BD9-81ED-4DB2-BD59-A6C34878D82A}">
                        <a16:rowId xmlns:a16="http://schemas.microsoft.com/office/drawing/2014/main" val="10005"/>
                      </a:ext>
                    </a:extLst>
                  </a:tr>
                  <a:tr h="0">
                    <a:tc>
                      <a:txBody>
                        <a:bodyPr/>
                        <a:lstStyle/>
                        <a:p>
                          <a:pPr algn="ctr"/>
                          <a:r>
                            <a:rPr lang="en-US" sz="2800" b="0" dirty="0">
                              <a:solidFill>
                                <a:srgbClr val="002060"/>
                              </a:solidFill>
                            </a:rPr>
                            <a:t>6</a:t>
                          </a:r>
                        </a:p>
                      </a:txBody>
                      <a:tcPr anchor="ctr"/>
                    </a:tc>
                    <a:tc>
                      <a:txBody>
                        <a:bodyPr/>
                        <a:lstStyle/>
                        <a:p>
                          <a:pPr algn="ctr"/>
                          <a:r>
                            <a:rPr lang="en-US" sz="2800" b="0" dirty="0">
                              <a:solidFill>
                                <a:srgbClr val="002060"/>
                              </a:solidFill>
                            </a:rPr>
                            <a:t>9</a:t>
                          </a:r>
                        </a:p>
                      </a:txBody>
                      <a:tcPr anchor="ctr"/>
                    </a:tc>
                    <a:tc>
                      <a:txBody>
                        <a:bodyPr/>
                        <a:lstStyle/>
                        <a:p>
                          <a:pPr algn="ctr"/>
                          <a:r>
                            <a:rPr lang="en-US" sz="2800" b="0" dirty="0">
                              <a:solidFill>
                                <a:srgbClr val="002060"/>
                              </a:solidFill>
                            </a:rPr>
                            <a:t>10</a:t>
                          </a: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extLst>
                      <a:ext uri="{0D108BD9-81ED-4DB2-BD59-A6C34878D82A}">
                        <a16:rowId xmlns:a16="http://schemas.microsoft.com/office/drawing/2014/main" val="10006"/>
                      </a:ext>
                    </a:extLst>
                  </a:tr>
                  <a:tr h="0">
                    <a:tc>
                      <a:txBody>
                        <a:bodyPr/>
                        <a:lstStyle/>
                        <a:p>
                          <a:pPr algn="ctr"/>
                          <a:r>
                            <a:rPr lang="en-US" sz="2800" b="0" dirty="0">
                              <a:solidFill>
                                <a:srgbClr val="002060"/>
                              </a:solidFill>
                            </a:rPr>
                            <a:t>10</a:t>
                          </a:r>
                        </a:p>
                      </a:txBody>
                      <a:tcPr anchor="ctr"/>
                    </a:tc>
                    <a:tc>
                      <a:txBody>
                        <a:bodyPr/>
                        <a:lstStyle/>
                        <a:p>
                          <a:pPr algn="ctr"/>
                          <a:r>
                            <a:rPr lang="en-US" sz="2800" b="0" dirty="0">
                              <a:solidFill>
                                <a:srgbClr val="002060"/>
                              </a:solidFill>
                            </a:rPr>
                            <a:t>10</a:t>
                          </a:r>
                        </a:p>
                      </a:txBody>
                      <a:tcPr anchor="ctr"/>
                    </a:tc>
                    <a:tc>
                      <a:txBody>
                        <a:bodyPr/>
                        <a:lstStyle/>
                        <a:p>
                          <a:pPr algn="ctr"/>
                          <a:r>
                            <a:rPr lang="en-US" sz="2800" b="0" dirty="0">
                              <a:solidFill>
                                <a:srgbClr val="002060"/>
                              </a:solidFill>
                            </a:rPr>
                            <a:t>9</a:t>
                          </a: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extLst>
                      <a:ext uri="{0D108BD9-81ED-4DB2-BD59-A6C34878D82A}">
                        <a16:rowId xmlns:a16="http://schemas.microsoft.com/office/drawing/2014/main" val="10007"/>
                      </a:ext>
                    </a:extLst>
                  </a:tr>
                  <a:tr h="0">
                    <a:tc>
                      <a:txBody>
                        <a:bodyPr/>
                        <a:lstStyle/>
                        <a:p>
                          <a:pPr algn="ctr"/>
                          <a:r>
                            <a:rPr lang="en-US" sz="2800" b="0" dirty="0">
                              <a:solidFill>
                                <a:srgbClr val="002060"/>
                              </a:solidFill>
                            </a:rPr>
                            <a:t>7</a:t>
                          </a:r>
                        </a:p>
                      </a:txBody>
                      <a:tcPr anchor="ctr"/>
                    </a:tc>
                    <a:tc>
                      <a:txBody>
                        <a:bodyPr/>
                        <a:lstStyle/>
                        <a:p>
                          <a:pPr algn="ctr"/>
                          <a:r>
                            <a:rPr lang="en-US" sz="2800" b="0" dirty="0">
                              <a:solidFill>
                                <a:srgbClr val="002060"/>
                              </a:solidFill>
                            </a:rPr>
                            <a:t>3</a:t>
                          </a:r>
                        </a:p>
                      </a:txBody>
                      <a:tcPr anchor="ctr"/>
                    </a:tc>
                    <a:tc>
                      <a:txBody>
                        <a:bodyPr/>
                        <a:lstStyle/>
                        <a:p>
                          <a:pPr algn="ctr"/>
                          <a:r>
                            <a:rPr lang="en-US" sz="2800" b="0" dirty="0">
                              <a:solidFill>
                                <a:srgbClr val="002060"/>
                              </a:solidFill>
                            </a:rPr>
                            <a:t>2</a:t>
                          </a: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extLst>
                      <a:ext uri="{0D108BD9-81ED-4DB2-BD59-A6C34878D82A}">
                        <a16:rowId xmlns:a16="http://schemas.microsoft.com/office/drawing/2014/main" val="10008"/>
                      </a:ext>
                    </a:extLst>
                  </a:tr>
                  <a:tr h="0">
                    <a:tc>
                      <a:txBody>
                        <a:bodyPr/>
                        <a:lstStyle/>
                        <a:p>
                          <a:pPr algn="ctr"/>
                          <a:r>
                            <a:rPr lang="en-US" sz="2800" b="0" dirty="0">
                              <a:solidFill>
                                <a:srgbClr val="002060"/>
                              </a:solidFill>
                            </a:rPr>
                            <a:t>3</a:t>
                          </a:r>
                        </a:p>
                      </a:txBody>
                      <a:tcPr anchor="ctr"/>
                    </a:tc>
                    <a:tc>
                      <a:txBody>
                        <a:bodyPr/>
                        <a:lstStyle/>
                        <a:p>
                          <a:pPr algn="ctr"/>
                          <a:r>
                            <a:rPr lang="en-US" sz="2800" b="0" dirty="0">
                              <a:solidFill>
                                <a:srgbClr val="002060"/>
                              </a:solidFill>
                            </a:rPr>
                            <a:t>2</a:t>
                          </a:r>
                        </a:p>
                      </a:txBody>
                      <a:tcPr anchor="ctr"/>
                    </a:tc>
                    <a:tc>
                      <a:txBody>
                        <a:bodyPr/>
                        <a:lstStyle/>
                        <a:p>
                          <a:pPr algn="ctr"/>
                          <a:r>
                            <a:rPr lang="en-US" sz="2800" b="0" dirty="0">
                              <a:solidFill>
                                <a:srgbClr val="002060"/>
                              </a:solidFill>
                            </a:rPr>
                            <a:t>3</a:t>
                          </a: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extLst>
                      <a:ext uri="{0D108BD9-81ED-4DB2-BD59-A6C34878D82A}">
                        <a16:rowId xmlns:a16="http://schemas.microsoft.com/office/drawing/2014/main" val="10009"/>
                      </a:ext>
                    </a:extLst>
                  </a:tr>
                  <a:tr h="0">
                    <a:tc>
                      <a:txBody>
                        <a:bodyPr/>
                        <a:lstStyle/>
                        <a:p>
                          <a:pPr algn="ctr"/>
                          <a:r>
                            <a:rPr lang="en-US" sz="2800" b="0" dirty="0">
                              <a:solidFill>
                                <a:srgbClr val="002060"/>
                              </a:solidFill>
                            </a:rPr>
                            <a:t>2</a:t>
                          </a:r>
                        </a:p>
                      </a:txBody>
                      <a:tcPr anchor="ctr"/>
                    </a:tc>
                    <a:tc>
                      <a:txBody>
                        <a:bodyPr/>
                        <a:lstStyle/>
                        <a:p>
                          <a:pPr algn="ctr"/>
                          <a:r>
                            <a:rPr lang="en-US" sz="2800" b="0" dirty="0">
                              <a:solidFill>
                                <a:srgbClr val="002060"/>
                              </a:solidFill>
                            </a:rPr>
                            <a:t>1</a:t>
                          </a:r>
                        </a:p>
                      </a:txBody>
                      <a:tcPr anchor="ctr"/>
                    </a:tc>
                    <a:tc>
                      <a:txBody>
                        <a:bodyPr/>
                        <a:lstStyle/>
                        <a:p>
                          <a:pPr algn="ctr"/>
                          <a:r>
                            <a:rPr lang="en-US" sz="2800" b="0" dirty="0">
                              <a:solidFill>
                                <a:srgbClr val="002060"/>
                              </a:solidFill>
                            </a:rPr>
                            <a:t>4</a:t>
                          </a: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extLst>
                      <a:ext uri="{0D108BD9-81ED-4DB2-BD59-A6C34878D82A}">
                        <a16:rowId xmlns:a16="http://schemas.microsoft.com/office/drawing/2014/main" val="10010"/>
                      </a:ext>
                    </a:extLst>
                  </a:tr>
                </a:tbl>
              </a:graphicData>
            </a:graphic>
          </p:graphicFrame>
        </mc:Choice>
        <mc:Fallback xmlns="">
          <p:graphicFrame>
            <p:nvGraphicFramePr>
              <p:cNvPr id="6" name="Table 5"/>
              <p:cNvGraphicFramePr>
                <a:graphicFrameLocks noGrp="1"/>
              </p:cNvGraphicFramePr>
              <p:nvPr>
                <p:extLst/>
              </p:nvPr>
            </p:nvGraphicFramePr>
            <p:xfrm>
              <a:off x="91956" y="818368"/>
              <a:ext cx="12008088" cy="5729478"/>
            </p:xfrm>
            <a:graphic>
              <a:graphicData uri="http://schemas.openxmlformats.org/drawingml/2006/table">
                <a:tbl>
                  <a:tblPr firstRow="1" bandRow="1">
                    <a:tableStyleId>{93296810-A885-4BE3-A3E7-6D5BEEA58F35}</a:tableStyleId>
                  </a:tblPr>
                  <a:tblGrid>
                    <a:gridCol w="1334232"/>
                    <a:gridCol w="1334232"/>
                    <a:gridCol w="1334232"/>
                    <a:gridCol w="1334232"/>
                    <a:gridCol w="1334232"/>
                    <a:gridCol w="1334232"/>
                    <a:gridCol w="1334232"/>
                    <a:gridCol w="1334232"/>
                    <a:gridCol w="1334232"/>
                  </a:tblGrid>
                  <a:tr h="547878">
                    <a:tc>
                      <a:txBody>
                        <a:bodyPr/>
                        <a:lstStyle/>
                        <a:p>
                          <a:endParaRPr lang="en-US"/>
                        </a:p>
                      </a:txBody>
                      <a:tcPr anchor="ctr">
                        <a:blipFill rotWithShape="0">
                          <a:blip r:embed="rId2"/>
                          <a:stretch>
                            <a:fillRect l="-457" t="-1111" r="-801826" b="-975556"/>
                          </a:stretch>
                        </a:blipFill>
                      </a:tcPr>
                    </a:tc>
                    <a:tc>
                      <a:txBody>
                        <a:bodyPr/>
                        <a:lstStyle/>
                        <a:p>
                          <a:endParaRPr lang="en-US"/>
                        </a:p>
                      </a:txBody>
                      <a:tcPr anchor="ctr">
                        <a:blipFill rotWithShape="0">
                          <a:blip r:embed="rId2"/>
                          <a:stretch>
                            <a:fillRect l="-100457" t="-1111" r="-701826" b="-975556"/>
                          </a:stretch>
                        </a:blipFill>
                      </a:tcPr>
                    </a:tc>
                    <a:tc>
                      <a:txBody>
                        <a:bodyPr/>
                        <a:lstStyle/>
                        <a:p>
                          <a:endParaRPr lang="en-US"/>
                        </a:p>
                      </a:txBody>
                      <a:tcPr anchor="ctr">
                        <a:blipFill rotWithShape="0">
                          <a:blip r:embed="rId2"/>
                          <a:stretch>
                            <a:fillRect l="-200457" t="-1111" r="-601826" b="-975556"/>
                          </a:stretch>
                        </a:blipFill>
                      </a:tcPr>
                    </a:tc>
                    <a:tc>
                      <a:txBody>
                        <a:bodyPr/>
                        <a:lstStyle/>
                        <a:p>
                          <a:endParaRPr lang="en-US"/>
                        </a:p>
                      </a:txBody>
                      <a:tcPr anchor="ctr">
                        <a:blipFill rotWithShape="0">
                          <a:blip r:embed="rId2"/>
                          <a:stretch>
                            <a:fillRect l="-300457" t="-1111" r="-501826" b="-975556"/>
                          </a:stretch>
                        </a:blipFill>
                      </a:tcPr>
                    </a:tc>
                    <a:tc>
                      <a:txBody>
                        <a:bodyPr/>
                        <a:lstStyle/>
                        <a:p>
                          <a:endParaRPr lang="en-US"/>
                        </a:p>
                      </a:txBody>
                      <a:tcPr anchor="ctr">
                        <a:blipFill rotWithShape="0">
                          <a:blip r:embed="rId2"/>
                          <a:stretch>
                            <a:fillRect l="-402294" t="-1111" r="-404128" b="-975556"/>
                          </a:stretch>
                        </a:blipFill>
                      </a:tcPr>
                    </a:tc>
                    <a:tc>
                      <a:txBody>
                        <a:bodyPr/>
                        <a:lstStyle/>
                        <a:p>
                          <a:endParaRPr lang="en-US"/>
                        </a:p>
                      </a:txBody>
                      <a:tcPr anchor="ctr">
                        <a:blipFill rotWithShape="0">
                          <a:blip r:embed="rId2"/>
                          <a:stretch>
                            <a:fillRect l="-500000" t="-1111" r="-302283" b="-975556"/>
                          </a:stretch>
                        </a:blipFill>
                      </a:tcPr>
                    </a:tc>
                    <a:tc>
                      <a:txBody>
                        <a:bodyPr/>
                        <a:lstStyle/>
                        <a:p>
                          <a:endParaRPr lang="en-US"/>
                        </a:p>
                      </a:txBody>
                      <a:tcPr anchor="ctr">
                        <a:blipFill rotWithShape="0">
                          <a:blip r:embed="rId2"/>
                          <a:stretch>
                            <a:fillRect l="-600000" t="-1111" r="-202283" b="-975556"/>
                          </a:stretch>
                        </a:blipFill>
                      </a:tcPr>
                    </a:tc>
                    <a:tc>
                      <a:txBody>
                        <a:bodyPr/>
                        <a:lstStyle/>
                        <a:p>
                          <a:endParaRPr lang="en-US"/>
                        </a:p>
                      </a:txBody>
                      <a:tcPr anchor="ctr">
                        <a:blipFill rotWithShape="0">
                          <a:blip r:embed="rId2"/>
                          <a:stretch>
                            <a:fillRect l="-700000" t="-1111" r="-102283" b="-975556"/>
                          </a:stretch>
                        </a:blipFill>
                      </a:tcPr>
                    </a:tc>
                    <a:tc>
                      <a:txBody>
                        <a:bodyPr/>
                        <a:lstStyle/>
                        <a:p>
                          <a:endParaRPr lang="en-US"/>
                        </a:p>
                      </a:txBody>
                      <a:tcPr anchor="ctr">
                        <a:blipFill rotWithShape="0">
                          <a:blip r:embed="rId2"/>
                          <a:stretch>
                            <a:fillRect l="-800000" t="-1111" r="-2283" b="-975556"/>
                          </a:stretch>
                        </a:blipFill>
                      </a:tcPr>
                    </a:tc>
                  </a:tr>
                  <a:tr h="518160">
                    <a:tc>
                      <a:txBody>
                        <a:bodyPr/>
                        <a:lstStyle/>
                        <a:p>
                          <a:pPr algn="ctr"/>
                          <a:r>
                            <a:rPr lang="en-US" sz="2800" b="0" dirty="0" smtClean="0">
                              <a:solidFill>
                                <a:srgbClr val="002060"/>
                              </a:solidFill>
                            </a:rPr>
                            <a:t>1</a:t>
                          </a:r>
                          <a:endParaRPr lang="en-US" sz="2800" b="0" dirty="0">
                            <a:solidFill>
                              <a:srgbClr val="002060"/>
                            </a:solidFill>
                          </a:endParaRPr>
                        </a:p>
                      </a:txBody>
                      <a:tcPr anchor="ctr"/>
                    </a:tc>
                    <a:tc>
                      <a:txBody>
                        <a:bodyPr/>
                        <a:lstStyle/>
                        <a:p>
                          <a:pPr algn="ctr"/>
                          <a:r>
                            <a:rPr lang="en-US" sz="2800" b="0" dirty="0" smtClean="0">
                              <a:solidFill>
                                <a:srgbClr val="002060"/>
                              </a:solidFill>
                            </a:rPr>
                            <a:t>4</a:t>
                          </a:r>
                          <a:endParaRPr lang="en-US" sz="2800" b="0" dirty="0">
                            <a:solidFill>
                              <a:srgbClr val="002060"/>
                            </a:solidFill>
                          </a:endParaRPr>
                        </a:p>
                      </a:txBody>
                      <a:tcPr anchor="ctr"/>
                    </a:tc>
                    <a:tc>
                      <a:txBody>
                        <a:bodyPr/>
                        <a:lstStyle/>
                        <a:p>
                          <a:pPr algn="ctr"/>
                          <a:r>
                            <a:rPr lang="en-US" sz="2800" b="0" dirty="0" smtClean="0">
                              <a:solidFill>
                                <a:srgbClr val="002060"/>
                              </a:solidFill>
                            </a:rPr>
                            <a:t>6</a:t>
                          </a: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r>
                  <a:tr h="518160">
                    <a:tc>
                      <a:txBody>
                        <a:bodyPr/>
                        <a:lstStyle/>
                        <a:p>
                          <a:pPr algn="ctr"/>
                          <a:r>
                            <a:rPr lang="en-US" sz="2800" b="0" dirty="0" smtClean="0">
                              <a:solidFill>
                                <a:srgbClr val="002060"/>
                              </a:solidFill>
                            </a:rPr>
                            <a:t>5</a:t>
                          </a:r>
                          <a:endParaRPr lang="en-US" sz="2800" b="0" dirty="0">
                            <a:solidFill>
                              <a:srgbClr val="002060"/>
                            </a:solidFill>
                          </a:endParaRPr>
                        </a:p>
                      </a:txBody>
                      <a:tcPr anchor="ctr"/>
                    </a:tc>
                    <a:tc>
                      <a:txBody>
                        <a:bodyPr/>
                        <a:lstStyle/>
                        <a:p>
                          <a:pPr algn="ctr"/>
                          <a:r>
                            <a:rPr lang="en-US" sz="2800" b="0" dirty="0" smtClean="0">
                              <a:solidFill>
                                <a:srgbClr val="002060"/>
                              </a:solidFill>
                            </a:rPr>
                            <a:t>8</a:t>
                          </a:r>
                          <a:endParaRPr lang="en-US" sz="2800" b="0" dirty="0">
                            <a:solidFill>
                              <a:srgbClr val="002060"/>
                            </a:solidFill>
                          </a:endParaRPr>
                        </a:p>
                      </a:txBody>
                      <a:tcPr anchor="ctr"/>
                    </a:tc>
                    <a:tc>
                      <a:txBody>
                        <a:bodyPr/>
                        <a:lstStyle/>
                        <a:p>
                          <a:pPr algn="ctr"/>
                          <a:r>
                            <a:rPr lang="en-US" sz="2800" b="0" dirty="0" smtClean="0">
                              <a:solidFill>
                                <a:srgbClr val="002060"/>
                              </a:solidFill>
                            </a:rPr>
                            <a:t>7</a:t>
                          </a: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r>
                  <a:tr h="518160">
                    <a:tc>
                      <a:txBody>
                        <a:bodyPr/>
                        <a:lstStyle/>
                        <a:p>
                          <a:pPr algn="ctr"/>
                          <a:r>
                            <a:rPr lang="en-US" sz="2800" b="0" dirty="0" smtClean="0">
                              <a:solidFill>
                                <a:srgbClr val="002060"/>
                              </a:solidFill>
                            </a:rPr>
                            <a:t>4</a:t>
                          </a:r>
                          <a:endParaRPr lang="en-US" sz="2800" b="0" dirty="0">
                            <a:solidFill>
                              <a:srgbClr val="002060"/>
                            </a:solidFill>
                          </a:endParaRPr>
                        </a:p>
                      </a:txBody>
                      <a:tcPr anchor="ctr"/>
                    </a:tc>
                    <a:tc>
                      <a:txBody>
                        <a:bodyPr/>
                        <a:lstStyle/>
                        <a:p>
                          <a:pPr algn="ctr"/>
                          <a:r>
                            <a:rPr lang="en-US" sz="2800" b="0" dirty="0" smtClean="0">
                              <a:solidFill>
                                <a:srgbClr val="002060"/>
                              </a:solidFill>
                            </a:rPr>
                            <a:t>7</a:t>
                          </a:r>
                          <a:endParaRPr lang="en-US" sz="2800" b="0" dirty="0">
                            <a:solidFill>
                              <a:srgbClr val="002060"/>
                            </a:solidFill>
                          </a:endParaRPr>
                        </a:p>
                      </a:txBody>
                      <a:tcPr anchor="ctr"/>
                    </a:tc>
                    <a:tc>
                      <a:txBody>
                        <a:bodyPr/>
                        <a:lstStyle/>
                        <a:p>
                          <a:pPr algn="ctr"/>
                          <a:r>
                            <a:rPr lang="en-US" sz="2800" b="0" dirty="0" smtClean="0">
                              <a:solidFill>
                                <a:srgbClr val="002060"/>
                              </a:solidFill>
                            </a:rPr>
                            <a:t>8</a:t>
                          </a: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r>
                  <a:tr h="518160">
                    <a:tc>
                      <a:txBody>
                        <a:bodyPr/>
                        <a:lstStyle/>
                        <a:p>
                          <a:pPr algn="ctr"/>
                          <a:r>
                            <a:rPr lang="en-US" sz="2800" b="0" dirty="0" smtClean="0">
                              <a:solidFill>
                                <a:srgbClr val="002060"/>
                              </a:solidFill>
                            </a:rPr>
                            <a:t>8</a:t>
                          </a:r>
                          <a:endParaRPr lang="en-US" sz="2800" b="0" dirty="0">
                            <a:solidFill>
                              <a:srgbClr val="002060"/>
                            </a:solidFill>
                          </a:endParaRPr>
                        </a:p>
                      </a:txBody>
                      <a:tcPr anchor="ctr"/>
                    </a:tc>
                    <a:tc>
                      <a:txBody>
                        <a:bodyPr/>
                        <a:lstStyle/>
                        <a:p>
                          <a:pPr algn="ctr"/>
                          <a:r>
                            <a:rPr lang="en-US" sz="2800" b="0" dirty="0" smtClean="0">
                              <a:solidFill>
                                <a:srgbClr val="002060"/>
                              </a:solidFill>
                            </a:rPr>
                            <a:t>6</a:t>
                          </a:r>
                          <a:endParaRPr lang="en-US" sz="2800" b="0" dirty="0">
                            <a:solidFill>
                              <a:srgbClr val="002060"/>
                            </a:solidFill>
                          </a:endParaRPr>
                        </a:p>
                      </a:txBody>
                      <a:tcPr anchor="ctr"/>
                    </a:tc>
                    <a:tc>
                      <a:txBody>
                        <a:bodyPr/>
                        <a:lstStyle/>
                        <a:p>
                          <a:pPr algn="ctr"/>
                          <a:r>
                            <a:rPr lang="en-US" sz="2800" b="0" dirty="0" smtClean="0">
                              <a:solidFill>
                                <a:srgbClr val="002060"/>
                              </a:solidFill>
                            </a:rPr>
                            <a:t>1</a:t>
                          </a: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r>
                  <a:tr h="518160">
                    <a:tc>
                      <a:txBody>
                        <a:bodyPr/>
                        <a:lstStyle/>
                        <a:p>
                          <a:pPr algn="ctr"/>
                          <a:r>
                            <a:rPr lang="en-US" sz="2800" b="0" dirty="0" smtClean="0">
                              <a:solidFill>
                                <a:srgbClr val="002060"/>
                              </a:solidFill>
                            </a:rPr>
                            <a:t>9</a:t>
                          </a:r>
                          <a:endParaRPr lang="en-US" sz="2800" b="0" dirty="0">
                            <a:solidFill>
                              <a:srgbClr val="002060"/>
                            </a:solidFill>
                          </a:endParaRPr>
                        </a:p>
                      </a:txBody>
                      <a:tcPr anchor="ctr"/>
                    </a:tc>
                    <a:tc>
                      <a:txBody>
                        <a:bodyPr/>
                        <a:lstStyle/>
                        <a:p>
                          <a:pPr algn="ctr"/>
                          <a:r>
                            <a:rPr lang="en-US" sz="2800" b="0" dirty="0" smtClean="0">
                              <a:solidFill>
                                <a:srgbClr val="002060"/>
                              </a:solidFill>
                            </a:rPr>
                            <a:t>5</a:t>
                          </a:r>
                          <a:endParaRPr lang="en-US" sz="2800" b="0" dirty="0">
                            <a:solidFill>
                              <a:srgbClr val="002060"/>
                            </a:solidFill>
                          </a:endParaRPr>
                        </a:p>
                      </a:txBody>
                      <a:tcPr anchor="ctr"/>
                    </a:tc>
                    <a:tc>
                      <a:txBody>
                        <a:bodyPr/>
                        <a:lstStyle/>
                        <a:p>
                          <a:pPr algn="ctr"/>
                          <a:r>
                            <a:rPr lang="en-US" sz="2800" b="0" dirty="0" smtClean="0">
                              <a:solidFill>
                                <a:srgbClr val="002060"/>
                              </a:solidFill>
                            </a:rPr>
                            <a:t>5</a:t>
                          </a: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r>
                  <a:tr h="518160">
                    <a:tc>
                      <a:txBody>
                        <a:bodyPr/>
                        <a:lstStyle/>
                        <a:p>
                          <a:pPr algn="ctr"/>
                          <a:r>
                            <a:rPr lang="en-US" sz="2800" b="0" dirty="0" smtClean="0">
                              <a:solidFill>
                                <a:srgbClr val="002060"/>
                              </a:solidFill>
                            </a:rPr>
                            <a:t>6</a:t>
                          </a:r>
                          <a:endParaRPr lang="en-US" sz="2800" b="0" dirty="0">
                            <a:solidFill>
                              <a:srgbClr val="002060"/>
                            </a:solidFill>
                          </a:endParaRPr>
                        </a:p>
                      </a:txBody>
                      <a:tcPr anchor="ctr"/>
                    </a:tc>
                    <a:tc>
                      <a:txBody>
                        <a:bodyPr/>
                        <a:lstStyle/>
                        <a:p>
                          <a:pPr algn="ctr"/>
                          <a:r>
                            <a:rPr lang="en-US" sz="2800" b="0" dirty="0" smtClean="0">
                              <a:solidFill>
                                <a:srgbClr val="002060"/>
                              </a:solidFill>
                            </a:rPr>
                            <a:t>9</a:t>
                          </a:r>
                          <a:endParaRPr lang="en-US" sz="2800" b="0" dirty="0">
                            <a:solidFill>
                              <a:srgbClr val="002060"/>
                            </a:solidFill>
                          </a:endParaRPr>
                        </a:p>
                      </a:txBody>
                      <a:tcPr anchor="ctr"/>
                    </a:tc>
                    <a:tc>
                      <a:txBody>
                        <a:bodyPr/>
                        <a:lstStyle/>
                        <a:p>
                          <a:pPr algn="ctr"/>
                          <a:r>
                            <a:rPr lang="en-US" sz="2800" b="0" dirty="0" smtClean="0">
                              <a:solidFill>
                                <a:srgbClr val="002060"/>
                              </a:solidFill>
                            </a:rPr>
                            <a:t>10</a:t>
                          </a: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r>
                  <a:tr h="518160">
                    <a:tc>
                      <a:txBody>
                        <a:bodyPr/>
                        <a:lstStyle/>
                        <a:p>
                          <a:pPr algn="ctr"/>
                          <a:r>
                            <a:rPr lang="en-US" sz="2800" b="0" dirty="0" smtClean="0">
                              <a:solidFill>
                                <a:srgbClr val="002060"/>
                              </a:solidFill>
                            </a:rPr>
                            <a:t>10</a:t>
                          </a:r>
                          <a:endParaRPr lang="en-US" sz="2800" b="0" dirty="0">
                            <a:solidFill>
                              <a:srgbClr val="002060"/>
                            </a:solidFill>
                          </a:endParaRPr>
                        </a:p>
                      </a:txBody>
                      <a:tcPr anchor="ctr"/>
                    </a:tc>
                    <a:tc>
                      <a:txBody>
                        <a:bodyPr/>
                        <a:lstStyle/>
                        <a:p>
                          <a:pPr algn="ctr"/>
                          <a:r>
                            <a:rPr lang="en-US" sz="2800" b="0" dirty="0" smtClean="0">
                              <a:solidFill>
                                <a:srgbClr val="002060"/>
                              </a:solidFill>
                            </a:rPr>
                            <a:t>10</a:t>
                          </a:r>
                          <a:endParaRPr lang="en-US" sz="2800" b="0" dirty="0">
                            <a:solidFill>
                              <a:srgbClr val="002060"/>
                            </a:solidFill>
                          </a:endParaRPr>
                        </a:p>
                      </a:txBody>
                      <a:tcPr anchor="ctr"/>
                    </a:tc>
                    <a:tc>
                      <a:txBody>
                        <a:bodyPr/>
                        <a:lstStyle/>
                        <a:p>
                          <a:pPr algn="ctr"/>
                          <a:r>
                            <a:rPr lang="en-US" sz="2800" b="0" dirty="0" smtClean="0">
                              <a:solidFill>
                                <a:srgbClr val="002060"/>
                              </a:solidFill>
                            </a:rPr>
                            <a:t>9</a:t>
                          </a: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r>
                  <a:tr h="518160">
                    <a:tc>
                      <a:txBody>
                        <a:bodyPr/>
                        <a:lstStyle/>
                        <a:p>
                          <a:pPr algn="ctr"/>
                          <a:r>
                            <a:rPr lang="en-US" sz="2800" b="0" dirty="0" smtClean="0">
                              <a:solidFill>
                                <a:srgbClr val="002060"/>
                              </a:solidFill>
                            </a:rPr>
                            <a:t>7</a:t>
                          </a:r>
                          <a:endParaRPr lang="en-US" sz="2800" b="0" dirty="0">
                            <a:solidFill>
                              <a:srgbClr val="002060"/>
                            </a:solidFill>
                          </a:endParaRPr>
                        </a:p>
                      </a:txBody>
                      <a:tcPr anchor="ctr"/>
                    </a:tc>
                    <a:tc>
                      <a:txBody>
                        <a:bodyPr/>
                        <a:lstStyle/>
                        <a:p>
                          <a:pPr algn="ctr"/>
                          <a:r>
                            <a:rPr lang="en-US" sz="2800" b="0" dirty="0" smtClean="0">
                              <a:solidFill>
                                <a:srgbClr val="002060"/>
                              </a:solidFill>
                            </a:rPr>
                            <a:t>3</a:t>
                          </a:r>
                          <a:endParaRPr lang="en-US" sz="2800" b="0" dirty="0">
                            <a:solidFill>
                              <a:srgbClr val="002060"/>
                            </a:solidFill>
                          </a:endParaRPr>
                        </a:p>
                      </a:txBody>
                      <a:tcPr anchor="ctr"/>
                    </a:tc>
                    <a:tc>
                      <a:txBody>
                        <a:bodyPr/>
                        <a:lstStyle/>
                        <a:p>
                          <a:pPr algn="ctr"/>
                          <a:r>
                            <a:rPr lang="en-US" sz="2800" b="0" dirty="0" smtClean="0">
                              <a:solidFill>
                                <a:srgbClr val="002060"/>
                              </a:solidFill>
                            </a:rPr>
                            <a:t>2</a:t>
                          </a: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r>
                  <a:tr h="518160">
                    <a:tc>
                      <a:txBody>
                        <a:bodyPr/>
                        <a:lstStyle/>
                        <a:p>
                          <a:pPr algn="ctr"/>
                          <a:r>
                            <a:rPr lang="en-US" sz="2800" b="0" dirty="0" smtClean="0">
                              <a:solidFill>
                                <a:srgbClr val="002060"/>
                              </a:solidFill>
                            </a:rPr>
                            <a:t>3</a:t>
                          </a:r>
                          <a:endParaRPr lang="en-US" sz="2800" b="0" dirty="0">
                            <a:solidFill>
                              <a:srgbClr val="002060"/>
                            </a:solidFill>
                          </a:endParaRPr>
                        </a:p>
                      </a:txBody>
                      <a:tcPr anchor="ctr"/>
                    </a:tc>
                    <a:tc>
                      <a:txBody>
                        <a:bodyPr/>
                        <a:lstStyle/>
                        <a:p>
                          <a:pPr algn="ctr"/>
                          <a:r>
                            <a:rPr lang="en-US" sz="2800" b="0" dirty="0" smtClean="0">
                              <a:solidFill>
                                <a:srgbClr val="002060"/>
                              </a:solidFill>
                            </a:rPr>
                            <a:t>2</a:t>
                          </a:r>
                          <a:endParaRPr lang="en-US" sz="2800" b="0" dirty="0">
                            <a:solidFill>
                              <a:srgbClr val="002060"/>
                            </a:solidFill>
                          </a:endParaRPr>
                        </a:p>
                      </a:txBody>
                      <a:tcPr anchor="ctr"/>
                    </a:tc>
                    <a:tc>
                      <a:txBody>
                        <a:bodyPr/>
                        <a:lstStyle/>
                        <a:p>
                          <a:pPr algn="ctr"/>
                          <a:r>
                            <a:rPr lang="en-US" sz="2800" b="0" dirty="0" smtClean="0">
                              <a:solidFill>
                                <a:srgbClr val="002060"/>
                              </a:solidFill>
                            </a:rPr>
                            <a:t>3</a:t>
                          </a: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r>
                  <a:tr h="518160">
                    <a:tc>
                      <a:txBody>
                        <a:bodyPr/>
                        <a:lstStyle/>
                        <a:p>
                          <a:pPr algn="ctr"/>
                          <a:r>
                            <a:rPr lang="en-US" sz="2800" b="0" dirty="0" smtClean="0">
                              <a:solidFill>
                                <a:srgbClr val="002060"/>
                              </a:solidFill>
                            </a:rPr>
                            <a:t>2</a:t>
                          </a:r>
                          <a:endParaRPr lang="en-US" sz="2800" b="0" dirty="0">
                            <a:solidFill>
                              <a:srgbClr val="002060"/>
                            </a:solidFill>
                          </a:endParaRPr>
                        </a:p>
                      </a:txBody>
                      <a:tcPr anchor="ctr"/>
                    </a:tc>
                    <a:tc>
                      <a:txBody>
                        <a:bodyPr/>
                        <a:lstStyle/>
                        <a:p>
                          <a:pPr algn="ctr"/>
                          <a:r>
                            <a:rPr lang="en-US" sz="2800" b="0" dirty="0" smtClean="0">
                              <a:solidFill>
                                <a:srgbClr val="002060"/>
                              </a:solidFill>
                            </a:rPr>
                            <a:t>1</a:t>
                          </a:r>
                          <a:endParaRPr lang="en-US" sz="2800" b="0" dirty="0">
                            <a:solidFill>
                              <a:srgbClr val="002060"/>
                            </a:solidFill>
                          </a:endParaRPr>
                        </a:p>
                      </a:txBody>
                      <a:tcPr anchor="ctr"/>
                    </a:tc>
                    <a:tc>
                      <a:txBody>
                        <a:bodyPr/>
                        <a:lstStyle/>
                        <a:p>
                          <a:pPr algn="ctr"/>
                          <a:r>
                            <a:rPr lang="en-US" sz="2800" b="0" dirty="0" smtClean="0">
                              <a:solidFill>
                                <a:srgbClr val="002060"/>
                              </a:solidFill>
                            </a:rPr>
                            <a:t>4</a:t>
                          </a: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c>
                      <a:txBody>
                        <a:bodyPr/>
                        <a:lstStyle/>
                        <a:p>
                          <a:pPr algn="ctr"/>
                          <a:endParaRPr lang="en-US" sz="2800" b="0" dirty="0">
                            <a:solidFill>
                              <a:srgbClr val="002060"/>
                            </a:solidFill>
                          </a:endParaRPr>
                        </a:p>
                      </a:txBody>
                      <a:tcPr anchor="ctr"/>
                    </a:tc>
                  </a:tr>
                </a:tbl>
              </a:graphicData>
            </a:graphic>
          </p:graphicFrame>
        </mc:Fallback>
      </mc:AlternateContent>
      <p:sp>
        <p:nvSpPr>
          <p:cNvPr id="10" name="TextBox 9">
            <a:extLst>
              <a:ext uri="{FF2B5EF4-FFF2-40B4-BE49-F238E27FC236}">
                <a16:creationId xmlns:a16="http://schemas.microsoft.com/office/drawing/2014/main" id="{68622B1E-44A3-44A2-B1C1-8D969737DA50}"/>
              </a:ext>
            </a:extLst>
          </p:cNvPr>
          <p:cNvSpPr txBox="1"/>
          <p:nvPr/>
        </p:nvSpPr>
        <p:spPr>
          <a:xfrm>
            <a:off x="4562755" y="1361992"/>
            <a:ext cx="403316"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-3</a:t>
            </a:r>
            <a:endParaRPr lang="en-IN" sz="2800" b="1" dirty="0">
              <a:solidFill>
                <a:srgbClr val="002060"/>
              </a:solidFill>
            </a:endParaRPr>
          </a:p>
        </p:txBody>
      </p:sp>
      <p:sp>
        <p:nvSpPr>
          <p:cNvPr id="14" name="TextBox 13">
            <a:extLst>
              <a:ext uri="{FF2B5EF4-FFF2-40B4-BE49-F238E27FC236}">
                <a16:creationId xmlns:a16="http://schemas.microsoft.com/office/drawing/2014/main" id="{68622B1E-44A3-44A2-B1C1-8D969737DA50}"/>
              </a:ext>
            </a:extLst>
          </p:cNvPr>
          <p:cNvSpPr txBox="1"/>
          <p:nvPr/>
        </p:nvSpPr>
        <p:spPr>
          <a:xfrm>
            <a:off x="4566420" y="1881194"/>
            <a:ext cx="403316"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-3</a:t>
            </a:r>
            <a:endParaRPr lang="en-IN" sz="2800" b="1" dirty="0">
              <a:solidFill>
                <a:srgbClr val="002060"/>
              </a:solidFill>
            </a:endParaRPr>
          </a:p>
        </p:txBody>
      </p:sp>
      <p:sp>
        <p:nvSpPr>
          <p:cNvPr id="16" name="TextBox 15">
            <a:extLst>
              <a:ext uri="{FF2B5EF4-FFF2-40B4-BE49-F238E27FC236}">
                <a16:creationId xmlns:a16="http://schemas.microsoft.com/office/drawing/2014/main" id="{68622B1E-44A3-44A2-B1C1-8D969737DA50}"/>
              </a:ext>
            </a:extLst>
          </p:cNvPr>
          <p:cNvSpPr txBox="1"/>
          <p:nvPr/>
        </p:nvSpPr>
        <p:spPr>
          <a:xfrm>
            <a:off x="4562755" y="2409839"/>
            <a:ext cx="403316"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-3</a:t>
            </a:r>
            <a:endParaRPr lang="en-IN" sz="2800" b="1" dirty="0">
              <a:solidFill>
                <a:srgbClr val="002060"/>
              </a:solidFill>
            </a:endParaRPr>
          </a:p>
        </p:txBody>
      </p:sp>
      <p:sp>
        <p:nvSpPr>
          <p:cNvPr id="18" name="TextBox 17">
            <a:extLst>
              <a:ext uri="{FF2B5EF4-FFF2-40B4-BE49-F238E27FC236}">
                <a16:creationId xmlns:a16="http://schemas.microsoft.com/office/drawing/2014/main" id="{68622B1E-44A3-44A2-B1C1-8D969737DA50}"/>
              </a:ext>
            </a:extLst>
          </p:cNvPr>
          <p:cNvSpPr txBox="1"/>
          <p:nvPr/>
        </p:nvSpPr>
        <p:spPr>
          <a:xfrm>
            <a:off x="4632805" y="2922891"/>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2</a:t>
            </a:r>
            <a:endParaRPr lang="en-IN" sz="2800" b="1" dirty="0">
              <a:solidFill>
                <a:srgbClr val="002060"/>
              </a:solidFill>
            </a:endParaRPr>
          </a:p>
        </p:txBody>
      </p:sp>
      <p:sp>
        <p:nvSpPr>
          <p:cNvPr id="21" name="TextBox 20">
            <a:extLst>
              <a:ext uri="{FF2B5EF4-FFF2-40B4-BE49-F238E27FC236}">
                <a16:creationId xmlns:a16="http://schemas.microsoft.com/office/drawing/2014/main" id="{68622B1E-44A3-44A2-B1C1-8D969737DA50}"/>
              </a:ext>
            </a:extLst>
          </p:cNvPr>
          <p:cNvSpPr txBox="1"/>
          <p:nvPr/>
        </p:nvSpPr>
        <p:spPr>
          <a:xfrm>
            <a:off x="4627676" y="3430678"/>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4</a:t>
            </a:r>
            <a:endParaRPr lang="en-IN" sz="2800" b="1" dirty="0">
              <a:solidFill>
                <a:srgbClr val="002060"/>
              </a:solidFill>
            </a:endParaRPr>
          </a:p>
        </p:txBody>
      </p:sp>
      <p:sp>
        <p:nvSpPr>
          <p:cNvPr id="23" name="TextBox 22">
            <a:extLst>
              <a:ext uri="{FF2B5EF4-FFF2-40B4-BE49-F238E27FC236}">
                <a16:creationId xmlns:a16="http://schemas.microsoft.com/office/drawing/2014/main" id="{68622B1E-44A3-44A2-B1C1-8D969737DA50}"/>
              </a:ext>
            </a:extLst>
          </p:cNvPr>
          <p:cNvSpPr txBox="1"/>
          <p:nvPr/>
        </p:nvSpPr>
        <p:spPr>
          <a:xfrm>
            <a:off x="4562754" y="3962137"/>
            <a:ext cx="403316"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-3</a:t>
            </a:r>
            <a:endParaRPr lang="en-IN" sz="2800" b="1" dirty="0">
              <a:solidFill>
                <a:srgbClr val="002060"/>
              </a:solidFill>
            </a:endParaRPr>
          </a:p>
        </p:txBody>
      </p:sp>
      <p:sp>
        <p:nvSpPr>
          <p:cNvPr id="54" name="TextBox 53">
            <a:extLst>
              <a:ext uri="{FF2B5EF4-FFF2-40B4-BE49-F238E27FC236}">
                <a16:creationId xmlns:a16="http://schemas.microsoft.com/office/drawing/2014/main" id="{68622B1E-44A3-44A2-B1C1-8D969737DA50}"/>
              </a:ext>
            </a:extLst>
          </p:cNvPr>
          <p:cNvSpPr txBox="1"/>
          <p:nvPr/>
        </p:nvSpPr>
        <p:spPr>
          <a:xfrm>
            <a:off x="4627674" y="4481499"/>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0</a:t>
            </a:r>
            <a:endParaRPr lang="en-IN" sz="2800" b="1" dirty="0">
              <a:solidFill>
                <a:srgbClr val="002060"/>
              </a:solidFill>
            </a:endParaRPr>
          </a:p>
        </p:txBody>
      </p:sp>
      <p:sp>
        <p:nvSpPr>
          <p:cNvPr id="56" name="TextBox 55">
            <a:extLst>
              <a:ext uri="{FF2B5EF4-FFF2-40B4-BE49-F238E27FC236}">
                <a16:creationId xmlns:a16="http://schemas.microsoft.com/office/drawing/2014/main" id="{68622B1E-44A3-44A2-B1C1-8D969737DA50}"/>
              </a:ext>
            </a:extLst>
          </p:cNvPr>
          <p:cNvSpPr txBox="1"/>
          <p:nvPr/>
        </p:nvSpPr>
        <p:spPr>
          <a:xfrm>
            <a:off x="4627673" y="4999816"/>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4</a:t>
            </a:r>
            <a:endParaRPr lang="en-IN" sz="2800" b="1" dirty="0">
              <a:solidFill>
                <a:srgbClr val="002060"/>
              </a:solidFill>
            </a:endParaRPr>
          </a:p>
        </p:txBody>
      </p:sp>
      <p:sp>
        <p:nvSpPr>
          <p:cNvPr id="58" name="TextBox 57">
            <a:extLst>
              <a:ext uri="{FF2B5EF4-FFF2-40B4-BE49-F238E27FC236}">
                <a16:creationId xmlns:a16="http://schemas.microsoft.com/office/drawing/2014/main" id="{68622B1E-44A3-44A2-B1C1-8D969737DA50}"/>
              </a:ext>
            </a:extLst>
          </p:cNvPr>
          <p:cNvSpPr txBox="1"/>
          <p:nvPr/>
        </p:nvSpPr>
        <p:spPr>
          <a:xfrm>
            <a:off x="4626116" y="5505413"/>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1</a:t>
            </a:r>
            <a:endParaRPr lang="en-IN" sz="2800" b="1" dirty="0">
              <a:solidFill>
                <a:srgbClr val="002060"/>
              </a:solidFill>
            </a:endParaRPr>
          </a:p>
        </p:txBody>
      </p:sp>
      <p:sp>
        <p:nvSpPr>
          <p:cNvPr id="64" name="TextBox 63">
            <a:extLst>
              <a:ext uri="{FF2B5EF4-FFF2-40B4-BE49-F238E27FC236}">
                <a16:creationId xmlns:a16="http://schemas.microsoft.com/office/drawing/2014/main" id="{68622B1E-44A3-44A2-B1C1-8D969737DA50}"/>
              </a:ext>
            </a:extLst>
          </p:cNvPr>
          <p:cNvSpPr txBox="1"/>
          <p:nvPr/>
        </p:nvSpPr>
        <p:spPr>
          <a:xfrm>
            <a:off x="4632805" y="6023730"/>
            <a:ext cx="273472"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1</a:t>
            </a:r>
            <a:endParaRPr lang="en-IN" sz="2800" b="1" dirty="0">
              <a:solidFill>
                <a:srgbClr val="002060"/>
              </a:solidFill>
            </a:endParaRPr>
          </a:p>
        </p:txBody>
      </p:sp>
      <p:sp>
        <p:nvSpPr>
          <p:cNvPr id="103" name="TextBox 102">
            <a:extLst>
              <a:ext uri="{FF2B5EF4-FFF2-40B4-BE49-F238E27FC236}">
                <a16:creationId xmlns:a16="http://schemas.microsoft.com/office/drawing/2014/main" id="{68622B1E-44A3-44A2-B1C1-8D969737DA50}"/>
              </a:ext>
            </a:extLst>
          </p:cNvPr>
          <p:cNvSpPr txBox="1"/>
          <p:nvPr/>
        </p:nvSpPr>
        <p:spPr>
          <a:xfrm>
            <a:off x="5895773" y="1361992"/>
            <a:ext cx="403316"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-2</a:t>
            </a:r>
            <a:endParaRPr lang="en-IN" sz="2800" b="1" dirty="0">
              <a:solidFill>
                <a:srgbClr val="002060"/>
              </a:solidFill>
            </a:endParaRPr>
          </a:p>
        </p:txBody>
      </p:sp>
      <p:sp>
        <p:nvSpPr>
          <p:cNvPr id="104" name="TextBox 103">
            <a:extLst>
              <a:ext uri="{FF2B5EF4-FFF2-40B4-BE49-F238E27FC236}">
                <a16:creationId xmlns:a16="http://schemas.microsoft.com/office/drawing/2014/main" id="{68622B1E-44A3-44A2-B1C1-8D969737DA50}"/>
              </a:ext>
            </a:extLst>
          </p:cNvPr>
          <p:cNvSpPr txBox="1"/>
          <p:nvPr/>
        </p:nvSpPr>
        <p:spPr>
          <a:xfrm>
            <a:off x="5964359" y="1881194"/>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1</a:t>
            </a:r>
            <a:endParaRPr lang="en-IN" sz="2800" b="1" dirty="0">
              <a:solidFill>
                <a:srgbClr val="002060"/>
              </a:solidFill>
            </a:endParaRPr>
          </a:p>
        </p:txBody>
      </p:sp>
      <p:sp>
        <p:nvSpPr>
          <p:cNvPr id="105" name="TextBox 104">
            <a:extLst>
              <a:ext uri="{FF2B5EF4-FFF2-40B4-BE49-F238E27FC236}">
                <a16:creationId xmlns:a16="http://schemas.microsoft.com/office/drawing/2014/main" id="{68622B1E-44A3-44A2-B1C1-8D969737DA50}"/>
              </a:ext>
            </a:extLst>
          </p:cNvPr>
          <p:cNvSpPr txBox="1"/>
          <p:nvPr/>
        </p:nvSpPr>
        <p:spPr>
          <a:xfrm>
            <a:off x="5895773" y="2409839"/>
            <a:ext cx="403316"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-1</a:t>
            </a:r>
            <a:endParaRPr lang="en-IN" sz="2800" b="1" dirty="0">
              <a:solidFill>
                <a:srgbClr val="002060"/>
              </a:solidFill>
            </a:endParaRPr>
          </a:p>
        </p:txBody>
      </p:sp>
      <p:sp>
        <p:nvSpPr>
          <p:cNvPr id="106" name="TextBox 105">
            <a:extLst>
              <a:ext uri="{FF2B5EF4-FFF2-40B4-BE49-F238E27FC236}">
                <a16:creationId xmlns:a16="http://schemas.microsoft.com/office/drawing/2014/main" id="{68622B1E-44A3-44A2-B1C1-8D969737DA50}"/>
              </a:ext>
            </a:extLst>
          </p:cNvPr>
          <p:cNvSpPr txBox="1"/>
          <p:nvPr/>
        </p:nvSpPr>
        <p:spPr>
          <a:xfrm>
            <a:off x="5965823" y="2922891"/>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5</a:t>
            </a:r>
            <a:endParaRPr lang="en-IN" sz="2800" b="1" dirty="0">
              <a:solidFill>
                <a:srgbClr val="002060"/>
              </a:solidFill>
            </a:endParaRPr>
          </a:p>
        </p:txBody>
      </p:sp>
      <p:sp>
        <p:nvSpPr>
          <p:cNvPr id="107" name="TextBox 106">
            <a:extLst>
              <a:ext uri="{FF2B5EF4-FFF2-40B4-BE49-F238E27FC236}">
                <a16:creationId xmlns:a16="http://schemas.microsoft.com/office/drawing/2014/main" id="{68622B1E-44A3-44A2-B1C1-8D969737DA50}"/>
              </a:ext>
            </a:extLst>
          </p:cNvPr>
          <p:cNvSpPr txBox="1"/>
          <p:nvPr/>
        </p:nvSpPr>
        <p:spPr>
          <a:xfrm>
            <a:off x="5960694" y="3430678"/>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0</a:t>
            </a:r>
            <a:endParaRPr lang="en-IN" sz="2800" b="1" dirty="0">
              <a:solidFill>
                <a:srgbClr val="002060"/>
              </a:solidFill>
            </a:endParaRPr>
          </a:p>
        </p:txBody>
      </p:sp>
      <p:sp>
        <p:nvSpPr>
          <p:cNvPr id="108" name="TextBox 107">
            <a:extLst>
              <a:ext uri="{FF2B5EF4-FFF2-40B4-BE49-F238E27FC236}">
                <a16:creationId xmlns:a16="http://schemas.microsoft.com/office/drawing/2014/main" id="{68622B1E-44A3-44A2-B1C1-8D969737DA50}"/>
              </a:ext>
            </a:extLst>
          </p:cNvPr>
          <p:cNvSpPr txBox="1"/>
          <p:nvPr/>
        </p:nvSpPr>
        <p:spPr>
          <a:xfrm>
            <a:off x="5895772" y="3962137"/>
            <a:ext cx="403316"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-1</a:t>
            </a:r>
            <a:endParaRPr lang="en-IN" sz="2800" b="1" dirty="0">
              <a:solidFill>
                <a:srgbClr val="002060"/>
              </a:solidFill>
            </a:endParaRPr>
          </a:p>
        </p:txBody>
      </p:sp>
      <p:sp>
        <p:nvSpPr>
          <p:cNvPr id="109" name="TextBox 108">
            <a:extLst>
              <a:ext uri="{FF2B5EF4-FFF2-40B4-BE49-F238E27FC236}">
                <a16:creationId xmlns:a16="http://schemas.microsoft.com/office/drawing/2014/main" id="{68622B1E-44A3-44A2-B1C1-8D969737DA50}"/>
              </a:ext>
            </a:extLst>
          </p:cNvPr>
          <p:cNvSpPr txBox="1"/>
          <p:nvPr/>
        </p:nvSpPr>
        <p:spPr>
          <a:xfrm>
            <a:off x="5960692" y="4481499"/>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1</a:t>
            </a:r>
            <a:endParaRPr lang="en-IN" sz="2800" b="1" dirty="0">
              <a:solidFill>
                <a:srgbClr val="002060"/>
              </a:solidFill>
            </a:endParaRPr>
          </a:p>
        </p:txBody>
      </p:sp>
      <p:sp>
        <p:nvSpPr>
          <p:cNvPr id="110" name="TextBox 109">
            <a:extLst>
              <a:ext uri="{FF2B5EF4-FFF2-40B4-BE49-F238E27FC236}">
                <a16:creationId xmlns:a16="http://schemas.microsoft.com/office/drawing/2014/main" id="{68622B1E-44A3-44A2-B1C1-8D969737DA50}"/>
              </a:ext>
            </a:extLst>
          </p:cNvPr>
          <p:cNvSpPr txBox="1"/>
          <p:nvPr/>
        </p:nvSpPr>
        <p:spPr>
          <a:xfrm>
            <a:off x="5960691" y="4999816"/>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1</a:t>
            </a:r>
            <a:endParaRPr lang="en-IN" sz="2800" b="1" dirty="0">
              <a:solidFill>
                <a:srgbClr val="002060"/>
              </a:solidFill>
            </a:endParaRPr>
          </a:p>
        </p:txBody>
      </p:sp>
      <p:sp>
        <p:nvSpPr>
          <p:cNvPr id="111" name="TextBox 110">
            <a:extLst>
              <a:ext uri="{FF2B5EF4-FFF2-40B4-BE49-F238E27FC236}">
                <a16:creationId xmlns:a16="http://schemas.microsoft.com/office/drawing/2014/main" id="{68622B1E-44A3-44A2-B1C1-8D969737DA50}"/>
              </a:ext>
            </a:extLst>
          </p:cNvPr>
          <p:cNvSpPr txBox="1"/>
          <p:nvPr/>
        </p:nvSpPr>
        <p:spPr>
          <a:xfrm>
            <a:off x="5894213" y="5505413"/>
            <a:ext cx="403316"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-1</a:t>
            </a:r>
            <a:endParaRPr lang="en-IN" sz="2800" b="1" dirty="0">
              <a:solidFill>
                <a:srgbClr val="002060"/>
              </a:solidFill>
            </a:endParaRPr>
          </a:p>
        </p:txBody>
      </p:sp>
      <p:sp>
        <p:nvSpPr>
          <p:cNvPr id="112" name="TextBox 111">
            <a:extLst>
              <a:ext uri="{FF2B5EF4-FFF2-40B4-BE49-F238E27FC236}">
                <a16:creationId xmlns:a16="http://schemas.microsoft.com/office/drawing/2014/main" id="{68622B1E-44A3-44A2-B1C1-8D969737DA50}"/>
              </a:ext>
            </a:extLst>
          </p:cNvPr>
          <p:cNvSpPr txBox="1"/>
          <p:nvPr/>
        </p:nvSpPr>
        <p:spPr>
          <a:xfrm>
            <a:off x="5900901" y="6023730"/>
            <a:ext cx="403316"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-3</a:t>
            </a:r>
            <a:endParaRPr lang="en-IN" sz="2800" b="1" dirty="0">
              <a:solidFill>
                <a:srgbClr val="002060"/>
              </a:solidFill>
            </a:endParaRPr>
          </a:p>
        </p:txBody>
      </p:sp>
      <p:sp>
        <p:nvSpPr>
          <p:cNvPr id="113" name="TextBox 112">
            <a:extLst>
              <a:ext uri="{FF2B5EF4-FFF2-40B4-BE49-F238E27FC236}">
                <a16:creationId xmlns:a16="http://schemas.microsoft.com/office/drawing/2014/main" id="{68622B1E-44A3-44A2-B1C1-8D969737DA50}"/>
              </a:ext>
            </a:extLst>
          </p:cNvPr>
          <p:cNvSpPr txBox="1"/>
          <p:nvPr/>
        </p:nvSpPr>
        <p:spPr>
          <a:xfrm>
            <a:off x="7220544" y="1368664"/>
            <a:ext cx="403316"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-5</a:t>
            </a:r>
            <a:endParaRPr lang="en-IN" sz="2800" b="1" dirty="0">
              <a:solidFill>
                <a:srgbClr val="002060"/>
              </a:solidFill>
            </a:endParaRPr>
          </a:p>
        </p:txBody>
      </p:sp>
      <p:sp>
        <p:nvSpPr>
          <p:cNvPr id="114" name="TextBox 113">
            <a:extLst>
              <a:ext uri="{FF2B5EF4-FFF2-40B4-BE49-F238E27FC236}">
                <a16:creationId xmlns:a16="http://schemas.microsoft.com/office/drawing/2014/main" id="{68622B1E-44A3-44A2-B1C1-8D969737DA50}"/>
              </a:ext>
            </a:extLst>
          </p:cNvPr>
          <p:cNvSpPr txBox="1"/>
          <p:nvPr/>
        </p:nvSpPr>
        <p:spPr>
          <a:xfrm>
            <a:off x="7224209" y="1887866"/>
            <a:ext cx="403316"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-2</a:t>
            </a:r>
            <a:endParaRPr lang="en-IN" sz="2800" b="1" dirty="0">
              <a:solidFill>
                <a:srgbClr val="002060"/>
              </a:solidFill>
            </a:endParaRPr>
          </a:p>
        </p:txBody>
      </p:sp>
      <p:sp>
        <p:nvSpPr>
          <p:cNvPr id="115" name="TextBox 114">
            <a:extLst>
              <a:ext uri="{FF2B5EF4-FFF2-40B4-BE49-F238E27FC236}">
                <a16:creationId xmlns:a16="http://schemas.microsoft.com/office/drawing/2014/main" id="{68622B1E-44A3-44A2-B1C1-8D969737DA50}"/>
              </a:ext>
            </a:extLst>
          </p:cNvPr>
          <p:cNvSpPr txBox="1"/>
          <p:nvPr/>
        </p:nvSpPr>
        <p:spPr>
          <a:xfrm>
            <a:off x="7220544" y="2416511"/>
            <a:ext cx="403316"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-4</a:t>
            </a:r>
            <a:endParaRPr lang="en-IN" sz="2800" b="1" dirty="0">
              <a:solidFill>
                <a:srgbClr val="002060"/>
              </a:solidFill>
            </a:endParaRPr>
          </a:p>
        </p:txBody>
      </p:sp>
      <p:sp>
        <p:nvSpPr>
          <p:cNvPr id="116" name="TextBox 115">
            <a:extLst>
              <a:ext uri="{FF2B5EF4-FFF2-40B4-BE49-F238E27FC236}">
                <a16:creationId xmlns:a16="http://schemas.microsoft.com/office/drawing/2014/main" id="{68622B1E-44A3-44A2-B1C1-8D969737DA50}"/>
              </a:ext>
            </a:extLst>
          </p:cNvPr>
          <p:cNvSpPr txBox="1"/>
          <p:nvPr/>
        </p:nvSpPr>
        <p:spPr>
          <a:xfrm>
            <a:off x="7290594" y="2929563"/>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7</a:t>
            </a:r>
            <a:endParaRPr lang="en-IN" sz="2800" b="1" dirty="0">
              <a:solidFill>
                <a:srgbClr val="002060"/>
              </a:solidFill>
            </a:endParaRPr>
          </a:p>
        </p:txBody>
      </p:sp>
      <p:sp>
        <p:nvSpPr>
          <p:cNvPr id="117" name="TextBox 116">
            <a:extLst>
              <a:ext uri="{FF2B5EF4-FFF2-40B4-BE49-F238E27FC236}">
                <a16:creationId xmlns:a16="http://schemas.microsoft.com/office/drawing/2014/main" id="{68622B1E-44A3-44A2-B1C1-8D969737DA50}"/>
              </a:ext>
            </a:extLst>
          </p:cNvPr>
          <p:cNvSpPr txBox="1"/>
          <p:nvPr/>
        </p:nvSpPr>
        <p:spPr>
          <a:xfrm>
            <a:off x="7285465" y="3437350"/>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4</a:t>
            </a:r>
            <a:endParaRPr lang="en-IN" sz="2800" b="1" dirty="0">
              <a:solidFill>
                <a:srgbClr val="002060"/>
              </a:solidFill>
            </a:endParaRPr>
          </a:p>
        </p:txBody>
      </p:sp>
      <p:sp>
        <p:nvSpPr>
          <p:cNvPr id="118" name="TextBox 117">
            <a:extLst>
              <a:ext uri="{FF2B5EF4-FFF2-40B4-BE49-F238E27FC236}">
                <a16:creationId xmlns:a16="http://schemas.microsoft.com/office/drawing/2014/main" id="{68622B1E-44A3-44A2-B1C1-8D969737DA50}"/>
              </a:ext>
            </a:extLst>
          </p:cNvPr>
          <p:cNvSpPr txBox="1"/>
          <p:nvPr/>
        </p:nvSpPr>
        <p:spPr>
          <a:xfrm>
            <a:off x="7220543" y="3968809"/>
            <a:ext cx="403316"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-4</a:t>
            </a:r>
            <a:endParaRPr lang="en-IN" sz="2800" b="1" dirty="0">
              <a:solidFill>
                <a:srgbClr val="002060"/>
              </a:solidFill>
            </a:endParaRPr>
          </a:p>
        </p:txBody>
      </p:sp>
      <p:sp>
        <p:nvSpPr>
          <p:cNvPr id="119" name="TextBox 118">
            <a:extLst>
              <a:ext uri="{FF2B5EF4-FFF2-40B4-BE49-F238E27FC236}">
                <a16:creationId xmlns:a16="http://schemas.microsoft.com/office/drawing/2014/main" id="{68622B1E-44A3-44A2-B1C1-8D969737DA50}"/>
              </a:ext>
            </a:extLst>
          </p:cNvPr>
          <p:cNvSpPr txBox="1"/>
          <p:nvPr/>
        </p:nvSpPr>
        <p:spPr>
          <a:xfrm>
            <a:off x="7285463" y="4488171"/>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1</a:t>
            </a:r>
            <a:endParaRPr lang="en-IN" sz="2800" b="1" dirty="0">
              <a:solidFill>
                <a:srgbClr val="002060"/>
              </a:solidFill>
            </a:endParaRPr>
          </a:p>
        </p:txBody>
      </p:sp>
      <p:sp>
        <p:nvSpPr>
          <p:cNvPr id="120" name="TextBox 119">
            <a:extLst>
              <a:ext uri="{FF2B5EF4-FFF2-40B4-BE49-F238E27FC236}">
                <a16:creationId xmlns:a16="http://schemas.microsoft.com/office/drawing/2014/main" id="{68622B1E-44A3-44A2-B1C1-8D969737DA50}"/>
              </a:ext>
            </a:extLst>
          </p:cNvPr>
          <p:cNvSpPr txBox="1"/>
          <p:nvPr/>
        </p:nvSpPr>
        <p:spPr>
          <a:xfrm>
            <a:off x="7285462" y="5006488"/>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5</a:t>
            </a:r>
            <a:endParaRPr lang="en-IN" sz="2800" b="1" dirty="0">
              <a:solidFill>
                <a:srgbClr val="002060"/>
              </a:solidFill>
            </a:endParaRPr>
          </a:p>
        </p:txBody>
      </p:sp>
      <p:sp>
        <p:nvSpPr>
          <p:cNvPr id="121" name="TextBox 120">
            <a:extLst>
              <a:ext uri="{FF2B5EF4-FFF2-40B4-BE49-F238E27FC236}">
                <a16:creationId xmlns:a16="http://schemas.microsoft.com/office/drawing/2014/main" id="{68622B1E-44A3-44A2-B1C1-8D969737DA50}"/>
              </a:ext>
            </a:extLst>
          </p:cNvPr>
          <p:cNvSpPr txBox="1"/>
          <p:nvPr/>
        </p:nvSpPr>
        <p:spPr>
          <a:xfrm>
            <a:off x="7283905" y="5512085"/>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0</a:t>
            </a:r>
            <a:endParaRPr lang="en-IN" sz="2800" b="1" dirty="0">
              <a:solidFill>
                <a:srgbClr val="002060"/>
              </a:solidFill>
            </a:endParaRPr>
          </a:p>
        </p:txBody>
      </p:sp>
      <p:sp>
        <p:nvSpPr>
          <p:cNvPr id="122" name="TextBox 121">
            <a:extLst>
              <a:ext uri="{FF2B5EF4-FFF2-40B4-BE49-F238E27FC236}">
                <a16:creationId xmlns:a16="http://schemas.microsoft.com/office/drawing/2014/main" id="{68622B1E-44A3-44A2-B1C1-8D969737DA50}"/>
              </a:ext>
            </a:extLst>
          </p:cNvPr>
          <p:cNvSpPr txBox="1"/>
          <p:nvPr/>
        </p:nvSpPr>
        <p:spPr>
          <a:xfrm>
            <a:off x="7225672" y="6030402"/>
            <a:ext cx="403316"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-2</a:t>
            </a:r>
            <a:endParaRPr lang="en-IN" sz="2800" b="1" dirty="0">
              <a:solidFill>
                <a:srgbClr val="002060"/>
              </a:solidFill>
            </a:endParaRPr>
          </a:p>
        </p:txBody>
      </p:sp>
      <p:sp>
        <p:nvSpPr>
          <p:cNvPr id="123" name="TextBox 122">
            <a:extLst>
              <a:ext uri="{FF2B5EF4-FFF2-40B4-BE49-F238E27FC236}">
                <a16:creationId xmlns:a16="http://schemas.microsoft.com/office/drawing/2014/main" id="{68622B1E-44A3-44A2-B1C1-8D969737DA50}"/>
              </a:ext>
            </a:extLst>
          </p:cNvPr>
          <p:cNvSpPr txBox="1"/>
          <p:nvPr/>
        </p:nvSpPr>
        <p:spPr>
          <a:xfrm>
            <a:off x="8619131" y="1368664"/>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9</a:t>
            </a:r>
            <a:endParaRPr lang="en-IN" sz="2800" b="1" dirty="0">
              <a:solidFill>
                <a:srgbClr val="002060"/>
              </a:solidFill>
            </a:endParaRPr>
          </a:p>
        </p:txBody>
      </p:sp>
      <p:sp>
        <p:nvSpPr>
          <p:cNvPr id="124" name="TextBox 123">
            <a:extLst>
              <a:ext uri="{FF2B5EF4-FFF2-40B4-BE49-F238E27FC236}">
                <a16:creationId xmlns:a16="http://schemas.microsoft.com/office/drawing/2014/main" id="{68622B1E-44A3-44A2-B1C1-8D969737DA50}"/>
              </a:ext>
            </a:extLst>
          </p:cNvPr>
          <p:cNvSpPr txBox="1"/>
          <p:nvPr/>
        </p:nvSpPr>
        <p:spPr>
          <a:xfrm>
            <a:off x="8622796" y="1887866"/>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9</a:t>
            </a:r>
            <a:endParaRPr lang="en-IN" sz="2800" b="1" dirty="0">
              <a:solidFill>
                <a:srgbClr val="002060"/>
              </a:solidFill>
            </a:endParaRPr>
          </a:p>
        </p:txBody>
      </p:sp>
      <p:sp>
        <p:nvSpPr>
          <p:cNvPr id="125" name="TextBox 124">
            <a:extLst>
              <a:ext uri="{FF2B5EF4-FFF2-40B4-BE49-F238E27FC236}">
                <a16:creationId xmlns:a16="http://schemas.microsoft.com/office/drawing/2014/main" id="{68622B1E-44A3-44A2-B1C1-8D969737DA50}"/>
              </a:ext>
            </a:extLst>
          </p:cNvPr>
          <p:cNvSpPr txBox="1"/>
          <p:nvPr/>
        </p:nvSpPr>
        <p:spPr>
          <a:xfrm>
            <a:off x="8619131" y="2404936"/>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9</a:t>
            </a:r>
            <a:endParaRPr lang="en-IN" sz="2800" b="1" dirty="0">
              <a:solidFill>
                <a:srgbClr val="002060"/>
              </a:solidFill>
            </a:endParaRPr>
          </a:p>
        </p:txBody>
      </p:sp>
      <p:sp>
        <p:nvSpPr>
          <p:cNvPr id="126" name="TextBox 125">
            <a:extLst>
              <a:ext uri="{FF2B5EF4-FFF2-40B4-BE49-F238E27FC236}">
                <a16:creationId xmlns:a16="http://schemas.microsoft.com/office/drawing/2014/main" id="{68622B1E-44A3-44A2-B1C1-8D969737DA50}"/>
              </a:ext>
            </a:extLst>
          </p:cNvPr>
          <p:cNvSpPr txBox="1"/>
          <p:nvPr/>
        </p:nvSpPr>
        <p:spPr>
          <a:xfrm>
            <a:off x="8624260" y="2917988"/>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4</a:t>
            </a:r>
            <a:endParaRPr lang="en-IN" sz="2800" b="1" dirty="0">
              <a:solidFill>
                <a:srgbClr val="002060"/>
              </a:solidFill>
            </a:endParaRPr>
          </a:p>
        </p:txBody>
      </p:sp>
      <p:sp>
        <p:nvSpPr>
          <p:cNvPr id="127" name="TextBox 126">
            <a:extLst>
              <a:ext uri="{FF2B5EF4-FFF2-40B4-BE49-F238E27FC236}">
                <a16:creationId xmlns:a16="http://schemas.microsoft.com/office/drawing/2014/main" id="{68622B1E-44A3-44A2-B1C1-8D969737DA50}"/>
              </a:ext>
            </a:extLst>
          </p:cNvPr>
          <p:cNvSpPr txBox="1"/>
          <p:nvPr/>
        </p:nvSpPr>
        <p:spPr>
          <a:xfrm>
            <a:off x="8540136" y="3437350"/>
            <a:ext cx="45461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16</a:t>
            </a:r>
            <a:endParaRPr lang="en-IN" sz="2800" b="1" dirty="0">
              <a:solidFill>
                <a:srgbClr val="002060"/>
              </a:solidFill>
            </a:endParaRPr>
          </a:p>
        </p:txBody>
      </p:sp>
      <p:sp>
        <p:nvSpPr>
          <p:cNvPr id="128" name="TextBox 127">
            <a:extLst>
              <a:ext uri="{FF2B5EF4-FFF2-40B4-BE49-F238E27FC236}">
                <a16:creationId xmlns:a16="http://schemas.microsoft.com/office/drawing/2014/main" id="{68622B1E-44A3-44A2-B1C1-8D969737DA50}"/>
              </a:ext>
            </a:extLst>
          </p:cNvPr>
          <p:cNvSpPr txBox="1"/>
          <p:nvPr/>
        </p:nvSpPr>
        <p:spPr>
          <a:xfrm>
            <a:off x="8619130" y="3957234"/>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9</a:t>
            </a:r>
            <a:endParaRPr lang="en-IN" sz="2800" b="1" dirty="0">
              <a:solidFill>
                <a:srgbClr val="002060"/>
              </a:solidFill>
            </a:endParaRPr>
          </a:p>
        </p:txBody>
      </p:sp>
      <p:sp>
        <p:nvSpPr>
          <p:cNvPr id="129" name="TextBox 128">
            <a:extLst>
              <a:ext uri="{FF2B5EF4-FFF2-40B4-BE49-F238E27FC236}">
                <a16:creationId xmlns:a16="http://schemas.microsoft.com/office/drawing/2014/main" id="{68622B1E-44A3-44A2-B1C1-8D969737DA50}"/>
              </a:ext>
            </a:extLst>
          </p:cNvPr>
          <p:cNvSpPr txBox="1"/>
          <p:nvPr/>
        </p:nvSpPr>
        <p:spPr>
          <a:xfrm>
            <a:off x="8619129" y="4488171"/>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0</a:t>
            </a:r>
            <a:endParaRPr lang="en-IN" sz="2800" b="1" dirty="0">
              <a:solidFill>
                <a:srgbClr val="002060"/>
              </a:solidFill>
            </a:endParaRPr>
          </a:p>
        </p:txBody>
      </p:sp>
      <p:sp>
        <p:nvSpPr>
          <p:cNvPr id="130" name="TextBox 129">
            <a:extLst>
              <a:ext uri="{FF2B5EF4-FFF2-40B4-BE49-F238E27FC236}">
                <a16:creationId xmlns:a16="http://schemas.microsoft.com/office/drawing/2014/main" id="{68622B1E-44A3-44A2-B1C1-8D969737DA50}"/>
              </a:ext>
            </a:extLst>
          </p:cNvPr>
          <p:cNvSpPr txBox="1"/>
          <p:nvPr/>
        </p:nvSpPr>
        <p:spPr>
          <a:xfrm>
            <a:off x="8540133" y="4983338"/>
            <a:ext cx="45461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16</a:t>
            </a:r>
            <a:endParaRPr lang="en-IN" sz="2800" b="1" dirty="0">
              <a:solidFill>
                <a:srgbClr val="002060"/>
              </a:solidFill>
            </a:endParaRPr>
          </a:p>
        </p:txBody>
      </p:sp>
      <p:sp>
        <p:nvSpPr>
          <p:cNvPr id="131" name="TextBox 130">
            <a:extLst>
              <a:ext uri="{FF2B5EF4-FFF2-40B4-BE49-F238E27FC236}">
                <a16:creationId xmlns:a16="http://schemas.microsoft.com/office/drawing/2014/main" id="{68622B1E-44A3-44A2-B1C1-8D969737DA50}"/>
              </a:ext>
            </a:extLst>
          </p:cNvPr>
          <p:cNvSpPr txBox="1"/>
          <p:nvPr/>
        </p:nvSpPr>
        <p:spPr>
          <a:xfrm>
            <a:off x="8629146" y="5512085"/>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1</a:t>
            </a:r>
            <a:endParaRPr lang="en-IN" sz="2800" b="1" dirty="0">
              <a:solidFill>
                <a:srgbClr val="002060"/>
              </a:solidFill>
            </a:endParaRPr>
          </a:p>
        </p:txBody>
      </p:sp>
      <p:sp>
        <p:nvSpPr>
          <p:cNvPr id="132" name="TextBox 131">
            <a:extLst>
              <a:ext uri="{FF2B5EF4-FFF2-40B4-BE49-F238E27FC236}">
                <a16:creationId xmlns:a16="http://schemas.microsoft.com/office/drawing/2014/main" id="{68622B1E-44A3-44A2-B1C1-8D969737DA50}"/>
              </a:ext>
            </a:extLst>
          </p:cNvPr>
          <p:cNvSpPr txBox="1"/>
          <p:nvPr/>
        </p:nvSpPr>
        <p:spPr>
          <a:xfrm>
            <a:off x="8624259" y="6030402"/>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1</a:t>
            </a:r>
            <a:endParaRPr lang="en-IN" sz="2800" b="1" dirty="0">
              <a:solidFill>
                <a:srgbClr val="002060"/>
              </a:solidFill>
            </a:endParaRPr>
          </a:p>
        </p:txBody>
      </p:sp>
      <p:sp>
        <p:nvSpPr>
          <p:cNvPr id="133" name="TextBox 132">
            <a:extLst>
              <a:ext uri="{FF2B5EF4-FFF2-40B4-BE49-F238E27FC236}">
                <a16:creationId xmlns:a16="http://schemas.microsoft.com/office/drawing/2014/main" id="{68622B1E-44A3-44A2-B1C1-8D969737DA50}"/>
              </a:ext>
            </a:extLst>
          </p:cNvPr>
          <p:cNvSpPr txBox="1"/>
          <p:nvPr/>
        </p:nvSpPr>
        <p:spPr>
          <a:xfrm>
            <a:off x="9962813" y="1358521"/>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4</a:t>
            </a:r>
            <a:endParaRPr lang="en-IN" sz="2800" b="1" dirty="0">
              <a:solidFill>
                <a:srgbClr val="002060"/>
              </a:solidFill>
            </a:endParaRPr>
          </a:p>
        </p:txBody>
      </p:sp>
      <p:sp>
        <p:nvSpPr>
          <p:cNvPr id="134" name="TextBox 133">
            <a:extLst>
              <a:ext uri="{FF2B5EF4-FFF2-40B4-BE49-F238E27FC236}">
                <a16:creationId xmlns:a16="http://schemas.microsoft.com/office/drawing/2014/main" id="{68622B1E-44A3-44A2-B1C1-8D969737DA50}"/>
              </a:ext>
            </a:extLst>
          </p:cNvPr>
          <p:cNvSpPr txBox="1"/>
          <p:nvPr/>
        </p:nvSpPr>
        <p:spPr>
          <a:xfrm>
            <a:off x="9966478" y="1877723"/>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1</a:t>
            </a:r>
            <a:endParaRPr lang="en-IN" sz="2800" b="1" dirty="0">
              <a:solidFill>
                <a:srgbClr val="002060"/>
              </a:solidFill>
            </a:endParaRPr>
          </a:p>
        </p:txBody>
      </p:sp>
      <p:sp>
        <p:nvSpPr>
          <p:cNvPr id="135" name="TextBox 134">
            <a:extLst>
              <a:ext uri="{FF2B5EF4-FFF2-40B4-BE49-F238E27FC236}">
                <a16:creationId xmlns:a16="http://schemas.microsoft.com/office/drawing/2014/main" id="{68622B1E-44A3-44A2-B1C1-8D969737DA50}"/>
              </a:ext>
            </a:extLst>
          </p:cNvPr>
          <p:cNvSpPr txBox="1"/>
          <p:nvPr/>
        </p:nvSpPr>
        <p:spPr>
          <a:xfrm>
            <a:off x="9962813" y="2394793"/>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1</a:t>
            </a:r>
            <a:endParaRPr lang="en-IN" sz="2800" b="1" dirty="0">
              <a:solidFill>
                <a:srgbClr val="002060"/>
              </a:solidFill>
            </a:endParaRPr>
          </a:p>
        </p:txBody>
      </p:sp>
      <p:sp>
        <p:nvSpPr>
          <p:cNvPr id="136" name="TextBox 135">
            <a:extLst>
              <a:ext uri="{FF2B5EF4-FFF2-40B4-BE49-F238E27FC236}">
                <a16:creationId xmlns:a16="http://schemas.microsoft.com/office/drawing/2014/main" id="{68622B1E-44A3-44A2-B1C1-8D969737DA50}"/>
              </a:ext>
            </a:extLst>
          </p:cNvPr>
          <p:cNvSpPr txBox="1"/>
          <p:nvPr/>
        </p:nvSpPr>
        <p:spPr>
          <a:xfrm>
            <a:off x="9865797" y="2919420"/>
            <a:ext cx="45461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25</a:t>
            </a:r>
            <a:endParaRPr lang="en-IN" sz="2800" b="1" dirty="0">
              <a:solidFill>
                <a:srgbClr val="002060"/>
              </a:solidFill>
            </a:endParaRPr>
          </a:p>
        </p:txBody>
      </p:sp>
      <p:sp>
        <p:nvSpPr>
          <p:cNvPr id="137" name="TextBox 136">
            <a:extLst>
              <a:ext uri="{FF2B5EF4-FFF2-40B4-BE49-F238E27FC236}">
                <a16:creationId xmlns:a16="http://schemas.microsoft.com/office/drawing/2014/main" id="{68622B1E-44A3-44A2-B1C1-8D969737DA50}"/>
              </a:ext>
            </a:extLst>
          </p:cNvPr>
          <p:cNvSpPr txBox="1"/>
          <p:nvPr/>
        </p:nvSpPr>
        <p:spPr>
          <a:xfrm>
            <a:off x="9962813" y="3438782"/>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0</a:t>
            </a:r>
            <a:endParaRPr lang="en-IN" sz="2800" b="1" dirty="0">
              <a:solidFill>
                <a:srgbClr val="002060"/>
              </a:solidFill>
            </a:endParaRPr>
          </a:p>
        </p:txBody>
      </p:sp>
      <p:sp>
        <p:nvSpPr>
          <p:cNvPr id="138" name="TextBox 137">
            <a:extLst>
              <a:ext uri="{FF2B5EF4-FFF2-40B4-BE49-F238E27FC236}">
                <a16:creationId xmlns:a16="http://schemas.microsoft.com/office/drawing/2014/main" id="{68622B1E-44A3-44A2-B1C1-8D969737DA50}"/>
              </a:ext>
            </a:extLst>
          </p:cNvPr>
          <p:cNvSpPr txBox="1"/>
          <p:nvPr/>
        </p:nvSpPr>
        <p:spPr>
          <a:xfrm>
            <a:off x="9962812" y="3947091"/>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1</a:t>
            </a:r>
            <a:endParaRPr lang="en-IN" sz="2800" b="1" dirty="0">
              <a:solidFill>
                <a:srgbClr val="002060"/>
              </a:solidFill>
            </a:endParaRPr>
          </a:p>
        </p:txBody>
      </p:sp>
      <p:sp>
        <p:nvSpPr>
          <p:cNvPr id="139" name="TextBox 138">
            <a:extLst>
              <a:ext uri="{FF2B5EF4-FFF2-40B4-BE49-F238E27FC236}">
                <a16:creationId xmlns:a16="http://schemas.microsoft.com/office/drawing/2014/main" id="{68622B1E-44A3-44A2-B1C1-8D969737DA50}"/>
              </a:ext>
            </a:extLst>
          </p:cNvPr>
          <p:cNvSpPr txBox="1"/>
          <p:nvPr/>
        </p:nvSpPr>
        <p:spPr>
          <a:xfrm>
            <a:off x="9962811" y="4478028"/>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1</a:t>
            </a:r>
            <a:endParaRPr lang="en-IN" sz="2800" b="1" dirty="0">
              <a:solidFill>
                <a:srgbClr val="002060"/>
              </a:solidFill>
            </a:endParaRPr>
          </a:p>
        </p:txBody>
      </p:sp>
      <p:sp>
        <p:nvSpPr>
          <p:cNvPr id="140" name="TextBox 139">
            <a:extLst>
              <a:ext uri="{FF2B5EF4-FFF2-40B4-BE49-F238E27FC236}">
                <a16:creationId xmlns:a16="http://schemas.microsoft.com/office/drawing/2014/main" id="{68622B1E-44A3-44A2-B1C1-8D969737DA50}"/>
              </a:ext>
            </a:extLst>
          </p:cNvPr>
          <p:cNvSpPr txBox="1"/>
          <p:nvPr/>
        </p:nvSpPr>
        <p:spPr>
          <a:xfrm>
            <a:off x="9962810" y="4984770"/>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1</a:t>
            </a:r>
            <a:endParaRPr lang="en-IN" sz="2800" b="1" dirty="0">
              <a:solidFill>
                <a:srgbClr val="002060"/>
              </a:solidFill>
            </a:endParaRPr>
          </a:p>
        </p:txBody>
      </p:sp>
      <p:sp>
        <p:nvSpPr>
          <p:cNvPr id="141" name="TextBox 140">
            <a:extLst>
              <a:ext uri="{FF2B5EF4-FFF2-40B4-BE49-F238E27FC236}">
                <a16:creationId xmlns:a16="http://schemas.microsoft.com/office/drawing/2014/main" id="{68622B1E-44A3-44A2-B1C1-8D969737DA50}"/>
              </a:ext>
            </a:extLst>
          </p:cNvPr>
          <p:cNvSpPr txBox="1"/>
          <p:nvPr/>
        </p:nvSpPr>
        <p:spPr>
          <a:xfrm>
            <a:off x="9961253" y="5501942"/>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1</a:t>
            </a:r>
            <a:endParaRPr lang="en-IN" sz="2800" b="1" dirty="0">
              <a:solidFill>
                <a:srgbClr val="002060"/>
              </a:solidFill>
            </a:endParaRPr>
          </a:p>
        </p:txBody>
      </p:sp>
      <p:sp>
        <p:nvSpPr>
          <p:cNvPr id="142" name="TextBox 141">
            <a:extLst>
              <a:ext uri="{FF2B5EF4-FFF2-40B4-BE49-F238E27FC236}">
                <a16:creationId xmlns:a16="http://schemas.microsoft.com/office/drawing/2014/main" id="{68622B1E-44A3-44A2-B1C1-8D969737DA50}"/>
              </a:ext>
            </a:extLst>
          </p:cNvPr>
          <p:cNvSpPr txBox="1"/>
          <p:nvPr/>
        </p:nvSpPr>
        <p:spPr>
          <a:xfrm>
            <a:off x="9956366" y="6031834"/>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9</a:t>
            </a:r>
            <a:endParaRPr lang="en-IN" sz="2800" b="1" dirty="0">
              <a:solidFill>
                <a:srgbClr val="002060"/>
              </a:solidFill>
            </a:endParaRPr>
          </a:p>
        </p:txBody>
      </p:sp>
      <p:sp>
        <p:nvSpPr>
          <p:cNvPr id="151" name="TextBox 150">
            <a:extLst>
              <a:ext uri="{FF2B5EF4-FFF2-40B4-BE49-F238E27FC236}">
                <a16:creationId xmlns:a16="http://schemas.microsoft.com/office/drawing/2014/main" id="{68622B1E-44A3-44A2-B1C1-8D969737DA50}"/>
              </a:ext>
            </a:extLst>
          </p:cNvPr>
          <p:cNvSpPr txBox="1"/>
          <p:nvPr/>
        </p:nvSpPr>
        <p:spPr>
          <a:xfrm>
            <a:off x="11205148" y="1366760"/>
            <a:ext cx="45461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25</a:t>
            </a:r>
            <a:endParaRPr lang="en-IN" sz="2800" b="1" dirty="0">
              <a:solidFill>
                <a:srgbClr val="002060"/>
              </a:solidFill>
            </a:endParaRPr>
          </a:p>
        </p:txBody>
      </p:sp>
      <p:sp>
        <p:nvSpPr>
          <p:cNvPr id="152" name="TextBox 151">
            <a:extLst>
              <a:ext uri="{FF2B5EF4-FFF2-40B4-BE49-F238E27FC236}">
                <a16:creationId xmlns:a16="http://schemas.microsoft.com/office/drawing/2014/main" id="{68622B1E-44A3-44A2-B1C1-8D969737DA50}"/>
              </a:ext>
            </a:extLst>
          </p:cNvPr>
          <p:cNvSpPr txBox="1"/>
          <p:nvPr/>
        </p:nvSpPr>
        <p:spPr>
          <a:xfrm>
            <a:off x="11299383" y="1885962"/>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4</a:t>
            </a:r>
            <a:endParaRPr lang="en-IN" sz="2800" b="1" dirty="0">
              <a:solidFill>
                <a:srgbClr val="002060"/>
              </a:solidFill>
            </a:endParaRPr>
          </a:p>
        </p:txBody>
      </p:sp>
      <p:sp>
        <p:nvSpPr>
          <p:cNvPr id="153" name="TextBox 152">
            <a:extLst>
              <a:ext uri="{FF2B5EF4-FFF2-40B4-BE49-F238E27FC236}">
                <a16:creationId xmlns:a16="http://schemas.microsoft.com/office/drawing/2014/main" id="{68622B1E-44A3-44A2-B1C1-8D969737DA50}"/>
              </a:ext>
            </a:extLst>
          </p:cNvPr>
          <p:cNvSpPr txBox="1"/>
          <p:nvPr/>
        </p:nvSpPr>
        <p:spPr>
          <a:xfrm>
            <a:off x="11205148" y="2403032"/>
            <a:ext cx="45461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16</a:t>
            </a:r>
            <a:endParaRPr lang="en-IN" sz="2800" b="1" dirty="0">
              <a:solidFill>
                <a:srgbClr val="002060"/>
              </a:solidFill>
            </a:endParaRPr>
          </a:p>
        </p:txBody>
      </p:sp>
      <p:sp>
        <p:nvSpPr>
          <p:cNvPr id="154" name="TextBox 153">
            <a:extLst>
              <a:ext uri="{FF2B5EF4-FFF2-40B4-BE49-F238E27FC236}">
                <a16:creationId xmlns:a16="http://schemas.microsoft.com/office/drawing/2014/main" id="{68622B1E-44A3-44A2-B1C1-8D969737DA50}"/>
              </a:ext>
            </a:extLst>
          </p:cNvPr>
          <p:cNvSpPr txBox="1"/>
          <p:nvPr/>
        </p:nvSpPr>
        <p:spPr>
          <a:xfrm>
            <a:off x="11198702" y="2916084"/>
            <a:ext cx="45461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49</a:t>
            </a:r>
            <a:endParaRPr lang="en-IN" sz="2800" b="1" dirty="0">
              <a:solidFill>
                <a:srgbClr val="002060"/>
              </a:solidFill>
            </a:endParaRPr>
          </a:p>
        </p:txBody>
      </p:sp>
      <p:sp>
        <p:nvSpPr>
          <p:cNvPr id="155" name="TextBox 154">
            <a:extLst>
              <a:ext uri="{FF2B5EF4-FFF2-40B4-BE49-F238E27FC236}">
                <a16:creationId xmlns:a16="http://schemas.microsoft.com/office/drawing/2014/main" id="{68622B1E-44A3-44A2-B1C1-8D969737DA50}"/>
              </a:ext>
            </a:extLst>
          </p:cNvPr>
          <p:cNvSpPr txBox="1"/>
          <p:nvPr/>
        </p:nvSpPr>
        <p:spPr>
          <a:xfrm>
            <a:off x="11205148" y="3435446"/>
            <a:ext cx="45461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16</a:t>
            </a:r>
            <a:endParaRPr lang="en-IN" sz="2800" b="1" dirty="0">
              <a:solidFill>
                <a:srgbClr val="002060"/>
              </a:solidFill>
            </a:endParaRPr>
          </a:p>
        </p:txBody>
      </p:sp>
      <p:sp>
        <p:nvSpPr>
          <p:cNvPr id="156" name="TextBox 155">
            <a:extLst>
              <a:ext uri="{FF2B5EF4-FFF2-40B4-BE49-F238E27FC236}">
                <a16:creationId xmlns:a16="http://schemas.microsoft.com/office/drawing/2014/main" id="{68622B1E-44A3-44A2-B1C1-8D969737DA50}"/>
              </a:ext>
            </a:extLst>
          </p:cNvPr>
          <p:cNvSpPr txBox="1"/>
          <p:nvPr/>
        </p:nvSpPr>
        <p:spPr>
          <a:xfrm>
            <a:off x="11205147" y="3955330"/>
            <a:ext cx="45461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16</a:t>
            </a:r>
            <a:endParaRPr lang="en-IN" sz="2800" b="1" dirty="0">
              <a:solidFill>
                <a:srgbClr val="002060"/>
              </a:solidFill>
            </a:endParaRPr>
          </a:p>
        </p:txBody>
      </p:sp>
      <p:sp>
        <p:nvSpPr>
          <p:cNvPr id="157" name="TextBox 156">
            <a:extLst>
              <a:ext uri="{FF2B5EF4-FFF2-40B4-BE49-F238E27FC236}">
                <a16:creationId xmlns:a16="http://schemas.microsoft.com/office/drawing/2014/main" id="{68622B1E-44A3-44A2-B1C1-8D969737DA50}"/>
              </a:ext>
            </a:extLst>
          </p:cNvPr>
          <p:cNvSpPr txBox="1"/>
          <p:nvPr/>
        </p:nvSpPr>
        <p:spPr>
          <a:xfrm>
            <a:off x="11295716" y="4486267"/>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1</a:t>
            </a:r>
            <a:endParaRPr lang="en-IN" sz="2800" b="1" dirty="0">
              <a:solidFill>
                <a:srgbClr val="002060"/>
              </a:solidFill>
            </a:endParaRPr>
          </a:p>
        </p:txBody>
      </p:sp>
      <p:sp>
        <p:nvSpPr>
          <p:cNvPr id="158" name="TextBox 157">
            <a:extLst>
              <a:ext uri="{FF2B5EF4-FFF2-40B4-BE49-F238E27FC236}">
                <a16:creationId xmlns:a16="http://schemas.microsoft.com/office/drawing/2014/main" id="{68622B1E-44A3-44A2-B1C1-8D969737DA50}"/>
              </a:ext>
            </a:extLst>
          </p:cNvPr>
          <p:cNvSpPr txBox="1"/>
          <p:nvPr/>
        </p:nvSpPr>
        <p:spPr>
          <a:xfrm>
            <a:off x="11205145" y="4981434"/>
            <a:ext cx="45461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25</a:t>
            </a:r>
            <a:endParaRPr lang="en-IN" sz="2800" b="1" dirty="0">
              <a:solidFill>
                <a:srgbClr val="002060"/>
              </a:solidFill>
            </a:endParaRPr>
          </a:p>
        </p:txBody>
      </p:sp>
      <p:sp>
        <p:nvSpPr>
          <p:cNvPr id="159" name="TextBox 158">
            <a:extLst>
              <a:ext uri="{FF2B5EF4-FFF2-40B4-BE49-F238E27FC236}">
                <a16:creationId xmlns:a16="http://schemas.microsoft.com/office/drawing/2014/main" id="{68622B1E-44A3-44A2-B1C1-8D969737DA50}"/>
              </a:ext>
            </a:extLst>
          </p:cNvPr>
          <p:cNvSpPr txBox="1"/>
          <p:nvPr/>
        </p:nvSpPr>
        <p:spPr>
          <a:xfrm>
            <a:off x="11305733" y="5510181"/>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0</a:t>
            </a:r>
            <a:endParaRPr lang="en-IN" sz="2800" b="1" dirty="0">
              <a:solidFill>
                <a:srgbClr val="002060"/>
              </a:solidFill>
            </a:endParaRPr>
          </a:p>
        </p:txBody>
      </p:sp>
      <p:sp>
        <p:nvSpPr>
          <p:cNvPr id="160" name="TextBox 159">
            <a:extLst>
              <a:ext uri="{FF2B5EF4-FFF2-40B4-BE49-F238E27FC236}">
                <a16:creationId xmlns:a16="http://schemas.microsoft.com/office/drawing/2014/main" id="{68622B1E-44A3-44A2-B1C1-8D969737DA50}"/>
              </a:ext>
            </a:extLst>
          </p:cNvPr>
          <p:cNvSpPr txBox="1"/>
          <p:nvPr/>
        </p:nvSpPr>
        <p:spPr>
          <a:xfrm>
            <a:off x="11289271" y="6028498"/>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4</a:t>
            </a:r>
            <a:endParaRPr lang="en-IN" sz="2800" b="1" dirty="0">
              <a:solidFill>
                <a:srgbClr val="002060"/>
              </a:solidFill>
            </a:endParaRPr>
          </a:p>
        </p:txBody>
      </p:sp>
      <p:sp>
        <p:nvSpPr>
          <p:cNvPr id="161" name="Rounded Rectangle 160"/>
          <p:cNvSpPr/>
          <p:nvPr/>
        </p:nvSpPr>
        <p:spPr>
          <a:xfrm>
            <a:off x="4316465" y="1380590"/>
            <a:ext cx="914400" cy="5120640"/>
          </a:xfrm>
          <a:prstGeom prst="round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Rounded Rectangle 161"/>
          <p:cNvSpPr/>
          <p:nvPr/>
        </p:nvSpPr>
        <p:spPr>
          <a:xfrm>
            <a:off x="5640068" y="1382000"/>
            <a:ext cx="914400" cy="5120640"/>
          </a:xfrm>
          <a:prstGeom prst="round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ounded Rectangle 162"/>
          <p:cNvSpPr/>
          <p:nvPr/>
        </p:nvSpPr>
        <p:spPr>
          <a:xfrm>
            <a:off x="6967177" y="1382000"/>
            <a:ext cx="914400" cy="5120640"/>
          </a:xfrm>
          <a:prstGeom prst="round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Rounded Rectangle 164"/>
          <p:cNvSpPr/>
          <p:nvPr/>
        </p:nvSpPr>
        <p:spPr>
          <a:xfrm>
            <a:off x="334219" y="1412480"/>
            <a:ext cx="2286000" cy="5120640"/>
          </a:xfrm>
          <a:prstGeom prst="round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Rounded Rectangle 165"/>
          <p:cNvSpPr/>
          <p:nvPr/>
        </p:nvSpPr>
        <p:spPr>
          <a:xfrm>
            <a:off x="1585124" y="1409899"/>
            <a:ext cx="2286000" cy="5120640"/>
          </a:xfrm>
          <a:prstGeom prst="round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Rounded Rectangle 166"/>
          <p:cNvSpPr/>
          <p:nvPr/>
        </p:nvSpPr>
        <p:spPr>
          <a:xfrm>
            <a:off x="2957953" y="1409899"/>
            <a:ext cx="914400" cy="5120640"/>
          </a:xfrm>
          <a:prstGeom prst="round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Rounded Rectangle 167"/>
          <p:cNvSpPr/>
          <p:nvPr/>
        </p:nvSpPr>
        <p:spPr>
          <a:xfrm>
            <a:off x="337720" y="1408489"/>
            <a:ext cx="914400" cy="5120640"/>
          </a:xfrm>
          <a:prstGeom prst="round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09969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6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66"/>
                                        </p:tgtEl>
                                        <p:attrNameLst>
                                          <p:attrName>style.visibility</p:attrName>
                                        </p:attrNameLst>
                                      </p:cBhvr>
                                      <p:to>
                                        <p:strVal val="visible"/>
                                      </p:to>
                                    </p:set>
                                  </p:childTnLst>
                                </p:cTn>
                              </p:par>
                              <p:par>
                                <p:cTn id="51" presetID="1" presetClass="exit" presetSubtype="0" fill="hold" grpId="1" nodeType="withEffect">
                                  <p:stCondLst>
                                    <p:cond delay="0"/>
                                  </p:stCondLst>
                                  <p:childTnLst>
                                    <p:set>
                                      <p:cBhvr>
                                        <p:cTn id="52" dur="1" fill="hold">
                                          <p:stCondLst>
                                            <p:cond delay="0"/>
                                          </p:stCondLst>
                                        </p:cTn>
                                        <p:tgtEl>
                                          <p:spTgt spid="165"/>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3"/>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04"/>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05"/>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0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107"/>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108"/>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109"/>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110"/>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111"/>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112"/>
                                        </p:tgtEl>
                                        <p:attrNameLst>
                                          <p:attrName>style.visibility</p:attrName>
                                        </p:attrNameLst>
                                      </p:cBhvr>
                                      <p:to>
                                        <p:strVal val="visible"/>
                                      </p:to>
                                    </p:set>
                                  </p:childTnLst>
                                </p:cTn>
                              </p:par>
                              <p:par>
                                <p:cTn id="93" presetID="1" presetClass="exit" presetSubtype="0" fill="hold" grpId="1" nodeType="withEffect">
                                  <p:stCondLst>
                                    <p:cond delay="0"/>
                                  </p:stCondLst>
                                  <p:childTnLst>
                                    <p:set>
                                      <p:cBhvr>
                                        <p:cTn id="94" dur="1" fill="hold">
                                          <p:stCondLst>
                                            <p:cond delay="0"/>
                                          </p:stCondLst>
                                        </p:cTn>
                                        <p:tgtEl>
                                          <p:spTgt spid="166"/>
                                        </p:tgtEl>
                                        <p:attrNameLst>
                                          <p:attrName>style.visibility</p:attrName>
                                        </p:attrNameLst>
                                      </p:cBhvr>
                                      <p:to>
                                        <p:strVal val="hidden"/>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168"/>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167"/>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113"/>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114"/>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115"/>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116"/>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117"/>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118"/>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119"/>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120"/>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121"/>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122"/>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161"/>
                                        </p:tgtEl>
                                        <p:attrNameLst>
                                          <p:attrName>style.visibility</p:attrName>
                                        </p:attrNameLst>
                                      </p:cBhvr>
                                      <p:to>
                                        <p:strVal val="visible"/>
                                      </p:to>
                                    </p:set>
                                  </p:childTnLst>
                                </p:cTn>
                              </p:par>
                              <p:par>
                                <p:cTn id="147" presetID="1" presetClass="exit" presetSubtype="0" fill="hold" grpId="1" nodeType="withEffect">
                                  <p:stCondLst>
                                    <p:cond delay="0"/>
                                  </p:stCondLst>
                                  <p:childTnLst>
                                    <p:set>
                                      <p:cBhvr>
                                        <p:cTn id="148" dur="1" fill="hold">
                                          <p:stCondLst>
                                            <p:cond delay="0"/>
                                          </p:stCondLst>
                                        </p:cTn>
                                        <p:tgtEl>
                                          <p:spTgt spid="168"/>
                                        </p:tgtEl>
                                        <p:attrNameLst>
                                          <p:attrName>style.visibility</p:attrName>
                                        </p:attrNameLst>
                                      </p:cBhvr>
                                      <p:to>
                                        <p:strVal val="hidden"/>
                                      </p:to>
                                    </p:set>
                                  </p:childTnLst>
                                </p:cTn>
                              </p:par>
                              <p:par>
                                <p:cTn id="149" presetID="1" presetClass="exit" presetSubtype="0" fill="hold" grpId="1" nodeType="withEffect">
                                  <p:stCondLst>
                                    <p:cond delay="0"/>
                                  </p:stCondLst>
                                  <p:childTnLst>
                                    <p:set>
                                      <p:cBhvr>
                                        <p:cTn id="150" dur="1" fill="hold">
                                          <p:stCondLst>
                                            <p:cond delay="0"/>
                                          </p:stCondLst>
                                        </p:cTn>
                                        <p:tgtEl>
                                          <p:spTgt spid="167"/>
                                        </p:tgtEl>
                                        <p:attrNameLst>
                                          <p:attrName>style.visibility</p:attrName>
                                        </p:attrNameLst>
                                      </p:cBhvr>
                                      <p:to>
                                        <p:strVal val="hidden"/>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grpId="0" nodeType="clickEffect">
                                  <p:stCondLst>
                                    <p:cond delay="0"/>
                                  </p:stCondLst>
                                  <p:childTnLst>
                                    <p:set>
                                      <p:cBhvr>
                                        <p:cTn id="154" dur="1" fill="hold">
                                          <p:stCondLst>
                                            <p:cond delay="0"/>
                                          </p:stCondLst>
                                        </p:cTn>
                                        <p:tgtEl>
                                          <p:spTgt spid="123"/>
                                        </p:tgtEl>
                                        <p:attrNameLst>
                                          <p:attrName>style.visibility</p:attrName>
                                        </p:attrNameLst>
                                      </p:cBhvr>
                                      <p:to>
                                        <p:strVal val="visible"/>
                                      </p:to>
                                    </p:set>
                                  </p:childTnLst>
                                </p:cTn>
                              </p:par>
                            </p:childTnLst>
                          </p:cTn>
                        </p:par>
                        <p:par>
                          <p:cTn id="155" fill="hold">
                            <p:stCondLst>
                              <p:cond delay="0"/>
                            </p:stCondLst>
                            <p:childTnLst>
                              <p:par>
                                <p:cTn id="156" presetID="1" presetClass="entr" presetSubtype="0" fill="hold" grpId="0" nodeType="afterEffect">
                                  <p:stCondLst>
                                    <p:cond delay="0"/>
                                  </p:stCondLst>
                                  <p:childTnLst>
                                    <p:set>
                                      <p:cBhvr>
                                        <p:cTn id="157" dur="1" fill="hold">
                                          <p:stCondLst>
                                            <p:cond delay="0"/>
                                          </p:stCondLst>
                                        </p:cTn>
                                        <p:tgtEl>
                                          <p:spTgt spid="124"/>
                                        </p:tgtEl>
                                        <p:attrNameLst>
                                          <p:attrName>style.visibility</p:attrName>
                                        </p:attrNameLst>
                                      </p:cBhvr>
                                      <p:to>
                                        <p:strVal val="visible"/>
                                      </p:to>
                                    </p:set>
                                  </p:childTnLst>
                                </p:cTn>
                              </p:par>
                            </p:childTnLst>
                          </p:cTn>
                        </p:par>
                        <p:par>
                          <p:cTn id="158" fill="hold">
                            <p:stCondLst>
                              <p:cond delay="0"/>
                            </p:stCondLst>
                            <p:childTnLst>
                              <p:par>
                                <p:cTn id="159" presetID="1" presetClass="entr" presetSubtype="0" fill="hold" grpId="0" nodeType="afterEffect">
                                  <p:stCondLst>
                                    <p:cond delay="0"/>
                                  </p:stCondLst>
                                  <p:childTnLst>
                                    <p:set>
                                      <p:cBhvr>
                                        <p:cTn id="160" dur="1" fill="hold">
                                          <p:stCondLst>
                                            <p:cond delay="0"/>
                                          </p:stCondLst>
                                        </p:cTn>
                                        <p:tgtEl>
                                          <p:spTgt spid="125"/>
                                        </p:tgtEl>
                                        <p:attrNameLst>
                                          <p:attrName>style.visibility</p:attrName>
                                        </p:attrNameLst>
                                      </p:cBhvr>
                                      <p:to>
                                        <p:strVal val="visible"/>
                                      </p:to>
                                    </p:set>
                                  </p:childTnLst>
                                </p:cTn>
                              </p:par>
                            </p:childTnLst>
                          </p:cTn>
                        </p:par>
                        <p:par>
                          <p:cTn id="161" fill="hold">
                            <p:stCondLst>
                              <p:cond delay="0"/>
                            </p:stCondLst>
                            <p:childTnLst>
                              <p:par>
                                <p:cTn id="162" presetID="1" presetClass="entr" presetSubtype="0" fill="hold" grpId="0" nodeType="afterEffect">
                                  <p:stCondLst>
                                    <p:cond delay="0"/>
                                  </p:stCondLst>
                                  <p:childTnLst>
                                    <p:set>
                                      <p:cBhvr>
                                        <p:cTn id="163" dur="1" fill="hold">
                                          <p:stCondLst>
                                            <p:cond delay="0"/>
                                          </p:stCondLst>
                                        </p:cTn>
                                        <p:tgtEl>
                                          <p:spTgt spid="126"/>
                                        </p:tgtEl>
                                        <p:attrNameLst>
                                          <p:attrName>style.visibility</p:attrName>
                                        </p:attrNameLst>
                                      </p:cBhvr>
                                      <p:to>
                                        <p:strVal val="visible"/>
                                      </p:to>
                                    </p:set>
                                  </p:childTnLst>
                                </p:cTn>
                              </p:par>
                            </p:childTnLst>
                          </p:cTn>
                        </p:par>
                        <p:par>
                          <p:cTn id="164" fill="hold">
                            <p:stCondLst>
                              <p:cond delay="0"/>
                            </p:stCondLst>
                            <p:childTnLst>
                              <p:par>
                                <p:cTn id="165" presetID="1" presetClass="entr" presetSubtype="0" fill="hold" grpId="0" nodeType="afterEffect">
                                  <p:stCondLst>
                                    <p:cond delay="0"/>
                                  </p:stCondLst>
                                  <p:childTnLst>
                                    <p:set>
                                      <p:cBhvr>
                                        <p:cTn id="166" dur="1" fill="hold">
                                          <p:stCondLst>
                                            <p:cond delay="0"/>
                                          </p:stCondLst>
                                        </p:cTn>
                                        <p:tgtEl>
                                          <p:spTgt spid="127"/>
                                        </p:tgtEl>
                                        <p:attrNameLst>
                                          <p:attrName>style.visibility</p:attrName>
                                        </p:attrNameLst>
                                      </p:cBhvr>
                                      <p:to>
                                        <p:strVal val="visible"/>
                                      </p:to>
                                    </p:set>
                                  </p:childTnLst>
                                </p:cTn>
                              </p:par>
                            </p:childTnLst>
                          </p:cTn>
                        </p:par>
                        <p:par>
                          <p:cTn id="167" fill="hold">
                            <p:stCondLst>
                              <p:cond delay="0"/>
                            </p:stCondLst>
                            <p:childTnLst>
                              <p:par>
                                <p:cTn id="168" presetID="1" presetClass="entr" presetSubtype="0" fill="hold" grpId="0" nodeType="afterEffect">
                                  <p:stCondLst>
                                    <p:cond delay="0"/>
                                  </p:stCondLst>
                                  <p:childTnLst>
                                    <p:set>
                                      <p:cBhvr>
                                        <p:cTn id="169" dur="1" fill="hold">
                                          <p:stCondLst>
                                            <p:cond delay="0"/>
                                          </p:stCondLst>
                                        </p:cTn>
                                        <p:tgtEl>
                                          <p:spTgt spid="128"/>
                                        </p:tgtEl>
                                        <p:attrNameLst>
                                          <p:attrName>style.visibility</p:attrName>
                                        </p:attrNameLst>
                                      </p:cBhvr>
                                      <p:to>
                                        <p:strVal val="visible"/>
                                      </p:to>
                                    </p:set>
                                  </p:childTnLst>
                                </p:cTn>
                              </p:par>
                            </p:childTnLst>
                          </p:cTn>
                        </p:par>
                        <p:par>
                          <p:cTn id="170" fill="hold">
                            <p:stCondLst>
                              <p:cond delay="0"/>
                            </p:stCondLst>
                            <p:childTnLst>
                              <p:par>
                                <p:cTn id="171" presetID="1" presetClass="entr" presetSubtype="0" fill="hold" grpId="0" nodeType="afterEffect">
                                  <p:stCondLst>
                                    <p:cond delay="0"/>
                                  </p:stCondLst>
                                  <p:childTnLst>
                                    <p:set>
                                      <p:cBhvr>
                                        <p:cTn id="172" dur="1" fill="hold">
                                          <p:stCondLst>
                                            <p:cond delay="0"/>
                                          </p:stCondLst>
                                        </p:cTn>
                                        <p:tgtEl>
                                          <p:spTgt spid="129"/>
                                        </p:tgtEl>
                                        <p:attrNameLst>
                                          <p:attrName>style.visibility</p:attrName>
                                        </p:attrNameLst>
                                      </p:cBhvr>
                                      <p:to>
                                        <p:strVal val="visible"/>
                                      </p:to>
                                    </p:set>
                                  </p:childTnLst>
                                </p:cTn>
                              </p:par>
                            </p:childTnLst>
                          </p:cTn>
                        </p:par>
                        <p:par>
                          <p:cTn id="173" fill="hold">
                            <p:stCondLst>
                              <p:cond delay="0"/>
                            </p:stCondLst>
                            <p:childTnLst>
                              <p:par>
                                <p:cTn id="174" presetID="1" presetClass="entr" presetSubtype="0" fill="hold" grpId="0" nodeType="afterEffect">
                                  <p:stCondLst>
                                    <p:cond delay="0"/>
                                  </p:stCondLst>
                                  <p:childTnLst>
                                    <p:set>
                                      <p:cBhvr>
                                        <p:cTn id="175" dur="1" fill="hold">
                                          <p:stCondLst>
                                            <p:cond delay="0"/>
                                          </p:stCondLst>
                                        </p:cTn>
                                        <p:tgtEl>
                                          <p:spTgt spid="130"/>
                                        </p:tgtEl>
                                        <p:attrNameLst>
                                          <p:attrName>style.visibility</p:attrName>
                                        </p:attrNameLst>
                                      </p:cBhvr>
                                      <p:to>
                                        <p:strVal val="visible"/>
                                      </p:to>
                                    </p:set>
                                  </p:childTnLst>
                                </p:cTn>
                              </p:par>
                            </p:childTnLst>
                          </p:cTn>
                        </p:par>
                        <p:par>
                          <p:cTn id="176" fill="hold">
                            <p:stCondLst>
                              <p:cond delay="0"/>
                            </p:stCondLst>
                            <p:childTnLst>
                              <p:par>
                                <p:cTn id="177" presetID="1" presetClass="entr" presetSubtype="0" fill="hold" grpId="0" nodeType="afterEffect">
                                  <p:stCondLst>
                                    <p:cond delay="0"/>
                                  </p:stCondLst>
                                  <p:childTnLst>
                                    <p:set>
                                      <p:cBhvr>
                                        <p:cTn id="178" dur="1" fill="hold">
                                          <p:stCondLst>
                                            <p:cond delay="0"/>
                                          </p:stCondLst>
                                        </p:cTn>
                                        <p:tgtEl>
                                          <p:spTgt spid="131"/>
                                        </p:tgtEl>
                                        <p:attrNameLst>
                                          <p:attrName>style.visibility</p:attrName>
                                        </p:attrNameLst>
                                      </p:cBhvr>
                                      <p:to>
                                        <p:strVal val="visible"/>
                                      </p:to>
                                    </p:set>
                                  </p:childTnLst>
                                </p:cTn>
                              </p:par>
                            </p:childTnLst>
                          </p:cTn>
                        </p:par>
                        <p:par>
                          <p:cTn id="179" fill="hold">
                            <p:stCondLst>
                              <p:cond delay="0"/>
                            </p:stCondLst>
                            <p:childTnLst>
                              <p:par>
                                <p:cTn id="180" presetID="1" presetClass="entr" presetSubtype="0" fill="hold" grpId="0" nodeType="afterEffect">
                                  <p:stCondLst>
                                    <p:cond delay="0"/>
                                  </p:stCondLst>
                                  <p:childTnLst>
                                    <p:set>
                                      <p:cBhvr>
                                        <p:cTn id="181" dur="1" fill="hold">
                                          <p:stCondLst>
                                            <p:cond delay="0"/>
                                          </p:stCondLst>
                                        </p:cTn>
                                        <p:tgtEl>
                                          <p:spTgt spid="132"/>
                                        </p:tgtEl>
                                        <p:attrNameLst>
                                          <p:attrName>style.visibility</p:attrName>
                                        </p:attrNameLst>
                                      </p:cBhvr>
                                      <p:to>
                                        <p:strVal val="visible"/>
                                      </p:to>
                                    </p:set>
                                  </p:childTnLst>
                                </p:cTn>
                              </p:par>
                            </p:childTnLst>
                          </p:cTn>
                        </p:par>
                      </p:childTnLst>
                    </p:cTn>
                  </p:par>
                  <p:par>
                    <p:cTn id="182" fill="hold">
                      <p:stCondLst>
                        <p:cond delay="indefinite"/>
                      </p:stCondLst>
                      <p:childTnLst>
                        <p:par>
                          <p:cTn id="183" fill="hold">
                            <p:stCondLst>
                              <p:cond delay="0"/>
                            </p:stCondLst>
                            <p:childTnLst>
                              <p:par>
                                <p:cTn id="184" presetID="1" presetClass="exit" presetSubtype="0" fill="hold" grpId="1" nodeType="clickEffect">
                                  <p:stCondLst>
                                    <p:cond delay="0"/>
                                  </p:stCondLst>
                                  <p:childTnLst>
                                    <p:set>
                                      <p:cBhvr>
                                        <p:cTn id="185" dur="1" fill="hold">
                                          <p:stCondLst>
                                            <p:cond delay="0"/>
                                          </p:stCondLst>
                                        </p:cTn>
                                        <p:tgtEl>
                                          <p:spTgt spid="161"/>
                                        </p:tgtEl>
                                        <p:attrNameLst>
                                          <p:attrName>style.visibility</p:attrName>
                                        </p:attrNameLst>
                                      </p:cBhvr>
                                      <p:to>
                                        <p:strVal val="hidden"/>
                                      </p:to>
                                    </p:set>
                                  </p:childTnLst>
                                </p:cTn>
                              </p:par>
                            </p:childTnLst>
                          </p:cTn>
                        </p:par>
                      </p:childTnLst>
                    </p:cTn>
                  </p:par>
                  <p:par>
                    <p:cTn id="186" fill="hold">
                      <p:stCondLst>
                        <p:cond delay="indefinite"/>
                      </p:stCondLst>
                      <p:childTnLst>
                        <p:par>
                          <p:cTn id="187" fill="hold">
                            <p:stCondLst>
                              <p:cond delay="0"/>
                            </p:stCondLst>
                            <p:childTnLst>
                              <p:par>
                                <p:cTn id="188" presetID="1" presetClass="entr" presetSubtype="0" fill="hold" grpId="0" nodeType="clickEffect">
                                  <p:stCondLst>
                                    <p:cond delay="0"/>
                                  </p:stCondLst>
                                  <p:childTnLst>
                                    <p:set>
                                      <p:cBhvr>
                                        <p:cTn id="189" dur="1" fill="hold">
                                          <p:stCondLst>
                                            <p:cond delay="0"/>
                                          </p:stCondLst>
                                        </p:cTn>
                                        <p:tgtEl>
                                          <p:spTgt spid="162"/>
                                        </p:tgtEl>
                                        <p:attrNameLst>
                                          <p:attrName>style.visibility</p:attrName>
                                        </p:attrNameLst>
                                      </p:cBhvr>
                                      <p:to>
                                        <p:strVal val="visible"/>
                                      </p:to>
                                    </p:set>
                                  </p:childTnLst>
                                </p:cTn>
                              </p:par>
                            </p:childTnLst>
                          </p:cTn>
                        </p:par>
                      </p:childTnLst>
                    </p:cTn>
                  </p:par>
                  <p:par>
                    <p:cTn id="190" fill="hold">
                      <p:stCondLst>
                        <p:cond delay="indefinite"/>
                      </p:stCondLst>
                      <p:childTnLst>
                        <p:par>
                          <p:cTn id="191" fill="hold">
                            <p:stCondLst>
                              <p:cond delay="0"/>
                            </p:stCondLst>
                            <p:childTnLst>
                              <p:par>
                                <p:cTn id="192" presetID="1" presetClass="entr" presetSubtype="0" fill="hold" grpId="0" nodeType="clickEffect">
                                  <p:stCondLst>
                                    <p:cond delay="0"/>
                                  </p:stCondLst>
                                  <p:childTnLst>
                                    <p:set>
                                      <p:cBhvr>
                                        <p:cTn id="193" dur="1" fill="hold">
                                          <p:stCondLst>
                                            <p:cond delay="0"/>
                                          </p:stCondLst>
                                        </p:cTn>
                                        <p:tgtEl>
                                          <p:spTgt spid="133"/>
                                        </p:tgtEl>
                                        <p:attrNameLst>
                                          <p:attrName>style.visibility</p:attrName>
                                        </p:attrNameLst>
                                      </p:cBhvr>
                                      <p:to>
                                        <p:strVal val="visible"/>
                                      </p:to>
                                    </p:set>
                                  </p:childTnLst>
                                </p:cTn>
                              </p:par>
                            </p:childTnLst>
                          </p:cTn>
                        </p:par>
                        <p:par>
                          <p:cTn id="194" fill="hold">
                            <p:stCondLst>
                              <p:cond delay="0"/>
                            </p:stCondLst>
                            <p:childTnLst>
                              <p:par>
                                <p:cTn id="195" presetID="1" presetClass="entr" presetSubtype="0" fill="hold" grpId="0" nodeType="afterEffect">
                                  <p:stCondLst>
                                    <p:cond delay="0"/>
                                  </p:stCondLst>
                                  <p:childTnLst>
                                    <p:set>
                                      <p:cBhvr>
                                        <p:cTn id="196" dur="1" fill="hold">
                                          <p:stCondLst>
                                            <p:cond delay="0"/>
                                          </p:stCondLst>
                                        </p:cTn>
                                        <p:tgtEl>
                                          <p:spTgt spid="134"/>
                                        </p:tgtEl>
                                        <p:attrNameLst>
                                          <p:attrName>style.visibility</p:attrName>
                                        </p:attrNameLst>
                                      </p:cBhvr>
                                      <p:to>
                                        <p:strVal val="visible"/>
                                      </p:to>
                                    </p:set>
                                  </p:childTnLst>
                                </p:cTn>
                              </p:par>
                            </p:childTnLst>
                          </p:cTn>
                        </p:par>
                        <p:par>
                          <p:cTn id="197" fill="hold">
                            <p:stCondLst>
                              <p:cond delay="0"/>
                            </p:stCondLst>
                            <p:childTnLst>
                              <p:par>
                                <p:cTn id="198" presetID="1" presetClass="entr" presetSubtype="0" fill="hold" grpId="0" nodeType="afterEffect">
                                  <p:stCondLst>
                                    <p:cond delay="0"/>
                                  </p:stCondLst>
                                  <p:childTnLst>
                                    <p:set>
                                      <p:cBhvr>
                                        <p:cTn id="199" dur="1" fill="hold">
                                          <p:stCondLst>
                                            <p:cond delay="0"/>
                                          </p:stCondLst>
                                        </p:cTn>
                                        <p:tgtEl>
                                          <p:spTgt spid="135"/>
                                        </p:tgtEl>
                                        <p:attrNameLst>
                                          <p:attrName>style.visibility</p:attrName>
                                        </p:attrNameLst>
                                      </p:cBhvr>
                                      <p:to>
                                        <p:strVal val="visible"/>
                                      </p:to>
                                    </p:set>
                                  </p:childTnLst>
                                </p:cTn>
                              </p:par>
                            </p:childTnLst>
                          </p:cTn>
                        </p:par>
                        <p:par>
                          <p:cTn id="200" fill="hold">
                            <p:stCondLst>
                              <p:cond delay="0"/>
                            </p:stCondLst>
                            <p:childTnLst>
                              <p:par>
                                <p:cTn id="201" presetID="1" presetClass="entr" presetSubtype="0" fill="hold" grpId="0" nodeType="afterEffect">
                                  <p:stCondLst>
                                    <p:cond delay="0"/>
                                  </p:stCondLst>
                                  <p:childTnLst>
                                    <p:set>
                                      <p:cBhvr>
                                        <p:cTn id="202" dur="1" fill="hold">
                                          <p:stCondLst>
                                            <p:cond delay="0"/>
                                          </p:stCondLst>
                                        </p:cTn>
                                        <p:tgtEl>
                                          <p:spTgt spid="136"/>
                                        </p:tgtEl>
                                        <p:attrNameLst>
                                          <p:attrName>style.visibility</p:attrName>
                                        </p:attrNameLst>
                                      </p:cBhvr>
                                      <p:to>
                                        <p:strVal val="visible"/>
                                      </p:to>
                                    </p:set>
                                  </p:childTnLst>
                                </p:cTn>
                              </p:par>
                            </p:childTnLst>
                          </p:cTn>
                        </p:par>
                        <p:par>
                          <p:cTn id="203" fill="hold">
                            <p:stCondLst>
                              <p:cond delay="0"/>
                            </p:stCondLst>
                            <p:childTnLst>
                              <p:par>
                                <p:cTn id="204" presetID="1" presetClass="entr" presetSubtype="0" fill="hold" grpId="0" nodeType="afterEffect">
                                  <p:stCondLst>
                                    <p:cond delay="0"/>
                                  </p:stCondLst>
                                  <p:childTnLst>
                                    <p:set>
                                      <p:cBhvr>
                                        <p:cTn id="205" dur="1" fill="hold">
                                          <p:stCondLst>
                                            <p:cond delay="0"/>
                                          </p:stCondLst>
                                        </p:cTn>
                                        <p:tgtEl>
                                          <p:spTgt spid="137"/>
                                        </p:tgtEl>
                                        <p:attrNameLst>
                                          <p:attrName>style.visibility</p:attrName>
                                        </p:attrNameLst>
                                      </p:cBhvr>
                                      <p:to>
                                        <p:strVal val="visible"/>
                                      </p:to>
                                    </p:set>
                                  </p:childTnLst>
                                </p:cTn>
                              </p:par>
                            </p:childTnLst>
                          </p:cTn>
                        </p:par>
                        <p:par>
                          <p:cTn id="206" fill="hold">
                            <p:stCondLst>
                              <p:cond delay="0"/>
                            </p:stCondLst>
                            <p:childTnLst>
                              <p:par>
                                <p:cTn id="207" presetID="1" presetClass="entr" presetSubtype="0" fill="hold" grpId="0" nodeType="afterEffect">
                                  <p:stCondLst>
                                    <p:cond delay="0"/>
                                  </p:stCondLst>
                                  <p:childTnLst>
                                    <p:set>
                                      <p:cBhvr>
                                        <p:cTn id="208" dur="1" fill="hold">
                                          <p:stCondLst>
                                            <p:cond delay="0"/>
                                          </p:stCondLst>
                                        </p:cTn>
                                        <p:tgtEl>
                                          <p:spTgt spid="138"/>
                                        </p:tgtEl>
                                        <p:attrNameLst>
                                          <p:attrName>style.visibility</p:attrName>
                                        </p:attrNameLst>
                                      </p:cBhvr>
                                      <p:to>
                                        <p:strVal val="visible"/>
                                      </p:to>
                                    </p:set>
                                  </p:childTnLst>
                                </p:cTn>
                              </p:par>
                            </p:childTnLst>
                          </p:cTn>
                        </p:par>
                        <p:par>
                          <p:cTn id="209" fill="hold">
                            <p:stCondLst>
                              <p:cond delay="0"/>
                            </p:stCondLst>
                            <p:childTnLst>
                              <p:par>
                                <p:cTn id="210" presetID="1" presetClass="entr" presetSubtype="0" fill="hold" grpId="0" nodeType="afterEffect">
                                  <p:stCondLst>
                                    <p:cond delay="0"/>
                                  </p:stCondLst>
                                  <p:childTnLst>
                                    <p:set>
                                      <p:cBhvr>
                                        <p:cTn id="211" dur="1" fill="hold">
                                          <p:stCondLst>
                                            <p:cond delay="0"/>
                                          </p:stCondLst>
                                        </p:cTn>
                                        <p:tgtEl>
                                          <p:spTgt spid="139"/>
                                        </p:tgtEl>
                                        <p:attrNameLst>
                                          <p:attrName>style.visibility</p:attrName>
                                        </p:attrNameLst>
                                      </p:cBhvr>
                                      <p:to>
                                        <p:strVal val="visible"/>
                                      </p:to>
                                    </p:set>
                                  </p:childTnLst>
                                </p:cTn>
                              </p:par>
                            </p:childTnLst>
                          </p:cTn>
                        </p:par>
                        <p:par>
                          <p:cTn id="212" fill="hold">
                            <p:stCondLst>
                              <p:cond delay="0"/>
                            </p:stCondLst>
                            <p:childTnLst>
                              <p:par>
                                <p:cTn id="213" presetID="1" presetClass="entr" presetSubtype="0" fill="hold" grpId="0" nodeType="afterEffect">
                                  <p:stCondLst>
                                    <p:cond delay="0"/>
                                  </p:stCondLst>
                                  <p:childTnLst>
                                    <p:set>
                                      <p:cBhvr>
                                        <p:cTn id="214" dur="1" fill="hold">
                                          <p:stCondLst>
                                            <p:cond delay="0"/>
                                          </p:stCondLst>
                                        </p:cTn>
                                        <p:tgtEl>
                                          <p:spTgt spid="140"/>
                                        </p:tgtEl>
                                        <p:attrNameLst>
                                          <p:attrName>style.visibility</p:attrName>
                                        </p:attrNameLst>
                                      </p:cBhvr>
                                      <p:to>
                                        <p:strVal val="visible"/>
                                      </p:to>
                                    </p:set>
                                  </p:childTnLst>
                                </p:cTn>
                              </p:par>
                            </p:childTnLst>
                          </p:cTn>
                        </p:par>
                        <p:par>
                          <p:cTn id="215" fill="hold">
                            <p:stCondLst>
                              <p:cond delay="0"/>
                            </p:stCondLst>
                            <p:childTnLst>
                              <p:par>
                                <p:cTn id="216" presetID="1" presetClass="entr" presetSubtype="0" fill="hold" grpId="0" nodeType="afterEffect">
                                  <p:stCondLst>
                                    <p:cond delay="0"/>
                                  </p:stCondLst>
                                  <p:childTnLst>
                                    <p:set>
                                      <p:cBhvr>
                                        <p:cTn id="217" dur="1" fill="hold">
                                          <p:stCondLst>
                                            <p:cond delay="0"/>
                                          </p:stCondLst>
                                        </p:cTn>
                                        <p:tgtEl>
                                          <p:spTgt spid="141"/>
                                        </p:tgtEl>
                                        <p:attrNameLst>
                                          <p:attrName>style.visibility</p:attrName>
                                        </p:attrNameLst>
                                      </p:cBhvr>
                                      <p:to>
                                        <p:strVal val="visible"/>
                                      </p:to>
                                    </p:set>
                                  </p:childTnLst>
                                </p:cTn>
                              </p:par>
                            </p:childTnLst>
                          </p:cTn>
                        </p:par>
                        <p:par>
                          <p:cTn id="218" fill="hold">
                            <p:stCondLst>
                              <p:cond delay="0"/>
                            </p:stCondLst>
                            <p:childTnLst>
                              <p:par>
                                <p:cTn id="219" presetID="1" presetClass="entr" presetSubtype="0" fill="hold" grpId="0" nodeType="afterEffect">
                                  <p:stCondLst>
                                    <p:cond delay="0"/>
                                  </p:stCondLst>
                                  <p:childTnLst>
                                    <p:set>
                                      <p:cBhvr>
                                        <p:cTn id="220" dur="1" fill="hold">
                                          <p:stCondLst>
                                            <p:cond delay="0"/>
                                          </p:stCondLst>
                                        </p:cTn>
                                        <p:tgtEl>
                                          <p:spTgt spid="142"/>
                                        </p:tgtEl>
                                        <p:attrNameLst>
                                          <p:attrName>style.visibility</p:attrName>
                                        </p:attrNameLst>
                                      </p:cBhvr>
                                      <p:to>
                                        <p:strVal val="visible"/>
                                      </p:to>
                                    </p:set>
                                  </p:childTnLst>
                                </p:cTn>
                              </p:par>
                            </p:childTnLst>
                          </p:cTn>
                        </p:par>
                      </p:childTnLst>
                    </p:cTn>
                  </p:par>
                  <p:par>
                    <p:cTn id="221" fill="hold">
                      <p:stCondLst>
                        <p:cond delay="indefinite"/>
                      </p:stCondLst>
                      <p:childTnLst>
                        <p:par>
                          <p:cTn id="222" fill="hold">
                            <p:stCondLst>
                              <p:cond delay="0"/>
                            </p:stCondLst>
                            <p:childTnLst>
                              <p:par>
                                <p:cTn id="223" presetID="1" presetClass="entr" presetSubtype="0" fill="hold" grpId="0" nodeType="clickEffect">
                                  <p:stCondLst>
                                    <p:cond delay="0"/>
                                  </p:stCondLst>
                                  <p:childTnLst>
                                    <p:set>
                                      <p:cBhvr>
                                        <p:cTn id="224" dur="1" fill="hold">
                                          <p:stCondLst>
                                            <p:cond delay="0"/>
                                          </p:stCondLst>
                                        </p:cTn>
                                        <p:tgtEl>
                                          <p:spTgt spid="163"/>
                                        </p:tgtEl>
                                        <p:attrNameLst>
                                          <p:attrName>style.visibility</p:attrName>
                                        </p:attrNameLst>
                                      </p:cBhvr>
                                      <p:to>
                                        <p:strVal val="visible"/>
                                      </p:to>
                                    </p:set>
                                  </p:childTnLst>
                                </p:cTn>
                              </p:par>
                              <p:par>
                                <p:cTn id="225" presetID="1" presetClass="exit" presetSubtype="0" fill="hold" grpId="1" nodeType="withEffect">
                                  <p:stCondLst>
                                    <p:cond delay="0"/>
                                  </p:stCondLst>
                                  <p:childTnLst>
                                    <p:set>
                                      <p:cBhvr>
                                        <p:cTn id="226" dur="1" fill="hold">
                                          <p:stCondLst>
                                            <p:cond delay="0"/>
                                          </p:stCondLst>
                                        </p:cTn>
                                        <p:tgtEl>
                                          <p:spTgt spid="162"/>
                                        </p:tgtEl>
                                        <p:attrNameLst>
                                          <p:attrName>style.visibility</p:attrName>
                                        </p:attrNameLst>
                                      </p:cBhvr>
                                      <p:to>
                                        <p:strVal val="hidden"/>
                                      </p:to>
                                    </p:set>
                                  </p:childTnLst>
                                </p:cTn>
                              </p:par>
                            </p:childTnLst>
                          </p:cTn>
                        </p:par>
                      </p:childTnLst>
                    </p:cTn>
                  </p:par>
                  <p:par>
                    <p:cTn id="227" fill="hold">
                      <p:stCondLst>
                        <p:cond delay="indefinite"/>
                      </p:stCondLst>
                      <p:childTnLst>
                        <p:par>
                          <p:cTn id="228" fill="hold">
                            <p:stCondLst>
                              <p:cond delay="0"/>
                            </p:stCondLst>
                            <p:childTnLst>
                              <p:par>
                                <p:cTn id="229" presetID="1" presetClass="entr" presetSubtype="0" fill="hold" grpId="0" nodeType="clickEffect">
                                  <p:stCondLst>
                                    <p:cond delay="0"/>
                                  </p:stCondLst>
                                  <p:childTnLst>
                                    <p:set>
                                      <p:cBhvr>
                                        <p:cTn id="230" dur="1" fill="hold">
                                          <p:stCondLst>
                                            <p:cond delay="0"/>
                                          </p:stCondLst>
                                        </p:cTn>
                                        <p:tgtEl>
                                          <p:spTgt spid="151"/>
                                        </p:tgtEl>
                                        <p:attrNameLst>
                                          <p:attrName>style.visibility</p:attrName>
                                        </p:attrNameLst>
                                      </p:cBhvr>
                                      <p:to>
                                        <p:strVal val="visible"/>
                                      </p:to>
                                    </p:set>
                                  </p:childTnLst>
                                </p:cTn>
                              </p:par>
                            </p:childTnLst>
                          </p:cTn>
                        </p:par>
                        <p:par>
                          <p:cTn id="231" fill="hold">
                            <p:stCondLst>
                              <p:cond delay="0"/>
                            </p:stCondLst>
                            <p:childTnLst>
                              <p:par>
                                <p:cTn id="232" presetID="1" presetClass="entr" presetSubtype="0" fill="hold" grpId="0" nodeType="afterEffect">
                                  <p:stCondLst>
                                    <p:cond delay="0"/>
                                  </p:stCondLst>
                                  <p:childTnLst>
                                    <p:set>
                                      <p:cBhvr>
                                        <p:cTn id="233" dur="1" fill="hold">
                                          <p:stCondLst>
                                            <p:cond delay="0"/>
                                          </p:stCondLst>
                                        </p:cTn>
                                        <p:tgtEl>
                                          <p:spTgt spid="152"/>
                                        </p:tgtEl>
                                        <p:attrNameLst>
                                          <p:attrName>style.visibility</p:attrName>
                                        </p:attrNameLst>
                                      </p:cBhvr>
                                      <p:to>
                                        <p:strVal val="visible"/>
                                      </p:to>
                                    </p:set>
                                  </p:childTnLst>
                                </p:cTn>
                              </p:par>
                            </p:childTnLst>
                          </p:cTn>
                        </p:par>
                        <p:par>
                          <p:cTn id="234" fill="hold">
                            <p:stCondLst>
                              <p:cond delay="0"/>
                            </p:stCondLst>
                            <p:childTnLst>
                              <p:par>
                                <p:cTn id="235" presetID="1" presetClass="entr" presetSubtype="0" fill="hold" grpId="0" nodeType="afterEffect">
                                  <p:stCondLst>
                                    <p:cond delay="0"/>
                                  </p:stCondLst>
                                  <p:childTnLst>
                                    <p:set>
                                      <p:cBhvr>
                                        <p:cTn id="236" dur="1" fill="hold">
                                          <p:stCondLst>
                                            <p:cond delay="0"/>
                                          </p:stCondLst>
                                        </p:cTn>
                                        <p:tgtEl>
                                          <p:spTgt spid="153"/>
                                        </p:tgtEl>
                                        <p:attrNameLst>
                                          <p:attrName>style.visibility</p:attrName>
                                        </p:attrNameLst>
                                      </p:cBhvr>
                                      <p:to>
                                        <p:strVal val="visible"/>
                                      </p:to>
                                    </p:set>
                                  </p:childTnLst>
                                </p:cTn>
                              </p:par>
                            </p:childTnLst>
                          </p:cTn>
                        </p:par>
                        <p:par>
                          <p:cTn id="237" fill="hold">
                            <p:stCondLst>
                              <p:cond delay="0"/>
                            </p:stCondLst>
                            <p:childTnLst>
                              <p:par>
                                <p:cTn id="238" presetID="1" presetClass="entr" presetSubtype="0" fill="hold" grpId="0" nodeType="afterEffect">
                                  <p:stCondLst>
                                    <p:cond delay="0"/>
                                  </p:stCondLst>
                                  <p:childTnLst>
                                    <p:set>
                                      <p:cBhvr>
                                        <p:cTn id="239" dur="1" fill="hold">
                                          <p:stCondLst>
                                            <p:cond delay="0"/>
                                          </p:stCondLst>
                                        </p:cTn>
                                        <p:tgtEl>
                                          <p:spTgt spid="154"/>
                                        </p:tgtEl>
                                        <p:attrNameLst>
                                          <p:attrName>style.visibility</p:attrName>
                                        </p:attrNameLst>
                                      </p:cBhvr>
                                      <p:to>
                                        <p:strVal val="visible"/>
                                      </p:to>
                                    </p:set>
                                  </p:childTnLst>
                                </p:cTn>
                              </p:par>
                            </p:childTnLst>
                          </p:cTn>
                        </p:par>
                        <p:par>
                          <p:cTn id="240" fill="hold">
                            <p:stCondLst>
                              <p:cond delay="0"/>
                            </p:stCondLst>
                            <p:childTnLst>
                              <p:par>
                                <p:cTn id="241" presetID="1" presetClass="entr" presetSubtype="0" fill="hold" grpId="0" nodeType="afterEffect">
                                  <p:stCondLst>
                                    <p:cond delay="0"/>
                                  </p:stCondLst>
                                  <p:childTnLst>
                                    <p:set>
                                      <p:cBhvr>
                                        <p:cTn id="242" dur="1" fill="hold">
                                          <p:stCondLst>
                                            <p:cond delay="0"/>
                                          </p:stCondLst>
                                        </p:cTn>
                                        <p:tgtEl>
                                          <p:spTgt spid="155"/>
                                        </p:tgtEl>
                                        <p:attrNameLst>
                                          <p:attrName>style.visibility</p:attrName>
                                        </p:attrNameLst>
                                      </p:cBhvr>
                                      <p:to>
                                        <p:strVal val="visible"/>
                                      </p:to>
                                    </p:set>
                                  </p:childTnLst>
                                </p:cTn>
                              </p:par>
                            </p:childTnLst>
                          </p:cTn>
                        </p:par>
                        <p:par>
                          <p:cTn id="243" fill="hold">
                            <p:stCondLst>
                              <p:cond delay="0"/>
                            </p:stCondLst>
                            <p:childTnLst>
                              <p:par>
                                <p:cTn id="244" presetID="1" presetClass="entr" presetSubtype="0" fill="hold" grpId="0" nodeType="afterEffect">
                                  <p:stCondLst>
                                    <p:cond delay="0"/>
                                  </p:stCondLst>
                                  <p:childTnLst>
                                    <p:set>
                                      <p:cBhvr>
                                        <p:cTn id="245" dur="1" fill="hold">
                                          <p:stCondLst>
                                            <p:cond delay="0"/>
                                          </p:stCondLst>
                                        </p:cTn>
                                        <p:tgtEl>
                                          <p:spTgt spid="156"/>
                                        </p:tgtEl>
                                        <p:attrNameLst>
                                          <p:attrName>style.visibility</p:attrName>
                                        </p:attrNameLst>
                                      </p:cBhvr>
                                      <p:to>
                                        <p:strVal val="visible"/>
                                      </p:to>
                                    </p:set>
                                  </p:childTnLst>
                                </p:cTn>
                              </p:par>
                            </p:childTnLst>
                          </p:cTn>
                        </p:par>
                        <p:par>
                          <p:cTn id="246" fill="hold">
                            <p:stCondLst>
                              <p:cond delay="0"/>
                            </p:stCondLst>
                            <p:childTnLst>
                              <p:par>
                                <p:cTn id="247" presetID="1" presetClass="entr" presetSubtype="0" fill="hold" grpId="0" nodeType="afterEffect">
                                  <p:stCondLst>
                                    <p:cond delay="0"/>
                                  </p:stCondLst>
                                  <p:childTnLst>
                                    <p:set>
                                      <p:cBhvr>
                                        <p:cTn id="248" dur="1" fill="hold">
                                          <p:stCondLst>
                                            <p:cond delay="0"/>
                                          </p:stCondLst>
                                        </p:cTn>
                                        <p:tgtEl>
                                          <p:spTgt spid="157"/>
                                        </p:tgtEl>
                                        <p:attrNameLst>
                                          <p:attrName>style.visibility</p:attrName>
                                        </p:attrNameLst>
                                      </p:cBhvr>
                                      <p:to>
                                        <p:strVal val="visible"/>
                                      </p:to>
                                    </p:set>
                                  </p:childTnLst>
                                </p:cTn>
                              </p:par>
                            </p:childTnLst>
                          </p:cTn>
                        </p:par>
                        <p:par>
                          <p:cTn id="249" fill="hold">
                            <p:stCondLst>
                              <p:cond delay="0"/>
                            </p:stCondLst>
                            <p:childTnLst>
                              <p:par>
                                <p:cTn id="250" presetID="1" presetClass="entr" presetSubtype="0" fill="hold" grpId="0" nodeType="afterEffect">
                                  <p:stCondLst>
                                    <p:cond delay="0"/>
                                  </p:stCondLst>
                                  <p:childTnLst>
                                    <p:set>
                                      <p:cBhvr>
                                        <p:cTn id="251" dur="1" fill="hold">
                                          <p:stCondLst>
                                            <p:cond delay="0"/>
                                          </p:stCondLst>
                                        </p:cTn>
                                        <p:tgtEl>
                                          <p:spTgt spid="158"/>
                                        </p:tgtEl>
                                        <p:attrNameLst>
                                          <p:attrName>style.visibility</p:attrName>
                                        </p:attrNameLst>
                                      </p:cBhvr>
                                      <p:to>
                                        <p:strVal val="visible"/>
                                      </p:to>
                                    </p:set>
                                  </p:childTnLst>
                                </p:cTn>
                              </p:par>
                            </p:childTnLst>
                          </p:cTn>
                        </p:par>
                        <p:par>
                          <p:cTn id="252" fill="hold">
                            <p:stCondLst>
                              <p:cond delay="0"/>
                            </p:stCondLst>
                            <p:childTnLst>
                              <p:par>
                                <p:cTn id="253" presetID="1" presetClass="entr" presetSubtype="0" fill="hold" grpId="0" nodeType="afterEffect">
                                  <p:stCondLst>
                                    <p:cond delay="0"/>
                                  </p:stCondLst>
                                  <p:childTnLst>
                                    <p:set>
                                      <p:cBhvr>
                                        <p:cTn id="254" dur="1" fill="hold">
                                          <p:stCondLst>
                                            <p:cond delay="0"/>
                                          </p:stCondLst>
                                        </p:cTn>
                                        <p:tgtEl>
                                          <p:spTgt spid="159"/>
                                        </p:tgtEl>
                                        <p:attrNameLst>
                                          <p:attrName>style.visibility</p:attrName>
                                        </p:attrNameLst>
                                      </p:cBhvr>
                                      <p:to>
                                        <p:strVal val="visible"/>
                                      </p:to>
                                    </p:set>
                                  </p:childTnLst>
                                </p:cTn>
                              </p:par>
                            </p:childTnLst>
                          </p:cTn>
                        </p:par>
                        <p:par>
                          <p:cTn id="255" fill="hold">
                            <p:stCondLst>
                              <p:cond delay="0"/>
                            </p:stCondLst>
                            <p:childTnLst>
                              <p:par>
                                <p:cTn id="256" presetID="1" presetClass="entr" presetSubtype="0" fill="hold" grpId="0" nodeType="afterEffect">
                                  <p:stCondLst>
                                    <p:cond delay="0"/>
                                  </p:stCondLst>
                                  <p:childTnLst>
                                    <p:set>
                                      <p:cBhvr>
                                        <p:cTn id="257" dur="1" fill="hold">
                                          <p:stCondLst>
                                            <p:cond delay="0"/>
                                          </p:stCondLst>
                                        </p:cTn>
                                        <p:tgtEl>
                                          <p:spTgt spid="1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4" grpId="0"/>
      <p:bldP spid="16" grpId="0"/>
      <p:bldP spid="18" grpId="0"/>
      <p:bldP spid="21" grpId="0"/>
      <p:bldP spid="23" grpId="0"/>
      <p:bldP spid="54" grpId="0"/>
      <p:bldP spid="56" grpId="0"/>
      <p:bldP spid="58" grpId="0"/>
      <p:bldP spid="64" grpId="0"/>
      <p:bldP spid="103" grpId="0"/>
      <p:bldP spid="104" grpId="0"/>
      <p:bldP spid="105" grpId="0"/>
      <p:bldP spid="106" grpId="0"/>
      <p:bldP spid="107" grpId="0"/>
      <p:bldP spid="108" grpId="0"/>
      <p:bldP spid="109" grpId="0"/>
      <p:bldP spid="110" grpId="0"/>
      <p:bldP spid="111" grpId="0"/>
      <p:bldP spid="112" grpId="0"/>
      <p:bldP spid="113" grpId="0"/>
      <p:bldP spid="114" grpId="0"/>
      <p:bldP spid="115" grpId="0"/>
      <p:bldP spid="116" grpId="0"/>
      <p:bldP spid="117" grpId="0"/>
      <p:bldP spid="118" grpId="0"/>
      <p:bldP spid="119" grpId="0"/>
      <p:bldP spid="120" grpId="0"/>
      <p:bldP spid="121" grpId="0"/>
      <p:bldP spid="122" grpId="0"/>
      <p:bldP spid="123" grpId="0"/>
      <p:bldP spid="124" grpId="0"/>
      <p:bldP spid="125" grpId="0"/>
      <p:bldP spid="126" grpId="0"/>
      <p:bldP spid="127" grpId="0"/>
      <p:bldP spid="128" grpId="0"/>
      <p:bldP spid="129" grpId="0"/>
      <p:bldP spid="130" grpId="0"/>
      <p:bldP spid="131" grpId="0"/>
      <p:bldP spid="132" grpId="0"/>
      <p:bldP spid="133" grpId="0"/>
      <p:bldP spid="134" grpId="0"/>
      <p:bldP spid="135" grpId="0"/>
      <p:bldP spid="136" grpId="0"/>
      <p:bldP spid="137" grpId="0"/>
      <p:bldP spid="138" grpId="0"/>
      <p:bldP spid="139" grpId="0"/>
      <p:bldP spid="140" grpId="0"/>
      <p:bldP spid="141" grpId="0"/>
      <p:bldP spid="142" grpId="0"/>
      <p:bldP spid="151" grpId="0"/>
      <p:bldP spid="152" grpId="0"/>
      <p:bldP spid="153" grpId="0"/>
      <p:bldP spid="154" grpId="0"/>
      <p:bldP spid="155" grpId="0"/>
      <p:bldP spid="156" grpId="0"/>
      <p:bldP spid="157" grpId="0"/>
      <p:bldP spid="158" grpId="0"/>
      <p:bldP spid="159" grpId="0"/>
      <p:bldP spid="160" grpId="0"/>
      <p:bldP spid="161" grpId="0" animBg="1"/>
      <p:bldP spid="161" grpId="1" animBg="1"/>
      <p:bldP spid="162" grpId="0" animBg="1"/>
      <p:bldP spid="162" grpId="1" animBg="1"/>
      <p:bldP spid="163" grpId="0" animBg="1"/>
      <p:bldP spid="165" grpId="0" animBg="1"/>
      <p:bldP spid="165" grpId="1" animBg="1"/>
      <p:bldP spid="166" grpId="0" animBg="1"/>
      <p:bldP spid="166" grpId="1" animBg="1"/>
      <p:bldP spid="167" grpId="0" animBg="1"/>
      <p:bldP spid="167" grpId="1" animBg="1"/>
      <p:bldP spid="168" grpId="0" animBg="1"/>
      <p:bldP spid="168" grpId="1"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2 ⇝ Example 2(</a:t>
            </a:r>
            <a:r>
              <a:rPr lang="en-GB" dirty="0">
                <a:solidFill>
                  <a:srgbClr val="FF0000"/>
                </a:solidFill>
              </a:rPr>
              <a:t>Continue</a:t>
            </a:r>
            <a:r>
              <a:rPr lang="en-GB" dirty="0"/>
              <a:t>)</a:t>
            </a:r>
            <a:endParaRPr lang="en-US" dirty="0"/>
          </a:p>
        </p:txBody>
      </p:sp>
      <mc:AlternateContent xmlns:mc="http://schemas.openxmlformats.org/markup-compatibility/2006" xmlns:a14="http://schemas.microsoft.com/office/drawing/2010/main">
        <mc:Choice Requires="a14">
          <p:graphicFrame>
            <p:nvGraphicFramePr>
              <p:cNvPr id="6" name="Table 5"/>
              <p:cNvGraphicFramePr>
                <a:graphicFrameLocks noGrp="1"/>
              </p:cNvGraphicFramePr>
              <p:nvPr/>
            </p:nvGraphicFramePr>
            <p:xfrm>
              <a:off x="99028" y="818368"/>
              <a:ext cx="4876800" cy="5729478"/>
            </p:xfrm>
            <a:graphic>
              <a:graphicData uri="http://schemas.openxmlformats.org/drawingml/2006/table">
                <a:tbl>
                  <a:tblPr firstRow="1" bandRow="1">
                    <a:tableStyleId>{93296810-A885-4BE3-A3E7-6D5BEEA58F35}</a:tableStyleId>
                  </a:tblPr>
                  <a:tblGrid>
                    <a:gridCol w="1625600">
                      <a:extLst>
                        <a:ext uri="{9D8B030D-6E8A-4147-A177-3AD203B41FA5}">
                          <a16:colId xmlns:a16="http://schemas.microsoft.com/office/drawing/2014/main" val="20000"/>
                        </a:ext>
                      </a:extLst>
                    </a:gridCol>
                    <a:gridCol w="1625600">
                      <a:extLst>
                        <a:ext uri="{9D8B030D-6E8A-4147-A177-3AD203B41FA5}">
                          <a16:colId xmlns:a16="http://schemas.microsoft.com/office/drawing/2014/main" val="20001"/>
                        </a:ext>
                      </a:extLst>
                    </a:gridCol>
                    <a:gridCol w="1625600">
                      <a:extLst>
                        <a:ext uri="{9D8B030D-6E8A-4147-A177-3AD203B41FA5}">
                          <a16:colId xmlns:a16="http://schemas.microsoft.com/office/drawing/2014/main" val="20002"/>
                        </a:ext>
                      </a:extLst>
                    </a:gridCol>
                  </a:tblGrid>
                  <a:tr h="502920">
                    <a:tc>
                      <a:txBody>
                        <a:bodyPr/>
                        <a:lstStyle/>
                        <a:p>
                          <a:pPr algn="ctr"/>
                          <a14:m>
                            <m:oMathPara xmlns:m="http://schemas.openxmlformats.org/officeDocument/2006/math">
                              <m:oMathParaPr>
                                <m:jc m:val="centerGroup"/>
                              </m:oMathParaPr>
                              <m:oMath xmlns:m="http://schemas.openxmlformats.org/officeDocument/2006/math">
                                <m:sSubSup>
                                  <m:sSubSupPr>
                                    <m:ctrlPr>
                                      <a:rPr lang="en-US" sz="2800" b="1" i="1" dirty="0" smtClean="0">
                                        <a:solidFill>
                                          <a:schemeClr val="bg1"/>
                                        </a:solidFill>
                                        <a:latin typeface="Cambria Math" panose="02040503050406030204" pitchFamily="18" charset="0"/>
                                      </a:rPr>
                                    </m:ctrlPr>
                                  </m:sSubSupPr>
                                  <m:e>
                                    <m:r>
                                      <a:rPr lang="en-US" sz="2800" b="1" i="0" dirty="0" smtClean="0">
                                        <a:solidFill>
                                          <a:schemeClr val="bg1"/>
                                        </a:solidFill>
                                        <a:latin typeface="Cambria Math" panose="02040503050406030204" pitchFamily="18" charset="0"/>
                                      </a:rPr>
                                      <m:t>𝐝</m:t>
                                    </m:r>
                                  </m:e>
                                  <m:sub>
                                    <m:r>
                                      <a:rPr lang="en-US" sz="2800" b="1" i="0" dirty="0" smtClean="0">
                                        <a:solidFill>
                                          <a:schemeClr val="bg1"/>
                                        </a:solidFill>
                                        <a:latin typeface="Cambria Math" panose="02040503050406030204" pitchFamily="18" charset="0"/>
                                      </a:rPr>
                                      <m:t>𝟏𝟐</m:t>
                                    </m:r>
                                  </m:sub>
                                  <m:sup>
                                    <m:r>
                                      <a:rPr lang="en-US" sz="2800" b="1" i="0" dirty="0" smtClean="0">
                                        <a:solidFill>
                                          <a:schemeClr val="bg1"/>
                                        </a:solidFill>
                                        <a:latin typeface="Cambria Math" panose="02040503050406030204" pitchFamily="18" charset="0"/>
                                      </a:rPr>
                                      <m:t>      </m:t>
                                    </m:r>
                                    <m:r>
                                      <a:rPr lang="en-US" sz="2800" b="1" i="0" dirty="0" smtClean="0">
                                        <a:solidFill>
                                          <a:schemeClr val="bg1"/>
                                        </a:solidFill>
                                        <a:latin typeface="Cambria Math" panose="02040503050406030204" pitchFamily="18" charset="0"/>
                                      </a:rPr>
                                      <m:t>𝟐</m:t>
                                    </m:r>
                                  </m:sup>
                                </m:sSubSup>
                              </m:oMath>
                            </m:oMathPara>
                          </a14:m>
                          <a:endParaRPr lang="en-US" sz="2800" b="1" dirty="0">
                            <a:solidFill>
                              <a:schemeClr val="bg1"/>
                            </a:solidFill>
                          </a:endParaRPr>
                        </a:p>
                      </a:txBody>
                      <a:tcPr anchor="ctr"/>
                    </a:tc>
                    <a:tc>
                      <a:txBody>
                        <a:bodyPr/>
                        <a:lstStyle/>
                        <a:p>
                          <a:pPr algn="ctr"/>
                          <a14:m>
                            <m:oMathPara xmlns:m="http://schemas.openxmlformats.org/officeDocument/2006/math">
                              <m:oMathParaPr>
                                <m:jc m:val="centerGroup"/>
                              </m:oMathParaPr>
                              <m:oMath xmlns:m="http://schemas.openxmlformats.org/officeDocument/2006/math">
                                <m:sSubSup>
                                  <m:sSubSupPr>
                                    <m:ctrlPr>
                                      <a:rPr lang="en-US" sz="2800" b="1" i="1" dirty="0" smtClean="0">
                                        <a:solidFill>
                                          <a:schemeClr val="bg1"/>
                                        </a:solidFill>
                                        <a:latin typeface="Cambria Math" panose="02040503050406030204" pitchFamily="18" charset="0"/>
                                      </a:rPr>
                                    </m:ctrlPr>
                                  </m:sSubSupPr>
                                  <m:e>
                                    <m:r>
                                      <a:rPr lang="en-US" sz="2800" b="1" i="0" dirty="0" smtClean="0">
                                        <a:solidFill>
                                          <a:schemeClr val="bg1"/>
                                        </a:solidFill>
                                        <a:latin typeface="Cambria Math" panose="02040503050406030204" pitchFamily="18" charset="0"/>
                                      </a:rPr>
                                      <m:t>𝐝</m:t>
                                    </m:r>
                                  </m:e>
                                  <m:sub>
                                    <m:r>
                                      <a:rPr lang="en-US" sz="2800" b="1" i="0" dirty="0" smtClean="0">
                                        <a:solidFill>
                                          <a:schemeClr val="bg1"/>
                                        </a:solidFill>
                                        <a:latin typeface="Cambria Math" panose="02040503050406030204" pitchFamily="18" charset="0"/>
                                      </a:rPr>
                                      <m:t>𝟐𝟑</m:t>
                                    </m:r>
                                  </m:sub>
                                  <m:sup>
                                    <m:r>
                                      <a:rPr lang="en-US" sz="2800" b="1" i="0" dirty="0" smtClean="0">
                                        <a:solidFill>
                                          <a:schemeClr val="bg1"/>
                                        </a:solidFill>
                                        <a:latin typeface="Cambria Math" panose="02040503050406030204" pitchFamily="18" charset="0"/>
                                      </a:rPr>
                                      <m:t>      </m:t>
                                    </m:r>
                                    <m:r>
                                      <a:rPr lang="en-US" sz="2800" b="1" i="0" dirty="0" smtClean="0">
                                        <a:solidFill>
                                          <a:schemeClr val="bg1"/>
                                        </a:solidFill>
                                        <a:latin typeface="Cambria Math" panose="02040503050406030204" pitchFamily="18" charset="0"/>
                                      </a:rPr>
                                      <m:t>𝟐</m:t>
                                    </m:r>
                                  </m:sup>
                                </m:sSubSup>
                              </m:oMath>
                            </m:oMathPara>
                          </a14:m>
                          <a:endParaRPr lang="en-US" sz="2800" b="1" dirty="0">
                            <a:solidFill>
                              <a:schemeClr val="bg1"/>
                            </a:solidFill>
                          </a:endParaRPr>
                        </a:p>
                      </a:txBody>
                      <a:tcPr anchor="ctr"/>
                    </a:tc>
                    <a:tc>
                      <a:txBody>
                        <a:bodyPr/>
                        <a:lstStyle/>
                        <a:p>
                          <a:pPr algn="ctr"/>
                          <a14:m>
                            <m:oMathPara xmlns:m="http://schemas.openxmlformats.org/officeDocument/2006/math">
                              <m:oMathParaPr>
                                <m:jc m:val="centerGroup"/>
                              </m:oMathParaPr>
                              <m:oMath xmlns:m="http://schemas.openxmlformats.org/officeDocument/2006/math">
                                <m:sSubSup>
                                  <m:sSubSupPr>
                                    <m:ctrlPr>
                                      <a:rPr lang="en-US" sz="2800" b="1" i="1" dirty="0" smtClean="0">
                                        <a:solidFill>
                                          <a:schemeClr val="bg1"/>
                                        </a:solidFill>
                                        <a:latin typeface="Cambria Math" panose="02040503050406030204" pitchFamily="18" charset="0"/>
                                      </a:rPr>
                                    </m:ctrlPr>
                                  </m:sSubSupPr>
                                  <m:e>
                                    <m:r>
                                      <a:rPr lang="en-US" sz="2800" b="1" i="0" dirty="0" smtClean="0">
                                        <a:solidFill>
                                          <a:schemeClr val="bg1"/>
                                        </a:solidFill>
                                        <a:latin typeface="Cambria Math" panose="02040503050406030204" pitchFamily="18" charset="0"/>
                                      </a:rPr>
                                      <m:t>𝐝</m:t>
                                    </m:r>
                                  </m:e>
                                  <m:sub>
                                    <m:r>
                                      <a:rPr lang="en-US" sz="2800" b="1" i="0" dirty="0" smtClean="0">
                                        <a:solidFill>
                                          <a:schemeClr val="bg1"/>
                                        </a:solidFill>
                                        <a:latin typeface="Cambria Math" panose="02040503050406030204" pitchFamily="18" charset="0"/>
                                      </a:rPr>
                                      <m:t>𝟏𝟑</m:t>
                                    </m:r>
                                  </m:sub>
                                  <m:sup>
                                    <m:r>
                                      <a:rPr lang="en-US" sz="2800" b="1" i="0" dirty="0" smtClean="0">
                                        <a:solidFill>
                                          <a:schemeClr val="bg1"/>
                                        </a:solidFill>
                                        <a:latin typeface="Cambria Math" panose="02040503050406030204" pitchFamily="18" charset="0"/>
                                      </a:rPr>
                                      <m:t>      </m:t>
                                    </m:r>
                                    <m:r>
                                      <a:rPr lang="en-US" sz="2800" b="1" i="0" dirty="0" smtClean="0">
                                        <a:solidFill>
                                          <a:schemeClr val="bg1"/>
                                        </a:solidFill>
                                        <a:latin typeface="Cambria Math" panose="02040503050406030204" pitchFamily="18" charset="0"/>
                                      </a:rPr>
                                      <m:t>𝟐</m:t>
                                    </m:r>
                                  </m:sup>
                                </m:sSubSup>
                              </m:oMath>
                            </m:oMathPara>
                          </a14:m>
                          <a:endParaRPr lang="en-US" sz="2800" b="1" dirty="0">
                            <a:solidFill>
                              <a:schemeClr val="bg1"/>
                            </a:solidFill>
                          </a:endParaRPr>
                        </a:p>
                      </a:txBody>
                      <a:tcPr anchor="ctr"/>
                    </a:tc>
                    <a:extLst>
                      <a:ext uri="{0D108BD9-81ED-4DB2-BD59-A6C34878D82A}">
                        <a16:rowId xmlns:a16="http://schemas.microsoft.com/office/drawing/2014/main" val="10000"/>
                      </a:ext>
                    </a:extLst>
                  </a:tr>
                  <a:tr h="502920">
                    <a:tc>
                      <a:txBody>
                        <a:bodyPr/>
                        <a:lstStyle/>
                        <a:p>
                          <a:pPr algn="ctr"/>
                          <a:r>
                            <a:rPr lang="en-US" sz="2800" b="1" dirty="0">
                              <a:solidFill>
                                <a:srgbClr val="002060"/>
                              </a:solidFill>
                            </a:rPr>
                            <a:t>9</a:t>
                          </a:r>
                        </a:p>
                      </a:txBody>
                      <a:tcPr anchor="ctr"/>
                    </a:tc>
                    <a:tc>
                      <a:txBody>
                        <a:bodyPr/>
                        <a:lstStyle/>
                        <a:p>
                          <a:pPr algn="ctr"/>
                          <a:r>
                            <a:rPr lang="en-US" sz="2800" b="1" dirty="0">
                              <a:solidFill>
                                <a:srgbClr val="002060"/>
                              </a:solidFill>
                            </a:rPr>
                            <a:t>4</a:t>
                          </a:r>
                        </a:p>
                      </a:txBody>
                      <a:tcPr anchor="ctr"/>
                    </a:tc>
                    <a:tc>
                      <a:txBody>
                        <a:bodyPr/>
                        <a:lstStyle/>
                        <a:p>
                          <a:pPr algn="ctr"/>
                          <a:r>
                            <a:rPr lang="en-US" sz="2800" b="1" dirty="0">
                              <a:solidFill>
                                <a:srgbClr val="002060"/>
                              </a:solidFill>
                            </a:rPr>
                            <a:t>25</a:t>
                          </a:r>
                        </a:p>
                      </a:txBody>
                      <a:tcPr anchor="ctr"/>
                    </a:tc>
                    <a:extLst>
                      <a:ext uri="{0D108BD9-81ED-4DB2-BD59-A6C34878D82A}">
                        <a16:rowId xmlns:a16="http://schemas.microsoft.com/office/drawing/2014/main" val="10001"/>
                      </a:ext>
                    </a:extLst>
                  </a:tr>
                  <a:tr h="502920">
                    <a:tc>
                      <a:txBody>
                        <a:bodyPr/>
                        <a:lstStyle/>
                        <a:p>
                          <a:pPr algn="ctr"/>
                          <a:r>
                            <a:rPr lang="en-US" sz="2800" b="1" dirty="0">
                              <a:solidFill>
                                <a:srgbClr val="002060"/>
                              </a:solidFill>
                            </a:rPr>
                            <a:t>9</a:t>
                          </a:r>
                        </a:p>
                      </a:txBody>
                      <a:tcPr anchor="ctr"/>
                    </a:tc>
                    <a:tc>
                      <a:txBody>
                        <a:bodyPr/>
                        <a:lstStyle/>
                        <a:p>
                          <a:pPr algn="ctr"/>
                          <a:r>
                            <a:rPr lang="en-US" sz="2800" b="1" dirty="0">
                              <a:solidFill>
                                <a:srgbClr val="002060"/>
                              </a:solidFill>
                            </a:rPr>
                            <a:t>1</a:t>
                          </a:r>
                        </a:p>
                      </a:txBody>
                      <a:tcPr anchor="ctr"/>
                    </a:tc>
                    <a:tc>
                      <a:txBody>
                        <a:bodyPr/>
                        <a:lstStyle/>
                        <a:p>
                          <a:pPr algn="ctr"/>
                          <a:r>
                            <a:rPr lang="en-US" sz="2800" b="1" dirty="0">
                              <a:solidFill>
                                <a:srgbClr val="002060"/>
                              </a:solidFill>
                            </a:rPr>
                            <a:t>4</a:t>
                          </a:r>
                        </a:p>
                      </a:txBody>
                      <a:tcPr anchor="ctr"/>
                    </a:tc>
                    <a:extLst>
                      <a:ext uri="{0D108BD9-81ED-4DB2-BD59-A6C34878D82A}">
                        <a16:rowId xmlns:a16="http://schemas.microsoft.com/office/drawing/2014/main" val="10002"/>
                      </a:ext>
                    </a:extLst>
                  </a:tr>
                  <a:tr h="502920">
                    <a:tc>
                      <a:txBody>
                        <a:bodyPr/>
                        <a:lstStyle/>
                        <a:p>
                          <a:pPr algn="ctr"/>
                          <a:r>
                            <a:rPr lang="en-US" sz="2800" b="1" dirty="0">
                              <a:solidFill>
                                <a:srgbClr val="002060"/>
                              </a:solidFill>
                            </a:rPr>
                            <a:t>9</a:t>
                          </a:r>
                        </a:p>
                      </a:txBody>
                      <a:tcPr anchor="ctr"/>
                    </a:tc>
                    <a:tc>
                      <a:txBody>
                        <a:bodyPr/>
                        <a:lstStyle/>
                        <a:p>
                          <a:pPr algn="ctr"/>
                          <a:r>
                            <a:rPr lang="en-US" sz="2800" b="1" dirty="0">
                              <a:solidFill>
                                <a:srgbClr val="002060"/>
                              </a:solidFill>
                            </a:rPr>
                            <a:t>1</a:t>
                          </a:r>
                        </a:p>
                      </a:txBody>
                      <a:tcPr anchor="ctr"/>
                    </a:tc>
                    <a:tc>
                      <a:txBody>
                        <a:bodyPr/>
                        <a:lstStyle/>
                        <a:p>
                          <a:pPr algn="ctr"/>
                          <a:r>
                            <a:rPr lang="en-US" sz="2800" b="1" dirty="0">
                              <a:solidFill>
                                <a:srgbClr val="002060"/>
                              </a:solidFill>
                            </a:rPr>
                            <a:t>16</a:t>
                          </a:r>
                        </a:p>
                      </a:txBody>
                      <a:tcPr anchor="ctr"/>
                    </a:tc>
                    <a:extLst>
                      <a:ext uri="{0D108BD9-81ED-4DB2-BD59-A6C34878D82A}">
                        <a16:rowId xmlns:a16="http://schemas.microsoft.com/office/drawing/2014/main" val="10003"/>
                      </a:ext>
                    </a:extLst>
                  </a:tr>
                  <a:tr h="502920">
                    <a:tc>
                      <a:txBody>
                        <a:bodyPr/>
                        <a:lstStyle/>
                        <a:p>
                          <a:pPr algn="ctr"/>
                          <a:r>
                            <a:rPr lang="en-US" sz="2800" b="1" dirty="0">
                              <a:solidFill>
                                <a:srgbClr val="002060"/>
                              </a:solidFill>
                            </a:rPr>
                            <a:t>4</a:t>
                          </a:r>
                        </a:p>
                      </a:txBody>
                      <a:tcPr anchor="ctr"/>
                    </a:tc>
                    <a:tc>
                      <a:txBody>
                        <a:bodyPr/>
                        <a:lstStyle/>
                        <a:p>
                          <a:pPr algn="ctr"/>
                          <a:r>
                            <a:rPr lang="en-US" sz="2800" b="1" dirty="0">
                              <a:solidFill>
                                <a:srgbClr val="002060"/>
                              </a:solidFill>
                            </a:rPr>
                            <a:t>25</a:t>
                          </a:r>
                        </a:p>
                      </a:txBody>
                      <a:tcPr anchor="ctr"/>
                    </a:tc>
                    <a:tc>
                      <a:txBody>
                        <a:bodyPr/>
                        <a:lstStyle/>
                        <a:p>
                          <a:pPr algn="ctr"/>
                          <a:r>
                            <a:rPr lang="en-US" sz="2800" b="1" dirty="0">
                              <a:solidFill>
                                <a:srgbClr val="002060"/>
                              </a:solidFill>
                            </a:rPr>
                            <a:t>49</a:t>
                          </a:r>
                        </a:p>
                      </a:txBody>
                      <a:tcPr anchor="ctr"/>
                    </a:tc>
                    <a:extLst>
                      <a:ext uri="{0D108BD9-81ED-4DB2-BD59-A6C34878D82A}">
                        <a16:rowId xmlns:a16="http://schemas.microsoft.com/office/drawing/2014/main" val="10004"/>
                      </a:ext>
                    </a:extLst>
                  </a:tr>
                  <a:tr h="502920">
                    <a:tc>
                      <a:txBody>
                        <a:bodyPr/>
                        <a:lstStyle/>
                        <a:p>
                          <a:pPr algn="ctr"/>
                          <a:r>
                            <a:rPr lang="en-US" sz="2800" b="1" dirty="0">
                              <a:solidFill>
                                <a:srgbClr val="002060"/>
                              </a:solidFill>
                            </a:rPr>
                            <a:t>16</a:t>
                          </a:r>
                        </a:p>
                      </a:txBody>
                      <a:tcPr anchor="ctr"/>
                    </a:tc>
                    <a:tc>
                      <a:txBody>
                        <a:bodyPr/>
                        <a:lstStyle/>
                        <a:p>
                          <a:pPr algn="ctr"/>
                          <a:r>
                            <a:rPr lang="en-US" sz="2800" b="1" dirty="0">
                              <a:solidFill>
                                <a:srgbClr val="002060"/>
                              </a:solidFill>
                            </a:rPr>
                            <a:t>0</a:t>
                          </a:r>
                        </a:p>
                      </a:txBody>
                      <a:tcPr anchor="ctr"/>
                    </a:tc>
                    <a:tc>
                      <a:txBody>
                        <a:bodyPr/>
                        <a:lstStyle/>
                        <a:p>
                          <a:pPr algn="ctr"/>
                          <a:r>
                            <a:rPr lang="en-US" sz="2800" b="1" dirty="0">
                              <a:solidFill>
                                <a:srgbClr val="002060"/>
                              </a:solidFill>
                            </a:rPr>
                            <a:t>16</a:t>
                          </a:r>
                        </a:p>
                      </a:txBody>
                      <a:tcPr anchor="ctr"/>
                    </a:tc>
                    <a:extLst>
                      <a:ext uri="{0D108BD9-81ED-4DB2-BD59-A6C34878D82A}">
                        <a16:rowId xmlns:a16="http://schemas.microsoft.com/office/drawing/2014/main" val="10005"/>
                      </a:ext>
                    </a:extLst>
                  </a:tr>
                  <a:tr h="502920">
                    <a:tc>
                      <a:txBody>
                        <a:bodyPr/>
                        <a:lstStyle/>
                        <a:p>
                          <a:pPr algn="ctr"/>
                          <a:r>
                            <a:rPr lang="en-US" sz="2800" b="1" dirty="0">
                              <a:solidFill>
                                <a:srgbClr val="002060"/>
                              </a:solidFill>
                            </a:rPr>
                            <a:t>9</a:t>
                          </a:r>
                        </a:p>
                      </a:txBody>
                      <a:tcPr anchor="ctr"/>
                    </a:tc>
                    <a:tc>
                      <a:txBody>
                        <a:bodyPr/>
                        <a:lstStyle/>
                        <a:p>
                          <a:pPr algn="ctr"/>
                          <a:r>
                            <a:rPr lang="en-US" sz="2800" b="1" dirty="0">
                              <a:solidFill>
                                <a:srgbClr val="002060"/>
                              </a:solidFill>
                            </a:rPr>
                            <a:t>1</a:t>
                          </a:r>
                        </a:p>
                      </a:txBody>
                      <a:tcPr anchor="ctr"/>
                    </a:tc>
                    <a:tc>
                      <a:txBody>
                        <a:bodyPr/>
                        <a:lstStyle/>
                        <a:p>
                          <a:pPr algn="ctr"/>
                          <a:r>
                            <a:rPr lang="en-US" sz="2800" b="1" dirty="0">
                              <a:solidFill>
                                <a:srgbClr val="002060"/>
                              </a:solidFill>
                            </a:rPr>
                            <a:t>16</a:t>
                          </a:r>
                        </a:p>
                      </a:txBody>
                      <a:tcPr anchor="ctr"/>
                    </a:tc>
                    <a:extLst>
                      <a:ext uri="{0D108BD9-81ED-4DB2-BD59-A6C34878D82A}">
                        <a16:rowId xmlns:a16="http://schemas.microsoft.com/office/drawing/2014/main" val="10006"/>
                      </a:ext>
                    </a:extLst>
                  </a:tr>
                  <a:tr h="502920">
                    <a:tc>
                      <a:txBody>
                        <a:bodyPr/>
                        <a:lstStyle/>
                        <a:p>
                          <a:pPr algn="ctr"/>
                          <a:r>
                            <a:rPr lang="en-US" sz="2800" b="1" dirty="0">
                              <a:solidFill>
                                <a:srgbClr val="002060"/>
                              </a:solidFill>
                            </a:rPr>
                            <a:t>0</a:t>
                          </a:r>
                        </a:p>
                      </a:txBody>
                      <a:tcPr anchor="ctr"/>
                    </a:tc>
                    <a:tc>
                      <a:txBody>
                        <a:bodyPr/>
                        <a:lstStyle/>
                        <a:p>
                          <a:pPr algn="ctr"/>
                          <a:r>
                            <a:rPr lang="en-US" sz="2800" b="1" dirty="0">
                              <a:solidFill>
                                <a:srgbClr val="002060"/>
                              </a:solidFill>
                            </a:rPr>
                            <a:t>1</a:t>
                          </a:r>
                        </a:p>
                      </a:txBody>
                      <a:tcPr anchor="ctr"/>
                    </a:tc>
                    <a:tc>
                      <a:txBody>
                        <a:bodyPr/>
                        <a:lstStyle/>
                        <a:p>
                          <a:pPr algn="ctr"/>
                          <a:r>
                            <a:rPr lang="en-US" sz="2800" b="1" dirty="0">
                              <a:solidFill>
                                <a:srgbClr val="002060"/>
                              </a:solidFill>
                            </a:rPr>
                            <a:t>1</a:t>
                          </a:r>
                        </a:p>
                      </a:txBody>
                      <a:tcPr anchor="ctr"/>
                    </a:tc>
                    <a:extLst>
                      <a:ext uri="{0D108BD9-81ED-4DB2-BD59-A6C34878D82A}">
                        <a16:rowId xmlns:a16="http://schemas.microsoft.com/office/drawing/2014/main" val="10007"/>
                      </a:ext>
                    </a:extLst>
                  </a:tr>
                  <a:tr h="502920">
                    <a:tc>
                      <a:txBody>
                        <a:bodyPr/>
                        <a:lstStyle/>
                        <a:p>
                          <a:pPr algn="ctr"/>
                          <a:r>
                            <a:rPr lang="en-US" sz="2800" b="1" dirty="0">
                              <a:solidFill>
                                <a:srgbClr val="002060"/>
                              </a:solidFill>
                            </a:rPr>
                            <a:t>16</a:t>
                          </a:r>
                        </a:p>
                      </a:txBody>
                      <a:tcPr anchor="ctr"/>
                    </a:tc>
                    <a:tc>
                      <a:txBody>
                        <a:bodyPr/>
                        <a:lstStyle/>
                        <a:p>
                          <a:pPr algn="ctr"/>
                          <a:r>
                            <a:rPr lang="en-US" sz="2800" b="1" dirty="0">
                              <a:solidFill>
                                <a:srgbClr val="002060"/>
                              </a:solidFill>
                            </a:rPr>
                            <a:t>1</a:t>
                          </a:r>
                        </a:p>
                      </a:txBody>
                      <a:tcPr anchor="ctr"/>
                    </a:tc>
                    <a:tc>
                      <a:txBody>
                        <a:bodyPr/>
                        <a:lstStyle/>
                        <a:p>
                          <a:pPr algn="ctr"/>
                          <a:r>
                            <a:rPr lang="en-US" sz="2800" b="1" dirty="0">
                              <a:solidFill>
                                <a:srgbClr val="002060"/>
                              </a:solidFill>
                            </a:rPr>
                            <a:t>25</a:t>
                          </a:r>
                        </a:p>
                      </a:txBody>
                      <a:tcPr anchor="ctr"/>
                    </a:tc>
                    <a:extLst>
                      <a:ext uri="{0D108BD9-81ED-4DB2-BD59-A6C34878D82A}">
                        <a16:rowId xmlns:a16="http://schemas.microsoft.com/office/drawing/2014/main" val="10008"/>
                      </a:ext>
                    </a:extLst>
                  </a:tr>
                  <a:tr h="502920">
                    <a:tc>
                      <a:txBody>
                        <a:bodyPr/>
                        <a:lstStyle/>
                        <a:p>
                          <a:pPr algn="ctr"/>
                          <a:r>
                            <a:rPr lang="en-US" sz="2800" b="1" dirty="0">
                              <a:solidFill>
                                <a:srgbClr val="002060"/>
                              </a:solidFill>
                            </a:rPr>
                            <a:t>1</a:t>
                          </a:r>
                        </a:p>
                      </a:txBody>
                      <a:tcPr anchor="ctr"/>
                    </a:tc>
                    <a:tc>
                      <a:txBody>
                        <a:bodyPr/>
                        <a:lstStyle/>
                        <a:p>
                          <a:pPr algn="ctr"/>
                          <a:r>
                            <a:rPr lang="en-US" sz="2800" b="1" dirty="0">
                              <a:solidFill>
                                <a:srgbClr val="002060"/>
                              </a:solidFill>
                            </a:rPr>
                            <a:t>1</a:t>
                          </a:r>
                        </a:p>
                      </a:txBody>
                      <a:tcPr anchor="ctr"/>
                    </a:tc>
                    <a:tc>
                      <a:txBody>
                        <a:bodyPr/>
                        <a:lstStyle/>
                        <a:p>
                          <a:pPr algn="ctr"/>
                          <a:r>
                            <a:rPr lang="en-US" sz="2800" b="1" dirty="0">
                              <a:solidFill>
                                <a:srgbClr val="002060"/>
                              </a:solidFill>
                            </a:rPr>
                            <a:t>0</a:t>
                          </a:r>
                        </a:p>
                      </a:txBody>
                      <a:tcPr anchor="ctr"/>
                    </a:tc>
                    <a:extLst>
                      <a:ext uri="{0D108BD9-81ED-4DB2-BD59-A6C34878D82A}">
                        <a16:rowId xmlns:a16="http://schemas.microsoft.com/office/drawing/2014/main" val="10009"/>
                      </a:ext>
                    </a:extLst>
                  </a:tr>
                  <a:tr h="502920">
                    <a:tc>
                      <a:txBody>
                        <a:bodyPr/>
                        <a:lstStyle/>
                        <a:p>
                          <a:pPr algn="ctr"/>
                          <a:r>
                            <a:rPr lang="en-US" sz="2800" b="1" dirty="0">
                              <a:solidFill>
                                <a:srgbClr val="002060"/>
                              </a:solidFill>
                            </a:rPr>
                            <a:t>1</a:t>
                          </a:r>
                        </a:p>
                      </a:txBody>
                      <a:tcPr anchor="ctr"/>
                    </a:tc>
                    <a:tc>
                      <a:txBody>
                        <a:bodyPr/>
                        <a:lstStyle/>
                        <a:p>
                          <a:pPr algn="ctr"/>
                          <a:r>
                            <a:rPr lang="en-US" sz="2800" b="1" dirty="0">
                              <a:solidFill>
                                <a:srgbClr val="002060"/>
                              </a:solidFill>
                            </a:rPr>
                            <a:t>9</a:t>
                          </a:r>
                        </a:p>
                      </a:txBody>
                      <a:tcPr anchor="ctr"/>
                    </a:tc>
                    <a:tc>
                      <a:txBody>
                        <a:bodyPr/>
                        <a:lstStyle/>
                        <a:p>
                          <a:pPr algn="ctr"/>
                          <a:r>
                            <a:rPr lang="en-US" sz="2800" b="1" dirty="0">
                              <a:solidFill>
                                <a:srgbClr val="002060"/>
                              </a:solidFill>
                            </a:rPr>
                            <a:t>4</a:t>
                          </a:r>
                        </a:p>
                      </a:txBody>
                      <a:tcPr anchor="ctr"/>
                    </a:tc>
                    <a:extLst>
                      <a:ext uri="{0D108BD9-81ED-4DB2-BD59-A6C34878D82A}">
                        <a16:rowId xmlns:a16="http://schemas.microsoft.com/office/drawing/2014/main" val="10010"/>
                      </a:ext>
                    </a:extLst>
                  </a:tr>
                </a:tbl>
              </a:graphicData>
            </a:graphic>
          </p:graphicFrame>
        </mc:Choice>
        <mc:Fallback xmlns="">
          <p:graphicFrame>
            <p:nvGraphicFramePr>
              <p:cNvPr id="6" name="Table 5"/>
              <p:cNvGraphicFramePr>
                <a:graphicFrameLocks noGrp="1"/>
              </p:cNvGraphicFramePr>
              <p:nvPr>
                <p:extLst/>
              </p:nvPr>
            </p:nvGraphicFramePr>
            <p:xfrm>
              <a:off x="99028" y="818368"/>
              <a:ext cx="4876800" cy="5729478"/>
            </p:xfrm>
            <a:graphic>
              <a:graphicData uri="http://schemas.openxmlformats.org/drawingml/2006/table">
                <a:tbl>
                  <a:tblPr firstRow="1" bandRow="1">
                    <a:tableStyleId>{93296810-A885-4BE3-A3E7-6D5BEEA58F35}</a:tableStyleId>
                  </a:tblPr>
                  <a:tblGrid>
                    <a:gridCol w="1625600"/>
                    <a:gridCol w="1625600"/>
                    <a:gridCol w="1625600"/>
                  </a:tblGrid>
                  <a:tr h="547878">
                    <a:tc>
                      <a:txBody>
                        <a:bodyPr/>
                        <a:lstStyle/>
                        <a:p>
                          <a:endParaRPr lang="en-US"/>
                        </a:p>
                      </a:txBody>
                      <a:tcPr anchor="ctr">
                        <a:blipFill rotWithShape="0">
                          <a:blip r:embed="rId2"/>
                          <a:stretch>
                            <a:fillRect l="-375" t="-1111" r="-201498" b="-975556"/>
                          </a:stretch>
                        </a:blipFill>
                      </a:tcPr>
                    </a:tc>
                    <a:tc>
                      <a:txBody>
                        <a:bodyPr/>
                        <a:lstStyle/>
                        <a:p>
                          <a:endParaRPr lang="en-US"/>
                        </a:p>
                      </a:txBody>
                      <a:tcPr anchor="ctr">
                        <a:blipFill rotWithShape="0">
                          <a:blip r:embed="rId2"/>
                          <a:stretch>
                            <a:fillRect l="-100375" t="-1111" r="-101498" b="-975556"/>
                          </a:stretch>
                        </a:blipFill>
                      </a:tcPr>
                    </a:tc>
                    <a:tc>
                      <a:txBody>
                        <a:bodyPr/>
                        <a:lstStyle/>
                        <a:p>
                          <a:endParaRPr lang="en-US"/>
                        </a:p>
                      </a:txBody>
                      <a:tcPr anchor="ctr">
                        <a:blipFill rotWithShape="0">
                          <a:blip r:embed="rId2"/>
                          <a:stretch>
                            <a:fillRect l="-200375" t="-1111" r="-1498" b="-975556"/>
                          </a:stretch>
                        </a:blipFill>
                      </a:tcPr>
                    </a:tc>
                  </a:tr>
                  <a:tr h="518160">
                    <a:tc>
                      <a:txBody>
                        <a:bodyPr/>
                        <a:lstStyle/>
                        <a:p>
                          <a:pPr algn="ctr"/>
                          <a:r>
                            <a:rPr lang="en-US" sz="2800" b="1" dirty="0" smtClean="0">
                              <a:solidFill>
                                <a:srgbClr val="002060"/>
                              </a:solidFill>
                            </a:rPr>
                            <a:t>9</a:t>
                          </a:r>
                          <a:endParaRPr lang="en-US" sz="2800" b="1" dirty="0">
                            <a:solidFill>
                              <a:srgbClr val="002060"/>
                            </a:solidFill>
                          </a:endParaRPr>
                        </a:p>
                      </a:txBody>
                      <a:tcPr anchor="ctr"/>
                    </a:tc>
                    <a:tc>
                      <a:txBody>
                        <a:bodyPr/>
                        <a:lstStyle/>
                        <a:p>
                          <a:pPr algn="ctr"/>
                          <a:r>
                            <a:rPr lang="en-US" sz="2800" b="1" dirty="0" smtClean="0">
                              <a:solidFill>
                                <a:srgbClr val="002060"/>
                              </a:solidFill>
                            </a:rPr>
                            <a:t>4</a:t>
                          </a:r>
                          <a:endParaRPr lang="en-US" sz="2800" b="1" dirty="0">
                            <a:solidFill>
                              <a:srgbClr val="002060"/>
                            </a:solidFill>
                          </a:endParaRPr>
                        </a:p>
                      </a:txBody>
                      <a:tcPr anchor="ctr"/>
                    </a:tc>
                    <a:tc>
                      <a:txBody>
                        <a:bodyPr/>
                        <a:lstStyle/>
                        <a:p>
                          <a:pPr algn="ctr"/>
                          <a:r>
                            <a:rPr lang="en-US" sz="2800" b="1" dirty="0" smtClean="0">
                              <a:solidFill>
                                <a:srgbClr val="002060"/>
                              </a:solidFill>
                            </a:rPr>
                            <a:t>25</a:t>
                          </a:r>
                          <a:endParaRPr lang="en-US" sz="2800" b="1" dirty="0">
                            <a:solidFill>
                              <a:srgbClr val="002060"/>
                            </a:solidFill>
                          </a:endParaRPr>
                        </a:p>
                      </a:txBody>
                      <a:tcPr anchor="ctr"/>
                    </a:tc>
                  </a:tr>
                  <a:tr h="518160">
                    <a:tc>
                      <a:txBody>
                        <a:bodyPr/>
                        <a:lstStyle/>
                        <a:p>
                          <a:pPr algn="ctr"/>
                          <a:r>
                            <a:rPr lang="en-US" sz="2800" b="1" dirty="0" smtClean="0">
                              <a:solidFill>
                                <a:srgbClr val="002060"/>
                              </a:solidFill>
                            </a:rPr>
                            <a:t>9</a:t>
                          </a:r>
                          <a:endParaRPr lang="en-US" sz="2800" b="1" dirty="0">
                            <a:solidFill>
                              <a:srgbClr val="002060"/>
                            </a:solidFill>
                          </a:endParaRPr>
                        </a:p>
                      </a:txBody>
                      <a:tcPr anchor="ctr"/>
                    </a:tc>
                    <a:tc>
                      <a:txBody>
                        <a:bodyPr/>
                        <a:lstStyle/>
                        <a:p>
                          <a:pPr algn="ctr"/>
                          <a:r>
                            <a:rPr lang="en-US" sz="2800" b="1" dirty="0" smtClean="0">
                              <a:solidFill>
                                <a:srgbClr val="002060"/>
                              </a:solidFill>
                            </a:rPr>
                            <a:t>1</a:t>
                          </a:r>
                          <a:endParaRPr lang="en-US" sz="2800" b="1" dirty="0">
                            <a:solidFill>
                              <a:srgbClr val="002060"/>
                            </a:solidFill>
                          </a:endParaRPr>
                        </a:p>
                      </a:txBody>
                      <a:tcPr anchor="ctr"/>
                    </a:tc>
                    <a:tc>
                      <a:txBody>
                        <a:bodyPr/>
                        <a:lstStyle/>
                        <a:p>
                          <a:pPr algn="ctr"/>
                          <a:r>
                            <a:rPr lang="en-US" sz="2800" b="1" dirty="0" smtClean="0">
                              <a:solidFill>
                                <a:srgbClr val="002060"/>
                              </a:solidFill>
                            </a:rPr>
                            <a:t>4</a:t>
                          </a:r>
                          <a:endParaRPr lang="en-US" sz="2800" b="1" dirty="0">
                            <a:solidFill>
                              <a:srgbClr val="002060"/>
                            </a:solidFill>
                          </a:endParaRPr>
                        </a:p>
                      </a:txBody>
                      <a:tcPr anchor="ctr"/>
                    </a:tc>
                  </a:tr>
                  <a:tr h="518160">
                    <a:tc>
                      <a:txBody>
                        <a:bodyPr/>
                        <a:lstStyle/>
                        <a:p>
                          <a:pPr algn="ctr"/>
                          <a:r>
                            <a:rPr lang="en-US" sz="2800" b="1" dirty="0" smtClean="0">
                              <a:solidFill>
                                <a:srgbClr val="002060"/>
                              </a:solidFill>
                            </a:rPr>
                            <a:t>9</a:t>
                          </a:r>
                          <a:endParaRPr lang="en-US" sz="2800" b="1" dirty="0">
                            <a:solidFill>
                              <a:srgbClr val="002060"/>
                            </a:solidFill>
                          </a:endParaRPr>
                        </a:p>
                      </a:txBody>
                      <a:tcPr anchor="ctr"/>
                    </a:tc>
                    <a:tc>
                      <a:txBody>
                        <a:bodyPr/>
                        <a:lstStyle/>
                        <a:p>
                          <a:pPr algn="ctr"/>
                          <a:r>
                            <a:rPr lang="en-US" sz="2800" b="1" dirty="0" smtClean="0">
                              <a:solidFill>
                                <a:srgbClr val="002060"/>
                              </a:solidFill>
                            </a:rPr>
                            <a:t>1</a:t>
                          </a:r>
                          <a:endParaRPr lang="en-US" sz="2800" b="1" dirty="0">
                            <a:solidFill>
                              <a:srgbClr val="002060"/>
                            </a:solidFill>
                          </a:endParaRPr>
                        </a:p>
                      </a:txBody>
                      <a:tcPr anchor="ctr"/>
                    </a:tc>
                    <a:tc>
                      <a:txBody>
                        <a:bodyPr/>
                        <a:lstStyle/>
                        <a:p>
                          <a:pPr algn="ctr"/>
                          <a:r>
                            <a:rPr lang="en-US" sz="2800" b="1" dirty="0" smtClean="0">
                              <a:solidFill>
                                <a:srgbClr val="002060"/>
                              </a:solidFill>
                            </a:rPr>
                            <a:t>16</a:t>
                          </a:r>
                          <a:endParaRPr lang="en-US" sz="2800" b="1" dirty="0">
                            <a:solidFill>
                              <a:srgbClr val="002060"/>
                            </a:solidFill>
                          </a:endParaRPr>
                        </a:p>
                      </a:txBody>
                      <a:tcPr anchor="ctr"/>
                    </a:tc>
                  </a:tr>
                  <a:tr h="518160">
                    <a:tc>
                      <a:txBody>
                        <a:bodyPr/>
                        <a:lstStyle/>
                        <a:p>
                          <a:pPr algn="ctr"/>
                          <a:r>
                            <a:rPr lang="en-US" sz="2800" b="1" dirty="0" smtClean="0">
                              <a:solidFill>
                                <a:srgbClr val="002060"/>
                              </a:solidFill>
                            </a:rPr>
                            <a:t>4</a:t>
                          </a:r>
                          <a:endParaRPr lang="en-US" sz="2800" b="1" dirty="0">
                            <a:solidFill>
                              <a:srgbClr val="002060"/>
                            </a:solidFill>
                          </a:endParaRPr>
                        </a:p>
                      </a:txBody>
                      <a:tcPr anchor="ctr"/>
                    </a:tc>
                    <a:tc>
                      <a:txBody>
                        <a:bodyPr/>
                        <a:lstStyle/>
                        <a:p>
                          <a:pPr algn="ctr"/>
                          <a:r>
                            <a:rPr lang="en-US" sz="2800" b="1" dirty="0" smtClean="0">
                              <a:solidFill>
                                <a:srgbClr val="002060"/>
                              </a:solidFill>
                            </a:rPr>
                            <a:t>25</a:t>
                          </a:r>
                          <a:endParaRPr lang="en-US" sz="2800" b="1" dirty="0">
                            <a:solidFill>
                              <a:srgbClr val="002060"/>
                            </a:solidFill>
                          </a:endParaRPr>
                        </a:p>
                      </a:txBody>
                      <a:tcPr anchor="ctr"/>
                    </a:tc>
                    <a:tc>
                      <a:txBody>
                        <a:bodyPr/>
                        <a:lstStyle/>
                        <a:p>
                          <a:pPr algn="ctr"/>
                          <a:r>
                            <a:rPr lang="en-US" sz="2800" b="1" dirty="0" smtClean="0">
                              <a:solidFill>
                                <a:srgbClr val="002060"/>
                              </a:solidFill>
                            </a:rPr>
                            <a:t>49</a:t>
                          </a:r>
                          <a:endParaRPr lang="en-US" sz="2800" b="1" dirty="0">
                            <a:solidFill>
                              <a:srgbClr val="002060"/>
                            </a:solidFill>
                          </a:endParaRPr>
                        </a:p>
                      </a:txBody>
                      <a:tcPr anchor="ctr"/>
                    </a:tc>
                  </a:tr>
                  <a:tr h="518160">
                    <a:tc>
                      <a:txBody>
                        <a:bodyPr/>
                        <a:lstStyle/>
                        <a:p>
                          <a:pPr algn="ctr"/>
                          <a:r>
                            <a:rPr lang="en-US" sz="2800" b="1" dirty="0" smtClean="0">
                              <a:solidFill>
                                <a:srgbClr val="002060"/>
                              </a:solidFill>
                            </a:rPr>
                            <a:t>16</a:t>
                          </a:r>
                          <a:endParaRPr lang="en-US" sz="2800" b="1" dirty="0">
                            <a:solidFill>
                              <a:srgbClr val="002060"/>
                            </a:solidFill>
                          </a:endParaRPr>
                        </a:p>
                      </a:txBody>
                      <a:tcPr anchor="ctr"/>
                    </a:tc>
                    <a:tc>
                      <a:txBody>
                        <a:bodyPr/>
                        <a:lstStyle/>
                        <a:p>
                          <a:pPr algn="ctr"/>
                          <a:r>
                            <a:rPr lang="en-US" sz="2800" b="1" dirty="0" smtClean="0">
                              <a:solidFill>
                                <a:srgbClr val="002060"/>
                              </a:solidFill>
                            </a:rPr>
                            <a:t>0</a:t>
                          </a:r>
                          <a:endParaRPr lang="en-US" sz="2800" b="1" dirty="0">
                            <a:solidFill>
                              <a:srgbClr val="002060"/>
                            </a:solidFill>
                          </a:endParaRPr>
                        </a:p>
                      </a:txBody>
                      <a:tcPr anchor="ctr"/>
                    </a:tc>
                    <a:tc>
                      <a:txBody>
                        <a:bodyPr/>
                        <a:lstStyle/>
                        <a:p>
                          <a:pPr algn="ctr"/>
                          <a:r>
                            <a:rPr lang="en-US" sz="2800" b="1" dirty="0" smtClean="0">
                              <a:solidFill>
                                <a:srgbClr val="002060"/>
                              </a:solidFill>
                            </a:rPr>
                            <a:t>16</a:t>
                          </a:r>
                          <a:endParaRPr lang="en-US" sz="2800" b="1" dirty="0">
                            <a:solidFill>
                              <a:srgbClr val="002060"/>
                            </a:solidFill>
                          </a:endParaRPr>
                        </a:p>
                      </a:txBody>
                      <a:tcPr anchor="ctr"/>
                    </a:tc>
                  </a:tr>
                  <a:tr h="518160">
                    <a:tc>
                      <a:txBody>
                        <a:bodyPr/>
                        <a:lstStyle/>
                        <a:p>
                          <a:pPr algn="ctr"/>
                          <a:r>
                            <a:rPr lang="en-US" sz="2800" b="1" dirty="0" smtClean="0">
                              <a:solidFill>
                                <a:srgbClr val="002060"/>
                              </a:solidFill>
                            </a:rPr>
                            <a:t>9</a:t>
                          </a:r>
                          <a:endParaRPr lang="en-US" sz="2800" b="1" dirty="0">
                            <a:solidFill>
                              <a:srgbClr val="002060"/>
                            </a:solidFill>
                          </a:endParaRPr>
                        </a:p>
                      </a:txBody>
                      <a:tcPr anchor="ctr"/>
                    </a:tc>
                    <a:tc>
                      <a:txBody>
                        <a:bodyPr/>
                        <a:lstStyle/>
                        <a:p>
                          <a:pPr algn="ctr"/>
                          <a:r>
                            <a:rPr lang="en-US" sz="2800" b="1" dirty="0" smtClean="0">
                              <a:solidFill>
                                <a:srgbClr val="002060"/>
                              </a:solidFill>
                            </a:rPr>
                            <a:t>1</a:t>
                          </a:r>
                          <a:endParaRPr lang="en-US" sz="2800" b="1" dirty="0">
                            <a:solidFill>
                              <a:srgbClr val="002060"/>
                            </a:solidFill>
                          </a:endParaRPr>
                        </a:p>
                      </a:txBody>
                      <a:tcPr anchor="ctr"/>
                    </a:tc>
                    <a:tc>
                      <a:txBody>
                        <a:bodyPr/>
                        <a:lstStyle/>
                        <a:p>
                          <a:pPr algn="ctr"/>
                          <a:r>
                            <a:rPr lang="en-US" sz="2800" b="1" dirty="0" smtClean="0">
                              <a:solidFill>
                                <a:srgbClr val="002060"/>
                              </a:solidFill>
                            </a:rPr>
                            <a:t>16</a:t>
                          </a:r>
                          <a:endParaRPr lang="en-US" sz="2800" b="1" dirty="0">
                            <a:solidFill>
                              <a:srgbClr val="002060"/>
                            </a:solidFill>
                          </a:endParaRPr>
                        </a:p>
                      </a:txBody>
                      <a:tcPr anchor="ctr"/>
                    </a:tc>
                  </a:tr>
                  <a:tr h="518160">
                    <a:tc>
                      <a:txBody>
                        <a:bodyPr/>
                        <a:lstStyle/>
                        <a:p>
                          <a:pPr algn="ctr"/>
                          <a:r>
                            <a:rPr lang="en-US" sz="2800" b="1" dirty="0" smtClean="0">
                              <a:solidFill>
                                <a:srgbClr val="002060"/>
                              </a:solidFill>
                            </a:rPr>
                            <a:t>0</a:t>
                          </a:r>
                          <a:endParaRPr lang="en-US" sz="2800" b="1" dirty="0">
                            <a:solidFill>
                              <a:srgbClr val="002060"/>
                            </a:solidFill>
                          </a:endParaRPr>
                        </a:p>
                      </a:txBody>
                      <a:tcPr anchor="ctr"/>
                    </a:tc>
                    <a:tc>
                      <a:txBody>
                        <a:bodyPr/>
                        <a:lstStyle/>
                        <a:p>
                          <a:pPr algn="ctr"/>
                          <a:r>
                            <a:rPr lang="en-US" sz="2800" b="1" dirty="0" smtClean="0">
                              <a:solidFill>
                                <a:srgbClr val="002060"/>
                              </a:solidFill>
                            </a:rPr>
                            <a:t>1</a:t>
                          </a:r>
                          <a:endParaRPr lang="en-US" sz="2800" b="1" dirty="0">
                            <a:solidFill>
                              <a:srgbClr val="002060"/>
                            </a:solidFill>
                          </a:endParaRPr>
                        </a:p>
                      </a:txBody>
                      <a:tcPr anchor="ctr"/>
                    </a:tc>
                    <a:tc>
                      <a:txBody>
                        <a:bodyPr/>
                        <a:lstStyle/>
                        <a:p>
                          <a:pPr algn="ctr"/>
                          <a:r>
                            <a:rPr lang="en-US" sz="2800" b="1" dirty="0" smtClean="0">
                              <a:solidFill>
                                <a:srgbClr val="002060"/>
                              </a:solidFill>
                            </a:rPr>
                            <a:t>1</a:t>
                          </a:r>
                          <a:endParaRPr lang="en-US" sz="2800" b="1" dirty="0">
                            <a:solidFill>
                              <a:srgbClr val="002060"/>
                            </a:solidFill>
                          </a:endParaRPr>
                        </a:p>
                      </a:txBody>
                      <a:tcPr anchor="ctr"/>
                    </a:tc>
                  </a:tr>
                  <a:tr h="518160">
                    <a:tc>
                      <a:txBody>
                        <a:bodyPr/>
                        <a:lstStyle/>
                        <a:p>
                          <a:pPr algn="ctr"/>
                          <a:r>
                            <a:rPr lang="en-US" sz="2800" b="1" dirty="0" smtClean="0">
                              <a:solidFill>
                                <a:srgbClr val="002060"/>
                              </a:solidFill>
                            </a:rPr>
                            <a:t>16</a:t>
                          </a:r>
                          <a:endParaRPr lang="en-US" sz="2800" b="1" dirty="0">
                            <a:solidFill>
                              <a:srgbClr val="002060"/>
                            </a:solidFill>
                          </a:endParaRPr>
                        </a:p>
                      </a:txBody>
                      <a:tcPr anchor="ctr"/>
                    </a:tc>
                    <a:tc>
                      <a:txBody>
                        <a:bodyPr/>
                        <a:lstStyle/>
                        <a:p>
                          <a:pPr algn="ctr"/>
                          <a:r>
                            <a:rPr lang="en-US" sz="2800" b="1" dirty="0" smtClean="0">
                              <a:solidFill>
                                <a:srgbClr val="002060"/>
                              </a:solidFill>
                            </a:rPr>
                            <a:t>1</a:t>
                          </a:r>
                          <a:endParaRPr lang="en-US" sz="2800" b="1" dirty="0">
                            <a:solidFill>
                              <a:srgbClr val="002060"/>
                            </a:solidFill>
                          </a:endParaRPr>
                        </a:p>
                      </a:txBody>
                      <a:tcPr anchor="ctr"/>
                    </a:tc>
                    <a:tc>
                      <a:txBody>
                        <a:bodyPr/>
                        <a:lstStyle/>
                        <a:p>
                          <a:pPr algn="ctr"/>
                          <a:r>
                            <a:rPr lang="en-US" sz="2800" b="1" dirty="0" smtClean="0">
                              <a:solidFill>
                                <a:srgbClr val="002060"/>
                              </a:solidFill>
                            </a:rPr>
                            <a:t>25</a:t>
                          </a:r>
                          <a:endParaRPr lang="en-US" sz="2800" b="1" dirty="0">
                            <a:solidFill>
                              <a:srgbClr val="002060"/>
                            </a:solidFill>
                          </a:endParaRPr>
                        </a:p>
                      </a:txBody>
                      <a:tcPr anchor="ctr"/>
                    </a:tc>
                  </a:tr>
                  <a:tr h="518160">
                    <a:tc>
                      <a:txBody>
                        <a:bodyPr/>
                        <a:lstStyle/>
                        <a:p>
                          <a:pPr algn="ctr"/>
                          <a:r>
                            <a:rPr lang="en-US" sz="2800" b="1" dirty="0" smtClean="0">
                              <a:solidFill>
                                <a:srgbClr val="002060"/>
                              </a:solidFill>
                            </a:rPr>
                            <a:t>1</a:t>
                          </a:r>
                          <a:endParaRPr lang="en-US" sz="2800" b="1" dirty="0">
                            <a:solidFill>
                              <a:srgbClr val="002060"/>
                            </a:solidFill>
                          </a:endParaRPr>
                        </a:p>
                      </a:txBody>
                      <a:tcPr anchor="ctr"/>
                    </a:tc>
                    <a:tc>
                      <a:txBody>
                        <a:bodyPr/>
                        <a:lstStyle/>
                        <a:p>
                          <a:pPr algn="ctr"/>
                          <a:r>
                            <a:rPr lang="en-US" sz="2800" b="1" dirty="0" smtClean="0">
                              <a:solidFill>
                                <a:srgbClr val="002060"/>
                              </a:solidFill>
                            </a:rPr>
                            <a:t>1</a:t>
                          </a:r>
                          <a:endParaRPr lang="en-US" sz="2800" b="1" dirty="0">
                            <a:solidFill>
                              <a:srgbClr val="002060"/>
                            </a:solidFill>
                          </a:endParaRPr>
                        </a:p>
                      </a:txBody>
                      <a:tcPr anchor="ctr"/>
                    </a:tc>
                    <a:tc>
                      <a:txBody>
                        <a:bodyPr/>
                        <a:lstStyle/>
                        <a:p>
                          <a:pPr algn="ctr"/>
                          <a:r>
                            <a:rPr lang="en-US" sz="2800" b="1" dirty="0" smtClean="0">
                              <a:solidFill>
                                <a:srgbClr val="002060"/>
                              </a:solidFill>
                            </a:rPr>
                            <a:t>0</a:t>
                          </a:r>
                          <a:endParaRPr lang="en-US" sz="2800" b="1" dirty="0">
                            <a:solidFill>
                              <a:srgbClr val="002060"/>
                            </a:solidFill>
                          </a:endParaRPr>
                        </a:p>
                      </a:txBody>
                      <a:tcPr anchor="ctr"/>
                    </a:tc>
                  </a:tr>
                  <a:tr h="518160">
                    <a:tc>
                      <a:txBody>
                        <a:bodyPr/>
                        <a:lstStyle/>
                        <a:p>
                          <a:pPr algn="ctr"/>
                          <a:r>
                            <a:rPr lang="en-US" sz="2800" b="1" dirty="0" smtClean="0">
                              <a:solidFill>
                                <a:srgbClr val="002060"/>
                              </a:solidFill>
                            </a:rPr>
                            <a:t>1</a:t>
                          </a:r>
                          <a:endParaRPr lang="en-US" sz="2800" b="1" dirty="0">
                            <a:solidFill>
                              <a:srgbClr val="002060"/>
                            </a:solidFill>
                          </a:endParaRPr>
                        </a:p>
                      </a:txBody>
                      <a:tcPr anchor="ctr"/>
                    </a:tc>
                    <a:tc>
                      <a:txBody>
                        <a:bodyPr/>
                        <a:lstStyle/>
                        <a:p>
                          <a:pPr algn="ctr"/>
                          <a:r>
                            <a:rPr lang="en-US" sz="2800" b="1" dirty="0" smtClean="0">
                              <a:solidFill>
                                <a:srgbClr val="002060"/>
                              </a:solidFill>
                            </a:rPr>
                            <a:t>9</a:t>
                          </a:r>
                          <a:endParaRPr lang="en-US" sz="2800" b="1" dirty="0">
                            <a:solidFill>
                              <a:srgbClr val="002060"/>
                            </a:solidFill>
                          </a:endParaRPr>
                        </a:p>
                      </a:txBody>
                      <a:tcPr anchor="ctr"/>
                    </a:tc>
                    <a:tc>
                      <a:txBody>
                        <a:bodyPr/>
                        <a:lstStyle/>
                        <a:p>
                          <a:pPr algn="ctr"/>
                          <a:r>
                            <a:rPr lang="en-US" sz="2800" b="1" dirty="0" smtClean="0">
                              <a:solidFill>
                                <a:srgbClr val="002060"/>
                              </a:solidFill>
                            </a:rPr>
                            <a:t>4</a:t>
                          </a:r>
                          <a:endParaRPr lang="en-US" sz="2800" b="1" dirty="0">
                            <a:solidFill>
                              <a:srgbClr val="002060"/>
                            </a:solidFill>
                          </a:endParaRPr>
                        </a:p>
                      </a:txBody>
                      <a:tcPr anchor="ctr"/>
                    </a:tc>
                  </a:tr>
                </a:tbl>
              </a:graphicData>
            </a:graphic>
          </p:graphicFrame>
        </mc:Fallback>
      </mc:AlternateContent>
      <mc:AlternateContent xmlns:mc="http://schemas.openxmlformats.org/markup-compatibility/2006" xmlns:a14="http://schemas.microsoft.com/office/drawing/2010/main">
        <mc:Choice Requires="a14">
          <p:graphicFrame>
            <p:nvGraphicFramePr>
              <p:cNvPr id="76" name="Table 75"/>
              <p:cNvGraphicFramePr>
                <a:graphicFrameLocks noGrp="1"/>
              </p:cNvGraphicFramePr>
              <p:nvPr/>
            </p:nvGraphicFramePr>
            <p:xfrm>
              <a:off x="5022907" y="5458494"/>
              <a:ext cx="7101224" cy="1097280"/>
            </p:xfrm>
            <a:graphic>
              <a:graphicData uri="http://schemas.openxmlformats.org/drawingml/2006/table">
                <a:tbl>
                  <a:tblPr firstRow="1" bandRow="1">
                    <a:tableStyleId>{93296810-A885-4BE3-A3E7-6D5BEEA58F35}</a:tableStyleId>
                  </a:tblPr>
                  <a:tblGrid>
                    <a:gridCol w="2316172">
                      <a:extLst>
                        <a:ext uri="{9D8B030D-6E8A-4147-A177-3AD203B41FA5}">
                          <a16:colId xmlns:a16="http://schemas.microsoft.com/office/drawing/2014/main" val="20000"/>
                        </a:ext>
                      </a:extLst>
                    </a:gridCol>
                    <a:gridCol w="2316172">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tblGrid>
                  <a:tr h="1097280">
                    <a:tc>
                      <a:txBody>
                        <a:bodyPr/>
                        <a:lstStyle/>
                        <a:p>
                          <a:pPr algn="ctr"/>
                          <a14:m>
                            <m:oMathPara xmlns:m="http://schemas.openxmlformats.org/officeDocument/2006/math">
                              <m:oMathParaPr>
                                <m:jc m:val="centerGroup"/>
                              </m:oMathParaPr>
                              <m:oMath xmlns:m="http://schemas.openxmlformats.org/officeDocument/2006/math">
                                <m:nary>
                                  <m:naryPr>
                                    <m:chr m:val="∑"/>
                                    <m:subHide m:val="on"/>
                                    <m:supHide m:val="on"/>
                                    <m:ctrlPr>
                                      <a:rPr lang="en-US" sz="2500" i="1" smtClean="0">
                                        <a:solidFill>
                                          <a:schemeClr val="bg2"/>
                                        </a:solidFill>
                                        <a:latin typeface="Cambria Math" panose="02040503050406030204" pitchFamily="18" charset="0"/>
                                      </a:rPr>
                                    </m:ctrlPr>
                                  </m:naryPr>
                                  <m:sub/>
                                  <m:sup/>
                                  <m:e>
                                    <m:d>
                                      <m:dPr>
                                        <m:ctrlPr>
                                          <a:rPr lang="en-US" sz="2500" i="1">
                                            <a:solidFill>
                                              <a:schemeClr val="bg2"/>
                                            </a:solidFill>
                                            <a:latin typeface="Cambria Math" panose="02040503050406030204" pitchFamily="18" charset="0"/>
                                          </a:rPr>
                                        </m:ctrlPr>
                                      </m:dPr>
                                      <m:e>
                                        <m:sSubSup>
                                          <m:sSubSupPr>
                                            <m:ctrlPr>
                                              <a:rPr lang="en-US" sz="2500" b="0" i="1" smtClean="0">
                                                <a:solidFill>
                                                  <a:schemeClr val="bg2"/>
                                                </a:solidFill>
                                                <a:latin typeface="Cambria Math" panose="02040503050406030204" pitchFamily="18" charset="0"/>
                                              </a:rPr>
                                            </m:ctrlPr>
                                          </m:sSubSupPr>
                                          <m:e>
                                            <m:r>
                                              <m:rPr>
                                                <m:sty m:val="p"/>
                                              </m:rPr>
                                              <a:rPr lang="en-US" sz="2500" b="0" i="0" smtClean="0">
                                                <a:solidFill>
                                                  <a:schemeClr val="bg2"/>
                                                </a:solidFill>
                                                <a:latin typeface="Cambria Math" panose="02040503050406030204" pitchFamily="18" charset="0"/>
                                              </a:rPr>
                                              <m:t>d</m:t>
                                            </m:r>
                                          </m:e>
                                          <m:sub>
                                            <m:r>
                                              <a:rPr lang="en-US" sz="2500" b="0" i="1" smtClean="0">
                                                <a:solidFill>
                                                  <a:schemeClr val="bg2"/>
                                                </a:solidFill>
                                                <a:latin typeface="Cambria Math" panose="02040503050406030204" pitchFamily="18" charset="0"/>
                                              </a:rPr>
                                              <m:t>12</m:t>
                                            </m:r>
                                          </m:sub>
                                          <m:sup>
                                            <m:r>
                                              <a:rPr lang="en-US" sz="2500" b="0" i="0" smtClean="0">
                                                <a:solidFill>
                                                  <a:schemeClr val="bg2"/>
                                                </a:solidFill>
                                                <a:latin typeface="Cambria Math" panose="02040503050406030204" pitchFamily="18" charset="0"/>
                                              </a:rPr>
                                              <m:t>      2</m:t>
                                            </m:r>
                                          </m:sup>
                                        </m:sSubSup>
                                      </m:e>
                                    </m:d>
                                  </m:e>
                                </m:nary>
                                <m:r>
                                  <a:rPr lang="en-US" sz="2500" b="0" i="1" smtClean="0">
                                    <a:solidFill>
                                      <a:schemeClr val="bg2"/>
                                    </a:solidFill>
                                    <a:latin typeface="Cambria Math" panose="02040503050406030204" pitchFamily="18" charset="0"/>
                                  </a:rPr>
                                  <m:t>=</m:t>
                                </m:r>
                                <m:r>
                                  <a:rPr lang="en-US" sz="2500" b="0" i="1" smtClean="0">
                                    <a:solidFill>
                                      <a:srgbClr val="99504D"/>
                                    </a:solidFill>
                                    <a:latin typeface="Cambria Math" panose="02040503050406030204" pitchFamily="18" charset="0"/>
                                  </a:rPr>
                                  <m:t>74</m:t>
                                </m:r>
                              </m:oMath>
                            </m:oMathPara>
                          </a14:m>
                          <a:endParaRPr lang="en-US" sz="2500" i="0" dirty="0">
                            <a:solidFill>
                              <a:schemeClr val="bg2"/>
                            </a:solidFill>
                          </a:endParaRPr>
                        </a:p>
                      </a:txBody>
                      <a:tcPr anchor="ctr">
                        <a:solidFill>
                          <a:srgbClr val="99504D"/>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nary>
                                  <m:naryPr>
                                    <m:chr m:val="∑"/>
                                    <m:subHide m:val="on"/>
                                    <m:supHide m:val="on"/>
                                    <m:ctrlPr>
                                      <a:rPr lang="en-US" sz="2500" i="1" smtClean="0">
                                        <a:solidFill>
                                          <a:schemeClr val="bg2"/>
                                        </a:solidFill>
                                        <a:latin typeface="Cambria Math" panose="02040503050406030204" pitchFamily="18" charset="0"/>
                                      </a:rPr>
                                    </m:ctrlPr>
                                  </m:naryPr>
                                  <m:sub/>
                                  <m:sup/>
                                  <m:e>
                                    <m:d>
                                      <m:dPr>
                                        <m:ctrlPr>
                                          <a:rPr lang="en-US" sz="2500" i="1">
                                            <a:solidFill>
                                              <a:schemeClr val="bg2"/>
                                            </a:solidFill>
                                            <a:latin typeface="Cambria Math" panose="02040503050406030204" pitchFamily="18" charset="0"/>
                                          </a:rPr>
                                        </m:ctrlPr>
                                      </m:dPr>
                                      <m:e>
                                        <m:sSubSup>
                                          <m:sSubSupPr>
                                            <m:ctrlPr>
                                              <a:rPr lang="en-US" sz="2500" b="0" i="1" smtClean="0">
                                                <a:solidFill>
                                                  <a:schemeClr val="bg2"/>
                                                </a:solidFill>
                                                <a:latin typeface="Cambria Math" panose="02040503050406030204" pitchFamily="18" charset="0"/>
                                              </a:rPr>
                                            </m:ctrlPr>
                                          </m:sSubSupPr>
                                          <m:e>
                                            <m:r>
                                              <m:rPr>
                                                <m:sty m:val="p"/>
                                              </m:rPr>
                                              <a:rPr lang="en-US" sz="2500" b="0" i="0" smtClean="0">
                                                <a:solidFill>
                                                  <a:schemeClr val="bg2"/>
                                                </a:solidFill>
                                                <a:latin typeface="Cambria Math" panose="02040503050406030204" pitchFamily="18" charset="0"/>
                                              </a:rPr>
                                              <m:t>d</m:t>
                                            </m:r>
                                          </m:e>
                                          <m:sub>
                                            <m:r>
                                              <a:rPr lang="en-US" sz="2500" b="0" i="1" smtClean="0">
                                                <a:solidFill>
                                                  <a:schemeClr val="bg2"/>
                                                </a:solidFill>
                                                <a:latin typeface="Cambria Math" panose="02040503050406030204" pitchFamily="18" charset="0"/>
                                              </a:rPr>
                                              <m:t>23</m:t>
                                            </m:r>
                                          </m:sub>
                                          <m:sup>
                                            <m:r>
                                              <a:rPr lang="en-US" sz="2500" b="0" i="0" smtClean="0">
                                                <a:solidFill>
                                                  <a:schemeClr val="bg2"/>
                                                </a:solidFill>
                                                <a:latin typeface="Cambria Math" panose="02040503050406030204" pitchFamily="18" charset="0"/>
                                              </a:rPr>
                                              <m:t>      2</m:t>
                                            </m:r>
                                          </m:sup>
                                        </m:sSubSup>
                                      </m:e>
                                    </m:d>
                                  </m:e>
                                </m:nary>
                                <m:r>
                                  <a:rPr lang="en-US" sz="2500" b="0" i="1" smtClean="0">
                                    <a:solidFill>
                                      <a:schemeClr val="bg2"/>
                                    </a:solidFill>
                                    <a:latin typeface="Cambria Math" panose="02040503050406030204" pitchFamily="18" charset="0"/>
                                  </a:rPr>
                                  <m:t>=</m:t>
                                </m:r>
                                <m:r>
                                  <a:rPr lang="en-US" sz="2500" b="0" i="1" smtClean="0">
                                    <a:solidFill>
                                      <a:srgbClr val="99504D"/>
                                    </a:solidFill>
                                    <a:latin typeface="Cambria Math" panose="02040503050406030204" pitchFamily="18" charset="0"/>
                                  </a:rPr>
                                  <m:t>44</m:t>
                                </m:r>
                              </m:oMath>
                            </m:oMathPara>
                          </a14:m>
                          <a:endParaRPr lang="en-US" sz="2500" b="0" i="0" dirty="0">
                            <a:solidFill>
                              <a:srgbClr val="99504D"/>
                            </a:solidFill>
                          </a:endParaRPr>
                        </a:p>
                      </a:txBody>
                      <a:tcPr anchor="ctr">
                        <a:solidFill>
                          <a:srgbClr val="99504D"/>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nary>
                                  <m:naryPr>
                                    <m:chr m:val="∑"/>
                                    <m:subHide m:val="on"/>
                                    <m:supHide m:val="on"/>
                                    <m:ctrlPr>
                                      <a:rPr lang="en-US" sz="2500" i="1" smtClean="0">
                                        <a:solidFill>
                                          <a:schemeClr val="bg2"/>
                                        </a:solidFill>
                                        <a:latin typeface="Cambria Math" panose="02040503050406030204" pitchFamily="18" charset="0"/>
                                      </a:rPr>
                                    </m:ctrlPr>
                                  </m:naryPr>
                                  <m:sub/>
                                  <m:sup/>
                                  <m:e>
                                    <m:d>
                                      <m:dPr>
                                        <m:ctrlPr>
                                          <a:rPr lang="en-US" sz="2500" i="1">
                                            <a:solidFill>
                                              <a:schemeClr val="bg2"/>
                                            </a:solidFill>
                                            <a:latin typeface="Cambria Math" panose="02040503050406030204" pitchFamily="18" charset="0"/>
                                          </a:rPr>
                                        </m:ctrlPr>
                                      </m:dPr>
                                      <m:e>
                                        <m:sSubSup>
                                          <m:sSubSupPr>
                                            <m:ctrlPr>
                                              <a:rPr lang="en-US" sz="2500" b="0" i="1" smtClean="0">
                                                <a:solidFill>
                                                  <a:schemeClr val="bg2"/>
                                                </a:solidFill>
                                                <a:latin typeface="Cambria Math" panose="02040503050406030204" pitchFamily="18" charset="0"/>
                                              </a:rPr>
                                            </m:ctrlPr>
                                          </m:sSubSupPr>
                                          <m:e>
                                            <m:r>
                                              <m:rPr>
                                                <m:sty m:val="p"/>
                                              </m:rPr>
                                              <a:rPr lang="en-US" sz="2500" b="0" i="0" smtClean="0">
                                                <a:solidFill>
                                                  <a:schemeClr val="bg2"/>
                                                </a:solidFill>
                                                <a:latin typeface="Cambria Math" panose="02040503050406030204" pitchFamily="18" charset="0"/>
                                              </a:rPr>
                                              <m:t>d</m:t>
                                            </m:r>
                                          </m:e>
                                          <m:sub>
                                            <m:r>
                                              <a:rPr lang="en-US" sz="2500" b="0" i="1" smtClean="0">
                                                <a:solidFill>
                                                  <a:schemeClr val="bg2"/>
                                                </a:solidFill>
                                                <a:latin typeface="Cambria Math" panose="02040503050406030204" pitchFamily="18" charset="0"/>
                                              </a:rPr>
                                              <m:t>13</m:t>
                                            </m:r>
                                          </m:sub>
                                          <m:sup>
                                            <m:r>
                                              <a:rPr lang="en-US" sz="2500" b="0" i="0" smtClean="0">
                                                <a:solidFill>
                                                  <a:schemeClr val="bg2"/>
                                                </a:solidFill>
                                                <a:latin typeface="Cambria Math" panose="02040503050406030204" pitchFamily="18" charset="0"/>
                                              </a:rPr>
                                              <m:t>      2</m:t>
                                            </m:r>
                                          </m:sup>
                                        </m:sSubSup>
                                      </m:e>
                                    </m:d>
                                  </m:e>
                                </m:nary>
                                <m:r>
                                  <a:rPr lang="en-US" sz="2500" b="0" i="1" smtClean="0">
                                    <a:solidFill>
                                      <a:schemeClr val="bg2"/>
                                    </a:solidFill>
                                    <a:latin typeface="Cambria Math" panose="02040503050406030204" pitchFamily="18" charset="0"/>
                                  </a:rPr>
                                  <m:t>=</m:t>
                                </m:r>
                                <m:r>
                                  <a:rPr lang="en-US" sz="2500" b="0" i="1" smtClean="0">
                                    <a:solidFill>
                                      <a:srgbClr val="99504D"/>
                                    </a:solidFill>
                                    <a:latin typeface="Cambria Math" panose="02040503050406030204" pitchFamily="18" charset="0"/>
                                  </a:rPr>
                                  <m:t>156</m:t>
                                </m:r>
                              </m:oMath>
                            </m:oMathPara>
                          </a14:m>
                          <a:endParaRPr lang="en-US" sz="2500" b="0" i="0" dirty="0">
                            <a:solidFill>
                              <a:srgbClr val="99504D"/>
                            </a:solidFill>
                          </a:endParaRPr>
                        </a:p>
                      </a:txBody>
                      <a:tcPr anchor="ctr">
                        <a:solidFill>
                          <a:srgbClr val="99504D"/>
                        </a:solidFill>
                      </a:tcPr>
                    </a:tc>
                    <a:extLst>
                      <a:ext uri="{0D108BD9-81ED-4DB2-BD59-A6C34878D82A}">
                        <a16:rowId xmlns:a16="http://schemas.microsoft.com/office/drawing/2014/main" val="10000"/>
                      </a:ext>
                    </a:extLst>
                  </a:tr>
                </a:tbl>
              </a:graphicData>
            </a:graphic>
          </p:graphicFrame>
        </mc:Choice>
        <mc:Fallback xmlns="">
          <p:graphicFrame>
            <p:nvGraphicFramePr>
              <p:cNvPr id="76" name="Table 75"/>
              <p:cNvGraphicFramePr>
                <a:graphicFrameLocks noGrp="1"/>
              </p:cNvGraphicFramePr>
              <p:nvPr>
                <p:extLst/>
              </p:nvPr>
            </p:nvGraphicFramePr>
            <p:xfrm>
              <a:off x="5022907" y="5458494"/>
              <a:ext cx="7101224" cy="1097280"/>
            </p:xfrm>
            <a:graphic>
              <a:graphicData uri="http://schemas.openxmlformats.org/drawingml/2006/table">
                <a:tbl>
                  <a:tblPr firstRow="1" bandRow="1">
                    <a:tableStyleId>{93296810-A885-4BE3-A3E7-6D5BEEA58F35}</a:tableStyleId>
                  </a:tblPr>
                  <a:tblGrid>
                    <a:gridCol w="2316172"/>
                    <a:gridCol w="2316172"/>
                    <a:gridCol w="2468880"/>
                  </a:tblGrid>
                  <a:tr h="1097280">
                    <a:tc>
                      <a:txBody>
                        <a:bodyPr/>
                        <a:lstStyle/>
                        <a:p>
                          <a:endParaRPr lang="en-US"/>
                        </a:p>
                      </a:txBody>
                      <a:tcPr anchor="ctr">
                        <a:blipFill rotWithShape="0">
                          <a:blip r:embed="rId3"/>
                          <a:stretch>
                            <a:fillRect l="-263" t="-552" r="-208158" b="-2210"/>
                          </a:stretch>
                        </a:blipFill>
                      </a:tcPr>
                    </a:tc>
                    <a:tc>
                      <a:txBody>
                        <a:bodyPr/>
                        <a:lstStyle/>
                        <a:p>
                          <a:endParaRPr lang="en-US"/>
                        </a:p>
                      </a:txBody>
                      <a:tcPr anchor="ctr">
                        <a:blipFill rotWithShape="0">
                          <a:blip r:embed="rId3"/>
                          <a:stretch>
                            <a:fillRect l="-100000" t="-552" r="-107612" b="-2210"/>
                          </a:stretch>
                        </a:blipFill>
                      </a:tcPr>
                    </a:tc>
                    <a:tc>
                      <a:txBody>
                        <a:bodyPr/>
                        <a:lstStyle/>
                        <a:p>
                          <a:endParaRPr lang="en-US"/>
                        </a:p>
                      </a:txBody>
                      <a:tcPr anchor="ctr">
                        <a:blipFill rotWithShape="0">
                          <a:blip r:embed="rId3"/>
                          <a:stretch>
                            <a:fillRect l="-188148" t="-552" r="-1235" b="-2210"/>
                          </a:stretch>
                        </a:blipFill>
                      </a:tcPr>
                    </a:tc>
                  </a:tr>
                </a:tbl>
              </a:graphicData>
            </a:graphic>
          </p:graphicFrame>
        </mc:Fallback>
      </mc:AlternateContent>
      <p:sp>
        <p:nvSpPr>
          <p:cNvPr id="93" name="Rounded Rectangle 92"/>
          <p:cNvSpPr/>
          <p:nvPr/>
        </p:nvSpPr>
        <p:spPr>
          <a:xfrm>
            <a:off x="445870" y="1388219"/>
            <a:ext cx="914400" cy="5120640"/>
          </a:xfrm>
          <a:prstGeom prst="round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ounded Rectangle 93"/>
          <p:cNvSpPr/>
          <p:nvPr/>
        </p:nvSpPr>
        <p:spPr>
          <a:xfrm>
            <a:off x="2066326" y="1388219"/>
            <a:ext cx="914400" cy="5120640"/>
          </a:xfrm>
          <a:prstGeom prst="round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ounded Rectangle 94"/>
          <p:cNvSpPr/>
          <p:nvPr/>
        </p:nvSpPr>
        <p:spPr>
          <a:xfrm>
            <a:off x="3686782" y="1388219"/>
            <a:ext cx="914400" cy="5120640"/>
          </a:xfrm>
          <a:prstGeom prst="round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6" name="TextBox 95">
                <a:extLst>
                  <a:ext uri="{FF2B5EF4-FFF2-40B4-BE49-F238E27FC236}">
                    <a16:creationId xmlns:a16="http://schemas.microsoft.com/office/drawing/2014/main" id="{68622B1E-44A3-44A2-B1C1-8D969737DA50}"/>
                  </a:ext>
                </a:extLst>
              </p:cNvPr>
              <p:cNvSpPr txBox="1"/>
              <p:nvPr/>
            </p:nvSpPr>
            <p:spPr>
              <a:xfrm>
                <a:off x="6764035" y="5708072"/>
                <a:ext cx="605294"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a:rPr lang="en-US" sz="2800" b="1" i="1" dirty="0" smtClean="0">
                          <a:solidFill>
                            <a:schemeClr val="bg1"/>
                          </a:solidFill>
                          <a:latin typeface="Cambria Math" panose="02040503050406030204" pitchFamily="18" charset="0"/>
                        </a:rPr>
                        <m:t>𝟕</m:t>
                      </m:r>
                      <m:r>
                        <a:rPr lang="en-US" sz="2800" b="1" i="0" dirty="0" smtClean="0">
                          <a:solidFill>
                            <a:schemeClr val="bg1"/>
                          </a:solidFill>
                          <a:latin typeface="Cambria Math" panose="02040503050406030204" pitchFamily="18" charset="0"/>
                        </a:rPr>
                        <m:t>𝟒</m:t>
                      </m:r>
                    </m:oMath>
                  </m:oMathPara>
                </a14:m>
                <a:endParaRPr lang="en-IN" sz="2800" b="1" dirty="0">
                  <a:solidFill>
                    <a:schemeClr val="bg1"/>
                  </a:solidFill>
                </a:endParaRPr>
              </a:p>
            </p:txBody>
          </p:sp>
        </mc:Choice>
        <mc:Fallback xmlns="">
          <p:sp>
            <p:nvSpPr>
              <p:cNvPr id="96" name="TextBox 95">
                <a:extLst>
                  <a:ext uri="{FF2B5EF4-FFF2-40B4-BE49-F238E27FC236}">
                    <a16:creationId xmlns="" xmlns:a16="http://schemas.microsoft.com/office/drawing/2014/main"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6764035" y="5708072"/>
                <a:ext cx="605294" cy="52322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68622B1E-44A3-44A2-B1C1-8D969737DA50}"/>
                  </a:ext>
                </a:extLst>
              </p:cNvPr>
              <p:cNvSpPr txBox="1"/>
              <p:nvPr/>
            </p:nvSpPr>
            <p:spPr>
              <a:xfrm>
                <a:off x="9074098" y="5708072"/>
                <a:ext cx="605294"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a:rPr lang="en-US" sz="2800" b="1" i="1" dirty="0" smtClean="0">
                          <a:solidFill>
                            <a:schemeClr val="bg1"/>
                          </a:solidFill>
                          <a:latin typeface="Cambria Math" panose="02040503050406030204" pitchFamily="18" charset="0"/>
                        </a:rPr>
                        <m:t>𝟒</m:t>
                      </m:r>
                      <m:r>
                        <a:rPr lang="en-US" sz="2800" b="1" i="0" dirty="0" smtClean="0">
                          <a:solidFill>
                            <a:schemeClr val="bg1"/>
                          </a:solidFill>
                          <a:latin typeface="Cambria Math" panose="02040503050406030204" pitchFamily="18" charset="0"/>
                        </a:rPr>
                        <m:t>𝟒</m:t>
                      </m:r>
                    </m:oMath>
                  </m:oMathPara>
                </a14:m>
                <a:endParaRPr lang="en-IN" sz="2800" b="1" dirty="0">
                  <a:solidFill>
                    <a:schemeClr val="bg1"/>
                  </a:solidFill>
                </a:endParaRPr>
              </a:p>
            </p:txBody>
          </p:sp>
        </mc:Choice>
        <mc:Fallback xmlns="">
          <p:sp>
            <p:nvSpPr>
              <p:cNvPr id="97" name="TextBox 96">
                <a:extLst>
                  <a:ext uri="{FF2B5EF4-FFF2-40B4-BE49-F238E27FC236}">
                    <a16:creationId xmlns="" xmlns:a16="http://schemas.microsoft.com/office/drawing/2014/main"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9074098" y="5708072"/>
                <a:ext cx="605294" cy="523220"/>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8" name="TextBox 97">
                <a:extLst>
                  <a:ext uri="{FF2B5EF4-FFF2-40B4-BE49-F238E27FC236}">
                    <a16:creationId xmlns:a16="http://schemas.microsoft.com/office/drawing/2014/main" id="{68622B1E-44A3-44A2-B1C1-8D969737DA50}"/>
                  </a:ext>
                </a:extLst>
              </p:cNvPr>
              <p:cNvSpPr txBox="1"/>
              <p:nvPr/>
            </p:nvSpPr>
            <p:spPr>
              <a:xfrm>
                <a:off x="11371904" y="5708072"/>
                <a:ext cx="820096"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a:rPr lang="en-US" sz="2800" b="1" i="1" dirty="0" smtClean="0">
                          <a:solidFill>
                            <a:schemeClr val="bg1"/>
                          </a:solidFill>
                          <a:latin typeface="Cambria Math" panose="02040503050406030204" pitchFamily="18" charset="0"/>
                        </a:rPr>
                        <m:t>𝟏𝟓𝟔</m:t>
                      </m:r>
                    </m:oMath>
                  </m:oMathPara>
                </a14:m>
                <a:endParaRPr lang="en-IN" sz="2800" b="1" dirty="0">
                  <a:solidFill>
                    <a:schemeClr val="bg1"/>
                  </a:solidFill>
                </a:endParaRPr>
              </a:p>
            </p:txBody>
          </p:sp>
        </mc:Choice>
        <mc:Fallback xmlns="">
          <p:sp>
            <p:nvSpPr>
              <p:cNvPr id="98" name="TextBox 97">
                <a:extLst>
                  <a:ext uri="{FF2B5EF4-FFF2-40B4-BE49-F238E27FC236}">
                    <a16:creationId xmlns="" xmlns:a16="http://schemas.microsoft.com/office/drawing/2014/main"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11371904" y="5708072"/>
                <a:ext cx="820096" cy="523220"/>
              </a:xfrm>
              <a:prstGeom prst="rect">
                <a:avLst/>
              </a:prstGeom>
              <a:blipFill rotWithShape="0">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250851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6"/>
                                        </p:tgtEl>
                                        <p:attrNameLst>
                                          <p:attrName>style.visibility</p:attrName>
                                        </p:attrNameLst>
                                      </p:cBhvr>
                                      <p:to>
                                        <p:strVal val="visible"/>
                                      </p:to>
                                    </p:set>
                                  </p:childTnLst>
                                </p:cTn>
                              </p:par>
                            </p:childTnLst>
                          </p:cTn>
                        </p:par>
                        <p:par>
                          <p:cTn id="15" fill="hold">
                            <p:stCondLst>
                              <p:cond delay="0"/>
                            </p:stCondLst>
                            <p:childTnLst>
                              <p:par>
                                <p:cTn id="16" presetID="1" presetClass="exit" presetSubtype="0" fill="hold" grpId="1" nodeType="afterEffect">
                                  <p:stCondLst>
                                    <p:cond delay="0"/>
                                  </p:stCondLst>
                                  <p:childTnLst>
                                    <p:set>
                                      <p:cBhvr>
                                        <p:cTn id="17" dur="1" fill="hold">
                                          <p:stCondLst>
                                            <p:cond delay="0"/>
                                          </p:stCondLst>
                                        </p:cTn>
                                        <p:tgtEl>
                                          <p:spTgt spid="93"/>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94"/>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97"/>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95"/>
                                        </p:tgtEl>
                                        <p:attrNameLst>
                                          <p:attrName>style.visibility</p:attrName>
                                        </p:attrNameLst>
                                      </p:cBhvr>
                                      <p:to>
                                        <p:strVal val="visible"/>
                                      </p:to>
                                    </p:set>
                                  </p:childTnLst>
                                </p:cTn>
                              </p:par>
                              <p:par>
                                <p:cTn id="30" presetID="1" presetClass="exit" presetSubtype="0" fill="hold" grpId="1" nodeType="withEffect">
                                  <p:stCondLst>
                                    <p:cond delay="0"/>
                                  </p:stCondLst>
                                  <p:childTnLst>
                                    <p:set>
                                      <p:cBhvr>
                                        <p:cTn id="31" dur="1" fill="hold">
                                          <p:stCondLst>
                                            <p:cond delay="0"/>
                                          </p:stCondLst>
                                        </p:cTn>
                                        <p:tgtEl>
                                          <p:spTgt spid="94"/>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 grpId="0" animBg="1"/>
      <p:bldP spid="93" grpId="1" animBg="1"/>
      <p:bldP spid="94" grpId="0" animBg="1"/>
      <p:bldP spid="94" grpId="1" animBg="1"/>
      <p:bldP spid="95" grpId="0" animBg="1"/>
      <p:bldP spid="96" grpId="0"/>
      <p:bldP spid="97" grpId="0"/>
      <p:bldP spid="98"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2 ⇝ Example 2(</a:t>
            </a:r>
            <a:r>
              <a:rPr lang="en-GB" dirty="0">
                <a:solidFill>
                  <a:srgbClr val="FF0000"/>
                </a:solidFill>
              </a:rPr>
              <a:t>Continue</a:t>
            </a:r>
            <a:r>
              <a:rPr lang="en-GB" dirty="0"/>
              <a:t>)</a:t>
            </a:r>
            <a:endParaRPr lang="en-US" dirty="0"/>
          </a:p>
        </p:txBody>
      </p:sp>
      <mc:AlternateContent xmlns:mc="http://schemas.openxmlformats.org/markup-compatibility/2006" xmlns:a14="http://schemas.microsoft.com/office/drawing/2010/main">
        <mc:Choice Requires="a14">
          <p:sp>
            <p:nvSpPr>
              <p:cNvPr id="8" name="Rectangle 7"/>
              <p:cNvSpPr/>
              <p:nvPr/>
            </p:nvSpPr>
            <p:spPr>
              <a:xfrm>
                <a:off x="128438" y="884472"/>
                <a:ext cx="11935124" cy="523220"/>
              </a:xfrm>
              <a:prstGeom prst="rect">
                <a:avLst/>
              </a:prstGeom>
            </p:spPr>
            <p:txBody>
              <a:bodyPr wrap="square">
                <a:spAutoFit/>
              </a:bodyPr>
              <a:lstStyle/>
              <a:p>
                <a:r>
                  <a:rPr lang="en-US" sz="2800" dirty="0">
                    <a:solidFill>
                      <a:srgbClr val="002060"/>
                    </a:solidFill>
                  </a:rPr>
                  <a:t>Now let us find the </a:t>
                </a:r>
                <a14:m>
                  <m:oMath xmlns:m="http://schemas.openxmlformats.org/officeDocument/2006/math">
                    <m:r>
                      <a:rPr lang="en-US" sz="2800" b="1" dirty="0">
                        <a:solidFill>
                          <a:srgbClr val="002060"/>
                        </a:solidFill>
                        <a:latin typeface="Cambria Math" panose="02040503050406030204" pitchFamily="18" charset="0"/>
                        <a:ea typeface="Cambria Math" panose="02040503050406030204" pitchFamily="18" charset="0"/>
                      </a:rPr>
                      <m:t>𝛒</m:t>
                    </m:r>
                    <m:d>
                      <m:dPr>
                        <m:ctrlPr>
                          <a:rPr lang="en-US" sz="2800" b="1" i="1" dirty="0" smtClean="0">
                            <a:solidFill>
                              <a:srgbClr val="002060"/>
                            </a:solidFill>
                            <a:latin typeface="Cambria Math" panose="02040503050406030204" pitchFamily="18" charset="0"/>
                            <a:ea typeface="Cambria Math" panose="02040503050406030204" pitchFamily="18" charset="0"/>
                          </a:rPr>
                        </m:ctrlPr>
                      </m:dPr>
                      <m:e>
                        <m:r>
                          <m:rPr>
                            <m:nor/>
                          </m:rPr>
                          <a:rPr lang="en-US" sz="2800" dirty="0">
                            <a:solidFill>
                              <a:srgbClr val="002060"/>
                            </a:solidFill>
                          </a:rPr>
                          <m:t>the</m:t>
                        </m:r>
                        <m:r>
                          <m:rPr>
                            <m:nor/>
                          </m:rPr>
                          <a:rPr lang="en-US" sz="2800" dirty="0">
                            <a:solidFill>
                              <a:srgbClr val="002060"/>
                            </a:solidFill>
                          </a:rPr>
                          <m:t> </m:t>
                        </m:r>
                        <m:r>
                          <m:rPr>
                            <m:nor/>
                          </m:rPr>
                          <a:rPr lang="en-US" sz="2800" dirty="0">
                            <a:solidFill>
                              <a:srgbClr val="002060"/>
                            </a:solidFill>
                          </a:rPr>
                          <m:t>coefficient</m:t>
                        </m:r>
                        <m:r>
                          <m:rPr>
                            <m:nor/>
                          </m:rPr>
                          <a:rPr lang="en-US" sz="2800" dirty="0">
                            <a:solidFill>
                              <a:srgbClr val="002060"/>
                            </a:solidFill>
                          </a:rPr>
                          <m:t> </m:t>
                        </m:r>
                        <m:r>
                          <m:rPr>
                            <m:nor/>
                          </m:rPr>
                          <a:rPr lang="en-US" sz="2800" dirty="0">
                            <a:solidFill>
                              <a:srgbClr val="002060"/>
                            </a:solidFill>
                          </a:rPr>
                          <m:t>of</m:t>
                        </m:r>
                        <m:r>
                          <m:rPr>
                            <m:nor/>
                          </m:rPr>
                          <a:rPr lang="en-US" sz="2800" dirty="0">
                            <a:solidFill>
                              <a:srgbClr val="002060"/>
                            </a:solidFill>
                          </a:rPr>
                          <m:t> </m:t>
                        </m:r>
                        <m:r>
                          <m:rPr>
                            <m:nor/>
                          </m:rPr>
                          <a:rPr lang="en-US" sz="2800" dirty="0">
                            <a:solidFill>
                              <a:srgbClr val="002060"/>
                            </a:solidFill>
                          </a:rPr>
                          <m:t>rank</m:t>
                        </m:r>
                        <m:r>
                          <m:rPr>
                            <m:nor/>
                          </m:rPr>
                          <a:rPr lang="en-US" sz="2800" dirty="0">
                            <a:solidFill>
                              <a:srgbClr val="002060"/>
                            </a:solidFill>
                          </a:rPr>
                          <m:t> </m:t>
                        </m:r>
                        <m:r>
                          <m:rPr>
                            <m:nor/>
                          </m:rPr>
                          <a:rPr lang="en-US" sz="2800" dirty="0">
                            <a:solidFill>
                              <a:srgbClr val="002060"/>
                            </a:solidFill>
                          </a:rPr>
                          <m:t>correlation</m:t>
                        </m:r>
                      </m:e>
                    </m:d>
                  </m:oMath>
                </a14:m>
                <a:r>
                  <a:rPr lang="en-US" sz="2800" dirty="0">
                    <a:solidFill>
                      <a:srgbClr val="002060"/>
                    </a:solidFill>
                  </a:rPr>
                  <a:t> for each </a:t>
                </a:r>
                <a14:m>
                  <m:oMath xmlns:m="http://schemas.openxmlformats.org/officeDocument/2006/math">
                    <m:r>
                      <a:rPr lang="en-US" sz="2800" b="1" dirty="0">
                        <a:solidFill>
                          <a:srgbClr val="002060"/>
                        </a:solidFill>
                        <a:latin typeface="Cambria Math" panose="02040503050406030204" pitchFamily="18" charset="0"/>
                      </a:rPr>
                      <m:t>𝐝</m:t>
                    </m:r>
                    <m:r>
                      <a:rPr lang="en-US" sz="2800" b="1" i="0" dirty="0" smtClean="0">
                        <a:solidFill>
                          <a:srgbClr val="002060"/>
                        </a:solidFill>
                        <a:latin typeface="Cambria Math" panose="02040503050406030204" pitchFamily="18" charset="0"/>
                      </a:rPr>
                      <m:t>.</m:t>
                    </m:r>
                  </m:oMath>
                </a14:m>
                <a:endParaRPr lang="en-US" b="1" dirty="0"/>
              </a:p>
            </p:txBody>
          </p:sp>
        </mc:Choice>
        <mc:Fallback xmlns="">
          <p:sp>
            <p:nvSpPr>
              <p:cNvPr id="8" name="Rectangle 7"/>
              <p:cNvSpPr>
                <a:spLocks noRot="1" noChangeAspect="1" noMove="1" noResize="1" noEditPoints="1" noAdjustHandles="1" noChangeArrowheads="1" noChangeShapeType="1" noTextEdit="1"/>
              </p:cNvSpPr>
              <p:nvPr/>
            </p:nvSpPr>
            <p:spPr>
              <a:xfrm>
                <a:off x="128438" y="884472"/>
                <a:ext cx="11935124" cy="523220"/>
              </a:xfrm>
              <a:prstGeom prst="rect">
                <a:avLst/>
              </a:prstGeom>
              <a:blipFill rotWithShape="0">
                <a:blip r:embed="rId2"/>
                <a:stretch>
                  <a:fillRect l="-1021" t="-11628"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Rectangle 49"/>
              <p:cNvSpPr/>
              <p:nvPr/>
            </p:nvSpPr>
            <p:spPr>
              <a:xfrm>
                <a:off x="137270" y="1548276"/>
                <a:ext cx="3746282" cy="1153264"/>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sSub>
                        <m:sSubPr>
                          <m:ctrlPr>
                            <a:rPr lang="en-US" sz="2800" b="0" i="1" smtClean="0">
                              <a:solidFill>
                                <a:srgbClr val="002060"/>
                              </a:solidFill>
                              <a:latin typeface="Cambria Math" panose="02040503050406030204" pitchFamily="18" charset="0"/>
                            </a:rPr>
                          </m:ctrlPr>
                        </m:sSubPr>
                        <m:e>
                          <m:r>
                            <m:rPr>
                              <m:sty m:val="p"/>
                            </m:rPr>
                            <a:rPr lang="en-US" sz="2800" smtClean="0">
                              <a:solidFill>
                                <a:srgbClr val="002060"/>
                              </a:solidFill>
                              <a:latin typeface="Cambria Math" panose="02040503050406030204" pitchFamily="18" charset="0"/>
                            </a:rPr>
                            <m:t>ρ</m:t>
                          </m:r>
                        </m:e>
                        <m:sub>
                          <m:r>
                            <a:rPr lang="en-US" sz="2800" b="0" i="0" smtClean="0">
                              <a:solidFill>
                                <a:srgbClr val="002060"/>
                              </a:solidFill>
                              <a:latin typeface="Cambria Math" panose="02040503050406030204" pitchFamily="18" charset="0"/>
                            </a:rPr>
                            <m:t>12</m:t>
                          </m:r>
                        </m:sub>
                      </m:sSub>
                      <m:r>
                        <a:rPr lang="en-US" sz="2800" smtClean="0">
                          <a:solidFill>
                            <a:srgbClr val="002060"/>
                          </a:solidFill>
                          <a:latin typeface="Cambria Math" panose="02040503050406030204" pitchFamily="18" charset="0"/>
                        </a:rPr>
                        <m:t>=</m:t>
                      </m:r>
                      <m:r>
                        <a:rPr lang="en-US" sz="2800">
                          <a:solidFill>
                            <a:srgbClr val="002060"/>
                          </a:solidFill>
                          <a:latin typeface="Cambria Math" panose="02040503050406030204" pitchFamily="18" charset="0"/>
                        </a:rPr>
                        <m:t>1</m:t>
                      </m:r>
                      <m:r>
                        <a:rPr lang="en-US" sz="2800">
                          <a:solidFill>
                            <a:srgbClr val="C00000"/>
                          </a:solidFill>
                          <a:latin typeface="Cambria Math" panose="02040503050406030204" pitchFamily="18" charset="0"/>
                        </a:rPr>
                        <m:t>−</m:t>
                      </m:r>
                      <m:f>
                        <m:fPr>
                          <m:ctrlPr>
                            <a:rPr lang="en-US" sz="2800" i="1">
                              <a:solidFill>
                                <a:srgbClr val="C00000"/>
                              </a:solidFill>
                              <a:latin typeface="Cambria Math" panose="02040503050406030204" pitchFamily="18" charset="0"/>
                            </a:rPr>
                          </m:ctrlPr>
                        </m:fPr>
                        <m:num>
                          <m:r>
                            <a:rPr lang="en-US" sz="2800">
                              <a:solidFill>
                                <a:srgbClr val="C00000"/>
                              </a:solidFill>
                              <a:latin typeface="Cambria Math" panose="02040503050406030204" pitchFamily="18" charset="0"/>
                            </a:rPr>
                            <m:t> </m:t>
                          </m:r>
                          <m:r>
                            <a:rPr lang="en-US" sz="2800">
                              <a:solidFill>
                                <a:srgbClr val="7030A0"/>
                              </a:solidFill>
                              <a:latin typeface="Cambria Math" panose="02040503050406030204" pitchFamily="18" charset="0"/>
                            </a:rPr>
                            <m:t>6</m:t>
                          </m:r>
                          <m:r>
                            <a:rPr lang="en-US" sz="2800" i="1">
                              <a:solidFill>
                                <a:srgbClr val="002060"/>
                              </a:solidFill>
                              <a:latin typeface="Cambria Math" panose="02040503050406030204" pitchFamily="18" charset="0"/>
                              <a:ea typeface="Cambria Math" panose="02040503050406030204" pitchFamily="18" charset="0"/>
                            </a:rPr>
                            <m:t>∙</m:t>
                          </m:r>
                          <m:nary>
                            <m:naryPr>
                              <m:chr m:val="∑"/>
                              <m:limLoc m:val="undOvr"/>
                              <m:subHide m:val="on"/>
                              <m:supHide m:val="on"/>
                              <m:ctrlPr>
                                <a:rPr lang="en-US" sz="2800" i="1">
                                  <a:solidFill>
                                    <a:srgbClr val="002060"/>
                                  </a:solidFill>
                                  <a:latin typeface="Cambria Math" panose="02040503050406030204" pitchFamily="18" charset="0"/>
                                </a:rPr>
                              </m:ctrlPr>
                            </m:naryPr>
                            <m:sub/>
                            <m:sup/>
                            <m:e>
                              <m:sSubSup>
                                <m:sSubSupPr>
                                  <m:ctrlPr>
                                    <a:rPr lang="en-US" sz="2800" b="0" i="1" smtClean="0">
                                      <a:solidFill>
                                        <a:srgbClr val="002060"/>
                                      </a:solidFill>
                                      <a:latin typeface="Cambria Math" panose="02040503050406030204" pitchFamily="18" charset="0"/>
                                    </a:rPr>
                                  </m:ctrlPr>
                                </m:sSubSupPr>
                                <m:e>
                                  <m:r>
                                    <m:rPr>
                                      <m:sty m:val="p"/>
                                    </m:rPr>
                                    <a:rPr lang="en-US" sz="2800">
                                      <a:solidFill>
                                        <a:srgbClr val="002060"/>
                                      </a:solidFill>
                                      <a:latin typeface="Cambria Math" panose="02040503050406030204" pitchFamily="18" charset="0"/>
                                    </a:rPr>
                                    <m:t>d</m:t>
                                  </m:r>
                                </m:e>
                                <m:sub>
                                  <m:r>
                                    <a:rPr lang="en-US" sz="2800" b="0" i="0" smtClean="0">
                                      <a:solidFill>
                                        <a:srgbClr val="002060"/>
                                      </a:solidFill>
                                      <a:latin typeface="Cambria Math" panose="02040503050406030204" pitchFamily="18" charset="0"/>
                                    </a:rPr>
                                    <m:t>12</m:t>
                                  </m:r>
                                </m:sub>
                                <m:sup>
                                  <m:r>
                                    <a:rPr lang="en-US" sz="2800" b="0" i="0" smtClean="0">
                                      <a:solidFill>
                                        <a:srgbClr val="002060"/>
                                      </a:solidFill>
                                      <a:latin typeface="Cambria Math" panose="02040503050406030204" pitchFamily="18" charset="0"/>
                                    </a:rPr>
                                    <m:t>      </m:t>
                                  </m:r>
                                  <m:r>
                                    <a:rPr lang="en-US" sz="2800">
                                      <a:solidFill>
                                        <a:srgbClr val="002060"/>
                                      </a:solidFill>
                                      <a:latin typeface="Cambria Math" panose="02040503050406030204" pitchFamily="18" charset="0"/>
                                    </a:rPr>
                                    <m:t>2</m:t>
                                  </m:r>
                                </m:sup>
                              </m:sSubSup>
                            </m:e>
                          </m:nary>
                          <m:r>
                            <a:rPr lang="en-US" sz="2800">
                              <a:solidFill>
                                <a:srgbClr val="C00000"/>
                              </a:solidFill>
                              <a:latin typeface="Cambria Math" panose="02040503050406030204" pitchFamily="18" charset="0"/>
                            </a:rPr>
                            <m:t> </m:t>
                          </m:r>
                        </m:num>
                        <m:den>
                          <m:eqArr>
                            <m:eqArrPr>
                              <m:ctrlPr>
                                <a:rPr lang="en-US" sz="2800" i="1">
                                  <a:solidFill>
                                    <a:srgbClr val="C00000"/>
                                  </a:solidFill>
                                  <a:latin typeface="Cambria Math" panose="02040503050406030204" pitchFamily="18" charset="0"/>
                                </a:rPr>
                              </m:ctrlPr>
                            </m:eqArrPr>
                            <m:e>
                              <m:r>
                                <a:rPr lang="en-US" sz="2800">
                                  <a:solidFill>
                                    <a:srgbClr val="C00000"/>
                                  </a:solidFill>
                                  <a:latin typeface="Cambria Math" panose="02040503050406030204" pitchFamily="18" charset="0"/>
                                </a:rPr>
                                <m:t>  </m:t>
                              </m:r>
                            </m:e>
                            <m:e>
                              <m:r>
                                <a:rPr lang="en-US" sz="2800" b="0" i="1" smtClean="0">
                                  <a:solidFill>
                                    <a:srgbClr val="C00000"/>
                                  </a:solidFill>
                                  <a:latin typeface="Cambria Math" panose="02040503050406030204" pitchFamily="18" charset="0"/>
                                </a:rPr>
                                <m:t>  </m:t>
                              </m:r>
                              <m:r>
                                <m:rPr>
                                  <m:sty m:val="p"/>
                                </m:rPr>
                                <a:rPr lang="en-US" sz="2800">
                                  <a:solidFill>
                                    <a:srgbClr val="002060"/>
                                  </a:solidFill>
                                  <a:latin typeface="Cambria Math" panose="02040503050406030204" pitchFamily="18" charset="0"/>
                                </a:rPr>
                                <m:t>n</m:t>
                              </m:r>
                              <m:r>
                                <a:rPr lang="en-US" sz="2800">
                                  <a:solidFill>
                                    <a:srgbClr val="002060"/>
                                  </a:solidFill>
                                  <a:latin typeface="Cambria Math" panose="02040503050406030204" pitchFamily="18" charset="0"/>
                                </a:rPr>
                                <m:t> </m:t>
                              </m:r>
                              <m:d>
                                <m:dPr>
                                  <m:ctrlPr>
                                    <a:rPr lang="en-US" sz="2800" i="1">
                                      <a:solidFill>
                                        <a:srgbClr val="002060"/>
                                      </a:solidFill>
                                      <a:latin typeface="Cambria Math" panose="02040503050406030204" pitchFamily="18" charset="0"/>
                                    </a:rPr>
                                  </m:ctrlPr>
                                </m:dPr>
                                <m:e>
                                  <m:sSup>
                                    <m:sSupPr>
                                      <m:ctrlPr>
                                        <a:rPr lang="en-US" sz="2800" i="1">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n</m:t>
                                      </m:r>
                                    </m:e>
                                    <m:sup>
                                      <m:r>
                                        <a:rPr lang="en-US" sz="2800">
                                          <a:solidFill>
                                            <a:srgbClr val="002060"/>
                                          </a:solidFill>
                                          <a:latin typeface="Cambria Math" panose="02040503050406030204" pitchFamily="18" charset="0"/>
                                        </a:rPr>
                                        <m:t>2</m:t>
                                      </m:r>
                                    </m:sup>
                                  </m:sSup>
                                  <m:r>
                                    <a:rPr lang="en-US" sz="2800">
                                      <a:solidFill>
                                        <a:srgbClr val="002060"/>
                                      </a:solidFill>
                                      <a:latin typeface="Cambria Math" panose="02040503050406030204" pitchFamily="18" charset="0"/>
                                    </a:rPr>
                                    <m:t>−1</m:t>
                                  </m:r>
                                </m:e>
                              </m:d>
                              <m:r>
                                <a:rPr lang="en-US" sz="2800">
                                  <a:solidFill>
                                    <a:srgbClr val="C00000"/>
                                  </a:solidFill>
                                  <a:latin typeface="Cambria Math" panose="02040503050406030204" pitchFamily="18" charset="0"/>
                                </a:rPr>
                                <m:t>  </m:t>
                              </m:r>
                            </m:e>
                          </m:eqArr>
                        </m:den>
                      </m:f>
                    </m:oMath>
                  </m:oMathPara>
                </a14:m>
                <a:endParaRPr lang="en-US" dirty="0"/>
              </a:p>
            </p:txBody>
          </p:sp>
        </mc:Choice>
        <mc:Fallback xmlns="">
          <p:sp>
            <p:nvSpPr>
              <p:cNvPr id="50" name="Rectangle 49"/>
              <p:cNvSpPr>
                <a:spLocks noRot="1" noChangeAspect="1" noMove="1" noResize="1" noEditPoints="1" noAdjustHandles="1" noChangeArrowheads="1" noChangeShapeType="1" noTextEdit="1"/>
              </p:cNvSpPr>
              <p:nvPr/>
            </p:nvSpPr>
            <p:spPr>
              <a:xfrm>
                <a:off x="137270" y="1548276"/>
                <a:ext cx="3746282" cy="1153264"/>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Rectangle 29"/>
              <p:cNvSpPr/>
              <p:nvPr/>
            </p:nvSpPr>
            <p:spPr>
              <a:xfrm>
                <a:off x="137270" y="3229957"/>
                <a:ext cx="3983526" cy="1098121"/>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sSub>
                        <m:sSubPr>
                          <m:ctrlPr>
                            <a:rPr lang="en-US" sz="2800" i="1" smtClean="0">
                              <a:solidFill>
                                <a:schemeClr val="bg1"/>
                              </a:solidFill>
                              <a:latin typeface="Cambria Math" panose="02040503050406030204" pitchFamily="18" charset="0"/>
                            </a:rPr>
                          </m:ctrlPr>
                        </m:sSubPr>
                        <m:e>
                          <m:r>
                            <m:rPr>
                              <m:sty m:val="p"/>
                            </m:rPr>
                            <a:rPr lang="en-US" sz="2800">
                              <a:solidFill>
                                <a:schemeClr val="bg1"/>
                              </a:solidFill>
                              <a:latin typeface="Cambria Math" panose="02040503050406030204" pitchFamily="18" charset="0"/>
                            </a:rPr>
                            <m:t>ρ</m:t>
                          </m:r>
                        </m:e>
                        <m:sub>
                          <m:r>
                            <a:rPr lang="en-US" sz="2800">
                              <a:solidFill>
                                <a:schemeClr val="bg1"/>
                              </a:solidFill>
                              <a:latin typeface="Cambria Math" panose="02040503050406030204" pitchFamily="18" charset="0"/>
                            </a:rPr>
                            <m:t>12</m:t>
                          </m:r>
                        </m:sub>
                      </m:sSub>
                      <m:r>
                        <a:rPr lang="en-US" sz="2800">
                          <a:solidFill>
                            <a:srgbClr val="002060"/>
                          </a:solidFill>
                          <a:latin typeface="Cambria Math" panose="02040503050406030204" pitchFamily="18" charset="0"/>
                        </a:rPr>
                        <m:t>=1−</m:t>
                      </m:r>
                      <m:f>
                        <m:fPr>
                          <m:ctrlPr>
                            <a:rPr lang="en-US" sz="2800" i="1">
                              <a:solidFill>
                                <a:srgbClr val="C00000"/>
                              </a:solidFill>
                              <a:latin typeface="Cambria Math" panose="02040503050406030204" pitchFamily="18" charset="0"/>
                            </a:rPr>
                          </m:ctrlPr>
                        </m:fPr>
                        <m:num>
                          <m:r>
                            <a:rPr lang="en-US" sz="2800">
                              <a:solidFill>
                                <a:srgbClr val="C00000"/>
                              </a:solidFill>
                              <a:latin typeface="Cambria Math" panose="02040503050406030204" pitchFamily="18" charset="0"/>
                            </a:rPr>
                            <m:t> </m:t>
                          </m:r>
                          <m:r>
                            <a:rPr lang="en-US" sz="2800">
                              <a:solidFill>
                                <a:srgbClr val="7030A0"/>
                              </a:solidFill>
                              <a:latin typeface="Cambria Math" panose="02040503050406030204" pitchFamily="18" charset="0"/>
                            </a:rPr>
                            <m:t>6</m:t>
                          </m:r>
                          <m:r>
                            <a:rPr lang="en-US" sz="2800" i="1">
                              <a:solidFill>
                                <a:srgbClr val="002060"/>
                              </a:solidFill>
                              <a:latin typeface="Cambria Math" panose="02040503050406030204" pitchFamily="18" charset="0"/>
                              <a:ea typeface="Cambria Math" panose="02040503050406030204" pitchFamily="18" charset="0"/>
                            </a:rPr>
                            <m:t>∙</m:t>
                          </m:r>
                          <m:r>
                            <a:rPr lang="en-US" sz="2800" b="0" i="1" smtClean="0">
                              <a:solidFill>
                                <a:schemeClr val="bg1"/>
                              </a:solidFill>
                              <a:latin typeface="Cambria Math" panose="02040503050406030204" pitchFamily="18" charset="0"/>
                              <a:ea typeface="Cambria Math" panose="02040503050406030204" pitchFamily="18" charset="0"/>
                            </a:rPr>
                            <m:t>7</m:t>
                          </m:r>
                          <m:r>
                            <a:rPr lang="en-US" sz="2800" b="0" i="1" smtClean="0">
                              <a:solidFill>
                                <a:schemeClr val="bg1"/>
                              </a:solidFill>
                              <a:latin typeface="Cambria Math" panose="02040503050406030204" pitchFamily="18" charset="0"/>
                            </a:rPr>
                            <m:t>4</m:t>
                          </m:r>
                          <m:r>
                            <a:rPr lang="en-US" sz="2800">
                              <a:solidFill>
                                <a:srgbClr val="C00000"/>
                              </a:solidFill>
                              <a:latin typeface="Cambria Math" panose="02040503050406030204" pitchFamily="18" charset="0"/>
                            </a:rPr>
                            <m:t> </m:t>
                          </m:r>
                        </m:num>
                        <m:den>
                          <m:eqArr>
                            <m:eqArrPr>
                              <m:ctrlPr>
                                <a:rPr lang="en-US" sz="2800" i="1">
                                  <a:solidFill>
                                    <a:srgbClr val="C00000"/>
                                  </a:solidFill>
                                  <a:latin typeface="Cambria Math" panose="02040503050406030204" pitchFamily="18" charset="0"/>
                                </a:rPr>
                              </m:ctrlPr>
                            </m:eqArrPr>
                            <m:e>
                              <m:r>
                                <a:rPr lang="en-US" sz="2800">
                                  <a:solidFill>
                                    <a:srgbClr val="C00000"/>
                                  </a:solidFill>
                                  <a:latin typeface="Cambria Math" panose="02040503050406030204" pitchFamily="18" charset="0"/>
                                </a:rPr>
                                <m:t>  </m:t>
                              </m:r>
                            </m:e>
                            <m:e>
                              <m:r>
                                <a:rPr lang="en-US" sz="2800" b="0" i="0" smtClean="0">
                                  <a:solidFill>
                                    <a:schemeClr val="bg1"/>
                                  </a:solidFill>
                                  <a:latin typeface="Cambria Math" panose="02040503050406030204" pitchFamily="18" charset="0"/>
                                </a:rPr>
                                <m:t>10</m:t>
                              </m:r>
                              <m:r>
                                <a:rPr lang="en-US" sz="2800">
                                  <a:solidFill>
                                    <a:srgbClr val="002060"/>
                                  </a:solidFill>
                                  <a:latin typeface="Cambria Math" panose="02040503050406030204" pitchFamily="18" charset="0"/>
                                </a:rPr>
                                <m:t> </m:t>
                              </m:r>
                              <m:d>
                                <m:dPr>
                                  <m:ctrlPr>
                                    <a:rPr lang="en-US" sz="2800" i="1">
                                      <a:solidFill>
                                        <a:srgbClr val="002060"/>
                                      </a:solidFill>
                                      <a:latin typeface="Cambria Math" panose="02040503050406030204" pitchFamily="18" charset="0"/>
                                    </a:rPr>
                                  </m:ctrlPr>
                                </m:dPr>
                                <m:e>
                                  <m:sSup>
                                    <m:sSupPr>
                                      <m:ctrlPr>
                                        <a:rPr lang="en-US" sz="2800" b="0" i="1" smtClean="0">
                                          <a:solidFill>
                                            <a:srgbClr val="002060"/>
                                          </a:solidFill>
                                          <a:latin typeface="Cambria Math" panose="02040503050406030204" pitchFamily="18" charset="0"/>
                                        </a:rPr>
                                      </m:ctrlPr>
                                    </m:sSupPr>
                                    <m:e>
                                      <m:r>
                                        <a:rPr lang="en-US" sz="2800" b="0" i="1" smtClean="0">
                                          <a:solidFill>
                                            <a:schemeClr val="bg1"/>
                                          </a:solidFill>
                                          <a:latin typeface="Cambria Math" panose="02040503050406030204" pitchFamily="18" charset="0"/>
                                        </a:rPr>
                                        <m:t>10</m:t>
                                      </m:r>
                                    </m:e>
                                    <m:sup>
                                      <m:r>
                                        <a:rPr lang="en-US" sz="2800" b="0" i="1" smtClean="0">
                                          <a:solidFill>
                                            <a:srgbClr val="002060"/>
                                          </a:solidFill>
                                          <a:latin typeface="Cambria Math" panose="02040503050406030204" pitchFamily="18" charset="0"/>
                                        </a:rPr>
                                        <m:t>2</m:t>
                                      </m:r>
                                    </m:sup>
                                  </m:sSup>
                                  <m:r>
                                    <a:rPr lang="en-US" sz="2800">
                                      <a:solidFill>
                                        <a:srgbClr val="002060"/>
                                      </a:solidFill>
                                      <a:latin typeface="Cambria Math" panose="02040503050406030204" pitchFamily="18" charset="0"/>
                                    </a:rPr>
                                    <m:t>−1</m:t>
                                  </m:r>
                                </m:e>
                              </m:d>
                              <m:r>
                                <a:rPr lang="en-US" sz="2800">
                                  <a:solidFill>
                                    <a:srgbClr val="C00000"/>
                                  </a:solidFill>
                                  <a:latin typeface="Cambria Math" panose="02040503050406030204" pitchFamily="18" charset="0"/>
                                </a:rPr>
                                <m:t>  </m:t>
                              </m:r>
                            </m:e>
                          </m:eqArr>
                        </m:den>
                      </m:f>
                    </m:oMath>
                  </m:oMathPara>
                </a14:m>
                <a:endParaRPr lang="en-US" sz="2800" dirty="0"/>
              </a:p>
            </p:txBody>
          </p:sp>
        </mc:Choice>
        <mc:Fallback xmlns="">
          <p:sp>
            <p:nvSpPr>
              <p:cNvPr id="30" name="Rectangle 29"/>
              <p:cNvSpPr>
                <a:spLocks noRot="1" noChangeAspect="1" noMove="1" noResize="1" noEditPoints="1" noAdjustHandles="1" noChangeArrowheads="1" noChangeShapeType="1" noTextEdit="1"/>
              </p:cNvSpPr>
              <p:nvPr/>
            </p:nvSpPr>
            <p:spPr>
              <a:xfrm>
                <a:off x="137270" y="3229957"/>
                <a:ext cx="3983526" cy="1098121"/>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68622B1E-44A3-44A2-B1C1-8D969737DA50}"/>
                  </a:ext>
                </a:extLst>
              </p:cNvPr>
              <p:cNvSpPr txBox="1"/>
              <p:nvPr/>
            </p:nvSpPr>
            <p:spPr>
              <a:xfrm>
                <a:off x="10013134" y="3181989"/>
                <a:ext cx="1239250"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m:rPr>
                          <m:sty m:val="p"/>
                        </m:rPr>
                        <a:rPr lang="en-US" sz="2800" i="0" dirty="0" smtClean="0">
                          <a:solidFill>
                            <a:srgbClr val="FF0000"/>
                          </a:solidFill>
                          <a:latin typeface="Cambria Math" panose="02040503050406030204" pitchFamily="18" charset="0"/>
                        </a:rPr>
                        <m:t>n</m:t>
                      </m:r>
                      <m:r>
                        <a:rPr lang="en-US" sz="2800" i="0" dirty="0" smtClean="0">
                          <a:solidFill>
                            <a:srgbClr val="FF0000"/>
                          </a:solidFill>
                          <a:latin typeface="Cambria Math" panose="02040503050406030204" pitchFamily="18" charset="0"/>
                        </a:rPr>
                        <m:t>=10</m:t>
                      </m:r>
                    </m:oMath>
                  </m:oMathPara>
                </a14:m>
                <a:endParaRPr lang="en-IN" sz="2800" dirty="0">
                  <a:solidFill>
                    <a:srgbClr val="FF0000"/>
                  </a:solidFill>
                </a:endParaRPr>
              </a:p>
            </p:txBody>
          </p:sp>
        </mc:Choice>
        <mc:Fallback xmlns="">
          <p:sp>
            <p:nvSpPr>
              <p:cNvPr id="82" name="TextBox 81">
                <a:extLst>
                  <a:ext uri="{FF2B5EF4-FFF2-40B4-BE49-F238E27FC236}">
                    <a16:creationId xmlns:a16="http://schemas.microsoft.com/office/drawing/2014/main" id="{68622B1E-44A3-44A2-B1C1-8D969737DA50}"/>
                  </a:ext>
                </a:extLst>
              </p:cNvPr>
              <p:cNvSpPr txBox="1">
                <a:spLocks noRot="1" noChangeAspect="1" noMove="1" noResize="1" noEditPoints="1" noAdjustHandles="1" noChangeArrowheads="1" noChangeShapeType="1" noTextEdit="1"/>
              </p:cNvSpPr>
              <p:nvPr/>
            </p:nvSpPr>
            <p:spPr>
              <a:xfrm>
                <a:off x="10013134" y="3181989"/>
                <a:ext cx="1239250"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68622B1E-44A3-44A2-B1C1-8D969737DA50}"/>
                  </a:ext>
                </a:extLst>
              </p:cNvPr>
              <p:cNvSpPr txBox="1"/>
              <p:nvPr/>
            </p:nvSpPr>
            <p:spPr>
              <a:xfrm>
                <a:off x="10013134" y="3705209"/>
                <a:ext cx="2178866" cy="1135696"/>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nary>
                        <m:naryPr>
                          <m:chr m:val="∑"/>
                          <m:subHide m:val="on"/>
                          <m:supHide m:val="on"/>
                          <m:ctrlPr>
                            <a:rPr lang="en-US" sz="2800" i="1" smtClean="0">
                              <a:solidFill>
                                <a:srgbClr val="FF0000"/>
                              </a:solidFill>
                              <a:latin typeface="Cambria Math" panose="02040503050406030204" pitchFamily="18" charset="0"/>
                            </a:rPr>
                          </m:ctrlPr>
                        </m:naryPr>
                        <m:sub/>
                        <m:sup/>
                        <m:e>
                          <m:d>
                            <m:dPr>
                              <m:ctrlPr>
                                <a:rPr lang="en-US" sz="2800" i="1">
                                  <a:solidFill>
                                    <a:srgbClr val="FF0000"/>
                                  </a:solidFill>
                                  <a:latin typeface="Cambria Math" panose="02040503050406030204" pitchFamily="18" charset="0"/>
                                </a:rPr>
                              </m:ctrlPr>
                            </m:dPr>
                            <m:e>
                              <m:sSup>
                                <m:sSupPr>
                                  <m:ctrlPr>
                                    <a:rPr lang="en-US" sz="2800" b="0" i="1" smtClean="0">
                                      <a:solidFill>
                                        <a:srgbClr val="FF0000"/>
                                      </a:solidFill>
                                      <a:latin typeface="Cambria Math" panose="02040503050406030204" pitchFamily="18" charset="0"/>
                                    </a:rPr>
                                  </m:ctrlPr>
                                </m:sSupPr>
                                <m:e>
                                  <m:r>
                                    <m:rPr>
                                      <m:sty m:val="p"/>
                                    </m:rPr>
                                    <a:rPr lang="en-US" sz="2800" b="0" i="0" smtClean="0">
                                      <a:solidFill>
                                        <a:srgbClr val="FF0000"/>
                                      </a:solidFill>
                                      <a:latin typeface="Cambria Math" panose="02040503050406030204" pitchFamily="18" charset="0"/>
                                    </a:rPr>
                                    <m:t>d</m:t>
                                  </m:r>
                                </m:e>
                                <m:sup>
                                  <m:r>
                                    <a:rPr lang="en-US" sz="2800" b="0" i="0" smtClean="0">
                                      <a:solidFill>
                                        <a:srgbClr val="FF0000"/>
                                      </a:solidFill>
                                      <a:latin typeface="Cambria Math" panose="02040503050406030204" pitchFamily="18" charset="0"/>
                                    </a:rPr>
                                    <m:t>2</m:t>
                                  </m:r>
                                </m:sup>
                              </m:sSup>
                            </m:e>
                          </m:d>
                        </m:e>
                      </m:nary>
                      <m:r>
                        <a:rPr lang="en-US" sz="2800" i="0" dirty="0" smtClean="0">
                          <a:solidFill>
                            <a:srgbClr val="FF0000"/>
                          </a:solidFill>
                          <a:latin typeface="Cambria Math" panose="02040503050406030204" pitchFamily="18" charset="0"/>
                        </a:rPr>
                        <m:t>=</m:t>
                      </m:r>
                      <m:r>
                        <a:rPr lang="en-US" sz="2800" b="0" i="0" dirty="0" smtClean="0">
                          <a:solidFill>
                            <a:srgbClr val="FF0000"/>
                          </a:solidFill>
                          <a:latin typeface="Cambria Math" panose="02040503050406030204" pitchFamily="18" charset="0"/>
                        </a:rPr>
                        <m:t>74</m:t>
                      </m:r>
                    </m:oMath>
                  </m:oMathPara>
                </a14:m>
                <a:endParaRPr lang="en-IN" sz="2800" dirty="0">
                  <a:solidFill>
                    <a:srgbClr val="FF0000"/>
                  </a:solidFill>
                </a:endParaRPr>
              </a:p>
            </p:txBody>
          </p:sp>
        </mc:Choice>
        <mc:Fallback xmlns="">
          <p:sp>
            <p:nvSpPr>
              <p:cNvPr id="86" name="TextBox 85">
                <a:extLst>
                  <a:ext uri="{FF2B5EF4-FFF2-40B4-BE49-F238E27FC236}">
                    <a16:creationId xmlns:a16="http://schemas.microsoft.com/office/drawing/2014/main" id="{68622B1E-44A3-44A2-B1C1-8D969737DA50}"/>
                  </a:ext>
                </a:extLst>
              </p:cNvPr>
              <p:cNvSpPr txBox="1">
                <a:spLocks noRot="1" noChangeAspect="1" noMove="1" noResize="1" noEditPoints="1" noAdjustHandles="1" noChangeArrowheads="1" noChangeShapeType="1" noTextEdit="1"/>
              </p:cNvSpPr>
              <p:nvPr/>
            </p:nvSpPr>
            <p:spPr>
              <a:xfrm>
                <a:off x="10013134" y="3705209"/>
                <a:ext cx="2178866" cy="1135696"/>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68622B1E-44A3-44A2-B1C1-8D969737DA50}"/>
                  </a:ext>
                </a:extLst>
              </p:cNvPr>
              <p:cNvSpPr txBox="1"/>
              <p:nvPr/>
            </p:nvSpPr>
            <p:spPr>
              <a:xfrm>
                <a:off x="2842831" y="3183997"/>
                <a:ext cx="571631"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a:rPr lang="en-US" sz="2800" dirty="0">
                          <a:solidFill>
                            <a:srgbClr val="002060"/>
                          </a:solidFill>
                          <a:latin typeface="Cambria Math" panose="02040503050406030204" pitchFamily="18" charset="0"/>
                        </a:rPr>
                        <m:t>7</m:t>
                      </m:r>
                      <m:r>
                        <a:rPr lang="en-US" sz="2800" b="0" i="0" dirty="0" smtClean="0">
                          <a:solidFill>
                            <a:srgbClr val="002060"/>
                          </a:solidFill>
                          <a:latin typeface="Cambria Math" panose="02040503050406030204" pitchFamily="18" charset="0"/>
                        </a:rPr>
                        <m:t>4</m:t>
                      </m:r>
                    </m:oMath>
                  </m:oMathPara>
                </a14:m>
                <a:endParaRPr lang="en-IN" sz="2800" dirty="0">
                  <a:solidFill>
                    <a:srgbClr val="002060"/>
                  </a:solidFill>
                </a:endParaRPr>
              </a:p>
            </p:txBody>
          </p:sp>
        </mc:Choice>
        <mc:Fallback xmlns="">
          <p:sp>
            <p:nvSpPr>
              <p:cNvPr id="31" name="TextBox 30">
                <a:extLst>
                  <a:ext uri="{FF2B5EF4-FFF2-40B4-BE49-F238E27FC236}">
                    <a16:creationId xmlns="" xmlns:a16="http://schemas.microsoft.com/office/drawing/2014/main"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2842831" y="3183997"/>
                <a:ext cx="571631" cy="523220"/>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68622B1E-44A3-44A2-B1C1-8D969737DA50}"/>
                  </a:ext>
                </a:extLst>
              </p:cNvPr>
              <p:cNvSpPr txBox="1"/>
              <p:nvPr/>
            </p:nvSpPr>
            <p:spPr>
              <a:xfrm>
                <a:off x="1760625" y="3816433"/>
                <a:ext cx="571631"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a:rPr lang="en-US" sz="2800" b="0" i="0" dirty="0" smtClean="0">
                          <a:solidFill>
                            <a:srgbClr val="002060"/>
                          </a:solidFill>
                          <a:latin typeface="Cambria Math" panose="02040503050406030204" pitchFamily="18" charset="0"/>
                        </a:rPr>
                        <m:t>10</m:t>
                      </m:r>
                    </m:oMath>
                  </m:oMathPara>
                </a14:m>
                <a:endParaRPr lang="en-IN" sz="2800" dirty="0">
                  <a:solidFill>
                    <a:srgbClr val="002060"/>
                  </a:solidFill>
                </a:endParaRPr>
              </a:p>
            </p:txBody>
          </p:sp>
        </mc:Choice>
        <mc:Fallback xmlns="">
          <p:sp>
            <p:nvSpPr>
              <p:cNvPr id="32" name="TextBox 31">
                <a:extLst>
                  <a:ext uri="{FF2B5EF4-FFF2-40B4-BE49-F238E27FC236}">
                    <a16:creationId xmlns="" xmlns:a16="http://schemas.microsoft.com/office/drawing/2014/main"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1760625" y="3816433"/>
                <a:ext cx="571631" cy="523220"/>
              </a:xfrm>
              <a:prstGeom prst="rect">
                <a:avLst/>
              </a:prstGeom>
              <a:blipFill rotWithShape="0">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68622B1E-44A3-44A2-B1C1-8D969737DA50}"/>
                  </a:ext>
                </a:extLst>
              </p:cNvPr>
              <p:cNvSpPr txBox="1"/>
              <p:nvPr/>
            </p:nvSpPr>
            <p:spPr>
              <a:xfrm>
                <a:off x="2380654" y="3816093"/>
                <a:ext cx="571631"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a:rPr lang="en-US" sz="2800" b="0" i="0" dirty="0" smtClean="0">
                          <a:solidFill>
                            <a:srgbClr val="002060"/>
                          </a:solidFill>
                          <a:latin typeface="Cambria Math" panose="02040503050406030204" pitchFamily="18" charset="0"/>
                        </a:rPr>
                        <m:t>10</m:t>
                      </m:r>
                    </m:oMath>
                  </m:oMathPara>
                </a14:m>
                <a:endParaRPr lang="en-IN" sz="2800" dirty="0">
                  <a:solidFill>
                    <a:srgbClr val="002060"/>
                  </a:solidFill>
                </a:endParaRPr>
              </a:p>
            </p:txBody>
          </p:sp>
        </mc:Choice>
        <mc:Fallback xmlns="">
          <p:sp>
            <p:nvSpPr>
              <p:cNvPr id="33" name="TextBox 32">
                <a:extLst>
                  <a:ext uri="{FF2B5EF4-FFF2-40B4-BE49-F238E27FC236}">
                    <a16:creationId xmlns="" xmlns:a16="http://schemas.microsoft.com/office/drawing/2014/main"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2380654" y="3816093"/>
                <a:ext cx="571631" cy="523220"/>
              </a:xfrm>
              <a:prstGeom prst="rect">
                <a:avLst/>
              </a:prstGeom>
              <a:blipFill rotWithShape="0">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128438" y="4925449"/>
                <a:ext cx="2788456"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b="1" i="0" smtClean="0">
                          <a:solidFill>
                            <a:srgbClr val="002060"/>
                          </a:solidFill>
                          <a:latin typeface="Cambria Math" panose="02040503050406030204" pitchFamily="18" charset="0"/>
                          <a:ea typeface="Cambria Math" panose="02040503050406030204" pitchFamily="18" charset="0"/>
                        </a:rPr>
                        <m:t>∴</m:t>
                      </m:r>
                      <m:sSub>
                        <m:sSubPr>
                          <m:ctrlPr>
                            <a:rPr lang="en-US" sz="2800" b="1" i="1">
                              <a:solidFill>
                                <a:srgbClr val="002060"/>
                              </a:solidFill>
                              <a:latin typeface="Cambria Math" panose="02040503050406030204" pitchFamily="18" charset="0"/>
                            </a:rPr>
                          </m:ctrlPr>
                        </m:sSubPr>
                        <m:e>
                          <m:r>
                            <a:rPr lang="en-US" sz="2800" b="1" i="0">
                              <a:solidFill>
                                <a:srgbClr val="002060"/>
                              </a:solidFill>
                              <a:latin typeface="Cambria Math" panose="02040503050406030204" pitchFamily="18" charset="0"/>
                            </a:rPr>
                            <m:t>𝛒</m:t>
                          </m:r>
                        </m:e>
                        <m:sub>
                          <m:r>
                            <a:rPr lang="en-US" sz="2800" b="1" i="0">
                              <a:solidFill>
                                <a:srgbClr val="002060"/>
                              </a:solidFill>
                              <a:latin typeface="Cambria Math" panose="02040503050406030204" pitchFamily="18" charset="0"/>
                            </a:rPr>
                            <m:t>𝟏𝟐</m:t>
                          </m:r>
                        </m:sub>
                      </m:sSub>
                      <m:r>
                        <a:rPr lang="en-US" sz="2800" b="1" i="0">
                          <a:solidFill>
                            <a:srgbClr val="002060"/>
                          </a:solidFill>
                          <a:latin typeface="Cambria Math" panose="02040503050406030204" pitchFamily="18" charset="0"/>
                        </a:rPr>
                        <m:t>=</m:t>
                      </m:r>
                      <m:r>
                        <a:rPr lang="en-US" sz="2800" b="1" i="1" smtClean="0">
                          <a:solidFill>
                            <a:srgbClr val="002060"/>
                          </a:solidFill>
                          <a:latin typeface="Cambria Math" panose="02040503050406030204" pitchFamily="18" charset="0"/>
                        </a:rPr>
                        <m:t>𝟎</m:t>
                      </m:r>
                      <m:r>
                        <a:rPr lang="en-US" sz="2800" b="1" i="1" smtClean="0">
                          <a:solidFill>
                            <a:srgbClr val="002060"/>
                          </a:solidFill>
                          <a:latin typeface="Cambria Math" panose="02040503050406030204" pitchFamily="18" charset="0"/>
                        </a:rPr>
                        <m:t>.</m:t>
                      </m:r>
                      <m:r>
                        <a:rPr lang="en-US" sz="2800" b="1" i="1" smtClean="0">
                          <a:solidFill>
                            <a:srgbClr val="002060"/>
                          </a:solidFill>
                          <a:latin typeface="Cambria Math" panose="02040503050406030204" pitchFamily="18" charset="0"/>
                        </a:rPr>
                        <m:t>𝟓𝟓𝟏𝟓</m:t>
                      </m:r>
                    </m:oMath>
                  </m:oMathPara>
                </a14:m>
                <a:endParaRPr lang="en-US" sz="2800" b="1" dirty="0"/>
              </a:p>
            </p:txBody>
          </p:sp>
        </mc:Choice>
        <mc:Fallback xmlns="">
          <p:sp>
            <p:nvSpPr>
              <p:cNvPr id="16" name="Rectangle 15"/>
              <p:cNvSpPr>
                <a:spLocks noRot="1" noChangeAspect="1" noMove="1" noResize="1" noEditPoints="1" noAdjustHandles="1" noChangeArrowheads="1" noChangeShapeType="1" noTextEdit="1"/>
              </p:cNvSpPr>
              <p:nvPr/>
            </p:nvSpPr>
            <p:spPr>
              <a:xfrm>
                <a:off x="128438" y="4925449"/>
                <a:ext cx="2788456" cy="523220"/>
              </a:xfrm>
              <a:prstGeom prst="rect">
                <a:avLst/>
              </a:prstGeom>
              <a:blipFill rotWithShape="0">
                <a:blip r:embed="rId10"/>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069434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82" grpId="0"/>
      <p:bldP spid="86" grpId="0"/>
      <p:bldP spid="31" grpId="0"/>
      <p:bldP spid="32" grpId="0"/>
      <p:bldP spid="33" grpId="0"/>
      <p:bldP spid="16"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2 ⇝ Example 2(</a:t>
            </a:r>
            <a:r>
              <a:rPr lang="en-GB" dirty="0">
                <a:solidFill>
                  <a:srgbClr val="FF0000"/>
                </a:solidFill>
              </a:rPr>
              <a:t>Continue</a:t>
            </a:r>
            <a:r>
              <a:rPr lang="en-GB" dirty="0"/>
              <a:t>)</a:t>
            </a:r>
            <a:endParaRPr lang="en-US" dirty="0"/>
          </a:p>
        </p:txBody>
      </p:sp>
      <mc:AlternateContent xmlns:mc="http://schemas.openxmlformats.org/markup-compatibility/2006" xmlns:a14="http://schemas.microsoft.com/office/drawing/2010/main">
        <mc:Choice Requires="a14">
          <p:sp>
            <p:nvSpPr>
              <p:cNvPr id="8" name="Rectangle 7"/>
              <p:cNvSpPr/>
              <p:nvPr/>
            </p:nvSpPr>
            <p:spPr>
              <a:xfrm>
                <a:off x="128438" y="884472"/>
                <a:ext cx="11935124" cy="523220"/>
              </a:xfrm>
              <a:prstGeom prst="rect">
                <a:avLst/>
              </a:prstGeom>
            </p:spPr>
            <p:txBody>
              <a:bodyPr wrap="square">
                <a:spAutoFit/>
              </a:bodyPr>
              <a:lstStyle/>
              <a:p>
                <a:r>
                  <a:rPr lang="en-US" sz="2800" dirty="0">
                    <a:solidFill>
                      <a:srgbClr val="002060"/>
                    </a:solidFill>
                  </a:rPr>
                  <a:t>Now let us find the </a:t>
                </a:r>
                <a14:m>
                  <m:oMath xmlns:m="http://schemas.openxmlformats.org/officeDocument/2006/math">
                    <m:r>
                      <a:rPr lang="en-US" sz="2800" b="1" dirty="0">
                        <a:solidFill>
                          <a:srgbClr val="002060"/>
                        </a:solidFill>
                        <a:latin typeface="Cambria Math" panose="02040503050406030204" pitchFamily="18" charset="0"/>
                        <a:ea typeface="Cambria Math" panose="02040503050406030204" pitchFamily="18" charset="0"/>
                      </a:rPr>
                      <m:t>𝛒</m:t>
                    </m:r>
                    <m:d>
                      <m:dPr>
                        <m:ctrlPr>
                          <a:rPr lang="en-US" sz="2800" b="1" i="1" dirty="0" smtClean="0">
                            <a:solidFill>
                              <a:srgbClr val="002060"/>
                            </a:solidFill>
                            <a:latin typeface="Cambria Math" panose="02040503050406030204" pitchFamily="18" charset="0"/>
                            <a:ea typeface="Cambria Math" panose="02040503050406030204" pitchFamily="18" charset="0"/>
                          </a:rPr>
                        </m:ctrlPr>
                      </m:dPr>
                      <m:e>
                        <m:r>
                          <m:rPr>
                            <m:nor/>
                          </m:rPr>
                          <a:rPr lang="en-US" sz="2800" dirty="0">
                            <a:solidFill>
                              <a:srgbClr val="002060"/>
                            </a:solidFill>
                          </a:rPr>
                          <m:t>the</m:t>
                        </m:r>
                        <m:r>
                          <m:rPr>
                            <m:nor/>
                          </m:rPr>
                          <a:rPr lang="en-US" sz="2800" dirty="0">
                            <a:solidFill>
                              <a:srgbClr val="002060"/>
                            </a:solidFill>
                          </a:rPr>
                          <m:t> </m:t>
                        </m:r>
                        <m:r>
                          <m:rPr>
                            <m:nor/>
                          </m:rPr>
                          <a:rPr lang="en-US" sz="2800" dirty="0">
                            <a:solidFill>
                              <a:srgbClr val="002060"/>
                            </a:solidFill>
                          </a:rPr>
                          <m:t>coefficient</m:t>
                        </m:r>
                        <m:r>
                          <m:rPr>
                            <m:nor/>
                          </m:rPr>
                          <a:rPr lang="en-US" sz="2800" dirty="0">
                            <a:solidFill>
                              <a:srgbClr val="002060"/>
                            </a:solidFill>
                          </a:rPr>
                          <m:t> </m:t>
                        </m:r>
                        <m:r>
                          <m:rPr>
                            <m:nor/>
                          </m:rPr>
                          <a:rPr lang="en-US" sz="2800" dirty="0">
                            <a:solidFill>
                              <a:srgbClr val="002060"/>
                            </a:solidFill>
                          </a:rPr>
                          <m:t>of</m:t>
                        </m:r>
                        <m:r>
                          <m:rPr>
                            <m:nor/>
                          </m:rPr>
                          <a:rPr lang="en-US" sz="2800" dirty="0">
                            <a:solidFill>
                              <a:srgbClr val="002060"/>
                            </a:solidFill>
                          </a:rPr>
                          <m:t> </m:t>
                        </m:r>
                        <m:r>
                          <m:rPr>
                            <m:nor/>
                          </m:rPr>
                          <a:rPr lang="en-US" sz="2800" dirty="0">
                            <a:solidFill>
                              <a:srgbClr val="002060"/>
                            </a:solidFill>
                          </a:rPr>
                          <m:t>rank</m:t>
                        </m:r>
                        <m:r>
                          <m:rPr>
                            <m:nor/>
                          </m:rPr>
                          <a:rPr lang="en-US" sz="2800" dirty="0">
                            <a:solidFill>
                              <a:srgbClr val="002060"/>
                            </a:solidFill>
                          </a:rPr>
                          <m:t> </m:t>
                        </m:r>
                        <m:r>
                          <m:rPr>
                            <m:nor/>
                          </m:rPr>
                          <a:rPr lang="en-US" sz="2800" dirty="0">
                            <a:solidFill>
                              <a:srgbClr val="002060"/>
                            </a:solidFill>
                          </a:rPr>
                          <m:t>correlation</m:t>
                        </m:r>
                      </m:e>
                    </m:d>
                  </m:oMath>
                </a14:m>
                <a:r>
                  <a:rPr lang="en-US" sz="2800" dirty="0">
                    <a:solidFill>
                      <a:srgbClr val="002060"/>
                    </a:solidFill>
                  </a:rPr>
                  <a:t> for each </a:t>
                </a:r>
                <a14:m>
                  <m:oMath xmlns:m="http://schemas.openxmlformats.org/officeDocument/2006/math">
                    <m:r>
                      <a:rPr lang="en-US" sz="2800" b="1" dirty="0">
                        <a:solidFill>
                          <a:srgbClr val="002060"/>
                        </a:solidFill>
                        <a:latin typeface="Cambria Math" panose="02040503050406030204" pitchFamily="18" charset="0"/>
                      </a:rPr>
                      <m:t>𝐝</m:t>
                    </m:r>
                    <m:r>
                      <a:rPr lang="en-US" sz="2800" b="1" i="0" dirty="0" smtClean="0">
                        <a:solidFill>
                          <a:srgbClr val="002060"/>
                        </a:solidFill>
                        <a:latin typeface="Cambria Math" panose="02040503050406030204" pitchFamily="18" charset="0"/>
                      </a:rPr>
                      <m:t>.</m:t>
                    </m:r>
                  </m:oMath>
                </a14:m>
                <a:endParaRPr lang="en-US" b="1" dirty="0"/>
              </a:p>
            </p:txBody>
          </p:sp>
        </mc:Choice>
        <mc:Fallback xmlns="">
          <p:sp>
            <p:nvSpPr>
              <p:cNvPr id="8" name="Rectangle 7"/>
              <p:cNvSpPr>
                <a:spLocks noRot="1" noChangeAspect="1" noMove="1" noResize="1" noEditPoints="1" noAdjustHandles="1" noChangeArrowheads="1" noChangeShapeType="1" noTextEdit="1"/>
              </p:cNvSpPr>
              <p:nvPr/>
            </p:nvSpPr>
            <p:spPr>
              <a:xfrm>
                <a:off x="128438" y="884472"/>
                <a:ext cx="11935124" cy="523220"/>
              </a:xfrm>
              <a:prstGeom prst="rect">
                <a:avLst/>
              </a:prstGeom>
              <a:blipFill rotWithShape="0">
                <a:blip r:embed="rId2"/>
                <a:stretch>
                  <a:fillRect l="-1021" t="-11628"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Rectangle 49"/>
              <p:cNvSpPr/>
              <p:nvPr/>
            </p:nvSpPr>
            <p:spPr>
              <a:xfrm>
                <a:off x="137270" y="1548276"/>
                <a:ext cx="3754554" cy="1160061"/>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sSub>
                        <m:sSubPr>
                          <m:ctrlPr>
                            <a:rPr lang="en-US" sz="2800" b="0" i="1" smtClean="0">
                              <a:solidFill>
                                <a:srgbClr val="002060"/>
                              </a:solidFill>
                              <a:latin typeface="Cambria Math" panose="02040503050406030204" pitchFamily="18" charset="0"/>
                            </a:rPr>
                          </m:ctrlPr>
                        </m:sSubPr>
                        <m:e>
                          <m:r>
                            <m:rPr>
                              <m:sty m:val="p"/>
                            </m:rPr>
                            <a:rPr lang="en-US" sz="2800" smtClean="0">
                              <a:solidFill>
                                <a:srgbClr val="002060"/>
                              </a:solidFill>
                              <a:latin typeface="Cambria Math" panose="02040503050406030204" pitchFamily="18" charset="0"/>
                            </a:rPr>
                            <m:t>ρ</m:t>
                          </m:r>
                        </m:e>
                        <m:sub>
                          <m:r>
                            <a:rPr lang="en-US" sz="2800" b="0" i="0" smtClean="0">
                              <a:solidFill>
                                <a:srgbClr val="002060"/>
                              </a:solidFill>
                              <a:latin typeface="Cambria Math" panose="02040503050406030204" pitchFamily="18" charset="0"/>
                            </a:rPr>
                            <m:t>23</m:t>
                          </m:r>
                        </m:sub>
                      </m:sSub>
                      <m:r>
                        <a:rPr lang="en-US" sz="2800" smtClean="0">
                          <a:solidFill>
                            <a:srgbClr val="002060"/>
                          </a:solidFill>
                          <a:latin typeface="Cambria Math" panose="02040503050406030204" pitchFamily="18" charset="0"/>
                        </a:rPr>
                        <m:t>=</m:t>
                      </m:r>
                      <m:r>
                        <a:rPr lang="en-US" sz="2800">
                          <a:solidFill>
                            <a:srgbClr val="002060"/>
                          </a:solidFill>
                          <a:latin typeface="Cambria Math" panose="02040503050406030204" pitchFamily="18" charset="0"/>
                        </a:rPr>
                        <m:t>1</m:t>
                      </m:r>
                      <m:r>
                        <a:rPr lang="en-US" sz="2800">
                          <a:solidFill>
                            <a:srgbClr val="C00000"/>
                          </a:solidFill>
                          <a:latin typeface="Cambria Math" panose="02040503050406030204" pitchFamily="18" charset="0"/>
                        </a:rPr>
                        <m:t>−</m:t>
                      </m:r>
                      <m:f>
                        <m:fPr>
                          <m:ctrlPr>
                            <a:rPr lang="en-US" sz="2800" i="1">
                              <a:solidFill>
                                <a:srgbClr val="C00000"/>
                              </a:solidFill>
                              <a:latin typeface="Cambria Math" panose="02040503050406030204" pitchFamily="18" charset="0"/>
                            </a:rPr>
                          </m:ctrlPr>
                        </m:fPr>
                        <m:num>
                          <m:r>
                            <a:rPr lang="en-US" sz="2800">
                              <a:solidFill>
                                <a:srgbClr val="C00000"/>
                              </a:solidFill>
                              <a:latin typeface="Cambria Math" panose="02040503050406030204" pitchFamily="18" charset="0"/>
                            </a:rPr>
                            <m:t> </m:t>
                          </m:r>
                          <m:r>
                            <a:rPr lang="en-US" sz="2800">
                              <a:solidFill>
                                <a:srgbClr val="7030A0"/>
                              </a:solidFill>
                              <a:latin typeface="Cambria Math" panose="02040503050406030204" pitchFamily="18" charset="0"/>
                            </a:rPr>
                            <m:t>6</m:t>
                          </m:r>
                          <m:r>
                            <a:rPr lang="en-US" sz="2800" i="1">
                              <a:solidFill>
                                <a:srgbClr val="002060"/>
                              </a:solidFill>
                              <a:latin typeface="Cambria Math" panose="02040503050406030204" pitchFamily="18" charset="0"/>
                              <a:ea typeface="Cambria Math" panose="02040503050406030204" pitchFamily="18" charset="0"/>
                            </a:rPr>
                            <m:t>∙</m:t>
                          </m:r>
                          <m:nary>
                            <m:naryPr>
                              <m:chr m:val="∑"/>
                              <m:limLoc m:val="undOvr"/>
                              <m:subHide m:val="on"/>
                              <m:supHide m:val="on"/>
                              <m:ctrlPr>
                                <a:rPr lang="en-US" sz="2800" i="1">
                                  <a:solidFill>
                                    <a:srgbClr val="002060"/>
                                  </a:solidFill>
                                  <a:latin typeface="Cambria Math" panose="02040503050406030204" pitchFamily="18" charset="0"/>
                                </a:rPr>
                              </m:ctrlPr>
                            </m:naryPr>
                            <m:sub/>
                            <m:sup/>
                            <m:e>
                              <m:sSubSup>
                                <m:sSubSupPr>
                                  <m:ctrlPr>
                                    <a:rPr lang="en-US" sz="2800" b="0" i="1" smtClean="0">
                                      <a:solidFill>
                                        <a:srgbClr val="002060"/>
                                      </a:solidFill>
                                      <a:latin typeface="Cambria Math" panose="02040503050406030204" pitchFamily="18" charset="0"/>
                                    </a:rPr>
                                  </m:ctrlPr>
                                </m:sSubSupPr>
                                <m:e>
                                  <m:r>
                                    <m:rPr>
                                      <m:sty m:val="p"/>
                                    </m:rPr>
                                    <a:rPr lang="en-US" sz="2800">
                                      <a:solidFill>
                                        <a:srgbClr val="002060"/>
                                      </a:solidFill>
                                      <a:latin typeface="Cambria Math" panose="02040503050406030204" pitchFamily="18" charset="0"/>
                                    </a:rPr>
                                    <m:t>d</m:t>
                                  </m:r>
                                </m:e>
                                <m:sub>
                                  <m:r>
                                    <a:rPr lang="en-US" sz="2800" b="0" i="0" smtClean="0">
                                      <a:solidFill>
                                        <a:srgbClr val="002060"/>
                                      </a:solidFill>
                                      <a:latin typeface="Cambria Math" panose="02040503050406030204" pitchFamily="18" charset="0"/>
                                    </a:rPr>
                                    <m:t>23</m:t>
                                  </m:r>
                                </m:sub>
                                <m:sup>
                                  <m:r>
                                    <a:rPr lang="en-US" sz="2800" b="0" i="0" smtClean="0">
                                      <a:solidFill>
                                        <a:srgbClr val="002060"/>
                                      </a:solidFill>
                                      <a:latin typeface="Cambria Math" panose="02040503050406030204" pitchFamily="18" charset="0"/>
                                    </a:rPr>
                                    <m:t>      </m:t>
                                  </m:r>
                                  <m:r>
                                    <a:rPr lang="en-US" sz="2800">
                                      <a:solidFill>
                                        <a:srgbClr val="002060"/>
                                      </a:solidFill>
                                      <a:latin typeface="Cambria Math" panose="02040503050406030204" pitchFamily="18" charset="0"/>
                                    </a:rPr>
                                    <m:t>2</m:t>
                                  </m:r>
                                </m:sup>
                              </m:sSubSup>
                            </m:e>
                          </m:nary>
                          <m:r>
                            <a:rPr lang="en-US" sz="2800">
                              <a:solidFill>
                                <a:srgbClr val="C00000"/>
                              </a:solidFill>
                              <a:latin typeface="Cambria Math" panose="02040503050406030204" pitchFamily="18" charset="0"/>
                            </a:rPr>
                            <m:t> </m:t>
                          </m:r>
                        </m:num>
                        <m:den>
                          <m:eqArr>
                            <m:eqArrPr>
                              <m:ctrlPr>
                                <a:rPr lang="en-US" sz="2800" i="1">
                                  <a:solidFill>
                                    <a:srgbClr val="C00000"/>
                                  </a:solidFill>
                                  <a:latin typeface="Cambria Math" panose="02040503050406030204" pitchFamily="18" charset="0"/>
                                </a:rPr>
                              </m:ctrlPr>
                            </m:eqArrPr>
                            <m:e>
                              <m:r>
                                <a:rPr lang="en-US" sz="2800">
                                  <a:solidFill>
                                    <a:srgbClr val="C00000"/>
                                  </a:solidFill>
                                  <a:latin typeface="Cambria Math" panose="02040503050406030204" pitchFamily="18" charset="0"/>
                                </a:rPr>
                                <m:t>  </m:t>
                              </m:r>
                            </m:e>
                            <m:e>
                              <m:r>
                                <a:rPr lang="en-US" sz="2800" b="0" i="1" smtClean="0">
                                  <a:solidFill>
                                    <a:srgbClr val="C00000"/>
                                  </a:solidFill>
                                  <a:latin typeface="Cambria Math" panose="02040503050406030204" pitchFamily="18" charset="0"/>
                                </a:rPr>
                                <m:t>  </m:t>
                              </m:r>
                              <m:r>
                                <m:rPr>
                                  <m:sty m:val="p"/>
                                </m:rPr>
                                <a:rPr lang="en-US" sz="2800">
                                  <a:solidFill>
                                    <a:srgbClr val="002060"/>
                                  </a:solidFill>
                                  <a:latin typeface="Cambria Math" panose="02040503050406030204" pitchFamily="18" charset="0"/>
                                </a:rPr>
                                <m:t>n</m:t>
                              </m:r>
                              <m:r>
                                <a:rPr lang="en-US" sz="2800">
                                  <a:solidFill>
                                    <a:srgbClr val="002060"/>
                                  </a:solidFill>
                                  <a:latin typeface="Cambria Math" panose="02040503050406030204" pitchFamily="18" charset="0"/>
                                </a:rPr>
                                <m:t> </m:t>
                              </m:r>
                              <m:d>
                                <m:dPr>
                                  <m:ctrlPr>
                                    <a:rPr lang="en-US" sz="2800" i="1">
                                      <a:solidFill>
                                        <a:srgbClr val="002060"/>
                                      </a:solidFill>
                                      <a:latin typeface="Cambria Math" panose="02040503050406030204" pitchFamily="18" charset="0"/>
                                    </a:rPr>
                                  </m:ctrlPr>
                                </m:dPr>
                                <m:e>
                                  <m:sSup>
                                    <m:sSupPr>
                                      <m:ctrlPr>
                                        <a:rPr lang="en-US" sz="2800" i="1">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n</m:t>
                                      </m:r>
                                    </m:e>
                                    <m:sup>
                                      <m:r>
                                        <a:rPr lang="en-US" sz="2800">
                                          <a:solidFill>
                                            <a:srgbClr val="002060"/>
                                          </a:solidFill>
                                          <a:latin typeface="Cambria Math" panose="02040503050406030204" pitchFamily="18" charset="0"/>
                                        </a:rPr>
                                        <m:t>2</m:t>
                                      </m:r>
                                    </m:sup>
                                  </m:sSup>
                                  <m:r>
                                    <a:rPr lang="en-US" sz="2800">
                                      <a:solidFill>
                                        <a:srgbClr val="002060"/>
                                      </a:solidFill>
                                      <a:latin typeface="Cambria Math" panose="02040503050406030204" pitchFamily="18" charset="0"/>
                                    </a:rPr>
                                    <m:t>−1</m:t>
                                  </m:r>
                                </m:e>
                              </m:d>
                              <m:r>
                                <a:rPr lang="en-US" sz="2800">
                                  <a:solidFill>
                                    <a:srgbClr val="C00000"/>
                                  </a:solidFill>
                                  <a:latin typeface="Cambria Math" panose="02040503050406030204" pitchFamily="18" charset="0"/>
                                </a:rPr>
                                <m:t>  </m:t>
                              </m:r>
                            </m:e>
                          </m:eqArr>
                        </m:den>
                      </m:f>
                    </m:oMath>
                  </m:oMathPara>
                </a14:m>
                <a:endParaRPr lang="en-US" dirty="0"/>
              </a:p>
            </p:txBody>
          </p:sp>
        </mc:Choice>
        <mc:Fallback xmlns="">
          <p:sp>
            <p:nvSpPr>
              <p:cNvPr id="50" name="Rectangle 49"/>
              <p:cNvSpPr>
                <a:spLocks noRot="1" noChangeAspect="1" noMove="1" noResize="1" noEditPoints="1" noAdjustHandles="1" noChangeArrowheads="1" noChangeShapeType="1" noTextEdit="1"/>
              </p:cNvSpPr>
              <p:nvPr/>
            </p:nvSpPr>
            <p:spPr>
              <a:xfrm>
                <a:off x="137270" y="1548276"/>
                <a:ext cx="3754554" cy="1160061"/>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Rectangle 29"/>
              <p:cNvSpPr/>
              <p:nvPr/>
            </p:nvSpPr>
            <p:spPr>
              <a:xfrm>
                <a:off x="137270" y="3229957"/>
                <a:ext cx="3983526" cy="1098121"/>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sSub>
                        <m:sSubPr>
                          <m:ctrlPr>
                            <a:rPr lang="en-US" sz="2800" i="1" smtClean="0">
                              <a:solidFill>
                                <a:schemeClr val="bg1"/>
                              </a:solidFill>
                              <a:latin typeface="Cambria Math" panose="02040503050406030204" pitchFamily="18" charset="0"/>
                            </a:rPr>
                          </m:ctrlPr>
                        </m:sSubPr>
                        <m:e>
                          <m:r>
                            <m:rPr>
                              <m:sty m:val="p"/>
                            </m:rPr>
                            <a:rPr lang="en-US" sz="2800">
                              <a:solidFill>
                                <a:schemeClr val="bg1"/>
                              </a:solidFill>
                              <a:latin typeface="Cambria Math" panose="02040503050406030204" pitchFamily="18" charset="0"/>
                            </a:rPr>
                            <m:t>ρ</m:t>
                          </m:r>
                        </m:e>
                        <m:sub>
                          <m:r>
                            <a:rPr lang="en-US" sz="2800">
                              <a:solidFill>
                                <a:schemeClr val="bg1"/>
                              </a:solidFill>
                              <a:latin typeface="Cambria Math" panose="02040503050406030204" pitchFamily="18" charset="0"/>
                            </a:rPr>
                            <m:t>12</m:t>
                          </m:r>
                        </m:sub>
                      </m:sSub>
                      <m:r>
                        <a:rPr lang="en-US" sz="2800">
                          <a:solidFill>
                            <a:srgbClr val="002060"/>
                          </a:solidFill>
                          <a:latin typeface="Cambria Math" panose="02040503050406030204" pitchFamily="18" charset="0"/>
                        </a:rPr>
                        <m:t>=1−</m:t>
                      </m:r>
                      <m:f>
                        <m:fPr>
                          <m:ctrlPr>
                            <a:rPr lang="en-US" sz="2800" i="1">
                              <a:solidFill>
                                <a:srgbClr val="C00000"/>
                              </a:solidFill>
                              <a:latin typeface="Cambria Math" panose="02040503050406030204" pitchFamily="18" charset="0"/>
                            </a:rPr>
                          </m:ctrlPr>
                        </m:fPr>
                        <m:num>
                          <m:r>
                            <a:rPr lang="en-US" sz="2800">
                              <a:solidFill>
                                <a:srgbClr val="C00000"/>
                              </a:solidFill>
                              <a:latin typeface="Cambria Math" panose="02040503050406030204" pitchFamily="18" charset="0"/>
                            </a:rPr>
                            <m:t> </m:t>
                          </m:r>
                          <m:r>
                            <a:rPr lang="en-US" sz="2800">
                              <a:solidFill>
                                <a:srgbClr val="7030A0"/>
                              </a:solidFill>
                              <a:latin typeface="Cambria Math" panose="02040503050406030204" pitchFamily="18" charset="0"/>
                            </a:rPr>
                            <m:t>6</m:t>
                          </m:r>
                          <m:r>
                            <a:rPr lang="en-US" sz="2800" i="1">
                              <a:solidFill>
                                <a:srgbClr val="002060"/>
                              </a:solidFill>
                              <a:latin typeface="Cambria Math" panose="02040503050406030204" pitchFamily="18" charset="0"/>
                              <a:ea typeface="Cambria Math" panose="02040503050406030204" pitchFamily="18" charset="0"/>
                            </a:rPr>
                            <m:t>∙</m:t>
                          </m:r>
                          <m:r>
                            <a:rPr lang="en-US" sz="2800" b="0" i="1" smtClean="0">
                              <a:solidFill>
                                <a:schemeClr val="bg1"/>
                              </a:solidFill>
                              <a:latin typeface="Cambria Math" panose="02040503050406030204" pitchFamily="18" charset="0"/>
                              <a:ea typeface="Cambria Math" panose="02040503050406030204" pitchFamily="18" charset="0"/>
                            </a:rPr>
                            <m:t>7</m:t>
                          </m:r>
                          <m:r>
                            <a:rPr lang="en-US" sz="2800" b="0" i="1" smtClean="0">
                              <a:solidFill>
                                <a:schemeClr val="bg1"/>
                              </a:solidFill>
                              <a:latin typeface="Cambria Math" panose="02040503050406030204" pitchFamily="18" charset="0"/>
                            </a:rPr>
                            <m:t>4</m:t>
                          </m:r>
                          <m:r>
                            <a:rPr lang="en-US" sz="2800">
                              <a:solidFill>
                                <a:srgbClr val="C00000"/>
                              </a:solidFill>
                              <a:latin typeface="Cambria Math" panose="02040503050406030204" pitchFamily="18" charset="0"/>
                            </a:rPr>
                            <m:t> </m:t>
                          </m:r>
                        </m:num>
                        <m:den>
                          <m:eqArr>
                            <m:eqArrPr>
                              <m:ctrlPr>
                                <a:rPr lang="en-US" sz="2800" i="1">
                                  <a:solidFill>
                                    <a:srgbClr val="C00000"/>
                                  </a:solidFill>
                                  <a:latin typeface="Cambria Math" panose="02040503050406030204" pitchFamily="18" charset="0"/>
                                </a:rPr>
                              </m:ctrlPr>
                            </m:eqArrPr>
                            <m:e>
                              <m:r>
                                <a:rPr lang="en-US" sz="2800">
                                  <a:solidFill>
                                    <a:srgbClr val="C00000"/>
                                  </a:solidFill>
                                  <a:latin typeface="Cambria Math" panose="02040503050406030204" pitchFamily="18" charset="0"/>
                                </a:rPr>
                                <m:t>  </m:t>
                              </m:r>
                            </m:e>
                            <m:e>
                              <m:r>
                                <a:rPr lang="en-US" sz="2800" b="0" i="0" smtClean="0">
                                  <a:solidFill>
                                    <a:schemeClr val="bg1"/>
                                  </a:solidFill>
                                  <a:latin typeface="Cambria Math" panose="02040503050406030204" pitchFamily="18" charset="0"/>
                                </a:rPr>
                                <m:t>10</m:t>
                              </m:r>
                              <m:r>
                                <a:rPr lang="en-US" sz="2800">
                                  <a:solidFill>
                                    <a:srgbClr val="002060"/>
                                  </a:solidFill>
                                  <a:latin typeface="Cambria Math" panose="02040503050406030204" pitchFamily="18" charset="0"/>
                                </a:rPr>
                                <m:t> </m:t>
                              </m:r>
                              <m:d>
                                <m:dPr>
                                  <m:ctrlPr>
                                    <a:rPr lang="en-US" sz="2800" i="1">
                                      <a:solidFill>
                                        <a:srgbClr val="002060"/>
                                      </a:solidFill>
                                      <a:latin typeface="Cambria Math" panose="02040503050406030204" pitchFamily="18" charset="0"/>
                                    </a:rPr>
                                  </m:ctrlPr>
                                </m:dPr>
                                <m:e>
                                  <m:sSup>
                                    <m:sSupPr>
                                      <m:ctrlPr>
                                        <a:rPr lang="en-US" sz="2800" b="0" i="1" smtClean="0">
                                          <a:solidFill>
                                            <a:srgbClr val="002060"/>
                                          </a:solidFill>
                                          <a:latin typeface="Cambria Math" panose="02040503050406030204" pitchFamily="18" charset="0"/>
                                        </a:rPr>
                                      </m:ctrlPr>
                                    </m:sSupPr>
                                    <m:e>
                                      <m:r>
                                        <a:rPr lang="en-US" sz="2800" b="0" i="1" smtClean="0">
                                          <a:solidFill>
                                            <a:schemeClr val="bg1"/>
                                          </a:solidFill>
                                          <a:latin typeface="Cambria Math" panose="02040503050406030204" pitchFamily="18" charset="0"/>
                                        </a:rPr>
                                        <m:t>10</m:t>
                                      </m:r>
                                    </m:e>
                                    <m:sup>
                                      <m:r>
                                        <a:rPr lang="en-US" sz="2800" b="0" i="1" smtClean="0">
                                          <a:solidFill>
                                            <a:srgbClr val="002060"/>
                                          </a:solidFill>
                                          <a:latin typeface="Cambria Math" panose="02040503050406030204" pitchFamily="18" charset="0"/>
                                        </a:rPr>
                                        <m:t>2</m:t>
                                      </m:r>
                                    </m:sup>
                                  </m:sSup>
                                  <m:r>
                                    <a:rPr lang="en-US" sz="2800">
                                      <a:solidFill>
                                        <a:srgbClr val="002060"/>
                                      </a:solidFill>
                                      <a:latin typeface="Cambria Math" panose="02040503050406030204" pitchFamily="18" charset="0"/>
                                    </a:rPr>
                                    <m:t>−1</m:t>
                                  </m:r>
                                </m:e>
                              </m:d>
                              <m:r>
                                <a:rPr lang="en-US" sz="2800">
                                  <a:solidFill>
                                    <a:srgbClr val="C00000"/>
                                  </a:solidFill>
                                  <a:latin typeface="Cambria Math" panose="02040503050406030204" pitchFamily="18" charset="0"/>
                                </a:rPr>
                                <m:t>  </m:t>
                              </m:r>
                            </m:e>
                          </m:eqArr>
                        </m:den>
                      </m:f>
                    </m:oMath>
                  </m:oMathPara>
                </a14:m>
                <a:endParaRPr lang="en-US" sz="2800" dirty="0"/>
              </a:p>
            </p:txBody>
          </p:sp>
        </mc:Choice>
        <mc:Fallback xmlns="">
          <p:sp>
            <p:nvSpPr>
              <p:cNvPr id="30" name="Rectangle 29"/>
              <p:cNvSpPr>
                <a:spLocks noRot="1" noChangeAspect="1" noMove="1" noResize="1" noEditPoints="1" noAdjustHandles="1" noChangeArrowheads="1" noChangeShapeType="1" noTextEdit="1"/>
              </p:cNvSpPr>
              <p:nvPr/>
            </p:nvSpPr>
            <p:spPr>
              <a:xfrm>
                <a:off x="137270" y="3229957"/>
                <a:ext cx="3983526" cy="1098121"/>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68622B1E-44A3-44A2-B1C1-8D969737DA50}"/>
                  </a:ext>
                </a:extLst>
              </p:cNvPr>
              <p:cNvSpPr txBox="1"/>
              <p:nvPr/>
            </p:nvSpPr>
            <p:spPr>
              <a:xfrm>
                <a:off x="10013134" y="3183997"/>
                <a:ext cx="1239250"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m:rPr>
                          <m:sty m:val="p"/>
                        </m:rPr>
                        <a:rPr lang="en-US" sz="2800" i="0" dirty="0" smtClean="0">
                          <a:solidFill>
                            <a:srgbClr val="FF0000"/>
                          </a:solidFill>
                          <a:latin typeface="Cambria Math" panose="02040503050406030204" pitchFamily="18" charset="0"/>
                        </a:rPr>
                        <m:t>n</m:t>
                      </m:r>
                      <m:r>
                        <a:rPr lang="en-US" sz="2800" i="0" dirty="0" smtClean="0">
                          <a:solidFill>
                            <a:srgbClr val="FF0000"/>
                          </a:solidFill>
                          <a:latin typeface="Cambria Math" panose="02040503050406030204" pitchFamily="18" charset="0"/>
                        </a:rPr>
                        <m:t>=10</m:t>
                      </m:r>
                    </m:oMath>
                  </m:oMathPara>
                </a14:m>
                <a:endParaRPr lang="en-IN" sz="2800" dirty="0">
                  <a:solidFill>
                    <a:srgbClr val="FF0000"/>
                  </a:solidFill>
                </a:endParaRPr>
              </a:p>
            </p:txBody>
          </p:sp>
        </mc:Choice>
        <mc:Fallback xmlns="">
          <p:sp>
            <p:nvSpPr>
              <p:cNvPr id="82" name="TextBox 81">
                <a:extLst>
                  <a:ext uri="{FF2B5EF4-FFF2-40B4-BE49-F238E27FC236}">
                    <a16:creationId xmlns:a16="http://schemas.microsoft.com/office/drawing/2014/main" id="{68622B1E-44A3-44A2-B1C1-8D969737DA50}"/>
                  </a:ext>
                </a:extLst>
              </p:cNvPr>
              <p:cNvSpPr txBox="1">
                <a:spLocks noRot="1" noChangeAspect="1" noMove="1" noResize="1" noEditPoints="1" noAdjustHandles="1" noChangeArrowheads="1" noChangeShapeType="1" noTextEdit="1"/>
              </p:cNvSpPr>
              <p:nvPr/>
            </p:nvSpPr>
            <p:spPr>
              <a:xfrm>
                <a:off x="10013134" y="3183997"/>
                <a:ext cx="1239250"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68622B1E-44A3-44A2-B1C1-8D969737DA50}"/>
                  </a:ext>
                </a:extLst>
              </p:cNvPr>
              <p:cNvSpPr txBox="1"/>
              <p:nvPr/>
            </p:nvSpPr>
            <p:spPr>
              <a:xfrm>
                <a:off x="10013134" y="3707217"/>
                <a:ext cx="2178866" cy="1135696"/>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nary>
                        <m:naryPr>
                          <m:chr m:val="∑"/>
                          <m:subHide m:val="on"/>
                          <m:supHide m:val="on"/>
                          <m:ctrlPr>
                            <a:rPr lang="en-US" sz="2800" i="1" smtClean="0">
                              <a:solidFill>
                                <a:srgbClr val="FF0000"/>
                              </a:solidFill>
                              <a:latin typeface="Cambria Math" panose="02040503050406030204" pitchFamily="18" charset="0"/>
                            </a:rPr>
                          </m:ctrlPr>
                        </m:naryPr>
                        <m:sub/>
                        <m:sup/>
                        <m:e>
                          <m:d>
                            <m:dPr>
                              <m:ctrlPr>
                                <a:rPr lang="en-US" sz="2800" i="1">
                                  <a:solidFill>
                                    <a:srgbClr val="FF0000"/>
                                  </a:solidFill>
                                  <a:latin typeface="Cambria Math" panose="02040503050406030204" pitchFamily="18" charset="0"/>
                                </a:rPr>
                              </m:ctrlPr>
                            </m:dPr>
                            <m:e>
                              <m:sSup>
                                <m:sSupPr>
                                  <m:ctrlPr>
                                    <a:rPr lang="en-US" sz="2800" b="0" i="1" smtClean="0">
                                      <a:solidFill>
                                        <a:srgbClr val="FF0000"/>
                                      </a:solidFill>
                                      <a:latin typeface="Cambria Math" panose="02040503050406030204" pitchFamily="18" charset="0"/>
                                    </a:rPr>
                                  </m:ctrlPr>
                                </m:sSupPr>
                                <m:e>
                                  <m:r>
                                    <m:rPr>
                                      <m:sty m:val="p"/>
                                    </m:rPr>
                                    <a:rPr lang="en-US" sz="2800" b="0" i="0" smtClean="0">
                                      <a:solidFill>
                                        <a:srgbClr val="FF0000"/>
                                      </a:solidFill>
                                      <a:latin typeface="Cambria Math" panose="02040503050406030204" pitchFamily="18" charset="0"/>
                                    </a:rPr>
                                    <m:t>d</m:t>
                                  </m:r>
                                </m:e>
                                <m:sup>
                                  <m:r>
                                    <a:rPr lang="en-US" sz="2800" b="0" i="0" smtClean="0">
                                      <a:solidFill>
                                        <a:srgbClr val="FF0000"/>
                                      </a:solidFill>
                                      <a:latin typeface="Cambria Math" panose="02040503050406030204" pitchFamily="18" charset="0"/>
                                    </a:rPr>
                                    <m:t>2</m:t>
                                  </m:r>
                                </m:sup>
                              </m:sSup>
                            </m:e>
                          </m:d>
                        </m:e>
                      </m:nary>
                      <m:r>
                        <a:rPr lang="en-US" sz="2800" i="0" dirty="0" smtClean="0">
                          <a:solidFill>
                            <a:srgbClr val="FF0000"/>
                          </a:solidFill>
                          <a:latin typeface="Cambria Math" panose="02040503050406030204" pitchFamily="18" charset="0"/>
                        </a:rPr>
                        <m:t>=</m:t>
                      </m:r>
                      <m:r>
                        <a:rPr lang="en-US" sz="2800" b="0" i="0" dirty="0" smtClean="0">
                          <a:solidFill>
                            <a:srgbClr val="FF0000"/>
                          </a:solidFill>
                          <a:latin typeface="Cambria Math" panose="02040503050406030204" pitchFamily="18" charset="0"/>
                        </a:rPr>
                        <m:t>44</m:t>
                      </m:r>
                    </m:oMath>
                  </m:oMathPara>
                </a14:m>
                <a:endParaRPr lang="en-IN" sz="2800" dirty="0">
                  <a:solidFill>
                    <a:srgbClr val="FF0000"/>
                  </a:solidFill>
                </a:endParaRPr>
              </a:p>
            </p:txBody>
          </p:sp>
        </mc:Choice>
        <mc:Fallback xmlns="">
          <p:sp>
            <p:nvSpPr>
              <p:cNvPr id="86" name="TextBox 85">
                <a:extLst>
                  <a:ext uri="{FF2B5EF4-FFF2-40B4-BE49-F238E27FC236}">
                    <a16:creationId xmlns:a16="http://schemas.microsoft.com/office/drawing/2014/main" id="{68622B1E-44A3-44A2-B1C1-8D969737DA50}"/>
                  </a:ext>
                </a:extLst>
              </p:cNvPr>
              <p:cNvSpPr txBox="1">
                <a:spLocks noRot="1" noChangeAspect="1" noMove="1" noResize="1" noEditPoints="1" noAdjustHandles="1" noChangeArrowheads="1" noChangeShapeType="1" noTextEdit="1"/>
              </p:cNvSpPr>
              <p:nvPr/>
            </p:nvSpPr>
            <p:spPr>
              <a:xfrm>
                <a:off x="10013134" y="3707217"/>
                <a:ext cx="2178866" cy="1135696"/>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68622B1E-44A3-44A2-B1C1-8D969737DA50}"/>
                  </a:ext>
                </a:extLst>
              </p:cNvPr>
              <p:cNvSpPr txBox="1"/>
              <p:nvPr/>
            </p:nvSpPr>
            <p:spPr>
              <a:xfrm>
                <a:off x="2842831" y="3183997"/>
                <a:ext cx="571631"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a:rPr lang="en-US" sz="2800" dirty="0" smtClean="0">
                          <a:solidFill>
                            <a:srgbClr val="002060"/>
                          </a:solidFill>
                          <a:latin typeface="Cambria Math" panose="02040503050406030204" pitchFamily="18" charset="0"/>
                        </a:rPr>
                        <m:t>4</m:t>
                      </m:r>
                      <m:r>
                        <a:rPr lang="en-US" sz="2800" b="0" i="0" dirty="0" smtClean="0">
                          <a:solidFill>
                            <a:srgbClr val="002060"/>
                          </a:solidFill>
                          <a:latin typeface="Cambria Math" panose="02040503050406030204" pitchFamily="18" charset="0"/>
                        </a:rPr>
                        <m:t>4</m:t>
                      </m:r>
                    </m:oMath>
                  </m:oMathPara>
                </a14:m>
                <a:endParaRPr lang="en-IN" sz="2800" dirty="0">
                  <a:solidFill>
                    <a:srgbClr val="002060"/>
                  </a:solidFill>
                </a:endParaRPr>
              </a:p>
            </p:txBody>
          </p:sp>
        </mc:Choice>
        <mc:Fallback xmlns="">
          <p:sp>
            <p:nvSpPr>
              <p:cNvPr id="31" name="TextBox 30">
                <a:extLst>
                  <a:ext uri="{FF2B5EF4-FFF2-40B4-BE49-F238E27FC236}">
                    <a16:creationId xmlns="" xmlns:a16="http://schemas.microsoft.com/office/drawing/2014/main"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2842831" y="3183997"/>
                <a:ext cx="571631" cy="523220"/>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68622B1E-44A3-44A2-B1C1-8D969737DA50}"/>
                  </a:ext>
                </a:extLst>
              </p:cNvPr>
              <p:cNvSpPr txBox="1"/>
              <p:nvPr/>
            </p:nvSpPr>
            <p:spPr>
              <a:xfrm>
                <a:off x="1760625" y="3816433"/>
                <a:ext cx="571631"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a:rPr lang="en-US" sz="2800" b="0" i="0" dirty="0" smtClean="0">
                          <a:solidFill>
                            <a:srgbClr val="002060"/>
                          </a:solidFill>
                          <a:latin typeface="Cambria Math" panose="02040503050406030204" pitchFamily="18" charset="0"/>
                        </a:rPr>
                        <m:t>10</m:t>
                      </m:r>
                    </m:oMath>
                  </m:oMathPara>
                </a14:m>
                <a:endParaRPr lang="en-IN" sz="2800" dirty="0">
                  <a:solidFill>
                    <a:srgbClr val="002060"/>
                  </a:solidFill>
                </a:endParaRPr>
              </a:p>
            </p:txBody>
          </p:sp>
        </mc:Choice>
        <mc:Fallback xmlns="">
          <p:sp>
            <p:nvSpPr>
              <p:cNvPr id="32" name="TextBox 31">
                <a:extLst>
                  <a:ext uri="{FF2B5EF4-FFF2-40B4-BE49-F238E27FC236}">
                    <a16:creationId xmlns="" xmlns:a16="http://schemas.microsoft.com/office/drawing/2014/main"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1760625" y="3816433"/>
                <a:ext cx="571631" cy="523220"/>
              </a:xfrm>
              <a:prstGeom prst="rect">
                <a:avLst/>
              </a:prstGeom>
              <a:blipFill rotWithShape="0">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68622B1E-44A3-44A2-B1C1-8D969737DA50}"/>
                  </a:ext>
                </a:extLst>
              </p:cNvPr>
              <p:cNvSpPr txBox="1"/>
              <p:nvPr/>
            </p:nvSpPr>
            <p:spPr>
              <a:xfrm>
                <a:off x="2380654" y="3816093"/>
                <a:ext cx="571631"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a:rPr lang="en-US" sz="2800" b="0" i="0" dirty="0" smtClean="0">
                          <a:solidFill>
                            <a:srgbClr val="002060"/>
                          </a:solidFill>
                          <a:latin typeface="Cambria Math" panose="02040503050406030204" pitchFamily="18" charset="0"/>
                        </a:rPr>
                        <m:t>10</m:t>
                      </m:r>
                    </m:oMath>
                  </m:oMathPara>
                </a14:m>
                <a:endParaRPr lang="en-IN" sz="2800" dirty="0">
                  <a:solidFill>
                    <a:srgbClr val="002060"/>
                  </a:solidFill>
                </a:endParaRPr>
              </a:p>
            </p:txBody>
          </p:sp>
        </mc:Choice>
        <mc:Fallback xmlns="">
          <p:sp>
            <p:nvSpPr>
              <p:cNvPr id="33" name="TextBox 32">
                <a:extLst>
                  <a:ext uri="{FF2B5EF4-FFF2-40B4-BE49-F238E27FC236}">
                    <a16:creationId xmlns="" xmlns:a16="http://schemas.microsoft.com/office/drawing/2014/main"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2380654" y="3816093"/>
                <a:ext cx="571631" cy="523220"/>
              </a:xfrm>
              <a:prstGeom prst="rect">
                <a:avLst/>
              </a:prstGeom>
              <a:blipFill rotWithShape="0">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128438" y="4925449"/>
                <a:ext cx="2788456"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b="1" i="0" smtClean="0">
                          <a:solidFill>
                            <a:srgbClr val="002060"/>
                          </a:solidFill>
                          <a:latin typeface="Cambria Math" panose="02040503050406030204" pitchFamily="18" charset="0"/>
                          <a:ea typeface="Cambria Math" panose="02040503050406030204" pitchFamily="18" charset="0"/>
                        </a:rPr>
                        <m:t>∴</m:t>
                      </m:r>
                      <m:sSub>
                        <m:sSubPr>
                          <m:ctrlPr>
                            <a:rPr lang="en-US" sz="2800" b="1" i="1">
                              <a:solidFill>
                                <a:srgbClr val="002060"/>
                              </a:solidFill>
                              <a:latin typeface="Cambria Math" panose="02040503050406030204" pitchFamily="18" charset="0"/>
                            </a:rPr>
                          </m:ctrlPr>
                        </m:sSubPr>
                        <m:e>
                          <m:r>
                            <a:rPr lang="en-US" sz="2800" b="1" i="0">
                              <a:solidFill>
                                <a:srgbClr val="002060"/>
                              </a:solidFill>
                              <a:latin typeface="Cambria Math" panose="02040503050406030204" pitchFamily="18" charset="0"/>
                            </a:rPr>
                            <m:t>𝛒</m:t>
                          </m:r>
                        </m:e>
                        <m:sub>
                          <m:r>
                            <a:rPr lang="en-US" sz="2800" b="1" i="0">
                              <a:solidFill>
                                <a:srgbClr val="002060"/>
                              </a:solidFill>
                              <a:latin typeface="Cambria Math" panose="02040503050406030204" pitchFamily="18" charset="0"/>
                            </a:rPr>
                            <m:t>𝟐</m:t>
                          </m:r>
                          <m:r>
                            <a:rPr lang="en-US" sz="2800" b="1" i="0" smtClean="0">
                              <a:solidFill>
                                <a:srgbClr val="002060"/>
                              </a:solidFill>
                              <a:latin typeface="Cambria Math" panose="02040503050406030204" pitchFamily="18" charset="0"/>
                            </a:rPr>
                            <m:t>𝟑</m:t>
                          </m:r>
                        </m:sub>
                      </m:sSub>
                      <m:r>
                        <a:rPr lang="en-US" sz="2800" b="1" i="0">
                          <a:solidFill>
                            <a:srgbClr val="002060"/>
                          </a:solidFill>
                          <a:latin typeface="Cambria Math" panose="02040503050406030204" pitchFamily="18" charset="0"/>
                        </a:rPr>
                        <m:t>=</m:t>
                      </m:r>
                      <m:r>
                        <a:rPr lang="en-US" sz="2800" b="1" i="1" smtClean="0">
                          <a:solidFill>
                            <a:srgbClr val="002060"/>
                          </a:solidFill>
                          <a:latin typeface="Cambria Math" panose="02040503050406030204" pitchFamily="18" charset="0"/>
                        </a:rPr>
                        <m:t>𝟎</m:t>
                      </m:r>
                      <m:r>
                        <a:rPr lang="en-US" sz="2800" b="1" i="1" smtClean="0">
                          <a:solidFill>
                            <a:srgbClr val="002060"/>
                          </a:solidFill>
                          <a:latin typeface="Cambria Math" panose="02040503050406030204" pitchFamily="18" charset="0"/>
                        </a:rPr>
                        <m:t>.</m:t>
                      </m:r>
                      <m:r>
                        <a:rPr lang="en-US" sz="2800" b="1" i="1" smtClean="0">
                          <a:solidFill>
                            <a:srgbClr val="002060"/>
                          </a:solidFill>
                          <a:latin typeface="Cambria Math" panose="02040503050406030204" pitchFamily="18" charset="0"/>
                        </a:rPr>
                        <m:t>𝟕𝟑𝟑𝟑</m:t>
                      </m:r>
                    </m:oMath>
                  </m:oMathPara>
                </a14:m>
                <a:endParaRPr lang="en-US" sz="2800" b="1" dirty="0"/>
              </a:p>
            </p:txBody>
          </p:sp>
        </mc:Choice>
        <mc:Fallback xmlns="">
          <p:sp>
            <p:nvSpPr>
              <p:cNvPr id="16" name="Rectangle 15"/>
              <p:cNvSpPr>
                <a:spLocks noRot="1" noChangeAspect="1" noMove="1" noResize="1" noEditPoints="1" noAdjustHandles="1" noChangeArrowheads="1" noChangeShapeType="1" noTextEdit="1"/>
              </p:cNvSpPr>
              <p:nvPr/>
            </p:nvSpPr>
            <p:spPr>
              <a:xfrm>
                <a:off x="128438" y="4925449"/>
                <a:ext cx="2788456" cy="523220"/>
              </a:xfrm>
              <a:prstGeom prst="rect">
                <a:avLst/>
              </a:prstGeom>
              <a:blipFill rotWithShape="0">
                <a:blip r:embed="rId10"/>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9092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82" grpId="0"/>
      <p:bldP spid="86" grpId="0"/>
      <p:bldP spid="31" grpId="0"/>
      <p:bldP spid="32" grpId="0"/>
      <p:bldP spid="33" grpId="0"/>
      <p:bldP spid="16"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2 ⇝ Example 2(</a:t>
            </a:r>
            <a:r>
              <a:rPr lang="en-GB" dirty="0">
                <a:solidFill>
                  <a:srgbClr val="FF0000"/>
                </a:solidFill>
              </a:rPr>
              <a:t>Continue</a:t>
            </a:r>
            <a:r>
              <a:rPr lang="en-GB" dirty="0"/>
              <a:t>)</a:t>
            </a:r>
            <a:endParaRPr lang="en-US" dirty="0"/>
          </a:p>
        </p:txBody>
      </p:sp>
      <mc:AlternateContent xmlns:mc="http://schemas.openxmlformats.org/markup-compatibility/2006" xmlns:a14="http://schemas.microsoft.com/office/drawing/2010/main">
        <mc:Choice Requires="a14">
          <p:sp>
            <p:nvSpPr>
              <p:cNvPr id="8" name="Rectangle 7"/>
              <p:cNvSpPr/>
              <p:nvPr/>
            </p:nvSpPr>
            <p:spPr>
              <a:xfrm>
                <a:off x="128438" y="884472"/>
                <a:ext cx="11935124" cy="523220"/>
              </a:xfrm>
              <a:prstGeom prst="rect">
                <a:avLst/>
              </a:prstGeom>
            </p:spPr>
            <p:txBody>
              <a:bodyPr wrap="square">
                <a:spAutoFit/>
              </a:bodyPr>
              <a:lstStyle/>
              <a:p>
                <a:r>
                  <a:rPr lang="en-US" sz="2800" dirty="0">
                    <a:solidFill>
                      <a:srgbClr val="002060"/>
                    </a:solidFill>
                  </a:rPr>
                  <a:t>Now let us find the </a:t>
                </a:r>
                <a14:m>
                  <m:oMath xmlns:m="http://schemas.openxmlformats.org/officeDocument/2006/math">
                    <m:r>
                      <a:rPr lang="en-US" sz="2800" b="1" dirty="0">
                        <a:solidFill>
                          <a:srgbClr val="002060"/>
                        </a:solidFill>
                        <a:latin typeface="Cambria Math" panose="02040503050406030204" pitchFamily="18" charset="0"/>
                        <a:ea typeface="Cambria Math" panose="02040503050406030204" pitchFamily="18" charset="0"/>
                      </a:rPr>
                      <m:t>𝛒</m:t>
                    </m:r>
                    <m:d>
                      <m:dPr>
                        <m:ctrlPr>
                          <a:rPr lang="en-US" sz="2800" b="1" i="1" dirty="0" smtClean="0">
                            <a:solidFill>
                              <a:srgbClr val="002060"/>
                            </a:solidFill>
                            <a:latin typeface="Cambria Math" panose="02040503050406030204" pitchFamily="18" charset="0"/>
                            <a:ea typeface="Cambria Math" panose="02040503050406030204" pitchFamily="18" charset="0"/>
                          </a:rPr>
                        </m:ctrlPr>
                      </m:dPr>
                      <m:e>
                        <m:r>
                          <m:rPr>
                            <m:nor/>
                          </m:rPr>
                          <a:rPr lang="en-US" sz="2800" dirty="0">
                            <a:solidFill>
                              <a:srgbClr val="002060"/>
                            </a:solidFill>
                          </a:rPr>
                          <m:t>the</m:t>
                        </m:r>
                        <m:r>
                          <m:rPr>
                            <m:nor/>
                          </m:rPr>
                          <a:rPr lang="en-US" sz="2800" dirty="0">
                            <a:solidFill>
                              <a:srgbClr val="002060"/>
                            </a:solidFill>
                          </a:rPr>
                          <m:t> </m:t>
                        </m:r>
                        <m:r>
                          <m:rPr>
                            <m:nor/>
                          </m:rPr>
                          <a:rPr lang="en-US" sz="2800" dirty="0">
                            <a:solidFill>
                              <a:srgbClr val="002060"/>
                            </a:solidFill>
                          </a:rPr>
                          <m:t>coefficient</m:t>
                        </m:r>
                        <m:r>
                          <m:rPr>
                            <m:nor/>
                          </m:rPr>
                          <a:rPr lang="en-US" sz="2800" dirty="0">
                            <a:solidFill>
                              <a:srgbClr val="002060"/>
                            </a:solidFill>
                          </a:rPr>
                          <m:t> </m:t>
                        </m:r>
                        <m:r>
                          <m:rPr>
                            <m:nor/>
                          </m:rPr>
                          <a:rPr lang="en-US" sz="2800" dirty="0">
                            <a:solidFill>
                              <a:srgbClr val="002060"/>
                            </a:solidFill>
                          </a:rPr>
                          <m:t>of</m:t>
                        </m:r>
                        <m:r>
                          <m:rPr>
                            <m:nor/>
                          </m:rPr>
                          <a:rPr lang="en-US" sz="2800" dirty="0">
                            <a:solidFill>
                              <a:srgbClr val="002060"/>
                            </a:solidFill>
                          </a:rPr>
                          <m:t> </m:t>
                        </m:r>
                        <m:r>
                          <m:rPr>
                            <m:nor/>
                          </m:rPr>
                          <a:rPr lang="en-US" sz="2800" dirty="0">
                            <a:solidFill>
                              <a:srgbClr val="002060"/>
                            </a:solidFill>
                          </a:rPr>
                          <m:t>rank</m:t>
                        </m:r>
                        <m:r>
                          <m:rPr>
                            <m:nor/>
                          </m:rPr>
                          <a:rPr lang="en-US" sz="2800" dirty="0">
                            <a:solidFill>
                              <a:srgbClr val="002060"/>
                            </a:solidFill>
                          </a:rPr>
                          <m:t> </m:t>
                        </m:r>
                        <m:r>
                          <m:rPr>
                            <m:nor/>
                          </m:rPr>
                          <a:rPr lang="en-US" sz="2800" dirty="0">
                            <a:solidFill>
                              <a:srgbClr val="002060"/>
                            </a:solidFill>
                          </a:rPr>
                          <m:t>correlation</m:t>
                        </m:r>
                      </m:e>
                    </m:d>
                  </m:oMath>
                </a14:m>
                <a:r>
                  <a:rPr lang="en-US" sz="2800" dirty="0">
                    <a:solidFill>
                      <a:srgbClr val="002060"/>
                    </a:solidFill>
                  </a:rPr>
                  <a:t> for each </a:t>
                </a:r>
                <a14:m>
                  <m:oMath xmlns:m="http://schemas.openxmlformats.org/officeDocument/2006/math">
                    <m:r>
                      <a:rPr lang="en-US" sz="2800" b="1" dirty="0">
                        <a:solidFill>
                          <a:srgbClr val="002060"/>
                        </a:solidFill>
                        <a:latin typeface="Cambria Math" panose="02040503050406030204" pitchFamily="18" charset="0"/>
                      </a:rPr>
                      <m:t>𝐝</m:t>
                    </m:r>
                    <m:r>
                      <a:rPr lang="en-US" sz="2800" b="1" i="0" dirty="0" smtClean="0">
                        <a:solidFill>
                          <a:srgbClr val="002060"/>
                        </a:solidFill>
                        <a:latin typeface="Cambria Math" panose="02040503050406030204" pitchFamily="18" charset="0"/>
                      </a:rPr>
                      <m:t>.</m:t>
                    </m:r>
                  </m:oMath>
                </a14:m>
                <a:endParaRPr lang="en-US" b="1" dirty="0"/>
              </a:p>
            </p:txBody>
          </p:sp>
        </mc:Choice>
        <mc:Fallback xmlns="">
          <p:sp>
            <p:nvSpPr>
              <p:cNvPr id="8" name="Rectangle 7"/>
              <p:cNvSpPr>
                <a:spLocks noRot="1" noChangeAspect="1" noMove="1" noResize="1" noEditPoints="1" noAdjustHandles="1" noChangeArrowheads="1" noChangeShapeType="1" noTextEdit="1"/>
              </p:cNvSpPr>
              <p:nvPr/>
            </p:nvSpPr>
            <p:spPr>
              <a:xfrm>
                <a:off x="128438" y="884472"/>
                <a:ext cx="11935124" cy="523220"/>
              </a:xfrm>
              <a:prstGeom prst="rect">
                <a:avLst/>
              </a:prstGeom>
              <a:blipFill rotWithShape="0">
                <a:blip r:embed="rId2"/>
                <a:stretch>
                  <a:fillRect l="-1021" t="-11628"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Rectangle 49"/>
              <p:cNvSpPr/>
              <p:nvPr/>
            </p:nvSpPr>
            <p:spPr>
              <a:xfrm>
                <a:off x="137270" y="1548276"/>
                <a:ext cx="3746282" cy="1160061"/>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sSub>
                        <m:sSubPr>
                          <m:ctrlPr>
                            <a:rPr lang="en-US" sz="2800" b="0" i="1" smtClean="0">
                              <a:solidFill>
                                <a:srgbClr val="002060"/>
                              </a:solidFill>
                              <a:latin typeface="Cambria Math" panose="02040503050406030204" pitchFamily="18" charset="0"/>
                            </a:rPr>
                          </m:ctrlPr>
                        </m:sSubPr>
                        <m:e>
                          <m:r>
                            <m:rPr>
                              <m:sty m:val="p"/>
                            </m:rPr>
                            <a:rPr lang="en-US" sz="2800" smtClean="0">
                              <a:solidFill>
                                <a:srgbClr val="002060"/>
                              </a:solidFill>
                              <a:latin typeface="Cambria Math" panose="02040503050406030204" pitchFamily="18" charset="0"/>
                            </a:rPr>
                            <m:t>ρ</m:t>
                          </m:r>
                        </m:e>
                        <m:sub>
                          <m:r>
                            <a:rPr lang="en-US" sz="2800" b="0" i="0" smtClean="0">
                              <a:solidFill>
                                <a:srgbClr val="002060"/>
                              </a:solidFill>
                              <a:latin typeface="Cambria Math" panose="02040503050406030204" pitchFamily="18" charset="0"/>
                            </a:rPr>
                            <m:t>13</m:t>
                          </m:r>
                        </m:sub>
                      </m:sSub>
                      <m:r>
                        <a:rPr lang="en-US" sz="2800" smtClean="0">
                          <a:solidFill>
                            <a:srgbClr val="002060"/>
                          </a:solidFill>
                          <a:latin typeface="Cambria Math" panose="02040503050406030204" pitchFamily="18" charset="0"/>
                        </a:rPr>
                        <m:t>=</m:t>
                      </m:r>
                      <m:r>
                        <a:rPr lang="en-US" sz="2800">
                          <a:solidFill>
                            <a:srgbClr val="002060"/>
                          </a:solidFill>
                          <a:latin typeface="Cambria Math" panose="02040503050406030204" pitchFamily="18" charset="0"/>
                        </a:rPr>
                        <m:t>1</m:t>
                      </m:r>
                      <m:r>
                        <a:rPr lang="en-US" sz="2800">
                          <a:solidFill>
                            <a:srgbClr val="C00000"/>
                          </a:solidFill>
                          <a:latin typeface="Cambria Math" panose="02040503050406030204" pitchFamily="18" charset="0"/>
                        </a:rPr>
                        <m:t>−</m:t>
                      </m:r>
                      <m:f>
                        <m:fPr>
                          <m:ctrlPr>
                            <a:rPr lang="en-US" sz="2800" i="1">
                              <a:solidFill>
                                <a:srgbClr val="C00000"/>
                              </a:solidFill>
                              <a:latin typeface="Cambria Math" panose="02040503050406030204" pitchFamily="18" charset="0"/>
                            </a:rPr>
                          </m:ctrlPr>
                        </m:fPr>
                        <m:num>
                          <m:r>
                            <a:rPr lang="en-US" sz="2800">
                              <a:solidFill>
                                <a:srgbClr val="C00000"/>
                              </a:solidFill>
                              <a:latin typeface="Cambria Math" panose="02040503050406030204" pitchFamily="18" charset="0"/>
                            </a:rPr>
                            <m:t> </m:t>
                          </m:r>
                          <m:r>
                            <a:rPr lang="en-US" sz="2800">
                              <a:solidFill>
                                <a:srgbClr val="7030A0"/>
                              </a:solidFill>
                              <a:latin typeface="Cambria Math" panose="02040503050406030204" pitchFamily="18" charset="0"/>
                            </a:rPr>
                            <m:t>6</m:t>
                          </m:r>
                          <m:r>
                            <a:rPr lang="en-US" sz="2800" i="1">
                              <a:solidFill>
                                <a:srgbClr val="002060"/>
                              </a:solidFill>
                              <a:latin typeface="Cambria Math" panose="02040503050406030204" pitchFamily="18" charset="0"/>
                              <a:ea typeface="Cambria Math" panose="02040503050406030204" pitchFamily="18" charset="0"/>
                            </a:rPr>
                            <m:t>∙</m:t>
                          </m:r>
                          <m:nary>
                            <m:naryPr>
                              <m:chr m:val="∑"/>
                              <m:limLoc m:val="undOvr"/>
                              <m:subHide m:val="on"/>
                              <m:supHide m:val="on"/>
                              <m:ctrlPr>
                                <a:rPr lang="en-US" sz="2800" i="1">
                                  <a:solidFill>
                                    <a:srgbClr val="002060"/>
                                  </a:solidFill>
                                  <a:latin typeface="Cambria Math" panose="02040503050406030204" pitchFamily="18" charset="0"/>
                                </a:rPr>
                              </m:ctrlPr>
                            </m:naryPr>
                            <m:sub/>
                            <m:sup/>
                            <m:e>
                              <m:sSubSup>
                                <m:sSubSupPr>
                                  <m:ctrlPr>
                                    <a:rPr lang="en-US" sz="2800" b="0" i="1" smtClean="0">
                                      <a:solidFill>
                                        <a:srgbClr val="002060"/>
                                      </a:solidFill>
                                      <a:latin typeface="Cambria Math" panose="02040503050406030204" pitchFamily="18" charset="0"/>
                                    </a:rPr>
                                  </m:ctrlPr>
                                </m:sSubSupPr>
                                <m:e>
                                  <m:r>
                                    <m:rPr>
                                      <m:sty m:val="p"/>
                                    </m:rPr>
                                    <a:rPr lang="en-US" sz="2800">
                                      <a:solidFill>
                                        <a:srgbClr val="002060"/>
                                      </a:solidFill>
                                      <a:latin typeface="Cambria Math" panose="02040503050406030204" pitchFamily="18" charset="0"/>
                                    </a:rPr>
                                    <m:t>d</m:t>
                                  </m:r>
                                </m:e>
                                <m:sub>
                                  <m:r>
                                    <a:rPr lang="en-US" sz="2800" b="0" i="0" smtClean="0">
                                      <a:solidFill>
                                        <a:srgbClr val="002060"/>
                                      </a:solidFill>
                                      <a:latin typeface="Cambria Math" panose="02040503050406030204" pitchFamily="18" charset="0"/>
                                    </a:rPr>
                                    <m:t>13</m:t>
                                  </m:r>
                                </m:sub>
                                <m:sup>
                                  <m:r>
                                    <a:rPr lang="en-US" sz="2800" b="0" i="0" smtClean="0">
                                      <a:solidFill>
                                        <a:srgbClr val="002060"/>
                                      </a:solidFill>
                                      <a:latin typeface="Cambria Math" panose="02040503050406030204" pitchFamily="18" charset="0"/>
                                    </a:rPr>
                                    <m:t>      </m:t>
                                  </m:r>
                                  <m:r>
                                    <a:rPr lang="en-US" sz="2800">
                                      <a:solidFill>
                                        <a:srgbClr val="002060"/>
                                      </a:solidFill>
                                      <a:latin typeface="Cambria Math" panose="02040503050406030204" pitchFamily="18" charset="0"/>
                                    </a:rPr>
                                    <m:t>2</m:t>
                                  </m:r>
                                </m:sup>
                              </m:sSubSup>
                            </m:e>
                          </m:nary>
                          <m:r>
                            <a:rPr lang="en-US" sz="2800">
                              <a:solidFill>
                                <a:srgbClr val="C00000"/>
                              </a:solidFill>
                              <a:latin typeface="Cambria Math" panose="02040503050406030204" pitchFamily="18" charset="0"/>
                            </a:rPr>
                            <m:t> </m:t>
                          </m:r>
                        </m:num>
                        <m:den>
                          <m:eqArr>
                            <m:eqArrPr>
                              <m:ctrlPr>
                                <a:rPr lang="en-US" sz="2800" i="1">
                                  <a:solidFill>
                                    <a:srgbClr val="C00000"/>
                                  </a:solidFill>
                                  <a:latin typeface="Cambria Math" panose="02040503050406030204" pitchFamily="18" charset="0"/>
                                </a:rPr>
                              </m:ctrlPr>
                            </m:eqArrPr>
                            <m:e>
                              <m:r>
                                <a:rPr lang="en-US" sz="2800">
                                  <a:solidFill>
                                    <a:srgbClr val="C00000"/>
                                  </a:solidFill>
                                  <a:latin typeface="Cambria Math" panose="02040503050406030204" pitchFamily="18" charset="0"/>
                                </a:rPr>
                                <m:t>  </m:t>
                              </m:r>
                            </m:e>
                            <m:e>
                              <m:r>
                                <a:rPr lang="en-US" sz="2800" b="0" i="1" smtClean="0">
                                  <a:solidFill>
                                    <a:srgbClr val="C00000"/>
                                  </a:solidFill>
                                  <a:latin typeface="Cambria Math" panose="02040503050406030204" pitchFamily="18" charset="0"/>
                                </a:rPr>
                                <m:t>  </m:t>
                              </m:r>
                              <m:r>
                                <m:rPr>
                                  <m:sty m:val="p"/>
                                </m:rPr>
                                <a:rPr lang="en-US" sz="2800">
                                  <a:solidFill>
                                    <a:srgbClr val="002060"/>
                                  </a:solidFill>
                                  <a:latin typeface="Cambria Math" panose="02040503050406030204" pitchFamily="18" charset="0"/>
                                </a:rPr>
                                <m:t>n</m:t>
                              </m:r>
                              <m:r>
                                <a:rPr lang="en-US" sz="2800">
                                  <a:solidFill>
                                    <a:srgbClr val="002060"/>
                                  </a:solidFill>
                                  <a:latin typeface="Cambria Math" panose="02040503050406030204" pitchFamily="18" charset="0"/>
                                </a:rPr>
                                <m:t> </m:t>
                              </m:r>
                              <m:d>
                                <m:dPr>
                                  <m:ctrlPr>
                                    <a:rPr lang="en-US" sz="2800" i="1">
                                      <a:solidFill>
                                        <a:srgbClr val="002060"/>
                                      </a:solidFill>
                                      <a:latin typeface="Cambria Math" panose="02040503050406030204" pitchFamily="18" charset="0"/>
                                    </a:rPr>
                                  </m:ctrlPr>
                                </m:dPr>
                                <m:e>
                                  <m:sSup>
                                    <m:sSupPr>
                                      <m:ctrlPr>
                                        <a:rPr lang="en-US" sz="2800" i="1">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n</m:t>
                                      </m:r>
                                    </m:e>
                                    <m:sup>
                                      <m:r>
                                        <a:rPr lang="en-US" sz="2800">
                                          <a:solidFill>
                                            <a:srgbClr val="002060"/>
                                          </a:solidFill>
                                          <a:latin typeface="Cambria Math" panose="02040503050406030204" pitchFamily="18" charset="0"/>
                                        </a:rPr>
                                        <m:t>2</m:t>
                                      </m:r>
                                    </m:sup>
                                  </m:sSup>
                                  <m:r>
                                    <a:rPr lang="en-US" sz="2800">
                                      <a:solidFill>
                                        <a:srgbClr val="002060"/>
                                      </a:solidFill>
                                      <a:latin typeface="Cambria Math" panose="02040503050406030204" pitchFamily="18" charset="0"/>
                                    </a:rPr>
                                    <m:t>−1</m:t>
                                  </m:r>
                                </m:e>
                              </m:d>
                              <m:r>
                                <a:rPr lang="en-US" sz="2800">
                                  <a:solidFill>
                                    <a:srgbClr val="C00000"/>
                                  </a:solidFill>
                                  <a:latin typeface="Cambria Math" panose="02040503050406030204" pitchFamily="18" charset="0"/>
                                </a:rPr>
                                <m:t>  </m:t>
                              </m:r>
                            </m:e>
                          </m:eqArr>
                        </m:den>
                      </m:f>
                    </m:oMath>
                  </m:oMathPara>
                </a14:m>
                <a:endParaRPr lang="en-US" dirty="0"/>
              </a:p>
            </p:txBody>
          </p:sp>
        </mc:Choice>
        <mc:Fallback xmlns="">
          <p:sp>
            <p:nvSpPr>
              <p:cNvPr id="50" name="Rectangle 49"/>
              <p:cNvSpPr>
                <a:spLocks noRot="1" noChangeAspect="1" noMove="1" noResize="1" noEditPoints="1" noAdjustHandles="1" noChangeArrowheads="1" noChangeShapeType="1" noTextEdit="1"/>
              </p:cNvSpPr>
              <p:nvPr/>
            </p:nvSpPr>
            <p:spPr>
              <a:xfrm>
                <a:off x="137270" y="1548276"/>
                <a:ext cx="3746282" cy="1160061"/>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Rectangle 29"/>
              <p:cNvSpPr/>
              <p:nvPr/>
            </p:nvSpPr>
            <p:spPr>
              <a:xfrm>
                <a:off x="137270" y="3229957"/>
                <a:ext cx="3983526" cy="1098121"/>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sSub>
                        <m:sSubPr>
                          <m:ctrlPr>
                            <a:rPr lang="en-US" sz="2800" i="1" smtClean="0">
                              <a:solidFill>
                                <a:schemeClr val="bg1"/>
                              </a:solidFill>
                              <a:latin typeface="Cambria Math" panose="02040503050406030204" pitchFamily="18" charset="0"/>
                            </a:rPr>
                          </m:ctrlPr>
                        </m:sSubPr>
                        <m:e>
                          <m:r>
                            <m:rPr>
                              <m:sty m:val="p"/>
                            </m:rPr>
                            <a:rPr lang="en-US" sz="2800">
                              <a:solidFill>
                                <a:schemeClr val="bg1"/>
                              </a:solidFill>
                              <a:latin typeface="Cambria Math" panose="02040503050406030204" pitchFamily="18" charset="0"/>
                            </a:rPr>
                            <m:t>ρ</m:t>
                          </m:r>
                        </m:e>
                        <m:sub>
                          <m:r>
                            <a:rPr lang="en-US" sz="2800">
                              <a:solidFill>
                                <a:schemeClr val="bg1"/>
                              </a:solidFill>
                              <a:latin typeface="Cambria Math" panose="02040503050406030204" pitchFamily="18" charset="0"/>
                            </a:rPr>
                            <m:t>12</m:t>
                          </m:r>
                        </m:sub>
                      </m:sSub>
                      <m:r>
                        <a:rPr lang="en-US" sz="2800">
                          <a:solidFill>
                            <a:srgbClr val="002060"/>
                          </a:solidFill>
                          <a:latin typeface="Cambria Math" panose="02040503050406030204" pitchFamily="18" charset="0"/>
                        </a:rPr>
                        <m:t>=1−</m:t>
                      </m:r>
                      <m:f>
                        <m:fPr>
                          <m:ctrlPr>
                            <a:rPr lang="en-US" sz="2800" i="1">
                              <a:solidFill>
                                <a:srgbClr val="C00000"/>
                              </a:solidFill>
                              <a:latin typeface="Cambria Math" panose="02040503050406030204" pitchFamily="18" charset="0"/>
                            </a:rPr>
                          </m:ctrlPr>
                        </m:fPr>
                        <m:num>
                          <m:r>
                            <a:rPr lang="en-US" sz="2800">
                              <a:solidFill>
                                <a:srgbClr val="C00000"/>
                              </a:solidFill>
                              <a:latin typeface="Cambria Math" panose="02040503050406030204" pitchFamily="18" charset="0"/>
                            </a:rPr>
                            <m:t> </m:t>
                          </m:r>
                          <m:r>
                            <a:rPr lang="en-US" sz="2800">
                              <a:solidFill>
                                <a:srgbClr val="7030A0"/>
                              </a:solidFill>
                              <a:latin typeface="Cambria Math" panose="02040503050406030204" pitchFamily="18" charset="0"/>
                            </a:rPr>
                            <m:t>6</m:t>
                          </m:r>
                          <m:r>
                            <a:rPr lang="en-US" sz="2800" i="1">
                              <a:solidFill>
                                <a:srgbClr val="002060"/>
                              </a:solidFill>
                              <a:latin typeface="Cambria Math" panose="02040503050406030204" pitchFamily="18" charset="0"/>
                              <a:ea typeface="Cambria Math" panose="02040503050406030204" pitchFamily="18" charset="0"/>
                            </a:rPr>
                            <m:t>∙</m:t>
                          </m:r>
                          <m:r>
                            <a:rPr lang="en-US" sz="2800" b="0" i="1" smtClean="0">
                              <a:solidFill>
                                <a:schemeClr val="bg1"/>
                              </a:solidFill>
                              <a:latin typeface="Cambria Math" panose="02040503050406030204" pitchFamily="18" charset="0"/>
                              <a:ea typeface="Cambria Math" panose="02040503050406030204" pitchFamily="18" charset="0"/>
                            </a:rPr>
                            <m:t>7</m:t>
                          </m:r>
                          <m:r>
                            <a:rPr lang="en-US" sz="2800" b="0" i="1" smtClean="0">
                              <a:solidFill>
                                <a:schemeClr val="bg1"/>
                              </a:solidFill>
                              <a:latin typeface="Cambria Math" panose="02040503050406030204" pitchFamily="18" charset="0"/>
                            </a:rPr>
                            <m:t>4</m:t>
                          </m:r>
                          <m:r>
                            <a:rPr lang="en-US" sz="2800">
                              <a:solidFill>
                                <a:srgbClr val="C00000"/>
                              </a:solidFill>
                              <a:latin typeface="Cambria Math" panose="02040503050406030204" pitchFamily="18" charset="0"/>
                            </a:rPr>
                            <m:t> </m:t>
                          </m:r>
                        </m:num>
                        <m:den>
                          <m:eqArr>
                            <m:eqArrPr>
                              <m:ctrlPr>
                                <a:rPr lang="en-US" sz="2800" i="1">
                                  <a:solidFill>
                                    <a:srgbClr val="C00000"/>
                                  </a:solidFill>
                                  <a:latin typeface="Cambria Math" panose="02040503050406030204" pitchFamily="18" charset="0"/>
                                </a:rPr>
                              </m:ctrlPr>
                            </m:eqArrPr>
                            <m:e>
                              <m:r>
                                <a:rPr lang="en-US" sz="2800">
                                  <a:solidFill>
                                    <a:srgbClr val="C00000"/>
                                  </a:solidFill>
                                  <a:latin typeface="Cambria Math" panose="02040503050406030204" pitchFamily="18" charset="0"/>
                                </a:rPr>
                                <m:t>  </m:t>
                              </m:r>
                            </m:e>
                            <m:e>
                              <m:r>
                                <a:rPr lang="en-US" sz="2800" b="0" i="0" smtClean="0">
                                  <a:solidFill>
                                    <a:schemeClr val="bg1"/>
                                  </a:solidFill>
                                  <a:latin typeface="Cambria Math" panose="02040503050406030204" pitchFamily="18" charset="0"/>
                                </a:rPr>
                                <m:t>10</m:t>
                              </m:r>
                              <m:r>
                                <a:rPr lang="en-US" sz="2800">
                                  <a:solidFill>
                                    <a:srgbClr val="002060"/>
                                  </a:solidFill>
                                  <a:latin typeface="Cambria Math" panose="02040503050406030204" pitchFamily="18" charset="0"/>
                                </a:rPr>
                                <m:t> </m:t>
                              </m:r>
                              <m:d>
                                <m:dPr>
                                  <m:ctrlPr>
                                    <a:rPr lang="en-US" sz="2800" i="1">
                                      <a:solidFill>
                                        <a:srgbClr val="002060"/>
                                      </a:solidFill>
                                      <a:latin typeface="Cambria Math" panose="02040503050406030204" pitchFamily="18" charset="0"/>
                                    </a:rPr>
                                  </m:ctrlPr>
                                </m:dPr>
                                <m:e>
                                  <m:sSup>
                                    <m:sSupPr>
                                      <m:ctrlPr>
                                        <a:rPr lang="en-US" sz="2800" b="0" i="1" smtClean="0">
                                          <a:solidFill>
                                            <a:srgbClr val="002060"/>
                                          </a:solidFill>
                                          <a:latin typeface="Cambria Math" panose="02040503050406030204" pitchFamily="18" charset="0"/>
                                        </a:rPr>
                                      </m:ctrlPr>
                                    </m:sSupPr>
                                    <m:e>
                                      <m:r>
                                        <a:rPr lang="en-US" sz="2800" b="0" i="1" smtClean="0">
                                          <a:solidFill>
                                            <a:schemeClr val="bg1"/>
                                          </a:solidFill>
                                          <a:latin typeface="Cambria Math" panose="02040503050406030204" pitchFamily="18" charset="0"/>
                                        </a:rPr>
                                        <m:t>10</m:t>
                                      </m:r>
                                    </m:e>
                                    <m:sup>
                                      <m:r>
                                        <a:rPr lang="en-US" sz="2800" b="0" i="1" smtClean="0">
                                          <a:solidFill>
                                            <a:srgbClr val="002060"/>
                                          </a:solidFill>
                                          <a:latin typeface="Cambria Math" panose="02040503050406030204" pitchFamily="18" charset="0"/>
                                        </a:rPr>
                                        <m:t>2</m:t>
                                      </m:r>
                                    </m:sup>
                                  </m:sSup>
                                  <m:r>
                                    <a:rPr lang="en-US" sz="2800">
                                      <a:solidFill>
                                        <a:srgbClr val="002060"/>
                                      </a:solidFill>
                                      <a:latin typeface="Cambria Math" panose="02040503050406030204" pitchFamily="18" charset="0"/>
                                    </a:rPr>
                                    <m:t>−1</m:t>
                                  </m:r>
                                </m:e>
                              </m:d>
                              <m:r>
                                <a:rPr lang="en-US" sz="2800">
                                  <a:solidFill>
                                    <a:srgbClr val="C00000"/>
                                  </a:solidFill>
                                  <a:latin typeface="Cambria Math" panose="02040503050406030204" pitchFamily="18" charset="0"/>
                                </a:rPr>
                                <m:t>  </m:t>
                              </m:r>
                            </m:e>
                          </m:eqArr>
                        </m:den>
                      </m:f>
                    </m:oMath>
                  </m:oMathPara>
                </a14:m>
                <a:endParaRPr lang="en-US" sz="2800" dirty="0"/>
              </a:p>
            </p:txBody>
          </p:sp>
        </mc:Choice>
        <mc:Fallback xmlns="">
          <p:sp>
            <p:nvSpPr>
              <p:cNvPr id="30" name="Rectangle 29"/>
              <p:cNvSpPr>
                <a:spLocks noRot="1" noChangeAspect="1" noMove="1" noResize="1" noEditPoints="1" noAdjustHandles="1" noChangeArrowheads="1" noChangeShapeType="1" noTextEdit="1"/>
              </p:cNvSpPr>
              <p:nvPr/>
            </p:nvSpPr>
            <p:spPr>
              <a:xfrm>
                <a:off x="137270" y="3229957"/>
                <a:ext cx="3983526" cy="1098121"/>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68622B1E-44A3-44A2-B1C1-8D969737DA50}"/>
                  </a:ext>
                </a:extLst>
              </p:cNvPr>
              <p:cNvSpPr txBox="1"/>
              <p:nvPr/>
            </p:nvSpPr>
            <p:spPr>
              <a:xfrm>
                <a:off x="9814361" y="3183997"/>
                <a:ext cx="1239250"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m:rPr>
                          <m:sty m:val="p"/>
                        </m:rPr>
                        <a:rPr lang="en-US" sz="2800" i="0" dirty="0" smtClean="0">
                          <a:solidFill>
                            <a:srgbClr val="FF0000"/>
                          </a:solidFill>
                          <a:latin typeface="Cambria Math" panose="02040503050406030204" pitchFamily="18" charset="0"/>
                        </a:rPr>
                        <m:t>n</m:t>
                      </m:r>
                      <m:r>
                        <a:rPr lang="en-US" sz="2800" i="0" dirty="0" smtClean="0">
                          <a:solidFill>
                            <a:srgbClr val="FF0000"/>
                          </a:solidFill>
                          <a:latin typeface="Cambria Math" panose="02040503050406030204" pitchFamily="18" charset="0"/>
                        </a:rPr>
                        <m:t>=10</m:t>
                      </m:r>
                    </m:oMath>
                  </m:oMathPara>
                </a14:m>
                <a:endParaRPr lang="en-IN" sz="2800" dirty="0">
                  <a:solidFill>
                    <a:srgbClr val="FF0000"/>
                  </a:solidFill>
                </a:endParaRPr>
              </a:p>
            </p:txBody>
          </p:sp>
        </mc:Choice>
        <mc:Fallback xmlns="">
          <p:sp>
            <p:nvSpPr>
              <p:cNvPr id="82" name="TextBox 81">
                <a:extLst>
                  <a:ext uri="{FF2B5EF4-FFF2-40B4-BE49-F238E27FC236}">
                    <a16:creationId xmlns:a16="http://schemas.microsoft.com/office/drawing/2014/main" id="{68622B1E-44A3-44A2-B1C1-8D969737DA50}"/>
                  </a:ext>
                </a:extLst>
              </p:cNvPr>
              <p:cNvSpPr txBox="1">
                <a:spLocks noRot="1" noChangeAspect="1" noMove="1" noResize="1" noEditPoints="1" noAdjustHandles="1" noChangeArrowheads="1" noChangeShapeType="1" noTextEdit="1"/>
              </p:cNvSpPr>
              <p:nvPr/>
            </p:nvSpPr>
            <p:spPr>
              <a:xfrm>
                <a:off x="9814361" y="3183997"/>
                <a:ext cx="1239250"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68622B1E-44A3-44A2-B1C1-8D969737DA50}"/>
                  </a:ext>
                </a:extLst>
              </p:cNvPr>
              <p:cNvSpPr txBox="1"/>
              <p:nvPr/>
            </p:nvSpPr>
            <p:spPr>
              <a:xfrm>
                <a:off x="9814361" y="3709466"/>
                <a:ext cx="2377639" cy="1135696"/>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nary>
                        <m:naryPr>
                          <m:chr m:val="∑"/>
                          <m:subHide m:val="on"/>
                          <m:supHide m:val="on"/>
                          <m:ctrlPr>
                            <a:rPr lang="en-US" sz="2800" i="1" smtClean="0">
                              <a:solidFill>
                                <a:srgbClr val="FF0000"/>
                              </a:solidFill>
                              <a:latin typeface="Cambria Math" panose="02040503050406030204" pitchFamily="18" charset="0"/>
                            </a:rPr>
                          </m:ctrlPr>
                        </m:naryPr>
                        <m:sub/>
                        <m:sup/>
                        <m:e>
                          <m:d>
                            <m:dPr>
                              <m:ctrlPr>
                                <a:rPr lang="en-US" sz="2800" i="1">
                                  <a:solidFill>
                                    <a:srgbClr val="FF0000"/>
                                  </a:solidFill>
                                  <a:latin typeface="Cambria Math" panose="02040503050406030204" pitchFamily="18" charset="0"/>
                                </a:rPr>
                              </m:ctrlPr>
                            </m:dPr>
                            <m:e>
                              <m:sSup>
                                <m:sSupPr>
                                  <m:ctrlPr>
                                    <a:rPr lang="en-US" sz="2800" b="0" i="1" smtClean="0">
                                      <a:solidFill>
                                        <a:srgbClr val="FF0000"/>
                                      </a:solidFill>
                                      <a:latin typeface="Cambria Math" panose="02040503050406030204" pitchFamily="18" charset="0"/>
                                    </a:rPr>
                                  </m:ctrlPr>
                                </m:sSupPr>
                                <m:e>
                                  <m:r>
                                    <m:rPr>
                                      <m:sty m:val="p"/>
                                    </m:rPr>
                                    <a:rPr lang="en-US" sz="2800" b="0" i="0" smtClean="0">
                                      <a:solidFill>
                                        <a:srgbClr val="FF0000"/>
                                      </a:solidFill>
                                      <a:latin typeface="Cambria Math" panose="02040503050406030204" pitchFamily="18" charset="0"/>
                                    </a:rPr>
                                    <m:t>d</m:t>
                                  </m:r>
                                </m:e>
                                <m:sup>
                                  <m:r>
                                    <a:rPr lang="en-US" sz="2800" b="0" i="0" smtClean="0">
                                      <a:solidFill>
                                        <a:srgbClr val="FF0000"/>
                                      </a:solidFill>
                                      <a:latin typeface="Cambria Math" panose="02040503050406030204" pitchFamily="18" charset="0"/>
                                    </a:rPr>
                                    <m:t>2</m:t>
                                  </m:r>
                                </m:sup>
                              </m:sSup>
                            </m:e>
                          </m:d>
                        </m:e>
                      </m:nary>
                      <m:r>
                        <a:rPr lang="en-US" sz="2800" i="0" dirty="0" smtClean="0">
                          <a:solidFill>
                            <a:srgbClr val="FF0000"/>
                          </a:solidFill>
                          <a:latin typeface="Cambria Math" panose="02040503050406030204" pitchFamily="18" charset="0"/>
                        </a:rPr>
                        <m:t>=</m:t>
                      </m:r>
                      <m:r>
                        <a:rPr lang="en-US" sz="2800" b="0" i="0" dirty="0" smtClean="0">
                          <a:solidFill>
                            <a:srgbClr val="FF0000"/>
                          </a:solidFill>
                          <a:latin typeface="Cambria Math" panose="02040503050406030204" pitchFamily="18" charset="0"/>
                        </a:rPr>
                        <m:t>156</m:t>
                      </m:r>
                    </m:oMath>
                  </m:oMathPara>
                </a14:m>
                <a:endParaRPr lang="en-IN" sz="2800" dirty="0">
                  <a:solidFill>
                    <a:srgbClr val="FF0000"/>
                  </a:solidFill>
                </a:endParaRPr>
              </a:p>
            </p:txBody>
          </p:sp>
        </mc:Choice>
        <mc:Fallback xmlns="">
          <p:sp>
            <p:nvSpPr>
              <p:cNvPr id="86" name="TextBox 85">
                <a:extLst>
                  <a:ext uri="{FF2B5EF4-FFF2-40B4-BE49-F238E27FC236}">
                    <a16:creationId xmlns:a16="http://schemas.microsoft.com/office/drawing/2014/main" id="{68622B1E-44A3-44A2-B1C1-8D969737DA50}"/>
                  </a:ext>
                </a:extLst>
              </p:cNvPr>
              <p:cNvSpPr txBox="1">
                <a:spLocks noRot="1" noChangeAspect="1" noMove="1" noResize="1" noEditPoints="1" noAdjustHandles="1" noChangeArrowheads="1" noChangeShapeType="1" noTextEdit="1"/>
              </p:cNvSpPr>
              <p:nvPr/>
            </p:nvSpPr>
            <p:spPr>
              <a:xfrm>
                <a:off x="9814361" y="3709466"/>
                <a:ext cx="2377639" cy="1135696"/>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68622B1E-44A3-44A2-B1C1-8D969737DA50}"/>
                  </a:ext>
                </a:extLst>
              </p:cNvPr>
              <p:cNvSpPr txBox="1"/>
              <p:nvPr/>
            </p:nvSpPr>
            <p:spPr>
              <a:xfrm>
                <a:off x="2801320" y="3183997"/>
                <a:ext cx="770404"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a:rPr lang="en-US" sz="2800" i="1" dirty="0" smtClean="0">
                          <a:solidFill>
                            <a:srgbClr val="002060"/>
                          </a:solidFill>
                          <a:latin typeface="Cambria Math" panose="02040503050406030204" pitchFamily="18" charset="0"/>
                        </a:rPr>
                        <m:t>1</m:t>
                      </m:r>
                      <m:r>
                        <a:rPr lang="en-US" sz="2800" b="0" i="1" dirty="0" smtClean="0">
                          <a:solidFill>
                            <a:srgbClr val="002060"/>
                          </a:solidFill>
                          <a:latin typeface="Cambria Math" panose="02040503050406030204" pitchFamily="18" charset="0"/>
                        </a:rPr>
                        <m:t>56</m:t>
                      </m:r>
                    </m:oMath>
                  </m:oMathPara>
                </a14:m>
                <a:endParaRPr lang="en-IN" sz="2800" dirty="0">
                  <a:solidFill>
                    <a:srgbClr val="002060"/>
                  </a:solidFill>
                </a:endParaRPr>
              </a:p>
            </p:txBody>
          </p:sp>
        </mc:Choice>
        <mc:Fallback xmlns="">
          <p:sp>
            <p:nvSpPr>
              <p:cNvPr id="31" name="TextBox 30">
                <a:extLst>
                  <a:ext uri="{FF2B5EF4-FFF2-40B4-BE49-F238E27FC236}">
                    <a16:creationId xmlns="" xmlns:a16="http://schemas.microsoft.com/office/drawing/2014/main"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2801320" y="3183997"/>
                <a:ext cx="770404" cy="523220"/>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68622B1E-44A3-44A2-B1C1-8D969737DA50}"/>
                  </a:ext>
                </a:extLst>
              </p:cNvPr>
              <p:cNvSpPr txBox="1"/>
              <p:nvPr/>
            </p:nvSpPr>
            <p:spPr>
              <a:xfrm>
                <a:off x="1760625" y="3816433"/>
                <a:ext cx="571631"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a:rPr lang="en-US" sz="2800" b="0" i="0" dirty="0" smtClean="0">
                          <a:solidFill>
                            <a:srgbClr val="002060"/>
                          </a:solidFill>
                          <a:latin typeface="Cambria Math" panose="02040503050406030204" pitchFamily="18" charset="0"/>
                        </a:rPr>
                        <m:t>10</m:t>
                      </m:r>
                    </m:oMath>
                  </m:oMathPara>
                </a14:m>
                <a:endParaRPr lang="en-IN" sz="2800" dirty="0">
                  <a:solidFill>
                    <a:srgbClr val="002060"/>
                  </a:solidFill>
                </a:endParaRPr>
              </a:p>
            </p:txBody>
          </p:sp>
        </mc:Choice>
        <mc:Fallback xmlns="">
          <p:sp>
            <p:nvSpPr>
              <p:cNvPr id="32" name="TextBox 31">
                <a:extLst>
                  <a:ext uri="{FF2B5EF4-FFF2-40B4-BE49-F238E27FC236}">
                    <a16:creationId xmlns="" xmlns:a16="http://schemas.microsoft.com/office/drawing/2014/main"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1760625" y="3816433"/>
                <a:ext cx="571631" cy="523220"/>
              </a:xfrm>
              <a:prstGeom prst="rect">
                <a:avLst/>
              </a:prstGeom>
              <a:blipFill rotWithShape="0">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68622B1E-44A3-44A2-B1C1-8D969737DA50}"/>
                  </a:ext>
                </a:extLst>
              </p:cNvPr>
              <p:cNvSpPr txBox="1"/>
              <p:nvPr/>
            </p:nvSpPr>
            <p:spPr>
              <a:xfrm>
                <a:off x="2380654" y="3816093"/>
                <a:ext cx="571631"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a:rPr lang="en-US" sz="2800" b="0" i="0" dirty="0" smtClean="0">
                          <a:solidFill>
                            <a:srgbClr val="002060"/>
                          </a:solidFill>
                          <a:latin typeface="Cambria Math" panose="02040503050406030204" pitchFamily="18" charset="0"/>
                        </a:rPr>
                        <m:t>10</m:t>
                      </m:r>
                    </m:oMath>
                  </m:oMathPara>
                </a14:m>
                <a:endParaRPr lang="en-IN" sz="2800" dirty="0">
                  <a:solidFill>
                    <a:srgbClr val="002060"/>
                  </a:solidFill>
                </a:endParaRPr>
              </a:p>
            </p:txBody>
          </p:sp>
        </mc:Choice>
        <mc:Fallback xmlns="">
          <p:sp>
            <p:nvSpPr>
              <p:cNvPr id="33" name="TextBox 32">
                <a:extLst>
                  <a:ext uri="{FF2B5EF4-FFF2-40B4-BE49-F238E27FC236}">
                    <a16:creationId xmlns="" xmlns:a16="http://schemas.microsoft.com/office/drawing/2014/main"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2380654" y="3816093"/>
                <a:ext cx="571631" cy="523220"/>
              </a:xfrm>
              <a:prstGeom prst="rect">
                <a:avLst/>
              </a:prstGeom>
              <a:blipFill rotWithShape="0">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128438" y="4925449"/>
                <a:ext cx="2788456"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b="1" i="0" smtClean="0">
                          <a:solidFill>
                            <a:srgbClr val="002060"/>
                          </a:solidFill>
                          <a:latin typeface="Cambria Math" panose="02040503050406030204" pitchFamily="18" charset="0"/>
                          <a:ea typeface="Cambria Math" panose="02040503050406030204" pitchFamily="18" charset="0"/>
                        </a:rPr>
                        <m:t>∴</m:t>
                      </m:r>
                      <m:sSub>
                        <m:sSubPr>
                          <m:ctrlPr>
                            <a:rPr lang="en-US" sz="2800" b="1" i="1">
                              <a:solidFill>
                                <a:srgbClr val="002060"/>
                              </a:solidFill>
                              <a:latin typeface="Cambria Math" panose="02040503050406030204" pitchFamily="18" charset="0"/>
                            </a:rPr>
                          </m:ctrlPr>
                        </m:sSubPr>
                        <m:e>
                          <m:r>
                            <a:rPr lang="en-US" sz="2800" b="1" i="0">
                              <a:solidFill>
                                <a:srgbClr val="002060"/>
                              </a:solidFill>
                              <a:latin typeface="Cambria Math" panose="02040503050406030204" pitchFamily="18" charset="0"/>
                            </a:rPr>
                            <m:t>𝛒</m:t>
                          </m:r>
                        </m:e>
                        <m:sub>
                          <m:r>
                            <a:rPr lang="en-US" sz="2800" b="1" i="0" smtClean="0">
                              <a:solidFill>
                                <a:srgbClr val="002060"/>
                              </a:solidFill>
                              <a:latin typeface="Cambria Math" panose="02040503050406030204" pitchFamily="18" charset="0"/>
                            </a:rPr>
                            <m:t>𝟏𝟑</m:t>
                          </m:r>
                        </m:sub>
                      </m:sSub>
                      <m:r>
                        <a:rPr lang="en-US" sz="2800" b="1" i="0">
                          <a:solidFill>
                            <a:srgbClr val="002060"/>
                          </a:solidFill>
                          <a:latin typeface="Cambria Math" panose="02040503050406030204" pitchFamily="18" charset="0"/>
                        </a:rPr>
                        <m:t>=</m:t>
                      </m:r>
                      <m:r>
                        <a:rPr lang="en-US" sz="2800" b="1" i="1" smtClean="0">
                          <a:solidFill>
                            <a:srgbClr val="002060"/>
                          </a:solidFill>
                          <a:latin typeface="Cambria Math" panose="02040503050406030204" pitchFamily="18" charset="0"/>
                        </a:rPr>
                        <m:t>𝟎</m:t>
                      </m:r>
                      <m:r>
                        <a:rPr lang="en-US" sz="2800" b="1" i="1" smtClean="0">
                          <a:solidFill>
                            <a:srgbClr val="002060"/>
                          </a:solidFill>
                          <a:latin typeface="Cambria Math" panose="02040503050406030204" pitchFamily="18" charset="0"/>
                        </a:rPr>
                        <m:t>.</m:t>
                      </m:r>
                      <m:r>
                        <a:rPr lang="en-US" sz="2800" b="1" i="1" smtClean="0">
                          <a:solidFill>
                            <a:srgbClr val="002060"/>
                          </a:solidFill>
                          <a:latin typeface="Cambria Math" panose="02040503050406030204" pitchFamily="18" charset="0"/>
                        </a:rPr>
                        <m:t>𝟎𝟓𝟒𝟓</m:t>
                      </m:r>
                    </m:oMath>
                  </m:oMathPara>
                </a14:m>
                <a:endParaRPr lang="en-US" sz="2800" b="1" dirty="0"/>
              </a:p>
            </p:txBody>
          </p:sp>
        </mc:Choice>
        <mc:Fallback xmlns="">
          <p:sp>
            <p:nvSpPr>
              <p:cNvPr id="16" name="Rectangle 15"/>
              <p:cNvSpPr>
                <a:spLocks noRot="1" noChangeAspect="1" noMove="1" noResize="1" noEditPoints="1" noAdjustHandles="1" noChangeArrowheads="1" noChangeShapeType="1" noTextEdit="1"/>
              </p:cNvSpPr>
              <p:nvPr/>
            </p:nvSpPr>
            <p:spPr>
              <a:xfrm>
                <a:off x="128438" y="4925449"/>
                <a:ext cx="2788456" cy="523220"/>
              </a:xfrm>
              <a:prstGeom prst="rect">
                <a:avLst/>
              </a:prstGeom>
              <a:blipFill rotWithShape="0">
                <a:blip r:embed="rId10"/>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971231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82" grpId="0"/>
      <p:bldP spid="86" grpId="0"/>
      <p:bldP spid="31" grpId="0"/>
      <p:bldP spid="32" grpId="0"/>
      <p:bldP spid="33" grpId="0"/>
      <p:bldP spid="16"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2 ⇝ Example 2(</a:t>
            </a:r>
            <a:r>
              <a:rPr lang="en-GB" dirty="0">
                <a:solidFill>
                  <a:srgbClr val="FF0000"/>
                </a:solidFill>
              </a:rPr>
              <a:t>Continue</a:t>
            </a:r>
            <a:r>
              <a:rPr lang="en-GB" dirty="0"/>
              <a:t>)</a:t>
            </a:r>
            <a:endParaRPr lang="en-US" dirty="0"/>
          </a:p>
        </p:txBody>
      </p:sp>
      <mc:AlternateContent xmlns:mc="http://schemas.openxmlformats.org/markup-compatibility/2006" xmlns:a14="http://schemas.microsoft.com/office/drawing/2010/main">
        <mc:Choice Requires="a14">
          <p:sp>
            <p:nvSpPr>
              <p:cNvPr id="8" name="Rectangle 7"/>
              <p:cNvSpPr/>
              <p:nvPr/>
            </p:nvSpPr>
            <p:spPr>
              <a:xfrm>
                <a:off x="158073" y="884472"/>
                <a:ext cx="8820043" cy="523220"/>
              </a:xfrm>
              <a:prstGeom prst="rect">
                <a:avLst/>
              </a:prstGeom>
            </p:spPr>
            <p:txBody>
              <a:bodyPr wrap="none">
                <a:spAutoFit/>
              </a:bodyPr>
              <a:lstStyle/>
              <a:p>
                <a:pPr algn="just"/>
                <a:r>
                  <a:rPr lang="en-US" sz="2800" dirty="0">
                    <a:solidFill>
                      <a:srgbClr val="002060"/>
                    </a:solidFill>
                  </a:rPr>
                  <a:t>Now let us compare all </a:t>
                </a:r>
                <a14:m>
                  <m:oMath xmlns:m="http://schemas.openxmlformats.org/officeDocument/2006/math">
                    <m:r>
                      <a:rPr lang="en-US" sz="2800" b="1" dirty="0">
                        <a:solidFill>
                          <a:srgbClr val="002060"/>
                        </a:solidFill>
                        <a:latin typeface="Cambria Math" panose="02040503050406030204" pitchFamily="18" charset="0"/>
                        <a:ea typeface="Cambria Math" panose="02040503050406030204" pitchFamily="18" charset="0"/>
                      </a:rPr>
                      <m:t>𝛒</m:t>
                    </m:r>
                  </m:oMath>
                </a14:m>
                <a:r>
                  <a:rPr lang="en-US" sz="2800" dirty="0">
                    <a:solidFill>
                      <a:srgbClr val="002060"/>
                    </a:solidFill>
                  </a:rPr>
                  <a:t> to find nearest approach to beauty. </a:t>
                </a:r>
                <a:endParaRPr lang="en-US" b="1" dirty="0"/>
              </a:p>
            </p:txBody>
          </p:sp>
        </mc:Choice>
        <mc:Fallback xmlns="">
          <p:sp>
            <p:nvSpPr>
              <p:cNvPr id="8" name="Rectangle 7"/>
              <p:cNvSpPr>
                <a:spLocks noRot="1" noChangeAspect="1" noMove="1" noResize="1" noEditPoints="1" noAdjustHandles="1" noChangeArrowheads="1" noChangeShapeType="1" noTextEdit="1"/>
              </p:cNvSpPr>
              <p:nvPr/>
            </p:nvSpPr>
            <p:spPr>
              <a:xfrm>
                <a:off x="158073" y="884472"/>
                <a:ext cx="8820043" cy="523220"/>
              </a:xfrm>
              <a:prstGeom prst="rect">
                <a:avLst/>
              </a:prstGeom>
              <a:blipFill rotWithShape="0">
                <a:blip r:embed="rId2"/>
                <a:stretch>
                  <a:fillRect l="-1451" t="-11628"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158072" y="1901507"/>
                <a:ext cx="2376933"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sSub>
                        <m:sSubPr>
                          <m:ctrlPr>
                            <a:rPr lang="en-US" sz="2800" i="1" smtClean="0">
                              <a:solidFill>
                                <a:srgbClr val="002060"/>
                              </a:solidFill>
                              <a:latin typeface="Cambria Math" panose="02040503050406030204" pitchFamily="18" charset="0"/>
                            </a:rPr>
                          </m:ctrlPr>
                        </m:sSubPr>
                        <m:e>
                          <m:r>
                            <m:rPr>
                              <m:sty m:val="p"/>
                            </m:rPr>
                            <a:rPr lang="en-US" sz="2800" b="0" i="0">
                              <a:solidFill>
                                <a:srgbClr val="002060"/>
                              </a:solidFill>
                              <a:latin typeface="Cambria Math" panose="02040503050406030204" pitchFamily="18" charset="0"/>
                            </a:rPr>
                            <m:t>ρ</m:t>
                          </m:r>
                        </m:e>
                        <m:sub>
                          <m:r>
                            <a:rPr lang="en-US" sz="2800" b="0" i="0">
                              <a:solidFill>
                                <a:srgbClr val="002060"/>
                              </a:solidFill>
                              <a:latin typeface="Cambria Math" panose="02040503050406030204" pitchFamily="18" charset="0"/>
                            </a:rPr>
                            <m:t>12</m:t>
                          </m:r>
                        </m:sub>
                      </m:sSub>
                      <m:r>
                        <a:rPr lang="en-US" sz="2800" b="0" i="0">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0.5515,</m:t>
                      </m:r>
                    </m:oMath>
                  </m:oMathPara>
                </a14:m>
                <a:endParaRPr lang="en-US" sz="2800" dirty="0"/>
              </a:p>
            </p:txBody>
          </p:sp>
        </mc:Choice>
        <mc:Fallback xmlns="">
          <p:sp>
            <p:nvSpPr>
              <p:cNvPr id="16" name="Rectangle 15"/>
              <p:cNvSpPr>
                <a:spLocks noRot="1" noChangeAspect="1" noMove="1" noResize="1" noEditPoints="1" noAdjustHandles="1" noChangeArrowheads="1" noChangeShapeType="1" noTextEdit="1"/>
              </p:cNvSpPr>
              <p:nvPr/>
            </p:nvSpPr>
            <p:spPr>
              <a:xfrm>
                <a:off x="158072" y="1901507"/>
                <a:ext cx="2376933" cy="52322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p:cNvSpPr/>
              <p:nvPr/>
            </p:nvSpPr>
            <p:spPr>
              <a:xfrm>
                <a:off x="3063151" y="1901507"/>
                <a:ext cx="2385205"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sSub>
                        <m:sSubPr>
                          <m:ctrlPr>
                            <a:rPr lang="en-US" sz="2800" i="1" smtClean="0">
                              <a:solidFill>
                                <a:srgbClr val="002060"/>
                              </a:solidFill>
                              <a:latin typeface="Cambria Math" panose="02040503050406030204" pitchFamily="18" charset="0"/>
                            </a:rPr>
                          </m:ctrlPr>
                        </m:sSubPr>
                        <m:e>
                          <m:r>
                            <m:rPr>
                              <m:sty m:val="p"/>
                            </m:rPr>
                            <a:rPr lang="en-US" sz="2800" b="0" i="0">
                              <a:solidFill>
                                <a:srgbClr val="002060"/>
                              </a:solidFill>
                              <a:latin typeface="Cambria Math" panose="02040503050406030204" pitchFamily="18" charset="0"/>
                            </a:rPr>
                            <m:t>ρ</m:t>
                          </m:r>
                        </m:e>
                        <m:sub>
                          <m:r>
                            <a:rPr lang="en-US" sz="2800" b="0" i="0">
                              <a:solidFill>
                                <a:srgbClr val="002060"/>
                              </a:solidFill>
                              <a:latin typeface="Cambria Math" panose="02040503050406030204" pitchFamily="18" charset="0"/>
                            </a:rPr>
                            <m:t>2</m:t>
                          </m:r>
                          <m:r>
                            <a:rPr lang="en-US" sz="2800" b="0" i="0" smtClean="0">
                              <a:solidFill>
                                <a:srgbClr val="002060"/>
                              </a:solidFill>
                              <a:latin typeface="Cambria Math" panose="02040503050406030204" pitchFamily="18" charset="0"/>
                            </a:rPr>
                            <m:t>3</m:t>
                          </m:r>
                        </m:sub>
                      </m:sSub>
                      <m:r>
                        <a:rPr lang="en-US" sz="2800" b="0" i="0">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0.7333,</m:t>
                      </m:r>
                    </m:oMath>
                  </m:oMathPara>
                </a14:m>
                <a:endParaRPr lang="en-US" sz="2800" dirty="0"/>
              </a:p>
            </p:txBody>
          </p:sp>
        </mc:Choice>
        <mc:Fallback xmlns="">
          <p:sp>
            <p:nvSpPr>
              <p:cNvPr id="17" name="Rectangle 16"/>
              <p:cNvSpPr>
                <a:spLocks noRot="1" noChangeAspect="1" noMove="1" noResize="1" noEditPoints="1" noAdjustHandles="1" noChangeArrowheads="1" noChangeShapeType="1" noTextEdit="1"/>
              </p:cNvSpPr>
              <p:nvPr/>
            </p:nvSpPr>
            <p:spPr>
              <a:xfrm>
                <a:off x="3063151" y="1901507"/>
                <a:ext cx="2385205" cy="52322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p:cNvSpPr/>
              <p:nvPr/>
            </p:nvSpPr>
            <p:spPr>
              <a:xfrm>
                <a:off x="5976502" y="1899098"/>
                <a:ext cx="2303195"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sSub>
                        <m:sSubPr>
                          <m:ctrlPr>
                            <a:rPr lang="en-US" sz="2800" i="1">
                              <a:solidFill>
                                <a:srgbClr val="002060"/>
                              </a:solidFill>
                              <a:latin typeface="Cambria Math" panose="02040503050406030204" pitchFamily="18" charset="0"/>
                            </a:rPr>
                          </m:ctrlPr>
                        </m:sSubPr>
                        <m:e>
                          <m:r>
                            <m:rPr>
                              <m:sty m:val="p"/>
                            </m:rPr>
                            <a:rPr lang="en-US" sz="2800" b="0" i="0">
                              <a:solidFill>
                                <a:srgbClr val="002060"/>
                              </a:solidFill>
                              <a:latin typeface="Cambria Math" panose="02040503050406030204" pitchFamily="18" charset="0"/>
                            </a:rPr>
                            <m:t>ρ</m:t>
                          </m:r>
                        </m:e>
                        <m:sub>
                          <m:r>
                            <a:rPr lang="en-US" sz="2800" b="0" i="0" smtClean="0">
                              <a:solidFill>
                                <a:srgbClr val="002060"/>
                              </a:solidFill>
                              <a:latin typeface="Cambria Math" panose="02040503050406030204" pitchFamily="18" charset="0"/>
                            </a:rPr>
                            <m:t>13</m:t>
                          </m:r>
                        </m:sub>
                      </m:sSub>
                      <m:r>
                        <a:rPr lang="en-US" sz="2800" b="0" i="0">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0.0545</m:t>
                      </m:r>
                    </m:oMath>
                  </m:oMathPara>
                </a14:m>
                <a:endParaRPr lang="en-US" sz="2800" dirty="0"/>
              </a:p>
            </p:txBody>
          </p:sp>
        </mc:Choice>
        <mc:Fallback xmlns="">
          <p:sp>
            <p:nvSpPr>
              <p:cNvPr id="18" name="Rectangle 17"/>
              <p:cNvSpPr>
                <a:spLocks noRot="1" noChangeAspect="1" noMove="1" noResize="1" noEditPoints="1" noAdjustHandles="1" noChangeArrowheads="1" noChangeShapeType="1" noTextEdit="1"/>
              </p:cNvSpPr>
              <p:nvPr/>
            </p:nvSpPr>
            <p:spPr>
              <a:xfrm>
                <a:off x="5976502" y="1899098"/>
                <a:ext cx="2303195" cy="523220"/>
              </a:xfrm>
              <a:prstGeom prst="rect">
                <a:avLst/>
              </a:prstGeom>
              <a:blipFill rotWithShape="0">
                <a:blip r:embed="rId5"/>
                <a:stretch>
                  <a:fillRect/>
                </a:stretch>
              </a:blipFill>
            </p:spPr>
            <p:txBody>
              <a:bodyPr/>
              <a:lstStyle/>
              <a:p>
                <a:r>
                  <a:rPr lang="en-US">
                    <a:noFill/>
                  </a:rPr>
                  <a:t> </a:t>
                </a:r>
              </a:p>
            </p:txBody>
          </p:sp>
        </mc:Fallback>
      </mc:AlternateContent>
      <p:sp>
        <p:nvSpPr>
          <p:cNvPr id="20" name="Rectangle 19"/>
          <p:cNvSpPr/>
          <p:nvPr/>
        </p:nvSpPr>
        <p:spPr>
          <a:xfrm>
            <a:off x="158072" y="2913724"/>
            <a:ext cx="12033928" cy="523220"/>
          </a:xfrm>
          <a:prstGeom prst="rect">
            <a:avLst/>
          </a:prstGeom>
        </p:spPr>
        <p:txBody>
          <a:bodyPr wrap="square">
            <a:spAutoFit/>
          </a:bodyPr>
          <a:lstStyle/>
          <a:p>
            <a:pPr algn="just"/>
            <a:r>
              <a:rPr lang="en-US" sz="2800" dirty="0">
                <a:solidFill>
                  <a:srgbClr val="002060"/>
                </a:solidFill>
              </a:rPr>
              <a:t>It is clear that coefficient of rank correlation of 2</a:t>
            </a:r>
            <a:r>
              <a:rPr lang="en-US" sz="2800" baseline="30000" dirty="0">
                <a:solidFill>
                  <a:srgbClr val="002060"/>
                </a:solidFill>
              </a:rPr>
              <a:t>nd</a:t>
            </a:r>
            <a:r>
              <a:rPr lang="en-US" sz="2800" dirty="0">
                <a:solidFill>
                  <a:srgbClr val="002060"/>
                </a:solidFill>
              </a:rPr>
              <a:t> &amp; 3</a:t>
            </a:r>
            <a:r>
              <a:rPr lang="en-US" sz="2800" baseline="30000" dirty="0">
                <a:solidFill>
                  <a:srgbClr val="002060"/>
                </a:solidFill>
              </a:rPr>
              <a:t>rd</a:t>
            </a:r>
            <a:r>
              <a:rPr lang="en-US" sz="2800" dirty="0">
                <a:solidFill>
                  <a:srgbClr val="002060"/>
                </a:solidFill>
              </a:rPr>
              <a:t> judge has maximum value.</a:t>
            </a:r>
            <a:endParaRPr lang="en-US" b="1" dirty="0"/>
          </a:p>
        </p:txBody>
      </p:sp>
      <mc:AlternateContent xmlns:mc="http://schemas.openxmlformats.org/markup-compatibility/2006" xmlns:a14="http://schemas.microsoft.com/office/drawing/2010/main">
        <mc:Choice Requires="a14">
          <p:sp>
            <p:nvSpPr>
              <p:cNvPr id="22" name="Rectangle 21"/>
              <p:cNvSpPr/>
              <p:nvPr/>
            </p:nvSpPr>
            <p:spPr>
              <a:xfrm>
                <a:off x="158072" y="3925941"/>
                <a:ext cx="8708218" cy="523220"/>
              </a:xfrm>
              <a:prstGeom prst="rect">
                <a:avLst/>
              </a:prstGeom>
              <a:ln>
                <a:solidFill>
                  <a:srgbClr val="FF0000"/>
                </a:solidFill>
              </a:ln>
            </p:spPr>
            <p:style>
              <a:lnRef idx="2">
                <a:schemeClr val="accent2"/>
              </a:lnRef>
              <a:fillRef idx="1">
                <a:schemeClr val="lt1"/>
              </a:fillRef>
              <a:effectRef idx="0">
                <a:schemeClr val="accent2"/>
              </a:effectRef>
              <a:fontRef idx="minor">
                <a:schemeClr val="dk1"/>
              </a:fontRef>
            </p:style>
            <p:txBody>
              <a:bodyPr wrap="none">
                <a:spAutoFit/>
              </a:bodyPr>
              <a:lstStyle/>
              <a:p>
                <a:pPr algn="just"/>
                <a14:m>
                  <m:oMathPara xmlns:m="http://schemas.openxmlformats.org/officeDocument/2006/math">
                    <m:oMathParaPr>
                      <m:jc m:val="left"/>
                    </m:oMathParaPr>
                    <m:oMath xmlns:m="http://schemas.openxmlformats.org/officeDocument/2006/math">
                      <m:r>
                        <a:rPr lang="en-US" sz="2800" b="1" dirty="0" smtClean="0">
                          <a:solidFill>
                            <a:srgbClr val="7030A0"/>
                          </a:solidFill>
                          <a:latin typeface="Cambria Math" panose="02040503050406030204" pitchFamily="18" charset="0"/>
                        </a:rPr>
                        <m:t>∴</m:t>
                      </m:r>
                      <m:r>
                        <m:rPr>
                          <m:nor/>
                        </m:rPr>
                        <a:rPr lang="en-US" sz="2800" b="1" dirty="0">
                          <a:solidFill>
                            <a:srgbClr val="7030A0"/>
                          </a:solidFill>
                        </a:rPr>
                        <m:t> </m:t>
                      </m:r>
                      <m:r>
                        <m:rPr>
                          <m:nor/>
                        </m:rPr>
                        <a:rPr lang="en-US" sz="2800" b="1" dirty="0">
                          <a:solidFill>
                            <a:srgbClr val="7030A0"/>
                          </a:solidFill>
                        </a:rPr>
                        <m:t>Pair</m:t>
                      </m:r>
                      <m:r>
                        <m:rPr>
                          <m:nor/>
                        </m:rPr>
                        <a:rPr lang="en-US" sz="2800" b="1" dirty="0">
                          <a:solidFill>
                            <a:srgbClr val="7030A0"/>
                          </a:solidFill>
                        </a:rPr>
                        <m:t> </m:t>
                      </m:r>
                      <m:r>
                        <m:rPr>
                          <m:nor/>
                        </m:rPr>
                        <a:rPr lang="en-US" sz="2800" b="1" dirty="0">
                          <a:solidFill>
                            <a:srgbClr val="7030A0"/>
                          </a:solidFill>
                        </a:rPr>
                        <m:t>of</m:t>
                      </m:r>
                      <m:r>
                        <m:rPr>
                          <m:nor/>
                        </m:rPr>
                        <a:rPr lang="en-US" sz="2800" b="1" dirty="0">
                          <a:solidFill>
                            <a:srgbClr val="7030A0"/>
                          </a:solidFill>
                        </a:rPr>
                        <m:t> 2</m:t>
                      </m:r>
                      <m:r>
                        <m:rPr>
                          <m:nor/>
                        </m:rPr>
                        <a:rPr lang="en-US" sz="2800" b="1" baseline="30000" dirty="0">
                          <a:solidFill>
                            <a:srgbClr val="7030A0"/>
                          </a:solidFill>
                        </a:rPr>
                        <m:t>nd</m:t>
                      </m:r>
                      <m:r>
                        <m:rPr>
                          <m:nor/>
                        </m:rPr>
                        <a:rPr lang="en-US" sz="2800" b="1" dirty="0">
                          <a:solidFill>
                            <a:srgbClr val="7030A0"/>
                          </a:solidFill>
                        </a:rPr>
                        <m:t> </m:t>
                      </m:r>
                      <m:r>
                        <m:rPr>
                          <m:nor/>
                        </m:rPr>
                        <a:rPr lang="en-US" sz="2800" b="1" dirty="0">
                          <a:solidFill>
                            <a:srgbClr val="7030A0"/>
                          </a:solidFill>
                        </a:rPr>
                        <m:t>and</m:t>
                      </m:r>
                      <m:r>
                        <m:rPr>
                          <m:nor/>
                        </m:rPr>
                        <a:rPr lang="en-US" sz="2800" b="1" dirty="0">
                          <a:solidFill>
                            <a:srgbClr val="7030A0"/>
                          </a:solidFill>
                        </a:rPr>
                        <m:t> 3</m:t>
                      </m:r>
                      <m:r>
                        <m:rPr>
                          <m:nor/>
                        </m:rPr>
                        <a:rPr lang="en-US" sz="2800" b="1" baseline="30000" dirty="0">
                          <a:solidFill>
                            <a:srgbClr val="7030A0"/>
                          </a:solidFill>
                        </a:rPr>
                        <m:t>rd</m:t>
                      </m:r>
                      <m:r>
                        <m:rPr>
                          <m:nor/>
                        </m:rPr>
                        <a:rPr lang="en-US" sz="2800" b="1" dirty="0">
                          <a:solidFill>
                            <a:srgbClr val="7030A0"/>
                          </a:solidFill>
                        </a:rPr>
                        <m:t> </m:t>
                      </m:r>
                      <m:r>
                        <m:rPr>
                          <m:nor/>
                        </m:rPr>
                        <a:rPr lang="en-US" sz="2800" b="1" dirty="0">
                          <a:solidFill>
                            <a:srgbClr val="7030A0"/>
                          </a:solidFill>
                        </a:rPr>
                        <m:t>judge</m:t>
                      </m:r>
                      <m:r>
                        <m:rPr>
                          <m:nor/>
                        </m:rPr>
                        <a:rPr lang="en-US" sz="2800" b="1" dirty="0">
                          <a:solidFill>
                            <a:srgbClr val="7030A0"/>
                          </a:solidFill>
                        </a:rPr>
                        <m:t> </m:t>
                      </m:r>
                      <m:r>
                        <m:rPr>
                          <m:nor/>
                        </m:rPr>
                        <a:rPr lang="en-US" sz="2800" b="1" dirty="0">
                          <a:solidFill>
                            <a:srgbClr val="7030A0"/>
                          </a:solidFill>
                        </a:rPr>
                        <m:t>has</m:t>
                      </m:r>
                      <m:r>
                        <m:rPr>
                          <m:nor/>
                        </m:rPr>
                        <a:rPr lang="en-US" sz="2800" b="1" dirty="0">
                          <a:solidFill>
                            <a:srgbClr val="7030A0"/>
                          </a:solidFill>
                        </a:rPr>
                        <m:t> </m:t>
                      </m:r>
                      <m:r>
                        <m:rPr>
                          <m:nor/>
                        </m:rPr>
                        <a:rPr lang="en-US" sz="2800" b="1" dirty="0">
                          <a:solidFill>
                            <a:srgbClr val="7030A0"/>
                          </a:solidFill>
                        </a:rPr>
                        <m:t>nearest</m:t>
                      </m:r>
                      <m:r>
                        <m:rPr>
                          <m:nor/>
                        </m:rPr>
                        <a:rPr lang="en-US" sz="2800" b="1" dirty="0">
                          <a:solidFill>
                            <a:srgbClr val="7030A0"/>
                          </a:solidFill>
                        </a:rPr>
                        <m:t> </m:t>
                      </m:r>
                      <m:r>
                        <m:rPr>
                          <m:nor/>
                        </m:rPr>
                        <a:rPr lang="en-US" sz="2800" b="1" dirty="0">
                          <a:solidFill>
                            <a:srgbClr val="7030A0"/>
                          </a:solidFill>
                        </a:rPr>
                        <m:t>approach</m:t>
                      </m:r>
                      <m:r>
                        <m:rPr>
                          <m:nor/>
                        </m:rPr>
                        <a:rPr lang="en-US" sz="2800" b="1" dirty="0">
                          <a:solidFill>
                            <a:srgbClr val="7030A0"/>
                          </a:solidFill>
                        </a:rPr>
                        <m:t> </m:t>
                      </m:r>
                      <m:r>
                        <m:rPr>
                          <m:nor/>
                        </m:rPr>
                        <a:rPr lang="en-US" sz="2800" b="1" dirty="0">
                          <a:solidFill>
                            <a:srgbClr val="7030A0"/>
                          </a:solidFill>
                        </a:rPr>
                        <m:t>to</m:t>
                      </m:r>
                      <m:r>
                        <m:rPr>
                          <m:nor/>
                        </m:rPr>
                        <a:rPr lang="en-US" sz="2800" b="1" dirty="0">
                          <a:solidFill>
                            <a:srgbClr val="7030A0"/>
                          </a:solidFill>
                        </a:rPr>
                        <m:t> </m:t>
                      </m:r>
                      <m:r>
                        <m:rPr>
                          <m:nor/>
                        </m:rPr>
                        <a:rPr lang="en-US" sz="2800" b="1" dirty="0">
                          <a:solidFill>
                            <a:srgbClr val="7030A0"/>
                          </a:solidFill>
                        </a:rPr>
                        <m:t>beauty</m:t>
                      </m:r>
                      <m:r>
                        <m:rPr>
                          <m:nor/>
                        </m:rPr>
                        <a:rPr lang="en-US" sz="2800" b="1" dirty="0">
                          <a:solidFill>
                            <a:srgbClr val="7030A0"/>
                          </a:solidFill>
                        </a:rPr>
                        <m:t>.</m:t>
                      </m:r>
                    </m:oMath>
                  </m:oMathPara>
                </a14:m>
                <a:endParaRPr lang="en-US" sz="2800" b="1" dirty="0">
                  <a:solidFill>
                    <a:srgbClr val="7030A0"/>
                  </a:solidFill>
                </a:endParaRPr>
              </a:p>
            </p:txBody>
          </p:sp>
        </mc:Choice>
        <mc:Fallback xmlns="">
          <p:sp>
            <p:nvSpPr>
              <p:cNvPr id="22" name="Rectangle 21"/>
              <p:cNvSpPr>
                <a:spLocks noRot="1" noChangeAspect="1" noMove="1" noResize="1" noEditPoints="1" noAdjustHandles="1" noChangeArrowheads="1" noChangeShapeType="1" noTextEdit="1"/>
              </p:cNvSpPr>
              <p:nvPr/>
            </p:nvSpPr>
            <p:spPr>
              <a:xfrm>
                <a:off x="158072" y="3925941"/>
                <a:ext cx="8708218" cy="523220"/>
              </a:xfrm>
              <a:prstGeom prst="rect">
                <a:avLst/>
              </a:prstGeom>
              <a:blipFill rotWithShape="0">
                <a:blip r:embed="rId6"/>
                <a:stretch>
                  <a:fillRect/>
                </a:stretch>
              </a:blipFill>
              <a:ln>
                <a:solidFill>
                  <a:srgbClr val="FF0000"/>
                </a:solidFill>
              </a:ln>
            </p:spPr>
            <p:txBody>
              <a:bodyPr/>
              <a:lstStyle/>
              <a:p>
                <a:r>
                  <a:rPr lang="en-US">
                    <a:noFill/>
                  </a:rPr>
                  <a:t> </a:t>
                </a:r>
              </a:p>
            </p:txBody>
          </p:sp>
        </mc:Fallback>
      </mc:AlternateContent>
    </p:spTree>
    <p:extLst>
      <p:ext uri="{BB962C8B-B14F-4D97-AF65-F5344CB8AC3E}">
        <p14:creationId xmlns:p14="http://schemas.microsoft.com/office/powerpoint/2010/main" val="2263817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20" grpId="0"/>
      <p:bldP spid="22"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7" y="869081"/>
            <a:ext cx="11929643" cy="64008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00000"/>
              </a:lnSpc>
            </a:pPr>
            <a:r>
              <a:rPr lang="en-US" dirty="0"/>
              <a:t>Find the rank correlation coefficient and comment on its value.</a:t>
            </a:r>
          </a:p>
        </p:txBody>
      </p:sp>
      <p:sp>
        <p:nvSpPr>
          <p:cNvPr id="2" name="Title 1"/>
          <p:cNvSpPr>
            <a:spLocks noGrp="1"/>
          </p:cNvSpPr>
          <p:nvPr>
            <p:ph type="title"/>
          </p:nvPr>
        </p:nvSpPr>
        <p:spPr/>
        <p:txBody>
          <a:bodyPr/>
          <a:lstStyle/>
          <a:p>
            <a:r>
              <a:rPr lang="en-GB" dirty="0"/>
              <a:t>Method 2 ⇝ Example 3</a:t>
            </a:r>
            <a:endParaRPr lang="en-US" dirty="0"/>
          </a:p>
        </p:txBody>
      </p:sp>
      <p:sp>
        <p:nvSpPr>
          <p:cNvPr id="50" name="Rectangle 49">
            <a:extLst>
              <a:ext uri="{FF2B5EF4-FFF2-40B4-BE49-F238E27FC236}">
                <a16:creationId xmlns:a16="http://schemas.microsoft.com/office/drawing/2014/main" id="{B2D3FB0B-D709-43AC-B65F-29361B504B61}"/>
              </a:ext>
            </a:extLst>
          </p:cNvPr>
          <p:cNvSpPr/>
          <p:nvPr/>
        </p:nvSpPr>
        <p:spPr>
          <a:xfrm>
            <a:off x="131177" y="3977710"/>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p:graphicFrame>
        <p:nvGraphicFramePr>
          <p:cNvPr id="3" name="Table 2"/>
          <p:cNvGraphicFramePr>
            <a:graphicFrameLocks noGrp="1"/>
          </p:cNvGraphicFramePr>
          <p:nvPr>
            <p:extLst>
              <p:ext uri="{D42A27DB-BD31-4B8C-83A1-F6EECF244321}">
                <p14:modId xmlns:p14="http://schemas.microsoft.com/office/powerpoint/2010/main" val="3261468715"/>
              </p:ext>
            </p:extLst>
          </p:nvPr>
        </p:nvGraphicFramePr>
        <p:xfrm>
          <a:off x="129540" y="1681528"/>
          <a:ext cx="11932921" cy="1920240"/>
        </p:xfrm>
        <a:graphic>
          <a:graphicData uri="http://schemas.openxmlformats.org/drawingml/2006/table">
            <a:tbl>
              <a:tblPr firstRow="1" firstCol="1" bandRow="1">
                <a:tableStyleId>{E8B1032C-EA38-4F05-BA0D-38AFFFC7BED3}</a:tableStyleId>
              </a:tblPr>
              <a:tblGrid>
                <a:gridCol w="3671668">
                  <a:extLst>
                    <a:ext uri="{9D8B030D-6E8A-4147-A177-3AD203B41FA5}">
                      <a16:colId xmlns:a16="http://schemas.microsoft.com/office/drawing/2014/main" val="20000"/>
                    </a:ext>
                  </a:extLst>
                </a:gridCol>
                <a:gridCol w="917917">
                  <a:extLst>
                    <a:ext uri="{9D8B030D-6E8A-4147-A177-3AD203B41FA5}">
                      <a16:colId xmlns:a16="http://schemas.microsoft.com/office/drawing/2014/main" val="20001"/>
                    </a:ext>
                  </a:extLst>
                </a:gridCol>
                <a:gridCol w="917917">
                  <a:extLst>
                    <a:ext uri="{9D8B030D-6E8A-4147-A177-3AD203B41FA5}">
                      <a16:colId xmlns:a16="http://schemas.microsoft.com/office/drawing/2014/main" val="20002"/>
                    </a:ext>
                  </a:extLst>
                </a:gridCol>
                <a:gridCol w="917917">
                  <a:extLst>
                    <a:ext uri="{9D8B030D-6E8A-4147-A177-3AD203B41FA5}">
                      <a16:colId xmlns:a16="http://schemas.microsoft.com/office/drawing/2014/main" val="20003"/>
                    </a:ext>
                  </a:extLst>
                </a:gridCol>
                <a:gridCol w="917917">
                  <a:extLst>
                    <a:ext uri="{9D8B030D-6E8A-4147-A177-3AD203B41FA5}">
                      <a16:colId xmlns:a16="http://schemas.microsoft.com/office/drawing/2014/main" val="20004"/>
                    </a:ext>
                  </a:extLst>
                </a:gridCol>
                <a:gridCol w="917917">
                  <a:extLst>
                    <a:ext uri="{9D8B030D-6E8A-4147-A177-3AD203B41FA5}">
                      <a16:colId xmlns:a16="http://schemas.microsoft.com/office/drawing/2014/main" val="20005"/>
                    </a:ext>
                  </a:extLst>
                </a:gridCol>
                <a:gridCol w="917917">
                  <a:extLst>
                    <a:ext uri="{9D8B030D-6E8A-4147-A177-3AD203B41FA5}">
                      <a16:colId xmlns:a16="http://schemas.microsoft.com/office/drawing/2014/main" val="20006"/>
                    </a:ext>
                  </a:extLst>
                </a:gridCol>
                <a:gridCol w="917917">
                  <a:extLst>
                    <a:ext uri="{9D8B030D-6E8A-4147-A177-3AD203B41FA5}">
                      <a16:colId xmlns:a16="http://schemas.microsoft.com/office/drawing/2014/main" val="20007"/>
                    </a:ext>
                  </a:extLst>
                </a:gridCol>
                <a:gridCol w="917917">
                  <a:extLst>
                    <a:ext uri="{9D8B030D-6E8A-4147-A177-3AD203B41FA5}">
                      <a16:colId xmlns:a16="http://schemas.microsoft.com/office/drawing/2014/main" val="20008"/>
                    </a:ext>
                  </a:extLst>
                </a:gridCol>
                <a:gridCol w="917917">
                  <a:extLst>
                    <a:ext uri="{9D8B030D-6E8A-4147-A177-3AD203B41FA5}">
                      <a16:colId xmlns:a16="http://schemas.microsoft.com/office/drawing/2014/main" val="20009"/>
                    </a:ext>
                  </a:extLst>
                </a:gridCol>
              </a:tblGrid>
              <a:tr h="640080">
                <a:tc>
                  <a:txBody>
                    <a:bodyPr/>
                    <a:lstStyle/>
                    <a:p>
                      <a:pPr marL="0" marR="0" algn="ctr">
                        <a:lnSpc>
                          <a:spcPct val="100000"/>
                        </a:lnSpc>
                        <a:spcBef>
                          <a:spcPts val="0"/>
                        </a:spcBef>
                        <a:spcAft>
                          <a:spcPts val="0"/>
                        </a:spcAft>
                        <a:tabLst>
                          <a:tab pos="0" algn="l"/>
                          <a:tab pos="447675" algn="l"/>
                        </a:tabLst>
                      </a:pPr>
                      <a:r>
                        <a:rPr lang="en-US" sz="2800" b="1" dirty="0">
                          <a:solidFill>
                            <a:srgbClr val="002060"/>
                          </a:solidFill>
                          <a:effectLst/>
                          <a:latin typeface="+mn-lt"/>
                          <a:ea typeface="Calibri" panose="020F0502020204030204" pitchFamily="34" charset="0"/>
                          <a:cs typeface="Shruti" panose="020B0502040204020203" pitchFamily="34" charset="0"/>
                        </a:rPr>
                        <a:t>Roll No.</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1</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a:solidFill>
                            <a:srgbClr val="002060"/>
                          </a:solidFill>
                          <a:effectLst/>
                          <a:latin typeface="+mn-lt"/>
                          <a:ea typeface="Calibri" panose="020F0502020204030204" pitchFamily="34" charset="0"/>
                          <a:cs typeface="Shruti" panose="020B0502040204020203" pitchFamily="34" charset="0"/>
                        </a:rPr>
                        <a:t>2</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a:solidFill>
                            <a:srgbClr val="002060"/>
                          </a:solidFill>
                          <a:effectLst/>
                          <a:latin typeface="+mn-lt"/>
                          <a:ea typeface="Calibri" panose="020F0502020204030204" pitchFamily="34" charset="0"/>
                          <a:cs typeface="Shruti" panose="020B0502040204020203" pitchFamily="34" charset="0"/>
                        </a:rPr>
                        <a:t>3</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a:solidFill>
                            <a:srgbClr val="002060"/>
                          </a:solidFill>
                          <a:effectLst/>
                          <a:latin typeface="+mn-lt"/>
                          <a:ea typeface="Calibri" panose="020F0502020204030204" pitchFamily="34" charset="0"/>
                          <a:cs typeface="Shruti" panose="020B0502040204020203" pitchFamily="34" charset="0"/>
                        </a:rPr>
                        <a:t>4</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a:solidFill>
                            <a:srgbClr val="002060"/>
                          </a:solidFill>
                          <a:effectLst/>
                          <a:latin typeface="+mn-lt"/>
                          <a:ea typeface="Calibri" panose="020F0502020204030204" pitchFamily="34" charset="0"/>
                          <a:cs typeface="Shruti" panose="020B0502040204020203" pitchFamily="34" charset="0"/>
                        </a:rPr>
                        <a:t>5</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a:solidFill>
                            <a:srgbClr val="002060"/>
                          </a:solidFill>
                          <a:effectLst/>
                          <a:latin typeface="+mn-lt"/>
                          <a:ea typeface="Calibri" panose="020F0502020204030204" pitchFamily="34" charset="0"/>
                          <a:cs typeface="Shruti" panose="020B0502040204020203" pitchFamily="34" charset="0"/>
                        </a:rPr>
                        <a:t>6</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a:solidFill>
                            <a:srgbClr val="002060"/>
                          </a:solidFill>
                          <a:effectLst/>
                          <a:latin typeface="+mn-lt"/>
                          <a:ea typeface="Calibri" panose="020F0502020204030204" pitchFamily="34" charset="0"/>
                          <a:cs typeface="Shruti" panose="020B0502040204020203" pitchFamily="34" charset="0"/>
                        </a:rPr>
                        <a:t>7</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a:solidFill>
                            <a:srgbClr val="002060"/>
                          </a:solidFill>
                          <a:effectLst/>
                          <a:latin typeface="+mn-lt"/>
                          <a:ea typeface="Calibri" panose="020F0502020204030204" pitchFamily="34" charset="0"/>
                          <a:cs typeface="Shruti" panose="020B0502040204020203" pitchFamily="34" charset="0"/>
                        </a:rPr>
                        <a:t>8</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a:solidFill>
                            <a:srgbClr val="002060"/>
                          </a:solidFill>
                          <a:effectLst/>
                          <a:latin typeface="+mn-lt"/>
                          <a:ea typeface="Calibri" panose="020F0502020204030204" pitchFamily="34" charset="0"/>
                          <a:cs typeface="Shruti" panose="020B0502040204020203" pitchFamily="34" charset="0"/>
                        </a:rPr>
                        <a:t>9</a:t>
                      </a:r>
                    </a:p>
                  </a:txBody>
                  <a:tcPr marL="68580" marR="68580" marT="0" marB="0" anchor="ctr"/>
                </a:tc>
                <a:extLst>
                  <a:ext uri="{0D108BD9-81ED-4DB2-BD59-A6C34878D82A}">
                    <a16:rowId xmlns:a16="http://schemas.microsoft.com/office/drawing/2014/main" val="10000"/>
                  </a:ext>
                </a:extLst>
              </a:tr>
              <a:tr h="640080">
                <a:tc>
                  <a:txBody>
                    <a:bodyPr/>
                    <a:lstStyle/>
                    <a:p>
                      <a:pPr marL="0" marR="0" algn="ctr">
                        <a:lnSpc>
                          <a:spcPct val="100000"/>
                        </a:lnSpc>
                        <a:spcBef>
                          <a:spcPts val="0"/>
                        </a:spcBef>
                        <a:spcAft>
                          <a:spcPts val="0"/>
                        </a:spcAft>
                        <a:tabLst>
                          <a:tab pos="0" algn="l"/>
                          <a:tab pos="447675" algn="l"/>
                        </a:tabLst>
                      </a:pPr>
                      <a:r>
                        <a:rPr lang="en-US" sz="2800" b="1" dirty="0">
                          <a:solidFill>
                            <a:srgbClr val="002060"/>
                          </a:solidFill>
                          <a:effectLst/>
                          <a:latin typeface="+mn-lt"/>
                          <a:ea typeface="Calibri" panose="020F0502020204030204" pitchFamily="34" charset="0"/>
                          <a:cs typeface="Shruti" panose="020B0502040204020203" pitchFamily="34" charset="0"/>
                        </a:rPr>
                        <a:t>Marks in Mathematics</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78</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36</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98</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25</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75</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82</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90</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a:solidFill>
                            <a:srgbClr val="002060"/>
                          </a:solidFill>
                          <a:effectLst/>
                          <a:latin typeface="+mn-lt"/>
                          <a:ea typeface="Calibri" panose="020F0502020204030204" pitchFamily="34" charset="0"/>
                          <a:cs typeface="Shruti" panose="020B0502040204020203" pitchFamily="34" charset="0"/>
                        </a:rPr>
                        <a:t>62</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a:solidFill>
                            <a:srgbClr val="002060"/>
                          </a:solidFill>
                          <a:effectLst/>
                          <a:latin typeface="+mn-lt"/>
                          <a:ea typeface="Calibri" panose="020F0502020204030204" pitchFamily="34" charset="0"/>
                          <a:cs typeface="Shruti" panose="020B0502040204020203" pitchFamily="34" charset="0"/>
                        </a:rPr>
                        <a:t>65</a:t>
                      </a:r>
                    </a:p>
                  </a:txBody>
                  <a:tcPr marL="68580" marR="68580" marT="0" marB="0" anchor="ctr"/>
                </a:tc>
                <a:extLst>
                  <a:ext uri="{0D108BD9-81ED-4DB2-BD59-A6C34878D82A}">
                    <a16:rowId xmlns:a16="http://schemas.microsoft.com/office/drawing/2014/main" val="10001"/>
                  </a:ext>
                </a:extLst>
              </a:tr>
              <a:tr h="640080">
                <a:tc>
                  <a:txBody>
                    <a:bodyPr/>
                    <a:lstStyle/>
                    <a:p>
                      <a:pPr marL="0" marR="0" algn="ctr">
                        <a:lnSpc>
                          <a:spcPct val="100000"/>
                        </a:lnSpc>
                        <a:spcBef>
                          <a:spcPts val="0"/>
                        </a:spcBef>
                        <a:spcAft>
                          <a:spcPts val="0"/>
                        </a:spcAft>
                        <a:tabLst>
                          <a:tab pos="0" algn="l"/>
                          <a:tab pos="447675" algn="l"/>
                        </a:tabLst>
                      </a:pPr>
                      <a:r>
                        <a:rPr lang="en-US" sz="2800" b="1" dirty="0">
                          <a:solidFill>
                            <a:srgbClr val="002060"/>
                          </a:solidFill>
                          <a:effectLst/>
                          <a:latin typeface="+mn-lt"/>
                          <a:ea typeface="Calibri" panose="020F0502020204030204" pitchFamily="34" charset="0"/>
                          <a:cs typeface="Shruti" panose="020B0502040204020203" pitchFamily="34" charset="0"/>
                        </a:rPr>
                        <a:t>Marks in Chemistry</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84</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51</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91</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60</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68</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62</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86</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58</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53</a:t>
                      </a:r>
                    </a:p>
                  </a:txBody>
                  <a:tcPr marL="68580" marR="68580" marT="0" marB="0" anchor="ctr"/>
                </a:tc>
                <a:extLst>
                  <a:ext uri="{0D108BD9-81ED-4DB2-BD59-A6C34878D82A}">
                    <a16:rowId xmlns:a16="http://schemas.microsoft.com/office/drawing/2014/main" val="10002"/>
                  </a:ext>
                </a:extLst>
              </a:tr>
            </a:tbl>
          </a:graphicData>
        </a:graphic>
      </p:graphicFrame>
      <p:sp>
        <p:nvSpPr>
          <p:cNvPr id="10" name="Rectangle 9"/>
          <p:cNvSpPr/>
          <p:nvPr/>
        </p:nvSpPr>
        <p:spPr>
          <a:xfrm>
            <a:off x="1625597" y="3977710"/>
            <a:ext cx="4937570" cy="523220"/>
          </a:xfrm>
          <a:prstGeom prst="rect">
            <a:avLst/>
          </a:prstGeom>
        </p:spPr>
        <p:txBody>
          <a:bodyPr wrap="none">
            <a:spAutoFit/>
          </a:bodyPr>
          <a:lstStyle/>
          <a:p>
            <a:r>
              <a:rPr lang="en-US" sz="2800" dirty="0">
                <a:solidFill>
                  <a:srgbClr val="002060"/>
                </a:solidFill>
              </a:rPr>
              <a:t>Here, </a:t>
            </a:r>
            <a:r>
              <a:rPr lang="en-US" sz="2800" dirty="0">
                <a:solidFill>
                  <a:srgbClr val="FF0000"/>
                </a:solidFill>
              </a:rPr>
              <a:t>Rank</a:t>
            </a:r>
            <a:r>
              <a:rPr lang="en-US" sz="2800" dirty="0">
                <a:solidFill>
                  <a:srgbClr val="002060"/>
                </a:solidFill>
              </a:rPr>
              <a:t> of roll no. is </a:t>
            </a:r>
            <a:r>
              <a:rPr lang="en-US" sz="2800" dirty="0">
                <a:solidFill>
                  <a:srgbClr val="FF0000"/>
                </a:solidFill>
              </a:rPr>
              <a:t>not</a:t>
            </a:r>
            <a:r>
              <a:rPr lang="en-US" sz="2800" dirty="0">
                <a:solidFill>
                  <a:srgbClr val="002060"/>
                </a:solidFill>
              </a:rPr>
              <a:t> given.</a:t>
            </a:r>
          </a:p>
        </p:txBody>
      </p:sp>
      <p:sp>
        <p:nvSpPr>
          <p:cNvPr id="11" name="Rectangle 10"/>
          <p:cNvSpPr/>
          <p:nvPr/>
        </p:nvSpPr>
        <p:spPr>
          <a:xfrm>
            <a:off x="1625597" y="4776699"/>
            <a:ext cx="9783447" cy="523220"/>
          </a:xfrm>
          <a:prstGeom prst="rect">
            <a:avLst/>
          </a:prstGeom>
        </p:spPr>
        <p:txBody>
          <a:bodyPr wrap="none">
            <a:spAutoFit/>
          </a:bodyPr>
          <a:lstStyle/>
          <a:p>
            <a:r>
              <a:rPr lang="en-US" sz="2800" dirty="0">
                <a:solidFill>
                  <a:srgbClr val="002060"/>
                </a:solidFill>
                <a:latin typeface="Cambria Math" panose="02040503050406030204" pitchFamily="18" charset="0"/>
                <a:ea typeface="Cambria Math" panose="02040503050406030204" pitchFamily="18" charset="0"/>
              </a:rPr>
              <a:t>∴ </a:t>
            </a:r>
            <a:r>
              <a:rPr lang="en-US" sz="2800" dirty="0">
                <a:solidFill>
                  <a:srgbClr val="002060"/>
                </a:solidFill>
                <a:latin typeface="+mj-lt"/>
                <a:ea typeface="Cambria Math" panose="02040503050406030204" pitchFamily="18" charset="0"/>
              </a:rPr>
              <a:t>We have to assign the rank to each roll no. by given characteristics</a:t>
            </a:r>
            <a:endParaRPr lang="en-US" sz="2800" dirty="0">
              <a:solidFill>
                <a:srgbClr val="002060"/>
              </a:solidFill>
              <a:latin typeface="+mj-lt"/>
            </a:endParaRPr>
          </a:p>
        </p:txBody>
      </p:sp>
      <p:sp>
        <p:nvSpPr>
          <p:cNvPr id="8" name="Rectangle 7"/>
          <p:cNvSpPr/>
          <p:nvPr/>
        </p:nvSpPr>
        <p:spPr>
          <a:xfrm>
            <a:off x="1625597" y="5575688"/>
            <a:ext cx="8242962" cy="523220"/>
          </a:xfrm>
          <a:prstGeom prst="rect">
            <a:avLst/>
          </a:prstGeom>
        </p:spPr>
        <p:txBody>
          <a:bodyPr wrap="none">
            <a:spAutoFit/>
          </a:bodyPr>
          <a:lstStyle/>
          <a:p>
            <a:r>
              <a:rPr lang="en-US" sz="2800" dirty="0">
                <a:solidFill>
                  <a:schemeClr val="bg1"/>
                </a:solidFill>
                <a:latin typeface="Cambria Math" panose="02040503050406030204" pitchFamily="18" charset="0"/>
                <a:ea typeface="Cambria Math" panose="02040503050406030204" pitchFamily="18" charset="0"/>
              </a:rPr>
              <a:t>∴ </a:t>
            </a:r>
            <a:r>
              <a:rPr lang="en-US" sz="2800" dirty="0">
                <a:solidFill>
                  <a:srgbClr val="002060"/>
                </a:solidFill>
              </a:rPr>
              <a:t>i.e.	  marks in Mathematics     &amp;     marks in Chemistry.</a:t>
            </a:r>
          </a:p>
        </p:txBody>
      </p:sp>
    </p:spTree>
    <p:extLst>
      <p:ext uri="{BB962C8B-B14F-4D97-AF65-F5344CB8AC3E}">
        <p14:creationId xmlns:p14="http://schemas.microsoft.com/office/powerpoint/2010/main" val="591149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50"/>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50" grpId="0" animBg="1"/>
      <p:bldP spid="10" grpId="0"/>
      <p:bldP spid="11" grpId="0"/>
      <p:bldP spid="8"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2 ⇝ Example 3(</a:t>
            </a:r>
            <a:r>
              <a:rPr lang="en-GB" dirty="0">
                <a:solidFill>
                  <a:srgbClr val="FF0000"/>
                </a:solidFill>
              </a:rPr>
              <a:t>Continue</a:t>
            </a:r>
            <a:r>
              <a:rPr lang="en-GB" dirty="0"/>
              <a:t>)</a:t>
            </a:r>
            <a:endParaRPr lang="en-US" dirty="0"/>
          </a:p>
        </p:txBody>
      </p:sp>
      <mc:AlternateContent xmlns:mc="http://schemas.openxmlformats.org/markup-compatibility/2006" xmlns:a14="http://schemas.microsoft.com/office/drawing/2010/main">
        <mc:Choice Requires="a14">
          <p:graphicFrame>
            <p:nvGraphicFramePr>
              <p:cNvPr id="6" name="Table 5"/>
              <p:cNvGraphicFramePr>
                <a:graphicFrameLocks noGrp="1"/>
              </p:cNvGraphicFramePr>
              <p:nvPr/>
            </p:nvGraphicFramePr>
            <p:xfrm>
              <a:off x="106680" y="818368"/>
              <a:ext cx="9875520" cy="5669276"/>
            </p:xfrm>
            <a:graphic>
              <a:graphicData uri="http://schemas.openxmlformats.org/drawingml/2006/table">
                <a:tbl>
                  <a:tblPr firstRow="1" bandRow="1">
                    <a:tableStyleId>{93296810-A885-4BE3-A3E7-6D5BEEA58F35}</a:tableStyleId>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645920">
                      <a:extLst>
                        <a:ext uri="{9D8B030D-6E8A-4147-A177-3AD203B41FA5}">
                          <a16:colId xmlns:a16="http://schemas.microsoft.com/office/drawing/2014/main" val="20005"/>
                        </a:ext>
                      </a:extLst>
                    </a:gridCol>
                    <a:gridCol w="1371600">
                      <a:extLst>
                        <a:ext uri="{9D8B030D-6E8A-4147-A177-3AD203B41FA5}">
                          <a16:colId xmlns:a16="http://schemas.microsoft.com/office/drawing/2014/main" val="20006"/>
                        </a:ext>
                      </a:extLst>
                    </a:gridCol>
                  </a:tblGrid>
                  <a:tr h="678308">
                    <a:tc>
                      <a:txBody>
                        <a:bodyPr/>
                        <a:lstStyle/>
                        <a:p>
                          <a:pPr algn="ctr"/>
                          <a14:m>
                            <m:oMathPara xmlns:m="http://schemas.openxmlformats.org/officeDocument/2006/math">
                              <m:oMathParaPr>
                                <m:jc m:val="center"/>
                              </m:oMathParaPr>
                              <m:oMath xmlns:m="http://schemas.openxmlformats.org/officeDocument/2006/math">
                                <m:r>
                                  <a:rPr lang="en-US" sz="2500" b="1" i="0" smtClean="0">
                                    <a:solidFill>
                                      <a:schemeClr val="bg1"/>
                                    </a:solidFill>
                                    <a:latin typeface="Cambria Math" panose="02040503050406030204" pitchFamily="18" charset="0"/>
                                  </a:rPr>
                                  <m:t>𝐑𝐨𝐥𝐥</m:t>
                                </m:r>
                                <m:r>
                                  <a:rPr lang="en-US" sz="2500" b="1" i="0" smtClean="0">
                                    <a:solidFill>
                                      <a:schemeClr val="bg1"/>
                                    </a:solidFill>
                                    <a:latin typeface="Cambria Math" panose="02040503050406030204" pitchFamily="18" charset="0"/>
                                  </a:rPr>
                                  <m:t> </m:t>
                                </m:r>
                                <m:r>
                                  <a:rPr lang="en-US" sz="2500" b="1" i="0" smtClean="0">
                                    <a:solidFill>
                                      <a:schemeClr val="bg1"/>
                                    </a:solidFill>
                                    <a:latin typeface="Cambria Math" panose="02040503050406030204" pitchFamily="18" charset="0"/>
                                  </a:rPr>
                                  <m:t>𝐍𝐨</m:t>
                                </m:r>
                                <m:r>
                                  <a:rPr lang="en-US" sz="2500" b="1" i="0" smtClean="0">
                                    <a:solidFill>
                                      <a:schemeClr val="bg1"/>
                                    </a:solidFill>
                                    <a:latin typeface="Cambria Math" panose="02040503050406030204" pitchFamily="18" charset="0"/>
                                  </a:rPr>
                                  <m:t>.</m:t>
                                </m:r>
                              </m:oMath>
                            </m:oMathPara>
                          </a14:m>
                          <a:endParaRPr lang="en-US" sz="2500" b="1" i="0" dirty="0">
                            <a:solidFill>
                              <a:schemeClr val="bg1"/>
                            </a:solidFill>
                          </a:endParaRPr>
                        </a:p>
                      </a:txBody>
                      <a:tcPr anchor="ctr"/>
                    </a:tc>
                    <a:tc>
                      <a:txBody>
                        <a:bodyPr/>
                        <a:lstStyle/>
                        <a:p>
                          <a:pPr algn="ctr"/>
                          <a14:m>
                            <m:oMathPara xmlns:m="http://schemas.openxmlformats.org/officeDocument/2006/math">
                              <m:oMathParaPr>
                                <m:jc m:val="center"/>
                              </m:oMathParaPr>
                              <m:oMath xmlns:m="http://schemas.openxmlformats.org/officeDocument/2006/math">
                                <m:r>
                                  <a:rPr lang="en-US" sz="2500" b="1" i="0" dirty="0" smtClean="0">
                                    <a:solidFill>
                                      <a:schemeClr val="bg1"/>
                                    </a:solidFill>
                                    <a:latin typeface="Cambria Math" panose="02040503050406030204" pitchFamily="18" charset="0"/>
                                  </a:rPr>
                                  <m:t>𝐌𝐚𝐭𝐡</m:t>
                                </m:r>
                                <m:r>
                                  <a:rPr lang="en-US" sz="2500" b="1" i="0" dirty="0" smtClean="0">
                                    <a:solidFill>
                                      <a:schemeClr val="bg1"/>
                                    </a:solidFill>
                                    <a:latin typeface="Cambria Math" panose="02040503050406030204" pitchFamily="18" charset="0"/>
                                  </a:rPr>
                                  <m:t>.</m:t>
                                </m:r>
                              </m:oMath>
                            </m:oMathPara>
                          </a14:m>
                          <a:endParaRPr lang="en-US" sz="2500" b="1" dirty="0">
                            <a:solidFill>
                              <a:schemeClr val="bg1"/>
                            </a:solidFill>
                          </a:endParaRPr>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500" b="1" i="0" smtClean="0">
                                    <a:solidFill>
                                      <a:schemeClr val="bg1"/>
                                    </a:solidFill>
                                    <a:latin typeface="Cambria Math" panose="02040503050406030204" pitchFamily="18" charset="0"/>
                                  </a:rPr>
                                  <m:t>𝐂𝐡𝐞𝐦</m:t>
                                </m:r>
                                <m:r>
                                  <a:rPr lang="en-US" sz="2500" b="1" i="0" smtClean="0">
                                    <a:solidFill>
                                      <a:schemeClr val="bg1"/>
                                    </a:solidFill>
                                    <a:latin typeface="Cambria Math" panose="02040503050406030204" pitchFamily="18" charset="0"/>
                                  </a:rPr>
                                  <m:t>.</m:t>
                                </m:r>
                              </m:oMath>
                            </m:oMathPara>
                          </a14:m>
                          <a:endParaRPr lang="en-US" sz="2500" b="1" i="0" dirty="0">
                            <a:solidFill>
                              <a:schemeClr val="bg1"/>
                            </a:solidFill>
                          </a:endParaRPr>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800" b="1" i="0" dirty="0" smtClean="0">
                                    <a:solidFill>
                                      <a:schemeClr val="bg1"/>
                                    </a:solidFill>
                                    <a:latin typeface="Cambria Math" panose="02040503050406030204" pitchFamily="18" charset="0"/>
                                  </a:rPr>
                                  <m:t>𝐱</m:t>
                                </m:r>
                              </m:oMath>
                            </m:oMathPara>
                          </a14:m>
                          <a:endParaRPr lang="en-US" sz="2800" b="0" i="0" dirty="0">
                            <a:solidFill>
                              <a:schemeClr val="bg1"/>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800" b="1" i="0"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𝐲</m:t>
                                </m:r>
                              </m:oMath>
                            </m:oMathPara>
                          </a14:m>
                          <a:endParaRPr kumimoji="0" lang="en-US" sz="2800" b="0" i="0" u="none" strike="noStrike" kern="1200" cap="none" spc="0" normalizeH="0" baseline="0" noProof="0" dirty="0">
                            <a:ln>
                              <a:noFill/>
                            </a:ln>
                            <a:solidFill>
                              <a:prstClr val="white"/>
                            </a:solidFill>
                            <a:effectLst/>
                            <a:uLnTx/>
                            <a:uFillTx/>
                            <a:latin typeface="+mn-lt"/>
                            <a:ea typeface="+mn-ea"/>
                            <a:cs typeface="+mn-cs"/>
                          </a:endParaRPr>
                        </a:p>
                      </a:txBody>
                      <a:tcPr anchor="ctr"/>
                    </a:tc>
                    <a:tc>
                      <a:txBody>
                        <a:bodyPr/>
                        <a:lstStyle/>
                        <a:p>
                          <a:pPr algn="ctr"/>
                          <a14:m>
                            <m:oMathPara xmlns:m="http://schemas.openxmlformats.org/officeDocument/2006/math">
                              <m:oMathParaPr>
                                <m:jc m:val="center"/>
                              </m:oMathParaPr>
                              <m:oMath xmlns:m="http://schemas.openxmlformats.org/officeDocument/2006/math">
                                <m:r>
                                  <a:rPr kumimoji="0" lang="en-US" sz="2800" b="1" i="0"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𝐝</m:t>
                                </m:r>
                                <m:r>
                                  <a:rPr kumimoji="0" lang="en-US" sz="2800" b="0" i="0"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m:t>
                                </m:r>
                                <m:r>
                                  <m:rPr>
                                    <m:sty m:val="p"/>
                                  </m:rPr>
                                  <a:rPr kumimoji="0" lang="en-US" sz="2800" b="0" i="0"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x</m:t>
                                </m:r>
                                <m:r>
                                  <a:rPr kumimoji="0" lang="en-US" sz="2800" b="0" i="0"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m:t>
                                </m:r>
                                <m:r>
                                  <m:rPr>
                                    <m:sty m:val="p"/>
                                  </m:rPr>
                                  <a:rPr kumimoji="0" lang="en-US" sz="2800" b="0" i="0"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y</m:t>
                                </m:r>
                              </m:oMath>
                            </m:oMathPara>
                          </a14:m>
                          <a:endParaRPr lang="en-US" sz="2800" b="0" i="0" dirty="0">
                            <a:solidFill>
                              <a:schemeClr val="bg1"/>
                            </a:solidFill>
                          </a:endParaRPr>
                        </a:p>
                      </a:txBody>
                      <a:tcPr anchor="ctr"/>
                    </a:tc>
                    <a:tc>
                      <a:txBody>
                        <a:bodyPr/>
                        <a:lstStyle/>
                        <a:p>
                          <a:pPr algn="ctr"/>
                          <a14:m>
                            <m:oMathPara xmlns:m="http://schemas.openxmlformats.org/officeDocument/2006/math">
                              <m:oMathParaPr>
                                <m:jc m:val="centerGroup"/>
                              </m:oMathParaPr>
                              <m:oMath xmlns:m="http://schemas.openxmlformats.org/officeDocument/2006/math">
                                <m:sSup>
                                  <m:sSupPr>
                                    <m:ctrlPr>
                                      <a:rPr lang="en-US" sz="2800" b="1" i="1" dirty="0" smtClean="0">
                                        <a:solidFill>
                                          <a:schemeClr val="bg1"/>
                                        </a:solidFill>
                                        <a:latin typeface="Cambria Math" panose="02040503050406030204" pitchFamily="18" charset="0"/>
                                      </a:rPr>
                                    </m:ctrlPr>
                                  </m:sSupPr>
                                  <m:e>
                                    <m:r>
                                      <a:rPr lang="en-US" sz="2800" b="1" i="0" dirty="0" smtClean="0">
                                        <a:solidFill>
                                          <a:schemeClr val="bg1"/>
                                        </a:solidFill>
                                        <a:latin typeface="Cambria Math" panose="02040503050406030204" pitchFamily="18" charset="0"/>
                                      </a:rPr>
                                      <m:t>𝐝</m:t>
                                    </m:r>
                                  </m:e>
                                  <m:sup>
                                    <m:r>
                                      <a:rPr lang="en-US" sz="2800" b="1" i="0" dirty="0" smtClean="0">
                                        <a:solidFill>
                                          <a:schemeClr val="bg1"/>
                                        </a:solidFill>
                                        <a:latin typeface="Cambria Math" panose="02040503050406030204" pitchFamily="18" charset="0"/>
                                      </a:rPr>
                                      <m:t>𝟐</m:t>
                                    </m:r>
                                  </m:sup>
                                </m:sSup>
                              </m:oMath>
                            </m:oMathPara>
                          </a14:m>
                          <a:endParaRPr lang="en-US" sz="2800" b="1" i="0" dirty="0">
                            <a:solidFill>
                              <a:schemeClr val="bg1"/>
                            </a:solidFill>
                          </a:endParaRPr>
                        </a:p>
                      </a:txBody>
                      <a:tcPr anchor="ctr"/>
                    </a:tc>
                    <a:extLst>
                      <a:ext uri="{0D108BD9-81ED-4DB2-BD59-A6C34878D82A}">
                        <a16:rowId xmlns:a16="http://schemas.microsoft.com/office/drawing/2014/main" val="10000"/>
                      </a:ext>
                    </a:extLst>
                  </a:tr>
                  <a:tr h="554552">
                    <a:tc>
                      <a:txBody>
                        <a:bodyPr/>
                        <a:lstStyle/>
                        <a:p>
                          <a:pPr algn="ctr"/>
                          <a:r>
                            <a:rPr lang="en-US" sz="2800" b="0" dirty="0">
                              <a:solidFill>
                                <a:srgbClr val="002060"/>
                              </a:solidFill>
                            </a:rPr>
                            <a:t>1</a:t>
                          </a:r>
                        </a:p>
                      </a:txBody>
                      <a:tcPr anchor="ctr"/>
                    </a:tc>
                    <a:tc>
                      <a:txBody>
                        <a:bodyPr/>
                        <a:lstStyle/>
                        <a:p>
                          <a:pPr algn="ctr"/>
                          <a:r>
                            <a:rPr lang="en-US" sz="2800" b="0" dirty="0">
                              <a:solidFill>
                                <a:srgbClr val="002060"/>
                              </a:solidFill>
                            </a:rPr>
                            <a:t>78</a:t>
                          </a:r>
                        </a:p>
                      </a:txBody>
                      <a:tcPr anchor="ctr"/>
                    </a:tc>
                    <a:tc>
                      <a:txBody>
                        <a:bodyPr/>
                        <a:lstStyle/>
                        <a:p>
                          <a:pPr algn="ctr"/>
                          <a:r>
                            <a:rPr lang="en-US" sz="2800" b="0" dirty="0">
                              <a:solidFill>
                                <a:srgbClr val="002060"/>
                              </a:solidFill>
                            </a:rPr>
                            <a:t>84</a:t>
                          </a: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1"/>
                      </a:ext>
                    </a:extLst>
                  </a:tr>
                  <a:tr h="554552">
                    <a:tc>
                      <a:txBody>
                        <a:bodyPr/>
                        <a:lstStyle/>
                        <a:p>
                          <a:pPr algn="ctr"/>
                          <a:r>
                            <a:rPr lang="en-US" sz="2800" b="0" dirty="0">
                              <a:solidFill>
                                <a:srgbClr val="002060"/>
                              </a:solidFill>
                            </a:rPr>
                            <a:t>2</a:t>
                          </a:r>
                        </a:p>
                      </a:txBody>
                      <a:tcPr anchor="ctr"/>
                    </a:tc>
                    <a:tc>
                      <a:txBody>
                        <a:bodyPr/>
                        <a:lstStyle/>
                        <a:p>
                          <a:pPr algn="ctr"/>
                          <a:r>
                            <a:rPr lang="en-US" sz="2800" b="0" dirty="0">
                              <a:solidFill>
                                <a:srgbClr val="002060"/>
                              </a:solidFill>
                            </a:rPr>
                            <a:t>36</a:t>
                          </a:r>
                        </a:p>
                      </a:txBody>
                      <a:tcPr anchor="ctr"/>
                    </a:tc>
                    <a:tc>
                      <a:txBody>
                        <a:bodyPr/>
                        <a:lstStyle/>
                        <a:p>
                          <a:pPr algn="ctr"/>
                          <a:r>
                            <a:rPr lang="en-US" sz="2800" b="0" dirty="0">
                              <a:solidFill>
                                <a:srgbClr val="002060"/>
                              </a:solidFill>
                            </a:rPr>
                            <a:t>51</a:t>
                          </a: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2"/>
                      </a:ext>
                    </a:extLst>
                  </a:tr>
                  <a:tr h="554552">
                    <a:tc>
                      <a:txBody>
                        <a:bodyPr/>
                        <a:lstStyle/>
                        <a:p>
                          <a:pPr algn="ctr"/>
                          <a:r>
                            <a:rPr lang="en-US" sz="2800" b="0" dirty="0">
                              <a:solidFill>
                                <a:srgbClr val="002060"/>
                              </a:solidFill>
                            </a:rPr>
                            <a:t>3</a:t>
                          </a:r>
                        </a:p>
                      </a:txBody>
                      <a:tcPr anchor="ctr"/>
                    </a:tc>
                    <a:tc>
                      <a:txBody>
                        <a:bodyPr/>
                        <a:lstStyle/>
                        <a:p>
                          <a:pPr algn="ctr"/>
                          <a:r>
                            <a:rPr lang="en-US" sz="2800" b="0" dirty="0">
                              <a:solidFill>
                                <a:srgbClr val="002060"/>
                              </a:solidFill>
                            </a:rPr>
                            <a:t>98</a:t>
                          </a:r>
                        </a:p>
                      </a:txBody>
                      <a:tcPr anchor="ctr"/>
                    </a:tc>
                    <a:tc>
                      <a:txBody>
                        <a:bodyPr/>
                        <a:lstStyle/>
                        <a:p>
                          <a:pPr algn="ctr"/>
                          <a:r>
                            <a:rPr lang="en-US" sz="2800" b="0" dirty="0">
                              <a:solidFill>
                                <a:srgbClr val="002060"/>
                              </a:solidFill>
                            </a:rPr>
                            <a:t>91</a:t>
                          </a: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3"/>
                      </a:ext>
                    </a:extLst>
                  </a:tr>
                  <a:tr h="554552">
                    <a:tc>
                      <a:txBody>
                        <a:bodyPr/>
                        <a:lstStyle/>
                        <a:p>
                          <a:pPr algn="ctr"/>
                          <a:r>
                            <a:rPr lang="en-US" sz="2800" b="0" dirty="0">
                              <a:solidFill>
                                <a:srgbClr val="002060"/>
                              </a:solidFill>
                            </a:rPr>
                            <a:t>4</a:t>
                          </a:r>
                        </a:p>
                      </a:txBody>
                      <a:tcPr anchor="ctr"/>
                    </a:tc>
                    <a:tc>
                      <a:txBody>
                        <a:bodyPr/>
                        <a:lstStyle/>
                        <a:p>
                          <a:pPr algn="ctr"/>
                          <a:r>
                            <a:rPr lang="en-US" sz="2800" b="0" dirty="0">
                              <a:solidFill>
                                <a:srgbClr val="002060"/>
                              </a:solidFill>
                            </a:rPr>
                            <a:t>25</a:t>
                          </a:r>
                        </a:p>
                      </a:txBody>
                      <a:tcPr anchor="ctr"/>
                    </a:tc>
                    <a:tc>
                      <a:txBody>
                        <a:bodyPr/>
                        <a:lstStyle/>
                        <a:p>
                          <a:pPr algn="ctr"/>
                          <a:r>
                            <a:rPr lang="en-US" sz="2800" b="0" dirty="0">
                              <a:solidFill>
                                <a:srgbClr val="002060"/>
                              </a:solidFill>
                            </a:rPr>
                            <a:t>60</a:t>
                          </a: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4"/>
                      </a:ext>
                    </a:extLst>
                  </a:tr>
                  <a:tr h="554552">
                    <a:tc>
                      <a:txBody>
                        <a:bodyPr/>
                        <a:lstStyle/>
                        <a:p>
                          <a:pPr algn="ctr"/>
                          <a:r>
                            <a:rPr lang="en-US" sz="2800" b="0" dirty="0">
                              <a:solidFill>
                                <a:srgbClr val="002060"/>
                              </a:solidFill>
                            </a:rPr>
                            <a:t>5</a:t>
                          </a:r>
                        </a:p>
                      </a:txBody>
                      <a:tcPr anchor="ctr"/>
                    </a:tc>
                    <a:tc>
                      <a:txBody>
                        <a:bodyPr/>
                        <a:lstStyle/>
                        <a:p>
                          <a:pPr algn="ctr"/>
                          <a:r>
                            <a:rPr lang="en-US" sz="2800" b="0" dirty="0">
                              <a:solidFill>
                                <a:srgbClr val="002060"/>
                              </a:solidFill>
                            </a:rPr>
                            <a:t>75</a:t>
                          </a:r>
                        </a:p>
                      </a:txBody>
                      <a:tcPr anchor="ctr"/>
                    </a:tc>
                    <a:tc>
                      <a:txBody>
                        <a:bodyPr/>
                        <a:lstStyle/>
                        <a:p>
                          <a:pPr algn="ctr"/>
                          <a:r>
                            <a:rPr lang="en-US" sz="2800" b="0" dirty="0">
                              <a:solidFill>
                                <a:srgbClr val="002060"/>
                              </a:solidFill>
                            </a:rPr>
                            <a:t>68</a:t>
                          </a: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5"/>
                      </a:ext>
                    </a:extLst>
                  </a:tr>
                  <a:tr h="554552">
                    <a:tc>
                      <a:txBody>
                        <a:bodyPr/>
                        <a:lstStyle/>
                        <a:p>
                          <a:pPr algn="ctr"/>
                          <a:r>
                            <a:rPr lang="en-US" sz="2800" b="0" dirty="0">
                              <a:solidFill>
                                <a:srgbClr val="002060"/>
                              </a:solidFill>
                            </a:rPr>
                            <a:t>6</a:t>
                          </a:r>
                        </a:p>
                      </a:txBody>
                      <a:tcPr anchor="ctr"/>
                    </a:tc>
                    <a:tc>
                      <a:txBody>
                        <a:bodyPr/>
                        <a:lstStyle/>
                        <a:p>
                          <a:pPr algn="ctr"/>
                          <a:r>
                            <a:rPr lang="en-US" sz="2800" b="0" dirty="0">
                              <a:solidFill>
                                <a:srgbClr val="002060"/>
                              </a:solidFill>
                            </a:rPr>
                            <a:t>82</a:t>
                          </a:r>
                        </a:p>
                      </a:txBody>
                      <a:tcPr anchor="ctr"/>
                    </a:tc>
                    <a:tc>
                      <a:txBody>
                        <a:bodyPr/>
                        <a:lstStyle/>
                        <a:p>
                          <a:pPr algn="ctr"/>
                          <a:r>
                            <a:rPr lang="en-US" sz="2800" b="0" dirty="0">
                              <a:solidFill>
                                <a:srgbClr val="002060"/>
                              </a:solidFill>
                            </a:rPr>
                            <a:t>62</a:t>
                          </a: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6"/>
                      </a:ext>
                    </a:extLst>
                  </a:tr>
                  <a:tr h="554552">
                    <a:tc>
                      <a:txBody>
                        <a:bodyPr/>
                        <a:lstStyle/>
                        <a:p>
                          <a:pPr algn="ctr"/>
                          <a:r>
                            <a:rPr lang="en-US" sz="2800" b="0" dirty="0">
                              <a:solidFill>
                                <a:srgbClr val="002060"/>
                              </a:solidFill>
                            </a:rPr>
                            <a:t>7</a:t>
                          </a:r>
                        </a:p>
                      </a:txBody>
                      <a:tcPr anchor="ctr"/>
                    </a:tc>
                    <a:tc>
                      <a:txBody>
                        <a:bodyPr/>
                        <a:lstStyle/>
                        <a:p>
                          <a:pPr algn="ctr"/>
                          <a:r>
                            <a:rPr lang="en-US" sz="2800" b="0" dirty="0">
                              <a:solidFill>
                                <a:srgbClr val="002060"/>
                              </a:solidFill>
                            </a:rPr>
                            <a:t>90</a:t>
                          </a:r>
                        </a:p>
                      </a:txBody>
                      <a:tcPr anchor="ctr"/>
                    </a:tc>
                    <a:tc>
                      <a:txBody>
                        <a:bodyPr/>
                        <a:lstStyle/>
                        <a:p>
                          <a:pPr algn="ctr"/>
                          <a:r>
                            <a:rPr lang="en-US" sz="2800" b="0" dirty="0">
                              <a:solidFill>
                                <a:srgbClr val="002060"/>
                              </a:solidFill>
                            </a:rPr>
                            <a:t>86</a:t>
                          </a: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7"/>
                      </a:ext>
                    </a:extLst>
                  </a:tr>
                  <a:tr h="554552">
                    <a:tc>
                      <a:txBody>
                        <a:bodyPr/>
                        <a:lstStyle/>
                        <a:p>
                          <a:pPr algn="ctr"/>
                          <a:r>
                            <a:rPr lang="en-US" sz="2800" b="0" dirty="0">
                              <a:solidFill>
                                <a:srgbClr val="002060"/>
                              </a:solidFill>
                            </a:rPr>
                            <a:t>8</a:t>
                          </a:r>
                        </a:p>
                      </a:txBody>
                      <a:tcPr anchor="ctr"/>
                    </a:tc>
                    <a:tc>
                      <a:txBody>
                        <a:bodyPr/>
                        <a:lstStyle/>
                        <a:p>
                          <a:pPr algn="ctr"/>
                          <a:r>
                            <a:rPr lang="en-US" sz="2800" b="0" dirty="0">
                              <a:solidFill>
                                <a:srgbClr val="002060"/>
                              </a:solidFill>
                            </a:rPr>
                            <a:t>62</a:t>
                          </a:r>
                        </a:p>
                      </a:txBody>
                      <a:tcPr anchor="ctr"/>
                    </a:tc>
                    <a:tc>
                      <a:txBody>
                        <a:bodyPr/>
                        <a:lstStyle/>
                        <a:p>
                          <a:pPr algn="ctr"/>
                          <a:r>
                            <a:rPr lang="en-US" sz="2800" b="0" dirty="0">
                              <a:solidFill>
                                <a:srgbClr val="002060"/>
                              </a:solidFill>
                            </a:rPr>
                            <a:t>58</a:t>
                          </a: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8"/>
                      </a:ext>
                    </a:extLst>
                  </a:tr>
                  <a:tr h="554552">
                    <a:tc>
                      <a:txBody>
                        <a:bodyPr/>
                        <a:lstStyle/>
                        <a:p>
                          <a:pPr algn="ctr"/>
                          <a:r>
                            <a:rPr lang="en-US" sz="2800" b="0" dirty="0">
                              <a:solidFill>
                                <a:srgbClr val="002060"/>
                              </a:solidFill>
                            </a:rPr>
                            <a:t>9</a:t>
                          </a:r>
                        </a:p>
                      </a:txBody>
                      <a:tcPr anchor="ctr"/>
                    </a:tc>
                    <a:tc>
                      <a:txBody>
                        <a:bodyPr/>
                        <a:lstStyle/>
                        <a:p>
                          <a:pPr algn="ctr"/>
                          <a:r>
                            <a:rPr lang="en-US" sz="2800" b="0" dirty="0">
                              <a:solidFill>
                                <a:srgbClr val="002060"/>
                              </a:solidFill>
                            </a:rPr>
                            <a:t>65</a:t>
                          </a:r>
                        </a:p>
                      </a:txBody>
                      <a:tcPr anchor="ctr"/>
                    </a:tc>
                    <a:tc>
                      <a:txBody>
                        <a:bodyPr/>
                        <a:lstStyle/>
                        <a:p>
                          <a:pPr algn="ctr"/>
                          <a:r>
                            <a:rPr lang="en-US" sz="2800" b="0" dirty="0">
                              <a:solidFill>
                                <a:srgbClr val="002060"/>
                              </a:solidFill>
                            </a:rPr>
                            <a:t>53</a:t>
                          </a: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9"/>
                      </a:ext>
                    </a:extLst>
                  </a:tr>
                </a:tbl>
              </a:graphicData>
            </a:graphic>
          </p:graphicFrame>
        </mc:Choice>
        <mc:Fallback xmlns="">
          <p:graphicFrame>
            <p:nvGraphicFramePr>
              <p:cNvPr id="6" name="Table 5"/>
              <p:cNvGraphicFramePr>
                <a:graphicFrameLocks noGrp="1"/>
              </p:cNvGraphicFramePr>
              <p:nvPr>
                <p:extLst/>
              </p:nvPr>
            </p:nvGraphicFramePr>
            <p:xfrm>
              <a:off x="106680" y="818368"/>
              <a:ext cx="9875520" cy="5669276"/>
            </p:xfrm>
            <a:graphic>
              <a:graphicData uri="http://schemas.openxmlformats.org/drawingml/2006/table">
                <a:tbl>
                  <a:tblPr firstRow="1" bandRow="1">
                    <a:tableStyleId>{93296810-A885-4BE3-A3E7-6D5BEEA58F35}</a:tableStyleId>
                  </a:tblPr>
                  <a:tblGrid>
                    <a:gridCol w="1371600"/>
                    <a:gridCol w="1371600"/>
                    <a:gridCol w="1371600"/>
                    <a:gridCol w="1371600"/>
                    <a:gridCol w="1371600"/>
                    <a:gridCol w="1645920"/>
                    <a:gridCol w="1371600"/>
                  </a:tblGrid>
                  <a:tr h="678308">
                    <a:tc>
                      <a:txBody>
                        <a:bodyPr/>
                        <a:lstStyle/>
                        <a:p>
                          <a:endParaRPr lang="en-US"/>
                        </a:p>
                      </a:txBody>
                      <a:tcPr anchor="ctr">
                        <a:blipFill rotWithShape="0">
                          <a:blip r:embed="rId2"/>
                          <a:stretch>
                            <a:fillRect l="-444" t="-901" r="-622222" b="-760360"/>
                          </a:stretch>
                        </a:blipFill>
                      </a:tcPr>
                    </a:tc>
                    <a:tc>
                      <a:txBody>
                        <a:bodyPr/>
                        <a:lstStyle/>
                        <a:p>
                          <a:endParaRPr lang="en-US"/>
                        </a:p>
                      </a:txBody>
                      <a:tcPr anchor="ctr">
                        <a:blipFill rotWithShape="0">
                          <a:blip r:embed="rId2"/>
                          <a:stretch>
                            <a:fillRect l="-100444" t="-901" r="-522222" b="-760360"/>
                          </a:stretch>
                        </a:blipFill>
                      </a:tcPr>
                    </a:tc>
                    <a:tc>
                      <a:txBody>
                        <a:bodyPr/>
                        <a:lstStyle/>
                        <a:p>
                          <a:endParaRPr lang="en-US"/>
                        </a:p>
                      </a:txBody>
                      <a:tcPr anchor="ctr">
                        <a:blipFill rotWithShape="0">
                          <a:blip r:embed="rId2"/>
                          <a:stretch>
                            <a:fillRect l="-200444" t="-901" r="-422222" b="-760360"/>
                          </a:stretch>
                        </a:blipFill>
                      </a:tcPr>
                    </a:tc>
                    <a:tc>
                      <a:txBody>
                        <a:bodyPr/>
                        <a:lstStyle/>
                        <a:p>
                          <a:endParaRPr lang="en-US"/>
                        </a:p>
                      </a:txBody>
                      <a:tcPr anchor="ctr">
                        <a:blipFill rotWithShape="0">
                          <a:blip r:embed="rId2"/>
                          <a:stretch>
                            <a:fillRect l="-299115" t="-901" r="-320354" b="-760360"/>
                          </a:stretch>
                        </a:blipFill>
                      </a:tcPr>
                    </a:tc>
                    <a:tc>
                      <a:txBody>
                        <a:bodyPr/>
                        <a:lstStyle/>
                        <a:p>
                          <a:endParaRPr lang="en-US"/>
                        </a:p>
                      </a:txBody>
                      <a:tcPr anchor="ctr">
                        <a:blipFill rotWithShape="0">
                          <a:blip r:embed="rId2"/>
                          <a:stretch>
                            <a:fillRect l="-400889" t="-901" r="-221778" b="-760360"/>
                          </a:stretch>
                        </a:blipFill>
                      </a:tcPr>
                    </a:tc>
                    <a:tc>
                      <a:txBody>
                        <a:bodyPr/>
                        <a:lstStyle/>
                        <a:p>
                          <a:endParaRPr lang="en-US"/>
                        </a:p>
                      </a:txBody>
                      <a:tcPr anchor="ctr">
                        <a:blipFill rotWithShape="0">
                          <a:blip r:embed="rId2"/>
                          <a:stretch>
                            <a:fillRect l="-417407" t="-901" r="-84815" b="-760360"/>
                          </a:stretch>
                        </a:blipFill>
                      </a:tcPr>
                    </a:tc>
                    <a:tc>
                      <a:txBody>
                        <a:bodyPr/>
                        <a:lstStyle/>
                        <a:p>
                          <a:endParaRPr lang="en-US"/>
                        </a:p>
                      </a:txBody>
                      <a:tcPr anchor="ctr">
                        <a:blipFill rotWithShape="0">
                          <a:blip r:embed="rId2"/>
                          <a:stretch>
                            <a:fillRect l="-620889" t="-901" r="-1778" b="-760360"/>
                          </a:stretch>
                        </a:blipFill>
                      </a:tcPr>
                    </a:tc>
                  </a:tr>
                  <a:tr h="554552">
                    <a:tc>
                      <a:txBody>
                        <a:bodyPr/>
                        <a:lstStyle/>
                        <a:p>
                          <a:pPr algn="ctr"/>
                          <a:r>
                            <a:rPr lang="en-US" sz="2800" b="0" dirty="0" smtClean="0">
                              <a:solidFill>
                                <a:srgbClr val="002060"/>
                              </a:solidFill>
                            </a:rPr>
                            <a:t>1</a:t>
                          </a:r>
                          <a:endParaRPr lang="en-US" sz="2800" b="0" dirty="0">
                            <a:solidFill>
                              <a:srgbClr val="002060"/>
                            </a:solidFill>
                          </a:endParaRPr>
                        </a:p>
                      </a:txBody>
                      <a:tcPr anchor="ctr"/>
                    </a:tc>
                    <a:tc>
                      <a:txBody>
                        <a:bodyPr/>
                        <a:lstStyle/>
                        <a:p>
                          <a:pPr algn="ctr"/>
                          <a:r>
                            <a:rPr lang="en-US" sz="2800" b="0" dirty="0" smtClean="0">
                              <a:solidFill>
                                <a:srgbClr val="002060"/>
                              </a:solidFill>
                            </a:rPr>
                            <a:t>78</a:t>
                          </a:r>
                          <a:endParaRPr lang="en-US" sz="2800" b="0" dirty="0">
                            <a:solidFill>
                              <a:srgbClr val="002060"/>
                            </a:solidFill>
                          </a:endParaRPr>
                        </a:p>
                      </a:txBody>
                      <a:tcPr anchor="ctr"/>
                    </a:tc>
                    <a:tc>
                      <a:txBody>
                        <a:bodyPr/>
                        <a:lstStyle/>
                        <a:p>
                          <a:pPr algn="ctr"/>
                          <a:r>
                            <a:rPr lang="en-US" sz="2800" b="0" dirty="0" smtClean="0">
                              <a:solidFill>
                                <a:srgbClr val="002060"/>
                              </a:solidFill>
                            </a:rPr>
                            <a:t>84</a:t>
                          </a: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r>
                  <a:tr h="554552">
                    <a:tc>
                      <a:txBody>
                        <a:bodyPr/>
                        <a:lstStyle/>
                        <a:p>
                          <a:pPr algn="ctr"/>
                          <a:r>
                            <a:rPr lang="en-US" sz="2800" b="0" dirty="0" smtClean="0">
                              <a:solidFill>
                                <a:srgbClr val="002060"/>
                              </a:solidFill>
                            </a:rPr>
                            <a:t>2</a:t>
                          </a:r>
                          <a:endParaRPr lang="en-US" sz="2800" b="0" dirty="0">
                            <a:solidFill>
                              <a:srgbClr val="002060"/>
                            </a:solidFill>
                          </a:endParaRPr>
                        </a:p>
                      </a:txBody>
                      <a:tcPr anchor="ctr"/>
                    </a:tc>
                    <a:tc>
                      <a:txBody>
                        <a:bodyPr/>
                        <a:lstStyle/>
                        <a:p>
                          <a:pPr algn="ctr"/>
                          <a:r>
                            <a:rPr lang="en-US" sz="2800" b="0" dirty="0" smtClean="0">
                              <a:solidFill>
                                <a:srgbClr val="002060"/>
                              </a:solidFill>
                            </a:rPr>
                            <a:t>36</a:t>
                          </a:r>
                          <a:endParaRPr lang="en-US" sz="2800" b="0" dirty="0">
                            <a:solidFill>
                              <a:srgbClr val="002060"/>
                            </a:solidFill>
                          </a:endParaRPr>
                        </a:p>
                      </a:txBody>
                      <a:tcPr anchor="ctr"/>
                    </a:tc>
                    <a:tc>
                      <a:txBody>
                        <a:bodyPr/>
                        <a:lstStyle/>
                        <a:p>
                          <a:pPr algn="ctr"/>
                          <a:r>
                            <a:rPr lang="en-US" sz="2800" b="0" dirty="0" smtClean="0">
                              <a:solidFill>
                                <a:srgbClr val="002060"/>
                              </a:solidFill>
                            </a:rPr>
                            <a:t>51</a:t>
                          </a: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r>
                  <a:tr h="554552">
                    <a:tc>
                      <a:txBody>
                        <a:bodyPr/>
                        <a:lstStyle/>
                        <a:p>
                          <a:pPr algn="ctr"/>
                          <a:r>
                            <a:rPr lang="en-US" sz="2800" b="0" dirty="0" smtClean="0">
                              <a:solidFill>
                                <a:srgbClr val="002060"/>
                              </a:solidFill>
                            </a:rPr>
                            <a:t>3</a:t>
                          </a:r>
                          <a:endParaRPr lang="en-US" sz="2800" b="0" dirty="0">
                            <a:solidFill>
                              <a:srgbClr val="002060"/>
                            </a:solidFill>
                          </a:endParaRPr>
                        </a:p>
                      </a:txBody>
                      <a:tcPr anchor="ctr"/>
                    </a:tc>
                    <a:tc>
                      <a:txBody>
                        <a:bodyPr/>
                        <a:lstStyle/>
                        <a:p>
                          <a:pPr algn="ctr"/>
                          <a:r>
                            <a:rPr lang="en-US" sz="2800" b="0" dirty="0" smtClean="0">
                              <a:solidFill>
                                <a:srgbClr val="002060"/>
                              </a:solidFill>
                            </a:rPr>
                            <a:t>98</a:t>
                          </a:r>
                          <a:endParaRPr lang="en-US" sz="2800" b="0" dirty="0">
                            <a:solidFill>
                              <a:srgbClr val="002060"/>
                            </a:solidFill>
                          </a:endParaRPr>
                        </a:p>
                      </a:txBody>
                      <a:tcPr anchor="ctr"/>
                    </a:tc>
                    <a:tc>
                      <a:txBody>
                        <a:bodyPr/>
                        <a:lstStyle/>
                        <a:p>
                          <a:pPr algn="ctr"/>
                          <a:r>
                            <a:rPr lang="en-US" sz="2800" b="0" dirty="0" smtClean="0">
                              <a:solidFill>
                                <a:srgbClr val="002060"/>
                              </a:solidFill>
                            </a:rPr>
                            <a:t>91</a:t>
                          </a: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r>
                  <a:tr h="554552">
                    <a:tc>
                      <a:txBody>
                        <a:bodyPr/>
                        <a:lstStyle/>
                        <a:p>
                          <a:pPr algn="ctr"/>
                          <a:r>
                            <a:rPr lang="en-US" sz="2800" b="0" dirty="0" smtClean="0">
                              <a:solidFill>
                                <a:srgbClr val="002060"/>
                              </a:solidFill>
                            </a:rPr>
                            <a:t>4</a:t>
                          </a:r>
                          <a:endParaRPr lang="en-US" sz="2800" b="0" dirty="0">
                            <a:solidFill>
                              <a:srgbClr val="002060"/>
                            </a:solidFill>
                          </a:endParaRPr>
                        </a:p>
                      </a:txBody>
                      <a:tcPr anchor="ctr"/>
                    </a:tc>
                    <a:tc>
                      <a:txBody>
                        <a:bodyPr/>
                        <a:lstStyle/>
                        <a:p>
                          <a:pPr algn="ctr"/>
                          <a:r>
                            <a:rPr lang="en-US" sz="2800" b="0" dirty="0" smtClean="0">
                              <a:solidFill>
                                <a:srgbClr val="002060"/>
                              </a:solidFill>
                            </a:rPr>
                            <a:t>25</a:t>
                          </a:r>
                          <a:endParaRPr lang="en-US" sz="2800" b="0" dirty="0">
                            <a:solidFill>
                              <a:srgbClr val="002060"/>
                            </a:solidFill>
                          </a:endParaRPr>
                        </a:p>
                      </a:txBody>
                      <a:tcPr anchor="ctr"/>
                    </a:tc>
                    <a:tc>
                      <a:txBody>
                        <a:bodyPr/>
                        <a:lstStyle/>
                        <a:p>
                          <a:pPr algn="ctr"/>
                          <a:r>
                            <a:rPr lang="en-US" sz="2800" b="0" dirty="0" smtClean="0">
                              <a:solidFill>
                                <a:srgbClr val="002060"/>
                              </a:solidFill>
                            </a:rPr>
                            <a:t>60</a:t>
                          </a: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r>
                  <a:tr h="554552">
                    <a:tc>
                      <a:txBody>
                        <a:bodyPr/>
                        <a:lstStyle/>
                        <a:p>
                          <a:pPr algn="ctr"/>
                          <a:r>
                            <a:rPr lang="en-US" sz="2800" b="0" dirty="0" smtClean="0">
                              <a:solidFill>
                                <a:srgbClr val="002060"/>
                              </a:solidFill>
                            </a:rPr>
                            <a:t>5</a:t>
                          </a:r>
                          <a:endParaRPr lang="en-US" sz="2800" b="0" dirty="0">
                            <a:solidFill>
                              <a:srgbClr val="002060"/>
                            </a:solidFill>
                          </a:endParaRPr>
                        </a:p>
                      </a:txBody>
                      <a:tcPr anchor="ctr"/>
                    </a:tc>
                    <a:tc>
                      <a:txBody>
                        <a:bodyPr/>
                        <a:lstStyle/>
                        <a:p>
                          <a:pPr algn="ctr"/>
                          <a:r>
                            <a:rPr lang="en-US" sz="2800" b="0" dirty="0" smtClean="0">
                              <a:solidFill>
                                <a:srgbClr val="002060"/>
                              </a:solidFill>
                            </a:rPr>
                            <a:t>75</a:t>
                          </a:r>
                          <a:endParaRPr lang="en-US" sz="2800" b="0" dirty="0">
                            <a:solidFill>
                              <a:srgbClr val="002060"/>
                            </a:solidFill>
                          </a:endParaRPr>
                        </a:p>
                      </a:txBody>
                      <a:tcPr anchor="ctr"/>
                    </a:tc>
                    <a:tc>
                      <a:txBody>
                        <a:bodyPr/>
                        <a:lstStyle/>
                        <a:p>
                          <a:pPr algn="ctr"/>
                          <a:r>
                            <a:rPr lang="en-US" sz="2800" b="0" dirty="0" smtClean="0">
                              <a:solidFill>
                                <a:srgbClr val="002060"/>
                              </a:solidFill>
                            </a:rPr>
                            <a:t>68</a:t>
                          </a: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r>
                  <a:tr h="554552">
                    <a:tc>
                      <a:txBody>
                        <a:bodyPr/>
                        <a:lstStyle/>
                        <a:p>
                          <a:pPr algn="ctr"/>
                          <a:r>
                            <a:rPr lang="en-US" sz="2800" b="0" dirty="0" smtClean="0">
                              <a:solidFill>
                                <a:srgbClr val="002060"/>
                              </a:solidFill>
                            </a:rPr>
                            <a:t>6</a:t>
                          </a:r>
                          <a:endParaRPr lang="en-US" sz="2800" b="0" dirty="0">
                            <a:solidFill>
                              <a:srgbClr val="002060"/>
                            </a:solidFill>
                          </a:endParaRPr>
                        </a:p>
                      </a:txBody>
                      <a:tcPr anchor="ctr"/>
                    </a:tc>
                    <a:tc>
                      <a:txBody>
                        <a:bodyPr/>
                        <a:lstStyle/>
                        <a:p>
                          <a:pPr algn="ctr"/>
                          <a:r>
                            <a:rPr lang="en-US" sz="2800" b="0" dirty="0" smtClean="0">
                              <a:solidFill>
                                <a:srgbClr val="002060"/>
                              </a:solidFill>
                            </a:rPr>
                            <a:t>82</a:t>
                          </a:r>
                          <a:endParaRPr lang="en-US" sz="2800" b="0" dirty="0">
                            <a:solidFill>
                              <a:srgbClr val="002060"/>
                            </a:solidFill>
                          </a:endParaRPr>
                        </a:p>
                      </a:txBody>
                      <a:tcPr anchor="ctr"/>
                    </a:tc>
                    <a:tc>
                      <a:txBody>
                        <a:bodyPr/>
                        <a:lstStyle/>
                        <a:p>
                          <a:pPr algn="ctr"/>
                          <a:r>
                            <a:rPr lang="en-US" sz="2800" b="0" dirty="0" smtClean="0">
                              <a:solidFill>
                                <a:srgbClr val="002060"/>
                              </a:solidFill>
                            </a:rPr>
                            <a:t>62</a:t>
                          </a: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r>
                  <a:tr h="554552">
                    <a:tc>
                      <a:txBody>
                        <a:bodyPr/>
                        <a:lstStyle/>
                        <a:p>
                          <a:pPr algn="ctr"/>
                          <a:r>
                            <a:rPr lang="en-US" sz="2800" b="0" dirty="0" smtClean="0">
                              <a:solidFill>
                                <a:srgbClr val="002060"/>
                              </a:solidFill>
                            </a:rPr>
                            <a:t>7</a:t>
                          </a:r>
                          <a:endParaRPr lang="en-US" sz="2800" b="0" dirty="0">
                            <a:solidFill>
                              <a:srgbClr val="002060"/>
                            </a:solidFill>
                          </a:endParaRPr>
                        </a:p>
                      </a:txBody>
                      <a:tcPr anchor="ctr"/>
                    </a:tc>
                    <a:tc>
                      <a:txBody>
                        <a:bodyPr/>
                        <a:lstStyle/>
                        <a:p>
                          <a:pPr algn="ctr"/>
                          <a:r>
                            <a:rPr lang="en-US" sz="2800" b="0" dirty="0" smtClean="0">
                              <a:solidFill>
                                <a:srgbClr val="002060"/>
                              </a:solidFill>
                            </a:rPr>
                            <a:t>90</a:t>
                          </a:r>
                          <a:endParaRPr lang="en-US" sz="2800" b="0" dirty="0">
                            <a:solidFill>
                              <a:srgbClr val="002060"/>
                            </a:solidFill>
                          </a:endParaRPr>
                        </a:p>
                      </a:txBody>
                      <a:tcPr anchor="ctr"/>
                    </a:tc>
                    <a:tc>
                      <a:txBody>
                        <a:bodyPr/>
                        <a:lstStyle/>
                        <a:p>
                          <a:pPr algn="ctr"/>
                          <a:r>
                            <a:rPr lang="en-US" sz="2800" b="0" dirty="0" smtClean="0">
                              <a:solidFill>
                                <a:srgbClr val="002060"/>
                              </a:solidFill>
                            </a:rPr>
                            <a:t>86</a:t>
                          </a: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r>
                  <a:tr h="554552">
                    <a:tc>
                      <a:txBody>
                        <a:bodyPr/>
                        <a:lstStyle/>
                        <a:p>
                          <a:pPr algn="ctr"/>
                          <a:r>
                            <a:rPr lang="en-US" sz="2800" b="0" dirty="0" smtClean="0">
                              <a:solidFill>
                                <a:srgbClr val="002060"/>
                              </a:solidFill>
                            </a:rPr>
                            <a:t>8</a:t>
                          </a:r>
                          <a:endParaRPr lang="en-US" sz="2800" b="0" dirty="0">
                            <a:solidFill>
                              <a:srgbClr val="002060"/>
                            </a:solidFill>
                          </a:endParaRPr>
                        </a:p>
                      </a:txBody>
                      <a:tcPr anchor="ctr"/>
                    </a:tc>
                    <a:tc>
                      <a:txBody>
                        <a:bodyPr/>
                        <a:lstStyle/>
                        <a:p>
                          <a:pPr algn="ctr"/>
                          <a:r>
                            <a:rPr lang="en-US" sz="2800" b="0" dirty="0" smtClean="0">
                              <a:solidFill>
                                <a:srgbClr val="002060"/>
                              </a:solidFill>
                            </a:rPr>
                            <a:t>62</a:t>
                          </a:r>
                          <a:endParaRPr lang="en-US" sz="2800" b="0" dirty="0">
                            <a:solidFill>
                              <a:srgbClr val="002060"/>
                            </a:solidFill>
                          </a:endParaRPr>
                        </a:p>
                      </a:txBody>
                      <a:tcPr anchor="ctr"/>
                    </a:tc>
                    <a:tc>
                      <a:txBody>
                        <a:bodyPr/>
                        <a:lstStyle/>
                        <a:p>
                          <a:pPr algn="ctr"/>
                          <a:r>
                            <a:rPr lang="en-US" sz="2800" b="0" dirty="0" smtClean="0">
                              <a:solidFill>
                                <a:srgbClr val="002060"/>
                              </a:solidFill>
                            </a:rPr>
                            <a:t>58</a:t>
                          </a: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r>
                  <a:tr h="554552">
                    <a:tc>
                      <a:txBody>
                        <a:bodyPr/>
                        <a:lstStyle/>
                        <a:p>
                          <a:pPr algn="ctr"/>
                          <a:r>
                            <a:rPr lang="en-US" sz="2800" b="0" dirty="0" smtClean="0">
                              <a:solidFill>
                                <a:srgbClr val="002060"/>
                              </a:solidFill>
                            </a:rPr>
                            <a:t>9</a:t>
                          </a:r>
                          <a:endParaRPr lang="en-US" sz="2800" b="0" dirty="0">
                            <a:solidFill>
                              <a:srgbClr val="002060"/>
                            </a:solidFill>
                          </a:endParaRPr>
                        </a:p>
                      </a:txBody>
                      <a:tcPr anchor="ctr"/>
                    </a:tc>
                    <a:tc>
                      <a:txBody>
                        <a:bodyPr/>
                        <a:lstStyle/>
                        <a:p>
                          <a:pPr algn="ctr"/>
                          <a:r>
                            <a:rPr lang="en-US" sz="2800" b="0" dirty="0" smtClean="0">
                              <a:solidFill>
                                <a:srgbClr val="002060"/>
                              </a:solidFill>
                            </a:rPr>
                            <a:t>65</a:t>
                          </a:r>
                          <a:endParaRPr lang="en-US" sz="2800" b="0" dirty="0">
                            <a:solidFill>
                              <a:srgbClr val="002060"/>
                            </a:solidFill>
                          </a:endParaRPr>
                        </a:p>
                      </a:txBody>
                      <a:tcPr anchor="ctr"/>
                    </a:tc>
                    <a:tc>
                      <a:txBody>
                        <a:bodyPr/>
                        <a:lstStyle/>
                        <a:p>
                          <a:pPr algn="ctr"/>
                          <a:r>
                            <a:rPr lang="en-US" sz="2800" b="0" dirty="0" smtClean="0">
                              <a:solidFill>
                                <a:srgbClr val="002060"/>
                              </a:solidFill>
                            </a:rPr>
                            <a:t>53</a:t>
                          </a: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r>
                </a:tbl>
              </a:graphicData>
            </a:graphic>
          </p:graphicFrame>
        </mc:Fallback>
      </mc:AlternateContent>
      <p:sp>
        <p:nvSpPr>
          <p:cNvPr id="10" name="TextBox 9">
            <a:extLst>
              <a:ext uri="{FF2B5EF4-FFF2-40B4-BE49-F238E27FC236}">
                <a16:creationId xmlns:a16="http://schemas.microsoft.com/office/drawing/2014/main" id="{68622B1E-44A3-44A2-B1C1-8D969737DA50}"/>
              </a:ext>
            </a:extLst>
          </p:cNvPr>
          <p:cNvSpPr txBox="1"/>
          <p:nvPr/>
        </p:nvSpPr>
        <p:spPr>
          <a:xfrm>
            <a:off x="4769966" y="2627877"/>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1</a:t>
            </a:r>
            <a:endParaRPr lang="en-IN" sz="2800" b="1" dirty="0">
              <a:solidFill>
                <a:srgbClr val="002060"/>
              </a:solidFill>
            </a:endParaRPr>
          </a:p>
        </p:txBody>
      </p:sp>
      <p:sp>
        <p:nvSpPr>
          <p:cNvPr id="14" name="TextBox 13">
            <a:extLst>
              <a:ext uri="{FF2B5EF4-FFF2-40B4-BE49-F238E27FC236}">
                <a16:creationId xmlns:a16="http://schemas.microsoft.com/office/drawing/2014/main" id="{68622B1E-44A3-44A2-B1C1-8D969737DA50}"/>
              </a:ext>
            </a:extLst>
          </p:cNvPr>
          <p:cNvSpPr txBox="1"/>
          <p:nvPr/>
        </p:nvSpPr>
        <p:spPr>
          <a:xfrm>
            <a:off x="4764200" y="4840888"/>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2</a:t>
            </a:r>
            <a:endParaRPr lang="en-IN" sz="2800" b="1" dirty="0">
              <a:solidFill>
                <a:srgbClr val="002060"/>
              </a:solidFill>
            </a:endParaRPr>
          </a:p>
        </p:txBody>
      </p:sp>
      <p:sp>
        <p:nvSpPr>
          <p:cNvPr id="16" name="TextBox 15">
            <a:extLst>
              <a:ext uri="{FF2B5EF4-FFF2-40B4-BE49-F238E27FC236}">
                <a16:creationId xmlns:a16="http://schemas.microsoft.com/office/drawing/2014/main" id="{68622B1E-44A3-44A2-B1C1-8D969737DA50}"/>
              </a:ext>
            </a:extLst>
          </p:cNvPr>
          <p:cNvSpPr txBox="1"/>
          <p:nvPr/>
        </p:nvSpPr>
        <p:spPr>
          <a:xfrm>
            <a:off x="4766842" y="4282943"/>
            <a:ext cx="273472"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3</a:t>
            </a:r>
            <a:endParaRPr lang="en-IN" sz="2800" b="1" dirty="0">
              <a:solidFill>
                <a:srgbClr val="002060"/>
              </a:solidFill>
            </a:endParaRPr>
          </a:p>
        </p:txBody>
      </p:sp>
      <p:sp>
        <p:nvSpPr>
          <p:cNvPr id="18" name="TextBox 17">
            <a:extLst>
              <a:ext uri="{FF2B5EF4-FFF2-40B4-BE49-F238E27FC236}">
                <a16:creationId xmlns:a16="http://schemas.microsoft.com/office/drawing/2014/main" id="{68622B1E-44A3-44A2-B1C1-8D969737DA50}"/>
              </a:ext>
            </a:extLst>
          </p:cNvPr>
          <p:cNvSpPr txBox="1"/>
          <p:nvPr/>
        </p:nvSpPr>
        <p:spPr>
          <a:xfrm>
            <a:off x="4765962" y="1509797"/>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4</a:t>
            </a:r>
            <a:endParaRPr lang="en-IN" sz="2800" b="1" dirty="0">
              <a:solidFill>
                <a:srgbClr val="002060"/>
              </a:solidFill>
            </a:endParaRPr>
          </a:p>
        </p:txBody>
      </p:sp>
      <p:sp>
        <p:nvSpPr>
          <p:cNvPr id="21" name="TextBox 20">
            <a:extLst>
              <a:ext uri="{FF2B5EF4-FFF2-40B4-BE49-F238E27FC236}">
                <a16:creationId xmlns:a16="http://schemas.microsoft.com/office/drawing/2014/main" id="{68622B1E-44A3-44A2-B1C1-8D969737DA50}"/>
              </a:ext>
            </a:extLst>
          </p:cNvPr>
          <p:cNvSpPr txBox="1"/>
          <p:nvPr/>
        </p:nvSpPr>
        <p:spPr>
          <a:xfrm>
            <a:off x="4764200" y="3722807"/>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5</a:t>
            </a:r>
            <a:endParaRPr lang="en-IN" sz="2800" b="1" dirty="0">
              <a:solidFill>
                <a:srgbClr val="002060"/>
              </a:solidFill>
            </a:endParaRPr>
          </a:p>
        </p:txBody>
      </p:sp>
      <p:sp>
        <p:nvSpPr>
          <p:cNvPr id="23" name="TextBox 22">
            <a:extLst>
              <a:ext uri="{FF2B5EF4-FFF2-40B4-BE49-F238E27FC236}">
                <a16:creationId xmlns:a16="http://schemas.microsoft.com/office/drawing/2014/main" id="{68622B1E-44A3-44A2-B1C1-8D969737DA50}"/>
              </a:ext>
            </a:extLst>
          </p:cNvPr>
          <p:cNvSpPr txBox="1"/>
          <p:nvPr/>
        </p:nvSpPr>
        <p:spPr>
          <a:xfrm>
            <a:off x="4764200" y="5947392"/>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6</a:t>
            </a:r>
            <a:endParaRPr lang="en-IN" sz="2800" b="1" dirty="0">
              <a:solidFill>
                <a:srgbClr val="002060"/>
              </a:solidFill>
            </a:endParaRPr>
          </a:p>
        </p:txBody>
      </p:sp>
      <p:sp>
        <p:nvSpPr>
          <p:cNvPr id="54" name="TextBox 53">
            <a:extLst>
              <a:ext uri="{FF2B5EF4-FFF2-40B4-BE49-F238E27FC236}">
                <a16:creationId xmlns:a16="http://schemas.microsoft.com/office/drawing/2014/main" id="{68622B1E-44A3-44A2-B1C1-8D969737DA50}"/>
              </a:ext>
            </a:extLst>
          </p:cNvPr>
          <p:cNvSpPr txBox="1"/>
          <p:nvPr/>
        </p:nvSpPr>
        <p:spPr>
          <a:xfrm>
            <a:off x="4764199" y="5389448"/>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7</a:t>
            </a:r>
            <a:endParaRPr lang="en-IN" sz="2800" b="1" dirty="0">
              <a:solidFill>
                <a:srgbClr val="002060"/>
              </a:solidFill>
            </a:endParaRPr>
          </a:p>
        </p:txBody>
      </p:sp>
      <p:sp>
        <p:nvSpPr>
          <p:cNvPr id="56" name="TextBox 55">
            <a:extLst>
              <a:ext uri="{FF2B5EF4-FFF2-40B4-BE49-F238E27FC236}">
                <a16:creationId xmlns:a16="http://schemas.microsoft.com/office/drawing/2014/main" id="{68622B1E-44A3-44A2-B1C1-8D969737DA50}"/>
              </a:ext>
            </a:extLst>
          </p:cNvPr>
          <p:cNvSpPr txBox="1"/>
          <p:nvPr/>
        </p:nvSpPr>
        <p:spPr>
          <a:xfrm>
            <a:off x="4764679" y="2069933"/>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8</a:t>
            </a:r>
            <a:endParaRPr lang="en-IN" sz="2800" b="1" dirty="0">
              <a:solidFill>
                <a:srgbClr val="002060"/>
              </a:solidFill>
            </a:endParaRPr>
          </a:p>
        </p:txBody>
      </p:sp>
      <p:sp>
        <p:nvSpPr>
          <p:cNvPr id="58" name="TextBox 57">
            <a:extLst>
              <a:ext uri="{FF2B5EF4-FFF2-40B4-BE49-F238E27FC236}">
                <a16:creationId xmlns:a16="http://schemas.microsoft.com/office/drawing/2014/main" id="{68622B1E-44A3-44A2-B1C1-8D969737DA50}"/>
              </a:ext>
            </a:extLst>
          </p:cNvPr>
          <p:cNvSpPr txBox="1"/>
          <p:nvPr/>
        </p:nvSpPr>
        <p:spPr>
          <a:xfrm>
            <a:off x="4764198" y="3185822"/>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9</a:t>
            </a:r>
            <a:endParaRPr lang="en-IN" sz="2800" b="1" dirty="0">
              <a:solidFill>
                <a:srgbClr val="002060"/>
              </a:solidFill>
            </a:endParaRPr>
          </a:p>
        </p:txBody>
      </p:sp>
      <p:sp>
        <p:nvSpPr>
          <p:cNvPr id="65" name="TextBox 64">
            <a:extLst>
              <a:ext uri="{FF2B5EF4-FFF2-40B4-BE49-F238E27FC236}">
                <a16:creationId xmlns:a16="http://schemas.microsoft.com/office/drawing/2014/main" id="{68622B1E-44A3-44A2-B1C1-8D969737DA50}"/>
              </a:ext>
            </a:extLst>
          </p:cNvPr>
          <p:cNvSpPr txBox="1"/>
          <p:nvPr/>
        </p:nvSpPr>
        <p:spPr>
          <a:xfrm>
            <a:off x="6145991" y="2627877"/>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1</a:t>
            </a:r>
            <a:endParaRPr lang="en-IN" sz="2800" b="1" dirty="0">
              <a:solidFill>
                <a:srgbClr val="002060"/>
              </a:solidFill>
            </a:endParaRPr>
          </a:p>
        </p:txBody>
      </p:sp>
      <p:sp>
        <p:nvSpPr>
          <p:cNvPr id="66" name="TextBox 65">
            <a:extLst>
              <a:ext uri="{FF2B5EF4-FFF2-40B4-BE49-F238E27FC236}">
                <a16:creationId xmlns:a16="http://schemas.microsoft.com/office/drawing/2014/main" id="{68622B1E-44A3-44A2-B1C1-8D969737DA50}"/>
              </a:ext>
            </a:extLst>
          </p:cNvPr>
          <p:cNvSpPr txBox="1"/>
          <p:nvPr/>
        </p:nvSpPr>
        <p:spPr>
          <a:xfrm>
            <a:off x="6145991" y="4841368"/>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2</a:t>
            </a:r>
            <a:endParaRPr lang="en-IN" sz="2800" b="1" dirty="0">
              <a:solidFill>
                <a:srgbClr val="002060"/>
              </a:solidFill>
            </a:endParaRPr>
          </a:p>
        </p:txBody>
      </p:sp>
      <p:sp>
        <p:nvSpPr>
          <p:cNvPr id="67" name="TextBox 66">
            <a:extLst>
              <a:ext uri="{FF2B5EF4-FFF2-40B4-BE49-F238E27FC236}">
                <a16:creationId xmlns:a16="http://schemas.microsoft.com/office/drawing/2014/main" id="{68622B1E-44A3-44A2-B1C1-8D969737DA50}"/>
              </a:ext>
            </a:extLst>
          </p:cNvPr>
          <p:cNvSpPr txBox="1"/>
          <p:nvPr/>
        </p:nvSpPr>
        <p:spPr>
          <a:xfrm>
            <a:off x="6145992" y="1509385"/>
            <a:ext cx="273472"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3</a:t>
            </a:r>
            <a:endParaRPr lang="en-IN" sz="2800" b="1" dirty="0">
              <a:solidFill>
                <a:srgbClr val="002060"/>
              </a:solidFill>
            </a:endParaRPr>
          </a:p>
        </p:txBody>
      </p:sp>
      <p:sp>
        <p:nvSpPr>
          <p:cNvPr id="68" name="TextBox 67">
            <a:extLst>
              <a:ext uri="{FF2B5EF4-FFF2-40B4-BE49-F238E27FC236}">
                <a16:creationId xmlns:a16="http://schemas.microsoft.com/office/drawing/2014/main" id="{68622B1E-44A3-44A2-B1C1-8D969737DA50}"/>
              </a:ext>
            </a:extLst>
          </p:cNvPr>
          <p:cNvSpPr txBox="1"/>
          <p:nvPr/>
        </p:nvSpPr>
        <p:spPr>
          <a:xfrm>
            <a:off x="6145991" y="3723047"/>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4</a:t>
            </a:r>
            <a:endParaRPr lang="en-IN" sz="2800" b="1" dirty="0">
              <a:solidFill>
                <a:srgbClr val="002060"/>
              </a:solidFill>
            </a:endParaRPr>
          </a:p>
        </p:txBody>
      </p:sp>
      <p:sp>
        <p:nvSpPr>
          <p:cNvPr id="69" name="TextBox 68">
            <a:extLst>
              <a:ext uri="{FF2B5EF4-FFF2-40B4-BE49-F238E27FC236}">
                <a16:creationId xmlns:a16="http://schemas.microsoft.com/office/drawing/2014/main" id="{68622B1E-44A3-44A2-B1C1-8D969737DA50}"/>
              </a:ext>
            </a:extLst>
          </p:cNvPr>
          <p:cNvSpPr txBox="1"/>
          <p:nvPr/>
        </p:nvSpPr>
        <p:spPr>
          <a:xfrm>
            <a:off x="6145991" y="4283422"/>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5</a:t>
            </a:r>
            <a:endParaRPr lang="en-IN" sz="2800" b="1" dirty="0">
              <a:solidFill>
                <a:srgbClr val="002060"/>
              </a:solidFill>
            </a:endParaRPr>
          </a:p>
        </p:txBody>
      </p:sp>
      <p:sp>
        <p:nvSpPr>
          <p:cNvPr id="70" name="TextBox 69">
            <a:extLst>
              <a:ext uri="{FF2B5EF4-FFF2-40B4-BE49-F238E27FC236}">
                <a16:creationId xmlns:a16="http://schemas.microsoft.com/office/drawing/2014/main" id="{68622B1E-44A3-44A2-B1C1-8D969737DA50}"/>
              </a:ext>
            </a:extLst>
          </p:cNvPr>
          <p:cNvSpPr txBox="1"/>
          <p:nvPr/>
        </p:nvSpPr>
        <p:spPr>
          <a:xfrm>
            <a:off x="6145991" y="3176437"/>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6</a:t>
            </a:r>
            <a:endParaRPr lang="en-IN" sz="2800" b="1" dirty="0">
              <a:solidFill>
                <a:srgbClr val="002060"/>
              </a:solidFill>
            </a:endParaRPr>
          </a:p>
        </p:txBody>
      </p:sp>
      <p:sp>
        <p:nvSpPr>
          <p:cNvPr id="71" name="TextBox 70">
            <a:extLst>
              <a:ext uri="{FF2B5EF4-FFF2-40B4-BE49-F238E27FC236}">
                <a16:creationId xmlns:a16="http://schemas.microsoft.com/office/drawing/2014/main" id="{68622B1E-44A3-44A2-B1C1-8D969737DA50}"/>
              </a:ext>
            </a:extLst>
          </p:cNvPr>
          <p:cNvSpPr txBox="1"/>
          <p:nvPr/>
        </p:nvSpPr>
        <p:spPr>
          <a:xfrm>
            <a:off x="6145990" y="5393786"/>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7</a:t>
            </a:r>
            <a:endParaRPr lang="en-IN" sz="2800" b="1" dirty="0">
              <a:solidFill>
                <a:srgbClr val="002060"/>
              </a:solidFill>
            </a:endParaRPr>
          </a:p>
        </p:txBody>
      </p:sp>
      <p:sp>
        <p:nvSpPr>
          <p:cNvPr id="72" name="TextBox 71">
            <a:extLst>
              <a:ext uri="{FF2B5EF4-FFF2-40B4-BE49-F238E27FC236}">
                <a16:creationId xmlns:a16="http://schemas.microsoft.com/office/drawing/2014/main" id="{68622B1E-44A3-44A2-B1C1-8D969737DA50}"/>
              </a:ext>
            </a:extLst>
          </p:cNvPr>
          <p:cNvSpPr txBox="1"/>
          <p:nvPr/>
        </p:nvSpPr>
        <p:spPr>
          <a:xfrm>
            <a:off x="6141647" y="5942586"/>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8</a:t>
            </a:r>
            <a:endParaRPr lang="en-IN" sz="2800" b="1" dirty="0">
              <a:solidFill>
                <a:srgbClr val="002060"/>
              </a:solidFill>
            </a:endParaRPr>
          </a:p>
        </p:txBody>
      </p:sp>
      <p:sp>
        <p:nvSpPr>
          <p:cNvPr id="73" name="TextBox 72">
            <a:extLst>
              <a:ext uri="{FF2B5EF4-FFF2-40B4-BE49-F238E27FC236}">
                <a16:creationId xmlns:a16="http://schemas.microsoft.com/office/drawing/2014/main" id="{68622B1E-44A3-44A2-B1C1-8D969737DA50}"/>
              </a:ext>
            </a:extLst>
          </p:cNvPr>
          <p:cNvSpPr txBox="1"/>
          <p:nvPr/>
        </p:nvSpPr>
        <p:spPr>
          <a:xfrm>
            <a:off x="6141647" y="2067330"/>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9</a:t>
            </a:r>
            <a:endParaRPr lang="en-IN" sz="2800" b="1" dirty="0">
              <a:solidFill>
                <a:srgbClr val="002060"/>
              </a:solidFill>
            </a:endParaRPr>
          </a:p>
        </p:txBody>
      </p:sp>
      <p:sp>
        <p:nvSpPr>
          <p:cNvPr id="74" name="TextBox 73">
            <a:extLst>
              <a:ext uri="{FF2B5EF4-FFF2-40B4-BE49-F238E27FC236}">
                <a16:creationId xmlns:a16="http://schemas.microsoft.com/office/drawing/2014/main" id="{68622B1E-44A3-44A2-B1C1-8D969737DA50}"/>
              </a:ext>
            </a:extLst>
          </p:cNvPr>
          <p:cNvSpPr txBox="1"/>
          <p:nvPr/>
        </p:nvSpPr>
        <p:spPr>
          <a:xfrm>
            <a:off x="7651273" y="1509385"/>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1</a:t>
            </a:r>
            <a:endParaRPr lang="en-IN" sz="2800" b="1" dirty="0">
              <a:solidFill>
                <a:srgbClr val="002060"/>
              </a:solidFill>
            </a:endParaRPr>
          </a:p>
        </p:txBody>
      </p:sp>
      <p:sp>
        <p:nvSpPr>
          <p:cNvPr id="75" name="TextBox 74">
            <a:extLst>
              <a:ext uri="{FF2B5EF4-FFF2-40B4-BE49-F238E27FC236}">
                <a16:creationId xmlns:a16="http://schemas.microsoft.com/office/drawing/2014/main" id="{68622B1E-44A3-44A2-B1C1-8D969737DA50}"/>
              </a:ext>
            </a:extLst>
          </p:cNvPr>
          <p:cNvSpPr txBox="1"/>
          <p:nvPr/>
        </p:nvSpPr>
        <p:spPr>
          <a:xfrm>
            <a:off x="7586351" y="2069205"/>
            <a:ext cx="403316"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-1</a:t>
            </a:r>
            <a:endParaRPr lang="en-IN" sz="2800" b="1" dirty="0">
              <a:solidFill>
                <a:srgbClr val="002060"/>
              </a:solidFill>
            </a:endParaRPr>
          </a:p>
        </p:txBody>
      </p:sp>
      <p:sp>
        <p:nvSpPr>
          <p:cNvPr id="76" name="TextBox 75">
            <a:extLst>
              <a:ext uri="{FF2B5EF4-FFF2-40B4-BE49-F238E27FC236}">
                <a16:creationId xmlns:a16="http://schemas.microsoft.com/office/drawing/2014/main" id="{68622B1E-44A3-44A2-B1C1-8D969737DA50}"/>
              </a:ext>
            </a:extLst>
          </p:cNvPr>
          <p:cNvSpPr txBox="1"/>
          <p:nvPr/>
        </p:nvSpPr>
        <p:spPr>
          <a:xfrm>
            <a:off x="7651272" y="2627877"/>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0</a:t>
            </a:r>
            <a:endParaRPr lang="en-IN" sz="2800" b="1" dirty="0">
              <a:solidFill>
                <a:srgbClr val="002060"/>
              </a:solidFill>
            </a:endParaRPr>
          </a:p>
        </p:txBody>
      </p:sp>
      <p:sp>
        <p:nvSpPr>
          <p:cNvPr id="77" name="TextBox 76">
            <a:extLst>
              <a:ext uri="{FF2B5EF4-FFF2-40B4-BE49-F238E27FC236}">
                <a16:creationId xmlns:a16="http://schemas.microsoft.com/office/drawing/2014/main" id="{68622B1E-44A3-44A2-B1C1-8D969737DA50}"/>
              </a:ext>
            </a:extLst>
          </p:cNvPr>
          <p:cNvSpPr txBox="1"/>
          <p:nvPr/>
        </p:nvSpPr>
        <p:spPr>
          <a:xfrm>
            <a:off x="7651272" y="3183829"/>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3</a:t>
            </a:r>
            <a:endParaRPr lang="en-IN" sz="2800" b="1" dirty="0">
              <a:solidFill>
                <a:srgbClr val="002060"/>
              </a:solidFill>
            </a:endParaRPr>
          </a:p>
        </p:txBody>
      </p:sp>
      <p:sp>
        <p:nvSpPr>
          <p:cNvPr id="78" name="TextBox 77">
            <a:extLst>
              <a:ext uri="{FF2B5EF4-FFF2-40B4-BE49-F238E27FC236}">
                <a16:creationId xmlns:a16="http://schemas.microsoft.com/office/drawing/2014/main" id="{68622B1E-44A3-44A2-B1C1-8D969737DA50}"/>
              </a:ext>
            </a:extLst>
          </p:cNvPr>
          <p:cNvSpPr txBox="1"/>
          <p:nvPr/>
        </p:nvSpPr>
        <p:spPr>
          <a:xfrm>
            <a:off x="7649842" y="3728206"/>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1</a:t>
            </a:r>
            <a:endParaRPr lang="en-IN" sz="2800" b="1" dirty="0">
              <a:solidFill>
                <a:srgbClr val="002060"/>
              </a:solidFill>
            </a:endParaRPr>
          </a:p>
        </p:txBody>
      </p:sp>
      <p:sp>
        <p:nvSpPr>
          <p:cNvPr id="79" name="TextBox 78">
            <a:extLst>
              <a:ext uri="{FF2B5EF4-FFF2-40B4-BE49-F238E27FC236}">
                <a16:creationId xmlns:a16="http://schemas.microsoft.com/office/drawing/2014/main" id="{68622B1E-44A3-44A2-B1C1-8D969737DA50}"/>
              </a:ext>
            </a:extLst>
          </p:cNvPr>
          <p:cNvSpPr txBox="1"/>
          <p:nvPr/>
        </p:nvSpPr>
        <p:spPr>
          <a:xfrm>
            <a:off x="7584920" y="4285669"/>
            <a:ext cx="403316"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-2</a:t>
            </a:r>
            <a:endParaRPr lang="en-IN" sz="2800" b="1" dirty="0">
              <a:solidFill>
                <a:srgbClr val="002060"/>
              </a:solidFill>
            </a:endParaRPr>
          </a:p>
        </p:txBody>
      </p:sp>
      <p:sp>
        <p:nvSpPr>
          <p:cNvPr id="80" name="TextBox 79">
            <a:extLst>
              <a:ext uri="{FF2B5EF4-FFF2-40B4-BE49-F238E27FC236}">
                <a16:creationId xmlns:a16="http://schemas.microsoft.com/office/drawing/2014/main" id="{68622B1E-44A3-44A2-B1C1-8D969737DA50}"/>
              </a:ext>
            </a:extLst>
          </p:cNvPr>
          <p:cNvSpPr txBox="1"/>
          <p:nvPr/>
        </p:nvSpPr>
        <p:spPr>
          <a:xfrm>
            <a:off x="7652824" y="4840110"/>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0</a:t>
            </a:r>
            <a:endParaRPr lang="en-IN" sz="2800" b="1" dirty="0">
              <a:solidFill>
                <a:srgbClr val="002060"/>
              </a:solidFill>
            </a:endParaRPr>
          </a:p>
        </p:txBody>
      </p:sp>
      <p:sp>
        <p:nvSpPr>
          <p:cNvPr id="81" name="TextBox 80">
            <a:extLst>
              <a:ext uri="{FF2B5EF4-FFF2-40B4-BE49-F238E27FC236}">
                <a16:creationId xmlns:a16="http://schemas.microsoft.com/office/drawing/2014/main" id="{68622B1E-44A3-44A2-B1C1-8D969737DA50}"/>
              </a:ext>
            </a:extLst>
          </p:cNvPr>
          <p:cNvSpPr txBox="1"/>
          <p:nvPr/>
        </p:nvSpPr>
        <p:spPr>
          <a:xfrm>
            <a:off x="7649842" y="5388718"/>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0</a:t>
            </a:r>
            <a:endParaRPr lang="en-IN" sz="2800" b="1" dirty="0">
              <a:solidFill>
                <a:srgbClr val="002060"/>
              </a:solidFill>
            </a:endParaRPr>
          </a:p>
        </p:txBody>
      </p:sp>
      <p:sp>
        <p:nvSpPr>
          <p:cNvPr id="82" name="TextBox 81">
            <a:extLst>
              <a:ext uri="{FF2B5EF4-FFF2-40B4-BE49-F238E27FC236}">
                <a16:creationId xmlns:a16="http://schemas.microsoft.com/office/drawing/2014/main" id="{68622B1E-44A3-44A2-B1C1-8D969737DA50}"/>
              </a:ext>
            </a:extLst>
          </p:cNvPr>
          <p:cNvSpPr txBox="1"/>
          <p:nvPr/>
        </p:nvSpPr>
        <p:spPr>
          <a:xfrm>
            <a:off x="7584920" y="5937326"/>
            <a:ext cx="403316"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-2</a:t>
            </a:r>
            <a:endParaRPr lang="en-IN" sz="2800" b="1" dirty="0">
              <a:solidFill>
                <a:srgbClr val="002060"/>
              </a:solidFill>
            </a:endParaRPr>
          </a:p>
        </p:txBody>
      </p:sp>
      <p:sp>
        <p:nvSpPr>
          <p:cNvPr id="93" name="TextBox 92">
            <a:extLst>
              <a:ext uri="{FF2B5EF4-FFF2-40B4-BE49-F238E27FC236}">
                <a16:creationId xmlns:a16="http://schemas.microsoft.com/office/drawing/2014/main" id="{68622B1E-44A3-44A2-B1C1-8D969737DA50}"/>
              </a:ext>
            </a:extLst>
          </p:cNvPr>
          <p:cNvSpPr txBox="1"/>
          <p:nvPr/>
        </p:nvSpPr>
        <p:spPr>
          <a:xfrm>
            <a:off x="9160739" y="1509385"/>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1</a:t>
            </a:r>
            <a:endParaRPr lang="en-IN" sz="2800" b="1" dirty="0">
              <a:solidFill>
                <a:srgbClr val="002060"/>
              </a:solidFill>
            </a:endParaRPr>
          </a:p>
        </p:txBody>
      </p:sp>
      <p:sp>
        <p:nvSpPr>
          <p:cNvPr id="94" name="TextBox 93">
            <a:extLst>
              <a:ext uri="{FF2B5EF4-FFF2-40B4-BE49-F238E27FC236}">
                <a16:creationId xmlns:a16="http://schemas.microsoft.com/office/drawing/2014/main" id="{68622B1E-44A3-44A2-B1C1-8D969737DA50}"/>
              </a:ext>
            </a:extLst>
          </p:cNvPr>
          <p:cNvSpPr txBox="1"/>
          <p:nvPr/>
        </p:nvSpPr>
        <p:spPr>
          <a:xfrm>
            <a:off x="9160739" y="2069205"/>
            <a:ext cx="273472"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1</a:t>
            </a:r>
            <a:endParaRPr lang="en-IN" sz="2800" b="1" dirty="0">
              <a:solidFill>
                <a:srgbClr val="002060"/>
              </a:solidFill>
            </a:endParaRPr>
          </a:p>
        </p:txBody>
      </p:sp>
      <p:sp>
        <p:nvSpPr>
          <p:cNvPr id="95" name="TextBox 94">
            <a:extLst>
              <a:ext uri="{FF2B5EF4-FFF2-40B4-BE49-F238E27FC236}">
                <a16:creationId xmlns:a16="http://schemas.microsoft.com/office/drawing/2014/main" id="{68622B1E-44A3-44A2-B1C1-8D969737DA50}"/>
              </a:ext>
            </a:extLst>
          </p:cNvPr>
          <p:cNvSpPr txBox="1"/>
          <p:nvPr/>
        </p:nvSpPr>
        <p:spPr>
          <a:xfrm>
            <a:off x="9160738" y="2627877"/>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0</a:t>
            </a:r>
            <a:endParaRPr lang="en-IN" sz="2800" b="1" dirty="0">
              <a:solidFill>
                <a:srgbClr val="002060"/>
              </a:solidFill>
            </a:endParaRPr>
          </a:p>
        </p:txBody>
      </p:sp>
      <p:sp>
        <p:nvSpPr>
          <p:cNvPr id="96" name="TextBox 95">
            <a:extLst>
              <a:ext uri="{FF2B5EF4-FFF2-40B4-BE49-F238E27FC236}">
                <a16:creationId xmlns:a16="http://schemas.microsoft.com/office/drawing/2014/main" id="{68622B1E-44A3-44A2-B1C1-8D969737DA50}"/>
              </a:ext>
            </a:extLst>
          </p:cNvPr>
          <p:cNvSpPr txBox="1"/>
          <p:nvPr/>
        </p:nvSpPr>
        <p:spPr>
          <a:xfrm>
            <a:off x="9160738" y="3183829"/>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9</a:t>
            </a:r>
            <a:endParaRPr lang="en-IN" sz="2800" b="1" dirty="0">
              <a:solidFill>
                <a:srgbClr val="002060"/>
              </a:solidFill>
            </a:endParaRPr>
          </a:p>
        </p:txBody>
      </p:sp>
      <p:sp>
        <p:nvSpPr>
          <p:cNvPr id="97" name="TextBox 96">
            <a:extLst>
              <a:ext uri="{FF2B5EF4-FFF2-40B4-BE49-F238E27FC236}">
                <a16:creationId xmlns:a16="http://schemas.microsoft.com/office/drawing/2014/main" id="{68622B1E-44A3-44A2-B1C1-8D969737DA50}"/>
              </a:ext>
            </a:extLst>
          </p:cNvPr>
          <p:cNvSpPr txBox="1"/>
          <p:nvPr/>
        </p:nvSpPr>
        <p:spPr>
          <a:xfrm>
            <a:off x="9159308" y="3728206"/>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1</a:t>
            </a:r>
            <a:endParaRPr lang="en-IN" sz="2800" b="1" dirty="0">
              <a:solidFill>
                <a:srgbClr val="002060"/>
              </a:solidFill>
            </a:endParaRPr>
          </a:p>
        </p:txBody>
      </p:sp>
      <p:sp>
        <p:nvSpPr>
          <p:cNvPr id="98" name="TextBox 97">
            <a:extLst>
              <a:ext uri="{FF2B5EF4-FFF2-40B4-BE49-F238E27FC236}">
                <a16:creationId xmlns:a16="http://schemas.microsoft.com/office/drawing/2014/main" id="{68622B1E-44A3-44A2-B1C1-8D969737DA50}"/>
              </a:ext>
            </a:extLst>
          </p:cNvPr>
          <p:cNvSpPr txBox="1"/>
          <p:nvPr/>
        </p:nvSpPr>
        <p:spPr>
          <a:xfrm>
            <a:off x="9159308" y="4285669"/>
            <a:ext cx="273472"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4</a:t>
            </a:r>
            <a:endParaRPr lang="en-IN" sz="2800" b="1" dirty="0">
              <a:solidFill>
                <a:srgbClr val="002060"/>
              </a:solidFill>
            </a:endParaRPr>
          </a:p>
        </p:txBody>
      </p:sp>
      <p:sp>
        <p:nvSpPr>
          <p:cNvPr id="99" name="TextBox 98">
            <a:extLst>
              <a:ext uri="{FF2B5EF4-FFF2-40B4-BE49-F238E27FC236}">
                <a16:creationId xmlns:a16="http://schemas.microsoft.com/office/drawing/2014/main" id="{68622B1E-44A3-44A2-B1C1-8D969737DA50}"/>
              </a:ext>
            </a:extLst>
          </p:cNvPr>
          <p:cNvSpPr txBox="1"/>
          <p:nvPr/>
        </p:nvSpPr>
        <p:spPr>
          <a:xfrm>
            <a:off x="9162290" y="4840110"/>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0</a:t>
            </a:r>
            <a:endParaRPr lang="en-IN" sz="2800" b="1" dirty="0">
              <a:solidFill>
                <a:srgbClr val="002060"/>
              </a:solidFill>
            </a:endParaRPr>
          </a:p>
        </p:txBody>
      </p:sp>
      <p:sp>
        <p:nvSpPr>
          <p:cNvPr id="100" name="TextBox 99">
            <a:extLst>
              <a:ext uri="{FF2B5EF4-FFF2-40B4-BE49-F238E27FC236}">
                <a16:creationId xmlns:a16="http://schemas.microsoft.com/office/drawing/2014/main" id="{68622B1E-44A3-44A2-B1C1-8D969737DA50}"/>
              </a:ext>
            </a:extLst>
          </p:cNvPr>
          <p:cNvSpPr txBox="1"/>
          <p:nvPr/>
        </p:nvSpPr>
        <p:spPr>
          <a:xfrm>
            <a:off x="9159308" y="5388718"/>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0</a:t>
            </a:r>
            <a:endParaRPr lang="en-IN" sz="2800" b="1" dirty="0">
              <a:solidFill>
                <a:srgbClr val="002060"/>
              </a:solidFill>
            </a:endParaRPr>
          </a:p>
        </p:txBody>
      </p:sp>
      <p:sp>
        <p:nvSpPr>
          <p:cNvPr id="101" name="TextBox 100">
            <a:extLst>
              <a:ext uri="{FF2B5EF4-FFF2-40B4-BE49-F238E27FC236}">
                <a16:creationId xmlns:a16="http://schemas.microsoft.com/office/drawing/2014/main" id="{68622B1E-44A3-44A2-B1C1-8D969737DA50}"/>
              </a:ext>
            </a:extLst>
          </p:cNvPr>
          <p:cNvSpPr txBox="1"/>
          <p:nvPr/>
        </p:nvSpPr>
        <p:spPr>
          <a:xfrm>
            <a:off x="9159307" y="5937326"/>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4</a:t>
            </a:r>
            <a:endParaRPr lang="en-IN" sz="2800" b="1" dirty="0">
              <a:solidFill>
                <a:srgbClr val="002060"/>
              </a:solidFill>
            </a:endParaRPr>
          </a:p>
        </p:txBody>
      </p:sp>
      <mc:AlternateContent xmlns:mc="http://schemas.openxmlformats.org/markup-compatibility/2006" xmlns:a14="http://schemas.microsoft.com/office/drawing/2010/main">
        <mc:Choice Requires="a14">
          <p:graphicFrame>
            <p:nvGraphicFramePr>
              <p:cNvPr id="102" name="Table 101"/>
              <p:cNvGraphicFramePr>
                <a:graphicFrameLocks noGrp="1"/>
              </p:cNvGraphicFramePr>
              <p:nvPr/>
            </p:nvGraphicFramePr>
            <p:xfrm>
              <a:off x="9982200" y="5373478"/>
              <a:ext cx="2194560" cy="1124712"/>
            </p:xfrm>
            <a:graphic>
              <a:graphicData uri="http://schemas.openxmlformats.org/drawingml/2006/table">
                <a:tbl>
                  <a:tblPr firstRow="1" bandRow="1">
                    <a:tableStyleId>{93296810-A885-4BE3-A3E7-6D5BEEA58F35}</a:tableStyleId>
                  </a:tblPr>
                  <a:tblGrid>
                    <a:gridCol w="2194560">
                      <a:extLst>
                        <a:ext uri="{9D8B030D-6E8A-4147-A177-3AD203B41FA5}">
                          <a16:colId xmlns:a16="http://schemas.microsoft.com/office/drawing/2014/main" val="20000"/>
                        </a:ext>
                      </a:extLst>
                    </a:gridCol>
                  </a:tblGrid>
                  <a:tr h="515422">
                    <a:tc>
                      <a:txBody>
                        <a:bodyPr/>
                        <a:lstStyle/>
                        <a:p>
                          <a:pPr algn="ctr"/>
                          <a14:m>
                            <m:oMathPara xmlns:m="http://schemas.openxmlformats.org/officeDocument/2006/math">
                              <m:oMathParaPr>
                                <m:jc m:val="centerGroup"/>
                              </m:oMathParaPr>
                              <m:oMath xmlns:m="http://schemas.openxmlformats.org/officeDocument/2006/math">
                                <m:nary>
                                  <m:naryPr>
                                    <m:chr m:val="∑"/>
                                    <m:subHide m:val="on"/>
                                    <m:supHide m:val="on"/>
                                    <m:ctrlPr>
                                      <a:rPr lang="en-US" sz="2800" i="1" smtClean="0">
                                        <a:solidFill>
                                          <a:schemeClr val="bg2"/>
                                        </a:solidFill>
                                        <a:latin typeface="Cambria Math" panose="02040503050406030204" pitchFamily="18" charset="0"/>
                                      </a:rPr>
                                    </m:ctrlPr>
                                  </m:naryPr>
                                  <m:sub/>
                                  <m:sup/>
                                  <m:e>
                                    <m:d>
                                      <m:dPr>
                                        <m:ctrlPr>
                                          <a:rPr lang="en-US" sz="2800" i="1">
                                            <a:solidFill>
                                              <a:schemeClr val="bg2"/>
                                            </a:solidFill>
                                            <a:latin typeface="Cambria Math" panose="02040503050406030204" pitchFamily="18" charset="0"/>
                                          </a:rPr>
                                        </m:ctrlPr>
                                      </m:dPr>
                                      <m:e>
                                        <m:sSup>
                                          <m:sSupPr>
                                            <m:ctrlPr>
                                              <a:rPr lang="en-US" sz="2800" b="0" i="1" smtClean="0">
                                                <a:solidFill>
                                                  <a:schemeClr val="bg2"/>
                                                </a:solidFill>
                                                <a:latin typeface="Cambria Math" panose="02040503050406030204" pitchFamily="18" charset="0"/>
                                              </a:rPr>
                                            </m:ctrlPr>
                                          </m:sSupPr>
                                          <m:e>
                                            <m:r>
                                              <m:rPr>
                                                <m:sty m:val="p"/>
                                              </m:rPr>
                                              <a:rPr lang="en-US" sz="2800" b="0" i="0" smtClean="0">
                                                <a:solidFill>
                                                  <a:schemeClr val="bg2"/>
                                                </a:solidFill>
                                                <a:latin typeface="Cambria Math" panose="02040503050406030204" pitchFamily="18" charset="0"/>
                                              </a:rPr>
                                              <m:t>d</m:t>
                                            </m:r>
                                          </m:e>
                                          <m:sup>
                                            <m:r>
                                              <a:rPr lang="en-US" sz="2800" b="0" i="0" smtClean="0">
                                                <a:solidFill>
                                                  <a:schemeClr val="bg2"/>
                                                </a:solidFill>
                                                <a:latin typeface="Cambria Math" panose="02040503050406030204" pitchFamily="18" charset="0"/>
                                              </a:rPr>
                                              <m:t>2</m:t>
                                            </m:r>
                                          </m:sup>
                                        </m:sSup>
                                      </m:e>
                                    </m:d>
                                  </m:e>
                                </m:nary>
                                <m:r>
                                  <a:rPr lang="en-US" sz="2800" b="0" i="1" smtClean="0">
                                    <a:solidFill>
                                      <a:schemeClr val="bg2"/>
                                    </a:solidFill>
                                    <a:latin typeface="Cambria Math" panose="02040503050406030204" pitchFamily="18" charset="0"/>
                                  </a:rPr>
                                  <m:t>=20</m:t>
                                </m:r>
                              </m:oMath>
                            </m:oMathPara>
                          </a14:m>
                          <a:endParaRPr lang="en-US" sz="2800" i="0" dirty="0">
                            <a:solidFill>
                              <a:schemeClr val="bg2"/>
                            </a:solidFill>
                          </a:endParaRPr>
                        </a:p>
                      </a:txBody>
                      <a:tcPr anchor="ctr"/>
                    </a:tc>
                    <a:extLst>
                      <a:ext uri="{0D108BD9-81ED-4DB2-BD59-A6C34878D82A}">
                        <a16:rowId xmlns:a16="http://schemas.microsoft.com/office/drawing/2014/main" val="10000"/>
                      </a:ext>
                    </a:extLst>
                  </a:tr>
                </a:tbl>
              </a:graphicData>
            </a:graphic>
          </p:graphicFrame>
        </mc:Choice>
        <mc:Fallback xmlns="">
          <p:graphicFrame>
            <p:nvGraphicFramePr>
              <p:cNvPr id="102" name="Table 101"/>
              <p:cNvGraphicFramePr>
                <a:graphicFrameLocks noGrp="1"/>
              </p:cNvGraphicFramePr>
              <p:nvPr>
                <p:extLst/>
              </p:nvPr>
            </p:nvGraphicFramePr>
            <p:xfrm>
              <a:off x="9982200" y="5373478"/>
              <a:ext cx="2194560" cy="1124712"/>
            </p:xfrm>
            <a:graphic>
              <a:graphicData uri="http://schemas.openxmlformats.org/drawingml/2006/table">
                <a:tbl>
                  <a:tblPr firstRow="1" bandRow="1">
                    <a:tableStyleId>{93296810-A885-4BE3-A3E7-6D5BEEA58F35}</a:tableStyleId>
                  </a:tblPr>
                  <a:tblGrid>
                    <a:gridCol w="2194560"/>
                  </a:tblGrid>
                  <a:tr h="1124712">
                    <a:tc>
                      <a:txBody>
                        <a:bodyPr/>
                        <a:lstStyle/>
                        <a:p>
                          <a:endParaRPr lang="en-US"/>
                        </a:p>
                      </a:txBody>
                      <a:tcPr anchor="ctr">
                        <a:blipFill rotWithShape="0">
                          <a:blip r:embed="rId3"/>
                          <a:stretch>
                            <a:fillRect l="-277" t="-541" r="-1108" b="-2703"/>
                          </a:stretch>
                        </a:blipFill>
                      </a:tcPr>
                    </a:tc>
                  </a:tr>
                </a:tbl>
              </a:graphicData>
            </a:graphic>
          </p:graphicFrame>
        </mc:Fallback>
      </mc:AlternateContent>
      <p:sp>
        <p:nvSpPr>
          <p:cNvPr id="41" name="Rounded Rectangle 40"/>
          <p:cNvSpPr/>
          <p:nvPr/>
        </p:nvSpPr>
        <p:spPr>
          <a:xfrm>
            <a:off x="1738147" y="1509385"/>
            <a:ext cx="914400" cy="4937760"/>
          </a:xfrm>
          <a:prstGeom prst="round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ounded Rectangle 41"/>
          <p:cNvSpPr/>
          <p:nvPr/>
        </p:nvSpPr>
        <p:spPr>
          <a:xfrm>
            <a:off x="3061750" y="1510795"/>
            <a:ext cx="914400" cy="4937760"/>
          </a:xfrm>
          <a:prstGeom prst="round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39342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2"/>
                                        </p:tgtEl>
                                        <p:attrNameLst>
                                          <p:attrName>style.visibility</p:attrName>
                                        </p:attrNameLst>
                                      </p:cBhvr>
                                      <p:to>
                                        <p:strVal val="visible"/>
                                      </p:to>
                                    </p:set>
                                  </p:childTnLst>
                                </p:cTn>
                              </p:par>
                            </p:childTnLst>
                          </p:cTn>
                        </p:par>
                        <p:par>
                          <p:cTn id="47" fill="hold">
                            <p:stCondLst>
                              <p:cond delay="0"/>
                            </p:stCondLst>
                            <p:childTnLst>
                              <p:par>
                                <p:cTn id="48" presetID="1" presetClass="exit" presetSubtype="0" fill="hold" grpId="1" nodeType="afterEffect">
                                  <p:stCondLst>
                                    <p:cond delay="0"/>
                                  </p:stCondLst>
                                  <p:childTnLst>
                                    <p:set>
                                      <p:cBhvr>
                                        <p:cTn id="49" dur="1" fill="hold">
                                          <p:stCondLst>
                                            <p:cond delay="0"/>
                                          </p:stCondLst>
                                        </p:cTn>
                                        <p:tgtEl>
                                          <p:spTgt spid="41"/>
                                        </p:tgtEl>
                                        <p:attrNameLst>
                                          <p:attrName>style.visibility</p:attrName>
                                        </p:attrNameLst>
                                      </p:cBhvr>
                                      <p:to>
                                        <p:strVal val="hidden"/>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65"/>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66"/>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67"/>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68"/>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69"/>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70"/>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0" nodeType="clickEffect">
                                  <p:stCondLst>
                                    <p:cond delay="0"/>
                                  </p:stCondLst>
                                  <p:childTnLst>
                                    <p:set>
                                      <p:cBhvr>
                                        <p:cTn id="77" dur="1" fill="hold">
                                          <p:stCondLst>
                                            <p:cond delay="0"/>
                                          </p:stCondLst>
                                        </p:cTn>
                                        <p:tgtEl>
                                          <p:spTgt spid="71"/>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0" nodeType="clickEffect">
                                  <p:stCondLst>
                                    <p:cond delay="0"/>
                                  </p:stCondLst>
                                  <p:childTnLst>
                                    <p:set>
                                      <p:cBhvr>
                                        <p:cTn id="81" dur="1" fill="hold">
                                          <p:stCondLst>
                                            <p:cond delay="0"/>
                                          </p:stCondLst>
                                        </p:cTn>
                                        <p:tgtEl>
                                          <p:spTgt spid="72"/>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grpId="0" nodeType="clickEffect">
                                  <p:stCondLst>
                                    <p:cond delay="0"/>
                                  </p:stCondLst>
                                  <p:childTnLst>
                                    <p:set>
                                      <p:cBhvr>
                                        <p:cTn id="85" dur="1" fill="hold">
                                          <p:stCondLst>
                                            <p:cond delay="0"/>
                                          </p:stCondLst>
                                        </p:cTn>
                                        <p:tgtEl>
                                          <p:spTgt spid="73"/>
                                        </p:tgtEl>
                                        <p:attrNameLst>
                                          <p:attrName>style.visibility</p:attrName>
                                        </p:attrNameLst>
                                      </p:cBhvr>
                                      <p:to>
                                        <p:strVal val="visible"/>
                                      </p:to>
                                    </p:set>
                                  </p:childTnLst>
                                </p:cTn>
                              </p:par>
                            </p:childTnLst>
                          </p:cTn>
                        </p:par>
                        <p:par>
                          <p:cTn id="86" fill="hold">
                            <p:stCondLst>
                              <p:cond delay="0"/>
                            </p:stCondLst>
                            <p:childTnLst>
                              <p:par>
                                <p:cTn id="87" presetID="1" presetClass="exit" presetSubtype="0" fill="hold" grpId="1" nodeType="afterEffect">
                                  <p:stCondLst>
                                    <p:cond delay="0"/>
                                  </p:stCondLst>
                                  <p:childTnLst>
                                    <p:set>
                                      <p:cBhvr>
                                        <p:cTn id="88" dur="1" fill="hold">
                                          <p:stCondLst>
                                            <p:cond delay="0"/>
                                          </p:stCondLst>
                                        </p:cTn>
                                        <p:tgtEl>
                                          <p:spTgt spid="42"/>
                                        </p:tgtEl>
                                        <p:attrNameLst>
                                          <p:attrName>style.visibility</p:attrName>
                                        </p:attrNameLst>
                                      </p:cBhvr>
                                      <p:to>
                                        <p:strVal val="hidden"/>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74"/>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75"/>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76"/>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77"/>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78"/>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79"/>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80"/>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81"/>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82"/>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grpId="0" nodeType="clickEffect">
                                  <p:stCondLst>
                                    <p:cond delay="0"/>
                                  </p:stCondLst>
                                  <p:childTnLst>
                                    <p:set>
                                      <p:cBhvr>
                                        <p:cTn id="128" dur="1" fill="hold">
                                          <p:stCondLst>
                                            <p:cond delay="0"/>
                                          </p:stCondLst>
                                        </p:cTn>
                                        <p:tgtEl>
                                          <p:spTgt spid="93"/>
                                        </p:tgtEl>
                                        <p:attrNameLst>
                                          <p:attrName>style.visibility</p:attrName>
                                        </p:attrNameLst>
                                      </p:cBhvr>
                                      <p:to>
                                        <p:strVal val="visible"/>
                                      </p:to>
                                    </p:set>
                                  </p:childTnLst>
                                </p:cTn>
                              </p:par>
                            </p:childTnLst>
                          </p:cTn>
                        </p:par>
                        <p:par>
                          <p:cTn id="129" fill="hold">
                            <p:stCondLst>
                              <p:cond delay="0"/>
                            </p:stCondLst>
                            <p:childTnLst>
                              <p:par>
                                <p:cTn id="130" presetID="1" presetClass="entr" presetSubtype="0" fill="hold" grpId="0" nodeType="afterEffect">
                                  <p:stCondLst>
                                    <p:cond delay="0"/>
                                  </p:stCondLst>
                                  <p:childTnLst>
                                    <p:set>
                                      <p:cBhvr>
                                        <p:cTn id="131" dur="1" fill="hold">
                                          <p:stCondLst>
                                            <p:cond delay="0"/>
                                          </p:stCondLst>
                                        </p:cTn>
                                        <p:tgtEl>
                                          <p:spTgt spid="94"/>
                                        </p:tgtEl>
                                        <p:attrNameLst>
                                          <p:attrName>style.visibility</p:attrName>
                                        </p:attrNameLst>
                                      </p:cBhvr>
                                      <p:to>
                                        <p:strVal val="visible"/>
                                      </p:to>
                                    </p:set>
                                  </p:childTnLst>
                                </p:cTn>
                              </p:par>
                            </p:childTnLst>
                          </p:cTn>
                        </p:par>
                        <p:par>
                          <p:cTn id="132" fill="hold">
                            <p:stCondLst>
                              <p:cond delay="0"/>
                            </p:stCondLst>
                            <p:childTnLst>
                              <p:par>
                                <p:cTn id="133" presetID="1" presetClass="entr" presetSubtype="0" fill="hold" grpId="0" nodeType="afterEffect">
                                  <p:stCondLst>
                                    <p:cond delay="0"/>
                                  </p:stCondLst>
                                  <p:childTnLst>
                                    <p:set>
                                      <p:cBhvr>
                                        <p:cTn id="134" dur="1" fill="hold">
                                          <p:stCondLst>
                                            <p:cond delay="0"/>
                                          </p:stCondLst>
                                        </p:cTn>
                                        <p:tgtEl>
                                          <p:spTgt spid="95"/>
                                        </p:tgtEl>
                                        <p:attrNameLst>
                                          <p:attrName>style.visibility</p:attrName>
                                        </p:attrNameLst>
                                      </p:cBhvr>
                                      <p:to>
                                        <p:strVal val="visible"/>
                                      </p:to>
                                    </p:set>
                                  </p:childTnLst>
                                </p:cTn>
                              </p:par>
                            </p:childTnLst>
                          </p:cTn>
                        </p:par>
                        <p:par>
                          <p:cTn id="135" fill="hold">
                            <p:stCondLst>
                              <p:cond delay="0"/>
                            </p:stCondLst>
                            <p:childTnLst>
                              <p:par>
                                <p:cTn id="136" presetID="1" presetClass="entr" presetSubtype="0" fill="hold" grpId="0" nodeType="afterEffect">
                                  <p:stCondLst>
                                    <p:cond delay="0"/>
                                  </p:stCondLst>
                                  <p:childTnLst>
                                    <p:set>
                                      <p:cBhvr>
                                        <p:cTn id="137" dur="1" fill="hold">
                                          <p:stCondLst>
                                            <p:cond delay="0"/>
                                          </p:stCondLst>
                                        </p:cTn>
                                        <p:tgtEl>
                                          <p:spTgt spid="96"/>
                                        </p:tgtEl>
                                        <p:attrNameLst>
                                          <p:attrName>style.visibility</p:attrName>
                                        </p:attrNameLst>
                                      </p:cBhvr>
                                      <p:to>
                                        <p:strVal val="visible"/>
                                      </p:to>
                                    </p:set>
                                  </p:childTnLst>
                                </p:cTn>
                              </p:par>
                            </p:childTnLst>
                          </p:cTn>
                        </p:par>
                        <p:par>
                          <p:cTn id="138" fill="hold">
                            <p:stCondLst>
                              <p:cond delay="0"/>
                            </p:stCondLst>
                            <p:childTnLst>
                              <p:par>
                                <p:cTn id="139" presetID="1" presetClass="entr" presetSubtype="0" fill="hold" grpId="0" nodeType="afterEffect">
                                  <p:stCondLst>
                                    <p:cond delay="0"/>
                                  </p:stCondLst>
                                  <p:childTnLst>
                                    <p:set>
                                      <p:cBhvr>
                                        <p:cTn id="140" dur="1" fill="hold">
                                          <p:stCondLst>
                                            <p:cond delay="0"/>
                                          </p:stCondLst>
                                        </p:cTn>
                                        <p:tgtEl>
                                          <p:spTgt spid="97"/>
                                        </p:tgtEl>
                                        <p:attrNameLst>
                                          <p:attrName>style.visibility</p:attrName>
                                        </p:attrNameLst>
                                      </p:cBhvr>
                                      <p:to>
                                        <p:strVal val="visible"/>
                                      </p:to>
                                    </p:set>
                                  </p:childTnLst>
                                </p:cTn>
                              </p:par>
                            </p:childTnLst>
                          </p:cTn>
                        </p:par>
                        <p:par>
                          <p:cTn id="141" fill="hold">
                            <p:stCondLst>
                              <p:cond delay="0"/>
                            </p:stCondLst>
                            <p:childTnLst>
                              <p:par>
                                <p:cTn id="142" presetID="1" presetClass="entr" presetSubtype="0" fill="hold" grpId="0" nodeType="afterEffect">
                                  <p:stCondLst>
                                    <p:cond delay="0"/>
                                  </p:stCondLst>
                                  <p:childTnLst>
                                    <p:set>
                                      <p:cBhvr>
                                        <p:cTn id="143" dur="1" fill="hold">
                                          <p:stCondLst>
                                            <p:cond delay="0"/>
                                          </p:stCondLst>
                                        </p:cTn>
                                        <p:tgtEl>
                                          <p:spTgt spid="98"/>
                                        </p:tgtEl>
                                        <p:attrNameLst>
                                          <p:attrName>style.visibility</p:attrName>
                                        </p:attrNameLst>
                                      </p:cBhvr>
                                      <p:to>
                                        <p:strVal val="visible"/>
                                      </p:to>
                                    </p:set>
                                  </p:childTnLst>
                                </p:cTn>
                              </p:par>
                            </p:childTnLst>
                          </p:cTn>
                        </p:par>
                        <p:par>
                          <p:cTn id="144" fill="hold">
                            <p:stCondLst>
                              <p:cond delay="0"/>
                            </p:stCondLst>
                            <p:childTnLst>
                              <p:par>
                                <p:cTn id="145" presetID="1" presetClass="entr" presetSubtype="0" fill="hold" grpId="0" nodeType="afterEffect">
                                  <p:stCondLst>
                                    <p:cond delay="0"/>
                                  </p:stCondLst>
                                  <p:childTnLst>
                                    <p:set>
                                      <p:cBhvr>
                                        <p:cTn id="146" dur="1" fill="hold">
                                          <p:stCondLst>
                                            <p:cond delay="0"/>
                                          </p:stCondLst>
                                        </p:cTn>
                                        <p:tgtEl>
                                          <p:spTgt spid="99"/>
                                        </p:tgtEl>
                                        <p:attrNameLst>
                                          <p:attrName>style.visibility</p:attrName>
                                        </p:attrNameLst>
                                      </p:cBhvr>
                                      <p:to>
                                        <p:strVal val="visible"/>
                                      </p:to>
                                    </p:set>
                                  </p:childTnLst>
                                </p:cTn>
                              </p:par>
                            </p:childTnLst>
                          </p:cTn>
                        </p:par>
                        <p:par>
                          <p:cTn id="147" fill="hold">
                            <p:stCondLst>
                              <p:cond delay="0"/>
                            </p:stCondLst>
                            <p:childTnLst>
                              <p:par>
                                <p:cTn id="148" presetID="1" presetClass="entr" presetSubtype="0" fill="hold" grpId="0" nodeType="afterEffect">
                                  <p:stCondLst>
                                    <p:cond delay="0"/>
                                  </p:stCondLst>
                                  <p:childTnLst>
                                    <p:set>
                                      <p:cBhvr>
                                        <p:cTn id="149" dur="1" fill="hold">
                                          <p:stCondLst>
                                            <p:cond delay="0"/>
                                          </p:stCondLst>
                                        </p:cTn>
                                        <p:tgtEl>
                                          <p:spTgt spid="100"/>
                                        </p:tgtEl>
                                        <p:attrNameLst>
                                          <p:attrName>style.visibility</p:attrName>
                                        </p:attrNameLst>
                                      </p:cBhvr>
                                      <p:to>
                                        <p:strVal val="visible"/>
                                      </p:to>
                                    </p:set>
                                  </p:childTnLst>
                                </p:cTn>
                              </p:par>
                            </p:childTnLst>
                          </p:cTn>
                        </p:par>
                        <p:par>
                          <p:cTn id="150" fill="hold">
                            <p:stCondLst>
                              <p:cond delay="0"/>
                            </p:stCondLst>
                            <p:childTnLst>
                              <p:par>
                                <p:cTn id="151" presetID="1" presetClass="entr" presetSubtype="0" fill="hold" grpId="0" nodeType="afterEffect">
                                  <p:stCondLst>
                                    <p:cond delay="0"/>
                                  </p:stCondLst>
                                  <p:childTnLst>
                                    <p:set>
                                      <p:cBhvr>
                                        <p:cTn id="152" dur="1" fill="hold">
                                          <p:stCondLst>
                                            <p:cond delay="0"/>
                                          </p:stCondLst>
                                        </p:cTn>
                                        <p:tgtEl>
                                          <p:spTgt spid="101"/>
                                        </p:tgtEl>
                                        <p:attrNameLst>
                                          <p:attrName>style.visibility</p:attrName>
                                        </p:attrNameLst>
                                      </p:cBhvr>
                                      <p:to>
                                        <p:strVal val="visible"/>
                                      </p:to>
                                    </p:set>
                                  </p:childTnLst>
                                </p:cTn>
                              </p:par>
                            </p:childTnLst>
                          </p:cTn>
                        </p:par>
                      </p:childTnLst>
                    </p:cTn>
                  </p:par>
                  <p:par>
                    <p:cTn id="153" fill="hold">
                      <p:stCondLst>
                        <p:cond delay="indefinite"/>
                      </p:stCondLst>
                      <p:childTnLst>
                        <p:par>
                          <p:cTn id="154" fill="hold">
                            <p:stCondLst>
                              <p:cond delay="0"/>
                            </p:stCondLst>
                            <p:childTnLst>
                              <p:par>
                                <p:cTn id="155" presetID="1" presetClass="entr" presetSubtype="0" fill="hold" nodeType="clickEffect">
                                  <p:stCondLst>
                                    <p:cond delay="0"/>
                                  </p:stCondLst>
                                  <p:childTnLst>
                                    <p:set>
                                      <p:cBhvr>
                                        <p:cTn id="156" dur="1" fill="hold">
                                          <p:stCondLst>
                                            <p:cond delay="0"/>
                                          </p:stCondLst>
                                        </p:cTn>
                                        <p:tgtEl>
                                          <p:spTgt spid="1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4" grpId="0"/>
      <p:bldP spid="16" grpId="0"/>
      <p:bldP spid="18" grpId="0"/>
      <p:bldP spid="21" grpId="0"/>
      <p:bldP spid="23" grpId="0"/>
      <p:bldP spid="54" grpId="0"/>
      <p:bldP spid="56" grpId="0"/>
      <p:bldP spid="58" grpId="0"/>
      <p:bldP spid="65" grpId="0"/>
      <p:bldP spid="66" grpId="0"/>
      <p:bldP spid="67" grpId="0"/>
      <p:bldP spid="68" grpId="0"/>
      <p:bldP spid="69" grpId="0"/>
      <p:bldP spid="70" grpId="0"/>
      <p:bldP spid="71" grpId="0"/>
      <p:bldP spid="72" grpId="0"/>
      <p:bldP spid="73" grpId="0"/>
      <p:bldP spid="74" grpId="0"/>
      <p:bldP spid="75" grpId="0"/>
      <p:bldP spid="76" grpId="0"/>
      <p:bldP spid="77" grpId="0"/>
      <p:bldP spid="78" grpId="0"/>
      <p:bldP spid="79" grpId="0"/>
      <p:bldP spid="80" grpId="0"/>
      <p:bldP spid="81" grpId="0"/>
      <p:bldP spid="82" grpId="0"/>
      <p:bldP spid="93" grpId="0"/>
      <p:bldP spid="94" grpId="0"/>
      <p:bldP spid="95" grpId="0"/>
      <p:bldP spid="96" grpId="0"/>
      <p:bldP spid="97" grpId="0"/>
      <p:bldP spid="98" grpId="0"/>
      <p:bldP spid="99" grpId="0"/>
      <p:bldP spid="100" grpId="0"/>
      <p:bldP spid="101" grpId="0"/>
      <p:bldP spid="41" grpId="0" animBg="1"/>
      <p:bldP spid="41" grpId="1" animBg="1"/>
      <p:bldP spid="42" grpId="0" animBg="1"/>
      <p:bldP spid="42" grpId="1"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2 ⇝ Example 3(</a:t>
            </a:r>
            <a:r>
              <a:rPr lang="en-GB" dirty="0">
                <a:solidFill>
                  <a:srgbClr val="FF0000"/>
                </a:solidFill>
              </a:rPr>
              <a:t>Continue</a:t>
            </a:r>
            <a:r>
              <a:rPr lang="en-GB" dirty="0"/>
              <a:t>)</a:t>
            </a:r>
            <a:endParaRPr lang="en-US" dirty="0"/>
          </a:p>
        </p:txBody>
      </p:sp>
      <p:sp>
        <p:nvSpPr>
          <p:cNvPr id="8" name="Rectangle 7"/>
          <p:cNvSpPr/>
          <p:nvPr/>
        </p:nvSpPr>
        <p:spPr>
          <a:xfrm>
            <a:off x="137271" y="859577"/>
            <a:ext cx="11716669" cy="523220"/>
          </a:xfrm>
          <a:prstGeom prst="rect">
            <a:avLst/>
          </a:prstGeom>
        </p:spPr>
        <p:txBody>
          <a:bodyPr wrap="none">
            <a:spAutoFit/>
          </a:bodyPr>
          <a:lstStyle/>
          <a:p>
            <a:r>
              <a:rPr lang="en-US" sz="2800" dirty="0">
                <a:solidFill>
                  <a:srgbClr val="002060"/>
                </a:solidFill>
              </a:rPr>
              <a:t>Substitute all the values in the </a:t>
            </a:r>
            <a:r>
              <a:rPr lang="en-US" sz="2800" dirty="0">
                <a:solidFill>
                  <a:srgbClr val="FF0000"/>
                </a:solidFill>
              </a:rPr>
              <a:t>formula</a:t>
            </a:r>
            <a:r>
              <a:rPr lang="en-US" sz="2800" dirty="0">
                <a:solidFill>
                  <a:srgbClr val="002060"/>
                </a:solidFill>
              </a:rPr>
              <a:t> to find the coefficient of rank correlation </a:t>
            </a:r>
            <a:endParaRPr lang="en-US" dirty="0"/>
          </a:p>
        </p:txBody>
      </p:sp>
      <mc:AlternateContent xmlns:mc="http://schemas.openxmlformats.org/markup-compatibility/2006" xmlns:a14="http://schemas.microsoft.com/office/drawing/2010/main">
        <mc:Choice Requires="a14">
          <p:sp>
            <p:nvSpPr>
              <p:cNvPr id="50" name="Rectangle 49"/>
              <p:cNvSpPr/>
              <p:nvPr/>
            </p:nvSpPr>
            <p:spPr>
              <a:xfrm>
                <a:off x="137270" y="1548276"/>
                <a:ext cx="3435108" cy="1153264"/>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m:rPr>
                          <m:sty m:val="p"/>
                        </m:rPr>
                        <a:rPr lang="en-US" sz="2800" smtClean="0">
                          <a:solidFill>
                            <a:srgbClr val="002060"/>
                          </a:solidFill>
                          <a:latin typeface="Cambria Math" panose="02040503050406030204" pitchFamily="18" charset="0"/>
                        </a:rPr>
                        <m:t>ρ</m:t>
                      </m:r>
                      <m:r>
                        <a:rPr lang="en-US" sz="2800" smtClean="0">
                          <a:solidFill>
                            <a:srgbClr val="002060"/>
                          </a:solidFill>
                          <a:latin typeface="Cambria Math" panose="02040503050406030204" pitchFamily="18" charset="0"/>
                        </a:rPr>
                        <m:t>=1−</m:t>
                      </m:r>
                      <m:f>
                        <m:fPr>
                          <m:ctrlPr>
                            <a:rPr lang="en-US" sz="2800" i="1">
                              <a:solidFill>
                                <a:srgbClr val="C00000"/>
                              </a:solidFill>
                              <a:latin typeface="Cambria Math" panose="02040503050406030204" pitchFamily="18" charset="0"/>
                            </a:rPr>
                          </m:ctrlPr>
                        </m:fPr>
                        <m:num>
                          <m:r>
                            <a:rPr lang="en-US" sz="2800">
                              <a:solidFill>
                                <a:srgbClr val="C00000"/>
                              </a:solidFill>
                              <a:latin typeface="Cambria Math" panose="02040503050406030204" pitchFamily="18" charset="0"/>
                            </a:rPr>
                            <m:t> </m:t>
                          </m:r>
                          <m:r>
                            <a:rPr lang="en-US" sz="2800">
                              <a:solidFill>
                                <a:srgbClr val="7030A0"/>
                              </a:solidFill>
                              <a:latin typeface="Cambria Math" panose="02040503050406030204" pitchFamily="18" charset="0"/>
                            </a:rPr>
                            <m:t>6</m:t>
                          </m:r>
                          <m:r>
                            <a:rPr lang="en-US" sz="2800" i="1">
                              <a:solidFill>
                                <a:srgbClr val="002060"/>
                              </a:solidFill>
                              <a:latin typeface="Cambria Math" panose="02040503050406030204" pitchFamily="18" charset="0"/>
                              <a:ea typeface="Cambria Math" panose="02040503050406030204" pitchFamily="18" charset="0"/>
                            </a:rPr>
                            <m:t>∙</m:t>
                          </m:r>
                          <m:nary>
                            <m:naryPr>
                              <m:chr m:val="∑"/>
                              <m:limLoc m:val="undOvr"/>
                              <m:subHide m:val="on"/>
                              <m:supHide m:val="on"/>
                              <m:ctrlPr>
                                <a:rPr lang="en-US" sz="2800" i="1">
                                  <a:solidFill>
                                    <a:srgbClr val="002060"/>
                                  </a:solidFill>
                                  <a:latin typeface="Cambria Math" panose="02040503050406030204" pitchFamily="18" charset="0"/>
                                </a:rPr>
                              </m:ctrlPr>
                            </m:naryPr>
                            <m:sub/>
                            <m:sup/>
                            <m:e>
                              <m:sSup>
                                <m:sSupPr>
                                  <m:ctrlPr>
                                    <a:rPr lang="en-US" sz="2800" i="1">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d</m:t>
                                  </m:r>
                                </m:e>
                                <m:sup>
                                  <m:r>
                                    <a:rPr lang="en-US" sz="2800">
                                      <a:solidFill>
                                        <a:srgbClr val="002060"/>
                                      </a:solidFill>
                                      <a:latin typeface="Cambria Math" panose="02040503050406030204" pitchFamily="18" charset="0"/>
                                    </a:rPr>
                                    <m:t>2</m:t>
                                  </m:r>
                                </m:sup>
                              </m:sSup>
                            </m:e>
                          </m:nary>
                          <m:r>
                            <a:rPr lang="en-US" sz="2800">
                              <a:solidFill>
                                <a:srgbClr val="C00000"/>
                              </a:solidFill>
                              <a:latin typeface="Cambria Math" panose="02040503050406030204" pitchFamily="18" charset="0"/>
                            </a:rPr>
                            <m:t> </m:t>
                          </m:r>
                        </m:num>
                        <m:den>
                          <m:eqArr>
                            <m:eqArrPr>
                              <m:ctrlPr>
                                <a:rPr lang="en-US" sz="2800" i="1">
                                  <a:solidFill>
                                    <a:srgbClr val="C00000"/>
                                  </a:solidFill>
                                  <a:latin typeface="Cambria Math" panose="02040503050406030204" pitchFamily="18" charset="0"/>
                                </a:rPr>
                              </m:ctrlPr>
                            </m:eqArrPr>
                            <m:e>
                              <m:r>
                                <a:rPr lang="en-US" sz="2800">
                                  <a:solidFill>
                                    <a:srgbClr val="C00000"/>
                                  </a:solidFill>
                                  <a:latin typeface="Cambria Math" panose="02040503050406030204" pitchFamily="18" charset="0"/>
                                </a:rPr>
                                <m:t>  </m:t>
                              </m:r>
                            </m:e>
                            <m:e>
                              <m:r>
                                <a:rPr lang="en-US" sz="2800" b="0" i="1" smtClean="0">
                                  <a:solidFill>
                                    <a:srgbClr val="C00000"/>
                                  </a:solidFill>
                                  <a:latin typeface="Cambria Math" panose="02040503050406030204" pitchFamily="18" charset="0"/>
                                </a:rPr>
                                <m:t>  </m:t>
                              </m:r>
                              <m:r>
                                <m:rPr>
                                  <m:sty m:val="p"/>
                                </m:rPr>
                                <a:rPr lang="en-US" sz="2800">
                                  <a:solidFill>
                                    <a:srgbClr val="002060"/>
                                  </a:solidFill>
                                  <a:latin typeface="Cambria Math" panose="02040503050406030204" pitchFamily="18" charset="0"/>
                                </a:rPr>
                                <m:t>n</m:t>
                              </m:r>
                              <m:r>
                                <a:rPr lang="en-US" sz="2800">
                                  <a:solidFill>
                                    <a:srgbClr val="002060"/>
                                  </a:solidFill>
                                  <a:latin typeface="Cambria Math" panose="02040503050406030204" pitchFamily="18" charset="0"/>
                                </a:rPr>
                                <m:t> </m:t>
                              </m:r>
                              <m:d>
                                <m:dPr>
                                  <m:ctrlPr>
                                    <a:rPr lang="en-US" sz="2800" i="1">
                                      <a:solidFill>
                                        <a:srgbClr val="002060"/>
                                      </a:solidFill>
                                      <a:latin typeface="Cambria Math" panose="02040503050406030204" pitchFamily="18" charset="0"/>
                                    </a:rPr>
                                  </m:ctrlPr>
                                </m:dPr>
                                <m:e>
                                  <m:sSup>
                                    <m:sSupPr>
                                      <m:ctrlPr>
                                        <a:rPr lang="en-US" sz="2800" i="1">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n</m:t>
                                      </m:r>
                                    </m:e>
                                    <m:sup>
                                      <m:r>
                                        <a:rPr lang="en-US" sz="2800">
                                          <a:solidFill>
                                            <a:srgbClr val="002060"/>
                                          </a:solidFill>
                                          <a:latin typeface="Cambria Math" panose="02040503050406030204" pitchFamily="18" charset="0"/>
                                        </a:rPr>
                                        <m:t>2</m:t>
                                      </m:r>
                                    </m:sup>
                                  </m:sSup>
                                  <m:r>
                                    <a:rPr lang="en-US" sz="2800">
                                      <a:solidFill>
                                        <a:srgbClr val="002060"/>
                                      </a:solidFill>
                                      <a:latin typeface="Cambria Math" panose="02040503050406030204" pitchFamily="18" charset="0"/>
                                    </a:rPr>
                                    <m:t>−1</m:t>
                                  </m:r>
                                </m:e>
                              </m:d>
                              <m:r>
                                <a:rPr lang="en-US" sz="2800">
                                  <a:solidFill>
                                    <a:srgbClr val="C00000"/>
                                  </a:solidFill>
                                  <a:latin typeface="Cambria Math" panose="02040503050406030204" pitchFamily="18" charset="0"/>
                                </a:rPr>
                                <m:t>  </m:t>
                              </m:r>
                            </m:e>
                          </m:eqArr>
                        </m:den>
                      </m:f>
                    </m:oMath>
                  </m:oMathPara>
                </a14:m>
                <a:endParaRPr lang="en-US" dirty="0"/>
              </a:p>
            </p:txBody>
          </p:sp>
        </mc:Choice>
        <mc:Fallback xmlns="">
          <p:sp>
            <p:nvSpPr>
              <p:cNvPr id="50" name="Rectangle 49"/>
              <p:cNvSpPr>
                <a:spLocks noRot="1" noChangeAspect="1" noMove="1" noResize="1" noEditPoints="1" noAdjustHandles="1" noChangeArrowheads="1" noChangeShapeType="1" noTextEdit="1"/>
              </p:cNvSpPr>
              <p:nvPr/>
            </p:nvSpPr>
            <p:spPr>
              <a:xfrm>
                <a:off x="137270" y="1548276"/>
                <a:ext cx="3435108" cy="1153264"/>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Rectangle 29"/>
              <p:cNvSpPr/>
              <p:nvPr/>
            </p:nvSpPr>
            <p:spPr>
              <a:xfrm>
                <a:off x="137270" y="2925157"/>
                <a:ext cx="3473580" cy="1098121"/>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m:rPr>
                          <m:sty m:val="p"/>
                        </m:rPr>
                        <a:rPr lang="en-US" sz="2800" smtClean="0">
                          <a:solidFill>
                            <a:schemeClr val="bg1"/>
                          </a:solidFill>
                          <a:latin typeface="Cambria Math" panose="02040503050406030204" pitchFamily="18" charset="0"/>
                        </a:rPr>
                        <m:t>ρ</m:t>
                      </m:r>
                      <m:r>
                        <a:rPr lang="en-US" sz="2800">
                          <a:solidFill>
                            <a:srgbClr val="002060"/>
                          </a:solidFill>
                          <a:latin typeface="Cambria Math" panose="02040503050406030204" pitchFamily="18" charset="0"/>
                        </a:rPr>
                        <m:t>=1−</m:t>
                      </m:r>
                      <m:f>
                        <m:fPr>
                          <m:ctrlPr>
                            <a:rPr lang="en-US" sz="2800" i="1">
                              <a:solidFill>
                                <a:srgbClr val="C00000"/>
                              </a:solidFill>
                              <a:latin typeface="Cambria Math" panose="02040503050406030204" pitchFamily="18" charset="0"/>
                            </a:rPr>
                          </m:ctrlPr>
                        </m:fPr>
                        <m:num>
                          <m:r>
                            <a:rPr lang="en-US" sz="2800">
                              <a:solidFill>
                                <a:srgbClr val="C00000"/>
                              </a:solidFill>
                              <a:latin typeface="Cambria Math" panose="02040503050406030204" pitchFamily="18" charset="0"/>
                            </a:rPr>
                            <m:t> </m:t>
                          </m:r>
                          <m:r>
                            <a:rPr lang="en-US" sz="2800">
                              <a:solidFill>
                                <a:srgbClr val="7030A0"/>
                              </a:solidFill>
                              <a:latin typeface="Cambria Math" panose="02040503050406030204" pitchFamily="18" charset="0"/>
                            </a:rPr>
                            <m:t>6</m:t>
                          </m:r>
                          <m:r>
                            <a:rPr lang="en-US" sz="2800" i="1">
                              <a:solidFill>
                                <a:srgbClr val="002060"/>
                              </a:solidFill>
                              <a:latin typeface="Cambria Math" panose="02040503050406030204" pitchFamily="18" charset="0"/>
                              <a:ea typeface="Cambria Math" panose="02040503050406030204" pitchFamily="18" charset="0"/>
                            </a:rPr>
                            <m:t>∙</m:t>
                          </m:r>
                          <m:r>
                            <a:rPr lang="en-US" sz="2800" b="0" i="1" smtClean="0">
                              <a:solidFill>
                                <a:schemeClr val="bg1"/>
                              </a:solidFill>
                              <a:latin typeface="Cambria Math" panose="02040503050406030204" pitchFamily="18" charset="0"/>
                            </a:rPr>
                            <m:t>214</m:t>
                          </m:r>
                          <m:r>
                            <a:rPr lang="en-US" sz="2800">
                              <a:solidFill>
                                <a:srgbClr val="C00000"/>
                              </a:solidFill>
                              <a:latin typeface="Cambria Math" panose="02040503050406030204" pitchFamily="18" charset="0"/>
                            </a:rPr>
                            <m:t> </m:t>
                          </m:r>
                        </m:num>
                        <m:den>
                          <m:eqArr>
                            <m:eqArrPr>
                              <m:ctrlPr>
                                <a:rPr lang="en-US" sz="2800" i="1">
                                  <a:solidFill>
                                    <a:srgbClr val="C00000"/>
                                  </a:solidFill>
                                  <a:latin typeface="Cambria Math" panose="02040503050406030204" pitchFamily="18" charset="0"/>
                                </a:rPr>
                              </m:ctrlPr>
                            </m:eqArrPr>
                            <m:e>
                              <m:r>
                                <a:rPr lang="en-US" sz="2800">
                                  <a:solidFill>
                                    <a:srgbClr val="C00000"/>
                                  </a:solidFill>
                                  <a:latin typeface="Cambria Math" panose="02040503050406030204" pitchFamily="18" charset="0"/>
                                </a:rPr>
                                <m:t>  </m:t>
                              </m:r>
                            </m:e>
                            <m:e>
                              <m:r>
                                <a:rPr lang="en-US" sz="2800" b="0" i="0" smtClean="0">
                                  <a:solidFill>
                                    <a:schemeClr val="bg1"/>
                                  </a:solidFill>
                                  <a:latin typeface="Cambria Math" panose="02040503050406030204" pitchFamily="18" charset="0"/>
                                </a:rPr>
                                <m:t>10</m:t>
                              </m:r>
                              <m:r>
                                <a:rPr lang="en-US" sz="2800">
                                  <a:solidFill>
                                    <a:srgbClr val="002060"/>
                                  </a:solidFill>
                                  <a:latin typeface="Cambria Math" panose="02040503050406030204" pitchFamily="18" charset="0"/>
                                </a:rPr>
                                <m:t> </m:t>
                              </m:r>
                              <m:d>
                                <m:dPr>
                                  <m:ctrlPr>
                                    <a:rPr lang="en-US" sz="2800" i="1">
                                      <a:solidFill>
                                        <a:srgbClr val="002060"/>
                                      </a:solidFill>
                                      <a:latin typeface="Cambria Math" panose="02040503050406030204" pitchFamily="18" charset="0"/>
                                    </a:rPr>
                                  </m:ctrlPr>
                                </m:dPr>
                                <m:e>
                                  <m:sSup>
                                    <m:sSupPr>
                                      <m:ctrlPr>
                                        <a:rPr lang="en-US" sz="2800" b="0" i="1" smtClean="0">
                                          <a:solidFill>
                                            <a:srgbClr val="002060"/>
                                          </a:solidFill>
                                          <a:latin typeface="Cambria Math" panose="02040503050406030204" pitchFamily="18" charset="0"/>
                                        </a:rPr>
                                      </m:ctrlPr>
                                    </m:sSupPr>
                                    <m:e>
                                      <m:r>
                                        <a:rPr lang="en-US" sz="2800" b="0" i="1" smtClean="0">
                                          <a:solidFill>
                                            <a:schemeClr val="bg1"/>
                                          </a:solidFill>
                                          <a:latin typeface="Cambria Math" panose="02040503050406030204" pitchFamily="18" charset="0"/>
                                        </a:rPr>
                                        <m:t>0</m:t>
                                      </m:r>
                                    </m:e>
                                    <m:sup>
                                      <m:r>
                                        <a:rPr lang="en-US" sz="2800" b="0" i="1" smtClean="0">
                                          <a:solidFill>
                                            <a:srgbClr val="002060"/>
                                          </a:solidFill>
                                          <a:latin typeface="Cambria Math" panose="02040503050406030204" pitchFamily="18" charset="0"/>
                                        </a:rPr>
                                        <m:t>2</m:t>
                                      </m:r>
                                    </m:sup>
                                  </m:sSup>
                                  <m:r>
                                    <a:rPr lang="en-US" sz="2800">
                                      <a:solidFill>
                                        <a:srgbClr val="002060"/>
                                      </a:solidFill>
                                      <a:latin typeface="Cambria Math" panose="02040503050406030204" pitchFamily="18" charset="0"/>
                                    </a:rPr>
                                    <m:t>−1</m:t>
                                  </m:r>
                                </m:e>
                              </m:d>
                              <m:r>
                                <a:rPr lang="en-US" sz="2800">
                                  <a:solidFill>
                                    <a:srgbClr val="C00000"/>
                                  </a:solidFill>
                                  <a:latin typeface="Cambria Math" panose="02040503050406030204" pitchFamily="18" charset="0"/>
                                </a:rPr>
                                <m:t>  </m:t>
                              </m:r>
                            </m:e>
                          </m:eqArr>
                        </m:den>
                      </m:f>
                    </m:oMath>
                  </m:oMathPara>
                </a14:m>
                <a:endParaRPr lang="en-US" sz="2800" dirty="0"/>
              </a:p>
            </p:txBody>
          </p:sp>
        </mc:Choice>
        <mc:Fallback xmlns="">
          <p:sp>
            <p:nvSpPr>
              <p:cNvPr id="30" name="Rectangle 29"/>
              <p:cNvSpPr>
                <a:spLocks noRot="1" noChangeAspect="1" noMove="1" noResize="1" noEditPoints="1" noAdjustHandles="1" noChangeArrowheads="1" noChangeShapeType="1" noTextEdit="1"/>
              </p:cNvSpPr>
              <p:nvPr/>
            </p:nvSpPr>
            <p:spPr>
              <a:xfrm>
                <a:off x="137270" y="2925157"/>
                <a:ext cx="3473580" cy="1098121"/>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68622B1E-44A3-44A2-B1C1-8D969737DA50}"/>
                  </a:ext>
                </a:extLst>
              </p:cNvPr>
              <p:cNvSpPr txBox="1"/>
              <p:nvPr/>
            </p:nvSpPr>
            <p:spPr>
              <a:xfrm>
                <a:off x="9902305" y="1805424"/>
                <a:ext cx="1040478"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m:rPr>
                          <m:sty m:val="p"/>
                        </m:rPr>
                        <a:rPr lang="en-US" sz="2800" i="0" dirty="0" smtClean="0">
                          <a:solidFill>
                            <a:srgbClr val="FF0000"/>
                          </a:solidFill>
                          <a:latin typeface="Cambria Math" panose="02040503050406030204" pitchFamily="18" charset="0"/>
                        </a:rPr>
                        <m:t>n</m:t>
                      </m:r>
                      <m:r>
                        <a:rPr lang="en-US" sz="2800" i="0" dirty="0" smtClean="0">
                          <a:solidFill>
                            <a:srgbClr val="FF0000"/>
                          </a:solidFill>
                          <a:latin typeface="Cambria Math" panose="02040503050406030204" pitchFamily="18" charset="0"/>
                        </a:rPr>
                        <m:t>=9</m:t>
                      </m:r>
                    </m:oMath>
                  </m:oMathPara>
                </a14:m>
                <a:endParaRPr lang="en-IN" sz="2800" dirty="0">
                  <a:solidFill>
                    <a:srgbClr val="FF0000"/>
                  </a:solidFill>
                </a:endParaRPr>
              </a:p>
            </p:txBody>
          </p:sp>
        </mc:Choice>
        <mc:Fallback xmlns="">
          <p:sp>
            <p:nvSpPr>
              <p:cNvPr id="82" name="TextBox 81">
                <a:extLst>
                  <a:ext uri="{FF2B5EF4-FFF2-40B4-BE49-F238E27FC236}">
                    <a16:creationId xmlns:a16="http://schemas.microsoft.com/office/drawing/2014/main" id="{68622B1E-44A3-44A2-B1C1-8D969737DA50}"/>
                  </a:ext>
                </a:extLst>
              </p:cNvPr>
              <p:cNvSpPr txBox="1">
                <a:spLocks noRot="1" noChangeAspect="1" noMove="1" noResize="1" noEditPoints="1" noAdjustHandles="1" noChangeArrowheads="1" noChangeShapeType="1" noTextEdit="1"/>
              </p:cNvSpPr>
              <p:nvPr/>
            </p:nvSpPr>
            <p:spPr>
              <a:xfrm>
                <a:off x="9902305" y="1805424"/>
                <a:ext cx="1040478"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68622B1E-44A3-44A2-B1C1-8D969737DA50}"/>
                  </a:ext>
                </a:extLst>
              </p:cNvPr>
              <p:cNvSpPr txBox="1"/>
              <p:nvPr/>
            </p:nvSpPr>
            <p:spPr>
              <a:xfrm>
                <a:off x="9902305" y="2380020"/>
                <a:ext cx="2178866" cy="1135696"/>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nary>
                        <m:naryPr>
                          <m:chr m:val="∑"/>
                          <m:subHide m:val="on"/>
                          <m:supHide m:val="on"/>
                          <m:ctrlPr>
                            <a:rPr lang="en-US" sz="2800" i="1" smtClean="0">
                              <a:solidFill>
                                <a:srgbClr val="FF0000"/>
                              </a:solidFill>
                              <a:latin typeface="Cambria Math" panose="02040503050406030204" pitchFamily="18" charset="0"/>
                            </a:rPr>
                          </m:ctrlPr>
                        </m:naryPr>
                        <m:sub/>
                        <m:sup/>
                        <m:e>
                          <m:d>
                            <m:dPr>
                              <m:ctrlPr>
                                <a:rPr lang="en-US" sz="2800" i="1">
                                  <a:solidFill>
                                    <a:srgbClr val="FF0000"/>
                                  </a:solidFill>
                                  <a:latin typeface="Cambria Math" panose="02040503050406030204" pitchFamily="18" charset="0"/>
                                </a:rPr>
                              </m:ctrlPr>
                            </m:dPr>
                            <m:e>
                              <m:sSup>
                                <m:sSupPr>
                                  <m:ctrlPr>
                                    <a:rPr lang="en-US" sz="2800" b="0" i="1" smtClean="0">
                                      <a:solidFill>
                                        <a:srgbClr val="FF0000"/>
                                      </a:solidFill>
                                      <a:latin typeface="Cambria Math" panose="02040503050406030204" pitchFamily="18" charset="0"/>
                                    </a:rPr>
                                  </m:ctrlPr>
                                </m:sSupPr>
                                <m:e>
                                  <m:r>
                                    <m:rPr>
                                      <m:sty m:val="p"/>
                                    </m:rPr>
                                    <a:rPr lang="en-US" sz="2800" b="0" i="0" smtClean="0">
                                      <a:solidFill>
                                        <a:srgbClr val="FF0000"/>
                                      </a:solidFill>
                                      <a:latin typeface="Cambria Math" panose="02040503050406030204" pitchFamily="18" charset="0"/>
                                    </a:rPr>
                                    <m:t>d</m:t>
                                  </m:r>
                                </m:e>
                                <m:sup>
                                  <m:r>
                                    <a:rPr lang="en-US" sz="2800" b="0" i="0" smtClean="0">
                                      <a:solidFill>
                                        <a:srgbClr val="FF0000"/>
                                      </a:solidFill>
                                      <a:latin typeface="Cambria Math" panose="02040503050406030204" pitchFamily="18" charset="0"/>
                                    </a:rPr>
                                    <m:t>2</m:t>
                                  </m:r>
                                </m:sup>
                              </m:sSup>
                            </m:e>
                          </m:d>
                        </m:e>
                      </m:nary>
                      <m:r>
                        <a:rPr lang="en-US" sz="2800" i="0" dirty="0" smtClean="0">
                          <a:solidFill>
                            <a:srgbClr val="FF0000"/>
                          </a:solidFill>
                          <a:latin typeface="Cambria Math" panose="02040503050406030204" pitchFamily="18" charset="0"/>
                        </a:rPr>
                        <m:t>=</m:t>
                      </m:r>
                      <m:r>
                        <a:rPr lang="en-US" sz="2800" b="0" i="0" dirty="0" smtClean="0">
                          <a:solidFill>
                            <a:srgbClr val="FF0000"/>
                          </a:solidFill>
                          <a:latin typeface="Cambria Math" panose="02040503050406030204" pitchFamily="18" charset="0"/>
                        </a:rPr>
                        <m:t>20</m:t>
                      </m:r>
                    </m:oMath>
                  </m:oMathPara>
                </a14:m>
                <a:endParaRPr lang="en-IN" sz="2800" dirty="0">
                  <a:solidFill>
                    <a:srgbClr val="FF0000"/>
                  </a:solidFill>
                </a:endParaRPr>
              </a:p>
            </p:txBody>
          </p:sp>
        </mc:Choice>
        <mc:Fallback xmlns="">
          <p:sp>
            <p:nvSpPr>
              <p:cNvPr id="86" name="TextBox 85">
                <a:extLst>
                  <a:ext uri="{FF2B5EF4-FFF2-40B4-BE49-F238E27FC236}">
                    <a16:creationId xmlns:a16="http://schemas.microsoft.com/office/drawing/2014/main" id="{68622B1E-44A3-44A2-B1C1-8D969737DA50}"/>
                  </a:ext>
                </a:extLst>
              </p:cNvPr>
              <p:cNvSpPr txBox="1">
                <a:spLocks noRot="1" noChangeAspect="1" noMove="1" noResize="1" noEditPoints="1" noAdjustHandles="1" noChangeArrowheads="1" noChangeShapeType="1" noTextEdit="1"/>
              </p:cNvSpPr>
              <p:nvPr/>
            </p:nvSpPr>
            <p:spPr>
              <a:xfrm>
                <a:off x="9902305" y="2380020"/>
                <a:ext cx="2178866" cy="1135696"/>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68622B1E-44A3-44A2-B1C1-8D969737DA50}"/>
                  </a:ext>
                </a:extLst>
              </p:cNvPr>
              <p:cNvSpPr txBox="1"/>
              <p:nvPr/>
            </p:nvSpPr>
            <p:spPr>
              <a:xfrm>
                <a:off x="2526885" y="2879692"/>
                <a:ext cx="571631"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a:rPr lang="en-US" sz="2800" b="0" i="0" dirty="0" smtClean="0">
                          <a:solidFill>
                            <a:srgbClr val="002060"/>
                          </a:solidFill>
                          <a:latin typeface="Cambria Math" panose="02040503050406030204" pitchFamily="18" charset="0"/>
                        </a:rPr>
                        <m:t>20</m:t>
                      </m:r>
                    </m:oMath>
                  </m:oMathPara>
                </a14:m>
                <a:endParaRPr lang="en-IN" sz="2800" dirty="0">
                  <a:solidFill>
                    <a:srgbClr val="002060"/>
                  </a:solidFill>
                </a:endParaRPr>
              </a:p>
            </p:txBody>
          </p:sp>
        </mc:Choice>
        <mc:Fallback xmlns="">
          <p:sp>
            <p:nvSpPr>
              <p:cNvPr id="31" name="TextBox 30">
                <a:extLst>
                  <a:ext uri="{FF2B5EF4-FFF2-40B4-BE49-F238E27FC236}">
                    <a16:creationId xmlns="" xmlns:a16="http://schemas.microsoft.com/office/drawing/2014/main"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2526885" y="2879692"/>
                <a:ext cx="571631" cy="523220"/>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68622B1E-44A3-44A2-B1C1-8D969737DA50}"/>
                  </a:ext>
                </a:extLst>
              </p:cNvPr>
              <p:cNvSpPr txBox="1"/>
              <p:nvPr/>
            </p:nvSpPr>
            <p:spPr>
              <a:xfrm>
                <a:off x="1596508" y="3518023"/>
                <a:ext cx="372858"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a:rPr lang="en-US" sz="2800" b="0" i="0" dirty="0" smtClean="0">
                          <a:solidFill>
                            <a:srgbClr val="002060"/>
                          </a:solidFill>
                          <a:latin typeface="Cambria Math" panose="02040503050406030204" pitchFamily="18" charset="0"/>
                        </a:rPr>
                        <m:t>9</m:t>
                      </m:r>
                    </m:oMath>
                  </m:oMathPara>
                </a14:m>
                <a:endParaRPr lang="en-IN" sz="2800" dirty="0">
                  <a:solidFill>
                    <a:srgbClr val="002060"/>
                  </a:solidFill>
                </a:endParaRPr>
              </a:p>
            </p:txBody>
          </p:sp>
        </mc:Choice>
        <mc:Fallback xmlns="">
          <p:sp>
            <p:nvSpPr>
              <p:cNvPr id="32" name="TextBox 31">
                <a:extLst>
                  <a:ext uri="{FF2B5EF4-FFF2-40B4-BE49-F238E27FC236}">
                    <a16:creationId xmlns="" xmlns:a16="http://schemas.microsoft.com/office/drawing/2014/main"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1596508" y="3518023"/>
                <a:ext cx="372858" cy="523220"/>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68622B1E-44A3-44A2-B1C1-8D969737DA50}"/>
                  </a:ext>
                </a:extLst>
              </p:cNvPr>
              <p:cNvSpPr txBox="1"/>
              <p:nvPr/>
            </p:nvSpPr>
            <p:spPr>
              <a:xfrm>
                <a:off x="2064769" y="3548503"/>
                <a:ext cx="372858"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a:rPr lang="en-US" sz="2800" b="0" i="0" dirty="0" smtClean="0">
                          <a:solidFill>
                            <a:srgbClr val="002060"/>
                          </a:solidFill>
                          <a:latin typeface="Cambria Math" panose="02040503050406030204" pitchFamily="18" charset="0"/>
                        </a:rPr>
                        <m:t>9</m:t>
                      </m:r>
                    </m:oMath>
                  </m:oMathPara>
                </a14:m>
                <a:endParaRPr lang="en-IN" sz="2800" dirty="0">
                  <a:solidFill>
                    <a:srgbClr val="002060"/>
                  </a:solidFill>
                </a:endParaRPr>
              </a:p>
            </p:txBody>
          </p:sp>
        </mc:Choice>
        <mc:Fallback xmlns="">
          <p:sp>
            <p:nvSpPr>
              <p:cNvPr id="33" name="TextBox 32">
                <a:extLst>
                  <a:ext uri="{FF2B5EF4-FFF2-40B4-BE49-F238E27FC236}">
                    <a16:creationId xmlns="" xmlns:a16="http://schemas.microsoft.com/office/drawing/2014/main"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2064769" y="3548503"/>
                <a:ext cx="372858" cy="523220"/>
              </a:xfrm>
              <a:prstGeom prst="rect">
                <a:avLst/>
              </a:prstGeom>
              <a:blipFill rotWithShape="0">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Rectangle 42"/>
              <p:cNvSpPr/>
              <p:nvPr/>
            </p:nvSpPr>
            <p:spPr>
              <a:xfrm>
                <a:off x="140652" y="4243900"/>
                <a:ext cx="2296975"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r>
                        <m:rPr>
                          <m:sty m:val="p"/>
                        </m:rPr>
                        <a:rPr lang="en-US" sz="2800" smtClean="0">
                          <a:solidFill>
                            <a:srgbClr val="002060"/>
                          </a:solidFill>
                          <a:latin typeface="Cambria Math" panose="02040503050406030204" pitchFamily="18" charset="0"/>
                        </a:rPr>
                        <m:t>ρ</m:t>
                      </m:r>
                      <m:r>
                        <a:rPr lang="en-US" sz="2800">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0.8333</m:t>
                      </m:r>
                    </m:oMath>
                  </m:oMathPara>
                </a14:m>
                <a:endParaRPr lang="en-US" sz="2800" dirty="0"/>
              </a:p>
            </p:txBody>
          </p:sp>
        </mc:Choice>
        <mc:Fallback xmlns="">
          <p:sp>
            <p:nvSpPr>
              <p:cNvPr id="43" name="Rectangle 42"/>
              <p:cNvSpPr>
                <a:spLocks noRot="1" noChangeAspect="1" noMove="1" noResize="1" noEditPoints="1" noAdjustHandles="1" noChangeArrowheads="1" noChangeShapeType="1" noTextEdit="1"/>
              </p:cNvSpPr>
              <p:nvPr/>
            </p:nvSpPr>
            <p:spPr>
              <a:xfrm>
                <a:off x="140652" y="4243900"/>
                <a:ext cx="2296975" cy="523220"/>
              </a:xfrm>
              <a:prstGeom prst="rect">
                <a:avLst/>
              </a:prstGeom>
              <a:blipFill rotWithShape="0">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Rectangle 43"/>
              <p:cNvSpPr/>
              <p:nvPr/>
            </p:nvSpPr>
            <p:spPr>
              <a:xfrm>
                <a:off x="137270" y="4987742"/>
                <a:ext cx="7313284" cy="523220"/>
              </a:xfrm>
              <a:prstGeom prst="rect">
                <a:avLst/>
              </a:prstGeom>
              <a:ln>
                <a:solidFill>
                  <a:srgbClr val="FF0000"/>
                </a:solidFill>
              </a:ln>
            </p:spPr>
            <p:style>
              <a:lnRef idx="2">
                <a:schemeClr val="accent2"/>
              </a:lnRef>
              <a:fillRef idx="1">
                <a:schemeClr val="lt1"/>
              </a:fillRef>
              <a:effectRef idx="0">
                <a:schemeClr val="accent2"/>
              </a:effectRef>
              <a:fontRef idx="minor">
                <a:schemeClr val="dk1"/>
              </a:fontRef>
            </p:style>
            <p:txBody>
              <a:bodyPr wrap="none">
                <a:spAutoFit/>
              </a:bodyPr>
              <a:lstStyle/>
              <a:p>
                <a:pPr/>
                <a14:m>
                  <m:oMathPara xmlns:m="http://schemas.openxmlformats.org/officeDocument/2006/math">
                    <m:oMathParaPr>
                      <m:jc m:val="left"/>
                    </m:oMathParaPr>
                    <m:oMath xmlns:m="http://schemas.openxmlformats.org/officeDocument/2006/math">
                      <m:r>
                        <a:rPr lang="en-US" sz="2800" b="1" i="1" smtClean="0">
                          <a:solidFill>
                            <a:srgbClr val="7030A0"/>
                          </a:solidFill>
                          <a:latin typeface="Cambria Math" panose="02040503050406030204" pitchFamily="18" charset="0"/>
                          <a:ea typeface="Cambria Math" panose="02040503050406030204" pitchFamily="18" charset="0"/>
                        </a:rPr>
                        <m:t>∴</m:t>
                      </m:r>
                      <m:r>
                        <m:rPr>
                          <m:nor/>
                        </m:rPr>
                        <a:rPr lang="en-US" sz="2800" b="1" i="0" dirty="0" smtClean="0">
                          <a:solidFill>
                            <a:srgbClr val="7030A0"/>
                          </a:solidFill>
                        </a:rPr>
                        <m:t>The</m:t>
                      </m:r>
                      <m:r>
                        <m:rPr>
                          <m:nor/>
                        </m:rPr>
                        <a:rPr lang="en-US" sz="2800" b="1" dirty="0">
                          <a:solidFill>
                            <a:srgbClr val="7030A0"/>
                          </a:solidFill>
                        </a:rPr>
                        <m:t> </m:t>
                      </m:r>
                      <m:r>
                        <m:rPr>
                          <m:nor/>
                        </m:rPr>
                        <a:rPr lang="en-US" sz="2800" b="1" dirty="0">
                          <a:solidFill>
                            <a:srgbClr val="7030A0"/>
                          </a:solidFill>
                        </a:rPr>
                        <m:t>coefficient</m:t>
                      </m:r>
                      <m:r>
                        <m:rPr>
                          <m:nor/>
                        </m:rPr>
                        <a:rPr lang="en-US" sz="2800" b="1" dirty="0">
                          <a:solidFill>
                            <a:srgbClr val="7030A0"/>
                          </a:solidFill>
                        </a:rPr>
                        <m:t> </m:t>
                      </m:r>
                      <m:r>
                        <m:rPr>
                          <m:nor/>
                        </m:rPr>
                        <a:rPr lang="en-US" sz="2800" b="1" dirty="0">
                          <a:solidFill>
                            <a:srgbClr val="7030A0"/>
                          </a:solidFill>
                        </a:rPr>
                        <m:t>of</m:t>
                      </m:r>
                      <m:r>
                        <m:rPr>
                          <m:nor/>
                        </m:rPr>
                        <a:rPr lang="en-US" sz="2800" b="1" dirty="0">
                          <a:solidFill>
                            <a:srgbClr val="7030A0"/>
                          </a:solidFill>
                        </a:rPr>
                        <m:t> </m:t>
                      </m:r>
                      <m:r>
                        <m:rPr>
                          <m:nor/>
                        </m:rPr>
                        <a:rPr lang="en-US" sz="2800" b="1" i="0" dirty="0" smtClean="0">
                          <a:solidFill>
                            <a:srgbClr val="7030A0"/>
                          </a:solidFill>
                        </a:rPr>
                        <m:t>rank</m:t>
                      </m:r>
                      <m:r>
                        <m:rPr>
                          <m:nor/>
                        </m:rPr>
                        <a:rPr lang="en-US" sz="2800" b="1" i="0" dirty="0" smtClean="0">
                          <a:solidFill>
                            <a:srgbClr val="7030A0"/>
                          </a:solidFill>
                        </a:rPr>
                        <m:t> </m:t>
                      </m:r>
                      <m:r>
                        <m:rPr>
                          <m:nor/>
                        </m:rPr>
                        <a:rPr lang="en-US" sz="2800" b="1" dirty="0">
                          <a:solidFill>
                            <a:srgbClr val="7030A0"/>
                          </a:solidFill>
                        </a:rPr>
                        <m:t>correlation</m:t>
                      </m:r>
                      <m:r>
                        <m:rPr>
                          <m:nor/>
                        </m:rPr>
                        <a:rPr lang="en-US" sz="2800" b="1" i="0" dirty="0" smtClean="0">
                          <a:solidFill>
                            <a:srgbClr val="7030A0"/>
                          </a:solidFill>
                        </a:rPr>
                        <m:t> </m:t>
                      </m:r>
                      <m:r>
                        <a:rPr lang="en-US" sz="2800" b="1" i="1" dirty="0" smtClean="0">
                          <a:solidFill>
                            <a:srgbClr val="7030A0"/>
                          </a:solidFill>
                          <a:latin typeface="Cambria Math" panose="02040503050406030204" pitchFamily="18" charset="0"/>
                        </a:rPr>
                        <m:t>= </m:t>
                      </m:r>
                      <m:r>
                        <a:rPr lang="en-US" sz="2800" b="1" i="1" dirty="0" smtClean="0">
                          <a:solidFill>
                            <a:srgbClr val="7030A0"/>
                          </a:solidFill>
                          <a:latin typeface="Cambria Math" panose="02040503050406030204" pitchFamily="18" charset="0"/>
                        </a:rPr>
                        <m:t>𝟎</m:t>
                      </m:r>
                      <m:r>
                        <a:rPr lang="en-US" sz="2800" b="1" i="1" dirty="0" smtClean="0">
                          <a:solidFill>
                            <a:srgbClr val="7030A0"/>
                          </a:solidFill>
                          <a:latin typeface="Cambria Math" panose="02040503050406030204" pitchFamily="18" charset="0"/>
                        </a:rPr>
                        <m:t>.</m:t>
                      </m:r>
                      <m:r>
                        <a:rPr lang="en-US" sz="2800" b="1" i="1" dirty="0" smtClean="0">
                          <a:solidFill>
                            <a:srgbClr val="7030A0"/>
                          </a:solidFill>
                          <a:latin typeface="Cambria Math" panose="02040503050406030204" pitchFamily="18" charset="0"/>
                        </a:rPr>
                        <m:t>𝟖𝟑𝟑𝟑</m:t>
                      </m:r>
                    </m:oMath>
                  </m:oMathPara>
                </a14:m>
                <a:endParaRPr lang="en-US" sz="2800" b="1" dirty="0">
                  <a:solidFill>
                    <a:srgbClr val="7030A0"/>
                  </a:solidFill>
                </a:endParaRPr>
              </a:p>
            </p:txBody>
          </p:sp>
        </mc:Choice>
        <mc:Fallback xmlns="">
          <p:sp>
            <p:nvSpPr>
              <p:cNvPr id="44" name="Rectangle 43"/>
              <p:cNvSpPr>
                <a:spLocks noRot="1" noChangeAspect="1" noMove="1" noResize="1" noEditPoints="1" noAdjustHandles="1" noChangeArrowheads="1" noChangeShapeType="1" noTextEdit="1"/>
              </p:cNvSpPr>
              <p:nvPr/>
            </p:nvSpPr>
            <p:spPr>
              <a:xfrm>
                <a:off x="137270" y="4987742"/>
                <a:ext cx="7313284" cy="523220"/>
              </a:xfrm>
              <a:prstGeom prst="rect">
                <a:avLst/>
              </a:prstGeom>
              <a:blipFill rotWithShape="0">
                <a:blip r:embed="rId10"/>
                <a:stretch>
                  <a:fillRect/>
                </a:stretch>
              </a:blipFill>
              <a:ln>
                <a:solidFill>
                  <a:srgbClr val="FF0000"/>
                </a:solidFill>
              </a:ln>
            </p:spPr>
            <p:txBody>
              <a:bodyPr/>
              <a:lstStyle/>
              <a:p>
                <a:r>
                  <a:rPr lang="en-US">
                    <a:noFill/>
                  </a:rPr>
                  <a:t> </a:t>
                </a:r>
              </a:p>
            </p:txBody>
          </p:sp>
        </mc:Fallback>
      </mc:AlternateContent>
      <p:sp>
        <p:nvSpPr>
          <p:cNvPr id="19" name="Rectangle 18"/>
          <p:cNvSpPr/>
          <p:nvPr/>
        </p:nvSpPr>
        <p:spPr>
          <a:xfrm>
            <a:off x="137270" y="5821148"/>
            <a:ext cx="7494359" cy="548640"/>
          </a:xfrm>
          <a:prstGeom prst="rect">
            <a:avLst/>
          </a:prstGeom>
          <a:ln>
            <a:solidFill>
              <a:srgbClr val="FF0000"/>
            </a:solidFill>
          </a:ln>
        </p:spPr>
        <p:style>
          <a:lnRef idx="2">
            <a:schemeClr val="accent2"/>
          </a:lnRef>
          <a:fillRef idx="1">
            <a:schemeClr val="lt1"/>
          </a:fillRef>
          <a:effectRef idx="0">
            <a:schemeClr val="accent2"/>
          </a:effectRef>
          <a:fontRef idx="minor">
            <a:schemeClr val="dk1"/>
          </a:fontRef>
        </p:style>
        <p:txBody>
          <a:bodyPr wrap="none">
            <a:spAutoFit/>
          </a:bodyPr>
          <a:lstStyle/>
          <a:p>
            <a:r>
              <a:rPr lang="en-US" sz="2800" b="1" dirty="0">
                <a:solidFill>
                  <a:srgbClr val="7030A0"/>
                </a:solidFill>
                <a:latin typeface="+mj-lt"/>
                <a:ea typeface="Cambria Math" panose="02040503050406030204" pitchFamily="18" charset="0"/>
              </a:rPr>
              <a:t>Comment: </a:t>
            </a:r>
            <a:r>
              <a:rPr lang="en-US" sz="2800" dirty="0">
                <a:solidFill>
                  <a:srgbClr val="7030A0"/>
                </a:solidFill>
                <a:latin typeface="+mj-lt"/>
                <a:ea typeface="Cambria Math" panose="02040503050406030204" pitchFamily="18" charset="0"/>
              </a:rPr>
              <a:t>ρ shows strong positive rank correlation.</a:t>
            </a:r>
            <a:endParaRPr lang="en-US" sz="2800" b="1" dirty="0">
              <a:solidFill>
                <a:srgbClr val="7030A0"/>
              </a:solidFill>
            </a:endParaRPr>
          </a:p>
        </p:txBody>
      </p:sp>
    </p:spTree>
    <p:extLst>
      <p:ext uri="{BB962C8B-B14F-4D97-AF65-F5344CB8AC3E}">
        <p14:creationId xmlns:p14="http://schemas.microsoft.com/office/powerpoint/2010/main" val="4269128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82" grpId="0"/>
      <p:bldP spid="86" grpId="0"/>
      <p:bldP spid="31" grpId="0"/>
      <p:bldP spid="32" grpId="0"/>
      <p:bldP spid="33" grpId="0"/>
      <p:bldP spid="43" grpId="0"/>
      <p:bldP spid="44" grpId="0" animBg="1"/>
      <p:bldP spid="19" grpId="0" animBg="1"/>
    </p:bldLst>
  </p:timing>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Tied Rank</a:t>
            </a:r>
            <a:r>
              <a:rPr lang="gu-IN" dirty="0"/>
              <a:t> / </a:t>
            </a:r>
            <a:r>
              <a:rPr lang="en-US" dirty="0"/>
              <a:t>Repeated Rank</a:t>
            </a:r>
          </a:p>
        </p:txBody>
      </p:sp>
      <p:sp>
        <p:nvSpPr>
          <p:cNvPr id="4" name="Content Placeholder 3"/>
          <p:cNvSpPr>
            <a:spLocks noGrp="1"/>
          </p:cNvSpPr>
          <p:nvPr>
            <p:ph idx="1"/>
          </p:nvPr>
        </p:nvSpPr>
        <p:spPr/>
        <p:txBody>
          <a:bodyPr/>
          <a:lstStyle/>
          <a:p>
            <a:r>
              <a:rPr lang="en-US" dirty="0"/>
              <a:t>In previous example,</a:t>
            </a:r>
          </a:p>
          <a:p>
            <a:pPr lvl="1"/>
            <a:r>
              <a:rPr lang="en-US" dirty="0"/>
              <a:t>If two or more students had obtained the </a:t>
            </a:r>
            <a:r>
              <a:rPr lang="en-US" dirty="0">
                <a:solidFill>
                  <a:srgbClr val="FF0000"/>
                </a:solidFill>
              </a:rPr>
              <a:t>same marks </a:t>
            </a:r>
            <a:r>
              <a:rPr lang="en-US" dirty="0"/>
              <a:t>in Mathematics or Chemistry, </a:t>
            </a:r>
            <a:r>
              <a:rPr lang="en-US" dirty="0">
                <a:solidFill>
                  <a:srgbClr val="FF0000"/>
                </a:solidFill>
              </a:rPr>
              <a:t>what</a:t>
            </a:r>
            <a:r>
              <a:rPr lang="en-US" dirty="0"/>
              <a:t> </a:t>
            </a:r>
            <a:r>
              <a:rPr lang="en-US" dirty="0">
                <a:solidFill>
                  <a:srgbClr val="FF0000"/>
                </a:solidFill>
              </a:rPr>
              <a:t>rank</a:t>
            </a:r>
            <a:r>
              <a:rPr lang="en-US" dirty="0"/>
              <a:t> would you give to those students?</a:t>
            </a:r>
            <a:endParaRPr lang="gu-IN" dirty="0"/>
          </a:p>
          <a:p>
            <a:pPr lvl="0"/>
            <a:endParaRPr lang="en-US" dirty="0"/>
          </a:p>
          <a:p>
            <a:pPr lvl="0"/>
            <a:r>
              <a:rPr lang="en-US" dirty="0"/>
              <a:t>If there is a </a:t>
            </a:r>
            <a:r>
              <a:rPr lang="en-US" dirty="0">
                <a:solidFill>
                  <a:srgbClr val="FF0000"/>
                </a:solidFill>
              </a:rPr>
              <a:t>tie</a:t>
            </a:r>
            <a:r>
              <a:rPr lang="en-US" dirty="0"/>
              <a:t> between the ranks, then it is known as tied rank.</a:t>
            </a:r>
          </a:p>
          <a:p>
            <a:endParaRPr lang="en-US" dirty="0"/>
          </a:p>
          <a:p>
            <a:r>
              <a:rPr lang="en-US" dirty="0"/>
              <a:t>In case of tie between individuals’ ranks, </a:t>
            </a:r>
          </a:p>
          <a:p>
            <a:pPr lvl="1"/>
            <a:r>
              <a:rPr lang="en-US" dirty="0"/>
              <a:t>the rank is divided among </a:t>
            </a:r>
            <a:r>
              <a:rPr lang="en-US" dirty="0">
                <a:solidFill>
                  <a:srgbClr val="FF0000"/>
                </a:solidFill>
              </a:rPr>
              <a:t>equal</a:t>
            </a:r>
            <a:r>
              <a:rPr lang="en-US" dirty="0"/>
              <a:t> individuals.</a:t>
            </a:r>
          </a:p>
        </p:txBody>
      </p:sp>
    </p:spTree>
    <p:extLst>
      <p:ext uri="{BB962C8B-B14F-4D97-AF65-F5344CB8AC3E}">
        <p14:creationId xmlns:p14="http://schemas.microsoft.com/office/powerpoint/2010/main" val="1736321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4">
                                            <p:txEl>
                                              <p:pRg st="5" end="5"/>
                                            </p:txEl>
                                          </p:spTgt>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grpId="0" nodeType="afterEffect">
                                  <p:stCondLst>
                                    <p:cond delay="0"/>
                                  </p:stCondLst>
                                  <p:childTnLst>
                                    <p:set>
                                      <p:cBhvr>
                                        <p:cTn id="2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7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Tied Rank</a:t>
            </a:r>
            <a:r>
              <a:rPr lang="gu-IN" dirty="0"/>
              <a:t> / </a:t>
            </a:r>
            <a:r>
              <a:rPr lang="en-US" dirty="0"/>
              <a:t>Repeated Rank</a:t>
            </a: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r>
                  <a:rPr lang="en-US" b="1" dirty="0">
                    <a:solidFill>
                      <a:schemeClr val="accent6">
                        <a:lumMod val="75000"/>
                      </a:schemeClr>
                    </a:solidFill>
                  </a:rPr>
                  <a:t>For Example:</a:t>
                </a:r>
              </a:p>
              <a:p>
                <a:pPr lvl="1"/>
                <a:r>
                  <a:rPr lang="en-US" dirty="0"/>
                  <a:t>If there is tie with </a:t>
                </a:r>
                <a:r>
                  <a:rPr lang="en-US" dirty="0">
                    <a:solidFill>
                      <a:srgbClr val="FF0000"/>
                    </a:solidFill>
                  </a:rPr>
                  <a:t>two</a:t>
                </a:r>
                <a:r>
                  <a:rPr lang="en-US" dirty="0"/>
                  <a:t> items at </a:t>
                </a:r>
                <a:r>
                  <a:rPr lang="en-US" dirty="0">
                    <a:solidFill>
                      <a:srgbClr val="FF0000"/>
                    </a:solidFill>
                  </a:rPr>
                  <a:t>4</a:t>
                </a:r>
                <a:r>
                  <a:rPr lang="en-US" baseline="30000" dirty="0">
                    <a:solidFill>
                      <a:srgbClr val="FF0000"/>
                    </a:solidFill>
                  </a:rPr>
                  <a:t>th</a:t>
                </a:r>
                <a:r>
                  <a:rPr lang="en-US" dirty="0"/>
                  <a:t> </a:t>
                </a:r>
                <a:r>
                  <a:rPr lang="en-US" dirty="0">
                    <a:solidFill>
                      <a:srgbClr val="FF0000"/>
                    </a:solidFill>
                  </a:rPr>
                  <a:t>rank</a:t>
                </a:r>
                <a:r>
                  <a:rPr lang="en-US" dirty="0"/>
                  <a:t>, then give average rank </a:t>
                </a:r>
                <a:r>
                  <a:rPr lang="en-US" dirty="0">
                    <a:solidFill>
                      <a:srgbClr val="FF0000"/>
                    </a:solidFill>
                  </a:rPr>
                  <a:t>4.5 </a:t>
                </a:r>
                <a:r>
                  <a:rPr lang="en-US" dirty="0"/>
                  <a:t>as rank to both items. </a:t>
                </a:r>
              </a:p>
              <a:p>
                <a:pPr marL="0" indent="0">
                  <a:lnSpc>
                    <a:spcPct val="100000"/>
                  </a:lnSpc>
                  <a:buNone/>
                </a:pPr>
                <a14:m>
                  <m:oMathPara xmlns:m="http://schemas.openxmlformats.org/officeDocument/2006/math">
                    <m:oMathParaPr>
                      <m:jc m:val="centerGroup"/>
                    </m:oMathParaPr>
                    <m:oMath xmlns:m="http://schemas.openxmlformats.org/officeDocument/2006/math">
                      <m:r>
                        <m:rPr>
                          <m:nor/>
                        </m:rPr>
                        <a:rPr lang="en-US" i="0"/>
                        <m:t>Average</m:t>
                      </m:r>
                      <m:r>
                        <m:rPr>
                          <m:nor/>
                        </m:rPr>
                        <a:rPr lang="en-US" b="0" i="0" smtClean="0"/>
                        <m:t> </m:t>
                      </m:r>
                      <m:r>
                        <m:rPr>
                          <m:nor/>
                        </m:rPr>
                        <a:rPr lang="en-US" b="0" i="0" smtClean="0"/>
                        <m:t>rank</m:t>
                      </m:r>
                      <m:r>
                        <a:rPr lang="en-US">
                          <a:latin typeface="Cambria Math" panose="02040503050406030204" pitchFamily="18" charset="0"/>
                        </a:rPr>
                        <m:t>=</m:t>
                      </m:r>
                      <m:f>
                        <m:fPr>
                          <m:ctrlPr>
                            <a:rPr lang="en-US" i="1">
                              <a:latin typeface="Cambria Math" panose="02040503050406030204" pitchFamily="18" charset="0"/>
                            </a:rPr>
                          </m:ctrlPr>
                        </m:fPr>
                        <m:num>
                          <m:r>
                            <a:rPr lang="en-US">
                              <a:latin typeface="Cambria Math" panose="02040503050406030204" pitchFamily="18" charset="0"/>
                            </a:rPr>
                            <m:t> 4+</m:t>
                          </m:r>
                          <m:r>
                            <a:rPr lang="en-US" smtClean="0">
                              <a:solidFill>
                                <a:srgbClr val="FF0000"/>
                              </a:solidFill>
                              <a:latin typeface="Cambria Math" panose="02040503050406030204" pitchFamily="18" charset="0"/>
                            </a:rPr>
                            <m:t>5</m:t>
                          </m:r>
                          <m:r>
                            <a:rPr lang="en-US">
                              <a:latin typeface="Cambria Math" panose="02040503050406030204" pitchFamily="18" charset="0"/>
                            </a:rPr>
                            <m:t> </m:t>
                          </m:r>
                        </m:num>
                        <m:den>
                          <m:r>
                            <a:rPr lang="en-US">
                              <a:latin typeface="Cambria Math" panose="02040503050406030204" pitchFamily="18" charset="0"/>
                            </a:rPr>
                            <m:t>2</m:t>
                          </m:r>
                        </m:den>
                      </m:f>
                      <m:r>
                        <a:rPr lang="en-US">
                          <a:latin typeface="Cambria Math" panose="02040503050406030204" pitchFamily="18" charset="0"/>
                        </a:rPr>
                        <m:t>=4.5</m:t>
                      </m:r>
                    </m:oMath>
                  </m:oMathPara>
                </a14:m>
                <a:endParaRPr lang="en-US" dirty="0"/>
              </a:p>
              <a:p>
                <a:pPr lvl="1"/>
                <a:r>
                  <a:rPr lang="en-US" dirty="0"/>
                  <a:t>If there is tie with </a:t>
                </a:r>
                <a:r>
                  <a:rPr lang="en-US" dirty="0">
                    <a:solidFill>
                      <a:srgbClr val="FF0000"/>
                    </a:solidFill>
                  </a:rPr>
                  <a:t>two</a:t>
                </a:r>
                <a:r>
                  <a:rPr lang="en-US" dirty="0"/>
                  <a:t> items at </a:t>
                </a:r>
                <a:r>
                  <a:rPr lang="en-US" dirty="0">
                    <a:solidFill>
                      <a:srgbClr val="FF0000"/>
                    </a:solidFill>
                  </a:rPr>
                  <a:t>8</a:t>
                </a:r>
                <a:r>
                  <a:rPr lang="en-US" baseline="30000" dirty="0">
                    <a:solidFill>
                      <a:srgbClr val="FF0000"/>
                    </a:solidFill>
                  </a:rPr>
                  <a:t>th</a:t>
                </a:r>
                <a:r>
                  <a:rPr lang="en-US" dirty="0"/>
                  <a:t> </a:t>
                </a:r>
                <a:r>
                  <a:rPr lang="en-US" dirty="0">
                    <a:solidFill>
                      <a:srgbClr val="FF0000"/>
                    </a:solidFill>
                  </a:rPr>
                  <a:t>rank</a:t>
                </a:r>
                <a:r>
                  <a:rPr lang="en-US" dirty="0"/>
                  <a:t>, then give average rank </a:t>
                </a:r>
                <a:r>
                  <a:rPr lang="en-US" dirty="0">
                    <a:solidFill>
                      <a:srgbClr val="FF0000"/>
                    </a:solidFill>
                  </a:rPr>
                  <a:t>8.5 </a:t>
                </a:r>
                <a:r>
                  <a:rPr lang="en-US" dirty="0"/>
                  <a:t>as rank to both items. </a:t>
                </a:r>
              </a:p>
              <a:p>
                <a:pPr marL="0" indent="0">
                  <a:lnSpc>
                    <a:spcPct val="100000"/>
                  </a:lnSpc>
                  <a:buNone/>
                </a:pPr>
                <a14:m>
                  <m:oMathPara xmlns:m="http://schemas.openxmlformats.org/officeDocument/2006/math">
                    <m:oMathParaPr>
                      <m:jc m:val="centerGroup"/>
                    </m:oMathParaPr>
                    <m:oMath xmlns:m="http://schemas.openxmlformats.org/officeDocument/2006/math">
                      <m:r>
                        <m:rPr>
                          <m:nor/>
                        </m:rPr>
                        <a:rPr lang="en-US"/>
                        <m:t>Average</m:t>
                      </m:r>
                      <m:r>
                        <m:rPr>
                          <m:nor/>
                        </m:rPr>
                        <a:rPr lang="en-US"/>
                        <m:t> </m:t>
                      </m:r>
                      <m:r>
                        <m:rPr>
                          <m:nor/>
                        </m:rPr>
                        <a:rPr lang="en-US"/>
                        <m:t>rank</m:t>
                      </m:r>
                      <m:r>
                        <a:rPr lang="en-US">
                          <a:latin typeface="Cambria Math" panose="02040503050406030204" pitchFamily="18" charset="0"/>
                        </a:rPr>
                        <m:t>=</m:t>
                      </m:r>
                      <m:f>
                        <m:fPr>
                          <m:ctrlPr>
                            <a:rPr lang="en-US" i="1">
                              <a:latin typeface="Cambria Math" panose="02040503050406030204" pitchFamily="18" charset="0"/>
                            </a:rPr>
                          </m:ctrlPr>
                        </m:fPr>
                        <m:num>
                          <m:r>
                            <a:rPr lang="en-US">
                              <a:latin typeface="Cambria Math" panose="02040503050406030204" pitchFamily="18" charset="0"/>
                            </a:rPr>
                            <m:t> </m:t>
                          </m:r>
                          <m:r>
                            <a:rPr lang="en-US" b="0" i="0" smtClean="0">
                              <a:latin typeface="Cambria Math" panose="02040503050406030204" pitchFamily="18" charset="0"/>
                            </a:rPr>
                            <m:t>8+</m:t>
                          </m:r>
                          <m:r>
                            <a:rPr lang="en-US" b="0" i="0" smtClean="0">
                              <a:solidFill>
                                <a:srgbClr val="FF0000"/>
                              </a:solidFill>
                              <a:latin typeface="Cambria Math" panose="02040503050406030204" pitchFamily="18" charset="0"/>
                            </a:rPr>
                            <m:t>9</m:t>
                          </m:r>
                          <m:r>
                            <a:rPr lang="en-US">
                              <a:latin typeface="Cambria Math" panose="02040503050406030204" pitchFamily="18" charset="0"/>
                            </a:rPr>
                            <m:t> </m:t>
                          </m:r>
                        </m:num>
                        <m:den>
                          <m:r>
                            <a:rPr lang="en-US" b="0" i="0" smtClean="0">
                              <a:latin typeface="Cambria Math" panose="02040503050406030204" pitchFamily="18" charset="0"/>
                            </a:rPr>
                            <m:t>2</m:t>
                          </m:r>
                        </m:den>
                      </m:f>
                      <m:r>
                        <a:rPr lang="en-US">
                          <a:latin typeface="Cambria Math" panose="02040503050406030204" pitchFamily="18" charset="0"/>
                        </a:rPr>
                        <m:t>=</m:t>
                      </m:r>
                      <m:r>
                        <a:rPr lang="en-US" b="0" i="0" smtClean="0">
                          <a:latin typeface="Cambria Math" panose="02040503050406030204" pitchFamily="18" charset="0"/>
                        </a:rPr>
                        <m:t>8.5</m:t>
                      </m:r>
                    </m:oMath>
                  </m:oMathPara>
                </a14:m>
                <a:endParaRPr lang="en-US" dirty="0"/>
              </a:p>
              <a:p>
                <a:pPr>
                  <a:lnSpc>
                    <a:spcPct val="200000"/>
                  </a:lnSpc>
                </a:pPr>
                <a:r>
                  <a:rPr lang="en-US" dirty="0">
                    <a:solidFill>
                      <a:srgbClr val="FF0000"/>
                    </a:solidFill>
                  </a:rPr>
                  <a:t>Note:</a:t>
                </a:r>
                <a:r>
                  <a:rPr lang="en-US" dirty="0"/>
                  <a:t> After tie at 4</a:t>
                </a:r>
                <a:r>
                  <a:rPr lang="en-US" baseline="30000" dirty="0"/>
                  <a:t>th</a:t>
                </a:r>
                <a:r>
                  <a:rPr lang="en-US" dirty="0"/>
                  <a:t> rank, next rank is 6</a:t>
                </a:r>
                <a:r>
                  <a:rPr lang="en-US" baseline="30000" dirty="0"/>
                  <a:t>th</a:t>
                </a:r>
                <a:r>
                  <a:rPr lang="en-US" dirty="0"/>
                  <a:t> rank.</a:t>
                </a:r>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a:blip r:embed="rId2"/>
                <a:stretch>
                  <a:fillRect l="-971" r="-1074" b="-3817"/>
                </a:stretch>
              </a:blipFill>
            </p:spPr>
            <p:txBody>
              <a:bodyPr/>
              <a:lstStyle/>
              <a:p>
                <a:r>
                  <a:rPr lang="en-IN">
                    <a:noFill/>
                  </a:rPr>
                  <a:t> </a:t>
                </a:r>
              </a:p>
            </p:txBody>
          </p:sp>
        </mc:Fallback>
      </mc:AlternateContent>
    </p:spTree>
    <p:extLst>
      <p:ext uri="{BB962C8B-B14F-4D97-AF65-F5344CB8AC3E}">
        <p14:creationId xmlns:p14="http://schemas.microsoft.com/office/powerpoint/2010/main" val="894358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Tied Rank</a:t>
            </a:r>
            <a:r>
              <a:rPr lang="gu-IN" dirty="0"/>
              <a:t> / </a:t>
            </a:r>
            <a:r>
              <a:rPr lang="en-US" dirty="0"/>
              <a:t>Repeated Rank</a:t>
            </a: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r>
                  <a:rPr lang="en-US" b="1" dirty="0">
                    <a:solidFill>
                      <a:schemeClr val="accent6">
                        <a:lumMod val="75000"/>
                      </a:schemeClr>
                    </a:solidFill>
                  </a:rPr>
                  <a:t>For Example:</a:t>
                </a:r>
              </a:p>
              <a:p>
                <a:pPr lvl="1"/>
                <a:r>
                  <a:rPr lang="en-US" dirty="0"/>
                  <a:t>If there is tie with </a:t>
                </a:r>
                <a:r>
                  <a:rPr lang="en-US" dirty="0">
                    <a:solidFill>
                      <a:srgbClr val="FF0000"/>
                    </a:solidFill>
                  </a:rPr>
                  <a:t>three</a:t>
                </a:r>
                <a:r>
                  <a:rPr lang="en-US" dirty="0"/>
                  <a:t> items at </a:t>
                </a:r>
                <a:r>
                  <a:rPr lang="en-US" dirty="0">
                    <a:solidFill>
                      <a:srgbClr val="FF0000"/>
                    </a:solidFill>
                  </a:rPr>
                  <a:t>2</a:t>
                </a:r>
                <a:r>
                  <a:rPr lang="en-US" baseline="30000" dirty="0">
                    <a:solidFill>
                      <a:srgbClr val="FF0000"/>
                    </a:solidFill>
                  </a:rPr>
                  <a:t>nd</a:t>
                </a:r>
                <a:r>
                  <a:rPr lang="en-US" dirty="0"/>
                  <a:t> </a:t>
                </a:r>
                <a:r>
                  <a:rPr lang="en-US" dirty="0">
                    <a:solidFill>
                      <a:srgbClr val="FF0000"/>
                    </a:solidFill>
                  </a:rPr>
                  <a:t>rank</a:t>
                </a:r>
                <a:r>
                  <a:rPr lang="en-US" dirty="0"/>
                  <a:t>, then give average rank </a:t>
                </a:r>
                <a:r>
                  <a:rPr lang="en-US" dirty="0">
                    <a:solidFill>
                      <a:srgbClr val="FF0000"/>
                    </a:solidFill>
                  </a:rPr>
                  <a:t>3 </a:t>
                </a:r>
                <a:r>
                  <a:rPr lang="en-US" dirty="0"/>
                  <a:t>as rank to all three items. </a:t>
                </a:r>
              </a:p>
              <a:p>
                <a:pPr marL="0" indent="0">
                  <a:lnSpc>
                    <a:spcPct val="100000"/>
                  </a:lnSpc>
                  <a:buNone/>
                </a:pPr>
                <a14:m>
                  <m:oMathPara xmlns:m="http://schemas.openxmlformats.org/officeDocument/2006/math">
                    <m:oMathParaPr>
                      <m:jc m:val="centerGroup"/>
                    </m:oMathParaPr>
                    <m:oMath xmlns:m="http://schemas.openxmlformats.org/officeDocument/2006/math">
                      <m:r>
                        <m:rPr>
                          <m:nor/>
                        </m:rPr>
                        <a:rPr lang="en-US"/>
                        <m:t>Average</m:t>
                      </m:r>
                      <m:r>
                        <m:rPr>
                          <m:nor/>
                        </m:rPr>
                        <a:rPr lang="en-US"/>
                        <m:t> </m:t>
                      </m:r>
                      <m:r>
                        <m:rPr>
                          <m:nor/>
                        </m:rPr>
                        <a:rPr lang="en-US"/>
                        <m:t>rank</m:t>
                      </m:r>
                      <m:r>
                        <a:rPr lang="en-US">
                          <a:latin typeface="Cambria Math" panose="02040503050406030204" pitchFamily="18" charset="0"/>
                        </a:rPr>
                        <m:t>=</m:t>
                      </m:r>
                      <m:f>
                        <m:fPr>
                          <m:ctrlPr>
                            <a:rPr lang="en-US" i="1">
                              <a:latin typeface="Cambria Math" panose="02040503050406030204" pitchFamily="18" charset="0"/>
                            </a:rPr>
                          </m:ctrlPr>
                        </m:fPr>
                        <m:num>
                          <m:r>
                            <a:rPr lang="en-US">
                              <a:latin typeface="Cambria Math" panose="02040503050406030204" pitchFamily="18" charset="0"/>
                            </a:rPr>
                            <m:t> </m:t>
                          </m:r>
                          <m:r>
                            <a:rPr lang="en-US" b="0" i="0" smtClean="0">
                              <a:latin typeface="Cambria Math" panose="02040503050406030204" pitchFamily="18" charset="0"/>
                            </a:rPr>
                            <m:t>2</m:t>
                          </m:r>
                          <m:r>
                            <a:rPr lang="en-US">
                              <a:latin typeface="Cambria Math" panose="02040503050406030204" pitchFamily="18" charset="0"/>
                            </a:rPr>
                            <m:t>+</m:t>
                          </m:r>
                          <m:r>
                            <a:rPr lang="en-US" b="0" i="0" smtClean="0">
                              <a:solidFill>
                                <a:srgbClr val="FF0000"/>
                              </a:solidFill>
                              <a:latin typeface="Cambria Math" panose="02040503050406030204" pitchFamily="18" charset="0"/>
                            </a:rPr>
                            <m:t>3+4</m:t>
                          </m:r>
                          <m:r>
                            <a:rPr lang="en-US">
                              <a:latin typeface="Cambria Math" panose="02040503050406030204" pitchFamily="18" charset="0"/>
                            </a:rPr>
                            <m:t> </m:t>
                          </m:r>
                        </m:num>
                        <m:den>
                          <m:r>
                            <a:rPr lang="en-US" b="0" i="0" smtClean="0">
                              <a:latin typeface="Cambria Math" panose="02040503050406030204" pitchFamily="18" charset="0"/>
                            </a:rPr>
                            <m:t>3</m:t>
                          </m:r>
                        </m:den>
                      </m:f>
                      <m:r>
                        <a:rPr lang="en-US">
                          <a:latin typeface="Cambria Math" panose="02040503050406030204" pitchFamily="18" charset="0"/>
                        </a:rPr>
                        <m:t>=</m:t>
                      </m:r>
                      <m:r>
                        <a:rPr lang="en-US" b="0" i="0" smtClean="0">
                          <a:latin typeface="Cambria Math" panose="02040503050406030204" pitchFamily="18" charset="0"/>
                        </a:rPr>
                        <m:t>3</m:t>
                      </m:r>
                    </m:oMath>
                  </m:oMathPara>
                </a14:m>
                <a:endParaRPr lang="en-US" b="0" dirty="0"/>
              </a:p>
              <a:p>
                <a:pPr lvl="1"/>
                <a:r>
                  <a:rPr lang="en-US" dirty="0"/>
                  <a:t>If there is tie with </a:t>
                </a:r>
                <a:r>
                  <a:rPr lang="en-US" dirty="0">
                    <a:solidFill>
                      <a:srgbClr val="FF0000"/>
                    </a:solidFill>
                  </a:rPr>
                  <a:t>three</a:t>
                </a:r>
                <a:r>
                  <a:rPr lang="en-US" dirty="0"/>
                  <a:t> items at </a:t>
                </a:r>
                <a:r>
                  <a:rPr lang="en-US" dirty="0">
                    <a:solidFill>
                      <a:srgbClr val="FF0000"/>
                    </a:solidFill>
                  </a:rPr>
                  <a:t>4</a:t>
                </a:r>
                <a:r>
                  <a:rPr lang="en-US" baseline="30000" dirty="0">
                    <a:solidFill>
                      <a:srgbClr val="FF0000"/>
                    </a:solidFill>
                  </a:rPr>
                  <a:t>th</a:t>
                </a:r>
                <a:r>
                  <a:rPr lang="en-US" dirty="0"/>
                  <a:t> </a:t>
                </a:r>
                <a:r>
                  <a:rPr lang="en-US" dirty="0">
                    <a:solidFill>
                      <a:srgbClr val="FF0000"/>
                    </a:solidFill>
                  </a:rPr>
                  <a:t>rank</a:t>
                </a:r>
                <a:r>
                  <a:rPr lang="en-US" dirty="0"/>
                  <a:t>, then give average rank </a:t>
                </a:r>
                <a:r>
                  <a:rPr lang="en-US" dirty="0">
                    <a:solidFill>
                      <a:srgbClr val="FF0000"/>
                    </a:solidFill>
                  </a:rPr>
                  <a:t>5 </a:t>
                </a:r>
                <a:r>
                  <a:rPr lang="en-US" dirty="0"/>
                  <a:t>as rank to all three items. </a:t>
                </a:r>
              </a:p>
              <a:p>
                <a:pPr marL="0" indent="0">
                  <a:lnSpc>
                    <a:spcPct val="100000"/>
                  </a:lnSpc>
                  <a:buNone/>
                </a:pPr>
                <a14:m>
                  <m:oMathPara xmlns:m="http://schemas.openxmlformats.org/officeDocument/2006/math">
                    <m:oMathParaPr>
                      <m:jc m:val="centerGroup"/>
                    </m:oMathParaPr>
                    <m:oMath xmlns:m="http://schemas.openxmlformats.org/officeDocument/2006/math">
                      <m:r>
                        <m:rPr>
                          <m:nor/>
                        </m:rPr>
                        <a:rPr lang="en-US"/>
                        <m:t>Average</m:t>
                      </m:r>
                      <m:r>
                        <m:rPr>
                          <m:nor/>
                        </m:rPr>
                        <a:rPr lang="en-US"/>
                        <m:t> </m:t>
                      </m:r>
                      <m:r>
                        <m:rPr>
                          <m:nor/>
                        </m:rPr>
                        <a:rPr lang="en-US"/>
                        <m:t>rank</m:t>
                      </m:r>
                      <m:r>
                        <a:rPr lang="en-US">
                          <a:latin typeface="Cambria Math" panose="02040503050406030204" pitchFamily="18" charset="0"/>
                        </a:rPr>
                        <m:t>=</m:t>
                      </m:r>
                      <m:f>
                        <m:fPr>
                          <m:ctrlPr>
                            <a:rPr lang="en-US" i="1">
                              <a:latin typeface="Cambria Math" panose="02040503050406030204" pitchFamily="18" charset="0"/>
                            </a:rPr>
                          </m:ctrlPr>
                        </m:fPr>
                        <m:num>
                          <m:r>
                            <a:rPr lang="en-US">
                              <a:latin typeface="Cambria Math" panose="02040503050406030204" pitchFamily="18" charset="0"/>
                            </a:rPr>
                            <m:t> 4+</m:t>
                          </m:r>
                          <m:r>
                            <a:rPr lang="en-US" smtClean="0">
                              <a:solidFill>
                                <a:srgbClr val="FF0000"/>
                              </a:solidFill>
                              <a:latin typeface="Cambria Math" panose="02040503050406030204" pitchFamily="18" charset="0"/>
                            </a:rPr>
                            <m:t>5+6</m:t>
                          </m:r>
                          <m:r>
                            <a:rPr lang="en-US">
                              <a:latin typeface="Cambria Math" panose="02040503050406030204" pitchFamily="18" charset="0"/>
                            </a:rPr>
                            <m:t> </m:t>
                          </m:r>
                        </m:num>
                        <m:den>
                          <m:r>
                            <a:rPr lang="en-US">
                              <a:latin typeface="Cambria Math" panose="02040503050406030204" pitchFamily="18" charset="0"/>
                            </a:rPr>
                            <m:t>3</m:t>
                          </m:r>
                        </m:den>
                      </m:f>
                      <m:r>
                        <a:rPr lang="en-US">
                          <a:latin typeface="Cambria Math" panose="02040503050406030204" pitchFamily="18" charset="0"/>
                        </a:rPr>
                        <m:t>=5</m:t>
                      </m:r>
                    </m:oMath>
                  </m:oMathPara>
                </a14:m>
                <a:endParaRPr lang="en-US" dirty="0"/>
              </a:p>
              <a:p>
                <a:pPr>
                  <a:lnSpc>
                    <a:spcPct val="200000"/>
                  </a:lnSpc>
                </a:pPr>
                <a:r>
                  <a:rPr lang="en-US" dirty="0">
                    <a:solidFill>
                      <a:srgbClr val="FF0000"/>
                    </a:solidFill>
                  </a:rPr>
                  <a:t>Note:</a:t>
                </a:r>
                <a:r>
                  <a:rPr lang="en-US" dirty="0"/>
                  <a:t> After tie at 2</a:t>
                </a:r>
                <a:r>
                  <a:rPr lang="en-US" baseline="30000" dirty="0"/>
                  <a:t>nd</a:t>
                </a:r>
                <a:r>
                  <a:rPr lang="en-US" dirty="0"/>
                  <a:t> rank, next rank is 5</a:t>
                </a:r>
                <a:r>
                  <a:rPr lang="en-US" baseline="30000" dirty="0"/>
                  <a:t>th</a:t>
                </a:r>
                <a:r>
                  <a:rPr lang="en-US" dirty="0"/>
                  <a:t> rank.</a:t>
                </a:r>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a:blip r:embed="rId2"/>
                <a:stretch>
                  <a:fillRect l="-971" r="-1074" b="-3817"/>
                </a:stretch>
              </a:blipFill>
            </p:spPr>
            <p:txBody>
              <a:bodyPr/>
              <a:lstStyle/>
              <a:p>
                <a:r>
                  <a:rPr lang="en-IN">
                    <a:noFill/>
                  </a:rPr>
                  <a:t> </a:t>
                </a:r>
              </a:p>
            </p:txBody>
          </p:sp>
        </mc:Fallback>
      </mc:AlternateContent>
    </p:spTree>
    <p:extLst>
      <p:ext uri="{BB962C8B-B14F-4D97-AF65-F5344CB8AC3E}">
        <p14:creationId xmlns:p14="http://schemas.microsoft.com/office/powerpoint/2010/main" val="3348538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7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Spearman’s Coefficient of Rank Correlation for Tied Rank</a:t>
            </a: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a:xfrm>
                <a:off x="131180" y="851869"/>
                <a:ext cx="11929641" cy="5590565"/>
              </a:xfrm>
            </p:spPr>
            <p:txBody>
              <a:bodyPr/>
              <a:lstStyle/>
              <a:p>
                <a:pPr marL="0" indent="0">
                  <a:lnSpc>
                    <a:spcPct val="125000"/>
                  </a:lnSpc>
                  <a:buNone/>
                </a:pPr>
                <a14:m>
                  <m:oMathPara xmlns:m="http://schemas.openxmlformats.org/officeDocument/2006/math">
                    <m:oMathParaPr>
                      <m:jc m:val="centerGroup"/>
                    </m:oMathParaPr>
                    <m:oMath xmlns:m="http://schemas.openxmlformats.org/officeDocument/2006/math">
                      <m:r>
                        <m:rPr>
                          <m:sty m:val="p"/>
                        </m:rPr>
                        <a:rPr lang="en-US" b="0" i="0" smtClean="0">
                          <a:solidFill>
                            <a:srgbClr val="C00000"/>
                          </a:solidFill>
                          <a:latin typeface="Cambria Math" panose="02040503050406030204" pitchFamily="18" charset="0"/>
                        </a:rPr>
                        <m:t>ρ</m:t>
                      </m:r>
                      <m:r>
                        <a:rPr lang="en-US" b="0" i="0">
                          <a:solidFill>
                            <a:srgbClr val="C00000"/>
                          </a:solidFill>
                          <a:latin typeface="Cambria Math" panose="02040503050406030204" pitchFamily="18" charset="0"/>
                        </a:rPr>
                        <m:t>=1−</m:t>
                      </m:r>
                      <m:f>
                        <m:fPr>
                          <m:ctrlPr>
                            <a:rPr lang="en-US" i="1">
                              <a:solidFill>
                                <a:srgbClr val="C00000"/>
                              </a:solidFill>
                              <a:latin typeface="Cambria Math" panose="02040503050406030204" pitchFamily="18" charset="0"/>
                            </a:rPr>
                          </m:ctrlPr>
                        </m:fPr>
                        <m:num>
                          <m:r>
                            <a:rPr lang="en-US" b="0" i="0">
                              <a:solidFill>
                                <a:srgbClr val="C00000"/>
                              </a:solidFill>
                              <a:latin typeface="Cambria Math" panose="02040503050406030204" pitchFamily="18" charset="0"/>
                            </a:rPr>
                            <m:t> 6</m:t>
                          </m:r>
                          <m:r>
                            <a:rPr lang="en-US" b="0" i="0">
                              <a:solidFill>
                                <a:srgbClr val="C00000"/>
                              </a:solidFill>
                              <a:latin typeface="Cambria Math" panose="02040503050406030204" pitchFamily="18" charset="0"/>
                              <a:ea typeface="Cambria Math" panose="02040503050406030204" pitchFamily="18" charset="0"/>
                            </a:rPr>
                            <m:t>∙</m:t>
                          </m:r>
                          <m:d>
                            <m:dPr>
                              <m:begChr m:val="["/>
                              <m:endChr m:val="]"/>
                              <m:ctrlPr>
                                <a:rPr lang="en-US" i="1" smtClean="0">
                                  <a:solidFill>
                                    <a:srgbClr val="C00000"/>
                                  </a:solidFill>
                                  <a:latin typeface="Cambria Math" panose="02040503050406030204" pitchFamily="18" charset="0"/>
                                </a:rPr>
                              </m:ctrlPr>
                            </m:dPr>
                            <m:e>
                              <m:eqArr>
                                <m:eqArrPr>
                                  <m:ctrlPr>
                                    <a:rPr lang="en-US" b="0" i="1" smtClean="0">
                                      <a:solidFill>
                                        <a:srgbClr val="C00000"/>
                                      </a:solidFill>
                                      <a:latin typeface="Cambria Math" panose="02040503050406030204" pitchFamily="18" charset="0"/>
                                    </a:rPr>
                                  </m:ctrlPr>
                                </m:eqArrPr>
                                <m:e>
                                  <m:r>
                                    <a:rPr lang="en-US" b="0" i="0" smtClean="0">
                                      <a:solidFill>
                                        <a:srgbClr val="C00000"/>
                                      </a:solidFill>
                                      <a:latin typeface="Cambria Math" panose="02040503050406030204" pitchFamily="18" charset="0"/>
                                    </a:rPr>
                                    <m:t> </m:t>
                                  </m:r>
                                </m:e>
                                <m:e>
                                  <m:r>
                                    <a:rPr lang="en-US" b="0" i="0" smtClean="0">
                                      <a:solidFill>
                                        <a:srgbClr val="C00000"/>
                                      </a:solidFill>
                                      <a:latin typeface="Cambria Math" panose="02040503050406030204" pitchFamily="18" charset="0"/>
                                    </a:rPr>
                                    <m:t> </m:t>
                                  </m:r>
                                  <m:nary>
                                    <m:naryPr>
                                      <m:chr m:val="∑"/>
                                      <m:limLoc m:val="undOvr"/>
                                      <m:subHide m:val="on"/>
                                      <m:supHide m:val="on"/>
                                      <m:ctrlPr>
                                        <a:rPr lang="en-US" i="1">
                                          <a:solidFill>
                                            <a:srgbClr val="C00000"/>
                                          </a:solidFill>
                                          <a:latin typeface="Cambria Math" panose="02040503050406030204" pitchFamily="18" charset="0"/>
                                        </a:rPr>
                                      </m:ctrlPr>
                                    </m:naryPr>
                                    <m:sub/>
                                    <m:sup/>
                                    <m:e>
                                      <m:sSup>
                                        <m:sSupPr>
                                          <m:ctrlPr>
                                            <a:rPr lang="en-US" i="1">
                                              <a:solidFill>
                                                <a:srgbClr val="C00000"/>
                                              </a:solidFill>
                                              <a:latin typeface="Cambria Math" panose="02040503050406030204" pitchFamily="18" charset="0"/>
                                            </a:rPr>
                                          </m:ctrlPr>
                                        </m:sSupPr>
                                        <m:e>
                                          <m:r>
                                            <m:rPr>
                                              <m:sty m:val="p"/>
                                            </m:rPr>
                                            <a:rPr lang="en-US" b="0" i="0">
                                              <a:solidFill>
                                                <a:srgbClr val="C00000"/>
                                              </a:solidFill>
                                              <a:latin typeface="Cambria Math" panose="02040503050406030204" pitchFamily="18" charset="0"/>
                                            </a:rPr>
                                            <m:t>d</m:t>
                                          </m:r>
                                        </m:e>
                                        <m:sup>
                                          <m:r>
                                            <a:rPr lang="en-US" b="0" i="0">
                                              <a:solidFill>
                                                <a:srgbClr val="C00000"/>
                                              </a:solidFill>
                                              <a:latin typeface="Cambria Math" panose="02040503050406030204" pitchFamily="18" charset="0"/>
                                            </a:rPr>
                                            <m:t>2</m:t>
                                          </m:r>
                                        </m:sup>
                                      </m:sSup>
                                      <m:r>
                                        <a:rPr lang="en-US" b="0" i="0">
                                          <a:solidFill>
                                            <a:srgbClr val="C00000"/>
                                          </a:solidFill>
                                          <a:latin typeface="Cambria Math" panose="02040503050406030204" pitchFamily="18" charset="0"/>
                                        </a:rPr>
                                        <m:t>+</m:t>
                                      </m:r>
                                      <m:f>
                                        <m:fPr>
                                          <m:ctrlPr>
                                            <a:rPr lang="en-US" i="1" smtClean="0">
                                              <a:solidFill>
                                                <a:schemeClr val="bg1"/>
                                              </a:solidFill>
                                              <a:latin typeface="Cambria Math" panose="02040503050406030204" pitchFamily="18" charset="0"/>
                                            </a:rPr>
                                          </m:ctrlPr>
                                        </m:fPr>
                                        <m:num>
                                          <m:r>
                                            <a:rPr lang="en-US" b="0" i="0">
                                              <a:solidFill>
                                                <a:schemeClr val="bg1"/>
                                              </a:solidFill>
                                              <a:latin typeface="Cambria Math" panose="02040503050406030204" pitchFamily="18" charset="0"/>
                                            </a:rPr>
                                            <m:t> 1 </m:t>
                                          </m:r>
                                        </m:num>
                                        <m:den>
                                          <m:r>
                                            <a:rPr lang="en-US" b="0" i="0" smtClean="0">
                                              <a:solidFill>
                                                <a:schemeClr val="bg1"/>
                                              </a:solidFill>
                                              <a:latin typeface="Cambria Math" panose="02040503050406030204" pitchFamily="18" charset="0"/>
                                            </a:rPr>
                                            <m:t> </m:t>
                                          </m:r>
                                          <m:r>
                                            <a:rPr lang="en-US" b="0" i="0">
                                              <a:solidFill>
                                                <a:schemeClr val="bg1"/>
                                              </a:solidFill>
                                              <a:latin typeface="Cambria Math" panose="02040503050406030204" pitchFamily="18" charset="0"/>
                                            </a:rPr>
                                            <m:t>12 </m:t>
                                          </m:r>
                                        </m:den>
                                      </m:f>
                                      <m:d>
                                        <m:dPr>
                                          <m:ctrlPr>
                                            <a:rPr lang="en-US" i="1">
                                              <a:solidFill>
                                                <a:schemeClr val="bg1"/>
                                              </a:solidFill>
                                              <a:latin typeface="Cambria Math" panose="02040503050406030204" pitchFamily="18" charset="0"/>
                                            </a:rPr>
                                          </m:ctrlPr>
                                        </m:dPr>
                                        <m:e>
                                          <m:sSup>
                                            <m:sSupPr>
                                              <m:ctrlPr>
                                                <a:rPr lang="en-US" i="1">
                                                  <a:solidFill>
                                                    <a:schemeClr val="bg1"/>
                                                  </a:solidFill>
                                                  <a:latin typeface="Cambria Math" panose="02040503050406030204" pitchFamily="18" charset="0"/>
                                                </a:rPr>
                                              </m:ctrlPr>
                                            </m:sSupPr>
                                            <m:e>
                                              <m:sSub>
                                                <m:sSubPr>
                                                  <m:ctrlPr>
                                                    <a:rPr lang="en-US" i="1">
                                                      <a:solidFill>
                                                        <a:schemeClr val="bg1"/>
                                                      </a:solidFill>
                                                      <a:latin typeface="Cambria Math" panose="02040503050406030204" pitchFamily="18" charset="0"/>
                                                    </a:rPr>
                                                  </m:ctrlPr>
                                                </m:sSubPr>
                                                <m:e>
                                                  <m:r>
                                                    <m:rPr>
                                                      <m:sty m:val="p"/>
                                                    </m:rPr>
                                                    <a:rPr lang="en-US" b="0" i="0">
                                                      <a:solidFill>
                                                        <a:schemeClr val="bg1"/>
                                                      </a:solidFill>
                                                      <a:latin typeface="Cambria Math" panose="02040503050406030204" pitchFamily="18" charset="0"/>
                                                    </a:rPr>
                                                    <m:t>m</m:t>
                                                  </m:r>
                                                </m:e>
                                                <m:sub>
                                                  <m:r>
                                                    <a:rPr lang="en-US" b="0" i="0">
                                                      <a:solidFill>
                                                        <a:schemeClr val="bg1"/>
                                                      </a:solidFill>
                                                      <a:latin typeface="Cambria Math" panose="02040503050406030204" pitchFamily="18" charset="0"/>
                                                    </a:rPr>
                                                    <m:t>1</m:t>
                                                  </m:r>
                                                </m:sub>
                                              </m:sSub>
                                            </m:e>
                                            <m:sup>
                                              <m:r>
                                                <a:rPr lang="en-US" b="0" i="0">
                                                  <a:solidFill>
                                                    <a:schemeClr val="bg1"/>
                                                  </a:solidFill>
                                                  <a:latin typeface="Cambria Math" panose="02040503050406030204" pitchFamily="18" charset="0"/>
                                                </a:rPr>
                                                <m:t>3</m:t>
                                              </m:r>
                                            </m:sup>
                                          </m:sSup>
                                          <m:r>
                                            <a:rPr lang="en-US" b="0" i="0">
                                              <a:solidFill>
                                                <a:schemeClr val="bg1"/>
                                              </a:solidFill>
                                              <a:latin typeface="Cambria Math" panose="02040503050406030204" pitchFamily="18" charset="0"/>
                                            </a:rPr>
                                            <m:t>−</m:t>
                                          </m:r>
                                          <m:sSub>
                                            <m:sSubPr>
                                              <m:ctrlPr>
                                                <a:rPr lang="en-US" i="1">
                                                  <a:solidFill>
                                                    <a:schemeClr val="bg1"/>
                                                  </a:solidFill>
                                                  <a:latin typeface="Cambria Math" panose="02040503050406030204" pitchFamily="18" charset="0"/>
                                                </a:rPr>
                                              </m:ctrlPr>
                                            </m:sSubPr>
                                            <m:e>
                                              <m:r>
                                                <m:rPr>
                                                  <m:sty m:val="p"/>
                                                </m:rPr>
                                                <a:rPr lang="en-US" b="0" i="0">
                                                  <a:solidFill>
                                                    <a:schemeClr val="bg1"/>
                                                  </a:solidFill>
                                                  <a:latin typeface="Cambria Math" panose="02040503050406030204" pitchFamily="18" charset="0"/>
                                                </a:rPr>
                                                <m:t>m</m:t>
                                              </m:r>
                                            </m:e>
                                            <m:sub>
                                              <m:r>
                                                <a:rPr lang="en-US" b="0" i="0">
                                                  <a:solidFill>
                                                    <a:schemeClr val="bg1"/>
                                                  </a:solidFill>
                                                  <a:latin typeface="Cambria Math" panose="02040503050406030204" pitchFamily="18" charset="0"/>
                                                </a:rPr>
                                                <m:t>1</m:t>
                                              </m:r>
                                            </m:sub>
                                          </m:sSub>
                                        </m:e>
                                      </m:d>
                                      <m:r>
                                        <a:rPr lang="en-US" b="0" i="0">
                                          <a:solidFill>
                                            <a:srgbClr val="C00000"/>
                                          </a:solidFill>
                                          <a:latin typeface="Cambria Math" panose="02040503050406030204" pitchFamily="18" charset="0"/>
                                        </a:rPr>
                                        <m:t>+</m:t>
                                      </m:r>
                                      <m:f>
                                        <m:fPr>
                                          <m:ctrlPr>
                                            <a:rPr lang="en-US" i="1" smtClean="0">
                                              <a:solidFill>
                                                <a:schemeClr val="bg1"/>
                                              </a:solidFill>
                                              <a:latin typeface="Cambria Math" panose="02040503050406030204" pitchFamily="18" charset="0"/>
                                            </a:rPr>
                                          </m:ctrlPr>
                                        </m:fPr>
                                        <m:num>
                                          <m:r>
                                            <a:rPr lang="en-US" b="0" i="0">
                                              <a:solidFill>
                                                <a:schemeClr val="bg1"/>
                                              </a:solidFill>
                                              <a:latin typeface="Cambria Math" panose="02040503050406030204" pitchFamily="18" charset="0"/>
                                            </a:rPr>
                                            <m:t> 1 </m:t>
                                          </m:r>
                                        </m:num>
                                        <m:den>
                                          <m:r>
                                            <a:rPr lang="en-US" b="0" i="0" smtClean="0">
                                              <a:solidFill>
                                                <a:schemeClr val="bg1"/>
                                              </a:solidFill>
                                              <a:latin typeface="Cambria Math" panose="02040503050406030204" pitchFamily="18" charset="0"/>
                                            </a:rPr>
                                            <m:t> </m:t>
                                          </m:r>
                                          <m:r>
                                            <a:rPr lang="en-US" b="0" i="0">
                                              <a:solidFill>
                                                <a:schemeClr val="bg1"/>
                                              </a:solidFill>
                                              <a:latin typeface="Cambria Math" panose="02040503050406030204" pitchFamily="18" charset="0"/>
                                            </a:rPr>
                                            <m:t>12 </m:t>
                                          </m:r>
                                        </m:den>
                                      </m:f>
                                      <m:d>
                                        <m:dPr>
                                          <m:ctrlPr>
                                            <a:rPr lang="en-US" i="1">
                                              <a:solidFill>
                                                <a:schemeClr val="bg1"/>
                                              </a:solidFill>
                                              <a:latin typeface="Cambria Math" panose="02040503050406030204" pitchFamily="18" charset="0"/>
                                            </a:rPr>
                                          </m:ctrlPr>
                                        </m:dPr>
                                        <m:e>
                                          <m:sSup>
                                            <m:sSupPr>
                                              <m:ctrlPr>
                                                <a:rPr lang="en-US" i="1">
                                                  <a:solidFill>
                                                    <a:schemeClr val="bg1"/>
                                                  </a:solidFill>
                                                  <a:latin typeface="Cambria Math" panose="02040503050406030204" pitchFamily="18" charset="0"/>
                                                </a:rPr>
                                              </m:ctrlPr>
                                            </m:sSupPr>
                                            <m:e>
                                              <m:sSub>
                                                <m:sSubPr>
                                                  <m:ctrlPr>
                                                    <a:rPr lang="en-US" i="1">
                                                      <a:solidFill>
                                                        <a:schemeClr val="bg1"/>
                                                      </a:solidFill>
                                                      <a:latin typeface="Cambria Math" panose="02040503050406030204" pitchFamily="18" charset="0"/>
                                                    </a:rPr>
                                                  </m:ctrlPr>
                                                </m:sSubPr>
                                                <m:e>
                                                  <m:r>
                                                    <m:rPr>
                                                      <m:sty m:val="p"/>
                                                    </m:rPr>
                                                    <a:rPr lang="en-US" b="0" i="0">
                                                      <a:solidFill>
                                                        <a:schemeClr val="bg1"/>
                                                      </a:solidFill>
                                                      <a:latin typeface="Cambria Math" panose="02040503050406030204" pitchFamily="18" charset="0"/>
                                                    </a:rPr>
                                                    <m:t>m</m:t>
                                                  </m:r>
                                                </m:e>
                                                <m:sub>
                                                  <m:r>
                                                    <a:rPr lang="en-US" b="0" i="0">
                                                      <a:solidFill>
                                                        <a:schemeClr val="bg1"/>
                                                      </a:solidFill>
                                                      <a:latin typeface="Cambria Math" panose="02040503050406030204" pitchFamily="18" charset="0"/>
                                                    </a:rPr>
                                                    <m:t>2</m:t>
                                                  </m:r>
                                                </m:sub>
                                              </m:sSub>
                                            </m:e>
                                            <m:sup>
                                              <m:r>
                                                <a:rPr lang="en-US" b="0" i="0">
                                                  <a:solidFill>
                                                    <a:schemeClr val="bg1"/>
                                                  </a:solidFill>
                                                  <a:latin typeface="Cambria Math" panose="02040503050406030204" pitchFamily="18" charset="0"/>
                                                </a:rPr>
                                                <m:t>3</m:t>
                                              </m:r>
                                            </m:sup>
                                          </m:sSup>
                                          <m:r>
                                            <a:rPr lang="en-US" b="0" i="0">
                                              <a:solidFill>
                                                <a:schemeClr val="bg1"/>
                                              </a:solidFill>
                                              <a:latin typeface="Cambria Math" panose="02040503050406030204" pitchFamily="18" charset="0"/>
                                            </a:rPr>
                                            <m:t>−</m:t>
                                          </m:r>
                                          <m:sSub>
                                            <m:sSubPr>
                                              <m:ctrlPr>
                                                <a:rPr lang="en-US" i="1">
                                                  <a:solidFill>
                                                    <a:schemeClr val="bg1"/>
                                                  </a:solidFill>
                                                  <a:latin typeface="Cambria Math" panose="02040503050406030204" pitchFamily="18" charset="0"/>
                                                </a:rPr>
                                              </m:ctrlPr>
                                            </m:sSubPr>
                                            <m:e>
                                              <m:r>
                                                <m:rPr>
                                                  <m:sty m:val="p"/>
                                                </m:rPr>
                                                <a:rPr lang="en-US" b="0" i="0">
                                                  <a:solidFill>
                                                    <a:schemeClr val="bg1"/>
                                                  </a:solidFill>
                                                  <a:latin typeface="Cambria Math" panose="02040503050406030204" pitchFamily="18" charset="0"/>
                                                </a:rPr>
                                                <m:t>m</m:t>
                                              </m:r>
                                            </m:e>
                                            <m:sub>
                                              <m:r>
                                                <a:rPr lang="en-US" b="0" i="0">
                                                  <a:solidFill>
                                                    <a:schemeClr val="bg1"/>
                                                  </a:solidFill>
                                                  <a:latin typeface="Cambria Math" panose="02040503050406030204" pitchFamily="18" charset="0"/>
                                                </a:rPr>
                                                <m:t>2</m:t>
                                              </m:r>
                                            </m:sub>
                                          </m:sSub>
                                        </m:e>
                                      </m:d>
                                    </m:e>
                                  </m:nary>
                                  <m:r>
                                    <a:rPr lang="en-US" b="0" i="0">
                                      <a:solidFill>
                                        <a:srgbClr val="C00000"/>
                                      </a:solidFill>
                                      <a:latin typeface="Cambria Math" panose="02040503050406030204" pitchFamily="18" charset="0"/>
                                    </a:rPr>
                                    <m:t>+…</m:t>
                                  </m:r>
                                  <m:r>
                                    <a:rPr lang="en-US" b="0" i="0" smtClean="0">
                                      <a:solidFill>
                                        <a:srgbClr val="C00000"/>
                                      </a:solidFill>
                                      <a:latin typeface="Cambria Math" panose="02040503050406030204" pitchFamily="18" charset="0"/>
                                    </a:rPr>
                                    <m:t>  </m:t>
                                  </m:r>
                                </m:e>
                                <m:e>
                                  <m:r>
                                    <a:rPr lang="en-US" b="0" i="1" smtClean="0">
                                      <a:solidFill>
                                        <a:srgbClr val="C00000"/>
                                      </a:solidFill>
                                      <a:latin typeface="Cambria Math" panose="02040503050406030204" pitchFamily="18" charset="0"/>
                                    </a:rPr>
                                    <m:t> </m:t>
                                  </m:r>
                                </m:e>
                              </m:eqArr>
                            </m:e>
                          </m:d>
                        </m:num>
                        <m:den>
                          <m:r>
                            <a:rPr lang="en-US" b="0" i="0">
                              <a:solidFill>
                                <a:srgbClr val="C00000"/>
                              </a:solidFill>
                              <a:latin typeface="Cambria Math" panose="02040503050406030204" pitchFamily="18" charset="0"/>
                            </a:rPr>
                            <m:t>  </m:t>
                          </m:r>
                          <m:r>
                            <m:rPr>
                              <m:sty m:val="p"/>
                            </m:rPr>
                            <a:rPr lang="en-US" b="0" i="0">
                              <a:solidFill>
                                <a:srgbClr val="C00000"/>
                              </a:solidFill>
                              <a:latin typeface="Cambria Math" panose="02040503050406030204" pitchFamily="18" charset="0"/>
                            </a:rPr>
                            <m:t>n</m:t>
                          </m:r>
                          <m:r>
                            <a:rPr lang="en-US" b="0" i="0">
                              <a:solidFill>
                                <a:srgbClr val="C00000"/>
                              </a:solidFill>
                              <a:latin typeface="Cambria Math" panose="02040503050406030204" pitchFamily="18" charset="0"/>
                            </a:rPr>
                            <m:t> </m:t>
                          </m:r>
                          <m:d>
                            <m:dPr>
                              <m:ctrlPr>
                                <a:rPr lang="en-US" i="1">
                                  <a:solidFill>
                                    <a:srgbClr val="C00000"/>
                                  </a:solidFill>
                                  <a:latin typeface="Cambria Math" panose="02040503050406030204" pitchFamily="18" charset="0"/>
                                </a:rPr>
                              </m:ctrlPr>
                            </m:dPr>
                            <m:e>
                              <m:sSup>
                                <m:sSupPr>
                                  <m:ctrlPr>
                                    <a:rPr lang="en-US" i="1">
                                      <a:solidFill>
                                        <a:srgbClr val="C00000"/>
                                      </a:solidFill>
                                      <a:latin typeface="Cambria Math" panose="02040503050406030204" pitchFamily="18" charset="0"/>
                                    </a:rPr>
                                  </m:ctrlPr>
                                </m:sSupPr>
                                <m:e>
                                  <m:r>
                                    <m:rPr>
                                      <m:sty m:val="p"/>
                                    </m:rPr>
                                    <a:rPr lang="en-US" b="0" i="0">
                                      <a:solidFill>
                                        <a:srgbClr val="C00000"/>
                                      </a:solidFill>
                                      <a:latin typeface="Cambria Math" panose="02040503050406030204" pitchFamily="18" charset="0"/>
                                    </a:rPr>
                                    <m:t>n</m:t>
                                  </m:r>
                                </m:e>
                                <m:sup>
                                  <m:r>
                                    <a:rPr lang="en-US" b="0" i="0">
                                      <a:solidFill>
                                        <a:srgbClr val="C00000"/>
                                      </a:solidFill>
                                      <a:latin typeface="Cambria Math" panose="02040503050406030204" pitchFamily="18" charset="0"/>
                                    </a:rPr>
                                    <m:t>2</m:t>
                                  </m:r>
                                </m:sup>
                              </m:sSup>
                              <m:r>
                                <a:rPr lang="en-US" b="0" i="0">
                                  <a:solidFill>
                                    <a:srgbClr val="C00000"/>
                                  </a:solidFill>
                                  <a:latin typeface="Cambria Math" panose="02040503050406030204" pitchFamily="18" charset="0"/>
                                </a:rPr>
                                <m:t>−1</m:t>
                              </m:r>
                            </m:e>
                          </m:d>
                          <m:r>
                            <a:rPr lang="en-US" b="0" i="0">
                              <a:solidFill>
                                <a:srgbClr val="C00000"/>
                              </a:solidFill>
                              <a:latin typeface="Cambria Math" panose="02040503050406030204" pitchFamily="18" charset="0"/>
                            </a:rPr>
                            <m:t>  </m:t>
                          </m:r>
                        </m:den>
                      </m:f>
                    </m:oMath>
                  </m:oMathPara>
                </a14:m>
                <a:endParaRPr lang="en-US" dirty="0"/>
              </a:p>
              <a:p>
                <a:pPr lvl="0">
                  <a:lnSpc>
                    <a:spcPct val="125000"/>
                  </a:lnSpc>
                </a:pPr>
                <a:r>
                  <a:rPr lang="en-US" dirty="0"/>
                  <a:t>Where</a:t>
                </a:r>
              </a:p>
              <a:p>
                <a:pPr lvl="1">
                  <a:lnSpc>
                    <a:spcPct val="125000"/>
                  </a:lnSpc>
                </a:pPr>
                <a14:m>
                  <m:oMath xmlns:m="http://schemas.openxmlformats.org/officeDocument/2006/math">
                    <m:r>
                      <m:rPr>
                        <m:sty m:val="p"/>
                      </m:rPr>
                      <a:rPr lang="en-US" i="0" dirty="0" smtClean="0">
                        <a:latin typeface="Cambria Math" panose="02040503050406030204" pitchFamily="18" charset="0"/>
                      </a:rPr>
                      <m:t>d</m:t>
                    </m:r>
                    <m:r>
                      <a:rPr lang="en-US">
                        <a:latin typeface="Cambria Math" panose="02040503050406030204" pitchFamily="18" charset="0"/>
                      </a:rPr>
                      <m:t>= </m:t>
                    </m:r>
                    <m:r>
                      <m:rPr>
                        <m:nor/>
                      </m:rPr>
                      <a:rPr lang="en-US"/>
                      <m:t>Difference</m:t>
                    </m:r>
                    <m:r>
                      <m:rPr>
                        <m:nor/>
                      </m:rPr>
                      <a:rPr lang="en-US"/>
                      <m:t> </m:t>
                    </m:r>
                    <m:r>
                      <m:rPr>
                        <m:nor/>
                      </m:rPr>
                      <a:rPr lang="en-US"/>
                      <m:t>of</m:t>
                    </m:r>
                    <m:r>
                      <m:rPr>
                        <m:nor/>
                      </m:rPr>
                      <a:rPr lang="en-US"/>
                      <m:t> </m:t>
                    </m:r>
                    <m:r>
                      <m:rPr>
                        <m:nor/>
                      </m:rPr>
                      <a:rPr lang="en-US"/>
                      <m:t>Ranks</m:t>
                    </m:r>
                    <m:r>
                      <a:rPr lang="en-US">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x</m:t>
                        </m:r>
                      </m:e>
                      <m:sub>
                        <m:r>
                          <m:rPr>
                            <m:sty m:val="p"/>
                          </m:rPr>
                          <a:rPr lang="en-US" b="0" i="0" smtClean="0">
                            <a:latin typeface="Cambria Math" panose="02040503050406030204" pitchFamily="18" charset="0"/>
                          </a:rPr>
                          <m:t>i</m:t>
                        </m:r>
                      </m:sub>
                    </m:sSub>
                    <m:r>
                      <a:rPr lang="en-US" b="0" i="0"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y</m:t>
                        </m:r>
                      </m:e>
                      <m:sub>
                        <m:r>
                          <m:rPr>
                            <m:sty m:val="p"/>
                          </m:rPr>
                          <a:rPr lang="en-US" b="0" i="0" smtClean="0">
                            <a:latin typeface="Cambria Math" panose="02040503050406030204" pitchFamily="18" charset="0"/>
                          </a:rPr>
                          <m:t>i</m:t>
                        </m:r>
                      </m:sub>
                    </m:sSub>
                  </m:oMath>
                </a14:m>
                <a:endParaRPr lang="en-US" dirty="0">
                  <a:solidFill>
                    <a:srgbClr val="002060"/>
                  </a:solidFill>
                </a:endParaRPr>
              </a:p>
              <a:p>
                <a:pPr lvl="1">
                  <a:lnSpc>
                    <a:spcPct val="125000"/>
                  </a:lnSpc>
                </a:pPr>
                <a14:m>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rPr>
                          <m:t>m</m:t>
                        </m:r>
                      </m:e>
                      <m:sub>
                        <m:r>
                          <m:rPr>
                            <m:sty m:val="p"/>
                          </m:rPr>
                          <a:rPr lang="en-US">
                            <a:latin typeface="Cambria Math" panose="02040503050406030204" pitchFamily="18" charset="0"/>
                          </a:rPr>
                          <m:t>i</m:t>
                        </m:r>
                      </m:sub>
                    </m:sSub>
                    <m:r>
                      <a:rPr lang="en-US">
                        <a:latin typeface="Cambria Math" panose="02040503050406030204" pitchFamily="18" charset="0"/>
                      </a:rPr>
                      <m:t>=</m:t>
                    </m:r>
                    <m:r>
                      <m:rPr>
                        <m:nor/>
                      </m:rPr>
                      <a:rPr lang="en-US" i="0"/>
                      <m:t>number</m:t>
                    </m:r>
                    <m:r>
                      <m:rPr>
                        <m:nor/>
                      </m:rPr>
                      <a:rPr lang="en-US" i="0"/>
                      <m:t> </m:t>
                    </m:r>
                    <m:r>
                      <m:rPr>
                        <m:nor/>
                      </m:rPr>
                      <a:rPr lang="en-US" i="0"/>
                      <m:t>of</m:t>
                    </m:r>
                    <m:r>
                      <m:rPr>
                        <m:nor/>
                      </m:rPr>
                      <a:rPr lang="en-US" i="0"/>
                      <m:t> </m:t>
                    </m:r>
                    <m:r>
                      <m:rPr>
                        <m:nor/>
                      </m:rPr>
                      <a:rPr lang="en-US" i="0"/>
                      <m:t>times</m:t>
                    </m:r>
                    <m:r>
                      <m:rPr>
                        <m:nor/>
                      </m:rPr>
                      <a:rPr lang="en-US" i="0"/>
                      <m:t> </m:t>
                    </m:r>
                    <m:r>
                      <m:rPr>
                        <m:nor/>
                      </m:rPr>
                      <a:rPr lang="en-US" i="0"/>
                      <m:t>a</m:t>
                    </m:r>
                    <m:r>
                      <m:rPr>
                        <m:nor/>
                      </m:rPr>
                      <a:rPr lang="en-US" i="0"/>
                      <m:t> </m:t>
                    </m:r>
                    <m:r>
                      <m:rPr>
                        <m:nor/>
                      </m:rPr>
                      <a:rPr lang="en-US" i="0"/>
                      <m:t>data</m:t>
                    </m:r>
                    <m:r>
                      <m:rPr>
                        <m:nor/>
                      </m:rPr>
                      <a:rPr lang="en-US" i="0"/>
                      <m:t> </m:t>
                    </m:r>
                    <m:r>
                      <m:rPr>
                        <m:nor/>
                      </m:rPr>
                      <a:rPr lang="en-US" i="0"/>
                      <m:t>repeats</m:t>
                    </m:r>
                    <m:r>
                      <a:rPr lang="en-US">
                        <a:latin typeface="Cambria Math" panose="02040503050406030204" pitchFamily="18" charset="0"/>
                      </a:rPr>
                      <m:t>=2, 3, …</m:t>
                    </m:r>
                  </m:oMath>
                </a14:m>
                <a:endParaRPr lang="en-US" dirty="0"/>
              </a:p>
              <a:p>
                <a:pPr>
                  <a:lnSpc>
                    <a:spcPct val="125000"/>
                  </a:lnSpc>
                </a:pPr>
                <a:endParaRPr lang="en-US" dirty="0"/>
              </a:p>
              <a:p>
                <a:pPr>
                  <a:lnSpc>
                    <a:spcPct val="125000"/>
                  </a:lnSpc>
                </a:pPr>
                <a:r>
                  <a:rPr lang="en-US" dirty="0"/>
                  <a:t>Note:</a:t>
                </a:r>
              </a:p>
              <a:p>
                <a:pPr lvl="1">
                  <a:lnSpc>
                    <a:spcPct val="125000"/>
                  </a:lnSpc>
                </a:pPr>
                <a:r>
                  <a:rPr lang="en-US" dirty="0"/>
                  <a:t>If any data </a:t>
                </a:r>
                <a14:m>
                  <m:oMath xmlns:m="http://schemas.openxmlformats.org/officeDocument/2006/math">
                    <m:sSub>
                      <m:sSubPr>
                        <m:ctrlPr>
                          <a:rPr lang="en-US" i="1" smtClean="0">
                            <a:solidFill>
                              <a:srgbClr val="FF0000"/>
                            </a:solidFill>
                            <a:latin typeface="Cambria Math" panose="02040503050406030204" pitchFamily="18" charset="0"/>
                          </a:rPr>
                        </m:ctrlPr>
                      </m:sSubPr>
                      <m:e>
                        <m:r>
                          <m:rPr>
                            <m:sty m:val="p"/>
                          </m:rPr>
                          <a:rPr lang="en-US">
                            <a:solidFill>
                              <a:srgbClr val="FF0000"/>
                            </a:solidFill>
                            <a:latin typeface="Cambria Math" panose="02040503050406030204" pitchFamily="18" charset="0"/>
                          </a:rPr>
                          <m:t>x</m:t>
                        </m:r>
                      </m:e>
                      <m:sub>
                        <m:r>
                          <m:rPr>
                            <m:sty m:val="p"/>
                          </m:rPr>
                          <a:rPr lang="en-US">
                            <a:solidFill>
                              <a:srgbClr val="FF0000"/>
                            </a:solidFill>
                            <a:latin typeface="Cambria Math" panose="02040503050406030204" pitchFamily="18" charset="0"/>
                          </a:rPr>
                          <m:t>i</m:t>
                        </m:r>
                      </m:sub>
                    </m:sSub>
                  </m:oMath>
                </a14:m>
                <a:r>
                  <a:rPr lang="en-US" dirty="0"/>
                  <a:t> is repeated </a:t>
                </a:r>
                <a14:m>
                  <m:oMath xmlns:m="http://schemas.openxmlformats.org/officeDocument/2006/math">
                    <m:r>
                      <a:rPr lang="en-US" i="1" dirty="0" smtClean="0">
                        <a:solidFill>
                          <a:srgbClr val="FF0000"/>
                        </a:solidFill>
                        <a:latin typeface="Cambria Math" panose="02040503050406030204" pitchFamily="18" charset="0"/>
                      </a:rPr>
                      <m:t>2</m:t>
                    </m:r>
                  </m:oMath>
                </a14:m>
                <a:r>
                  <a:rPr lang="en-US" dirty="0"/>
                  <a:t> times, then </a:t>
                </a:r>
                <a14:m>
                  <m:oMath xmlns:m="http://schemas.openxmlformats.org/officeDocument/2006/math">
                    <m:sSub>
                      <m:sSubPr>
                        <m:ctrlPr>
                          <a:rPr lang="en-US" i="1" smtClean="0">
                            <a:solidFill>
                              <a:srgbClr val="FF0000"/>
                            </a:solidFill>
                            <a:latin typeface="Cambria Math" panose="02040503050406030204" pitchFamily="18" charset="0"/>
                          </a:rPr>
                        </m:ctrlPr>
                      </m:sSubPr>
                      <m:e>
                        <m:r>
                          <m:rPr>
                            <m:sty m:val="p"/>
                          </m:rPr>
                          <a:rPr lang="en-US">
                            <a:solidFill>
                              <a:srgbClr val="FF0000"/>
                            </a:solidFill>
                            <a:latin typeface="Cambria Math" panose="02040503050406030204" pitchFamily="18" charset="0"/>
                          </a:rPr>
                          <m:t>m</m:t>
                        </m:r>
                      </m:e>
                      <m:sub>
                        <m:r>
                          <a:rPr lang="en-US">
                            <a:solidFill>
                              <a:srgbClr val="FF0000"/>
                            </a:solidFill>
                            <a:latin typeface="Cambria Math" panose="02040503050406030204" pitchFamily="18" charset="0"/>
                          </a:rPr>
                          <m:t>1</m:t>
                        </m:r>
                      </m:sub>
                    </m:sSub>
                    <m:r>
                      <a:rPr lang="en-US">
                        <a:solidFill>
                          <a:srgbClr val="FF0000"/>
                        </a:solidFill>
                        <a:latin typeface="Cambria Math" panose="02040503050406030204" pitchFamily="18" charset="0"/>
                      </a:rPr>
                      <m:t>=2</m:t>
                    </m:r>
                  </m:oMath>
                </a14:m>
                <a:endParaRPr lang="en-US" dirty="0"/>
              </a:p>
              <a:p>
                <a:pPr lvl="1">
                  <a:lnSpc>
                    <a:spcPct val="125000"/>
                  </a:lnSpc>
                </a:pPr>
                <a:r>
                  <a:rPr lang="en-US" dirty="0"/>
                  <a:t>If any data </a:t>
                </a:r>
                <a14:m>
                  <m:oMath xmlns:m="http://schemas.openxmlformats.org/officeDocument/2006/math">
                    <m:sSub>
                      <m:sSubPr>
                        <m:ctrlPr>
                          <a:rPr lang="en-US" i="1" smtClean="0">
                            <a:solidFill>
                              <a:srgbClr val="FF0000"/>
                            </a:solidFill>
                            <a:latin typeface="Cambria Math" panose="02040503050406030204" pitchFamily="18" charset="0"/>
                          </a:rPr>
                        </m:ctrlPr>
                      </m:sSubPr>
                      <m:e>
                        <m:r>
                          <m:rPr>
                            <m:sty m:val="p"/>
                          </m:rPr>
                          <a:rPr lang="en-US">
                            <a:solidFill>
                              <a:srgbClr val="FF0000"/>
                            </a:solidFill>
                            <a:latin typeface="Cambria Math" panose="02040503050406030204" pitchFamily="18" charset="0"/>
                          </a:rPr>
                          <m:t>x</m:t>
                        </m:r>
                      </m:e>
                      <m:sub>
                        <m:r>
                          <m:rPr>
                            <m:sty m:val="p"/>
                          </m:rPr>
                          <a:rPr lang="en-US">
                            <a:solidFill>
                              <a:srgbClr val="FF0000"/>
                            </a:solidFill>
                            <a:latin typeface="Cambria Math" panose="02040503050406030204" pitchFamily="18" charset="0"/>
                          </a:rPr>
                          <m:t>j</m:t>
                        </m:r>
                      </m:sub>
                    </m:sSub>
                  </m:oMath>
                </a14:m>
                <a:r>
                  <a:rPr lang="en-US" dirty="0"/>
                  <a:t> is repeated </a:t>
                </a:r>
                <a14:m>
                  <m:oMath xmlns:m="http://schemas.openxmlformats.org/officeDocument/2006/math">
                    <m:r>
                      <a:rPr lang="en-US" i="1" dirty="0" smtClean="0">
                        <a:solidFill>
                          <a:srgbClr val="FF0000"/>
                        </a:solidFill>
                        <a:latin typeface="Cambria Math" panose="02040503050406030204" pitchFamily="18" charset="0"/>
                      </a:rPr>
                      <m:t>3</m:t>
                    </m:r>
                  </m:oMath>
                </a14:m>
                <a:r>
                  <a:rPr lang="en-US" dirty="0"/>
                  <a:t> times, then </a:t>
                </a:r>
                <a14:m>
                  <m:oMath xmlns:m="http://schemas.openxmlformats.org/officeDocument/2006/math">
                    <m:sSub>
                      <m:sSubPr>
                        <m:ctrlPr>
                          <a:rPr lang="en-US" i="1" smtClean="0">
                            <a:solidFill>
                              <a:srgbClr val="FF0000"/>
                            </a:solidFill>
                            <a:latin typeface="Cambria Math" panose="02040503050406030204" pitchFamily="18" charset="0"/>
                          </a:rPr>
                        </m:ctrlPr>
                      </m:sSubPr>
                      <m:e>
                        <m:r>
                          <m:rPr>
                            <m:sty m:val="p"/>
                          </m:rPr>
                          <a:rPr lang="en-US">
                            <a:solidFill>
                              <a:srgbClr val="FF0000"/>
                            </a:solidFill>
                            <a:latin typeface="Cambria Math" panose="02040503050406030204" pitchFamily="18" charset="0"/>
                          </a:rPr>
                          <m:t>m</m:t>
                        </m:r>
                      </m:e>
                      <m:sub>
                        <m:r>
                          <a:rPr lang="en-US">
                            <a:solidFill>
                              <a:srgbClr val="FF0000"/>
                            </a:solidFill>
                            <a:latin typeface="Cambria Math" panose="02040503050406030204" pitchFamily="18" charset="0"/>
                          </a:rPr>
                          <m:t>2</m:t>
                        </m:r>
                      </m:sub>
                    </m:sSub>
                    <m:r>
                      <a:rPr lang="en-US">
                        <a:solidFill>
                          <a:srgbClr val="FF0000"/>
                        </a:solidFill>
                        <a:latin typeface="Cambria Math" panose="02040503050406030204" pitchFamily="18" charset="0"/>
                      </a:rPr>
                      <m:t>=3</m:t>
                    </m:r>
                  </m:oMath>
                </a14:m>
                <a:endParaRPr lang="en-US" dirty="0">
                  <a:solidFill>
                    <a:srgbClr val="002060"/>
                  </a:solidFill>
                </a:endParaRPr>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xfrm>
                <a:off x="131180" y="851869"/>
                <a:ext cx="11929641" cy="5590565"/>
              </a:xfrm>
              <a:blipFill rotWithShape="0">
                <a:blip r:embed="rId2"/>
                <a:stretch>
                  <a:fillRect l="-971" b="-44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4501145" y="1118131"/>
                <a:ext cx="2608856" cy="899157"/>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f>
                        <m:fPr>
                          <m:ctrlPr>
                            <a:rPr lang="en-US" sz="2800" i="1">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 1 </m:t>
                          </m:r>
                        </m:num>
                        <m:den>
                          <m:r>
                            <a:rPr lang="en-US" sz="2800">
                              <a:solidFill>
                                <a:srgbClr val="002060"/>
                              </a:solidFill>
                              <a:latin typeface="Cambria Math" panose="02040503050406030204" pitchFamily="18" charset="0"/>
                            </a:rPr>
                            <m:t>12 </m:t>
                          </m:r>
                        </m:den>
                      </m:f>
                      <m:d>
                        <m:dPr>
                          <m:ctrlPr>
                            <a:rPr lang="en-US" sz="2800" i="1">
                              <a:solidFill>
                                <a:srgbClr val="002060"/>
                              </a:solidFill>
                              <a:latin typeface="Cambria Math" panose="02040503050406030204" pitchFamily="18" charset="0"/>
                            </a:rPr>
                          </m:ctrlPr>
                        </m:dPr>
                        <m:e>
                          <m:sSup>
                            <m:sSupPr>
                              <m:ctrlPr>
                                <a:rPr lang="en-US" sz="2800" i="1">
                                  <a:solidFill>
                                    <a:srgbClr val="002060"/>
                                  </a:solidFill>
                                  <a:latin typeface="Cambria Math" panose="02040503050406030204" pitchFamily="18" charset="0"/>
                                </a:rPr>
                              </m:ctrlPr>
                            </m:sSupPr>
                            <m:e>
                              <m:sSub>
                                <m:sSubPr>
                                  <m:ctrlPr>
                                    <a:rPr lang="en-US" sz="2800" i="1">
                                      <a:solidFill>
                                        <a:srgbClr val="002060"/>
                                      </a:solidFill>
                                      <a:latin typeface="Cambria Math" panose="02040503050406030204" pitchFamily="18" charset="0"/>
                                    </a:rPr>
                                  </m:ctrlPr>
                                </m:sSubPr>
                                <m:e>
                                  <m:r>
                                    <m:rPr>
                                      <m:sty m:val="p"/>
                                    </m:rPr>
                                    <a:rPr lang="en-US" sz="2800">
                                      <a:solidFill>
                                        <a:srgbClr val="002060"/>
                                      </a:solidFill>
                                      <a:latin typeface="Cambria Math" panose="02040503050406030204" pitchFamily="18" charset="0"/>
                                    </a:rPr>
                                    <m:t>m</m:t>
                                  </m:r>
                                </m:e>
                                <m:sub>
                                  <m:r>
                                    <a:rPr lang="en-US" sz="2800">
                                      <a:solidFill>
                                        <a:srgbClr val="002060"/>
                                      </a:solidFill>
                                      <a:latin typeface="Cambria Math" panose="02040503050406030204" pitchFamily="18" charset="0"/>
                                    </a:rPr>
                                    <m:t>1</m:t>
                                  </m:r>
                                </m:sub>
                              </m:sSub>
                            </m:e>
                            <m:sup>
                              <m:r>
                                <a:rPr lang="en-US" sz="2800">
                                  <a:solidFill>
                                    <a:srgbClr val="002060"/>
                                  </a:solidFill>
                                  <a:latin typeface="Cambria Math" panose="02040503050406030204" pitchFamily="18" charset="0"/>
                                </a:rPr>
                                <m:t>3</m:t>
                              </m:r>
                            </m:sup>
                          </m:sSup>
                          <m:r>
                            <a:rPr lang="en-US" sz="2800">
                              <a:solidFill>
                                <a:srgbClr val="002060"/>
                              </a:solidFill>
                              <a:latin typeface="Cambria Math" panose="02040503050406030204" pitchFamily="18" charset="0"/>
                            </a:rPr>
                            <m:t>−</m:t>
                          </m:r>
                          <m:sSub>
                            <m:sSubPr>
                              <m:ctrlPr>
                                <a:rPr lang="en-US" sz="2800" i="1">
                                  <a:solidFill>
                                    <a:srgbClr val="002060"/>
                                  </a:solidFill>
                                  <a:latin typeface="Cambria Math" panose="02040503050406030204" pitchFamily="18" charset="0"/>
                                </a:rPr>
                              </m:ctrlPr>
                            </m:sSubPr>
                            <m:e>
                              <m:r>
                                <m:rPr>
                                  <m:sty m:val="p"/>
                                </m:rPr>
                                <a:rPr lang="en-US" sz="2800">
                                  <a:solidFill>
                                    <a:srgbClr val="002060"/>
                                  </a:solidFill>
                                  <a:latin typeface="Cambria Math" panose="02040503050406030204" pitchFamily="18" charset="0"/>
                                </a:rPr>
                                <m:t>m</m:t>
                              </m:r>
                            </m:e>
                            <m:sub>
                              <m:r>
                                <a:rPr lang="en-US" sz="2800">
                                  <a:solidFill>
                                    <a:srgbClr val="002060"/>
                                  </a:solidFill>
                                  <a:latin typeface="Cambria Math" panose="02040503050406030204" pitchFamily="18" charset="0"/>
                                </a:rPr>
                                <m:t>1</m:t>
                              </m:r>
                            </m:sub>
                          </m:sSub>
                        </m:e>
                      </m:d>
                    </m:oMath>
                  </m:oMathPara>
                </a14:m>
                <a:endParaRPr lang="en-US" sz="2800" dirty="0">
                  <a:solidFill>
                    <a:srgbClr val="002060"/>
                  </a:solidFill>
                </a:endParaRPr>
              </a:p>
            </p:txBody>
          </p:sp>
        </mc:Choice>
        <mc:Fallback xmlns="">
          <p:sp>
            <p:nvSpPr>
              <p:cNvPr id="5" name="Rectangle 4"/>
              <p:cNvSpPr>
                <a:spLocks noRot="1" noChangeAspect="1" noMove="1" noResize="1" noEditPoints="1" noAdjustHandles="1" noChangeArrowheads="1" noChangeShapeType="1" noTextEdit="1"/>
              </p:cNvSpPr>
              <p:nvPr/>
            </p:nvSpPr>
            <p:spPr>
              <a:xfrm>
                <a:off x="4501145" y="1118131"/>
                <a:ext cx="2608856" cy="899157"/>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48195" y="1118131"/>
                <a:ext cx="2703945" cy="899157"/>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f>
                        <m:fPr>
                          <m:ctrlPr>
                            <a:rPr lang="en-US" sz="2800" i="1" smtClean="0">
                              <a:solidFill>
                                <a:srgbClr val="7030A0"/>
                              </a:solidFill>
                              <a:latin typeface="Cambria Math" panose="02040503050406030204" pitchFamily="18" charset="0"/>
                            </a:rPr>
                          </m:ctrlPr>
                        </m:fPr>
                        <m:num>
                          <m:r>
                            <a:rPr lang="en-US" sz="2800">
                              <a:solidFill>
                                <a:srgbClr val="7030A0"/>
                              </a:solidFill>
                              <a:latin typeface="Cambria Math" panose="02040503050406030204" pitchFamily="18" charset="0"/>
                            </a:rPr>
                            <m:t> 1 </m:t>
                          </m:r>
                        </m:num>
                        <m:den>
                          <m:r>
                            <a:rPr lang="en-US" sz="2800">
                              <a:solidFill>
                                <a:srgbClr val="7030A0"/>
                              </a:solidFill>
                              <a:latin typeface="Cambria Math" panose="02040503050406030204" pitchFamily="18" charset="0"/>
                            </a:rPr>
                            <m:t>12 </m:t>
                          </m:r>
                        </m:den>
                      </m:f>
                      <m:d>
                        <m:dPr>
                          <m:ctrlPr>
                            <a:rPr lang="en-US" sz="2800" i="1">
                              <a:solidFill>
                                <a:srgbClr val="7030A0"/>
                              </a:solidFill>
                              <a:latin typeface="Cambria Math" panose="02040503050406030204" pitchFamily="18" charset="0"/>
                            </a:rPr>
                          </m:ctrlPr>
                        </m:dPr>
                        <m:e>
                          <m:sSup>
                            <m:sSupPr>
                              <m:ctrlPr>
                                <a:rPr lang="en-US" sz="2800" i="1">
                                  <a:solidFill>
                                    <a:srgbClr val="7030A0"/>
                                  </a:solidFill>
                                  <a:latin typeface="Cambria Math" panose="02040503050406030204" pitchFamily="18" charset="0"/>
                                </a:rPr>
                              </m:ctrlPr>
                            </m:sSupPr>
                            <m:e>
                              <m:sSub>
                                <m:sSubPr>
                                  <m:ctrlPr>
                                    <a:rPr lang="en-US" sz="2800" i="1">
                                      <a:solidFill>
                                        <a:srgbClr val="7030A0"/>
                                      </a:solidFill>
                                      <a:latin typeface="Cambria Math" panose="02040503050406030204" pitchFamily="18" charset="0"/>
                                    </a:rPr>
                                  </m:ctrlPr>
                                </m:sSubPr>
                                <m:e>
                                  <m:r>
                                    <m:rPr>
                                      <m:sty m:val="p"/>
                                    </m:rPr>
                                    <a:rPr lang="en-US" sz="2800">
                                      <a:solidFill>
                                        <a:srgbClr val="7030A0"/>
                                      </a:solidFill>
                                      <a:latin typeface="Cambria Math" panose="02040503050406030204" pitchFamily="18" charset="0"/>
                                    </a:rPr>
                                    <m:t>m</m:t>
                                  </m:r>
                                </m:e>
                                <m:sub>
                                  <m:r>
                                    <a:rPr lang="en-US" sz="2800" b="0" i="0" smtClean="0">
                                      <a:solidFill>
                                        <a:srgbClr val="7030A0"/>
                                      </a:solidFill>
                                      <a:latin typeface="Cambria Math" panose="02040503050406030204" pitchFamily="18" charset="0"/>
                                    </a:rPr>
                                    <m:t>2</m:t>
                                  </m:r>
                                </m:sub>
                              </m:sSub>
                            </m:e>
                            <m:sup>
                              <m:r>
                                <a:rPr lang="en-US" sz="2800">
                                  <a:solidFill>
                                    <a:srgbClr val="7030A0"/>
                                  </a:solidFill>
                                  <a:latin typeface="Cambria Math" panose="02040503050406030204" pitchFamily="18" charset="0"/>
                                </a:rPr>
                                <m:t>3</m:t>
                              </m:r>
                            </m:sup>
                          </m:sSup>
                          <m:r>
                            <a:rPr lang="en-US" sz="2800">
                              <a:solidFill>
                                <a:srgbClr val="7030A0"/>
                              </a:solidFill>
                              <a:latin typeface="Cambria Math" panose="02040503050406030204" pitchFamily="18" charset="0"/>
                            </a:rPr>
                            <m:t>−</m:t>
                          </m:r>
                          <m:sSub>
                            <m:sSubPr>
                              <m:ctrlPr>
                                <a:rPr lang="en-US" sz="2800" i="1">
                                  <a:solidFill>
                                    <a:srgbClr val="7030A0"/>
                                  </a:solidFill>
                                  <a:latin typeface="Cambria Math" panose="02040503050406030204" pitchFamily="18" charset="0"/>
                                </a:rPr>
                              </m:ctrlPr>
                            </m:sSubPr>
                            <m:e>
                              <m:r>
                                <m:rPr>
                                  <m:sty m:val="p"/>
                                </m:rPr>
                                <a:rPr lang="en-US" sz="2800">
                                  <a:solidFill>
                                    <a:srgbClr val="7030A0"/>
                                  </a:solidFill>
                                  <a:latin typeface="Cambria Math" panose="02040503050406030204" pitchFamily="18" charset="0"/>
                                </a:rPr>
                                <m:t>m</m:t>
                              </m:r>
                            </m:e>
                            <m:sub>
                              <m:r>
                                <a:rPr lang="en-US" sz="2800" b="0" i="0" smtClean="0">
                                  <a:solidFill>
                                    <a:srgbClr val="7030A0"/>
                                  </a:solidFill>
                                  <a:latin typeface="Cambria Math" panose="02040503050406030204" pitchFamily="18" charset="0"/>
                                </a:rPr>
                                <m:t>2</m:t>
                              </m:r>
                            </m:sub>
                          </m:sSub>
                        </m:e>
                      </m:d>
                    </m:oMath>
                  </m:oMathPara>
                </a14:m>
                <a:endParaRPr lang="en-US" sz="2800" dirty="0">
                  <a:solidFill>
                    <a:srgbClr val="002060"/>
                  </a:solidFill>
                </a:endParaRPr>
              </a:p>
            </p:txBody>
          </p:sp>
        </mc:Choice>
        <mc:Fallback xmlns="">
          <p:sp>
            <p:nvSpPr>
              <p:cNvPr id="6" name="Rectangle 5"/>
              <p:cNvSpPr>
                <a:spLocks noRot="1" noChangeAspect="1" noMove="1" noResize="1" noEditPoints="1" noAdjustHandles="1" noChangeArrowheads="1" noChangeShapeType="1" noTextEdit="1"/>
              </p:cNvSpPr>
              <p:nvPr/>
            </p:nvSpPr>
            <p:spPr>
              <a:xfrm>
                <a:off x="7348195" y="1118131"/>
                <a:ext cx="2703945" cy="899157"/>
              </a:xfrm>
              <a:prstGeom prst="rect">
                <a:avLst/>
              </a:prstGeom>
              <a:blipFill rotWithShape="0">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877059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p:bldP spid="6"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7" y="869081"/>
            <a:ext cx="11929643" cy="64008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00000"/>
              </a:lnSpc>
            </a:pPr>
            <a:r>
              <a:rPr lang="en-US" dirty="0"/>
              <a:t>Calculate coefficient of rank correlation by Spearman’s method from following:</a:t>
            </a:r>
          </a:p>
        </p:txBody>
      </p:sp>
      <p:sp>
        <p:nvSpPr>
          <p:cNvPr id="2" name="Title 1"/>
          <p:cNvSpPr>
            <a:spLocks noGrp="1"/>
          </p:cNvSpPr>
          <p:nvPr>
            <p:ph type="title"/>
          </p:nvPr>
        </p:nvSpPr>
        <p:spPr/>
        <p:txBody>
          <a:bodyPr/>
          <a:lstStyle/>
          <a:p>
            <a:r>
              <a:rPr lang="en-GB" dirty="0"/>
              <a:t>Method 2 ⇝ Example 4</a:t>
            </a:r>
            <a:endParaRPr lang="en-US" dirty="0"/>
          </a:p>
        </p:txBody>
      </p:sp>
      <p:sp>
        <p:nvSpPr>
          <p:cNvPr id="50" name="Rectangle 49">
            <a:extLst>
              <a:ext uri="{FF2B5EF4-FFF2-40B4-BE49-F238E27FC236}">
                <a16:creationId xmlns:a16="http://schemas.microsoft.com/office/drawing/2014/main" id="{B2D3FB0B-D709-43AC-B65F-29361B504B61}"/>
              </a:ext>
            </a:extLst>
          </p:cNvPr>
          <p:cNvSpPr/>
          <p:nvPr/>
        </p:nvSpPr>
        <p:spPr>
          <a:xfrm>
            <a:off x="131177" y="3535750"/>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p:graphicFrame>
        <p:nvGraphicFramePr>
          <p:cNvPr id="3" name="Table 2"/>
          <p:cNvGraphicFramePr>
            <a:graphicFrameLocks noGrp="1"/>
          </p:cNvGraphicFramePr>
          <p:nvPr>
            <p:extLst>
              <p:ext uri="{D42A27DB-BD31-4B8C-83A1-F6EECF244321}">
                <p14:modId xmlns:p14="http://schemas.microsoft.com/office/powerpoint/2010/main" val="111575058"/>
              </p:ext>
            </p:extLst>
          </p:nvPr>
        </p:nvGraphicFramePr>
        <p:xfrm>
          <a:off x="129540" y="1669954"/>
          <a:ext cx="11932920" cy="1280160"/>
        </p:xfrm>
        <a:graphic>
          <a:graphicData uri="http://schemas.openxmlformats.org/drawingml/2006/table">
            <a:tbl>
              <a:tblPr firstRow="1" firstCol="1" bandRow="1">
                <a:tableStyleId>{E8B1032C-EA38-4F05-BA0D-38AFFFC7BED3}</a:tableStyleId>
              </a:tblPr>
              <a:tblGrid>
                <a:gridCol w="2753750">
                  <a:extLst>
                    <a:ext uri="{9D8B030D-6E8A-4147-A177-3AD203B41FA5}">
                      <a16:colId xmlns:a16="http://schemas.microsoft.com/office/drawing/2014/main" val="20000"/>
                    </a:ext>
                  </a:extLst>
                </a:gridCol>
                <a:gridCol w="917917">
                  <a:extLst>
                    <a:ext uri="{9D8B030D-6E8A-4147-A177-3AD203B41FA5}">
                      <a16:colId xmlns:a16="http://schemas.microsoft.com/office/drawing/2014/main" val="20001"/>
                    </a:ext>
                  </a:extLst>
                </a:gridCol>
                <a:gridCol w="917917">
                  <a:extLst>
                    <a:ext uri="{9D8B030D-6E8A-4147-A177-3AD203B41FA5}">
                      <a16:colId xmlns:a16="http://schemas.microsoft.com/office/drawing/2014/main" val="20002"/>
                    </a:ext>
                  </a:extLst>
                </a:gridCol>
                <a:gridCol w="917917">
                  <a:extLst>
                    <a:ext uri="{9D8B030D-6E8A-4147-A177-3AD203B41FA5}">
                      <a16:colId xmlns:a16="http://schemas.microsoft.com/office/drawing/2014/main" val="20003"/>
                    </a:ext>
                  </a:extLst>
                </a:gridCol>
                <a:gridCol w="917917">
                  <a:extLst>
                    <a:ext uri="{9D8B030D-6E8A-4147-A177-3AD203B41FA5}">
                      <a16:colId xmlns:a16="http://schemas.microsoft.com/office/drawing/2014/main" val="20004"/>
                    </a:ext>
                  </a:extLst>
                </a:gridCol>
                <a:gridCol w="917917">
                  <a:extLst>
                    <a:ext uri="{9D8B030D-6E8A-4147-A177-3AD203B41FA5}">
                      <a16:colId xmlns:a16="http://schemas.microsoft.com/office/drawing/2014/main" val="20005"/>
                    </a:ext>
                  </a:extLst>
                </a:gridCol>
                <a:gridCol w="917917">
                  <a:extLst>
                    <a:ext uri="{9D8B030D-6E8A-4147-A177-3AD203B41FA5}">
                      <a16:colId xmlns:a16="http://schemas.microsoft.com/office/drawing/2014/main" val="20006"/>
                    </a:ext>
                  </a:extLst>
                </a:gridCol>
                <a:gridCol w="917917">
                  <a:extLst>
                    <a:ext uri="{9D8B030D-6E8A-4147-A177-3AD203B41FA5}">
                      <a16:colId xmlns:a16="http://schemas.microsoft.com/office/drawing/2014/main" val="20007"/>
                    </a:ext>
                  </a:extLst>
                </a:gridCol>
                <a:gridCol w="917917">
                  <a:extLst>
                    <a:ext uri="{9D8B030D-6E8A-4147-A177-3AD203B41FA5}">
                      <a16:colId xmlns:a16="http://schemas.microsoft.com/office/drawing/2014/main" val="20008"/>
                    </a:ext>
                  </a:extLst>
                </a:gridCol>
                <a:gridCol w="917917">
                  <a:extLst>
                    <a:ext uri="{9D8B030D-6E8A-4147-A177-3AD203B41FA5}">
                      <a16:colId xmlns:a16="http://schemas.microsoft.com/office/drawing/2014/main" val="20009"/>
                    </a:ext>
                  </a:extLst>
                </a:gridCol>
                <a:gridCol w="917917">
                  <a:extLst>
                    <a:ext uri="{9D8B030D-6E8A-4147-A177-3AD203B41FA5}">
                      <a16:colId xmlns:a16="http://schemas.microsoft.com/office/drawing/2014/main" val="20010"/>
                    </a:ext>
                  </a:extLst>
                </a:gridCol>
              </a:tblGrid>
              <a:tr h="640080">
                <a:tc>
                  <a:txBody>
                    <a:bodyPr/>
                    <a:lstStyle/>
                    <a:p>
                      <a:pPr marL="0" marR="0" algn="ctr">
                        <a:lnSpc>
                          <a:spcPct val="100000"/>
                        </a:lnSpc>
                        <a:spcBef>
                          <a:spcPts val="0"/>
                        </a:spcBef>
                        <a:spcAft>
                          <a:spcPts val="0"/>
                        </a:spcAft>
                        <a:tabLst>
                          <a:tab pos="0" algn="l"/>
                          <a:tab pos="447675" algn="l"/>
                        </a:tabLst>
                      </a:pPr>
                      <a:r>
                        <a:rPr lang="en-US" sz="2800" b="1" dirty="0">
                          <a:solidFill>
                            <a:srgbClr val="002060"/>
                          </a:solidFill>
                          <a:effectLst/>
                          <a:latin typeface="+mn-lt"/>
                          <a:ea typeface="Calibri" panose="020F0502020204030204" pitchFamily="34" charset="0"/>
                          <a:cs typeface="Shruti" panose="020B0502040204020203" pitchFamily="34" charset="0"/>
                        </a:rPr>
                        <a:t>Sales</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45</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56</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a:solidFill>
                            <a:srgbClr val="002060"/>
                          </a:solidFill>
                          <a:effectLst/>
                          <a:latin typeface="+mn-lt"/>
                          <a:ea typeface="Calibri" panose="020F0502020204030204" pitchFamily="34" charset="0"/>
                          <a:cs typeface="Shruti" panose="020B0502040204020203" pitchFamily="34" charset="0"/>
                        </a:rPr>
                        <a:t>39</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54</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a:solidFill>
                            <a:srgbClr val="002060"/>
                          </a:solidFill>
                          <a:effectLst/>
                          <a:latin typeface="+mn-lt"/>
                          <a:ea typeface="Calibri" panose="020F0502020204030204" pitchFamily="34" charset="0"/>
                          <a:cs typeface="Shruti" panose="020B0502040204020203" pitchFamily="34" charset="0"/>
                        </a:rPr>
                        <a:t>45</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a:solidFill>
                            <a:srgbClr val="002060"/>
                          </a:solidFill>
                          <a:effectLst/>
                          <a:latin typeface="+mn-lt"/>
                          <a:ea typeface="Calibri" panose="020F0502020204030204" pitchFamily="34" charset="0"/>
                          <a:cs typeface="Shruti" panose="020B0502040204020203" pitchFamily="34" charset="0"/>
                        </a:rPr>
                        <a:t>40</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a:solidFill>
                            <a:srgbClr val="002060"/>
                          </a:solidFill>
                          <a:effectLst/>
                          <a:latin typeface="+mn-lt"/>
                          <a:ea typeface="Calibri" panose="020F0502020204030204" pitchFamily="34" charset="0"/>
                          <a:cs typeface="Shruti" panose="020B0502040204020203" pitchFamily="34" charset="0"/>
                        </a:rPr>
                        <a:t>56</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a:solidFill>
                            <a:srgbClr val="002060"/>
                          </a:solidFill>
                          <a:effectLst/>
                          <a:latin typeface="+mn-lt"/>
                          <a:ea typeface="Calibri" panose="020F0502020204030204" pitchFamily="34" charset="0"/>
                          <a:cs typeface="Shruti" panose="020B0502040204020203" pitchFamily="34" charset="0"/>
                        </a:rPr>
                        <a:t>60</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a:solidFill>
                            <a:srgbClr val="002060"/>
                          </a:solidFill>
                          <a:effectLst/>
                          <a:latin typeface="+mn-lt"/>
                          <a:ea typeface="Calibri" panose="020F0502020204030204" pitchFamily="34" charset="0"/>
                          <a:cs typeface="Shruti" panose="020B0502040204020203" pitchFamily="34" charset="0"/>
                        </a:rPr>
                        <a:t>30</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a:solidFill>
                            <a:srgbClr val="002060"/>
                          </a:solidFill>
                          <a:effectLst/>
                          <a:latin typeface="+mn-lt"/>
                          <a:ea typeface="Calibri" panose="020F0502020204030204" pitchFamily="34" charset="0"/>
                          <a:cs typeface="Shruti" panose="020B0502040204020203" pitchFamily="34" charset="0"/>
                        </a:rPr>
                        <a:t>36</a:t>
                      </a:r>
                    </a:p>
                  </a:txBody>
                  <a:tcPr marL="68580" marR="68580" marT="0" marB="0" anchor="ctr"/>
                </a:tc>
                <a:extLst>
                  <a:ext uri="{0D108BD9-81ED-4DB2-BD59-A6C34878D82A}">
                    <a16:rowId xmlns:a16="http://schemas.microsoft.com/office/drawing/2014/main" val="10000"/>
                  </a:ext>
                </a:extLst>
              </a:tr>
              <a:tr h="640080">
                <a:tc>
                  <a:txBody>
                    <a:bodyPr/>
                    <a:lstStyle/>
                    <a:p>
                      <a:pPr marL="0" marR="0" algn="ctr">
                        <a:lnSpc>
                          <a:spcPct val="100000"/>
                        </a:lnSpc>
                        <a:spcBef>
                          <a:spcPts val="0"/>
                        </a:spcBef>
                        <a:spcAft>
                          <a:spcPts val="0"/>
                        </a:spcAft>
                        <a:tabLst>
                          <a:tab pos="0" algn="l"/>
                          <a:tab pos="447675" algn="l"/>
                        </a:tabLst>
                      </a:pPr>
                      <a:r>
                        <a:rPr lang="en-US" sz="2800" b="1" dirty="0">
                          <a:solidFill>
                            <a:srgbClr val="002060"/>
                          </a:solidFill>
                          <a:effectLst/>
                          <a:latin typeface="+mn-lt"/>
                          <a:ea typeface="Calibri" panose="020F0502020204030204" pitchFamily="34" charset="0"/>
                          <a:cs typeface="Shruti" panose="020B0502040204020203" pitchFamily="34" charset="0"/>
                        </a:rPr>
                        <a:t>Cost</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40</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36</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30</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44</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36</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32</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45</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42</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20</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36</a:t>
                      </a:r>
                    </a:p>
                  </a:txBody>
                  <a:tcPr marL="68580" marR="68580" marT="0" marB="0" anchor="ctr"/>
                </a:tc>
                <a:extLst>
                  <a:ext uri="{0D108BD9-81ED-4DB2-BD59-A6C34878D82A}">
                    <a16:rowId xmlns:a16="http://schemas.microsoft.com/office/drawing/2014/main" val="10001"/>
                  </a:ext>
                </a:extLst>
              </a:tr>
            </a:tbl>
          </a:graphicData>
        </a:graphic>
      </p:graphicFrame>
      <p:sp>
        <p:nvSpPr>
          <p:cNvPr id="10" name="Rectangle 9"/>
          <p:cNvSpPr/>
          <p:nvPr/>
        </p:nvSpPr>
        <p:spPr>
          <a:xfrm>
            <a:off x="1625597" y="3535750"/>
            <a:ext cx="5418471" cy="523220"/>
          </a:xfrm>
          <a:prstGeom prst="rect">
            <a:avLst/>
          </a:prstGeom>
        </p:spPr>
        <p:txBody>
          <a:bodyPr wrap="none">
            <a:spAutoFit/>
          </a:bodyPr>
          <a:lstStyle/>
          <a:p>
            <a:r>
              <a:rPr lang="en-US" sz="2800" dirty="0">
                <a:solidFill>
                  <a:srgbClr val="002060"/>
                </a:solidFill>
              </a:rPr>
              <a:t>Here, </a:t>
            </a:r>
            <a:r>
              <a:rPr lang="en-US" sz="2800" dirty="0">
                <a:solidFill>
                  <a:srgbClr val="FF0000"/>
                </a:solidFill>
              </a:rPr>
              <a:t>Rank</a:t>
            </a:r>
            <a:r>
              <a:rPr lang="en-US" sz="2800" dirty="0">
                <a:solidFill>
                  <a:srgbClr val="002060"/>
                </a:solidFill>
              </a:rPr>
              <a:t> of given data is </a:t>
            </a:r>
            <a:r>
              <a:rPr lang="en-US" sz="2800" dirty="0">
                <a:solidFill>
                  <a:srgbClr val="FF0000"/>
                </a:solidFill>
              </a:rPr>
              <a:t>not</a:t>
            </a:r>
            <a:r>
              <a:rPr lang="en-US" sz="2800" dirty="0">
                <a:solidFill>
                  <a:srgbClr val="002060"/>
                </a:solidFill>
              </a:rPr>
              <a:t> given.</a:t>
            </a:r>
          </a:p>
        </p:txBody>
      </p:sp>
      <p:sp>
        <p:nvSpPr>
          <p:cNvPr id="11" name="Rectangle 10"/>
          <p:cNvSpPr/>
          <p:nvPr/>
        </p:nvSpPr>
        <p:spPr>
          <a:xfrm>
            <a:off x="1625597" y="4334739"/>
            <a:ext cx="9523761" cy="523220"/>
          </a:xfrm>
          <a:prstGeom prst="rect">
            <a:avLst/>
          </a:prstGeom>
        </p:spPr>
        <p:txBody>
          <a:bodyPr wrap="none">
            <a:spAutoFit/>
          </a:bodyPr>
          <a:lstStyle/>
          <a:p>
            <a:r>
              <a:rPr lang="en-US" sz="2800" dirty="0">
                <a:solidFill>
                  <a:srgbClr val="002060"/>
                </a:solidFill>
                <a:latin typeface="Cambria Math" panose="02040503050406030204" pitchFamily="18" charset="0"/>
                <a:ea typeface="Cambria Math" panose="02040503050406030204" pitchFamily="18" charset="0"/>
              </a:rPr>
              <a:t>∴ </a:t>
            </a:r>
            <a:r>
              <a:rPr lang="en-US" sz="2800" dirty="0">
                <a:solidFill>
                  <a:srgbClr val="002060"/>
                </a:solidFill>
                <a:latin typeface="+mj-lt"/>
                <a:ea typeface="Cambria Math" panose="02040503050406030204" pitchFamily="18" charset="0"/>
              </a:rPr>
              <a:t>We have to assign the rank to each data by given characteristics</a:t>
            </a:r>
            <a:endParaRPr lang="en-US" sz="2800" dirty="0">
              <a:solidFill>
                <a:srgbClr val="002060"/>
              </a:solidFill>
              <a:latin typeface="+mj-lt"/>
            </a:endParaRPr>
          </a:p>
        </p:txBody>
      </p:sp>
      <p:sp>
        <p:nvSpPr>
          <p:cNvPr id="8" name="Rectangle 7"/>
          <p:cNvSpPr/>
          <p:nvPr/>
        </p:nvSpPr>
        <p:spPr>
          <a:xfrm>
            <a:off x="1625597" y="5133728"/>
            <a:ext cx="3741730" cy="523220"/>
          </a:xfrm>
          <a:prstGeom prst="rect">
            <a:avLst/>
          </a:prstGeom>
        </p:spPr>
        <p:txBody>
          <a:bodyPr wrap="none">
            <a:spAutoFit/>
          </a:bodyPr>
          <a:lstStyle/>
          <a:p>
            <a:r>
              <a:rPr lang="en-US" sz="2800" dirty="0">
                <a:solidFill>
                  <a:schemeClr val="bg1"/>
                </a:solidFill>
                <a:latin typeface="Cambria Math" panose="02040503050406030204" pitchFamily="18" charset="0"/>
                <a:ea typeface="Cambria Math" panose="02040503050406030204" pitchFamily="18" charset="0"/>
              </a:rPr>
              <a:t>∴ </a:t>
            </a:r>
            <a:r>
              <a:rPr lang="en-US" sz="2800" dirty="0">
                <a:solidFill>
                  <a:srgbClr val="002060"/>
                </a:solidFill>
              </a:rPr>
              <a:t>i.e.	  sales     &amp;     cost.</a:t>
            </a:r>
          </a:p>
        </p:txBody>
      </p:sp>
    </p:spTree>
    <p:extLst>
      <p:ext uri="{BB962C8B-B14F-4D97-AF65-F5344CB8AC3E}">
        <p14:creationId xmlns:p14="http://schemas.microsoft.com/office/powerpoint/2010/main" val="1359165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50"/>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50" grpId="0" animBg="1"/>
      <p:bldP spid="10" grpId="0"/>
      <p:bldP spid="11" grpId="0"/>
      <p:bldP spid="8"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2 ⇝ Example 4(</a:t>
            </a:r>
            <a:r>
              <a:rPr lang="en-GB" dirty="0">
                <a:solidFill>
                  <a:srgbClr val="FF0000"/>
                </a:solidFill>
              </a:rPr>
              <a:t>Continue</a:t>
            </a:r>
            <a:r>
              <a:rPr lang="en-GB" dirty="0"/>
              <a:t>)</a:t>
            </a:r>
            <a:endParaRPr lang="en-US" dirty="0"/>
          </a:p>
        </p:txBody>
      </p:sp>
      <mc:AlternateContent xmlns:mc="http://schemas.openxmlformats.org/markup-compatibility/2006" xmlns:a14="http://schemas.microsoft.com/office/drawing/2010/main">
        <mc:Choice Requires="a14">
          <p:graphicFrame>
            <p:nvGraphicFramePr>
              <p:cNvPr id="6" name="Table 5"/>
              <p:cNvGraphicFramePr>
                <a:graphicFrameLocks noGrp="1"/>
              </p:cNvGraphicFramePr>
              <p:nvPr/>
            </p:nvGraphicFramePr>
            <p:xfrm>
              <a:off x="106680" y="818368"/>
              <a:ext cx="8503920" cy="5669279"/>
            </p:xfrm>
            <a:graphic>
              <a:graphicData uri="http://schemas.openxmlformats.org/drawingml/2006/table">
                <a:tbl>
                  <a:tblPr firstRow="1" bandRow="1">
                    <a:tableStyleId>{93296810-A885-4BE3-A3E7-6D5BEEA58F35}</a:tableStyleId>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481579">
                    <a:tc>
                      <a:txBody>
                        <a:bodyPr/>
                        <a:lstStyle/>
                        <a:p>
                          <a:pPr algn="ctr"/>
                          <a14:m>
                            <m:oMathPara xmlns:m="http://schemas.openxmlformats.org/officeDocument/2006/math">
                              <m:oMathParaPr>
                                <m:jc m:val="center"/>
                              </m:oMathParaPr>
                              <m:oMath xmlns:m="http://schemas.openxmlformats.org/officeDocument/2006/math">
                                <m:r>
                                  <a:rPr lang="en-US" sz="2500" b="1" i="0" smtClean="0">
                                    <a:solidFill>
                                      <a:schemeClr val="bg1"/>
                                    </a:solidFill>
                                    <a:latin typeface="Cambria Math" panose="02040503050406030204" pitchFamily="18" charset="0"/>
                                  </a:rPr>
                                  <m:t>𝐒𝐚𝐥𝐞𝐬</m:t>
                                </m:r>
                              </m:oMath>
                            </m:oMathPara>
                          </a14:m>
                          <a:endParaRPr lang="en-US" sz="2500" b="1" i="0" dirty="0">
                            <a:solidFill>
                              <a:schemeClr val="bg1"/>
                            </a:solidFill>
                          </a:endParaRPr>
                        </a:p>
                      </a:txBody>
                      <a:tcPr anchor="ctr"/>
                    </a:tc>
                    <a:tc>
                      <a:txBody>
                        <a:bodyPr/>
                        <a:lstStyle/>
                        <a:p>
                          <a:pPr algn="ctr"/>
                          <a14:m>
                            <m:oMathPara xmlns:m="http://schemas.openxmlformats.org/officeDocument/2006/math">
                              <m:oMathParaPr>
                                <m:jc m:val="center"/>
                              </m:oMathParaPr>
                              <m:oMath xmlns:m="http://schemas.openxmlformats.org/officeDocument/2006/math">
                                <m:r>
                                  <a:rPr lang="en-US" sz="2500" b="1" i="0" dirty="0" smtClean="0">
                                    <a:solidFill>
                                      <a:schemeClr val="bg1"/>
                                    </a:solidFill>
                                    <a:latin typeface="Cambria Math" panose="02040503050406030204" pitchFamily="18" charset="0"/>
                                  </a:rPr>
                                  <m:t>𝐂𝐨𝐬𝐭</m:t>
                                </m:r>
                              </m:oMath>
                            </m:oMathPara>
                          </a14:m>
                          <a:endParaRPr lang="en-US" sz="2500" b="1" dirty="0">
                            <a:solidFill>
                              <a:schemeClr val="bg1"/>
                            </a:solidFill>
                          </a:endParaRPr>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500" b="1" i="0" dirty="0" smtClean="0">
                                    <a:solidFill>
                                      <a:schemeClr val="bg1"/>
                                    </a:solidFill>
                                    <a:latin typeface="Cambria Math" panose="02040503050406030204" pitchFamily="18" charset="0"/>
                                  </a:rPr>
                                  <m:t>𝐱</m:t>
                                </m:r>
                              </m:oMath>
                            </m:oMathPara>
                          </a14:m>
                          <a:endParaRPr lang="en-US" sz="2500" b="0" i="0" dirty="0">
                            <a:solidFill>
                              <a:schemeClr val="bg1"/>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500" b="1" i="0"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𝐲</m:t>
                                </m:r>
                              </m:oMath>
                            </m:oMathPara>
                          </a14:m>
                          <a:endParaRPr kumimoji="0" lang="en-US" sz="2500" b="0" i="0" u="none" strike="noStrike" kern="1200" cap="none" spc="0" normalizeH="0" baseline="0" noProof="0" dirty="0">
                            <a:ln>
                              <a:noFill/>
                            </a:ln>
                            <a:solidFill>
                              <a:prstClr val="white"/>
                            </a:solidFill>
                            <a:effectLst/>
                            <a:uLnTx/>
                            <a:uFillTx/>
                            <a:latin typeface="+mn-lt"/>
                            <a:ea typeface="+mn-ea"/>
                            <a:cs typeface="+mn-cs"/>
                          </a:endParaRPr>
                        </a:p>
                      </a:txBody>
                      <a:tcPr anchor="ctr"/>
                    </a:tc>
                    <a:tc>
                      <a:txBody>
                        <a:bodyPr/>
                        <a:lstStyle/>
                        <a:p>
                          <a:pPr algn="ctr"/>
                          <a14:m>
                            <m:oMathPara xmlns:m="http://schemas.openxmlformats.org/officeDocument/2006/math">
                              <m:oMathParaPr>
                                <m:jc m:val="center"/>
                              </m:oMathParaPr>
                              <m:oMath xmlns:m="http://schemas.openxmlformats.org/officeDocument/2006/math">
                                <m:r>
                                  <a:rPr kumimoji="0" lang="en-US" sz="2500" b="1" i="0"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𝐝</m:t>
                                </m:r>
                                <m:r>
                                  <a:rPr kumimoji="0" lang="en-US" sz="2500" b="0" i="0"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m:t>
                                </m:r>
                                <m:r>
                                  <m:rPr>
                                    <m:sty m:val="p"/>
                                  </m:rPr>
                                  <a:rPr kumimoji="0" lang="en-US" sz="2500" b="0" i="0"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x</m:t>
                                </m:r>
                                <m:r>
                                  <a:rPr kumimoji="0" lang="en-US" sz="2500" b="0" i="0"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m:t>
                                </m:r>
                                <m:r>
                                  <m:rPr>
                                    <m:sty m:val="p"/>
                                  </m:rPr>
                                  <a:rPr kumimoji="0" lang="en-US" sz="2500" b="0" i="0"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y</m:t>
                                </m:r>
                              </m:oMath>
                            </m:oMathPara>
                          </a14:m>
                          <a:endParaRPr lang="en-US" sz="2500" b="0" i="0" dirty="0">
                            <a:solidFill>
                              <a:schemeClr val="bg1"/>
                            </a:solidFill>
                          </a:endParaRPr>
                        </a:p>
                      </a:txBody>
                      <a:tcPr anchor="ctr"/>
                    </a:tc>
                    <a:tc>
                      <a:txBody>
                        <a:bodyPr/>
                        <a:lstStyle/>
                        <a:p>
                          <a:pPr algn="ctr"/>
                          <a14:m>
                            <m:oMathPara xmlns:m="http://schemas.openxmlformats.org/officeDocument/2006/math">
                              <m:oMathParaPr>
                                <m:jc m:val="centerGroup"/>
                              </m:oMathParaPr>
                              <m:oMath xmlns:m="http://schemas.openxmlformats.org/officeDocument/2006/math">
                                <m:sSup>
                                  <m:sSupPr>
                                    <m:ctrlPr>
                                      <a:rPr lang="en-US" sz="2500" b="1" i="1" dirty="0" smtClean="0">
                                        <a:solidFill>
                                          <a:schemeClr val="bg1"/>
                                        </a:solidFill>
                                        <a:latin typeface="Cambria Math" panose="02040503050406030204" pitchFamily="18" charset="0"/>
                                      </a:rPr>
                                    </m:ctrlPr>
                                  </m:sSupPr>
                                  <m:e>
                                    <m:r>
                                      <a:rPr lang="en-US" sz="2500" b="1" i="0" dirty="0" smtClean="0">
                                        <a:solidFill>
                                          <a:schemeClr val="bg1"/>
                                        </a:solidFill>
                                        <a:latin typeface="Cambria Math" panose="02040503050406030204" pitchFamily="18" charset="0"/>
                                      </a:rPr>
                                      <m:t>𝐝</m:t>
                                    </m:r>
                                  </m:e>
                                  <m:sup>
                                    <m:r>
                                      <a:rPr lang="en-US" sz="2500" b="1" i="0" dirty="0" smtClean="0">
                                        <a:solidFill>
                                          <a:schemeClr val="bg1"/>
                                        </a:solidFill>
                                        <a:latin typeface="Cambria Math" panose="02040503050406030204" pitchFamily="18" charset="0"/>
                                      </a:rPr>
                                      <m:t>𝟐</m:t>
                                    </m:r>
                                  </m:sup>
                                </m:sSup>
                              </m:oMath>
                            </m:oMathPara>
                          </a14:m>
                          <a:endParaRPr lang="en-US" sz="2500" b="1" i="0" dirty="0">
                            <a:solidFill>
                              <a:schemeClr val="bg1"/>
                            </a:solidFill>
                          </a:endParaRPr>
                        </a:p>
                      </a:txBody>
                      <a:tcPr anchor="ctr"/>
                    </a:tc>
                    <a:extLst>
                      <a:ext uri="{0D108BD9-81ED-4DB2-BD59-A6C34878D82A}">
                        <a16:rowId xmlns:a16="http://schemas.microsoft.com/office/drawing/2014/main" val="10000"/>
                      </a:ext>
                    </a:extLst>
                  </a:tr>
                  <a:tr h="518770">
                    <a:tc>
                      <a:txBody>
                        <a:bodyPr/>
                        <a:lstStyle/>
                        <a:p>
                          <a:pPr algn="ctr"/>
                          <a:r>
                            <a:rPr lang="en-US" sz="2800" b="0" dirty="0">
                              <a:solidFill>
                                <a:srgbClr val="002060"/>
                              </a:solidFill>
                            </a:rPr>
                            <a:t>45</a:t>
                          </a:r>
                        </a:p>
                      </a:txBody>
                      <a:tcPr anchor="ctr"/>
                    </a:tc>
                    <a:tc>
                      <a:txBody>
                        <a:bodyPr/>
                        <a:lstStyle/>
                        <a:p>
                          <a:pPr algn="ctr"/>
                          <a:r>
                            <a:rPr lang="en-US" sz="2800" b="0" dirty="0">
                              <a:solidFill>
                                <a:srgbClr val="002060"/>
                              </a:solidFill>
                            </a:rPr>
                            <a:t>40</a:t>
                          </a: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1"/>
                      </a:ext>
                    </a:extLst>
                  </a:tr>
                  <a:tr h="518770">
                    <a:tc>
                      <a:txBody>
                        <a:bodyPr/>
                        <a:lstStyle/>
                        <a:p>
                          <a:pPr algn="ctr"/>
                          <a:r>
                            <a:rPr lang="en-US" sz="2800" b="0" dirty="0">
                              <a:solidFill>
                                <a:srgbClr val="002060"/>
                              </a:solidFill>
                            </a:rPr>
                            <a:t>56</a:t>
                          </a:r>
                        </a:p>
                      </a:txBody>
                      <a:tcPr anchor="ctr"/>
                    </a:tc>
                    <a:tc>
                      <a:txBody>
                        <a:bodyPr/>
                        <a:lstStyle/>
                        <a:p>
                          <a:pPr algn="ctr"/>
                          <a:r>
                            <a:rPr lang="en-US" sz="2800" b="0" dirty="0">
                              <a:solidFill>
                                <a:srgbClr val="002060"/>
                              </a:solidFill>
                            </a:rPr>
                            <a:t>36</a:t>
                          </a: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2"/>
                      </a:ext>
                    </a:extLst>
                  </a:tr>
                  <a:tr h="518770">
                    <a:tc>
                      <a:txBody>
                        <a:bodyPr/>
                        <a:lstStyle/>
                        <a:p>
                          <a:pPr algn="ctr"/>
                          <a:r>
                            <a:rPr lang="en-US" sz="2800" b="0" dirty="0">
                              <a:solidFill>
                                <a:srgbClr val="002060"/>
                              </a:solidFill>
                            </a:rPr>
                            <a:t>39</a:t>
                          </a:r>
                        </a:p>
                      </a:txBody>
                      <a:tcPr anchor="ctr"/>
                    </a:tc>
                    <a:tc>
                      <a:txBody>
                        <a:bodyPr/>
                        <a:lstStyle/>
                        <a:p>
                          <a:pPr algn="ctr"/>
                          <a:r>
                            <a:rPr lang="en-US" sz="2800" b="0" dirty="0">
                              <a:solidFill>
                                <a:srgbClr val="002060"/>
                              </a:solidFill>
                            </a:rPr>
                            <a:t>30</a:t>
                          </a: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3"/>
                      </a:ext>
                    </a:extLst>
                  </a:tr>
                  <a:tr h="518770">
                    <a:tc>
                      <a:txBody>
                        <a:bodyPr/>
                        <a:lstStyle/>
                        <a:p>
                          <a:pPr algn="ctr"/>
                          <a:r>
                            <a:rPr lang="en-US" sz="2800" b="0" dirty="0">
                              <a:solidFill>
                                <a:srgbClr val="002060"/>
                              </a:solidFill>
                            </a:rPr>
                            <a:t>54</a:t>
                          </a:r>
                        </a:p>
                      </a:txBody>
                      <a:tcPr anchor="ctr"/>
                    </a:tc>
                    <a:tc>
                      <a:txBody>
                        <a:bodyPr/>
                        <a:lstStyle/>
                        <a:p>
                          <a:pPr algn="ctr"/>
                          <a:r>
                            <a:rPr lang="en-US" sz="2800" b="0" dirty="0">
                              <a:solidFill>
                                <a:srgbClr val="002060"/>
                              </a:solidFill>
                            </a:rPr>
                            <a:t>44</a:t>
                          </a: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4"/>
                      </a:ext>
                    </a:extLst>
                  </a:tr>
                  <a:tr h="518770">
                    <a:tc>
                      <a:txBody>
                        <a:bodyPr/>
                        <a:lstStyle/>
                        <a:p>
                          <a:pPr algn="ctr"/>
                          <a:r>
                            <a:rPr lang="en-US" sz="2800" b="0" dirty="0">
                              <a:solidFill>
                                <a:srgbClr val="002060"/>
                              </a:solidFill>
                            </a:rPr>
                            <a:t>45</a:t>
                          </a:r>
                        </a:p>
                      </a:txBody>
                      <a:tcPr anchor="ctr"/>
                    </a:tc>
                    <a:tc>
                      <a:txBody>
                        <a:bodyPr/>
                        <a:lstStyle/>
                        <a:p>
                          <a:pPr algn="ctr"/>
                          <a:r>
                            <a:rPr lang="en-US" sz="2800" b="0" dirty="0">
                              <a:solidFill>
                                <a:srgbClr val="002060"/>
                              </a:solidFill>
                            </a:rPr>
                            <a:t>36</a:t>
                          </a: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5"/>
                      </a:ext>
                    </a:extLst>
                  </a:tr>
                  <a:tr h="518770">
                    <a:tc>
                      <a:txBody>
                        <a:bodyPr/>
                        <a:lstStyle/>
                        <a:p>
                          <a:pPr algn="ctr"/>
                          <a:r>
                            <a:rPr lang="en-US" sz="2800" b="0" dirty="0">
                              <a:solidFill>
                                <a:srgbClr val="002060"/>
                              </a:solidFill>
                            </a:rPr>
                            <a:t>40</a:t>
                          </a:r>
                        </a:p>
                      </a:txBody>
                      <a:tcPr anchor="ctr"/>
                    </a:tc>
                    <a:tc>
                      <a:txBody>
                        <a:bodyPr/>
                        <a:lstStyle/>
                        <a:p>
                          <a:pPr algn="ctr"/>
                          <a:r>
                            <a:rPr lang="en-US" sz="2800" b="0" dirty="0">
                              <a:solidFill>
                                <a:srgbClr val="002060"/>
                              </a:solidFill>
                            </a:rPr>
                            <a:t>32</a:t>
                          </a: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6"/>
                      </a:ext>
                    </a:extLst>
                  </a:tr>
                  <a:tr h="518770">
                    <a:tc>
                      <a:txBody>
                        <a:bodyPr/>
                        <a:lstStyle/>
                        <a:p>
                          <a:pPr algn="ctr"/>
                          <a:r>
                            <a:rPr lang="en-US" sz="2800" b="0" dirty="0">
                              <a:solidFill>
                                <a:srgbClr val="002060"/>
                              </a:solidFill>
                            </a:rPr>
                            <a:t>56</a:t>
                          </a:r>
                        </a:p>
                      </a:txBody>
                      <a:tcPr anchor="ctr"/>
                    </a:tc>
                    <a:tc>
                      <a:txBody>
                        <a:bodyPr/>
                        <a:lstStyle/>
                        <a:p>
                          <a:pPr algn="ctr"/>
                          <a:r>
                            <a:rPr lang="en-US" sz="2800" b="0" dirty="0">
                              <a:solidFill>
                                <a:srgbClr val="002060"/>
                              </a:solidFill>
                            </a:rPr>
                            <a:t>45</a:t>
                          </a: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7"/>
                      </a:ext>
                    </a:extLst>
                  </a:tr>
                  <a:tr h="518770">
                    <a:tc>
                      <a:txBody>
                        <a:bodyPr/>
                        <a:lstStyle/>
                        <a:p>
                          <a:pPr algn="ctr"/>
                          <a:r>
                            <a:rPr lang="en-US" sz="2800" b="0" dirty="0">
                              <a:solidFill>
                                <a:srgbClr val="002060"/>
                              </a:solidFill>
                            </a:rPr>
                            <a:t>60</a:t>
                          </a:r>
                        </a:p>
                      </a:txBody>
                      <a:tcPr anchor="ctr"/>
                    </a:tc>
                    <a:tc>
                      <a:txBody>
                        <a:bodyPr/>
                        <a:lstStyle/>
                        <a:p>
                          <a:pPr algn="ctr"/>
                          <a:r>
                            <a:rPr lang="en-US" sz="2800" b="0" dirty="0">
                              <a:solidFill>
                                <a:srgbClr val="002060"/>
                              </a:solidFill>
                            </a:rPr>
                            <a:t>42</a:t>
                          </a: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8"/>
                      </a:ext>
                    </a:extLst>
                  </a:tr>
                  <a:tr h="518770">
                    <a:tc>
                      <a:txBody>
                        <a:bodyPr/>
                        <a:lstStyle/>
                        <a:p>
                          <a:pPr algn="ctr"/>
                          <a:r>
                            <a:rPr lang="en-US" sz="2800" b="0" dirty="0">
                              <a:solidFill>
                                <a:srgbClr val="002060"/>
                              </a:solidFill>
                            </a:rPr>
                            <a:t>30</a:t>
                          </a:r>
                        </a:p>
                      </a:txBody>
                      <a:tcPr anchor="ctr"/>
                    </a:tc>
                    <a:tc>
                      <a:txBody>
                        <a:bodyPr/>
                        <a:lstStyle/>
                        <a:p>
                          <a:pPr algn="ctr"/>
                          <a:r>
                            <a:rPr lang="en-US" sz="2800" b="0" dirty="0">
                              <a:solidFill>
                                <a:srgbClr val="002060"/>
                              </a:solidFill>
                            </a:rPr>
                            <a:t>20</a:t>
                          </a: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9"/>
                      </a:ext>
                    </a:extLst>
                  </a:tr>
                  <a:tr h="518770">
                    <a:tc>
                      <a:txBody>
                        <a:bodyPr/>
                        <a:lstStyle/>
                        <a:p>
                          <a:pPr algn="ctr"/>
                          <a:r>
                            <a:rPr lang="en-US" sz="2800" b="0" dirty="0">
                              <a:solidFill>
                                <a:srgbClr val="002060"/>
                              </a:solidFill>
                            </a:rPr>
                            <a:t>36</a:t>
                          </a:r>
                        </a:p>
                      </a:txBody>
                      <a:tcPr anchor="ctr"/>
                    </a:tc>
                    <a:tc>
                      <a:txBody>
                        <a:bodyPr/>
                        <a:lstStyle/>
                        <a:p>
                          <a:pPr algn="ctr"/>
                          <a:r>
                            <a:rPr lang="en-US" sz="2800" b="0" dirty="0">
                              <a:solidFill>
                                <a:srgbClr val="002060"/>
                              </a:solidFill>
                            </a:rPr>
                            <a:t>36</a:t>
                          </a: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10"/>
                      </a:ext>
                    </a:extLst>
                  </a:tr>
                </a:tbl>
              </a:graphicData>
            </a:graphic>
          </p:graphicFrame>
        </mc:Choice>
        <mc:Fallback xmlns="">
          <p:graphicFrame>
            <p:nvGraphicFramePr>
              <p:cNvPr id="6" name="Table 5"/>
              <p:cNvGraphicFramePr>
                <a:graphicFrameLocks noGrp="1"/>
              </p:cNvGraphicFramePr>
              <p:nvPr>
                <p:extLst/>
              </p:nvPr>
            </p:nvGraphicFramePr>
            <p:xfrm>
              <a:off x="106680" y="818368"/>
              <a:ext cx="8503920" cy="5669279"/>
            </p:xfrm>
            <a:graphic>
              <a:graphicData uri="http://schemas.openxmlformats.org/drawingml/2006/table">
                <a:tbl>
                  <a:tblPr firstRow="1" bandRow="1">
                    <a:tableStyleId>{93296810-A885-4BE3-A3E7-6D5BEEA58F35}</a:tableStyleId>
                  </a:tblPr>
                  <a:tblGrid>
                    <a:gridCol w="1371600"/>
                    <a:gridCol w="1371600"/>
                    <a:gridCol w="1371600"/>
                    <a:gridCol w="1371600"/>
                    <a:gridCol w="1645920"/>
                    <a:gridCol w="1371600"/>
                  </a:tblGrid>
                  <a:tr h="481579">
                    <a:tc>
                      <a:txBody>
                        <a:bodyPr/>
                        <a:lstStyle/>
                        <a:p>
                          <a:endParaRPr lang="en-US"/>
                        </a:p>
                      </a:txBody>
                      <a:tcPr anchor="ctr">
                        <a:blipFill rotWithShape="0">
                          <a:blip r:embed="rId2"/>
                          <a:stretch>
                            <a:fillRect l="-444" t="-1266" r="-522222" b="-1112658"/>
                          </a:stretch>
                        </a:blipFill>
                      </a:tcPr>
                    </a:tc>
                    <a:tc>
                      <a:txBody>
                        <a:bodyPr/>
                        <a:lstStyle/>
                        <a:p>
                          <a:endParaRPr lang="en-US"/>
                        </a:p>
                      </a:txBody>
                      <a:tcPr anchor="ctr">
                        <a:blipFill rotWithShape="0">
                          <a:blip r:embed="rId2"/>
                          <a:stretch>
                            <a:fillRect l="-100444" t="-1266" r="-422222" b="-1112658"/>
                          </a:stretch>
                        </a:blipFill>
                      </a:tcPr>
                    </a:tc>
                    <a:tc>
                      <a:txBody>
                        <a:bodyPr/>
                        <a:lstStyle/>
                        <a:p>
                          <a:endParaRPr lang="en-US"/>
                        </a:p>
                      </a:txBody>
                      <a:tcPr anchor="ctr">
                        <a:blipFill rotWithShape="0">
                          <a:blip r:embed="rId2"/>
                          <a:stretch>
                            <a:fillRect l="-200444" t="-1266" r="-322222" b="-1112658"/>
                          </a:stretch>
                        </a:blipFill>
                      </a:tcPr>
                    </a:tc>
                    <a:tc>
                      <a:txBody>
                        <a:bodyPr/>
                        <a:lstStyle/>
                        <a:p>
                          <a:endParaRPr lang="en-US"/>
                        </a:p>
                      </a:txBody>
                      <a:tcPr anchor="ctr">
                        <a:blipFill rotWithShape="0">
                          <a:blip r:embed="rId2"/>
                          <a:stretch>
                            <a:fillRect l="-299115" t="-1266" r="-220796" b="-1112658"/>
                          </a:stretch>
                        </a:blipFill>
                      </a:tcPr>
                    </a:tc>
                    <a:tc>
                      <a:txBody>
                        <a:bodyPr/>
                        <a:lstStyle/>
                        <a:p>
                          <a:endParaRPr lang="en-US"/>
                        </a:p>
                      </a:txBody>
                      <a:tcPr anchor="ctr">
                        <a:blipFill rotWithShape="0">
                          <a:blip r:embed="rId2"/>
                          <a:stretch>
                            <a:fillRect l="-334074" t="-1266" r="-84815" b="-1112658"/>
                          </a:stretch>
                        </a:blipFill>
                      </a:tcPr>
                    </a:tc>
                    <a:tc>
                      <a:txBody>
                        <a:bodyPr/>
                        <a:lstStyle/>
                        <a:p>
                          <a:endParaRPr lang="en-US"/>
                        </a:p>
                      </a:txBody>
                      <a:tcPr anchor="ctr">
                        <a:blipFill rotWithShape="0">
                          <a:blip r:embed="rId2"/>
                          <a:stretch>
                            <a:fillRect l="-520889" t="-1266" r="-1778" b="-1112658"/>
                          </a:stretch>
                        </a:blipFill>
                      </a:tcPr>
                    </a:tc>
                  </a:tr>
                  <a:tr h="518770">
                    <a:tc>
                      <a:txBody>
                        <a:bodyPr/>
                        <a:lstStyle/>
                        <a:p>
                          <a:pPr algn="ctr"/>
                          <a:r>
                            <a:rPr lang="en-US" sz="2800" b="0" dirty="0" smtClean="0">
                              <a:solidFill>
                                <a:srgbClr val="002060"/>
                              </a:solidFill>
                            </a:rPr>
                            <a:t>45</a:t>
                          </a:r>
                          <a:endParaRPr lang="en-US" sz="2800" b="0" dirty="0">
                            <a:solidFill>
                              <a:srgbClr val="002060"/>
                            </a:solidFill>
                          </a:endParaRPr>
                        </a:p>
                      </a:txBody>
                      <a:tcPr anchor="ctr"/>
                    </a:tc>
                    <a:tc>
                      <a:txBody>
                        <a:bodyPr/>
                        <a:lstStyle/>
                        <a:p>
                          <a:pPr algn="ctr"/>
                          <a:r>
                            <a:rPr lang="en-US" sz="2800" b="0" dirty="0" smtClean="0">
                              <a:solidFill>
                                <a:srgbClr val="002060"/>
                              </a:solidFill>
                            </a:rPr>
                            <a:t>40</a:t>
                          </a: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r>
                  <a:tr h="518770">
                    <a:tc>
                      <a:txBody>
                        <a:bodyPr/>
                        <a:lstStyle/>
                        <a:p>
                          <a:pPr algn="ctr"/>
                          <a:r>
                            <a:rPr lang="en-US" sz="2800" b="0" dirty="0" smtClean="0">
                              <a:solidFill>
                                <a:srgbClr val="002060"/>
                              </a:solidFill>
                            </a:rPr>
                            <a:t>56</a:t>
                          </a:r>
                          <a:endParaRPr lang="en-US" sz="2800" b="0" dirty="0">
                            <a:solidFill>
                              <a:srgbClr val="002060"/>
                            </a:solidFill>
                          </a:endParaRPr>
                        </a:p>
                      </a:txBody>
                      <a:tcPr anchor="ctr"/>
                    </a:tc>
                    <a:tc>
                      <a:txBody>
                        <a:bodyPr/>
                        <a:lstStyle/>
                        <a:p>
                          <a:pPr algn="ctr"/>
                          <a:r>
                            <a:rPr lang="en-US" sz="2800" b="0" dirty="0" smtClean="0">
                              <a:solidFill>
                                <a:srgbClr val="002060"/>
                              </a:solidFill>
                            </a:rPr>
                            <a:t>36</a:t>
                          </a: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r>
                  <a:tr h="518770">
                    <a:tc>
                      <a:txBody>
                        <a:bodyPr/>
                        <a:lstStyle/>
                        <a:p>
                          <a:pPr algn="ctr"/>
                          <a:r>
                            <a:rPr lang="en-US" sz="2800" b="0" dirty="0" smtClean="0">
                              <a:solidFill>
                                <a:srgbClr val="002060"/>
                              </a:solidFill>
                            </a:rPr>
                            <a:t>39</a:t>
                          </a:r>
                          <a:endParaRPr lang="en-US" sz="2800" b="0" dirty="0">
                            <a:solidFill>
                              <a:srgbClr val="002060"/>
                            </a:solidFill>
                          </a:endParaRPr>
                        </a:p>
                      </a:txBody>
                      <a:tcPr anchor="ctr"/>
                    </a:tc>
                    <a:tc>
                      <a:txBody>
                        <a:bodyPr/>
                        <a:lstStyle/>
                        <a:p>
                          <a:pPr algn="ctr"/>
                          <a:r>
                            <a:rPr lang="en-US" sz="2800" b="0" dirty="0" smtClean="0">
                              <a:solidFill>
                                <a:srgbClr val="002060"/>
                              </a:solidFill>
                            </a:rPr>
                            <a:t>30</a:t>
                          </a: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r>
                  <a:tr h="518770">
                    <a:tc>
                      <a:txBody>
                        <a:bodyPr/>
                        <a:lstStyle/>
                        <a:p>
                          <a:pPr algn="ctr"/>
                          <a:r>
                            <a:rPr lang="en-US" sz="2800" b="0" dirty="0" smtClean="0">
                              <a:solidFill>
                                <a:srgbClr val="002060"/>
                              </a:solidFill>
                            </a:rPr>
                            <a:t>54</a:t>
                          </a:r>
                          <a:endParaRPr lang="en-US" sz="2800" b="0" dirty="0">
                            <a:solidFill>
                              <a:srgbClr val="002060"/>
                            </a:solidFill>
                          </a:endParaRPr>
                        </a:p>
                      </a:txBody>
                      <a:tcPr anchor="ctr"/>
                    </a:tc>
                    <a:tc>
                      <a:txBody>
                        <a:bodyPr/>
                        <a:lstStyle/>
                        <a:p>
                          <a:pPr algn="ctr"/>
                          <a:r>
                            <a:rPr lang="en-US" sz="2800" b="0" dirty="0" smtClean="0">
                              <a:solidFill>
                                <a:srgbClr val="002060"/>
                              </a:solidFill>
                            </a:rPr>
                            <a:t>44</a:t>
                          </a: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r>
                  <a:tr h="518770">
                    <a:tc>
                      <a:txBody>
                        <a:bodyPr/>
                        <a:lstStyle/>
                        <a:p>
                          <a:pPr algn="ctr"/>
                          <a:r>
                            <a:rPr lang="en-US" sz="2800" b="0" dirty="0" smtClean="0">
                              <a:solidFill>
                                <a:srgbClr val="002060"/>
                              </a:solidFill>
                            </a:rPr>
                            <a:t>45</a:t>
                          </a:r>
                          <a:endParaRPr lang="en-US" sz="2800" b="0" dirty="0">
                            <a:solidFill>
                              <a:srgbClr val="002060"/>
                            </a:solidFill>
                          </a:endParaRPr>
                        </a:p>
                      </a:txBody>
                      <a:tcPr anchor="ctr"/>
                    </a:tc>
                    <a:tc>
                      <a:txBody>
                        <a:bodyPr/>
                        <a:lstStyle/>
                        <a:p>
                          <a:pPr algn="ctr"/>
                          <a:r>
                            <a:rPr lang="en-US" sz="2800" b="0" dirty="0" smtClean="0">
                              <a:solidFill>
                                <a:srgbClr val="002060"/>
                              </a:solidFill>
                            </a:rPr>
                            <a:t>36</a:t>
                          </a: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r>
                  <a:tr h="518770">
                    <a:tc>
                      <a:txBody>
                        <a:bodyPr/>
                        <a:lstStyle/>
                        <a:p>
                          <a:pPr algn="ctr"/>
                          <a:r>
                            <a:rPr lang="en-US" sz="2800" b="0" dirty="0" smtClean="0">
                              <a:solidFill>
                                <a:srgbClr val="002060"/>
                              </a:solidFill>
                            </a:rPr>
                            <a:t>40</a:t>
                          </a:r>
                          <a:endParaRPr lang="en-US" sz="2800" b="0" dirty="0">
                            <a:solidFill>
                              <a:srgbClr val="002060"/>
                            </a:solidFill>
                          </a:endParaRPr>
                        </a:p>
                      </a:txBody>
                      <a:tcPr anchor="ctr"/>
                    </a:tc>
                    <a:tc>
                      <a:txBody>
                        <a:bodyPr/>
                        <a:lstStyle/>
                        <a:p>
                          <a:pPr algn="ctr"/>
                          <a:r>
                            <a:rPr lang="en-US" sz="2800" b="0" dirty="0" smtClean="0">
                              <a:solidFill>
                                <a:srgbClr val="002060"/>
                              </a:solidFill>
                            </a:rPr>
                            <a:t>32</a:t>
                          </a: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r>
                  <a:tr h="518770">
                    <a:tc>
                      <a:txBody>
                        <a:bodyPr/>
                        <a:lstStyle/>
                        <a:p>
                          <a:pPr algn="ctr"/>
                          <a:r>
                            <a:rPr lang="en-US" sz="2800" b="0" dirty="0" smtClean="0">
                              <a:solidFill>
                                <a:srgbClr val="002060"/>
                              </a:solidFill>
                            </a:rPr>
                            <a:t>56</a:t>
                          </a:r>
                          <a:endParaRPr lang="en-US" sz="2800" b="0" dirty="0">
                            <a:solidFill>
                              <a:srgbClr val="002060"/>
                            </a:solidFill>
                          </a:endParaRPr>
                        </a:p>
                      </a:txBody>
                      <a:tcPr anchor="ctr"/>
                    </a:tc>
                    <a:tc>
                      <a:txBody>
                        <a:bodyPr/>
                        <a:lstStyle/>
                        <a:p>
                          <a:pPr algn="ctr"/>
                          <a:r>
                            <a:rPr lang="en-US" sz="2800" b="0" dirty="0" smtClean="0">
                              <a:solidFill>
                                <a:srgbClr val="002060"/>
                              </a:solidFill>
                            </a:rPr>
                            <a:t>45</a:t>
                          </a: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r>
                  <a:tr h="518770">
                    <a:tc>
                      <a:txBody>
                        <a:bodyPr/>
                        <a:lstStyle/>
                        <a:p>
                          <a:pPr algn="ctr"/>
                          <a:r>
                            <a:rPr lang="en-US" sz="2800" b="0" dirty="0" smtClean="0">
                              <a:solidFill>
                                <a:srgbClr val="002060"/>
                              </a:solidFill>
                            </a:rPr>
                            <a:t>60</a:t>
                          </a:r>
                          <a:endParaRPr lang="en-US" sz="2800" b="0" dirty="0">
                            <a:solidFill>
                              <a:srgbClr val="002060"/>
                            </a:solidFill>
                          </a:endParaRPr>
                        </a:p>
                      </a:txBody>
                      <a:tcPr anchor="ctr"/>
                    </a:tc>
                    <a:tc>
                      <a:txBody>
                        <a:bodyPr/>
                        <a:lstStyle/>
                        <a:p>
                          <a:pPr algn="ctr"/>
                          <a:r>
                            <a:rPr lang="en-US" sz="2800" b="0" dirty="0" smtClean="0">
                              <a:solidFill>
                                <a:srgbClr val="002060"/>
                              </a:solidFill>
                            </a:rPr>
                            <a:t>42</a:t>
                          </a: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r>
                  <a:tr h="518770">
                    <a:tc>
                      <a:txBody>
                        <a:bodyPr/>
                        <a:lstStyle/>
                        <a:p>
                          <a:pPr algn="ctr"/>
                          <a:r>
                            <a:rPr lang="en-US" sz="2800" b="0" dirty="0" smtClean="0">
                              <a:solidFill>
                                <a:srgbClr val="002060"/>
                              </a:solidFill>
                            </a:rPr>
                            <a:t>30</a:t>
                          </a:r>
                          <a:endParaRPr lang="en-US" sz="2800" b="0" dirty="0">
                            <a:solidFill>
                              <a:srgbClr val="002060"/>
                            </a:solidFill>
                          </a:endParaRPr>
                        </a:p>
                      </a:txBody>
                      <a:tcPr anchor="ctr"/>
                    </a:tc>
                    <a:tc>
                      <a:txBody>
                        <a:bodyPr/>
                        <a:lstStyle/>
                        <a:p>
                          <a:pPr algn="ctr"/>
                          <a:r>
                            <a:rPr lang="en-US" sz="2800" b="0" dirty="0" smtClean="0">
                              <a:solidFill>
                                <a:srgbClr val="002060"/>
                              </a:solidFill>
                            </a:rPr>
                            <a:t>20</a:t>
                          </a: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r>
                  <a:tr h="518770">
                    <a:tc>
                      <a:txBody>
                        <a:bodyPr/>
                        <a:lstStyle/>
                        <a:p>
                          <a:pPr algn="ctr"/>
                          <a:r>
                            <a:rPr lang="en-US" sz="2800" b="0" dirty="0" smtClean="0">
                              <a:solidFill>
                                <a:srgbClr val="002060"/>
                              </a:solidFill>
                            </a:rPr>
                            <a:t>36</a:t>
                          </a:r>
                          <a:endParaRPr lang="en-US" sz="2800" b="0" dirty="0">
                            <a:solidFill>
                              <a:srgbClr val="002060"/>
                            </a:solidFill>
                          </a:endParaRPr>
                        </a:p>
                      </a:txBody>
                      <a:tcPr anchor="ctr"/>
                    </a:tc>
                    <a:tc>
                      <a:txBody>
                        <a:bodyPr/>
                        <a:lstStyle/>
                        <a:p>
                          <a:pPr algn="ctr"/>
                          <a:r>
                            <a:rPr lang="en-US" sz="2800" b="0" dirty="0" smtClean="0">
                              <a:solidFill>
                                <a:srgbClr val="002060"/>
                              </a:solidFill>
                            </a:rPr>
                            <a:t>36</a:t>
                          </a: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r>
                </a:tbl>
              </a:graphicData>
            </a:graphic>
          </p:graphicFrame>
        </mc:Fallback>
      </mc:AlternateContent>
      <p:sp>
        <p:nvSpPr>
          <p:cNvPr id="10" name="TextBox 9">
            <a:extLst>
              <a:ext uri="{FF2B5EF4-FFF2-40B4-BE49-F238E27FC236}">
                <a16:creationId xmlns:a16="http://schemas.microsoft.com/office/drawing/2014/main" id="{68622B1E-44A3-44A2-B1C1-8D969737DA50}"/>
              </a:ext>
            </a:extLst>
          </p:cNvPr>
          <p:cNvSpPr txBox="1"/>
          <p:nvPr/>
        </p:nvSpPr>
        <p:spPr>
          <a:xfrm>
            <a:off x="3398558" y="4932387"/>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1</a:t>
            </a:r>
            <a:endParaRPr lang="en-IN" sz="2800" b="1" dirty="0">
              <a:solidFill>
                <a:srgbClr val="002060"/>
              </a:solidFill>
            </a:endParaRPr>
          </a:p>
        </p:txBody>
      </p:sp>
      <p:sp>
        <p:nvSpPr>
          <p:cNvPr id="14" name="TextBox 13">
            <a:extLst>
              <a:ext uri="{FF2B5EF4-FFF2-40B4-BE49-F238E27FC236}">
                <a16:creationId xmlns:a16="http://schemas.microsoft.com/office/drawing/2014/main" id="{68622B1E-44A3-44A2-B1C1-8D969737DA50}"/>
              </a:ext>
            </a:extLst>
          </p:cNvPr>
          <p:cNvSpPr txBox="1"/>
          <p:nvPr/>
        </p:nvSpPr>
        <p:spPr>
          <a:xfrm>
            <a:off x="3249973" y="1821946"/>
            <a:ext cx="558807"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2.5</a:t>
            </a:r>
            <a:endParaRPr lang="en-IN" sz="2800" b="1" dirty="0">
              <a:solidFill>
                <a:srgbClr val="002060"/>
              </a:solidFill>
            </a:endParaRPr>
          </a:p>
        </p:txBody>
      </p:sp>
      <p:sp>
        <p:nvSpPr>
          <p:cNvPr id="16" name="TextBox 15">
            <a:extLst>
              <a:ext uri="{FF2B5EF4-FFF2-40B4-BE49-F238E27FC236}">
                <a16:creationId xmlns:a16="http://schemas.microsoft.com/office/drawing/2014/main" id="{68622B1E-44A3-44A2-B1C1-8D969737DA50}"/>
              </a:ext>
            </a:extLst>
          </p:cNvPr>
          <p:cNvSpPr txBox="1"/>
          <p:nvPr/>
        </p:nvSpPr>
        <p:spPr>
          <a:xfrm>
            <a:off x="3247214" y="4415859"/>
            <a:ext cx="558807"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2.5</a:t>
            </a:r>
            <a:endParaRPr lang="en-IN" sz="2800" b="1" dirty="0">
              <a:solidFill>
                <a:srgbClr val="002060"/>
              </a:solidFill>
            </a:endParaRPr>
          </a:p>
        </p:txBody>
      </p:sp>
      <p:sp>
        <p:nvSpPr>
          <p:cNvPr id="42" name="Rectangle 41"/>
          <p:cNvSpPr/>
          <p:nvPr/>
        </p:nvSpPr>
        <p:spPr>
          <a:xfrm>
            <a:off x="8639856" y="819803"/>
            <a:ext cx="3406702" cy="1815882"/>
          </a:xfrm>
          <a:prstGeom prst="rect">
            <a:avLst/>
          </a:prstGeom>
        </p:spPr>
        <p:txBody>
          <a:bodyPr wrap="none">
            <a:spAutoFit/>
          </a:bodyPr>
          <a:lstStyle/>
          <a:p>
            <a:pPr algn="ctr"/>
            <a:r>
              <a:rPr lang="en-US" sz="2800" dirty="0">
                <a:solidFill>
                  <a:srgbClr val="002060"/>
                </a:solidFill>
                <a:latin typeface="+mj-lt"/>
                <a:ea typeface="Cambria Math" panose="02040503050406030204" pitchFamily="18" charset="0"/>
              </a:rPr>
              <a:t>For Sales,</a:t>
            </a:r>
          </a:p>
          <a:p>
            <a:pPr algn="ctr">
              <a:lnSpc>
                <a:spcPct val="150000"/>
              </a:lnSpc>
            </a:pPr>
            <a:r>
              <a:rPr lang="en-US" sz="2800" dirty="0">
                <a:solidFill>
                  <a:srgbClr val="002060"/>
                </a:solidFill>
                <a:latin typeface="+mj-lt"/>
              </a:rPr>
              <a:t>56 is repeated 2 times </a:t>
            </a:r>
          </a:p>
          <a:p>
            <a:pPr algn="ctr">
              <a:lnSpc>
                <a:spcPct val="150000"/>
              </a:lnSpc>
            </a:pPr>
            <a:r>
              <a:rPr lang="en-US" sz="2800" dirty="0">
                <a:solidFill>
                  <a:srgbClr val="002060"/>
                </a:solidFill>
              </a:rPr>
              <a:t>at 2</a:t>
            </a:r>
            <a:r>
              <a:rPr lang="en-US" sz="2800" baseline="30000" dirty="0">
                <a:solidFill>
                  <a:srgbClr val="002060"/>
                </a:solidFill>
              </a:rPr>
              <a:t>nd</a:t>
            </a:r>
            <a:r>
              <a:rPr lang="en-US" sz="2800" dirty="0">
                <a:solidFill>
                  <a:srgbClr val="002060"/>
                </a:solidFill>
              </a:rPr>
              <a:t> rank</a:t>
            </a:r>
          </a:p>
        </p:txBody>
      </p:sp>
      <mc:AlternateContent xmlns:mc="http://schemas.openxmlformats.org/markup-compatibility/2006" xmlns:a14="http://schemas.microsoft.com/office/drawing/2010/main">
        <mc:Choice Requires="a14">
          <p:sp>
            <p:nvSpPr>
              <p:cNvPr id="43" name="Rectangle 42"/>
              <p:cNvSpPr/>
              <p:nvPr/>
            </p:nvSpPr>
            <p:spPr>
              <a:xfrm>
                <a:off x="8639856" y="2959730"/>
                <a:ext cx="3406702" cy="1733167"/>
              </a:xfrm>
              <a:prstGeom prst="rect">
                <a:avLst/>
              </a:prstGeom>
            </p:spPr>
            <p:txBody>
              <a:bodyPr wrap="square">
                <a:spAutoFit/>
              </a:bodyPr>
              <a:lstStyle/>
              <a:p>
                <a14:m>
                  <m:oMath xmlns:m="http://schemas.openxmlformats.org/officeDocument/2006/math">
                    <m:r>
                      <a:rPr lang="en-US" sz="2800" i="1" dirty="0" smtClean="0">
                        <a:solidFill>
                          <a:srgbClr val="002060"/>
                        </a:solidFill>
                        <a:latin typeface="Cambria Math" panose="02040503050406030204" pitchFamily="18" charset="0"/>
                        <a:ea typeface="Cambria Math" panose="02040503050406030204" pitchFamily="18" charset="0"/>
                      </a:rPr>
                      <m:t>∴</m:t>
                    </m:r>
                  </m:oMath>
                </a14:m>
                <a:r>
                  <a:rPr lang="en-US" sz="2800" dirty="0">
                    <a:solidFill>
                      <a:srgbClr val="002060"/>
                    </a:solidFill>
                  </a:rPr>
                  <a:t> Rank of 56</a:t>
                </a:r>
              </a:p>
              <a:p>
                <a:pPr>
                  <a:lnSpc>
                    <a:spcPct val="150000"/>
                  </a:lnSpc>
                </a:pPr>
                <a14:m>
                  <m:oMathPara xmlns:m="http://schemas.openxmlformats.org/officeDocument/2006/math">
                    <m:oMathParaPr>
                      <m:jc m:val="right"/>
                    </m:oMathParaPr>
                    <m:oMath xmlns:m="http://schemas.openxmlformats.org/officeDocument/2006/math">
                      <m:r>
                        <a:rPr lang="en-US" sz="2800" i="1" dirty="0" smtClean="0">
                          <a:solidFill>
                            <a:srgbClr val="002060"/>
                          </a:solidFill>
                          <a:latin typeface="Cambria Math" panose="02040503050406030204" pitchFamily="18" charset="0"/>
                        </a:rPr>
                        <m:t> =</m:t>
                      </m:r>
                      <m:f>
                        <m:fPr>
                          <m:ctrlPr>
                            <a:rPr lang="en-US" sz="2800" b="0" i="1" dirty="0" smtClean="0">
                              <a:solidFill>
                                <a:srgbClr val="002060"/>
                              </a:solidFill>
                              <a:latin typeface="Cambria Math" panose="02040503050406030204" pitchFamily="18" charset="0"/>
                            </a:rPr>
                          </m:ctrlPr>
                        </m:fPr>
                        <m:num>
                          <m:r>
                            <a:rPr lang="en-US" sz="2800" b="0" i="1" dirty="0" smtClean="0">
                              <a:solidFill>
                                <a:srgbClr val="002060"/>
                              </a:solidFill>
                              <a:latin typeface="Cambria Math" panose="02040503050406030204" pitchFamily="18" charset="0"/>
                            </a:rPr>
                            <m:t> 2+</m:t>
                          </m:r>
                          <m:r>
                            <a:rPr lang="en-US" sz="2800" b="0" i="1" dirty="0" smtClean="0">
                              <a:solidFill>
                                <a:srgbClr val="FF0000"/>
                              </a:solidFill>
                              <a:latin typeface="Cambria Math" panose="02040503050406030204" pitchFamily="18" charset="0"/>
                            </a:rPr>
                            <m:t>3</m:t>
                          </m:r>
                          <m:r>
                            <a:rPr lang="en-US" sz="2800" b="0" i="1" dirty="0" smtClean="0">
                              <a:solidFill>
                                <a:srgbClr val="002060"/>
                              </a:solidFill>
                              <a:latin typeface="Cambria Math" panose="02040503050406030204" pitchFamily="18" charset="0"/>
                            </a:rPr>
                            <m:t> </m:t>
                          </m:r>
                        </m:num>
                        <m:den>
                          <m:r>
                            <a:rPr lang="en-US" sz="2800" b="0" i="1" dirty="0" smtClean="0">
                              <a:solidFill>
                                <a:srgbClr val="002060"/>
                              </a:solidFill>
                              <a:latin typeface="Cambria Math" panose="02040503050406030204" pitchFamily="18" charset="0"/>
                            </a:rPr>
                            <m:t>2</m:t>
                          </m:r>
                        </m:den>
                      </m:f>
                      <m:r>
                        <a:rPr lang="en-US" sz="2800" b="0" i="1" dirty="0" smtClean="0">
                          <a:solidFill>
                            <a:srgbClr val="002060"/>
                          </a:solidFill>
                          <a:latin typeface="Cambria Math" panose="02040503050406030204" pitchFamily="18" charset="0"/>
                        </a:rPr>
                        <m:t>=2.5</m:t>
                      </m:r>
                    </m:oMath>
                  </m:oMathPara>
                </a14:m>
                <a:endParaRPr lang="en-US" sz="2800" dirty="0">
                  <a:solidFill>
                    <a:srgbClr val="002060"/>
                  </a:solidFill>
                </a:endParaRPr>
              </a:p>
            </p:txBody>
          </p:sp>
        </mc:Choice>
        <mc:Fallback xmlns="">
          <p:sp>
            <p:nvSpPr>
              <p:cNvPr id="43" name="Rectangle 42"/>
              <p:cNvSpPr>
                <a:spLocks noRot="1" noChangeAspect="1" noMove="1" noResize="1" noEditPoints="1" noAdjustHandles="1" noChangeArrowheads="1" noChangeShapeType="1" noTextEdit="1"/>
              </p:cNvSpPr>
              <p:nvPr/>
            </p:nvSpPr>
            <p:spPr>
              <a:xfrm>
                <a:off x="8639856" y="2959730"/>
                <a:ext cx="3406702" cy="1733167"/>
              </a:xfrm>
              <a:prstGeom prst="rect">
                <a:avLst/>
              </a:prstGeom>
              <a:blipFill rotWithShape="0">
                <a:blip r:embed="rId3"/>
                <a:stretch>
                  <a:fillRect t="-38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9" name="Rectangle 88"/>
              <p:cNvSpPr/>
              <p:nvPr/>
            </p:nvSpPr>
            <p:spPr>
              <a:xfrm>
                <a:off x="8639856" y="5016942"/>
                <a:ext cx="1694438"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dirty="0" smtClean="0">
                          <a:solidFill>
                            <a:srgbClr val="002060"/>
                          </a:solidFill>
                          <a:latin typeface="Cambria Math" panose="02040503050406030204" pitchFamily="18" charset="0"/>
                          <a:ea typeface="Cambria Math" panose="02040503050406030204" pitchFamily="18" charset="0"/>
                        </a:rPr>
                        <m:t>∴</m:t>
                      </m:r>
                      <m:sSub>
                        <m:sSubPr>
                          <m:ctrlPr>
                            <a:rPr lang="en-US" sz="2800" b="0" i="1" dirty="0" smtClean="0">
                              <a:solidFill>
                                <a:srgbClr val="002060"/>
                              </a:solidFill>
                              <a:latin typeface="Cambria Math" panose="02040503050406030204" pitchFamily="18" charset="0"/>
                            </a:rPr>
                          </m:ctrlPr>
                        </m:sSubPr>
                        <m:e>
                          <m:r>
                            <m:rPr>
                              <m:sty m:val="p"/>
                            </m:rPr>
                            <a:rPr lang="en-US" sz="2800" b="0" i="0" dirty="0" smtClean="0">
                              <a:solidFill>
                                <a:srgbClr val="002060"/>
                              </a:solidFill>
                              <a:latin typeface="Cambria Math" panose="02040503050406030204" pitchFamily="18" charset="0"/>
                            </a:rPr>
                            <m:t>m</m:t>
                          </m:r>
                        </m:e>
                        <m:sub>
                          <m:r>
                            <a:rPr lang="en-US" sz="2800" b="0" i="0" dirty="0" smtClean="0">
                              <a:solidFill>
                                <a:srgbClr val="002060"/>
                              </a:solidFill>
                              <a:latin typeface="Cambria Math" panose="02040503050406030204" pitchFamily="18" charset="0"/>
                            </a:rPr>
                            <m:t>1</m:t>
                          </m:r>
                        </m:sub>
                      </m:sSub>
                      <m:r>
                        <a:rPr lang="en-US" sz="2800" i="1" dirty="0" smtClean="0">
                          <a:solidFill>
                            <a:srgbClr val="002060"/>
                          </a:solidFill>
                          <a:latin typeface="Cambria Math" panose="02040503050406030204" pitchFamily="18" charset="0"/>
                        </a:rPr>
                        <m:t>=</m:t>
                      </m:r>
                      <m:r>
                        <a:rPr lang="en-US" sz="2800" b="0" i="1" dirty="0" smtClean="0">
                          <a:solidFill>
                            <a:srgbClr val="002060"/>
                          </a:solidFill>
                          <a:latin typeface="Cambria Math" panose="02040503050406030204" pitchFamily="18" charset="0"/>
                        </a:rPr>
                        <m:t>2</m:t>
                      </m:r>
                    </m:oMath>
                  </m:oMathPara>
                </a14:m>
                <a:endParaRPr lang="en-US" sz="2800" dirty="0">
                  <a:solidFill>
                    <a:srgbClr val="002060"/>
                  </a:solidFill>
                </a:endParaRPr>
              </a:p>
            </p:txBody>
          </p:sp>
        </mc:Choice>
        <mc:Fallback xmlns="">
          <p:sp>
            <p:nvSpPr>
              <p:cNvPr id="89" name="Rectangle 88"/>
              <p:cNvSpPr>
                <a:spLocks noRot="1" noChangeAspect="1" noMove="1" noResize="1" noEditPoints="1" noAdjustHandles="1" noChangeArrowheads="1" noChangeShapeType="1" noTextEdit="1"/>
              </p:cNvSpPr>
              <p:nvPr/>
            </p:nvSpPr>
            <p:spPr>
              <a:xfrm>
                <a:off x="8639856" y="5016942"/>
                <a:ext cx="1694438" cy="523220"/>
              </a:xfrm>
              <a:prstGeom prst="rect">
                <a:avLst/>
              </a:prstGeom>
              <a:blipFill rotWithShape="0">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080176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4" grpId="0"/>
      <p:bldP spid="16" grpId="0"/>
      <p:bldP spid="42" grpId="0"/>
      <p:bldP spid="43" grpId="0"/>
      <p:bldP spid="89"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2 ⇝ Example 4(</a:t>
            </a:r>
            <a:r>
              <a:rPr lang="en-GB" dirty="0">
                <a:solidFill>
                  <a:srgbClr val="FF0000"/>
                </a:solidFill>
              </a:rPr>
              <a:t>Continue</a:t>
            </a:r>
            <a:r>
              <a:rPr lang="en-GB" dirty="0"/>
              <a:t>)</a:t>
            </a:r>
            <a:endParaRPr lang="en-US" dirty="0"/>
          </a:p>
        </p:txBody>
      </p:sp>
      <mc:AlternateContent xmlns:mc="http://schemas.openxmlformats.org/markup-compatibility/2006" xmlns:a14="http://schemas.microsoft.com/office/drawing/2010/main">
        <mc:Choice Requires="a14">
          <p:graphicFrame>
            <p:nvGraphicFramePr>
              <p:cNvPr id="6" name="Table 5"/>
              <p:cNvGraphicFramePr>
                <a:graphicFrameLocks noGrp="1"/>
              </p:cNvGraphicFramePr>
              <p:nvPr/>
            </p:nvGraphicFramePr>
            <p:xfrm>
              <a:off x="106680" y="818368"/>
              <a:ext cx="8503920" cy="5669279"/>
            </p:xfrm>
            <a:graphic>
              <a:graphicData uri="http://schemas.openxmlformats.org/drawingml/2006/table">
                <a:tbl>
                  <a:tblPr firstRow="1" bandRow="1">
                    <a:tableStyleId>{93296810-A885-4BE3-A3E7-6D5BEEA58F35}</a:tableStyleId>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481579">
                    <a:tc>
                      <a:txBody>
                        <a:bodyPr/>
                        <a:lstStyle/>
                        <a:p>
                          <a:pPr algn="ctr"/>
                          <a14:m>
                            <m:oMathPara xmlns:m="http://schemas.openxmlformats.org/officeDocument/2006/math">
                              <m:oMathParaPr>
                                <m:jc m:val="center"/>
                              </m:oMathParaPr>
                              <m:oMath xmlns:m="http://schemas.openxmlformats.org/officeDocument/2006/math">
                                <m:r>
                                  <a:rPr lang="en-US" sz="2500" b="1" i="0" smtClean="0">
                                    <a:solidFill>
                                      <a:schemeClr val="bg1"/>
                                    </a:solidFill>
                                    <a:latin typeface="Cambria Math" panose="02040503050406030204" pitchFamily="18" charset="0"/>
                                  </a:rPr>
                                  <m:t>𝐒𝐚𝐥𝐞𝐬</m:t>
                                </m:r>
                              </m:oMath>
                            </m:oMathPara>
                          </a14:m>
                          <a:endParaRPr lang="en-US" sz="2500" b="1" i="0" dirty="0">
                            <a:solidFill>
                              <a:schemeClr val="bg1"/>
                            </a:solidFill>
                          </a:endParaRPr>
                        </a:p>
                      </a:txBody>
                      <a:tcPr anchor="ctr"/>
                    </a:tc>
                    <a:tc>
                      <a:txBody>
                        <a:bodyPr/>
                        <a:lstStyle/>
                        <a:p>
                          <a:pPr algn="ctr"/>
                          <a14:m>
                            <m:oMathPara xmlns:m="http://schemas.openxmlformats.org/officeDocument/2006/math">
                              <m:oMathParaPr>
                                <m:jc m:val="center"/>
                              </m:oMathParaPr>
                              <m:oMath xmlns:m="http://schemas.openxmlformats.org/officeDocument/2006/math">
                                <m:r>
                                  <a:rPr lang="en-US" sz="2500" b="1" i="0" dirty="0" smtClean="0">
                                    <a:solidFill>
                                      <a:schemeClr val="bg1"/>
                                    </a:solidFill>
                                    <a:latin typeface="Cambria Math" panose="02040503050406030204" pitchFamily="18" charset="0"/>
                                  </a:rPr>
                                  <m:t>𝐂𝐨𝐬𝐭</m:t>
                                </m:r>
                              </m:oMath>
                            </m:oMathPara>
                          </a14:m>
                          <a:endParaRPr lang="en-US" sz="2500" b="1" dirty="0">
                            <a:solidFill>
                              <a:schemeClr val="bg1"/>
                            </a:solidFill>
                          </a:endParaRPr>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500" b="1" i="0" dirty="0" smtClean="0">
                                    <a:solidFill>
                                      <a:schemeClr val="bg1"/>
                                    </a:solidFill>
                                    <a:latin typeface="Cambria Math" panose="02040503050406030204" pitchFamily="18" charset="0"/>
                                  </a:rPr>
                                  <m:t>𝐱</m:t>
                                </m:r>
                              </m:oMath>
                            </m:oMathPara>
                          </a14:m>
                          <a:endParaRPr lang="en-US" sz="2500" b="0" i="0" dirty="0">
                            <a:solidFill>
                              <a:schemeClr val="bg1"/>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500" b="1" i="0"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𝐲</m:t>
                                </m:r>
                              </m:oMath>
                            </m:oMathPara>
                          </a14:m>
                          <a:endParaRPr kumimoji="0" lang="en-US" sz="2500" b="0" i="0" u="none" strike="noStrike" kern="1200" cap="none" spc="0" normalizeH="0" baseline="0" noProof="0" dirty="0">
                            <a:ln>
                              <a:noFill/>
                            </a:ln>
                            <a:solidFill>
                              <a:prstClr val="white"/>
                            </a:solidFill>
                            <a:effectLst/>
                            <a:uLnTx/>
                            <a:uFillTx/>
                            <a:latin typeface="+mn-lt"/>
                            <a:ea typeface="+mn-ea"/>
                            <a:cs typeface="+mn-cs"/>
                          </a:endParaRPr>
                        </a:p>
                      </a:txBody>
                      <a:tcPr anchor="ctr"/>
                    </a:tc>
                    <a:tc>
                      <a:txBody>
                        <a:bodyPr/>
                        <a:lstStyle/>
                        <a:p>
                          <a:pPr algn="ctr"/>
                          <a14:m>
                            <m:oMathPara xmlns:m="http://schemas.openxmlformats.org/officeDocument/2006/math">
                              <m:oMathParaPr>
                                <m:jc m:val="center"/>
                              </m:oMathParaPr>
                              <m:oMath xmlns:m="http://schemas.openxmlformats.org/officeDocument/2006/math">
                                <m:r>
                                  <a:rPr kumimoji="0" lang="en-US" sz="2500" b="1" i="0"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𝐝</m:t>
                                </m:r>
                                <m:r>
                                  <a:rPr kumimoji="0" lang="en-US" sz="2500" b="0" i="0"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m:t>
                                </m:r>
                                <m:r>
                                  <m:rPr>
                                    <m:sty m:val="p"/>
                                  </m:rPr>
                                  <a:rPr kumimoji="0" lang="en-US" sz="2500" b="0" i="0"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x</m:t>
                                </m:r>
                                <m:r>
                                  <a:rPr kumimoji="0" lang="en-US" sz="2500" b="0" i="0"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m:t>
                                </m:r>
                                <m:r>
                                  <m:rPr>
                                    <m:sty m:val="p"/>
                                  </m:rPr>
                                  <a:rPr kumimoji="0" lang="en-US" sz="2500" b="0" i="0"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y</m:t>
                                </m:r>
                              </m:oMath>
                            </m:oMathPara>
                          </a14:m>
                          <a:endParaRPr lang="en-US" sz="2500" b="0" i="0" dirty="0">
                            <a:solidFill>
                              <a:schemeClr val="bg1"/>
                            </a:solidFill>
                          </a:endParaRPr>
                        </a:p>
                      </a:txBody>
                      <a:tcPr anchor="ctr"/>
                    </a:tc>
                    <a:tc>
                      <a:txBody>
                        <a:bodyPr/>
                        <a:lstStyle/>
                        <a:p>
                          <a:pPr algn="ctr"/>
                          <a14:m>
                            <m:oMathPara xmlns:m="http://schemas.openxmlformats.org/officeDocument/2006/math">
                              <m:oMathParaPr>
                                <m:jc m:val="centerGroup"/>
                              </m:oMathParaPr>
                              <m:oMath xmlns:m="http://schemas.openxmlformats.org/officeDocument/2006/math">
                                <m:sSup>
                                  <m:sSupPr>
                                    <m:ctrlPr>
                                      <a:rPr lang="en-US" sz="2500" b="1" i="1" dirty="0" smtClean="0">
                                        <a:solidFill>
                                          <a:schemeClr val="bg1"/>
                                        </a:solidFill>
                                        <a:latin typeface="Cambria Math" panose="02040503050406030204" pitchFamily="18" charset="0"/>
                                      </a:rPr>
                                    </m:ctrlPr>
                                  </m:sSupPr>
                                  <m:e>
                                    <m:r>
                                      <a:rPr lang="en-US" sz="2500" b="1" i="0" dirty="0" smtClean="0">
                                        <a:solidFill>
                                          <a:schemeClr val="bg1"/>
                                        </a:solidFill>
                                        <a:latin typeface="Cambria Math" panose="02040503050406030204" pitchFamily="18" charset="0"/>
                                      </a:rPr>
                                      <m:t>𝐝</m:t>
                                    </m:r>
                                  </m:e>
                                  <m:sup>
                                    <m:r>
                                      <a:rPr lang="en-US" sz="2500" b="1" i="0" dirty="0" smtClean="0">
                                        <a:solidFill>
                                          <a:schemeClr val="bg1"/>
                                        </a:solidFill>
                                        <a:latin typeface="Cambria Math" panose="02040503050406030204" pitchFamily="18" charset="0"/>
                                      </a:rPr>
                                      <m:t>𝟐</m:t>
                                    </m:r>
                                  </m:sup>
                                </m:sSup>
                              </m:oMath>
                            </m:oMathPara>
                          </a14:m>
                          <a:endParaRPr lang="en-US" sz="2500" b="1" i="0" dirty="0">
                            <a:solidFill>
                              <a:schemeClr val="bg1"/>
                            </a:solidFill>
                          </a:endParaRPr>
                        </a:p>
                      </a:txBody>
                      <a:tcPr anchor="ctr"/>
                    </a:tc>
                    <a:extLst>
                      <a:ext uri="{0D108BD9-81ED-4DB2-BD59-A6C34878D82A}">
                        <a16:rowId xmlns:a16="http://schemas.microsoft.com/office/drawing/2014/main" val="10000"/>
                      </a:ext>
                    </a:extLst>
                  </a:tr>
                  <a:tr h="518770">
                    <a:tc>
                      <a:txBody>
                        <a:bodyPr/>
                        <a:lstStyle/>
                        <a:p>
                          <a:pPr algn="ctr"/>
                          <a:r>
                            <a:rPr lang="en-US" sz="2800" b="0" dirty="0">
                              <a:solidFill>
                                <a:srgbClr val="002060"/>
                              </a:solidFill>
                            </a:rPr>
                            <a:t>45</a:t>
                          </a:r>
                        </a:p>
                      </a:txBody>
                      <a:tcPr anchor="ctr"/>
                    </a:tc>
                    <a:tc>
                      <a:txBody>
                        <a:bodyPr/>
                        <a:lstStyle/>
                        <a:p>
                          <a:pPr algn="ctr"/>
                          <a:r>
                            <a:rPr lang="en-US" sz="2800" b="0" dirty="0">
                              <a:solidFill>
                                <a:srgbClr val="002060"/>
                              </a:solidFill>
                            </a:rPr>
                            <a:t>40</a:t>
                          </a: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1"/>
                      </a:ext>
                    </a:extLst>
                  </a:tr>
                  <a:tr h="518770">
                    <a:tc>
                      <a:txBody>
                        <a:bodyPr/>
                        <a:lstStyle/>
                        <a:p>
                          <a:pPr algn="ctr"/>
                          <a:r>
                            <a:rPr lang="en-US" sz="2800" b="0" dirty="0">
                              <a:solidFill>
                                <a:srgbClr val="002060"/>
                              </a:solidFill>
                            </a:rPr>
                            <a:t>56</a:t>
                          </a:r>
                        </a:p>
                      </a:txBody>
                      <a:tcPr anchor="ctr"/>
                    </a:tc>
                    <a:tc>
                      <a:txBody>
                        <a:bodyPr/>
                        <a:lstStyle/>
                        <a:p>
                          <a:pPr algn="ctr"/>
                          <a:r>
                            <a:rPr lang="en-US" sz="2800" b="0" dirty="0">
                              <a:solidFill>
                                <a:srgbClr val="002060"/>
                              </a:solidFill>
                            </a:rPr>
                            <a:t>36</a:t>
                          </a: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2"/>
                      </a:ext>
                    </a:extLst>
                  </a:tr>
                  <a:tr h="518770">
                    <a:tc>
                      <a:txBody>
                        <a:bodyPr/>
                        <a:lstStyle/>
                        <a:p>
                          <a:pPr algn="ctr"/>
                          <a:r>
                            <a:rPr lang="en-US" sz="2800" b="0" dirty="0">
                              <a:solidFill>
                                <a:srgbClr val="002060"/>
                              </a:solidFill>
                            </a:rPr>
                            <a:t>39</a:t>
                          </a:r>
                        </a:p>
                      </a:txBody>
                      <a:tcPr anchor="ctr"/>
                    </a:tc>
                    <a:tc>
                      <a:txBody>
                        <a:bodyPr/>
                        <a:lstStyle/>
                        <a:p>
                          <a:pPr algn="ctr"/>
                          <a:r>
                            <a:rPr lang="en-US" sz="2800" b="0" dirty="0">
                              <a:solidFill>
                                <a:srgbClr val="002060"/>
                              </a:solidFill>
                            </a:rPr>
                            <a:t>30</a:t>
                          </a: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3"/>
                      </a:ext>
                    </a:extLst>
                  </a:tr>
                  <a:tr h="518770">
                    <a:tc>
                      <a:txBody>
                        <a:bodyPr/>
                        <a:lstStyle/>
                        <a:p>
                          <a:pPr algn="ctr"/>
                          <a:r>
                            <a:rPr lang="en-US" sz="2800" b="0" dirty="0">
                              <a:solidFill>
                                <a:srgbClr val="002060"/>
                              </a:solidFill>
                            </a:rPr>
                            <a:t>54</a:t>
                          </a:r>
                        </a:p>
                      </a:txBody>
                      <a:tcPr anchor="ctr"/>
                    </a:tc>
                    <a:tc>
                      <a:txBody>
                        <a:bodyPr/>
                        <a:lstStyle/>
                        <a:p>
                          <a:pPr algn="ctr"/>
                          <a:r>
                            <a:rPr lang="en-US" sz="2800" b="0" dirty="0">
                              <a:solidFill>
                                <a:srgbClr val="002060"/>
                              </a:solidFill>
                            </a:rPr>
                            <a:t>44</a:t>
                          </a: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4"/>
                      </a:ext>
                    </a:extLst>
                  </a:tr>
                  <a:tr h="518770">
                    <a:tc>
                      <a:txBody>
                        <a:bodyPr/>
                        <a:lstStyle/>
                        <a:p>
                          <a:pPr algn="ctr"/>
                          <a:r>
                            <a:rPr lang="en-US" sz="2800" b="0" dirty="0">
                              <a:solidFill>
                                <a:srgbClr val="002060"/>
                              </a:solidFill>
                            </a:rPr>
                            <a:t>45</a:t>
                          </a:r>
                        </a:p>
                      </a:txBody>
                      <a:tcPr anchor="ctr"/>
                    </a:tc>
                    <a:tc>
                      <a:txBody>
                        <a:bodyPr/>
                        <a:lstStyle/>
                        <a:p>
                          <a:pPr algn="ctr"/>
                          <a:r>
                            <a:rPr lang="en-US" sz="2800" b="0" dirty="0">
                              <a:solidFill>
                                <a:srgbClr val="002060"/>
                              </a:solidFill>
                            </a:rPr>
                            <a:t>36</a:t>
                          </a: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5"/>
                      </a:ext>
                    </a:extLst>
                  </a:tr>
                  <a:tr h="518770">
                    <a:tc>
                      <a:txBody>
                        <a:bodyPr/>
                        <a:lstStyle/>
                        <a:p>
                          <a:pPr algn="ctr"/>
                          <a:r>
                            <a:rPr lang="en-US" sz="2800" b="0" dirty="0">
                              <a:solidFill>
                                <a:srgbClr val="002060"/>
                              </a:solidFill>
                            </a:rPr>
                            <a:t>40</a:t>
                          </a:r>
                        </a:p>
                      </a:txBody>
                      <a:tcPr anchor="ctr"/>
                    </a:tc>
                    <a:tc>
                      <a:txBody>
                        <a:bodyPr/>
                        <a:lstStyle/>
                        <a:p>
                          <a:pPr algn="ctr"/>
                          <a:r>
                            <a:rPr lang="en-US" sz="2800" b="0" dirty="0">
                              <a:solidFill>
                                <a:srgbClr val="002060"/>
                              </a:solidFill>
                            </a:rPr>
                            <a:t>32</a:t>
                          </a: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6"/>
                      </a:ext>
                    </a:extLst>
                  </a:tr>
                  <a:tr h="518770">
                    <a:tc>
                      <a:txBody>
                        <a:bodyPr/>
                        <a:lstStyle/>
                        <a:p>
                          <a:pPr algn="ctr"/>
                          <a:r>
                            <a:rPr lang="en-US" sz="2800" b="0" dirty="0">
                              <a:solidFill>
                                <a:srgbClr val="002060"/>
                              </a:solidFill>
                            </a:rPr>
                            <a:t>56</a:t>
                          </a:r>
                        </a:p>
                      </a:txBody>
                      <a:tcPr anchor="ctr"/>
                    </a:tc>
                    <a:tc>
                      <a:txBody>
                        <a:bodyPr/>
                        <a:lstStyle/>
                        <a:p>
                          <a:pPr algn="ctr"/>
                          <a:r>
                            <a:rPr lang="en-US" sz="2800" b="0" dirty="0">
                              <a:solidFill>
                                <a:srgbClr val="002060"/>
                              </a:solidFill>
                            </a:rPr>
                            <a:t>45</a:t>
                          </a: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7"/>
                      </a:ext>
                    </a:extLst>
                  </a:tr>
                  <a:tr h="518770">
                    <a:tc>
                      <a:txBody>
                        <a:bodyPr/>
                        <a:lstStyle/>
                        <a:p>
                          <a:pPr algn="ctr"/>
                          <a:r>
                            <a:rPr lang="en-US" sz="2800" b="0" dirty="0">
                              <a:solidFill>
                                <a:srgbClr val="002060"/>
                              </a:solidFill>
                            </a:rPr>
                            <a:t>60</a:t>
                          </a:r>
                        </a:p>
                      </a:txBody>
                      <a:tcPr anchor="ctr"/>
                    </a:tc>
                    <a:tc>
                      <a:txBody>
                        <a:bodyPr/>
                        <a:lstStyle/>
                        <a:p>
                          <a:pPr algn="ctr"/>
                          <a:r>
                            <a:rPr lang="en-US" sz="2800" b="0" dirty="0">
                              <a:solidFill>
                                <a:srgbClr val="002060"/>
                              </a:solidFill>
                            </a:rPr>
                            <a:t>42</a:t>
                          </a: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8"/>
                      </a:ext>
                    </a:extLst>
                  </a:tr>
                  <a:tr h="518770">
                    <a:tc>
                      <a:txBody>
                        <a:bodyPr/>
                        <a:lstStyle/>
                        <a:p>
                          <a:pPr algn="ctr"/>
                          <a:r>
                            <a:rPr lang="en-US" sz="2800" b="0" dirty="0">
                              <a:solidFill>
                                <a:srgbClr val="002060"/>
                              </a:solidFill>
                            </a:rPr>
                            <a:t>30</a:t>
                          </a:r>
                        </a:p>
                      </a:txBody>
                      <a:tcPr anchor="ctr"/>
                    </a:tc>
                    <a:tc>
                      <a:txBody>
                        <a:bodyPr/>
                        <a:lstStyle/>
                        <a:p>
                          <a:pPr algn="ctr"/>
                          <a:r>
                            <a:rPr lang="en-US" sz="2800" b="0" dirty="0">
                              <a:solidFill>
                                <a:srgbClr val="002060"/>
                              </a:solidFill>
                            </a:rPr>
                            <a:t>20</a:t>
                          </a: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9"/>
                      </a:ext>
                    </a:extLst>
                  </a:tr>
                  <a:tr h="518770">
                    <a:tc>
                      <a:txBody>
                        <a:bodyPr/>
                        <a:lstStyle/>
                        <a:p>
                          <a:pPr algn="ctr"/>
                          <a:r>
                            <a:rPr lang="en-US" sz="2800" b="0" dirty="0">
                              <a:solidFill>
                                <a:srgbClr val="002060"/>
                              </a:solidFill>
                            </a:rPr>
                            <a:t>36</a:t>
                          </a:r>
                        </a:p>
                      </a:txBody>
                      <a:tcPr anchor="ctr"/>
                    </a:tc>
                    <a:tc>
                      <a:txBody>
                        <a:bodyPr/>
                        <a:lstStyle/>
                        <a:p>
                          <a:pPr algn="ctr"/>
                          <a:r>
                            <a:rPr lang="en-US" sz="2800" b="0" dirty="0">
                              <a:solidFill>
                                <a:srgbClr val="002060"/>
                              </a:solidFill>
                            </a:rPr>
                            <a:t>36</a:t>
                          </a: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10"/>
                      </a:ext>
                    </a:extLst>
                  </a:tr>
                </a:tbl>
              </a:graphicData>
            </a:graphic>
          </p:graphicFrame>
        </mc:Choice>
        <mc:Fallback xmlns="">
          <p:graphicFrame>
            <p:nvGraphicFramePr>
              <p:cNvPr id="6" name="Table 5"/>
              <p:cNvGraphicFramePr>
                <a:graphicFrameLocks noGrp="1"/>
              </p:cNvGraphicFramePr>
              <p:nvPr>
                <p:extLst/>
              </p:nvPr>
            </p:nvGraphicFramePr>
            <p:xfrm>
              <a:off x="106680" y="818368"/>
              <a:ext cx="8503920" cy="5669279"/>
            </p:xfrm>
            <a:graphic>
              <a:graphicData uri="http://schemas.openxmlformats.org/drawingml/2006/table">
                <a:tbl>
                  <a:tblPr firstRow="1" bandRow="1">
                    <a:tableStyleId>{93296810-A885-4BE3-A3E7-6D5BEEA58F35}</a:tableStyleId>
                  </a:tblPr>
                  <a:tblGrid>
                    <a:gridCol w="1371600"/>
                    <a:gridCol w="1371600"/>
                    <a:gridCol w="1371600"/>
                    <a:gridCol w="1371600"/>
                    <a:gridCol w="1645920"/>
                    <a:gridCol w="1371600"/>
                  </a:tblGrid>
                  <a:tr h="481579">
                    <a:tc>
                      <a:txBody>
                        <a:bodyPr/>
                        <a:lstStyle/>
                        <a:p>
                          <a:endParaRPr lang="en-US"/>
                        </a:p>
                      </a:txBody>
                      <a:tcPr anchor="ctr">
                        <a:blipFill rotWithShape="0">
                          <a:blip r:embed="rId2"/>
                          <a:stretch>
                            <a:fillRect l="-444" t="-1266" r="-522222" b="-1112658"/>
                          </a:stretch>
                        </a:blipFill>
                      </a:tcPr>
                    </a:tc>
                    <a:tc>
                      <a:txBody>
                        <a:bodyPr/>
                        <a:lstStyle/>
                        <a:p>
                          <a:endParaRPr lang="en-US"/>
                        </a:p>
                      </a:txBody>
                      <a:tcPr anchor="ctr">
                        <a:blipFill rotWithShape="0">
                          <a:blip r:embed="rId2"/>
                          <a:stretch>
                            <a:fillRect l="-100444" t="-1266" r="-422222" b="-1112658"/>
                          </a:stretch>
                        </a:blipFill>
                      </a:tcPr>
                    </a:tc>
                    <a:tc>
                      <a:txBody>
                        <a:bodyPr/>
                        <a:lstStyle/>
                        <a:p>
                          <a:endParaRPr lang="en-US"/>
                        </a:p>
                      </a:txBody>
                      <a:tcPr anchor="ctr">
                        <a:blipFill rotWithShape="0">
                          <a:blip r:embed="rId2"/>
                          <a:stretch>
                            <a:fillRect l="-200444" t="-1266" r="-322222" b="-1112658"/>
                          </a:stretch>
                        </a:blipFill>
                      </a:tcPr>
                    </a:tc>
                    <a:tc>
                      <a:txBody>
                        <a:bodyPr/>
                        <a:lstStyle/>
                        <a:p>
                          <a:endParaRPr lang="en-US"/>
                        </a:p>
                      </a:txBody>
                      <a:tcPr anchor="ctr">
                        <a:blipFill rotWithShape="0">
                          <a:blip r:embed="rId2"/>
                          <a:stretch>
                            <a:fillRect l="-299115" t="-1266" r="-220796" b="-1112658"/>
                          </a:stretch>
                        </a:blipFill>
                      </a:tcPr>
                    </a:tc>
                    <a:tc>
                      <a:txBody>
                        <a:bodyPr/>
                        <a:lstStyle/>
                        <a:p>
                          <a:endParaRPr lang="en-US"/>
                        </a:p>
                      </a:txBody>
                      <a:tcPr anchor="ctr">
                        <a:blipFill rotWithShape="0">
                          <a:blip r:embed="rId2"/>
                          <a:stretch>
                            <a:fillRect l="-334074" t="-1266" r="-84815" b="-1112658"/>
                          </a:stretch>
                        </a:blipFill>
                      </a:tcPr>
                    </a:tc>
                    <a:tc>
                      <a:txBody>
                        <a:bodyPr/>
                        <a:lstStyle/>
                        <a:p>
                          <a:endParaRPr lang="en-US"/>
                        </a:p>
                      </a:txBody>
                      <a:tcPr anchor="ctr">
                        <a:blipFill rotWithShape="0">
                          <a:blip r:embed="rId2"/>
                          <a:stretch>
                            <a:fillRect l="-520889" t="-1266" r="-1778" b="-1112658"/>
                          </a:stretch>
                        </a:blipFill>
                      </a:tcPr>
                    </a:tc>
                  </a:tr>
                  <a:tr h="518770">
                    <a:tc>
                      <a:txBody>
                        <a:bodyPr/>
                        <a:lstStyle/>
                        <a:p>
                          <a:pPr algn="ctr"/>
                          <a:r>
                            <a:rPr lang="en-US" sz="2800" b="0" dirty="0" smtClean="0">
                              <a:solidFill>
                                <a:srgbClr val="002060"/>
                              </a:solidFill>
                            </a:rPr>
                            <a:t>45</a:t>
                          </a:r>
                          <a:endParaRPr lang="en-US" sz="2800" b="0" dirty="0">
                            <a:solidFill>
                              <a:srgbClr val="002060"/>
                            </a:solidFill>
                          </a:endParaRPr>
                        </a:p>
                      </a:txBody>
                      <a:tcPr anchor="ctr"/>
                    </a:tc>
                    <a:tc>
                      <a:txBody>
                        <a:bodyPr/>
                        <a:lstStyle/>
                        <a:p>
                          <a:pPr algn="ctr"/>
                          <a:r>
                            <a:rPr lang="en-US" sz="2800" b="0" dirty="0" smtClean="0">
                              <a:solidFill>
                                <a:srgbClr val="002060"/>
                              </a:solidFill>
                            </a:rPr>
                            <a:t>40</a:t>
                          </a: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r>
                  <a:tr h="518770">
                    <a:tc>
                      <a:txBody>
                        <a:bodyPr/>
                        <a:lstStyle/>
                        <a:p>
                          <a:pPr algn="ctr"/>
                          <a:r>
                            <a:rPr lang="en-US" sz="2800" b="0" dirty="0" smtClean="0">
                              <a:solidFill>
                                <a:srgbClr val="002060"/>
                              </a:solidFill>
                            </a:rPr>
                            <a:t>56</a:t>
                          </a:r>
                          <a:endParaRPr lang="en-US" sz="2800" b="0" dirty="0">
                            <a:solidFill>
                              <a:srgbClr val="002060"/>
                            </a:solidFill>
                          </a:endParaRPr>
                        </a:p>
                      </a:txBody>
                      <a:tcPr anchor="ctr"/>
                    </a:tc>
                    <a:tc>
                      <a:txBody>
                        <a:bodyPr/>
                        <a:lstStyle/>
                        <a:p>
                          <a:pPr algn="ctr"/>
                          <a:r>
                            <a:rPr lang="en-US" sz="2800" b="0" dirty="0" smtClean="0">
                              <a:solidFill>
                                <a:srgbClr val="002060"/>
                              </a:solidFill>
                            </a:rPr>
                            <a:t>36</a:t>
                          </a: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r>
                  <a:tr h="518770">
                    <a:tc>
                      <a:txBody>
                        <a:bodyPr/>
                        <a:lstStyle/>
                        <a:p>
                          <a:pPr algn="ctr"/>
                          <a:r>
                            <a:rPr lang="en-US" sz="2800" b="0" dirty="0" smtClean="0">
                              <a:solidFill>
                                <a:srgbClr val="002060"/>
                              </a:solidFill>
                            </a:rPr>
                            <a:t>39</a:t>
                          </a:r>
                          <a:endParaRPr lang="en-US" sz="2800" b="0" dirty="0">
                            <a:solidFill>
                              <a:srgbClr val="002060"/>
                            </a:solidFill>
                          </a:endParaRPr>
                        </a:p>
                      </a:txBody>
                      <a:tcPr anchor="ctr"/>
                    </a:tc>
                    <a:tc>
                      <a:txBody>
                        <a:bodyPr/>
                        <a:lstStyle/>
                        <a:p>
                          <a:pPr algn="ctr"/>
                          <a:r>
                            <a:rPr lang="en-US" sz="2800" b="0" dirty="0" smtClean="0">
                              <a:solidFill>
                                <a:srgbClr val="002060"/>
                              </a:solidFill>
                            </a:rPr>
                            <a:t>30</a:t>
                          </a: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r>
                  <a:tr h="518770">
                    <a:tc>
                      <a:txBody>
                        <a:bodyPr/>
                        <a:lstStyle/>
                        <a:p>
                          <a:pPr algn="ctr"/>
                          <a:r>
                            <a:rPr lang="en-US" sz="2800" b="0" dirty="0" smtClean="0">
                              <a:solidFill>
                                <a:srgbClr val="002060"/>
                              </a:solidFill>
                            </a:rPr>
                            <a:t>54</a:t>
                          </a:r>
                          <a:endParaRPr lang="en-US" sz="2800" b="0" dirty="0">
                            <a:solidFill>
                              <a:srgbClr val="002060"/>
                            </a:solidFill>
                          </a:endParaRPr>
                        </a:p>
                      </a:txBody>
                      <a:tcPr anchor="ctr"/>
                    </a:tc>
                    <a:tc>
                      <a:txBody>
                        <a:bodyPr/>
                        <a:lstStyle/>
                        <a:p>
                          <a:pPr algn="ctr"/>
                          <a:r>
                            <a:rPr lang="en-US" sz="2800" b="0" dirty="0" smtClean="0">
                              <a:solidFill>
                                <a:srgbClr val="002060"/>
                              </a:solidFill>
                            </a:rPr>
                            <a:t>44</a:t>
                          </a: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r>
                  <a:tr h="518770">
                    <a:tc>
                      <a:txBody>
                        <a:bodyPr/>
                        <a:lstStyle/>
                        <a:p>
                          <a:pPr algn="ctr"/>
                          <a:r>
                            <a:rPr lang="en-US" sz="2800" b="0" dirty="0" smtClean="0">
                              <a:solidFill>
                                <a:srgbClr val="002060"/>
                              </a:solidFill>
                            </a:rPr>
                            <a:t>45</a:t>
                          </a:r>
                          <a:endParaRPr lang="en-US" sz="2800" b="0" dirty="0">
                            <a:solidFill>
                              <a:srgbClr val="002060"/>
                            </a:solidFill>
                          </a:endParaRPr>
                        </a:p>
                      </a:txBody>
                      <a:tcPr anchor="ctr"/>
                    </a:tc>
                    <a:tc>
                      <a:txBody>
                        <a:bodyPr/>
                        <a:lstStyle/>
                        <a:p>
                          <a:pPr algn="ctr"/>
                          <a:r>
                            <a:rPr lang="en-US" sz="2800" b="0" dirty="0" smtClean="0">
                              <a:solidFill>
                                <a:srgbClr val="002060"/>
                              </a:solidFill>
                            </a:rPr>
                            <a:t>36</a:t>
                          </a: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r>
                  <a:tr h="518770">
                    <a:tc>
                      <a:txBody>
                        <a:bodyPr/>
                        <a:lstStyle/>
                        <a:p>
                          <a:pPr algn="ctr"/>
                          <a:r>
                            <a:rPr lang="en-US" sz="2800" b="0" dirty="0" smtClean="0">
                              <a:solidFill>
                                <a:srgbClr val="002060"/>
                              </a:solidFill>
                            </a:rPr>
                            <a:t>40</a:t>
                          </a:r>
                          <a:endParaRPr lang="en-US" sz="2800" b="0" dirty="0">
                            <a:solidFill>
                              <a:srgbClr val="002060"/>
                            </a:solidFill>
                          </a:endParaRPr>
                        </a:p>
                      </a:txBody>
                      <a:tcPr anchor="ctr"/>
                    </a:tc>
                    <a:tc>
                      <a:txBody>
                        <a:bodyPr/>
                        <a:lstStyle/>
                        <a:p>
                          <a:pPr algn="ctr"/>
                          <a:r>
                            <a:rPr lang="en-US" sz="2800" b="0" dirty="0" smtClean="0">
                              <a:solidFill>
                                <a:srgbClr val="002060"/>
                              </a:solidFill>
                            </a:rPr>
                            <a:t>32</a:t>
                          </a: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r>
                  <a:tr h="518770">
                    <a:tc>
                      <a:txBody>
                        <a:bodyPr/>
                        <a:lstStyle/>
                        <a:p>
                          <a:pPr algn="ctr"/>
                          <a:r>
                            <a:rPr lang="en-US" sz="2800" b="0" dirty="0" smtClean="0">
                              <a:solidFill>
                                <a:srgbClr val="002060"/>
                              </a:solidFill>
                            </a:rPr>
                            <a:t>56</a:t>
                          </a:r>
                          <a:endParaRPr lang="en-US" sz="2800" b="0" dirty="0">
                            <a:solidFill>
                              <a:srgbClr val="002060"/>
                            </a:solidFill>
                          </a:endParaRPr>
                        </a:p>
                      </a:txBody>
                      <a:tcPr anchor="ctr"/>
                    </a:tc>
                    <a:tc>
                      <a:txBody>
                        <a:bodyPr/>
                        <a:lstStyle/>
                        <a:p>
                          <a:pPr algn="ctr"/>
                          <a:r>
                            <a:rPr lang="en-US" sz="2800" b="0" dirty="0" smtClean="0">
                              <a:solidFill>
                                <a:srgbClr val="002060"/>
                              </a:solidFill>
                            </a:rPr>
                            <a:t>45</a:t>
                          </a: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r>
                  <a:tr h="518770">
                    <a:tc>
                      <a:txBody>
                        <a:bodyPr/>
                        <a:lstStyle/>
                        <a:p>
                          <a:pPr algn="ctr"/>
                          <a:r>
                            <a:rPr lang="en-US" sz="2800" b="0" dirty="0" smtClean="0">
                              <a:solidFill>
                                <a:srgbClr val="002060"/>
                              </a:solidFill>
                            </a:rPr>
                            <a:t>60</a:t>
                          </a:r>
                          <a:endParaRPr lang="en-US" sz="2800" b="0" dirty="0">
                            <a:solidFill>
                              <a:srgbClr val="002060"/>
                            </a:solidFill>
                          </a:endParaRPr>
                        </a:p>
                      </a:txBody>
                      <a:tcPr anchor="ctr"/>
                    </a:tc>
                    <a:tc>
                      <a:txBody>
                        <a:bodyPr/>
                        <a:lstStyle/>
                        <a:p>
                          <a:pPr algn="ctr"/>
                          <a:r>
                            <a:rPr lang="en-US" sz="2800" b="0" dirty="0" smtClean="0">
                              <a:solidFill>
                                <a:srgbClr val="002060"/>
                              </a:solidFill>
                            </a:rPr>
                            <a:t>42</a:t>
                          </a: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r>
                  <a:tr h="518770">
                    <a:tc>
                      <a:txBody>
                        <a:bodyPr/>
                        <a:lstStyle/>
                        <a:p>
                          <a:pPr algn="ctr"/>
                          <a:r>
                            <a:rPr lang="en-US" sz="2800" b="0" dirty="0" smtClean="0">
                              <a:solidFill>
                                <a:srgbClr val="002060"/>
                              </a:solidFill>
                            </a:rPr>
                            <a:t>30</a:t>
                          </a:r>
                          <a:endParaRPr lang="en-US" sz="2800" b="0" dirty="0">
                            <a:solidFill>
                              <a:srgbClr val="002060"/>
                            </a:solidFill>
                          </a:endParaRPr>
                        </a:p>
                      </a:txBody>
                      <a:tcPr anchor="ctr"/>
                    </a:tc>
                    <a:tc>
                      <a:txBody>
                        <a:bodyPr/>
                        <a:lstStyle/>
                        <a:p>
                          <a:pPr algn="ctr"/>
                          <a:r>
                            <a:rPr lang="en-US" sz="2800" b="0" dirty="0" smtClean="0">
                              <a:solidFill>
                                <a:srgbClr val="002060"/>
                              </a:solidFill>
                            </a:rPr>
                            <a:t>20</a:t>
                          </a: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r>
                  <a:tr h="518770">
                    <a:tc>
                      <a:txBody>
                        <a:bodyPr/>
                        <a:lstStyle/>
                        <a:p>
                          <a:pPr algn="ctr"/>
                          <a:r>
                            <a:rPr lang="en-US" sz="2800" b="0" dirty="0" smtClean="0">
                              <a:solidFill>
                                <a:srgbClr val="002060"/>
                              </a:solidFill>
                            </a:rPr>
                            <a:t>36</a:t>
                          </a:r>
                          <a:endParaRPr lang="en-US" sz="2800" b="0" dirty="0">
                            <a:solidFill>
                              <a:srgbClr val="002060"/>
                            </a:solidFill>
                          </a:endParaRPr>
                        </a:p>
                      </a:txBody>
                      <a:tcPr anchor="ctr"/>
                    </a:tc>
                    <a:tc>
                      <a:txBody>
                        <a:bodyPr/>
                        <a:lstStyle/>
                        <a:p>
                          <a:pPr algn="ctr"/>
                          <a:r>
                            <a:rPr lang="en-US" sz="2800" b="0" dirty="0" smtClean="0">
                              <a:solidFill>
                                <a:srgbClr val="002060"/>
                              </a:solidFill>
                            </a:rPr>
                            <a:t>36</a:t>
                          </a: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r>
                </a:tbl>
              </a:graphicData>
            </a:graphic>
          </p:graphicFrame>
        </mc:Fallback>
      </mc:AlternateContent>
      <p:sp>
        <p:nvSpPr>
          <p:cNvPr id="10" name="TextBox 9">
            <a:extLst>
              <a:ext uri="{FF2B5EF4-FFF2-40B4-BE49-F238E27FC236}">
                <a16:creationId xmlns:a16="http://schemas.microsoft.com/office/drawing/2014/main" id="{68622B1E-44A3-44A2-B1C1-8D969737DA50}"/>
              </a:ext>
            </a:extLst>
          </p:cNvPr>
          <p:cNvSpPr txBox="1"/>
          <p:nvPr/>
        </p:nvSpPr>
        <p:spPr>
          <a:xfrm>
            <a:off x="3398558" y="4932387"/>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1</a:t>
            </a:r>
            <a:endParaRPr lang="en-IN" sz="2800" b="1" dirty="0">
              <a:solidFill>
                <a:srgbClr val="002060"/>
              </a:solidFill>
            </a:endParaRPr>
          </a:p>
        </p:txBody>
      </p:sp>
      <p:sp>
        <p:nvSpPr>
          <p:cNvPr id="14" name="TextBox 13">
            <a:extLst>
              <a:ext uri="{FF2B5EF4-FFF2-40B4-BE49-F238E27FC236}">
                <a16:creationId xmlns:a16="http://schemas.microsoft.com/office/drawing/2014/main" id="{68622B1E-44A3-44A2-B1C1-8D969737DA50}"/>
              </a:ext>
            </a:extLst>
          </p:cNvPr>
          <p:cNvSpPr txBox="1"/>
          <p:nvPr/>
        </p:nvSpPr>
        <p:spPr>
          <a:xfrm>
            <a:off x="3249973" y="1821946"/>
            <a:ext cx="558807"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2.5</a:t>
            </a:r>
            <a:endParaRPr lang="en-IN" sz="2800" b="1" dirty="0">
              <a:solidFill>
                <a:srgbClr val="002060"/>
              </a:solidFill>
            </a:endParaRPr>
          </a:p>
        </p:txBody>
      </p:sp>
      <p:sp>
        <p:nvSpPr>
          <p:cNvPr id="16" name="TextBox 15">
            <a:extLst>
              <a:ext uri="{FF2B5EF4-FFF2-40B4-BE49-F238E27FC236}">
                <a16:creationId xmlns:a16="http://schemas.microsoft.com/office/drawing/2014/main" id="{68622B1E-44A3-44A2-B1C1-8D969737DA50}"/>
              </a:ext>
            </a:extLst>
          </p:cNvPr>
          <p:cNvSpPr txBox="1"/>
          <p:nvPr/>
        </p:nvSpPr>
        <p:spPr>
          <a:xfrm>
            <a:off x="3247214" y="4415859"/>
            <a:ext cx="558807"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2.5</a:t>
            </a:r>
            <a:endParaRPr lang="en-IN" sz="2800" b="1" dirty="0">
              <a:solidFill>
                <a:srgbClr val="002060"/>
              </a:solidFill>
            </a:endParaRPr>
          </a:p>
        </p:txBody>
      </p:sp>
      <p:sp>
        <p:nvSpPr>
          <p:cNvPr id="42" name="Rectangle 41"/>
          <p:cNvSpPr/>
          <p:nvPr/>
        </p:nvSpPr>
        <p:spPr>
          <a:xfrm>
            <a:off x="8639055" y="819803"/>
            <a:ext cx="3408305" cy="1815882"/>
          </a:xfrm>
          <a:prstGeom prst="rect">
            <a:avLst/>
          </a:prstGeom>
        </p:spPr>
        <p:txBody>
          <a:bodyPr wrap="none">
            <a:spAutoFit/>
          </a:bodyPr>
          <a:lstStyle/>
          <a:p>
            <a:pPr algn="ctr"/>
            <a:r>
              <a:rPr lang="en-US" sz="2800" dirty="0">
                <a:solidFill>
                  <a:srgbClr val="002060"/>
                </a:solidFill>
                <a:latin typeface="+mj-lt"/>
                <a:ea typeface="Cambria Math" panose="02040503050406030204" pitchFamily="18" charset="0"/>
              </a:rPr>
              <a:t>For Sales,</a:t>
            </a:r>
          </a:p>
          <a:p>
            <a:pPr algn="ctr">
              <a:lnSpc>
                <a:spcPct val="150000"/>
              </a:lnSpc>
            </a:pPr>
            <a:r>
              <a:rPr lang="en-US" sz="2800" dirty="0">
                <a:solidFill>
                  <a:srgbClr val="002060"/>
                </a:solidFill>
                <a:latin typeface="+mj-lt"/>
              </a:rPr>
              <a:t>45 is repeated 2 times </a:t>
            </a:r>
          </a:p>
          <a:p>
            <a:pPr algn="ctr">
              <a:lnSpc>
                <a:spcPct val="150000"/>
              </a:lnSpc>
            </a:pPr>
            <a:r>
              <a:rPr lang="en-US" sz="2800" dirty="0">
                <a:solidFill>
                  <a:srgbClr val="002060"/>
                </a:solidFill>
              </a:rPr>
              <a:t>at 5</a:t>
            </a:r>
            <a:r>
              <a:rPr lang="en-US" sz="2800" baseline="30000" dirty="0">
                <a:solidFill>
                  <a:srgbClr val="002060"/>
                </a:solidFill>
              </a:rPr>
              <a:t>th</a:t>
            </a:r>
            <a:r>
              <a:rPr lang="en-US" sz="2800" dirty="0">
                <a:solidFill>
                  <a:srgbClr val="002060"/>
                </a:solidFill>
              </a:rPr>
              <a:t> rank</a:t>
            </a:r>
          </a:p>
        </p:txBody>
      </p:sp>
      <mc:AlternateContent xmlns:mc="http://schemas.openxmlformats.org/markup-compatibility/2006" xmlns:a14="http://schemas.microsoft.com/office/drawing/2010/main">
        <mc:Choice Requires="a14">
          <p:sp>
            <p:nvSpPr>
              <p:cNvPr id="43" name="Rectangle 42"/>
              <p:cNvSpPr/>
              <p:nvPr/>
            </p:nvSpPr>
            <p:spPr>
              <a:xfrm>
                <a:off x="8639856" y="2959730"/>
                <a:ext cx="3406702" cy="1733167"/>
              </a:xfrm>
              <a:prstGeom prst="rect">
                <a:avLst/>
              </a:prstGeom>
            </p:spPr>
            <p:txBody>
              <a:bodyPr wrap="square">
                <a:spAutoFit/>
              </a:bodyPr>
              <a:lstStyle/>
              <a:p>
                <a14:m>
                  <m:oMath xmlns:m="http://schemas.openxmlformats.org/officeDocument/2006/math">
                    <m:r>
                      <a:rPr lang="en-US" sz="2800" i="1" dirty="0" smtClean="0">
                        <a:solidFill>
                          <a:srgbClr val="002060"/>
                        </a:solidFill>
                        <a:latin typeface="Cambria Math" panose="02040503050406030204" pitchFamily="18" charset="0"/>
                        <a:ea typeface="Cambria Math" panose="02040503050406030204" pitchFamily="18" charset="0"/>
                      </a:rPr>
                      <m:t>∴</m:t>
                    </m:r>
                  </m:oMath>
                </a14:m>
                <a:r>
                  <a:rPr lang="en-US" sz="2800" dirty="0">
                    <a:solidFill>
                      <a:srgbClr val="002060"/>
                    </a:solidFill>
                  </a:rPr>
                  <a:t> Rank of 45</a:t>
                </a:r>
              </a:p>
              <a:p>
                <a:pPr>
                  <a:lnSpc>
                    <a:spcPct val="150000"/>
                  </a:lnSpc>
                </a:pPr>
                <a14:m>
                  <m:oMathPara xmlns:m="http://schemas.openxmlformats.org/officeDocument/2006/math">
                    <m:oMathParaPr>
                      <m:jc m:val="right"/>
                    </m:oMathParaPr>
                    <m:oMath xmlns:m="http://schemas.openxmlformats.org/officeDocument/2006/math">
                      <m:r>
                        <a:rPr lang="en-US" sz="2800" i="1" dirty="0" smtClean="0">
                          <a:solidFill>
                            <a:srgbClr val="002060"/>
                          </a:solidFill>
                          <a:latin typeface="Cambria Math" panose="02040503050406030204" pitchFamily="18" charset="0"/>
                        </a:rPr>
                        <m:t> =</m:t>
                      </m:r>
                      <m:f>
                        <m:fPr>
                          <m:ctrlPr>
                            <a:rPr lang="en-US" sz="2800" b="0" i="1" dirty="0" smtClean="0">
                              <a:solidFill>
                                <a:srgbClr val="002060"/>
                              </a:solidFill>
                              <a:latin typeface="Cambria Math" panose="02040503050406030204" pitchFamily="18" charset="0"/>
                            </a:rPr>
                          </m:ctrlPr>
                        </m:fPr>
                        <m:num>
                          <m:r>
                            <a:rPr lang="en-US" sz="2800" b="0" i="1" dirty="0" smtClean="0">
                              <a:solidFill>
                                <a:srgbClr val="002060"/>
                              </a:solidFill>
                              <a:latin typeface="Cambria Math" panose="02040503050406030204" pitchFamily="18" charset="0"/>
                            </a:rPr>
                            <m:t> 5+</m:t>
                          </m:r>
                          <m:r>
                            <a:rPr lang="en-US" sz="2800" b="0" i="1" dirty="0" smtClean="0">
                              <a:solidFill>
                                <a:srgbClr val="FF0000"/>
                              </a:solidFill>
                              <a:latin typeface="Cambria Math" panose="02040503050406030204" pitchFamily="18" charset="0"/>
                            </a:rPr>
                            <m:t>6</m:t>
                          </m:r>
                          <m:r>
                            <a:rPr lang="en-US" sz="2800" b="0" i="1" dirty="0" smtClean="0">
                              <a:solidFill>
                                <a:srgbClr val="002060"/>
                              </a:solidFill>
                              <a:latin typeface="Cambria Math" panose="02040503050406030204" pitchFamily="18" charset="0"/>
                            </a:rPr>
                            <m:t> </m:t>
                          </m:r>
                        </m:num>
                        <m:den>
                          <m:r>
                            <a:rPr lang="en-US" sz="2800" b="0" i="1" dirty="0" smtClean="0">
                              <a:solidFill>
                                <a:srgbClr val="002060"/>
                              </a:solidFill>
                              <a:latin typeface="Cambria Math" panose="02040503050406030204" pitchFamily="18" charset="0"/>
                            </a:rPr>
                            <m:t>2</m:t>
                          </m:r>
                        </m:den>
                      </m:f>
                      <m:r>
                        <a:rPr lang="en-US" sz="2800" b="0" i="1" dirty="0" smtClean="0">
                          <a:solidFill>
                            <a:srgbClr val="002060"/>
                          </a:solidFill>
                          <a:latin typeface="Cambria Math" panose="02040503050406030204" pitchFamily="18" charset="0"/>
                        </a:rPr>
                        <m:t>=5.5</m:t>
                      </m:r>
                    </m:oMath>
                  </m:oMathPara>
                </a14:m>
                <a:endParaRPr lang="en-US" sz="2800" dirty="0">
                  <a:solidFill>
                    <a:srgbClr val="002060"/>
                  </a:solidFill>
                </a:endParaRPr>
              </a:p>
            </p:txBody>
          </p:sp>
        </mc:Choice>
        <mc:Fallback xmlns="">
          <p:sp>
            <p:nvSpPr>
              <p:cNvPr id="43" name="Rectangle 42"/>
              <p:cNvSpPr>
                <a:spLocks noRot="1" noChangeAspect="1" noMove="1" noResize="1" noEditPoints="1" noAdjustHandles="1" noChangeArrowheads="1" noChangeShapeType="1" noTextEdit="1"/>
              </p:cNvSpPr>
              <p:nvPr/>
            </p:nvSpPr>
            <p:spPr>
              <a:xfrm>
                <a:off x="8639856" y="2959730"/>
                <a:ext cx="3406702" cy="1733167"/>
              </a:xfrm>
              <a:prstGeom prst="rect">
                <a:avLst/>
              </a:prstGeom>
              <a:blipFill rotWithShape="0">
                <a:blip r:embed="rId3"/>
                <a:stretch>
                  <a:fillRect t="-38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9" name="Rectangle 88"/>
              <p:cNvSpPr/>
              <p:nvPr/>
            </p:nvSpPr>
            <p:spPr>
              <a:xfrm>
                <a:off x="8639856" y="5016942"/>
                <a:ext cx="1694438"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dirty="0" smtClean="0">
                          <a:solidFill>
                            <a:srgbClr val="002060"/>
                          </a:solidFill>
                          <a:latin typeface="Cambria Math" panose="02040503050406030204" pitchFamily="18" charset="0"/>
                          <a:ea typeface="Cambria Math" panose="02040503050406030204" pitchFamily="18" charset="0"/>
                        </a:rPr>
                        <m:t>∴</m:t>
                      </m:r>
                      <m:sSub>
                        <m:sSubPr>
                          <m:ctrlPr>
                            <a:rPr lang="en-US" sz="2800" b="0" i="1" dirty="0" smtClean="0">
                              <a:solidFill>
                                <a:srgbClr val="002060"/>
                              </a:solidFill>
                              <a:latin typeface="Cambria Math" panose="02040503050406030204" pitchFamily="18" charset="0"/>
                            </a:rPr>
                          </m:ctrlPr>
                        </m:sSubPr>
                        <m:e>
                          <m:r>
                            <m:rPr>
                              <m:sty m:val="p"/>
                            </m:rPr>
                            <a:rPr lang="en-US" sz="2800" b="0" i="0" dirty="0" smtClean="0">
                              <a:solidFill>
                                <a:srgbClr val="002060"/>
                              </a:solidFill>
                              <a:latin typeface="Cambria Math" panose="02040503050406030204" pitchFamily="18" charset="0"/>
                            </a:rPr>
                            <m:t>m</m:t>
                          </m:r>
                        </m:e>
                        <m:sub>
                          <m:r>
                            <a:rPr lang="en-US" sz="2800" b="0" i="0" dirty="0" smtClean="0">
                              <a:solidFill>
                                <a:srgbClr val="002060"/>
                              </a:solidFill>
                              <a:latin typeface="Cambria Math" panose="02040503050406030204" pitchFamily="18" charset="0"/>
                            </a:rPr>
                            <m:t>2</m:t>
                          </m:r>
                        </m:sub>
                      </m:sSub>
                      <m:r>
                        <a:rPr lang="en-US" sz="2800" i="1" dirty="0" smtClean="0">
                          <a:solidFill>
                            <a:srgbClr val="002060"/>
                          </a:solidFill>
                          <a:latin typeface="Cambria Math" panose="02040503050406030204" pitchFamily="18" charset="0"/>
                        </a:rPr>
                        <m:t>=</m:t>
                      </m:r>
                      <m:r>
                        <a:rPr lang="en-US" sz="2800" b="0" i="1" dirty="0" smtClean="0">
                          <a:solidFill>
                            <a:srgbClr val="002060"/>
                          </a:solidFill>
                          <a:latin typeface="Cambria Math" panose="02040503050406030204" pitchFamily="18" charset="0"/>
                        </a:rPr>
                        <m:t>2</m:t>
                      </m:r>
                    </m:oMath>
                  </m:oMathPara>
                </a14:m>
                <a:endParaRPr lang="en-US" sz="2800" dirty="0">
                  <a:solidFill>
                    <a:srgbClr val="002060"/>
                  </a:solidFill>
                </a:endParaRPr>
              </a:p>
            </p:txBody>
          </p:sp>
        </mc:Choice>
        <mc:Fallback xmlns="">
          <p:sp>
            <p:nvSpPr>
              <p:cNvPr id="89" name="Rectangle 88"/>
              <p:cNvSpPr>
                <a:spLocks noRot="1" noChangeAspect="1" noMove="1" noResize="1" noEditPoints="1" noAdjustHandles="1" noChangeArrowheads="1" noChangeShapeType="1" noTextEdit="1"/>
              </p:cNvSpPr>
              <p:nvPr/>
            </p:nvSpPr>
            <p:spPr>
              <a:xfrm>
                <a:off x="8639856" y="5016942"/>
                <a:ext cx="1694438" cy="523220"/>
              </a:xfrm>
              <a:prstGeom prst="rect">
                <a:avLst/>
              </a:prstGeom>
              <a:blipFill rotWithShape="0">
                <a:blip r:embed="rId4"/>
                <a:stretch>
                  <a:fillRect/>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68622B1E-44A3-44A2-B1C1-8D969737DA50}"/>
              </a:ext>
            </a:extLst>
          </p:cNvPr>
          <p:cNvSpPr txBox="1"/>
          <p:nvPr/>
        </p:nvSpPr>
        <p:spPr>
          <a:xfrm>
            <a:off x="3398557" y="2846394"/>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4</a:t>
            </a:r>
            <a:endParaRPr lang="en-IN" sz="2800" b="1" dirty="0">
              <a:solidFill>
                <a:srgbClr val="002060"/>
              </a:solidFill>
            </a:endParaRPr>
          </a:p>
        </p:txBody>
      </p:sp>
      <p:sp>
        <p:nvSpPr>
          <p:cNvPr id="12" name="TextBox 11">
            <a:extLst>
              <a:ext uri="{FF2B5EF4-FFF2-40B4-BE49-F238E27FC236}">
                <a16:creationId xmlns:a16="http://schemas.microsoft.com/office/drawing/2014/main" id="{68622B1E-44A3-44A2-B1C1-8D969737DA50}"/>
              </a:ext>
            </a:extLst>
          </p:cNvPr>
          <p:cNvSpPr txBox="1"/>
          <p:nvPr/>
        </p:nvSpPr>
        <p:spPr>
          <a:xfrm>
            <a:off x="3255935" y="3362922"/>
            <a:ext cx="558807"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5.5</a:t>
            </a:r>
            <a:endParaRPr lang="en-IN" sz="2800" b="1" dirty="0">
              <a:solidFill>
                <a:srgbClr val="002060"/>
              </a:solidFill>
            </a:endParaRPr>
          </a:p>
        </p:txBody>
      </p:sp>
      <p:sp>
        <p:nvSpPr>
          <p:cNvPr id="13" name="TextBox 12">
            <a:extLst>
              <a:ext uri="{FF2B5EF4-FFF2-40B4-BE49-F238E27FC236}">
                <a16:creationId xmlns:a16="http://schemas.microsoft.com/office/drawing/2014/main" id="{68622B1E-44A3-44A2-B1C1-8D969737DA50}"/>
              </a:ext>
            </a:extLst>
          </p:cNvPr>
          <p:cNvSpPr txBox="1"/>
          <p:nvPr/>
        </p:nvSpPr>
        <p:spPr>
          <a:xfrm>
            <a:off x="3255935" y="1295995"/>
            <a:ext cx="558807"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5.5</a:t>
            </a:r>
            <a:endParaRPr lang="en-IN" sz="2800" b="1" dirty="0">
              <a:solidFill>
                <a:srgbClr val="002060"/>
              </a:solidFill>
            </a:endParaRPr>
          </a:p>
        </p:txBody>
      </p:sp>
    </p:spTree>
    <p:extLst>
      <p:ext uri="{BB962C8B-B14F-4D97-AF65-F5344CB8AC3E}">
        <p14:creationId xmlns:p14="http://schemas.microsoft.com/office/powerpoint/2010/main" val="1998539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3" grpId="0"/>
      <p:bldP spid="89" grpId="0"/>
      <p:bldP spid="11" grpId="0"/>
      <p:bldP spid="12" grpId="0"/>
      <p:bldP spid="13"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2 ⇝ Example 4(</a:t>
            </a:r>
            <a:r>
              <a:rPr lang="en-GB" dirty="0">
                <a:solidFill>
                  <a:srgbClr val="FF0000"/>
                </a:solidFill>
              </a:rPr>
              <a:t>Continue</a:t>
            </a:r>
            <a:r>
              <a:rPr lang="en-GB" dirty="0"/>
              <a:t>)</a:t>
            </a:r>
            <a:endParaRPr lang="en-US" dirty="0"/>
          </a:p>
        </p:txBody>
      </p:sp>
      <mc:AlternateContent xmlns:mc="http://schemas.openxmlformats.org/markup-compatibility/2006" xmlns:a14="http://schemas.microsoft.com/office/drawing/2010/main">
        <mc:Choice Requires="a14">
          <p:graphicFrame>
            <p:nvGraphicFramePr>
              <p:cNvPr id="6" name="Table 5"/>
              <p:cNvGraphicFramePr>
                <a:graphicFrameLocks noGrp="1"/>
              </p:cNvGraphicFramePr>
              <p:nvPr/>
            </p:nvGraphicFramePr>
            <p:xfrm>
              <a:off x="106680" y="818368"/>
              <a:ext cx="8503920" cy="5669279"/>
            </p:xfrm>
            <a:graphic>
              <a:graphicData uri="http://schemas.openxmlformats.org/drawingml/2006/table">
                <a:tbl>
                  <a:tblPr firstRow="1" bandRow="1">
                    <a:tableStyleId>{93296810-A885-4BE3-A3E7-6D5BEEA58F35}</a:tableStyleId>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481579">
                    <a:tc>
                      <a:txBody>
                        <a:bodyPr/>
                        <a:lstStyle/>
                        <a:p>
                          <a:pPr algn="ctr"/>
                          <a14:m>
                            <m:oMathPara xmlns:m="http://schemas.openxmlformats.org/officeDocument/2006/math">
                              <m:oMathParaPr>
                                <m:jc m:val="center"/>
                              </m:oMathParaPr>
                              <m:oMath xmlns:m="http://schemas.openxmlformats.org/officeDocument/2006/math">
                                <m:r>
                                  <a:rPr lang="en-US" sz="2500" b="1" i="0" smtClean="0">
                                    <a:solidFill>
                                      <a:schemeClr val="bg1"/>
                                    </a:solidFill>
                                    <a:latin typeface="Cambria Math" panose="02040503050406030204" pitchFamily="18" charset="0"/>
                                  </a:rPr>
                                  <m:t>𝐒𝐚𝐥𝐞𝐬</m:t>
                                </m:r>
                              </m:oMath>
                            </m:oMathPara>
                          </a14:m>
                          <a:endParaRPr lang="en-US" sz="2500" b="1" i="0" dirty="0">
                            <a:solidFill>
                              <a:schemeClr val="bg1"/>
                            </a:solidFill>
                          </a:endParaRPr>
                        </a:p>
                      </a:txBody>
                      <a:tcPr anchor="ctr"/>
                    </a:tc>
                    <a:tc>
                      <a:txBody>
                        <a:bodyPr/>
                        <a:lstStyle/>
                        <a:p>
                          <a:pPr algn="ctr"/>
                          <a14:m>
                            <m:oMathPara xmlns:m="http://schemas.openxmlformats.org/officeDocument/2006/math">
                              <m:oMathParaPr>
                                <m:jc m:val="center"/>
                              </m:oMathParaPr>
                              <m:oMath xmlns:m="http://schemas.openxmlformats.org/officeDocument/2006/math">
                                <m:r>
                                  <a:rPr lang="en-US" sz="2500" b="1" i="0" dirty="0" smtClean="0">
                                    <a:solidFill>
                                      <a:schemeClr val="bg1"/>
                                    </a:solidFill>
                                    <a:latin typeface="Cambria Math" panose="02040503050406030204" pitchFamily="18" charset="0"/>
                                  </a:rPr>
                                  <m:t>𝐂𝐨𝐬𝐭</m:t>
                                </m:r>
                              </m:oMath>
                            </m:oMathPara>
                          </a14:m>
                          <a:endParaRPr lang="en-US" sz="2500" b="1" dirty="0">
                            <a:solidFill>
                              <a:schemeClr val="bg1"/>
                            </a:solidFill>
                          </a:endParaRPr>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500" b="1" i="0" dirty="0" smtClean="0">
                                    <a:solidFill>
                                      <a:schemeClr val="bg1"/>
                                    </a:solidFill>
                                    <a:latin typeface="Cambria Math" panose="02040503050406030204" pitchFamily="18" charset="0"/>
                                  </a:rPr>
                                  <m:t>𝐱</m:t>
                                </m:r>
                              </m:oMath>
                            </m:oMathPara>
                          </a14:m>
                          <a:endParaRPr lang="en-US" sz="2500" b="0" i="0" dirty="0">
                            <a:solidFill>
                              <a:schemeClr val="bg1"/>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500" b="1" i="0"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𝐲</m:t>
                                </m:r>
                              </m:oMath>
                            </m:oMathPara>
                          </a14:m>
                          <a:endParaRPr kumimoji="0" lang="en-US" sz="2500" b="0" i="0" u="none" strike="noStrike" kern="1200" cap="none" spc="0" normalizeH="0" baseline="0" noProof="0" dirty="0">
                            <a:ln>
                              <a:noFill/>
                            </a:ln>
                            <a:solidFill>
                              <a:prstClr val="white"/>
                            </a:solidFill>
                            <a:effectLst/>
                            <a:uLnTx/>
                            <a:uFillTx/>
                            <a:latin typeface="+mn-lt"/>
                            <a:ea typeface="+mn-ea"/>
                            <a:cs typeface="+mn-cs"/>
                          </a:endParaRPr>
                        </a:p>
                      </a:txBody>
                      <a:tcPr anchor="ctr"/>
                    </a:tc>
                    <a:tc>
                      <a:txBody>
                        <a:bodyPr/>
                        <a:lstStyle/>
                        <a:p>
                          <a:pPr algn="ctr"/>
                          <a14:m>
                            <m:oMathPara xmlns:m="http://schemas.openxmlformats.org/officeDocument/2006/math">
                              <m:oMathParaPr>
                                <m:jc m:val="center"/>
                              </m:oMathParaPr>
                              <m:oMath xmlns:m="http://schemas.openxmlformats.org/officeDocument/2006/math">
                                <m:r>
                                  <a:rPr kumimoji="0" lang="en-US" sz="2500" b="1" i="0"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𝐝</m:t>
                                </m:r>
                                <m:r>
                                  <a:rPr kumimoji="0" lang="en-US" sz="2500" b="0" i="0"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m:t>
                                </m:r>
                                <m:r>
                                  <m:rPr>
                                    <m:sty m:val="p"/>
                                  </m:rPr>
                                  <a:rPr kumimoji="0" lang="en-US" sz="2500" b="0" i="0"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x</m:t>
                                </m:r>
                                <m:r>
                                  <a:rPr kumimoji="0" lang="en-US" sz="2500" b="0" i="0"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m:t>
                                </m:r>
                                <m:r>
                                  <m:rPr>
                                    <m:sty m:val="p"/>
                                  </m:rPr>
                                  <a:rPr kumimoji="0" lang="en-US" sz="2500" b="0" i="0"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y</m:t>
                                </m:r>
                              </m:oMath>
                            </m:oMathPara>
                          </a14:m>
                          <a:endParaRPr lang="en-US" sz="2500" b="0" i="0" dirty="0">
                            <a:solidFill>
                              <a:schemeClr val="bg1"/>
                            </a:solidFill>
                          </a:endParaRPr>
                        </a:p>
                      </a:txBody>
                      <a:tcPr anchor="ctr"/>
                    </a:tc>
                    <a:tc>
                      <a:txBody>
                        <a:bodyPr/>
                        <a:lstStyle/>
                        <a:p>
                          <a:pPr algn="ctr"/>
                          <a14:m>
                            <m:oMathPara xmlns:m="http://schemas.openxmlformats.org/officeDocument/2006/math">
                              <m:oMathParaPr>
                                <m:jc m:val="centerGroup"/>
                              </m:oMathParaPr>
                              <m:oMath xmlns:m="http://schemas.openxmlformats.org/officeDocument/2006/math">
                                <m:sSup>
                                  <m:sSupPr>
                                    <m:ctrlPr>
                                      <a:rPr lang="en-US" sz="2500" b="1" i="1" dirty="0" smtClean="0">
                                        <a:solidFill>
                                          <a:schemeClr val="bg1"/>
                                        </a:solidFill>
                                        <a:latin typeface="Cambria Math" panose="02040503050406030204" pitchFamily="18" charset="0"/>
                                      </a:rPr>
                                    </m:ctrlPr>
                                  </m:sSupPr>
                                  <m:e>
                                    <m:r>
                                      <a:rPr lang="en-US" sz="2500" b="1" i="0" dirty="0" smtClean="0">
                                        <a:solidFill>
                                          <a:schemeClr val="bg1"/>
                                        </a:solidFill>
                                        <a:latin typeface="Cambria Math" panose="02040503050406030204" pitchFamily="18" charset="0"/>
                                      </a:rPr>
                                      <m:t>𝐝</m:t>
                                    </m:r>
                                  </m:e>
                                  <m:sup>
                                    <m:r>
                                      <a:rPr lang="en-US" sz="2500" b="1" i="0" dirty="0" smtClean="0">
                                        <a:solidFill>
                                          <a:schemeClr val="bg1"/>
                                        </a:solidFill>
                                        <a:latin typeface="Cambria Math" panose="02040503050406030204" pitchFamily="18" charset="0"/>
                                      </a:rPr>
                                      <m:t>𝟐</m:t>
                                    </m:r>
                                  </m:sup>
                                </m:sSup>
                              </m:oMath>
                            </m:oMathPara>
                          </a14:m>
                          <a:endParaRPr lang="en-US" sz="2500" b="1" i="0" dirty="0">
                            <a:solidFill>
                              <a:schemeClr val="bg1"/>
                            </a:solidFill>
                          </a:endParaRPr>
                        </a:p>
                      </a:txBody>
                      <a:tcPr anchor="ctr"/>
                    </a:tc>
                    <a:extLst>
                      <a:ext uri="{0D108BD9-81ED-4DB2-BD59-A6C34878D82A}">
                        <a16:rowId xmlns:a16="http://schemas.microsoft.com/office/drawing/2014/main" val="10000"/>
                      </a:ext>
                    </a:extLst>
                  </a:tr>
                  <a:tr h="518770">
                    <a:tc>
                      <a:txBody>
                        <a:bodyPr/>
                        <a:lstStyle/>
                        <a:p>
                          <a:pPr algn="ctr"/>
                          <a:r>
                            <a:rPr lang="en-US" sz="2800" b="0" dirty="0">
                              <a:solidFill>
                                <a:srgbClr val="002060"/>
                              </a:solidFill>
                            </a:rPr>
                            <a:t>45</a:t>
                          </a:r>
                        </a:p>
                      </a:txBody>
                      <a:tcPr anchor="ctr"/>
                    </a:tc>
                    <a:tc>
                      <a:txBody>
                        <a:bodyPr/>
                        <a:lstStyle/>
                        <a:p>
                          <a:pPr algn="ctr"/>
                          <a:r>
                            <a:rPr lang="en-US" sz="2800" b="0" dirty="0">
                              <a:solidFill>
                                <a:srgbClr val="002060"/>
                              </a:solidFill>
                            </a:rPr>
                            <a:t>40</a:t>
                          </a: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1"/>
                      </a:ext>
                    </a:extLst>
                  </a:tr>
                  <a:tr h="518770">
                    <a:tc>
                      <a:txBody>
                        <a:bodyPr/>
                        <a:lstStyle/>
                        <a:p>
                          <a:pPr algn="ctr"/>
                          <a:r>
                            <a:rPr lang="en-US" sz="2800" b="0" dirty="0">
                              <a:solidFill>
                                <a:srgbClr val="002060"/>
                              </a:solidFill>
                            </a:rPr>
                            <a:t>56</a:t>
                          </a:r>
                        </a:p>
                      </a:txBody>
                      <a:tcPr anchor="ctr"/>
                    </a:tc>
                    <a:tc>
                      <a:txBody>
                        <a:bodyPr/>
                        <a:lstStyle/>
                        <a:p>
                          <a:pPr algn="ctr"/>
                          <a:r>
                            <a:rPr lang="en-US" sz="2800" b="0" dirty="0">
                              <a:solidFill>
                                <a:srgbClr val="002060"/>
                              </a:solidFill>
                            </a:rPr>
                            <a:t>36</a:t>
                          </a: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2"/>
                      </a:ext>
                    </a:extLst>
                  </a:tr>
                  <a:tr h="518770">
                    <a:tc>
                      <a:txBody>
                        <a:bodyPr/>
                        <a:lstStyle/>
                        <a:p>
                          <a:pPr algn="ctr"/>
                          <a:r>
                            <a:rPr lang="en-US" sz="2800" b="0" dirty="0">
                              <a:solidFill>
                                <a:srgbClr val="002060"/>
                              </a:solidFill>
                            </a:rPr>
                            <a:t>39</a:t>
                          </a:r>
                        </a:p>
                      </a:txBody>
                      <a:tcPr anchor="ctr"/>
                    </a:tc>
                    <a:tc>
                      <a:txBody>
                        <a:bodyPr/>
                        <a:lstStyle/>
                        <a:p>
                          <a:pPr algn="ctr"/>
                          <a:r>
                            <a:rPr lang="en-US" sz="2800" b="0" dirty="0">
                              <a:solidFill>
                                <a:srgbClr val="002060"/>
                              </a:solidFill>
                            </a:rPr>
                            <a:t>30</a:t>
                          </a: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3"/>
                      </a:ext>
                    </a:extLst>
                  </a:tr>
                  <a:tr h="518770">
                    <a:tc>
                      <a:txBody>
                        <a:bodyPr/>
                        <a:lstStyle/>
                        <a:p>
                          <a:pPr algn="ctr"/>
                          <a:r>
                            <a:rPr lang="en-US" sz="2800" b="0" dirty="0">
                              <a:solidFill>
                                <a:srgbClr val="002060"/>
                              </a:solidFill>
                            </a:rPr>
                            <a:t>54</a:t>
                          </a:r>
                        </a:p>
                      </a:txBody>
                      <a:tcPr anchor="ctr"/>
                    </a:tc>
                    <a:tc>
                      <a:txBody>
                        <a:bodyPr/>
                        <a:lstStyle/>
                        <a:p>
                          <a:pPr algn="ctr"/>
                          <a:r>
                            <a:rPr lang="en-US" sz="2800" b="0" dirty="0">
                              <a:solidFill>
                                <a:srgbClr val="002060"/>
                              </a:solidFill>
                            </a:rPr>
                            <a:t>44</a:t>
                          </a: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4"/>
                      </a:ext>
                    </a:extLst>
                  </a:tr>
                  <a:tr h="518770">
                    <a:tc>
                      <a:txBody>
                        <a:bodyPr/>
                        <a:lstStyle/>
                        <a:p>
                          <a:pPr algn="ctr"/>
                          <a:r>
                            <a:rPr lang="en-US" sz="2800" b="0" dirty="0">
                              <a:solidFill>
                                <a:srgbClr val="002060"/>
                              </a:solidFill>
                            </a:rPr>
                            <a:t>45</a:t>
                          </a:r>
                        </a:p>
                      </a:txBody>
                      <a:tcPr anchor="ctr"/>
                    </a:tc>
                    <a:tc>
                      <a:txBody>
                        <a:bodyPr/>
                        <a:lstStyle/>
                        <a:p>
                          <a:pPr algn="ctr"/>
                          <a:r>
                            <a:rPr lang="en-US" sz="2800" b="0" dirty="0">
                              <a:solidFill>
                                <a:srgbClr val="002060"/>
                              </a:solidFill>
                            </a:rPr>
                            <a:t>36</a:t>
                          </a: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5"/>
                      </a:ext>
                    </a:extLst>
                  </a:tr>
                  <a:tr h="518770">
                    <a:tc>
                      <a:txBody>
                        <a:bodyPr/>
                        <a:lstStyle/>
                        <a:p>
                          <a:pPr algn="ctr"/>
                          <a:r>
                            <a:rPr lang="en-US" sz="2800" b="0" dirty="0">
                              <a:solidFill>
                                <a:srgbClr val="002060"/>
                              </a:solidFill>
                            </a:rPr>
                            <a:t>40</a:t>
                          </a:r>
                        </a:p>
                      </a:txBody>
                      <a:tcPr anchor="ctr"/>
                    </a:tc>
                    <a:tc>
                      <a:txBody>
                        <a:bodyPr/>
                        <a:lstStyle/>
                        <a:p>
                          <a:pPr algn="ctr"/>
                          <a:r>
                            <a:rPr lang="en-US" sz="2800" b="0" dirty="0">
                              <a:solidFill>
                                <a:srgbClr val="002060"/>
                              </a:solidFill>
                            </a:rPr>
                            <a:t>32</a:t>
                          </a: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6"/>
                      </a:ext>
                    </a:extLst>
                  </a:tr>
                  <a:tr h="518770">
                    <a:tc>
                      <a:txBody>
                        <a:bodyPr/>
                        <a:lstStyle/>
                        <a:p>
                          <a:pPr algn="ctr"/>
                          <a:r>
                            <a:rPr lang="en-US" sz="2800" b="0" dirty="0">
                              <a:solidFill>
                                <a:srgbClr val="002060"/>
                              </a:solidFill>
                            </a:rPr>
                            <a:t>56</a:t>
                          </a:r>
                        </a:p>
                      </a:txBody>
                      <a:tcPr anchor="ctr"/>
                    </a:tc>
                    <a:tc>
                      <a:txBody>
                        <a:bodyPr/>
                        <a:lstStyle/>
                        <a:p>
                          <a:pPr algn="ctr"/>
                          <a:r>
                            <a:rPr lang="en-US" sz="2800" b="0" dirty="0">
                              <a:solidFill>
                                <a:srgbClr val="002060"/>
                              </a:solidFill>
                            </a:rPr>
                            <a:t>45</a:t>
                          </a: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7"/>
                      </a:ext>
                    </a:extLst>
                  </a:tr>
                  <a:tr h="518770">
                    <a:tc>
                      <a:txBody>
                        <a:bodyPr/>
                        <a:lstStyle/>
                        <a:p>
                          <a:pPr algn="ctr"/>
                          <a:r>
                            <a:rPr lang="en-US" sz="2800" b="0" dirty="0">
                              <a:solidFill>
                                <a:srgbClr val="002060"/>
                              </a:solidFill>
                            </a:rPr>
                            <a:t>60</a:t>
                          </a:r>
                        </a:p>
                      </a:txBody>
                      <a:tcPr anchor="ctr"/>
                    </a:tc>
                    <a:tc>
                      <a:txBody>
                        <a:bodyPr/>
                        <a:lstStyle/>
                        <a:p>
                          <a:pPr algn="ctr"/>
                          <a:r>
                            <a:rPr lang="en-US" sz="2800" b="0" dirty="0">
                              <a:solidFill>
                                <a:srgbClr val="002060"/>
                              </a:solidFill>
                            </a:rPr>
                            <a:t>42</a:t>
                          </a: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8"/>
                      </a:ext>
                    </a:extLst>
                  </a:tr>
                  <a:tr h="518770">
                    <a:tc>
                      <a:txBody>
                        <a:bodyPr/>
                        <a:lstStyle/>
                        <a:p>
                          <a:pPr algn="ctr"/>
                          <a:r>
                            <a:rPr lang="en-US" sz="2800" b="0" dirty="0">
                              <a:solidFill>
                                <a:srgbClr val="002060"/>
                              </a:solidFill>
                            </a:rPr>
                            <a:t>30</a:t>
                          </a:r>
                        </a:p>
                      </a:txBody>
                      <a:tcPr anchor="ctr"/>
                    </a:tc>
                    <a:tc>
                      <a:txBody>
                        <a:bodyPr/>
                        <a:lstStyle/>
                        <a:p>
                          <a:pPr algn="ctr"/>
                          <a:r>
                            <a:rPr lang="en-US" sz="2800" b="0" dirty="0">
                              <a:solidFill>
                                <a:srgbClr val="002060"/>
                              </a:solidFill>
                            </a:rPr>
                            <a:t>20</a:t>
                          </a: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9"/>
                      </a:ext>
                    </a:extLst>
                  </a:tr>
                  <a:tr h="518770">
                    <a:tc>
                      <a:txBody>
                        <a:bodyPr/>
                        <a:lstStyle/>
                        <a:p>
                          <a:pPr algn="ctr"/>
                          <a:r>
                            <a:rPr lang="en-US" sz="2800" b="0" dirty="0">
                              <a:solidFill>
                                <a:srgbClr val="002060"/>
                              </a:solidFill>
                            </a:rPr>
                            <a:t>36</a:t>
                          </a:r>
                        </a:p>
                      </a:txBody>
                      <a:tcPr anchor="ctr"/>
                    </a:tc>
                    <a:tc>
                      <a:txBody>
                        <a:bodyPr/>
                        <a:lstStyle/>
                        <a:p>
                          <a:pPr algn="ctr"/>
                          <a:r>
                            <a:rPr lang="en-US" sz="2800" b="0" dirty="0">
                              <a:solidFill>
                                <a:srgbClr val="002060"/>
                              </a:solidFill>
                            </a:rPr>
                            <a:t>36</a:t>
                          </a: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10"/>
                      </a:ext>
                    </a:extLst>
                  </a:tr>
                </a:tbl>
              </a:graphicData>
            </a:graphic>
          </p:graphicFrame>
        </mc:Choice>
        <mc:Fallback xmlns="">
          <p:graphicFrame>
            <p:nvGraphicFramePr>
              <p:cNvPr id="6" name="Table 5"/>
              <p:cNvGraphicFramePr>
                <a:graphicFrameLocks noGrp="1"/>
              </p:cNvGraphicFramePr>
              <p:nvPr>
                <p:extLst/>
              </p:nvPr>
            </p:nvGraphicFramePr>
            <p:xfrm>
              <a:off x="106680" y="818368"/>
              <a:ext cx="8503920" cy="5669279"/>
            </p:xfrm>
            <a:graphic>
              <a:graphicData uri="http://schemas.openxmlformats.org/drawingml/2006/table">
                <a:tbl>
                  <a:tblPr firstRow="1" bandRow="1">
                    <a:tableStyleId>{93296810-A885-4BE3-A3E7-6D5BEEA58F35}</a:tableStyleId>
                  </a:tblPr>
                  <a:tblGrid>
                    <a:gridCol w="1371600"/>
                    <a:gridCol w="1371600"/>
                    <a:gridCol w="1371600"/>
                    <a:gridCol w="1371600"/>
                    <a:gridCol w="1645920"/>
                    <a:gridCol w="1371600"/>
                  </a:tblGrid>
                  <a:tr h="481579">
                    <a:tc>
                      <a:txBody>
                        <a:bodyPr/>
                        <a:lstStyle/>
                        <a:p>
                          <a:endParaRPr lang="en-US"/>
                        </a:p>
                      </a:txBody>
                      <a:tcPr anchor="ctr">
                        <a:blipFill rotWithShape="0">
                          <a:blip r:embed="rId2"/>
                          <a:stretch>
                            <a:fillRect l="-444" t="-1266" r="-522222" b="-1112658"/>
                          </a:stretch>
                        </a:blipFill>
                      </a:tcPr>
                    </a:tc>
                    <a:tc>
                      <a:txBody>
                        <a:bodyPr/>
                        <a:lstStyle/>
                        <a:p>
                          <a:endParaRPr lang="en-US"/>
                        </a:p>
                      </a:txBody>
                      <a:tcPr anchor="ctr">
                        <a:blipFill rotWithShape="0">
                          <a:blip r:embed="rId2"/>
                          <a:stretch>
                            <a:fillRect l="-100444" t="-1266" r="-422222" b="-1112658"/>
                          </a:stretch>
                        </a:blipFill>
                      </a:tcPr>
                    </a:tc>
                    <a:tc>
                      <a:txBody>
                        <a:bodyPr/>
                        <a:lstStyle/>
                        <a:p>
                          <a:endParaRPr lang="en-US"/>
                        </a:p>
                      </a:txBody>
                      <a:tcPr anchor="ctr">
                        <a:blipFill rotWithShape="0">
                          <a:blip r:embed="rId2"/>
                          <a:stretch>
                            <a:fillRect l="-200444" t="-1266" r="-322222" b="-1112658"/>
                          </a:stretch>
                        </a:blipFill>
                      </a:tcPr>
                    </a:tc>
                    <a:tc>
                      <a:txBody>
                        <a:bodyPr/>
                        <a:lstStyle/>
                        <a:p>
                          <a:endParaRPr lang="en-US"/>
                        </a:p>
                      </a:txBody>
                      <a:tcPr anchor="ctr">
                        <a:blipFill rotWithShape="0">
                          <a:blip r:embed="rId2"/>
                          <a:stretch>
                            <a:fillRect l="-299115" t="-1266" r="-220796" b="-1112658"/>
                          </a:stretch>
                        </a:blipFill>
                      </a:tcPr>
                    </a:tc>
                    <a:tc>
                      <a:txBody>
                        <a:bodyPr/>
                        <a:lstStyle/>
                        <a:p>
                          <a:endParaRPr lang="en-US"/>
                        </a:p>
                      </a:txBody>
                      <a:tcPr anchor="ctr">
                        <a:blipFill rotWithShape="0">
                          <a:blip r:embed="rId2"/>
                          <a:stretch>
                            <a:fillRect l="-334074" t="-1266" r="-84815" b="-1112658"/>
                          </a:stretch>
                        </a:blipFill>
                      </a:tcPr>
                    </a:tc>
                    <a:tc>
                      <a:txBody>
                        <a:bodyPr/>
                        <a:lstStyle/>
                        <a:p>
                          <a:endParaRPr lang="en-US"/>
                        </a:p>
                      </a:txBody>
                      <a:tcPr anchor="ctr">
                        <a:blipFill rotWithShape="0">
                          <a:blip r:embed="rId2"/>
                          <a:stretch>
                            <a:fillRect l="-520889" t="-1266" r="-1778" b="-1112658"/>
                          </a:stretch>
                        </a:blipFill>
                      </a:tcPr>
                    </a:tc>
                  </a:tr>
                  <a:tr h="518770">
                    <a:tc>
                      <a:txBody>
                        <a:bodyPr/>
                        <a:lstStyle/>
                        <a:p>
                          <a:pPr algn="ctr"/>
                          <a:r>
                            <a:rPr lang="en-US" sz="2800" b="0" dirty="0" smtClean="0">
                              <a:solidFill>
                                <a:srgbClr val="002060"/>
                              </a:solidFill>
                            </a:rPr>
                            <a:t>45</a:t>
                          </a:r>
                          <a:endParaRPr lang="en-US" sz="2800" b="0" dirty="0">
                            <a:solidFill>
                              <a:srgbClr val="002060"/>
                            </a:solidFill>
                          </a:endParaRPr>
                        </a:p>
                      </a:txBody>
                      <a:tcPr anchor="ctr"/>
                    </a:tc>
                    <a:tc>
                      <a:txBody>
                        <a:bodyPr/>
                        <a:lstStyle/>
                        <a:p>
                          <a:pPr algn="ctr"/>
                          <a:r>
                            <a:rPr lang="en-US" sz="2800" b="0" dirty="0" smtClean="0">
                              <a:solidFill>
                                <a:srgbClr val="002060"/>
                              </a:solidFill>
                            </a:rPr>
                            <a:t>40</a:t>
                          </a: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r>
                  <a:tr h="518770">
                    <a:tc>
                      <a:txBody>
                        <a:bodyPr/>
                        <a:lstStyle/>
                        <a:p>
                          <a:pPr algn="ctr"/>
                          <a:r>
                            <a:rPr lang="en-US" sz="2800" b="0" dirty="0" smtClean="0">
                              <a:solidFill>
                                <a:srgbClr val="002060"/>
                              </a:solidFill>
                            </a:rPr>
                            <a:t>56</a:t>
                          </a:r>
                          <a:endParaRPr lang="en-US" sz="2800" b="0" dirty="0">
                            <a:solidFill>
                              <a:srgbClr val="002060"/>
                            </a:solidFill>
                          </a:endParaRPr>
                        </a:p>
                      </a:txBody>
                      <a:tcPr anchor="ctr"/>
                    </a:tc>
                    <a:tc>
                      <a:txBody>
                        <a:bodyPr/>
                        <a:lstStyle/>
                        <a:p>
                          <a:pPr algn="ctr"/>
                          <a:r>
                            <a:rPr lang="en-US" sz="2800" b="0" dirty="0" smtClean="0">
                              <a:solidFill>
                                <a:srgbClr val="002060"/>
                              </a:solidFill>
                            </a:rPr>
                            <a:t>36</a:t>
                          </a: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r>
                  <a:tr h="518770">
                    <a:tc>
                      <a:txBody>
                        <a:bodyPr/>
                        <a:lstStyle/>
                        <a:p>
                          <a:pPr algn="ctr"/>
                          <a:r>
                            <a:rPr lang="en-US" sz="2800" b="0" dirty="0" smtClean="0">
                              <a:solidFill>
                                <a:srgbClr val="002060"/>
                              </a:solidFill>
                            </a:rPr>
                            <a:t>39</a:t>
                          </a:r>
                          <a:endParaRPr lang="en-US" sz="2800" b="0" dirty="0">
                            <a:solidFill>
                              <a:srgbClr val="002060"/>
                            </a:solidFill>
                          </a:endParaRPr>
                        </a:p>
                      </a:txBody>
                      <a:tcPr anchor="ctr"/>
                    </a:tc>
                    <a:tc>
                      <a:txBody>
                        <a:bodyPr/>
                        <a:lstStyle/>
                        <a:p>
                          <a:pPr algn="ctr"/>
                          <a:r>
                            <a:rPr lang="en-US" sz="2800" b="0" dirty="0" smtClean="0">
                              <a:solidFill>
                                <a:srgbClr val="002060"/>
                              </a:solidFill>
                            </a:rPr>
                            <a:t>30</a:t>
                          </a: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r>
                  <a:tr h="518770">
                    <a:tc>
                      <a:txBody>
                        <a:bodyPr/>
                        <a:lstStyle/>
                        <a:p>
                          <a:pPr algn="ctr"/>
                          <a:r>
                            <a:rPr lang="en-US" sz="2800" b="0" dirty="0" smtClean="0">
                              <a:solidFill>
                                <a:srgbClr val="002060"/>
                              </a:solidFill>
                            </a:rPr>
                            <a:t>54</a:t>
                          </a:r>
                          <a:endParaRPr lang="en-US" sz="2800" b="0" dirty="0">
                            <a:solidFill>
                              <a:srgbClr val="002060"/>
                            </a:solidFill>
                          </a:endParaRPr>
                        </a:p>
                      </a:txBody>
                      <a:tcPr anchor="ctr"/>
                    </a:tc>
                    <a:tc>
                      <a:txBody>
                        <a:bodyPr/>
                        <a:lstStyle/>
                        <a:p>
                          <a:pPr algn="ctr"/>
                          <a:r>
                            <a:rPr lang="en-US" sz="2800" b="0" dirty="0" smtClean="0">
                              <a:solidFill>
                                <a:srgbClr val="002060"/>
                              </a:solidFill>
                            </a:rPr>
                            <a:t>44</a:t>
                          </a: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r>
                  <a:tr h="518770">
                    <a:tc>
                      <a:txBody>
                        <a:bodyPr/>
                        <a:lstStyle/>
                        <a:p>
                          <a:pPr algn="ctr"/>
                          <a:r>
                            <a:rPr lang="en-US" sz="2800" b="0" dirty="0" smtClean="0">
                              <a:solidFill>
                                <a:srgbClr val="002060"/>
                              </a:solidFill>
                            </a:rPr>
                            <a:t>45</a:t>
                          </a:r>
                          <a:endParaRPr lang="en-US" sz="2800" b="0" dirty="0">
                            <a:solidFill>
                              <a:srgbClr val="002060"/>
                            </a:solidFill>
                          </a:endParaRPr>
                        </a:p>
                      </a:txBody>
                      <a:tcPr anchor="ctr"/>
                    </a:tc>
                    <a:tc>
                      <a:txBody>
                        <a:bodyPr/>
                        <a:lstStyle/>
                        <a:p>
                          <a:pPr algn="ctr"/>
                          <a:r>
                            <a:rPr lang="en-US" sz="2800" b="0" dirty="0" smtClean="0">
                              <a:solidFill>
                                <a:srgbClr val="002060"/>
                              </a:solidFill>
                            </a:rPr>
                            <a:t>36</a:t>
                          </a: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r>
                  <a:tr h="518770">
                    <a:tc>
                      <a:txBody>
                        <a:bodyPr/>
                        <a:lstStyle/>
                        <a:p>
                          <a:pPr algn="ctr"/>
                          <a:r>
                            <a:rPr lang="en-US" sz="2800" b="0" dirty="0" smtClean="0">
                              <a:solidFill>
                                <a:srgbClr val="002060"/>
                              </a:solidFill>
                            </a:rPr>
                            <a:t>40</a:t>
                          </a:r>
                          <a:endParaRPr lang="en-US" sz="2800" b="0" dirty="0">
                            <a:solidFill>
                              <a:srgbClr val="002060"/>
                            </a:solidFill>
                          </a:endParaRPr>
                        </a:p>
                      </a:txBody>
                      <a:tcPr anchor="ctr"/>
                    </a:tc>
                    <a:tc>
                      <a:txBody>
                        <a:bodyPr/>
                        <a:lstStyle/>
                        <a:p>
                          <a:pPr algn="ctr"/>
                          <a:r>
                            <a:rPr lang="en-US" sz="2800" b="0" dirty="0" smtClean="0">
                              <a:solidFill>
                                <a:srgbClr val="002060"/>
                              </a:solidFill>
                            </a:rPr>
                            <a:t>32</a:t>
                          </a: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r>
                  <a:tr h="518770">
                    <a:tc>
                      <a:txBody>
                        <a:bodyPr/>
                        <a:lstStyle/>
                        <a:p>
                          <a:pPr algn="ctr"/>
                          <a:r>
                            <a:rPr lang="en-US" sz="2800" b="0" dirty="0" smtClean="0">
                              <a:solidFill>
                                <a:srgbClr val="002060"/>
                              </a:solidFill>
                            </a:rPr>
                            <a:t>56</a:t>
                          </a:r>
                          <a:endParaRPr lang="en-US" sz="2800" b="0" dirty="0">
                            <a:solidFill>
                              <a:srgbClr val="002060"/>
                            </a:solidFill>
                          </a:endParaRPr>
                        </a:p>
                      </a:txBody>
                      <a:tcPr anchor="ctr"/>
                    </a:tc>
                    <a:tc>
                      <a:txBody>
                        <a:bodyPr/>
                        <a:lstStyle/>
                        <a:p>
                          <a:pPr algn="ctr"/>
                          <a:r>
                            <a:rPr lang="en-US" sz="2800" b="0" dirty="0" smtClean="0">
                              <a:solidFill>
                                <a:srgbClr val="002060"/>
                              </a:solidFill>
                            </a:rPr>
                            <a:t>45</a:t>
                          </a: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r>
                  <a:tr h="518770">
                    <a:tc>
                      <a:txBody>
                        <a:bodyPr/>
                        <a:lstStyle/>
                        <a:p>
                          <a:pPr algn="ctr"/>
                          <a:r>
                            <a:rPr lang="en-US" sz="2800" b="0" dirty="0" smtClean="0">
                              <a:solidFill>
                                <a:srgbClr val="002060"/>
                              </a:solidFill>
                            </a:rPr>
                            <a:t>60</a:t>
                          </a:r>
                          <a:endParaRPr lang="en-US" sz="2800" b="0" dirty="0">
                            <a:solidFill>
                              <a:srgbClr val="002060"/>
                            </a:solidFill>
                          </a:endParaRPr>
                        </a:p>
                      </a:txBody>
                      <a:tcPr anchor="ctr"/>
                    </a:tc>
                    <a:tc>
                      <a:txBody>
                        <a:bodyPr/>
                        <a:lstStyle/>
                        <a:p>
                          <a:pPr algn="ctr"/>
                          <a:r>
                            <a:rPr lang="en-US" sz="2800" b="0" dirty="0" smtClean="0">
                              <a:solidFill>
                                <a:srgbClr val="002060"/>
                              </a:solidFill>
                            </a:rPr>
                            <a:t>42</a:t>
                          </a: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r>
                  <a:tr h="518770">
                    <a:tc>
                      <a:txBody>
                        <a:bodyPr/>
                        <a:lstStyle/>
                        <a:p>
                          <a:pPr algn="ctr"/>
                          <a:r>
                            <a:rPr lang="en-US" sz="2800" b="0" dirty="0" smtClean="0">
                              <a:solidFill>
                                <a:srgbClr val="002060"/>
                              </a:solidFill>
                            </a:rPr>
                            <a:t>30</a:t>
                          </a:r>
                          <a:endParaRPr lang="en-US" sz="2800" b="0" dirty="0">
                            <a:solidFill>
                              <a:srgbClr val="002060"/>
                            </a:solidFill>
                          </a:endParaRPr>
                        </a:p>
                      </a:txBody>
                      <a:tcPr anchor="ctr"/>
                    </a:tc>
                    <a:tc>
                      <a:txBody>
                        <a:bodyPr/>
                        <a:lstStyle/>
                        <a:p>
                          <a:pPr algn="ctr"/>
                          <a:r>
                            <a:rPr lang="en-US" sz="2800" b="0" dirty="0" smtClean="0">
                              <a:solidFill>
                                <a:srgbClr val="002060"/>
                              </a:solidFill>
                            </a:rPr>
                            <a:t>20</a:t>
                          </a: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r>
                  <a:tr h="518770">
                    <a:tc>
                      <a:txBody>
                        <a:bodyPr/>
                        <a:lstStyle/>
                        <a:p>
                          <a:pPr algn="ctr"/>
                          <a:r>
                            <a:rPr lang="en-US" sz="2800" b="0" dirty="0" smtClean="0">
                              <a:solidFill>
                                <a:srgbClr val="002060"/>
                              </a:solidFill>
                            </a:rPr>
                            <a:t>36</a:t>
                          </a:r>
                          <a:endParaRPr lang="en-US" sz="2800" b="0" dirty="0">
                            <a:solidFill>
                              <a:srgbClr val="002060"/>
                            </a:solidFill>
                          </a:endParaRPr>
                        </a:p>
                      </a:txBody>
                      <a:tcPr anchor="ctr"/>
                    </a:tc>
                    <a:tc>
                      <a:txBody>
                        <a:bodyPr/>
                        <a:lstStyle/>
                        <a:p>
                          <a:pPr algn="ctr"/>
                          <a:r>
                            <a:rPr lang="en-US" sz="2800" b="0" dirty="0" smtClean="0">
                              <a:solidFill>
                                <a:srgbClr val="002060"/>
                              </a:solidFill>
                            </a:rPr>
                            <a:t>36</a:t>
                          </a: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r>
                </a:tbl>
              </a:graphicData>
            </a:graphic>
          </p:graphicFrame>
        </mc:Fallback>
      </mc:AlternateContent>
      <p:sp>
        <p:nvSpPr>
          <p:cNvPr id="10" name="TextBox 9">
            <a:extLst>
              <a:ext uri="{FF2B5EF4-FFF2-40B4-BE49-F238E27FC236}">
                <a16:creationId xmlns:a16="http://schemas.microsoft.com/office/drawing/2014/main" id="{68622B1E-44A3-44A2-B1C1-8D969737DA50}"/>
              </a:ext>
            </a:extLst>
          </p:cNvPr>
          <p:cNvSpPr txBox="1"/>
          <p:nvPr/>
        </p:nvSpPr>
        <p:spPr>
          <a:xfrm>
            <a:off x="3398558" y="4932387"/>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1</a:t>
            </a:r>
            <a:endParaRPr lang="en-IN" sz="2800" b="1" dirty="0">
              <a:solidFill>
                <a:srgbClr val="002060"/>
              </a:solidFill>
            </a:endParaRPr>
          </a:p>
        </p:txBody>
      </p:sp>
      <p:sp>
        <p:nvSpPr>
          <p:cNvPr id="14" name="TextBox 13">
            <a:extLst>
              <a:ext uri="{FF2B5EF4-FFF2-40B4-BE49-F238E27FC236}">
                <a16:creationId xmlns:a16="http://schemas.microsoft.com/office/drawing/2014/main" id="{68622B1E-44A3-44A2-B1C1-8D969737DA50}"/>
              </a:ext>
            </a:extLst>
          </p:cNvPr>
          <p:cNvSpPr txBox="1"/>
          <p:nvPr/>
        </p:nvSpPr>
        <p:spPr>
          <a:xfrm>
            <a:off x="3249973" y="1821946"/>
            <a:ext cx="558807"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2.5</a:t>
            </a:r>
            <a:endParaRPr lang="en-IN" sz="2800" b="1" dirty="0">
              <a:solidFill>
                <a:srgbClr val="002060"/>
              </a:solidFill>
            </a:endParaRPr>
          </a:p>
        </p:txBody>
      </p:sp>
      <p:sp>
        <p:nvSpPr>
          <p:cNvPr id="16" name="TextBox 15">
            <a:extLst>
              <a:ext uri="{FF2B5EF4-FFF2-40B4-BE49-F238E27FC236}">
                <a16:creationId xmlns:a16="http://schemas.microsoft.com/office/drawing/2014/main" id="{68622B1E-44A3-44A2-B1C1-8D969737DA50}"/>
              </a:ext>
            </a:extLst>
          </p:cNvPr>
          <p:cNvSpPr txBox="1"/>
          <p:nvPr/>
        </p:nvSpPr>
        <p:spPr>
          <a:xfrm>
            <a:off x="3247214" y="4415859"/>
            <a:ext cx="558807"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2.5</a:t>
            </a:r>
            <a:endParaRPr lang="en-IN" sz="2800" b="1" dirty="0">
              <a:solidFill>
                <a:srgbClr val="002060"/>
              </a:solidFill>
            </a:endParaRPr>
          </a:p>
        </p:txBody>
      </p:sp>
      <p:sp>
        <p:nvSpPr>
          <p:cNvPr id="42" name="Rectangle 41"/>
          <p:cNvSpPr/>
          <p:nvPr/>
        </p:nvSpPr>
        <p:spPr>
          <a:xfrm>
            <a:off x="8639856" y="819803"/>
            <a:ext cx="3406703" cy="1815882"/>
          </a:xfrm>
          <a:prstGeom prst="rect">
            <a:avLst/>
          </a:prstGeom>
        </p:spPr>
        <p:txBody>
          <a:bodyPr wrap="none">
            <a:spAutoFit/>
          </a:bodyPr>
          <a:lstStyle/>
          <a:p>
            <a:pPr algn="ctr"/>
            <a:r>
              <a:rPr lang="en-US" sz="2800" dirty="0">
                <a:solidFill>
                  <a:srgbClr val="002060"/>
                </a:solidFill>
                <a:latin typeface="+mj-lt"/>
                <a:ea typeface="Cambria Math" panose="02040503050406030204" pitchFamily="18" charset="0"/>
              </a:rPr>
              <a:t>For Cost,</a:t>
            </a:r>
          </a:p>
          <a:p>
            <a:pPr algn="ctr">
              <a:lnSpc>
                <a:spcPct val="150000"/>
              </a:lnSpc>
            </a:pPr>
            <a:r>
              <a:rPr lang="en-US" sz="2800" dirty="0">
                <a:solidFill>
                  <a:srgbClr val="002060"/>
                </a:solidFill>
                <a:latin typeface="+mj-lt"/>
              </a:rPr>
              <a:t>36 is repeated 3 times </a:t>
            </a:r>
          </a:p>
          <a:p>
            <a:pPr algn="ctr">
              <a:lnSpc>
                <a:spcPct val="150000"/>
              </a:lnSpc>
            </a:pPr>
            <a:r>
              <a:rPr lang="en-US" sz="2800" dirty="0">
                <a:solidFill>
                  <a:srgbClr val="002060"/>
                </a:solidFill>
              </a:rPr>
              <a:t>at 5</a:t>
            </a:r>
            <a:r>
              <a:rPr lang="en-US" sz="2800" baseline="30000" dirty="0">
                <a:solidFill>
                  <a:srgbClr val="002060"/>
                </a:solidFill>
              </a:rPr>
              <a:t>th</a:t>
            </a:r>
            <a:r>
              <a:rPr lang="en-US" sz="2800" dirty="0">
                <a:solidFill>
                  <a:srgbClr val="002060"/>
                </a:solidFill>
              </a:rPr>
              <a:t> rank</a:t>
            </a:r>
          </a:p>
        </p:txBody>
      </p:sp>
      <mc:AlternateContent xmlns:mc="http://schemas.openxmlformats.org/markup-compatibility/2006" xmlns:a14="http://schemas.microsoft.com/office/drawing/2010/main">
        <mc:Choice Requires="a14">
          <p:sp>
            <p:nvSpPr>
              <p:cNvPr id="43" name="Rectangle 42"/>
              <p:cNvSpPr/>
              <p:nvPr/>
            </p:nvSpPr>
            <p:spPr>
              <a:xfrm>
                <a:off x="8639856" y="2959730"/>
                <a:ext cx="3406702" cy="1750607"/>
              </a:xfrm>
              <a:prstGeom prst="rect">
                <a:avLst/>
              </a:prstGeom>
            </p:spPr>
            <p:txBody>
              <a:bodyPr wrap="square">
                <a:spAutoFit/>
              </a:bodyPr>
              <a:lstStyle/>
              <a:p>
                <a14:m>
                  <m:oMath xmlns:m="http://schemas.openxmlformats.org/officeDocument/2006/math">
                    <m:r>
                      <a:rPr lang="en-US" sz="2800" i="1" dirty="0" smtClean="0">
                        <a:solidFill>
                          <a:srgbClr val="002060"/>
                        </a:solidFill>
                        <a:latin typeface="Cambria Math" panose="02040503050406030204" pitchFamily="18" charset="0"/>
                        <a:ea typeface="Cambria Math" panose="02040503050406030204" pitchFamily="18" charset="0"/>
                      </a:rPr>
                      <m:t>∴</m:t>
                    </m:r>
                  </m:oMath>
                </a14:m>
                <a:r>
                  <a:rPr lang="en-US" sz="2800" dirty="0">
                    <a:solidFill>
                      <a:srgbClr val="002060"/>
                    </a:solidFill>
                  </a:rPr>
                  <a:t> Rank of 36</a:t>
                </a:r>
              </a:p>
              <a:p>
                <a:pPr>
                  <a:lnSpc>
                    <a:spcPct val="150000"/>
                  </a:lnSpc>
                </a:pPr>
                <a14:m>
                  <m:oMathPara xmlns:m="http://schemas.openxmlformats.org/officeDocument/2006/math">
                    <m:oMathParaPr>
                      <m:jc m:val="right"/>
                    </m:oMathParaPr>
                    <m:oMath xmlns:m="http://schemas.openxmlformats.org/officeDocument/2006/math">
                      <m:r>
                        <a:rPr lang="en-US" sz="2800" i="1" dirty="0" smtClean="0">
                          <a:solidFill>
                            <a:srgbClr val="002060"/>
                          </a:solidFill>
                          <a:latin typeface="Cambria Math" panose="02040503050406030204" pitchFamily="18" charset="0"/>
                        </a:rPr>
                        <m:t> =</m:t>
                      </m:r>
                      <m:f>
                        <m:fPr>
                          <m:ctrlPr>
                            <a:rPr lang="en-US" sz="2800" b="0" i="1" dirty="0" smtClean="0">
                              <a:solidFill>
                                <a:srgbClr val="002060"/>
                              </a:solidFill>
                              <a:latin typeface="Cambria Math" panose="02040503050406030204" pitchFamily="18" charset="0"/>
                            </a:rPr>
                          </m:ctrlPr>
                        </m:fPr>
                        <m:num>
                          <m:r>
                            <a:rPr lang="en-US" sz="2800" b="0" i="1" dirty="0" smtClean="0">
                              <a:solidFill>
                                <a:srgbClr val="002060"/>
                              </a:solidFill>
                              <a:latin typeface="Cambria Math" panose="02040503050406030204" pitchFamily="18" charset="0"/>
                            </a:rPr>
                            <m:t> 5+</m:t>
                          </m:r>
                          <m:r>
                            <a:rPr lang="en-US" sz="2800" b="0" i="1" dirty="0" smtClean="0">
                              <a:solidFill>
                                <a:srgbClr val="FF0000"/>
                              </a:solidFill>
                              <a:latin typeface="Cambria Math" panose="02040503050406030204" pitchFamily="18" charset="0"/>
                            </a:rPr>
                            <m:t>6+7</m:t>
                          </m:r>
                          <m:r>
                            <a:rPr lang="en-US" sz="2800" b="0" i="1" dirty="0" smtClean="0">
                              <a:solidFill>
                                <a:srgbClr val="002060"/>
                              </a:solidFill>
                              <a:latin typeface="Cambria Math" panose="02040503050406030204" pitchFamily="18" charset="0"/>
                            </a:rPr>
                            <m:t> </m:t>
                          </m:r>
                        </m:num>
                        <m:den>
                          <m:r>
                            <a:rPr lang="en-US" sz="2800" b="0" i="1" dirty="0" smtClean="0">
                              <a:solidFill>
                                <a:srgbClr val="002060"/>
                              </a:solidFill>
                              <a:latin typeface="Cambria Math" panose="02040503050406030204" pitchFamily="18" charset="0"/>
                            </a:rPr>
                            <m:t>3</m:t>
                          </m:r>
                        </m:den>
                      </m:f>
                      <m:r>
                        <a:rPr lang="en-US" sz="2800" b="0" i="1" dirty="0" smtClean="0">
                          <a:solidFill>
                            <a:srgbClr val="002060"/>
                          </a:solidFill>
                          <a:latin typeface="Cambria Math" panose="02040503050406030204" pitchFamily="18" charset="0"/>
                        </a:rPr>
                        <m:t>=6</m:t>
                      </m:r>
                    </m:oMath>
                  </m:oMathPara>
                </a14:m>
                <a:endParaRPr lang="en-US" sz="2800" dirty="0">
                  <a:solidFill>
                    <a:srgbClr val="002060"/>
                  </a:solidFill>
                </a:endParaRPr>
              </a:p>
            </p:txBody>
          </p:sp>
        </mc:Choice>
        <mc:Fallback xmlns="">
          <p:sp>
            <p:nvSpPr>
              <p:cNvPr id="43" name="Rectangle 42"/>
              <p:cNvSpPr>
                <a:spLocks noRot="1" noChangeAspect="1" noMove="1" noResize="1" noEditPoints="1" noAdjustHandles="1" noChangeArrowheads="1" noChangeShapeType="1" noTextEdit="1"/>
              </p:cNvSpPr>
              <p:nvPr/>
            </p:nvSpPr>
            <p:spPr>
              <a:xfrm>
                <a:off x="8639856" y="2959730"/>
                <a:ext cx="3406702" cy="1750607"/>
              </a:xfrm>
              <a:prstGeom prst="rect">
                <a:avLst/>
              </a:prstGeom>
              <a:blipFill rotWithShape="0">
                <a:blip r:embed="rId3"/>
                <a:stretch>
                  <a:fillRect t="-38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9" name="Rectangle 88"/>
              <p:cNvSpPr/>
              <p:nvPr/>
            </p:nvSpPr>
            <p:spPr>
              <a:xfrm>
                <a:off x="8639856" y="5016942"/>
                <a:ext cx="1702710"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dirty="0" smtClean="0">
                          <a:solidFill>
                            <a:srgbClr val="002060"/>
                          </a:solidFill>
                          <a:latin typeface="Cambria Math" panose="02040503050406030204" pitchFamily="18" charset="0"/>
                          <a:ea typeface="Cambria Math" panose="02040503050406030204" pitchFamily="18" charset="0"/>
                        </a:rPr>
                        <m:t>∴</m:t>
                      </m:r>
                      <m:sSub>
                        <m:sSubPr>
                          <m:ctrlPr>
                            <a:rPr lang="en-US" sz="2800" b="0" i="1" dirty="0" smtClean="0">
                              <a:solidFill>
                                <a:srgbClr val="002060"/>
                              </a:solidFill>
                              <a:latin typeface="Cambria Math" panose="02040503050406030204" pitchFamily="18" charset="0"/>
                            </a:rPr>
                          </m:ctrlPr>
                        </m:sSubPr>
                        <m:e>
                          <m:r>
                            <m:rPr>
                              <m:sty m:val="p"/>
                            </m:rPr>
                            <a:rPr lang="en-US" sz="2800" b="0" i="0" dirty="0" smtClean="0">
                              <a:solidFill>
                                <a:srgbClr val="002060"/>
                              </a:solidFill>
                              <a:latin typeface="Cambria Math" panose="02040503050406030204" pitchFamily="18" charset="0"/>
                            </a:rPr>
                            <m:t>m</m:t>
                          </m:r>
                        </m:e>
                        <m:sub>
                          <m:r>
                            <a:rPr lang="en-US" sz="2800" b="0" i="0" dirty="0" smtClean="0">
                              <a:solidFill>
                                <a:srgbClr val="002060"/>
                              </a:solidFill>
                              <a:latin typeface="Cambria Math" panose="02040503050406030204" pitchFamily="18" charset="0"/>
                            </a:rPr>
                            <m:t>3</m:t>
                          </m:r>
                        </m:sub>
                      </m:sSub>
                      <m:r>
                        <a:rPr lang="en-US" sz="2800" i="1" dirty="0" smtClean="0">
                          <a:solidFill>
                            <a:srgbClr val="002060"/>
                          </a:solidFill>
                          <a:latin typeface="Cambria Math" panose="02040503050406030204" pitchFamily="18" charset="0"/>
                        </a:rPr>
                        <m:t>=</m:t>
                      </m:r>
                      <m:r>
                        <a:rPr lang="en-US" sz="2800" b="0" i="1" dirty="0" smtClean="0">
                          <a:solidFill>
                            <a:srgbClr val="002060"/>
                          </a:solidFill>
                          <a:latin typeface="Cambria Math" panose="02040503050406030204" pitchFamily="18" charset="0"/>
                        </a:rPr>
                        <m:t>3</m:t>
                      </m:r>
                    </m:oMath>
                  </m:oMathPara>
                </a14:m>
                <a:endParaRPr lang="en-US" sz="2800" dirty="0">
                  <a:solidFill>
                    <a:srgbClr val="002060"/>
                  </a:solidFill>
                </a:endParaRPr>
              </a:p>
            </p:txBody>
          </p:sp>
        </mc:Choice>
        <mc:Fallback xmlns="">
          <p:sp>
            <p:nvSpPr>
              <p:cNvPr id="89" name="Rectangle 88"/>
              <p:cNvSpPr>
                <a:spLocks noRot="1" noChangeAspect="1" noMove="1" noResize="1" noEditPoints="1" noAdjustHandles="1" noChangeArrowheads="1" noChangeShapeType="1" noTextEdit="1"/>
              </p:cNvSpPr>
              <p:nvPr/>
            </p:nvSpPr>
            <p:spPr>
              <a:xfrm>
                <a:off x="8639856" y="5016942"/>
                <a:ext cx="1702710" cy="523220"/>
              </a:xfrm>
              <a:prstGeom prst="rect">
                <a:avLst/>
              </a:prstGeom>
              <a:blipFill rotWithShape="0">
                <a:blip r:embed="rId4"/>
                <a:stretch>
                  <a:fillRect/>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68622B1E-44A3-44A2-B1C1-8D969737DA50}"/>
              </a:ext>
            </a:extLst>
          </p:cNvPr>
          <p:cNvSpPr txBox="1"/>
          <p:nvPr/>
        </p:nvSpPr>
        <p:spPr>
          <a:xfrm>
            <a:off x="3398557" y="2846394"/>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4</a:t>
            </a:r>
            <a:endParaRPr lang="en-IN" sz="2800" b="1" dirty="0">
              <a:solidFill>
                <a:srgbClr val="002060"/>
              </a:solidFill>
            </a:endParaRPr>
          </a:p>
        </p:txBody>
      </p:sp>
      <p:sp>
        <p:nvSpPr>
          <p:cNvPr id="12" name="TextBox 11">
            <a:extLst>
              <a:ext uri="{FF2B5EF4-FFF2-40B4-BE49-F238E27FC236}">
                <a16:creationId xmlns:a16="http://schemas.microsoft.com/office/drawing/2014/main" id="{68622B1E-44A3-44A2-B1C1-8D969737DA50}"/>
              </a:ext>
            </a:extLst>
          </p:cNvPr>
          <p:cNvSpPr txBox="1"/>
          <p:nvPr/>
        </p:nvSpPr>
        <p:spPr>
          <a:xfrm>
            <a:off x="3255935" y="3362922"/>
            <a:ext cx="558807"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5.5</a:t>
            </a:r>
            <a:endParaRPr lang="en-IN" sz="2800" b="1" dirty="0">
              <a:solidFill>
                <a:srgbClr val="002060"/>
              </a:solidFill>
            </a:endParaRPr>
          </a:p>
        </p:txBody>
      </p:sp>
      <p:sp>
        <p:nvSpPr>
          <p:cNvPr id="13" name="TextBox 12">
            <a:extLst>
              <a:ext uri="{FF2B5EF4-FFF2-40B4-BE49-F238E27FC236}">
                <a16:creationId xmlns:a16="http://schemas.microsoft.com/office/drawing/2014/main" id="{68622B1E-44A3-44A2-B1C1-8D969737DA50}"/>
              </a:ext>
            </a:extLst>
          </p:cNvPr>
          <p:cNvSpPr txBox="1"/>
          <p:nvPr/>
        </p:nvSpPr>
        <p:spPr>
          <a:xfrm>
            <a:off x="3255935" y="1295995"/>
            <a:ext cx="558807"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5.5</a:t>
            </a:r>
            <a:endParaRPr lang="en-IN" sz="2800" b="1" dirty="0">
              <a:solidFill>
                <a:srgbClr val="002060"/>
              </a:solidFill>
            </a:endParaRPr>
          </a:p>
        </p:txBody>
      </p:sp>
      <p:sp>
        <p:nvSpPr>
          <p:cNvPr id="15" name="TextBox 14">
            <a:extLst>
              <a:ext uri="{FF2B5EF4-FFF2-40B4-BE49-F238E27FC236}">
                <a16:creationId xmlns:a16="http://schemas.microsoft.com/office/drawing/2014/main" id="{68622B1E-44A3-44A2-B1C1-8D969737DA50}"/>
              </a:ext>
            </a:extLst>
          </p:cNvPr>
          <p:cNvSpPr txBox="1"/>
          <p:nvPr/>
        </p:nvSpPr>
        <p:spPr>
          <a:xfrm>
            <a:off x="3389880" y="3886631"/>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7</a:t>
            </a:r>
            <a:endParaRPr lang="en-IN" sz="2800" b="1" dirty="0">
              <a:solidFill>
                <a:srgbClr val="002060"/>
              </a:solidFill>
            </a:endParaRPr>
          </a:p>
        </p:txBody>
      </p:sp>
      <p:sp>
        <p:nvSpPr>
          <p:cNvPr id="17" name="TextBox 16">
            <a:extLst>
              <a:ext uri="{FF2B5EF4-FFF2-40B4-BE49-F238E27FC236}">
                <a16:creationId xmlns:a16="http://schemas.microsoft.com/office/drawing/2014/main" id="{68622B1E-44A3-44A2-B1C1-8D969737DA50}"/>
              </a:ext>
            </a:extLst>
          </p:cNvPr>
          <p:cNvSpPr txBox="1"/>
          <p:nvPr/>
        </p:nvSpPr>
        <p:spPr>
          <a:xfrm>
            <a:off x="3402579" y="2342566"/>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8</a:t>
            </a:r>
            <a:endParaRPr lang="en-IN" sz="2800" b="1" dirty="0">
              <a:solidFill>
                <a:srgbClr val="002060"/>
              </a:solidFill>
            </a:endParaRPr>
          </a:p>
        </p:txBody>
      </p:sp>
      <p:sp>
        <p:nvSpPr>
          <p:cNvPr id="18" name="TextBox 17">
            <a:extLst>
              <a:ext uri="{FF2B5EF4-FFF2-40B4-BE49-F238E27FC236}">
                <a16:creationId xmlns:a16="http://schemas.microsoft.com/office/drawing/2014/main" id="{68622B1E-44A3-44A2-B1C1-8D969737DA50}"/>
              </a:ext>
            </a:extLst>
          </p:cNvPr>
          <p:cNvSpPr txBox="1"/>
          <p:nvPr/>
        </p:nvSpPr>
        <p:spPr>
          <a:xfrm>
            <a:off x="3389880" y="5970204"/>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9</a:t>
            </a:r>
            <a:endParaRPr lang="en-IN" sz="2800" b="1" dirty="0">
              <a:solidFill>
                <a:srgbClr val="002060"/>
              </a:solidFill>
            </a:endParaRPr>
          </a:p>
        </p:txBody>
      </p:sp>
      <p:sp>
        <p:nvSpPr>
          <p:cNvPr id="19" name="TextBox 18">
            <a:extLst>
              <a:ext uri="{FF2B5EF4-FFF2-40B4-BE49-F238E27FC236}">
                <a16:creationId xmlns:a16="http://schemas.microsoft.com/office/drawing/2014/main" id="{68622B1E-44A3-44A2-B1C1-8D969737DA50}"/>
              </a:ext>
            </a:extLst>
          </p:cNvPr>
          <p:cNvSpPr txBox="1"/>
          <p:nvPr/>
        </p:nvSpPr>
        <p:spPr>
          <a:xfrm>
            <a:off x="3307986" y="5463107"/>
            <a:ext cx="454612"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10</a:t>
            </a:r>
            <a:endParaRPr lang="en-IN" sz="2800" b="1" dirty="0">
              <a:solidFill>
                <a:srgbClr val="002060"/>
              </a:solidFill>
            </a:endParaRPr>
          </a:p>
        </p:txBody>
      </p:sp>
      <p:sp>
        <p:nvSpPr>
          <p:cNvPr id="20" name="TextBox 19">
            <a:extLst>
              <a:ext uri="{FF2B5EF4-FFF2-40B4-BE49-F238E27FC236}">
                <a16:creationId xmlns:a16="http://schemas.microsoft.com/office/drawing/2014/main" id="{68622B1E-44A3-44A2-B1C1-8D969737DA50}"/>
              </a:ext>
            </a:extLst>
          </p:cNvPr>
          <p:cNvSpPr txBox="1"/>
          <p:nvPr/>
        </p:nvSpPr>
        <p:spPr>
          <a:xfrm>
            <a:off x="4761918" y="4406573"/>
            <a:ext cx="273472"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1</a:t>
            </a:r>
            <a:endParaRPr lang="en-IN" sz="2800" b="1" dirty="0">
              <a:solidFill>
                <a:srgbClr val="002060"/>
              </a:solidFill>
            </a:endParaRPr>
          </a:p>
        </p:txBody>
      </p:sp>
      <p:sp>
        <p:nvSpPr>
          <p:cNvPr id="21" name="TextBox 20">
            <a:extLst>
              <a:ext uri="{FF2B5EF4-FFF2-40B4-BE49-F238E27FC236}">
                <a16:creationId xmlns:a16="http://schemas.microsoft.com/office/drawing/2014/main" id="{68622B1E-44A3-44A2-B1C1-8D969737DA50}"/>
              </a:ext>
            </a:extLst>
          </p:cNvPr>
          <p:cNvSpPr txBox="1"/>
          <p:nvPr/>
        </p:nvSpPr>
        <p:spPr>
          <a:xfrm>
            <a:off x="4774275" y="2853429"/>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2</a:t>
            </a:r>
            <a:endParaRPr lang="en-IN" sz="2800" b="1" dirty="0">
              <a:solidFill>
                <a:srgbClr val="002060"/>
              </a:solidFill>
            </a:endParaRPr>
          </a:p>
        </p:txBody>
      </p:sp>
      <p:sp>
        <p:nvSpPr>
          <p:cNvPr id="22" name="TextBox 21">
            <a:extLst>
              <a:ext uri="{FF2B5EF4-FFF2-40B4-BE49-F238E27FC236}">
                <a16:creationId xmlns:a16="http://schemas.microsoft.com/office/drawing/2014/main" id="{68622B1E-44A3-44A2-B1C1-8D969737DA50}"/>
              </a:ext>
            </a:extLst>
          </p:cNvPr>
          <p:cNvSpPr txBox="1"/>
          <p:nvPr/>
        </p:nvSpPr>
        <p:spPr>
          <a:xfrm>
            <a:off x="4761917" y="4932387"/>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3</a:t>
            </a:r>
            <a:endParaRPr lang="en-IN" sz="2800" b="1" dirty="0">
              <a:solidFill>
                <a:srgbClr val="002060"/>
              </a:solidFill>
            </a:endParaRPr>
          </a:p>
        </p:txBody>
      </p:sp>
      <p:sp>
        <p:nvSpPr>
          <p:cNvPr id="23" name="TextBox 22">
            <a:extLst>
              <a:ext uri="{FF2B5EF4-FFF2-40B4-BE49-F238E27FC236}">
                <a16:creationId xmlns:a16="http://schemas.microsoft.com/office/drawing/2014/main" id="{68622B1E-44A3-44A2-B1C1-8D969737DA50}"/>
              </a:ext>
            </a:extLst>
          </p:cNvPr>
          <p:cNvSpPr txBox="1"/>
          <p:nvPr/>
        </p:nvSpPr>
        <p:spPr>
          <a:xfrm>
            <a:off x="4761916" y="1295995"/>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4</a:t>
            </a:r>
            <a:endParaRPr lang="en-IN" sz="2800" b="1" dirty="0">
              <a:solidFill>
                <a:srgbClr val="002060"/>
              </a:solidFill>
            </a:endParaRPr>
          </a:p>
        </p:txBody>
      </p:sp>
      <p:sp>
        <p:nvSpPr>
          <p:cNvPr id="24" name="TextBox 23">
            <a:extLst>
              <a:ext uri="{FF2B5EF4-FFF2-40B4-BE49-F238E27FC236}">
                <a16:creationId xmlns:a16="http://schemas.microsoft.com/office/drawing/2014/main" id="{68622B1E-44A3-44A2-B1C1-8D969737DA50}"/>
              </a:ext>
            </a:extLst>
          </p:cNvPr>
          <p:cNvSpPr txBox="1"/>
          <p:nvPr/>
        </p:nvSpPr>
        <p:spPr>
          <a:xfrm>
            <a:off x="4768311" y="1812522"/>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6</a:t>
            </a:r>
            <a:endParaRPr lang="en-IN" sz="2800" b="1" dirty="0">
              <a:solidFill>
                <a:srgbClr val="002060"/>
              </a:solidFill>
            </a:endParaRPr>
          </a:p>
        </p:txBody>
      </p:sp>
      <p:sp>
        <p:nvSpPr>
          <p:cNvPr id="25" name="TextBox 24">
            <a:extLst>
              <a:ext uri="{FF2B5EF4-FFF2-40B4-BE49-F238E27FC236}">
                <a16:creationId xmlns:a16="http://schemas.microsoft.com/office/drawing/2014/main" id="{68622B1E-44A3-44A2-B1C1-8D969737DA50}"/>
              </a:ext>
            </a:extLst>
          </p:cNvPr>
          <p:cNvSpPr txBox="1"/>
          <p:nvPr/>
        </p:nvSpPr>
        <p:spPr>
          <a:xfrm>
            <a:off x="4761915" y="3371703"/>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6</a:t>
            </a:r>
            <a:endParaRPr lang="en-IN" sz="2800" b="1" dirty="0">
              <a:solidFill>
                <a:srgbClr val="002060"/>
              </a:solidFill>
            </a:endParaRPr>
          </a:p>
        </p:txBody>
      </p:sp>
      <p:sp>
        <p:nvSpPr>
          <p:cNvPr id="26" name="TextBox 25">
            <a:extLst>
              <a:ext uri="{FF2B5EF4-FFF2-40B4-BE49-F238E27FC236}">
                <a16:creationId xmlns:a16="http://schemas.microsoft.com/office/drawing/2014/main" id="{68622B1E-44A3-44A2-B1C1-8D969737DA50}"/>
              </a:ext>
            </a:extLst>
          </p:cNvPr>
          <p:cNvSpPr txBox="1"/>
          <p:nvPr/>
        </p:nvSpPr>
        <p:spPr>
          <a:xfrm>
            <a:off x="4761914" y="5967257"/>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6</a:t>
            </a:r>
            <a:endParaRPr lang="en-IN" sz="2800" b="1" dirty="0">
              <a:solidFill>
                <a:srgbClr val="002060"/>
              </a:solidFill>
            </a:endParaRPr>
          </a:p>
        </p:txBody>
      </p:sp>
      <p:sp>
        <p:nvSpPr>
          <p:cNvPr id="27" name="TextBox 26">
            <a:extLst>
              <a:ext uri="{FF2B5EF4-FFF2-40B4-BE49-F238E27FC236}">
                <a16:creationId xmlns:a16="http://schemas.microsoft.com/office/drawing/2014/main" id="{68622B1E-44A3-44A2-B1C1-8D969737DA50}"/>
              </a:ext>
            </a:extLst>
          </p:cNvPr>
          <p:cNvSpPr txBox="1"/>
          <p:nvPr/>
        </p:nvSpPr>
        <p:spPr>
          <a:xfrm>
            <a:off x="4761912" y="3893116"/>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8</a:t>
            </a:r>
            <a:endParaRPr lang="en-IN" sz="2800" b="1" dirty="0">
              <a:solidFill>
                <a:srgbClr val="002060"/>
              </a:solidFill>
            </a:endParaRPr>
          </a:p>
        </p:txBody>
      </p:sp>
      <p:sp>
        <p:nvSpPr>
          <p:cNvPr id="28" name="TextBox 27">
            <a:extLst>
              <a:ext uri="{FF2B5EF4-FFF2-40B4-BE49-F238E27FC236}">
                <a16:creationId xmlns:a16="http://schemas.microsoft.com/office/drawing/2014/main" id="{68622B1E-44A3-44A2-B1C1-8D969737DA50}"/>
              </a:ext>
            </a:extLst>
          </p:cNvPr>
          <p:cNvSpPr txBox="1"/>
          <p:nvPr/>
        </p:nvSpPr>
        <p:spPr>
          <a:xfrm>
            <a:off x="4768311" y="2340851"/>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9</a:t>
            </a:r>
            <a:endParaRPr lang="en-IN" sz="2800" b="1" dirty="0">
              <a:solidFill>
                <a:srgbClr val="002060"/>
              </a:solidFill>
            </a:endParaRPr>
          </a:p>
        </p:txBody>
      </p:sp>
      <p:sp>
        <p:nvSpPr>
          <p:cNvPr id="29" name="TextBox 28">
            <a:extLst>
              <a:ext uri="{FF2B5EF4-FFF2-40B4-BE49-F238E27FC236}">
                <a16:creationId xmlns:a16="http://schemas.microsoft.com/office/drawing/2014/main" id="{68622B1E-44A3-44A2-B1C1-8D969737DA50}"/>
              </a:ext>
            </a:extLst>
          </p:cNvPr>
          <p:cNvSpPr txBox="1"/>
          <p:nvPr/>
        </p:nvSpPr>
        <p:spPr>
          <a:xfrm>
            <a:off x="4677741" y="5448854"/>
            <a:ext cx="454612"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10</a:t>
            </a:r>
            <a:endParaRPr lang="en-IN" sz="2800" b="1" dirty="0">
              <a:solidFill>
                <a:srgbClr val="002060"/>
              </a:solidFill>
            </a:endParaRPr>
          </a:p>
        </p:txBody>
      </p:sp>
    </p:spTree>
    <p:extLst>
      <p:ext uri="{BB962C8B-B14F-4D97-AF65-F5344CB8AC3E}">
        <p14:creationId xmlns:p14="http://schemas.microsoft.com/office/powerpoint/2010/main" val="540409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3" grpId="0"/>
      <p:bldP spid="89" grpId="0"/>
      <p:bldP spid="15" grpId="0"/>
      <p:bldP spid="17" grpId="0"/>
      <p:bldP spid="18" grpId="0"/>
      <p:bldP spid="19" grpId="0"/>
      <p:bldP spid="20" grpId="0"/>
      <p:bldP spid="21" grpId="0"/>
      <p:bldP spid="22" grpId="0"/>
      <p:bldP spid="23" grpId="0"/>
      <p:bldP spid="24" grpId="0"/>
      <p:bldP spid="25" grpId="0"/>
      <p:bldP spid="26" grpId="0"/>
      <p:bldP spid="27" grpId="0"/>
      <p:bldP spid="28" grpId="0"/>
      <p:bldP spid="29"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2 ⇝ Example 4(</a:t>
            </a:r>
            <a:r>
              <a:rPr lang="en-GB" dirty="0">
                <a:solidFill>
                  <a:srgbClr val="FF0000"/>
                </a:solidFill>
              </a:rPr>
              <a:t>Continue</a:t>
            </a:r>
            <a:r>
              <a:rPr lang="en-GB" dirty="0"/>
              <a:t>)</a:t>
            </a:r>
            <a:endParaRPr lang="en-US" dirty="0"/>
          </a:p>
        </p:txBody>
      </p:sp>
      <mc:AlternateContent xmlns:mc="http://schemas.openxmlformats.org/markup-compatibility/2006" xmlns:a14="http://schemas.microsoft.com/office/drawing/2010/main">
        <mc:Choice Requires="a14">
          <p:graphicFrame>
            <p:nvGraphicFramePr>
              <p:cNvPr id="6" name="Table 5"/>
              <p:cNvGraphicFramePr>
                <a:graphicFrameLocks noGrp="1"/>
              </p:cNvGraphicFramePr>
              <p:nvPr/>
            </p:nvGraphicFramePr>
            <p:xfrm>
              <a:off x="106680" y="818368"/>
              <a:ext cx="8961120" cy="5669279"/>
            </p:xfrm>
            <a:graphic>
              <a:graphicData uri="http://schemas.openxmlformats.org/drawingml/2006/table">
                <a:tbl>
                  <a:tblPr firstRow="1" bandRow="1">
                    <a:tableStyleId>{93296810-A885-4BE3-A3E7-6D5BEEA58F35}</a:tableStyleId>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gridCol w="1828800">
                      <a:extLst>
                        <a:ext uri="{9D8B030D-6E8A-4147-A177-3AD203B41FA5}">
                          <a16:colId xmlns:a16="http://schemas.microsoft.com/office/drawing/2014/main" val="20005"/>
                        </a:ext>
                      </a:extLst>
                    </a:gridCol>
                  </a:tblGrid>
                  <a:tr h="481579">
                    <a:tc>
                      <a:txBody>
                        <a:bodyPr/>
                        <a:lstStyle/>
                        <a:p>
                          <a:pPr algn="ctr"/>
                          <a14:m>
                            <m:oMathPara xmlns:m="http://schemas.openxmlformats.org/officeDocument/2006/math">
                              <m:oMathParaPr>
                                <m:jc m:val="center"/>
                              </m:oMathParaPr>
                              <m:oMath xmlns:m="http://schemas.openxmlformats.org/officeDocument/2006/math">
                                <m:r>
                                  <a:rPr lang="en-US" sz="2500" b="1" i="0" smtClean="0">
                                    <a:solidFill>
                                      <a:schemeClr val="bg1"/>
                                    </a:solidFill>
                                    <a:latin typeface="Cambria Math" panose="02040503050406030204" pitchFamily="18" charset="0"/>
                                  </a:rPr>
                                  <m:t>𝐒𝐚𝐥𝐞𝐬</m:t>
                                </m:r>
                              </m:oMath>
                            </m:oMathPara>
                          </a14:m>
                          <a:endParaRPr lang="en-US" sz="2500" b="1" i="0" dirty="0">
                            <a:solidFill>
                              <a:schemeClr val="bg1"/>
                            </a:solidFill>
                          </a:endParaRPr>
                        </a:p>
                      </a:txBody>
                      <a:tcPr anchor="ctr"/>
                    </a:tc>
                    <a:tc>
                      <a:txBody>
                        <a:bodyPr/>
                        <a:lstStyle/>
                        <a:p>
                          <a:pPr algn="ctr"/>
                          <a14:m>
                            <m:oMathPara xmlns:m="http://schemas.openxmlformats.org/officeDocument/2006/math">
                              <m:oMathParaPr>
                                <m:jc m:val="center"/>
                              </m:oMathParaPr>
                              <m:oMath xmlns:m="http://schemas.openxmlformats.org/officeDocument/2006/math">
                                <m:r>
                                  <a:rPr lang="en-US" sz="2500" b="1" i="0" dirty="0" smtClean="0">
                                    <a:solidFill>
                                      <a:schemeClr val="bg1"/>
                                    </a:solidFill>
                                    <a:latin typeface="Cambria Math" panose="02040503050406030204" pitchFamily="18" charset="0"/>
                                  </a:rPr>
                                  <m:t>𝐂𝐨𝐬𝐭</m:t>
                                </m:r>
                              </m:oMath>
                            </m:oMathPara>
                          </a14:m>
                          <a:endParaRPr lang="en-US" sz="2500" b="1" dirty="0">
                            <a:solidFill>
                              <a:schemeClr val="bg1"/>
                            </a:solidFill>
                          </a:endParaRPr>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500" b="1" i="0" dirty="0" smtClean="0">
                                    <a:solidFill>
                                      <a:schemeClr val="bg1"/>
                                    </a:solidFill>
                                    <a:latin typeface="Cambria Math" panose="02040503050406030204" pitchFamily="18" charset="0"/>
                                  </a:rPr>
                                  <m:t>𝐱</m:t>
                                </m:r>
                              </m:oMath>
                            </m:oMathPara>
                          </a14:m>
                          <a:endParaRPr lang="en-US" sz="2500" b="0" i="0" dirty="0">
                            <a:solidFill>
                              <a:schemeClr val="bg1"/>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500" b="1" i="0"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𝐲</m:t>
                                </m:r>
                              </m:oMath>
                            </m:oMathPara>
                          </a14:m>
                          <a:endParaRPr kumimoji="0" lang="en-US" sz="2500" b="0" i="0" u="none" strike="noStrike" kern="1200" cap="none" spc="0" normalizeH="0" baseline="0" noProof="0" dirty="0">
                            <a:ln>
                              <a:noFill/>
                            </a:ln>
                            <a:solidFill>
                              <a:prstClr val="white"/>
                            </a:solidFill>
                            <a:effectLst/>
                            <a:uLnTx/>
                            <a:uFillTx/>
                            <a:latin typeface="+mn-lt"/>
                            <a:ea typeface="+mn-ea"/>
                            <a:cs typeface="+mn-cs"/>
                          </a:endParaRPr>
                        </a:p>
                      </a:txBody>
                      <a:tcPr anchor="ctr"/>
                    </a:tc>
                    <a:tc>
                      <a:txBody>
                        <a:bodyPr/>
                        <a:lstStyle/>
                        <a:p>
                          <a:pPr algn="ctr"/>
                          <a14:m>
                            <m:oMathPara xmlns:m="http://schemas.openxmlformats.org/officeDocument/2006/math">
                              <m:oMathParaPr>
                                <m:jc m:val="center"/>
                              </m:oMathParaPr>
                              <m:oMath xmlns:m="http://schemas.openxmlformats.org/officeDocument/2006/math">
                                <m:r>
                                  <a:rPr kumimoji="0" lang="en-US" sz="2500" b="1" i="0"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𝐝</m:t>
                                </m:r>
                                <m:r>
                                  <a:rPr kumimoji="0" lang="en-US" sz="2500" b="0" i="0"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m:t>
                                </m:r>
                                <m:r>
                                  <m:rPr>
                                    <m:sty m:val="p"/>
                                  </m:rPr>
                                  <a:rPr kumimoji="0" lang="en-US" sz="2500" b="0" i="0"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x</m:t>
                                </m:r>
                                <m:r>
                                  <a:rPr kumimoji="0" lang="en-US" sz="2500" b="0" i="0"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m:t>
                                </m:r>
                                <m:r>
                                  <m:rPr>
                                    <m:sty m:val="p"/>
                                  </m:rPr>
                                  <a:rPr kumimoji="0" lang="en-US" sz="2500" b="0" i="0" u="none" strike="noStrike" kern="1200" cap="none" spc="0" normalizeH="0" baseline="0" noProof="0" dirty="0" smtClean="0">
                                    <a:ln>
                                      <a:noFill/>
                                    </a:ln>
                                    <a:solidFill>
                                      <a:prstClr val="white"/>
                                    </a:solidFill>
                                    <a:effectLst/>
                                    <a:uLnTx/>
                                    <a:uFillTx/>
                                    <a:latin typeface="Cambria Math" panose="02040503050406030204" pitchFamily="18" charset="0"/>
                                    <a:ea typeface="+mn-ea"/>
                                    <a:cs typeface="+mn-cs"/>
                                  </a:rPr>
                                  <m:t>y</m:t>
                                </m:r>
                              </m:oMath>
                            </m:oMathPara>
                          </a14:m>
                          <a:endParaRPr lang="en-US" sz="2500" b="0" i="0" dirty="0">
                            <a:solidFill>
                              <a:schemeClr val="bg1"/>
                            </a:solidFill>
                          </a:endParaRPr>
                        </a:p>
                      </a:txBody>
                      <a:tcPr anchor="ctr"/>
                    </a:tc>
                    <a:tc>
                      <a:txBody>
                        <a:bodyPr/>
                        <a:lstStyle/>
                        <a:p>
                          <a:pPr algn="ctr"/>
                          <a14:m>
                            <m:oMathPara xmlns:m="http://schemas.openxmlformats.org/officeDocument/2006/math">
                              <m:oMathParaPr>
                                <m:jc m:val="centerGroup"/>
                              </m:oMathParaPr>
                              <m:oMath xmlns:m="http://schemas.openxmlformats.org/officeDocument/2006/math">
                                <m:sSup>
                                  <m:sSupPr>
                                    <m:ctrlPr>
                                      <a:rPr lang="en-US" sz="2500" b="1" i="1" dirty="0" smtClean="0">
                                        <a:solidFill>
                                          <a:schemeClr val="bg1"/>
                                        </a:solidFill>
                                        <a:latin typeface="Cambria Math" panose="02040503050406030204" pitchFamily="18" charset="0"/>
                                      </a:rPr>
                                    </m:ctrlPr>
                                  </m:sSupPr>
                                  <m:e>
                                    <m:r>
                                      <a:rPr lang="en-US" sz="2500" b="1" i="0" dirty="0" smtClean="0">
                                        <a:solidFill>
                                          <a:schemeClr val="bg1"/>
                                        </a:solidFill>
                                        <a:latin typeface="Cambria Math" panose="02040503050406030204" pitchFamily="18" charset="0"/>
                                      </a:rPr>
                                      <m:t>𝐝</m:t>
                                    </m:r>
                                  </m:e>
                                  <m:sup>
                                    <m:r>
                                      <a:rPr lang="en-US" sz="2500" b="1" i="0" dirty="0" smtClean="0">
                                        <a:solidFill>
                                          <a:schemeClr val="bg1"/>
                                        </a:solidFill>
                                        <a:latin typeface="Cambria Math" panose="02040503050406030204" pitchFamily="18" charset="0"/>
                                      </a:rPr>
                                      <m:t>𝟐</m:t>
                                    </m:r>
                                  </m:sup>
                                </m:sSup>
                              </m:oMath>
                            </m:oMathPara>
                          </a14:m>
                          <a:endParaRPr lang="en-US" sz="2500" b="1" i="0" dirty="0">
                            <a:solidFill>
                              <a:schemeClr val="bg1"/>
                            </a:solidFill>
                          </a:endParaRPr>
                        </a:p>
                      </a:txBody>
                      <a:tcPr anchor="ctr"/>
                    </a:tc>
                    <a:extLst>
                      <a:ext uri="{0D108BD9-81ED-4DB2-BD59-A6C34878D82A}">
                        <a16:rowId xmlns:a16="http://schemas.microsoft.com/office/drawing/2014/main" val="10000"/>
                      </a:ext>
                    </a:extLst>
                  </a:tr>
                  <a:tr h="518770">
                    <a:tc>
                      <a:txBody>
                        <a:bodyPr/>
                        <a:lstStyle/>
                        <a:p>
                          <a:pPr algn="ctr"/>
                          <a:r>
                            <a:rPr lang="en-US" sz="2800" b="0" dirty="0">
                              <a:solidFill>
                                <a:srgbClr val="002060"/>
                              </a:solidFill>
                            </a:rPr>
                            <a:t>45</a:t>
                          </a:r>
                        </a:p>
                      </a:txBody>
                      <a:tcPr anchor="ctr"/>
                    </a:tc>
                    <a:tc>
                      <a:txBody>
                        <a:bodyPr/>
                        <a:lstStyle/>
                        <a:p>
                          <a:pPr algn="ctr"/>
                          <a:r>
                            <a:rPr lang="en-US" sz="2800" b="0" dirty="0">
                              <a:solidFill>
                                <a:srgbClr val="002060"/>
                              </a:solidFill>
                            </a:rPr>
                            <a:t>40</a:t>
                          </a: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1"/>
                      </a:ext>
                    </a:extLst>
                  </a:tr>
                  <a:tr h="518770">
                    <a:tc>
                      <a:txBody>
                        <a:bodyPr/>
                        <a:lstStyle/>
                        <a:p>
                          <a:pPr algn="ctr"/>
                          <a:r>
                            <a:rPr lang="en-US" sz="2800" b="0" dirty="0">
                              <a:solidFill>
                                <a:srgbClr val="002060"/>
                              </a:solidFill>
                            </a:rPr>
                            <a:t>56</a:t>
                          </a:r>
                        </a:p>
                      </a:txBody>
                      <a:tcPr anchor="ctr"/>
                    </a:tc>
                    <a:tc>
                      <a:txBody>
                        <a:bodyPr/>
                        <a:lstStyle/>
                        <a:p>
                          <a:pPr algn="ctr"/>
                          <a:r>
                            <a:rPr lang="en-US" sz="2800" b="0" dirty="0">
                              <a:solidFill>
                                <a:srgbClr val="002060"/>
                              </a:solidFill>
                            </a:rPr>
                            <a:t>36</a:t>
                          </a: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2"/>
                      </a:ext>
                    </a:extLst>
                  </a:tr>
                  <a:tr h="518770">
                    <a:tc>
                      <a:txBody>
                        <a:bodyPr/>
                        <a:lstStyle/>
                        <a:p>
                          <a:pPr algn="ctr"/>
                          <a:r>
                            <a:rPr lang="en-US" sz="2800" b="0" dirty="0">
                              <a:solidFill>
                                <a:srgbClr val="002060"/>
                              </a:solidFill>
                            </a:rPr>
                            <a:t>39</a:t>
                          </a:r>
                        </a:p>
                      </a:txBody>
                      <a:tcPr anchor="ctr"/>
                    </a:tc>
                    <a:tc>
                      <a:txBody>
                        <a:bodyPr/>
                        <a:lstStyle/>
                        <a:p>
                          <a:pPr algn="ctr"/>
                          <a:r>
                            <a:rPr lang="en-US" sz="2800" b="0" dirty="0">
                              <a:solidFill>
                                <a:srgbClr val="002060"/>
                              </a:solidFill>
                            </a:rPr>
                            <a:t>30</a:t>
                          </a: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3"/>
                      </a:ext>
                    </a:extLst>
                  </a:tr>
                  <a:tr h="518770">
                    <a:tc>
                      <a:txBody>
                        <a:bodyPr/>
                        <a:lstStyle/>
                        <a:p>
                          <a:pPr algn="ctr"/>
                          <a:r>
                            <a:rPr lang="en-US" sz="2800" b="0" dirty="0">
                              <a:solidFill>
                                <a:srgbClr val="002060"/>
                              </a:solidFill>
                            </a:rPr>
                            <a:t>54</a:t>
                          </a:r>
                        </a:p>
                      </a:txBody>
                      <a:tcPr anchor="ctr"/>
                    </a:tc>
                    <a:tc>
                      <a:txBody>
                        <a:bodyPr/>
                        <a:lstStyle/>
                        <a:p>
                          <a:pPr algn="ctr"/>
                          <a:r>
                            <a:rPr lang="en-US" sz="2800" b="0" dirty="0">
                              <a:solidFill>
                                <a:srgbClr val="002060"/>
                              </a:solidFill>
                            </a:rPr>
                            <a:t>44</a:t>
                          </a: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4"/>
                      </a:ext>
                    </a:extLst>
                  </a:tr>
                  <a:tr h="518770">
                    <a:tc>
                      <a:txBody>
                        <a:bodyPr/>
                        <a:lstStyle/>
                        <a:p>
                          <a:pPr algn="ctr"/>
                          <a:r>
                            <a:rPr lang="en-US" sz="2800" b="0" dirty="0">
                              <a:solidFill>
                                <a:srgbClr val="002060"/>
                              </a:solidFill>
                            </a:rPr>
                            <a:t>45</a:t>
                          </a:r>
                        </a:p>
                      </a:txBody>
                      <a:tcPr anchor="ctr"/>
                    </a:tc>
                    <a:tc>
                      <a:txBody>
                        <a:bodyPr/>
                        <a:lstStyle/>
                        <a:p>
                          <a:pPr algn="ctr"/>
                          <a:r>
                            <a:rPr lang="en-US" sz="2800" b="0" dirty="0">
                              <a:solidFill>
                                <a:srgbClr val="002060"/>
                              </a:solidFill>
                            </a:rPr>
                            <a:t>36</a:t>
                          </a: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5"/>
                      </a:ext>
                    </a:extLst>
                  </a:tr>
                  <a:tr h="518770">
                    <a:tc>
                      <a:txBody>
                        <a:bodyPr/>
                        <a:lstStyle/>
                        <a:p>
                          <a:pPr algn="ctr"/>
                          <a:r>
                            <a:rPr lang="en-US" sz="2800" b="0" dirty="0">
                              <a:solidFill>
                                <a:srgbClr val="002060"/>
                              </a:solidFill>
                            </a:rPr>
                            <a:t>40</a:t>
                          </a:r>
                        </a:p>
                      </a:txBody>
                      <a:tcPr anchor="ctr"/>
                    </a:tc>
                    <a:tc>
                      <a:txBody>
                        <a:bodyPr/>
                        <a:lstStyle/>
                        <a:p>
                          <a:pPr algn="ctr"/>
                          <a:r>
                            <a:rPr lang="en-US" sz="2800" b="0" dirty="0">
                              <a:solidFill>
                                <a:srgbClr val="002060"/>
                              </a:solidFill>
                            </a:rPr>
                            <a:t>32</a:t>
                          </a: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6"/>
                      </a:ext>
                    </a:extLst>
                  </a:tr>
                  <a:tr h="518770">
                    <a:tc>
                      <a:txBody>
                        <a:bodyPr/>
                        <a:lstStyle/>
                        <a:p>
                          <a:pPr algn="ctr"/>
                          <a:r>
                            <a:rPr lang="en-US" sz="2800" b="0" dirty="0">
                              <a:solidFill>
                                <a:srgbClr val="002060"/>
                              </a:solidFill>
                            </a:rPr>
                            <a:t>56</a:t>
                          </a:r>
                        </a:p>
                      </a:txBody>
                      <a:tcPr anchor="ctr"/>
                    </a:tc>
                    <a:tc>
                      <a:txBody>
                        <a:bodyPr/>
                        <a:lstStyle/>
                        <a:p>
                          <a:pPr algn="ctr"/>
                          <a:r>
                            <a:rPr lang="en-US" sz="2800" b="0" dirty="0">
                              <a:solidFill>
                                <a:srgbClr val="002060"/>
                              </a:solidFill>
                            </a:rPr>
                            <a:t>45</a:t>
                          </a: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7"/>
                      </a:ext>
                    </a:extLst>
                  </a:tr>
                  <a:tr h="518770">
                    <a:tc>
                      <a:txBody>
                        <a:bodyPr/>
                        <a:lstStyle/>
                        <a:p>
                          <a:pPr algn="ctr"/>
                          <a:r>
                            <a:rPr lang="en-US" sz="2800" b="0" dirty="0">
                              <a:solidFill>
                                <a:srgbClr val="002060"/>
                              </a:solidFill>
                            </a:rPr>
                            <a:t>60</a:t>
                          </a:r>
                        </a:p>
                      </a:txBody>
                      <a:tcPr anchor="ctr"/>
                    </a:tc>
                    <a:tc>
                      <a:txBody>
                        <a:bodyPr/>
                        <a:lstStyle/>
                        <a:p>
                          <a:pPr algn="ctr"/>
                          <a:r>
                            <a:rPr lang="en-US" sz="2800" b="0" dirty="0">
                              <a:solidFill>
                                <a:srgbClr val="002060"/>
                              </a:solidFill>
                            </a:rPr>
                            <a:t>42</a:t>
                          </a: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8"/>
                      </a:ext>
                    </a:extLst>
                  </a:tr>
                  <a:tr h="518770">
                    <a:tc>
                      <a:txBody>
                        <a:bodyPr/>
                        <a:lstStyle/>
                        <a:p>
                          <a:pPr algn="ctr"/>
                          <a:r>
                            <a:rPr lang="en-US" sz="2800" b="0" dirty="0">
                              <a:solidFill>
                                <a:srgbClr val="002060"/>
                              </a:solidFill>
                            </a:rPr>
                            <a:t>30</a:t>
                          </a:r>
                        </a:p>
                      </a:txBody>
                      <a:tcPr anchor="ctr"/>
                    </a:tc>
                    <a:tc>
                      <a:txBody>
                        <a:bodyPr/>
                        <a:lstStyle/>
                        <a:p>
                          <a:pPr algn="ctr"/>
                          <a:r>
                            <a:rPr lang="en-US" sz="2800" b="0" dirty="0">
                              <a:solidFill>
                                <a:srgbClr val="002060"/>
                              </a:solidFill>
                            </a:rPr>
                            <a:t>20</a:t>
                          </a: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09"/>
                      </a:ext>
                    </a:extLst>
                  </a:tr>
                  <a:tr h="518770">
                    <a:tc>
                      <a:txBody>
                        <a:bodyPr/>
                        <a:lstStyle/>
                        <a:p>
                          <a:pPr algn="ctr"/>
                          <a:r>
                            <a:rPr lang="en-US" sz="2800" b="0" dirty="0">
                              <a:solidFill>
                                <a:srgbClr val="002060"/>
                              </a:solidFill>
                            </a:rPr>
                            <a:t>36</a:t>
                          </a:r>
                        </a:p>
                      </a:txBody>
                      <a:tcPr anchor="ctr"/>
                    </a:tc>
                    <a:tc>
                      <a:txBody>
                        <a:bodyPr/>
                        <a:lstStyle/>
                        <a:p>
                          <a:pPr algn="ctr"/>
                          <a:r>
                            <a:rPr lang="en-US" sz="2800" b="0" dirty="0">
                              <a:solidFill>
                                <a:srgbClr val="002060"/>
                              </a:solidFill>
                            </a:rPr>
                            <a:t>36</a:t>
                          </a: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extLst>
                      <a:ext uri="{0D108BD9-81ED-4DB2-BD59-A6C34878D82A}">
                        <a16:rowId xmlns:a16="http://schemas.microsoft.com/office/drawing/2014/main" val="10010"/>
                      </a:ext>
                    </a:extLst>
                  </a:tr>
                </a:tbl>
              </a:graphicData>
            </a:graphic>
          </p:graphicFrame>
        </mc:Choice>
        <mc:Fallback xmlns="">
          <p:graphicFrame>
            <p:nvGraphicFramePr>
              <p:cNvPr id="6" name="Table 5"/>
              <p:cNvGraphicFramePr>
                <a:graphicFrameLocks noGrp="1"/>
              </p:cNvGraphicFramePr>
              <p:nvPr>
                <p:extLst/>
              </p:nvPr>
            </p:nvGraphicFramePr>
            <p:xfrm>
              <a:off x="106680" y="818368"/>
              <a:ext cx="8961120" cy="5669279"/>
            </p:xfrm>
            <a:graphic>
              <a:graphicData uri="http://schemas.openxmlformats.org/drawingml/2006/table">
                <a:tbl>
                  <a:tblPr firstRow="1" bandRow="1">
                    <a:tableStyleId>{93296810-A885-4BE3-A3E7-6D5BEEA58F35}</a:tableStyleId>
                  </a:tblPr>
                  <a:tblGrid>
                    <a:gridCol w="1371600"/>
                    <a:gridCol w="1371600"/>
                    <a:gridCol w="1371600"/>
                    <a:gridCol w="1371600"/>
                    <a:gridCol w="1645920"/>
                    <a:gridCol w="1828800"/>
                  </a:tblGrid>
                  <a:tr h="481579">
                    <a:tc>
                      <a:txBody>
                        <a:bodyPr/>
                        <a:lstStyle/>
                        <a:p>
                          <a:endParaRPr lang="en-US"/>
                        </a:p>
                      </a:txBody>
                      <a:tcPr anchor="ctr">
                        <a:blipFill rotWithShape="0">
                          <a:blip r:embed="rId2"/>
                          <a:stretch>
                            <a:fillRect l="-444" t="-1266" r="-555556" b="-1112658"/>
                          </a:stretch>
                        </a:blipFill>
                      </a:tcPr>
                    </a:tc>
                    <a:tc>
                      <a:txBody>
                        <a:bodyPr/>
                        <a:lstStyle/>
                        <a:p>
                          <a:endParaRPr lang="en-US"/>
                        </a:p>
                      </a:txBody>
                      <a:tcPr anchor="ctr">
                        <a:blipFill rotWithShape="0">
                          <a:blip r:embed="rId2"/>
                          <a:stretch>
                            <a:fillRect l="-100444" t="-1266" r="-455556" b="-1112658"/>
                          </a:stretch>
                        </a:blipFill>
                      </a:tcPr>
                    </a:tc>
                    <a:tc>
                      <a:txBody>
                        <a:bodyPr/>
                        <a:lstStyle/>
                        <a:p>
                          <a:endParaRPr lang="en-US"/>
                        </a:p>
                      </a:txBody>
                      <a:tcPr anchor="ctr">
                        <a:blipFill rotWithShape="0">
                          <a:blip r:embed="rId2"/>
                          <a:stretch>
                            <a:fillRect l="-200444" t="-1266" r="-355556" b="-1112658"/>
                          </a:stretch>
                        </a:blipFill>
                      </a:tcPr>
                    </a:tc>
                    <a:tc>
                      <a:txBody>
                        <a:bodyPr/>
                        <a:lstStyle/>
                        <a:p>
                          <a:endParaRPr lang="en-US"/>
                        </a:p>
                      </a:txBody>
                      <a:tcPr anchor="ctr">
                        <a:blipFill rotWithShape="0">
                          <a:blip r:embed="rId2"/>
                          <a:stretch>
                            <a:fillRect l="-299115" t="-1266" r="-253982" b="-1112658"/>
                          </a:stretch>
                        </a:blipFill>
                      </a:tcPr>
                    </a:tc>
                    <a:tc>
                      <a:txBody>
                        <a:bodyPr/>
                        <a:lstStyle/>
                        <a:p>
                          <a:endParaRPr lang="en-US"/>
                        </a:p>
                      </a:txBody>
                      <a:tcPr anchor="ctr">
                        <a:blipFill rotWithShape="0">
                          <a:blip r:embed="rId2"/>
                          <a:stretch>
                            <a:fillRect l="-334074" t="-1266" r="-112593" b="-1112658"/>
                          </a:stretch>
                        </a:blipFill>
                      </a:tcPr>
                    </a:tc>
                    <a:tc>
                      <a:txBody>
                        <a:bodyPr/>
                        <a:lstStyle/>
                        <a:p>
                          <a:endParaRPr lang="en-US"/>
                        </a:p>
                      </a:txBody>
                      <a:tcPr anchor="ctr">
                        <a:blipFill rotWithShape="0">
                          <a:blip r:embed="rId2"/>
                          <a:stretch>
                            <a:fillRect l="-390667" t="-1266" r="-1333" b="-1112658"/>
                          </a:stretch>
                        </a:blipFill>
                      </a:tcPr>
                    </a:tc>
                  </a:tr>
                  <a:tr h="518770">
                    <a:tc>
                      <a:txBody>
                        <a:bodyPr/>
                        <a:lstStyle/>
                        <a:p>
                          <a:pPr algn="ctr"/>
                          <a:r>
                            <a:rPr lang="en-US" sz="2800" b="0" dirty="0" smtClean="0">
                              <a:solidFill>
                                <a:srgbClr val="002060"/>
                              </a:solidFill>
                            </a:rPr>
                            <a:t>45</a:t>
                          </a:r>
                          <a:endParaRPr lang="en-US" sz="2800" b="0" dirty="0">
                            <a:solidFill>
                              <a:srgbClr val="002060"/>
                            </a:solidFill>
                          </a:endParaRPr>
                        </a:p>
                      </a:txBody>
                      <a:tcPr anchor="ctr"/>
                    </a:tc>
                    <a:tc>
                      <a:txBody>
                        <a:bodyPr/>
                        <a:lstStyle/>
                        <a:p>
                          <a:pPr algn="ctr"/>
                          <a:r>
                            <a:rPr lang="en-US" sz="2800" b="0" dirty="0" smtClean="0">
                              <a:solidFill>
                                <a:srgbClr val="002060"/>
                              </a:solidFill>
                            </a:rPr>
                            <a:t>40</a:t>
                          </a: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r>
                  <a:tr h="518770">
                    <a:tc>
                      <a:txBody>
                        <a:bodyPr/>
                        <a:lstStyle/>
                        <a:p>
                          <a:pPr algn="ctr"/>
                          <a:r>
                            <a:rPr lang="en-US" sz="2800" b="0" dirty="0" smtClean="0">
                              <a:solidFill>
                                <a:srgbClr val="002060"/>
                              </a:solidFill>
                            </a:rPr>
                            <a:t>56</a:t>
                          </a:r>
                          <a:endParaRPr lang="en-US" sz="2800" b="0" dirty="0">
                            <a:solidFill>
                              <a:srgbClr val="002060"/>
                            </a:solidFill>
                          </a:endParaRPr>
                        </a:p>
                      </a:txBody>
                      <a:tcPr anchor="ctr"/>
                    </a:tc>
                    <a:tc>
                      <a:txBody>
                        <a:bodyPr/>
                        <a:lstStyle/>
                        <a:p>
                          <a:pPr algn="ctr"/>
                          <a:r>
                            <a:rPr lang="en-US" sz="2800" b="0" dirty="0" smtClean="0">
                              <a:solidFill>
                                <a:srgbClr val="002060"/>
                              </a:solidFill>
                            </a:rPr>
                            <a:t>36</a:t>
                          </a: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r>
                  <a:tr h="518770">
                    <a:tc>
                      <a:txBody>
                        <a:bodyPr/>
                        <a:lstStyle/>
                        <a:p>
                          <a:pPr algn="ctr"/>
                          <a:r>
                            <a:rPr lang="en-US" sz="2800" b="0" dirty="0" smtClean="0">
                              <a:solidFill>
                                <a:srgbClr val="002060"/>
                              </a:solidFill>
                            </a:rPr>
                            <a:t>39</a:t>
                          </a:r>
                          <a:endParaRPr lang="en-US" sz="2800" b="0" dirty="0">
                            <a:solidFill>
                              <a:srgbClr val="002060"/>
                            </a:solidFill>
                          </a:endParaRPr>
                        </a:p>
                      </a:txBody>
                      <a:tcPr anchor="ctr"/>
                    </a:tc>
                    <a:tc>
                      <a:txBody>
                        <a:bodyPr/>
                        <a:lstStyle/>
                        <a:p>
                          <a:pPr algn="ctr"/>
                          <a:r>
                            <a:rPr lang="en-US" sz="2800" b="0" dirty="0" smtClean="0">
                              <a:solidFill>
                                <a:srgbClr val="002060"/>
                              </a:solidFill>
                            </a:rPr>
                            <a:t>30</a:t>
                          </a: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r>
                  <a:tr h="518770">
                    <a:tc>
                      <a:txBody>
                        <a:bodyPr/>
                        <a:lstStyle/>
                        <a:p>
                          <a:pPr algn="ctr"/>
                          <a:r>
                            <a:rPr lang="en-US" sz="2800" b="0" dirty="0" smtClean="0">
                              <a:solidFill>
                                <a:srgbClr val="002060"/>
                              </a:solidFill>
                            </a:rPr>
                            <a:t>54</a:t>
                          </a:r>
                          <a:endParaRPr lang="en-US" sz="2800" b="0" dirty="0">
                            <a:solidFill>
                              <a:srgbClr val="002060"/>
                            </a:solidFill>
                          </a:endParaRPr>
                        </a:p>
                      </a:txBody>
                      <a:tcPr anchor="ctr"/>
                    </a:tc>
                    <a:tc>
                      <a:txBody>
                        <a:bodyPr/>
                        <a:lstStyle/>
                        <a:p>
                          <a:pPr algn="ctr"/>
                          <a:r>
                            <a:rPr lang="en-US" sz="2800" b="0" dirty="0" smtClean="0">
                              <a:solidFill>
                                <a:srgbClr val="002060"/>
                              </a:solidFill>
                            </a:rPr>
                            <a:t>44</a:t>
                          </a: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r>
                  <a:tr h="518770">
                    <a:tc>
                      <a:txBody>
                        <a:bodyPr/>
                        <a:lstStyle/>
                        <a:p>
                          <a:pPr algn="ctr"/>
                          <a:r>
                            <a:rPr lang="en-US" sz="2800" b="0" dirty="0" smtClean="0">
                              <a:solidFill>
                                <a:srgbClr val="002060"/>
                              </a:solidFill>
                            </a:rPr>
                            <a:t>45</a:t>
                          </a:r>
                          <a:endParaRPr lang="en-US" sz="2800" b="0" dirty="0">
                            <a:solidFill>
                              <a:srgbClr val="002060"/>
                            </a:solidFill>
                          </a:endParaRPr>
                        </a:p>
                      </a:txBody>
                      <a:tcPr anchor="ctr"/>
                    </a:tc>
                    <a:tc>
                      <a:txBody>
                        <a:bodyPr/>
                        <a:lstStyle/>
                        <a:p>
                          <a:pPr algn="ctr"/>
                          <a:r>
                            <a:rPr lang="en-US" sz="2800" b="0" dirty="0" smtClean="0">
                              <a:solidFill>
                                <a:srgbClr val="002060"/>
                              </a:solidFill>
                            </a:rPr>
                            <a:t>36</a:t>
                          </a: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r>
                  <a:tr h="518770">
                    <a:tc>
                      <a:txBody>
                        <a:bodyPr/>
                        <a:lstStyle/>
                        <a:p>
                          <a:pPr algn="ctr"/>
                          <a:r>
                            <a:rPr lang="en-US" sz="2800" b="0" dirty="0" smtClean="0">
                              <a:solidFill>
                                <a:srgbClr val="002060"/>
                              </a:solidFill>
                            </a:rPr>
                            <a:t>40</a:t>
                          </a:r>
                          <a:endParaRPr lang="en-US" sz="2800" b="0" dirty="0">
                            <a:solidFill>
                              <a:srgbClr val="002060"/>
                            </a:solidFill>
                          </a:endParaRPr>
                        </a:p>
                      </a:txBody>
                      <a:tcPr anchor="ctr"/>
                    </a:tc>
                    <a:tc>
                      <a:txBody>
                        <a:bodyPr/>
                        <a:lstStyle/>
                        <a:p>
                          <a:pPr algn="ctr"/>
                          <a:r>
                            <a:rPr lang="en-US" sz="2800" b="0" dirty="0" smtClean="0">
                              <a:solidFill>
                                <a:srgbClr val="002060"/>
                              </a:solidFill>
                            </a:rPr>
                            <a:t>32</a:t>
                          </a: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r>
                  <a:tr h="518770">
                    <a:tc>
                      <a:txBody>
                        <a:bodyPr/>
                        <a:lstStyle/>
                        <a:p>
                          <a:pPr algn="ctr"/>
                          <a:r>
                            <a:rPr lang="en-US" sz="2800" b="0" dirty="0" smtClean="0">
                              <a:solidFill>
                                <a:srgbClr val="002060"/>
                              </a:solidFill>
                            </a:rPr>
                            <a:t>56</a:t>
                          </a:r>
                          <a:endParaRPr lang="en-US" sz="2800" b="0" dirty="0">
                            <a:solidFill>
                              <a:srgbClr val="002060"/>
                            </a:solidFill>
                          </a:endParaRPr>
                        </a:p>
                      </a:txBody>
                      <a:tcPr anchor="ctr"/>
                    </a:tc>
                    <a:tc>
                      <a:txBody>
                        <a:bodyPr/>
                        <a:lstStyle/>
                        <a:p>
                          <a:pPr algn="ctr"/>
                          <a:r>
                            <a:rPr lang="en-US" sz="2800" b="0" dirty="0" smtClean="0">
                              <a:solidFill>
                                <a:srgbClr val="002060"/>
                              </a:solidFill>
                            </a:rPr>
                            <a:t>45</a:t>
                          </a: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r>
                  <a:tr h="518770">
                    <a:tc>
                      <a:txBody>
                        <a:bodyPr/>
                        <a:lstStyle/>
                        <a:p>
                          <a:pPr algn="ctr"/>
                          <a:r>
                            <a:rPr lang="en-US" sz="2800" b="0" dirty="0" smtClean="0">
                              <a:solidFill>
                                <a:srgbClr val="002060"/>
                              </a:solidFill>
                            </a:rPr>
                            <a:t>60</a:t>
                          </a:r>
                          <a:endParaRPr lang="en-US" sz="2800" b="0" dirty="0">
                            <a:solidFill>
                              <a:srgbClr val="002060"/>
                            </a:solidFill>
                          </a:endParaRPr>
                        </a:p>
                      </a:txBody>
                      <a:tcPr anchor="ctr"/>
                    </a:tc>
                    <a:tc>
                      <a:txBody>
                        <a:bodyPr/>
                        <a:lstStyle/>
                        <a:p>
                          <a:pPr algn="ctr"/>
                          <a:r>
                            <a:rPr lang="en-US" sz="2800" b="0" dirty="0" smtClean="0">
                              <a:solidFill>
                                <a:srgbClr val="002060"/>
                              </a:solidFill>
                            </a:rPr>
                            <a:t>42</a:t>
                          </a: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r>
                  <a:tr h="518770">
                    <a:tc>
                      <a:txBody>
                        <a:bodyPr/>
                        <a:lstStyle/>
                        <a:p>
                          <a:pPr algn="ctr"/>
                          <a:r>
                            <a:rPr lang="en-US" sz="2800" b="0" dirty="0" smtClean="0">
                              <a:solidFill>
                                <a:srgbClr val="002060"/>
                              </a:solidFill>
                            </a:rPr>
                            <a:t>30</a:t>
                          </a:r>
                          <a:endParaRPr lang="en-US" sz="2800" b="0" dirty="0">
                            <a:solidFill>
                              <a:srgbClr val="002060"/>
                            </a:solidFill>
                          </a:endParaRPr>
                        </a:p>
                      </a:txBody>
                      <a:tcPr anchor="ctr"/>
                    </a:tc>
                    <a:tc>
                      <a:txBody>
                        <a:bodyPr/>
                        <a:lstStyle/>
                        <a:p>
                          <a:pPr algn="ctr"/>
                          <a:r>
                            <a:rPr lang="en-US" sz="2800" b="0" dirty="0" smtClean="0">
                              <a:solidFill>
                                <a:srgbClr val="002060"/>
                              </a:solidFill>
                            </a:rPr>
                            <a:t>20</a:t>
                          </a: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r>
                  <a:tr h="518770">
                    <a:tc>
                      <a:txBody>
                        <a:bodyPr/>
                        <a:lstStyle/>
                        <a:p>
                          <a:pPr algn="ctr"/>
                          <a:r>
                            <a:rPr lang="en-US" sz="2800" b="0" dirty="0" smtClean="0">
                              <a:solidFill>
                                <a:srgbClr val="002060"/>
                              </a:solidFill>
                            </a:rPr>
                            <a:t>36</a:t>
                          </a:r>
                          <a:endParaRPr lang="en-US" sz="2800" b="0" dirty="0">
                            <a:solidFill>
                              <a:srgbClr val="002060"/>
                            </a:solidFill>
                          </a:endParaRPr>
                        </a:p>
                      </a:txBody>
                      <a:tcPr anchor="ctr"/>
                    </a:tc>
                    <a:tc>
                      <a:txBody>
                        <a:bodyPr/>
                        <a:lstStyle/>
                        <a:p>
                          <a:pPr algn="ctr"/>
                          <a:r>
                            <a:rPr lang="en-US" sz="2800" b="0" dirty="0" smtClean="0">
                              <a:solidFill>
                                <a:srgbClr val="002060"/>
                              </a:solidFill>
                            </a:rPr>
                            <a:t>36</a:t>
                          </a:r>
                          <a:endParaRPr lang="en-US" sz="2800" b="0"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c>
                      <a:txBody>
                        <a:bodyPr/>
                        <a:lstStyle/>
                        <a:p>
                          <a:pPr algn="ctr"/>
                          <a:endParaRPr lang="en-US" sz="2800" b="1" dirty="0">
                            <a:solidFill>
                              <a:srgbClr val="002060"/>
                            </a:solidFill>
                          </a:endParaRPr>
                        </a:p>
                      </a:txBody>
                      <a:tcPr anchor="ctr"/>
                    </a:tc>
                  </a:tr>
                </a:tbl>
              </a:graphicData>
            </a:graphic>
          </p:graphicFrame>
        </mc:Fallback>
      </mc:AlternateContent>
      <p:sp>
        <p:nvSpPr>
          <p:cNvPr id="10" name="TextBox 9">
            <a:extLst>
              <a:ext uri="{FF2B5EF4-FFF2-40B4-BE49-F238E27FC236}">
                <a16:creationId xmlns:a16="http://schemas.microsoft.com/office/drawing/2014/main" id="{68622B1E-44A3-44A2-B1C1-8D969737DA50}"/>
              </a:ext>
            </a:extLst>
          </p:cNvPr>
          <p:cNvSpPr txBox="1"/>
          <p:nvPr/>
        </p:nvSpPr>
        <p:spPr>
          <a:xfrm>
            <a:off x="3398558" y="4932387"/>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1</a:t>
            </a:r>
            <a:endParaRPr lang="en-IN" sz="2800" b="1" dirty="0">
              <a:solidFill>
                <a:srgbClr val="002060"/>
              </a:solidFill>
            </a:endParaRPr>
          </a:p>
        </p:txBody>
      </p:sp>
      <p:sp>
        <p:nvSpPr>
          <p:cNvPr id="14" name="TextBox 13">
            <a:extLst>
              <a:ext uri="{FF2B5EF4-FFF2-40B4-BE49-F238E27FC236}">
                <a16:creationId xmlns:a16="http://schemas.microsoft.com/office/drawing/2014/main" id="{68622B1E-44A3-44A2-B1C1-8D969737DA50}"/>
              </a:ext>
            </a:extLst>
          </p:cNvPr>
          <p:cNvSpPr txBox="1"/>
          <p:nvPr/>
        </p:nvSpPr>
        <p:spPr>
          <a:xfrm>
            <a:off x="3249973" y="1821946"/>
            <a:ext cx="558807"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2.5</a:t>
            </a:r>
            <a:endParaRPr lang="en-IN" sz="2800" b="1" dirty="0">
              <a:solidFill>
                <a:srgbClr val="002060"/>
              </a:solidFill>
            </a:endParaRPr>
          </a:p>
        </p:txBody>
      </p:sp>
      <p:sp>
        <p:nvSpPr>
          <p:cNvPr id="16" name="TextBox 15">
            <a:extLst>
              <a:ext uri="{FF2B5EF4-FFF2-40B4-BE49-F238E27FC236}">
                <a16:creationId xmlns:a16="http://schemas.microsoft.com/office/drawing/2014/main" id="{68622B1E-44A3-44A2-B1C1-8D969737DA50}"/>
              </a:ext>
            </a:extLst>
          </p:cNvPr>
          <p:cNvSpPr txBox="1"/>
          <p:nvPr/>
        </p:nvSpPr>
        <p:spPr>
          <a:xfrm>
            <a:off x="3247214" y="4415859"/>
            <a:ext cx="558807"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2.5</a:t>
            </a:r>
            <a:endParaRPr lang="en-IN" sz="2800" b="1" dirty="0">
              <a:solidFill>
                <a:srgbClr val="002060"/>
              </a:solidFill>
            </a:endParaRPr>
          </a:p>
        </p:txBody>
      </p:sp>
      <p:sp>
        <p:nvSpPr>
          <p:cNvPr id="11" name="TextBox 10">
            <a:extLst>
              <a:ext uri="{FF2B5EF4-FFF2-40B4-BE49-F238E27FC236}">
                <a16:creationId xmlns:a16="http://schemas.microsoft.com/office/drawing/2014/main" id="{68622B1E-44A3-44A2-B1C1-8D969737DA50}"/>
              </a:ext>
            </a:extLst>
          </p:cNvPr>
          <p:cNvSpPr txBox="1"/>
          <p:nvPr/>
        </p:nvSpPr>
        <p:spPr>
          <a:xfrm>
            <a:off x="3398557" y="2846394"/>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4</a:t>
            </a:r>
            <a:endParaRPr lang="en-IN" sz="2800" b="1" dirty="0">
              <a:solidFill>
                <a:srgbClr val="002060"/>
              </a:solidFill>
            </a:endParaRPr>
          </a:p>
        </p:txBody>
      </p:sp>
      <p:sp>
        <p:nvSpPr>
          <p:cNvPr id="12" name="TextBox 11">
            <a:extLst>
              <a:ext uri="{FF2B5EF4-FFF2-40B4-BE49-F238E27FC236}">
                <a16:creationId xmlns:a16="http://schemas.microsoft.com/office/drawing/2014/main" id="{68622B1E-44A3-44A2-B1C1-8D969737DA50}"/>
              </a:ext>
            </a:extLst>
          </p:cNvPr>
          <p:cNvSpPr txBox="1"/>
          <p:nvPr/>
        </p:nvSpPr>
        <p:spPr>
          <a:xfrm>
            <a:off x="3255935" y="3362922"/>
            <a:ext cx="558807"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5.5</a:t>
            </a:r>
            <a:endParaRPr lang="en-IN" sz="2800" b="1" dirty="0">
              <a:solidFill>
                <a:srgbClr val="002060"/>
              </a:solidFill>
            </a:endParaRPr>
          </a:p>
        </p:txBody>
      </p:sp>
      <p:sp>
        <p:nvSpPr>
          <p:cNvPr id="13" name="TextBox 12">
            <a:extLst>
              <a:ext uri="{FF2B5EF4-FFF2-40B4-BE49-F238E27FC236}">
                <a16:creationId xmlns:a16="http://schemas.microsoft.com/office/drawing/2014/main" id="{68622B1E-44A3-44A2-B1C1-8D969737DA50}"/>
              </a:ext>
            </a:extLst>
          </p:cNvPr>
          <p:cNvSpPr txBox="1"/>
          <p:nvPr/>
        </p:nvSpPr>
        <p:spPr>
          <a:xfrm>
            <a:off x="3255935" y="1295995"/>
            <a:ext cx="558807"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5.5</a:t>
            </a:r>
            <a:endParaRPr lang="en-IN" sz="2800" b="1" dirty="0">
              <a:solidFill>
                <a:srgbClr val="002060"/>
              </a:solidFill>
            </a:endParaRPr>
          </a:p>
        </p:txBody>
      </p:sp>
      <p:sp>
        <p:nvSpPr>
          <p:cNvPr id="15" name="TextBox 14">
            <a:extLst>
              <a:ext uri="{FF2B5EF4-FFF2-40B4-BE49-F238E27FC236}">
                <a16:creationId xmlns:a16="http://schemas.microsoft.com/office/drawing/2014/main" id="{68622B1E-44A3-44A2-B1C1-8D969737DA50}"/>
              </a:ext>
            </a:extLst>
          </p:cNvPr>
          <p:cNvSpPr txBox="1"/>
          <p:nvPr/>
        </p:nvSpPr>
        <p:spPr>
          <a:xfrm>
            <a:off x="3389880" y="3886631"/>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7</a:t>
            </a:r>
            <a:endParaRPr lang="en-IN" sz="2800" b="1" dirty="0">
              <a:solidFill>
                <a:srgbClr val="002060"/>
              </a:solidFill>
            </a:endParaRPr>
          </a:p>
        </p:txBody>
      </p:sp>
      <p:sp>
        <p:nvSpPr>
          <p:cNvPr id="17" name="TextBox 16">
            <a:extLst>
              <a:ext uri="{FF2B5EF4-FFF2-40B4-BE49-F238E27FC236}">
                <a16:creationId xmlns:a16="http://schemas.microsoft.com/office/drawing/2014/main" id="{68622B1E-44A3-44A2-B1C1-8D969737DA50}"/>
              </a:ext>
            </a:extLst>
          </p:cNvPr>
          <p:cNvSpPr txBox="1"/>
          <p:nvPr/>
        </p:nvSpPr>
        <p:spPr>
          <a:xfrm>
            <a:off x="3402579" y="2342566"/>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8</a:t>
            </a:r>
            <a:endParaRPr lang="en-IN" sz="2800" b="1" dirty="0">
              <a:solidFill>
                <a:srgbClr val="002060"/>
              </a:solidFill>
            </a:endParaRPr>
          </a:p>
        </p:txBody>
      </p:sp>
      <p:sp>
        <p:nvSpPr>
          <p:cNvPr id="18" name="TextBox 17">
            <a:extLst>
              <a:ext uri="{FF2B5EF4-FFF2-40B4-BE49-F238E27FC236}">
                <a16:creationId xmlns:a16="http://schemas.microsoft.com/office/drawing/2014/main" id="{68622B1E-44A3-44A2-B1C1-8D969737DA50}"/>
              </a:ext>
            </a:extLst>
          </p:cNvPr>
          <p:cNvSpPr txBox="1"/>
          <p:nvPr/>
        </p:nvSpPr>
        <p:spPr>
          <a:xfrm>
            <a:off x="3389880" y="5970204"/>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9</a:t>
            </a:r>
            <a:endParaRPr lang="en-IN" sz="2800" b="1" dirty="0">
              <a:solidFill>
                <a:srgbClr val="002060"/>
              </a:solidFill>
            </a:endParaRPr>
          </a:p>
        </p:txBody>
      </p:sp>
      <p:sp>
        <p:nvSpPr>
          <p:cNvPr id="19" name="TextBox 18">
            <a:extLst>
              <a:ext uri="{FF2B5EF4-FFF2-40B4-BE49-F238E27FC236}">
                <a16:creationId xmlns:a16="http://schemas.microsoft.com/office/drawing/2014/main" id="{68622B1E-44A3-44A2-B1C1-8D969737DA50}"/>
              </a:ext>
            </a:extLst>
          </p:cNvPr>
          <p:cNvSpPr txBox="1"/>
          <p:nvPr/>
        </p:nvSpPr>
        <p:spPr>
          <a:xfrm>
            <a:off x="3307986" y="5463107"/>
            <a:ext cx="454612"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10</a:t>
            </a:r>
            <a:endParaRPr lang="en-IN" sz="2800" b="1" dirty="0">
              <a:solidFill>
                <a:srgbClr val="002060"/>
              </a:solidFill>
            </a:endParaRPr>
          </a:p>
        </p:txBody>
      </p:sp>
      <p:sp>
        <p:nvSpPr>
          <p:cNvPr id="20" name="TextBox 19">
            <a:extLst>
              <a:ext uri="{FF2B5EF4-FFF2-40B4-BE49-F238E27FC236}">
                <a16:creationId xmlns:a16="http://schemas.microsoft.com/office/drawing/2014/main" id="{68622B1E-44A3-44A2-B1C1-8D969737DA50}"/>
              </a:ext>
            </a:extLst>
          </p:cNvPr>
          <p:cNvSpPr txBox="1"/>
          <p:nvPr/>
        </p:nvSpPr>
        <p:spPr>
          <a:xfrm>
            <a:off x="4761918" y="4406573"/>
            <a:ext cx="273472"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1</a:t>
            </a:r>
            <a:endParaRPr lang="en-IN" sz="2800" b="1" dirty="0">
              <a:solidFill>
                <a:srgbClr val="002060"/>
              </a:solidFill>
            </a:endParaRPr>
          </a:p>
        </p:txBody>
      </p:sp>
      <p:sp>
        <p:nvSpPr>
          <p:cNvPr id="21" name="TextBox 20">
            <a:extLst>
              <a:ext uri="{FF2B5EF4-FFF2-40B4-BE49-F238E27FC236}">
                <a16:creationId xmlns:a16="http://schemas.microsoft.com/office/drawing/2014/main" id="{68622B1E-44A3-44A2-B1C1-8D969737DA50}"/>
              </a:ext>
            </a:extLst>
          </p:cNvPr>
          <p:cNvSpPr txBox="1"/>
          <p:nvPr/>
        </p:nvSpPr>
        <p:spPr>
          <a:xfrm>
            <a:off x="4774275" y="2853429"/>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2</a:t>
            </a:r>
            <a:endParaRPr lang="en-IN" sz="2800" b="1" dirty="0">
              <a:solidFill>
                <a:srgbClr val="002060"/>
              </a:solidFill>
            </a:endParaRPr>
          </a:p>
        </p:txBody>
      </p:sp>
      <p:sp>
        <p:nvSpPr>
          <p:cNvPr id="22" name="TextBox 21">
            <a:extLst>
              <a:ext uri="{FF2B5EF4-FFF2-40B4-BE49-F238E27FC236}">
                <a16:creationId xmlns:a16="http://schemas.microsoft.com/office/drawing/2014/main" id="{68622B1E-44A3-44A2-B1C1-8D969737DA50}"/>
              </a:ext>
            </a:extLst>
          </p:cNvPr>
          <p:cNvSpPr txBox="1"/>
          <p:nvPr/>
        </p:nvSpPr>
        <p:spPr>
          <a:xfrm>
            <a:off x="4761917" y="4932387"/>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3</a:t>
            </a:r>
            <a:endParaRPr lang="en-IN" sz="2800" b="1" dirty="0">
              <a:solidFill>
                <a:srgbClr val="002060"/>
              </a:solidFill>
            </a:endParaRPr>
          </a:p>
        </p:txBody>
      </p:sp>
      <p:sp>
        <p:nvSpPr>
          <p:cNvPr id="23" name="TextBox 22">
            <a:extLst>
              <a:ext uri="{FF2B5EF4-FFF2-40B4-BE49-F238E27FC236}">
                <a16:creationId xmlns:a16="http://schemas.microsoft.com/office/drawing/2014/main" id="{68622B1E-44A3-44A2-B1C1-8D969737DA50}"/>
              </a:ext>
            </a:extLst>
          </p:cNvPr>
          <p:cNvSpPr txBox="1"/>
          <p:nvPr/>
        </p:nvSpPr>
        <p:spPr>
          <a:xfrm>
            <a:off x="4761916" y="1295995"/>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4</a:t>
            </a:r>
            <a:endParaRPr lang="en-IN" sz="2800" b="1" dirty="0">
              <a:solidFill>
                <a:srgbClr val="002060"/>
              </a:solidFill>
            </a:endParaRPr>
          </a:p>
        </p:txBody>
      </p:sp>
      <p:sp>
        <p:nvSpPr>
          <p:cNvPr id="24" name="TextBox 23">
            <a:extLst>
              <a:ext uri="{FF2B5EF4-FFF2-40B4-BE49-F238E27FC236}">
                <a16:creationId xmlns:a16="http://schemas.microsoft.com/office/drawing/2014/main" id="{68622B1E-44A3-44A2-B1C1-8D969737DA50}"/>
              </a:ext>
            </a:extLst>
          </p:cNvPr>
          <p:cNvSpPr txBox="1"/>
          <p:nvPr/>
        </p:nvSpPr>
        <p:spPr>
          <a:xfrm>
            <a:off x="4768311" y="1812522"/>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6</a:t>
            </a:r>
            <a:endParaRPr lang="en-IN" sz="2800" b="1" dirty="0">
              <a:solidFill>
                <a:srgbClr val="002060"/>
              </a:solidFill>
            </a:endParaRPr>
          </a:p>
        </p:txBody>
      </p:sp>
      <p:sp>
        <p:nvSpPr>
          <p:cNvPr id="25" name="TextBox 24">
            <a:extLst>
              <a:ext uri="{FF2B5EF4-FFF2-40B4-BE49-F238E27FC236}">
                <a16:creationId xmlns:a16="http://schemas.microsoft.com/office/drawing/2014/main" id="{68622B1E-44A3-44A2-B1C1-8D969737DA50}"/>
              </a:ext>
            </a:extLst>
          </p:cNvPr>
          <p:cNvSpPr txBox="1"/>
          <p:nvPr/>
        </p:nvSpPr>
        <p:spPr>
          <a:xfrm>
            <a:off x="4761915" y="3371703"/>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6</a:t>
            </a:r>
            <a:endParaRPr lang="en-IN" sz="2800" b="1" dirty="0">
              <a:solidFill>
                <a:srgbClr val="002060"/>
              </a:solidFill>
            </a:endParaRPr>
          </a:p>
        </p:txBody>
      </p:sp>
      <p:sp>
        <p:nvSpPr>
          <p:cNvPr id="26" name="TextBox 25">
            <a:extLst>
              <a:ext uri="{FF2B5EF4-FFF2-40B4-BE49-F238E27FC236}">
                <a16:creationId xmlns:a16="http://schemas.microsoft.com/office/drawing/2014/main" id="{68622B1E-44A3-44A2-B1C1-8D969737DA50}"/>
              </a:ext>
            </a:extLst>
          </p:cNvPr>
          <p:cNvSpPr txBox="1"/>
          <p:nvPr/>
        </p:nvSpPr>
        <p:spPr>
          <a:xfrm>
            <a:off x="4761914" y="5967257"/>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6</a:t>
            </a:r>
            <a:endParaRPr lang="en-IN" sz="2800" b="1" dirty="0">
              <a:solidFill>
                <a:srgbClr val="002060"/>
              </a:solidFill>
            </a:endParaRPr>
          </a:p>
        </p:txBody>
      </p:sp>
      <p:sp>
        <p:nvSpPr>
          <p:cNvPr id="27" name="TextBox 26">
            <a:extLst>
              <a:ext uri="{FF2B5EF4-FFF2-40B4-BE49-F238E27FC236}">
                <a16:creationId xmlns:a16="http://schemas.microsoft.com/office/drawing/2014/main" id="{68622B1E-44A3-44A2-B1C1-8D969737DA50}"/>
              </a:ext>
            </a:extLst>
          </p:cNvPr>
          <p:cNvSpPr txBox="1"/>
          <p:nvPr/>
        </p:nvSpPr>
        <p:spPr>
          <a:xfrm>
            <a:off x="4761912" y="3893116"/>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8</a:t>
            </a:r>
            <a:endParaRPr lang="en-IN" sz="2800" b="1" dirty="0">
              <a:solidFill>
                <a:srgbClr val="002060"/>
              </a:solidFill>
            </a:endParaRPr>
          </a:p>
        </p:txBody>
      </p:sp>
      <p:sp>
        <p:nvSpPr>
          <p:cNvPr id="28" name="TextBox 27">
            <a:extLst>
              <a:ext uri="{FF2B5EF4-FFF2-40B4-BE49-F238E27FC236}">
                <a16:creationId xmlns:a16="http://schemas.microsoft.com/office/drawing/2014/main" id="{68622B1E-44A3-44A2-B1C1-8D969737DA50}"/>
              </a:ext>
            </a:extLst>
          </p:cNvPr>
          <p:cNvSpPr txBox="1"/>
          <p:nvPr/>
        </p:nvSpPr>
        <p:spPr>
          <a:xfrm>
            <a:off x="4768311" y="2340851"/>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9</a:t>
            </a:r>
            <a:endParaRPr lang="en-IN" sz="2800" b="1" dirty="0">
              <a:solidFill>
                <a:srgbClr val="002060"/>
              </a:solidFill>
            </a:endParaRPr>
          </a:p>
        </p:txBody>
      </p:sp>
      <p:sp>
        <p:nvSpPr>
          <p:cNvPr id="29" name="TextBox 28">
            <a:extLst>
              <a:ext uri="{FF2B5EF4-FFF2-40B4-BE49-F238E27FC236}">
                <a16:creationId xmlns:a16="http://schemas.microsoft.com/office/drawing/2014/main" id="{68622B1E-44A3-44A2-B1C1-8D969737DA50}"/>
              </a:ext>
            </a:extLst>
          </p:cNvPr>
          <p:cNvSpPr txBox="1"/>
          <p:nvPr/>
        </p:nvSpPr>
        <p:spPr>
          <a:xfrm>
            <a:off x="4677741" y="5448854"/>
            <a:ext cx="454612"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10</a:t>
            </a:r>
            <a:endParaRPr lang="en-IN" sz="2800" b="1" dirty="0">
              <a:solidFill>
                <a:srgbClr val="002060"/>
              </a:solidFill>
            </a:endParaRPr>
          </a:p>
        </p:txBody>
      </p:sp>
      <p:sp>
        <p:nvSpPr>
          <p:cNvPr id="30" name="TextBox 29">
            <a:extLst>
              <a:ext uri="{FF2B5EF4-FFF2-40B4-BE49-F238E27FC236}">
                <a16:creationId xmlns:a16="http://schemas.microsoft.com/office/drawing/2014/main" id="{68622B1E-44A3-44A2-B1C1-8D969737DA50}"/>
              </a:ext>
            </a:extLst>
          </p:cNvPr>
          <p:cNvSpPr txBox="1"/>
          <p:nvPr/>
        </p:nvSpPr>
        <p:spPr>
          <a:xfrm>
            <a:off x="6140706" y="1297710"/>
            <a:ext cx="558807"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1.5</a:t>
            </a:r>
            <a:endParaRPr lang="en-IN" sz="2800" b="1" dirty="0">
              <a:solidFill>
                <a:srgbClr val="002060"/>
              </a:solidFill>
            </a:endParaRPr>
          </a:p>
        </p:txBody>
      </p:sp>
      <p:sp>
        <p:nvSpPr>
          <p:cNvPr id="31" name="TextBox 30">
            <a:extLst>
              <a:ext uri="{FF2B5EF4-FFF2-40B4-BE49-F238E27FC236}">
                <a16:creationId xmlns:a16="http://schemas.microsoft.com/office/drawing/2014/main" id="{68622B1E-44A3-44A2-B1C1-8D969737DA50}"/>
              </a:ext>
            </a:extLst>
          </p:cNvPr>
          <p:cNvSpPr txBox="1"/>
          <p:nvPr/>
        </p:nvSpPr>
        <p:spPr>
          <a:xfrm>
            <a:off x="6074969" y="1812522"/>
            <a:ext cx="688651"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-3.5</a:t>
            </a:r>
            <a:endParaRPr lang="en-IN" sz="2800" b="1" dirty="0">
              <a:solidFill>
                <a:srgbClr val="002060"/>
              </a:solidFill>
            </a:endParaRPr>
          </a:p>
        </p:txBody>
      </p:sp>
      <p:sp>
        <p:nvSpPr>
          <p:cNvPr id="32" name="TextBox 31">
            <a:extLst>
              <a:ext uri="{FF2B5EF4-FFF2-40B4-BE49-F238E27FC236}">
                <a16:creationId xmlns:a16="http://schemas.microsoft.com/office/drawing/2014/main" id="{68622B1E-44A3-44A2-B1C1-8D969737DA50}"/>
              </a:ext>
            </a:extLst>
          </p:cNvPr>
          <p:cNvSpPr txBox="1"/>
          <p:nvPr/>
        </p:nvSpPr>
        <p:spPr>
          <a:xfrm>
            <a:off x="6217636" y="2336480"/>
            <a:ext cx="403316"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-1</a:t>
            </a:r>
            <a:endParaRPr lang="en-IN" sz="2800" b="1" dirty="0">
              <a:solidFill>
                <a:srgbClr val="002060"/>
              </a:solidFill>
            </a:endParaRPr>
          </a:p>
        </p:txBody>
      </p:sp>
      <p:sp>
        <p:nvSpPr>
          <p:cNvPr id="33" name="TextBox 32">
            <a:extLst>
              <a:ext uri="{FF2B5EF4-FFF2-40B4-BE49-F238E27FC236}">
                <a16:creationId xmlns:a16="http://schemas.microsoft.com/office/drawing/2014/main" id="{68622B1E-44A3-44A2-B1C1-8D969737DA50}"/>
              </a:ext>
            </a:extLst>
          </p:cNvPr>
          <p:cNvSpPr txBox="1"/>
          <p:nvPr/>
        </p:nvSpPr>
        <p:spPr>
          <a:xfrm>
            <a:off x="6282557" y="2860438"/>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2</a:t>
            </a:r>
            <a:endParaRPr lang="en-IN" sz="2800" b="1" dirty="0">
              <a:solidFill>
                <a:srgbClr val="002060"/>
              </a:solidFill>
            </a:endParaRPr>
          </a:p>
        </p:txBody>
      </p:sp>
      <p:sp>
        <p:nvSpPr>
          <p:cNvPr id="34" name="TextBox 33">
            <a:extLst>
              <a:ext uri="{FF2B5EF4-FFF2-40B4-BE49-F238E27FC236}">
                <a16:creationId xmlns:a16="http://schemas.microsoft.com/office/drawing/2014/main" id="{68622B1E-44A3-44A2-B1C1-8D969737DA50}"/>
              </a:ext>
            </a:extLst>
          </p:cNvPr>
          <p:cNvSpPr txBox="1"/>
          <p:nvPr/>
        </p:nvSpPr>
        <p:spPr>
          <a:xfrm>
            <a:off x="6074967" y="3371301"/>
            <a:ext cx="688651"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-0.5</a:t>
            </a:r>
            <a:endParaRPr lang="en-IN" sz="2800" b="1" dirty="0">
              <a:solidFill>
                <a:srgbClr val="002060"/>
              </a:solidFill>
            </a:endParaRPr>
          </a:p>
        </p:txBody>
      </p:sp>
      <p:sp>
        <p:nvSpPr>
          <p:cNvPr id="35" name="TextBox 34">
            <a:extLst>
              <a:ext uri="{FF2B5EF4-FFF2-40B4-BE49-F238E27FC236}">
                <a16:creationId xmlns:a16="http://schemas.microsoft.com/office/drawing/2014/main" id="{68622B1E-44A3-44A2-B1C1-8D969737DA50}"/>
              </a:ext>
            </a:extLst>
          </p:cNvPr>
          <p:cNvSpPr txBox="1"/>
          <p:nvPr/>
        </p:nvSpPr>
        <p:spPr>
          <a:xfrm>
            <a:off x="6217634" y="3893116"/>
            <a:ext cx="403316"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-1</a:t>
            </a:r>
            <a:endParaRPr lang="en-IN" sz="2800" b="1" dirty="0">
              <a:solidFill>
                <a:srgbClr val="002060"/>
              </a:solidFill>
            </a:endParaRPr>
          </a:p>
        </p:txBody>
      </p:sp>
      <p:sp>
        <p:nvSpPr>
          <p:cNvPr id="36" name="TextBox 35">
            <a:extLst>
              <a:ext uri="{FF2B5EF4-FFF2-40B4-BE49-F238E27FC236}">
                <a16:creationId xmlns:a16="http://schemas.microsoft.com/office/drawing/2014/main" id="{68622B1E-44A3-44A2-B1C1-8D969737DA50}"/>
              </a:ext>
            </a:extLst>
          </p:cNvPr>
          <p:cNvSpPr txBox="1"/>
          <p:nvPr/>
        </p:nvSpPr>
        <p:spPr>
          <a:xfrm>
            <a:off x="6140706" y="4402574"/>
            <a:ext cx="558807"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1.5</a:t>
            </a:r>
            <a:endParaRPr lang="en-IN" sz="2800" b="1" dirty="0">
              <a:solidFill>
                <a:srgbClr val="002060"/>
              </a:solidFill>
            </a:endParaRPr>
          </a:p>
        </p:txBody>
      </p:sp>
      <p:sp>
        <p:nvSpPr>
          <p:cNvPr id="37" name="TextBox 36">
            <a:extLst>
              <a:ext uri="{FF2B5EF4-FFF2-40B4-BE49-F238E27FC236}">
                <a16:creationId xmlns:a16="http://schemas.microsoft.com/office/drawing/2014/main" id="{68622B1E-44A3-44A2-B1C1-8D969737DA50}"/>
              </a:ext>
            </a:extLst>
          </p:cNvPr>
          <p:cNvSpPr txBox="1"/>
          <p:nvPr/>
        </p:nvSpPr>
        <p:spPr>
          <a:xfrm>
            <a:off x="6207867" y="4927530"/>
            <a:ext cx="403316"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-2</a:t>
            </a:r>
            <a:endParaRPr lang="en-IN" sz="2800" b="1" dirty="0">
              <a:solidFill>
                <a:srgbClr val="002060"/>
              </a:solidFill>
            </a:endParaRPr>
          </a:p>
        </p:txBody>
      </p:sp>
      <p:sp>
        <p:nvSpPr>
          <p:cNvPr id="38" name="TextBox 37">
            <a:extLst>
              <a:ext uri="{FF2B5EF4-FFF2-40B4-BE49-F238E27FC236}">
                <a16:creationId xmlns:a16="http://schemas.microsoft.com/office/drawing/2014/main" id="{68622B1E-44A3-44A2-B1C1-8D969737DA50}"/>
              </a:ext>
            </a:extLst>
          </p:cNvPr>
          <p:cNvSpPr txBox="1"/>
          <p:nvPr/>
        </p:nvSpPr>
        <p:spPr>
          <a:xfrm>
            <a:off x="6276402" y="5450750"/>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0</a:t>
            </a:r>
            <a:endParaRPr lang="en-IN" sz="2800" b="1" dirty="0">
              <a:solidFill>
                <a:srgbClr val="002060"/>
              </a:solidFill>
            </a:endParaRPr>
          </a:p>
        </p:txBody>
      </p:sp>
      <p:sp>
        <p:nvSpPr>
          <p:cNvPr id="39" name="TextBox 38">
            <a:extLst>
              <a:ext uri="{FF2B5EF4-FFF2-40B4-BE49-F238E27FC236}">
                <a16:creationId xmlns:a16="http://schemas.microsoft.com/office/drawing/2014/main" id="{68622B1E-44A3-44A2-B1C1-8D969737DA50}"/>
              </a:ext>
            </a:extLst>
          </p:cNvPr>
          <p:cNvSpPr txBox="1"/>
          <p:nvPr/>
        </p:nvSpPr>
        <p:spPr>
          <a:xfrm>
            <a:off x="6282555" y="5967257"/>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3</a:t>
            </a:r>
            <a:endParaRPr lang="en-IN" sz="2800" b="1" dirty="0">
              <a:solidFill>
                <a:srgbClr val="002060"/>
              </a:solidFill>
            </a:endParaRPr>
          </a:p>
        </p:txBody>
      </p:sp>
      <p:sp>
        <p:nvSpPr>
          <p:cNvPr id="40" name="TextBox 39">
            <a:extLst>
              <a:ext uri="{FF2B5EF4-FFF2-40B4-BE49-F238E27FC236}">
                <a16:creationId xmlns:a16="http://schemas.microsoft.com/office/drawing/2014/main" id="{68622B1E-44A3-44A2-B1C1-8D969737DA50}"/>
              </a:ext>
            </a:extLst>
          </p:cNvPr>
          <p:cNvSpPr txBox="1"/>
          <p:nvPr/>
        </p:nvSpPr>
        <p:spPr>
          <a:xfrm>
            <a:off x="7785257" y="1301659"/>
            <a:ext cx="739947"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2.25</a:t>
            </a:r>
            <a:endParaRPr lang="en-IN" sz="2800" b="1" dirty="0">
              <a:solidFill>
                <a:srgbClr val="002060"/>
              </a:solidFill>
            </a:endParaRPr>
          </a:p>
        </p:txBody>
      </p:sp>
      <p:sp>
        <p:nvSpPr>
          <p:cNvPr id="41" name="TextBox 40">
            <a:extLst>
              <a:ext uri="{FF2B5EF4-FFF2-40B4-BE49-F238E27FC236}">
                <a16:creationId xmlns:a16="http://schemas.microsoft.com/office/drawing/2014/main" id="{68622B1E-44A3-44A2-B1C1-8D969737DA50}"/>
              </a:ext>
            </a:extLst>
          </p:cNvPr>
          <p:cNvSpPr txBox="1"/>
          <p:nvPr/>
        </p:nvSpPr>
        <p:spPr>
          <a:xfrm>
            <a:off x="7693873" y="1816471"/>
            <a:ext cx="921086"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12.25</a:t>
            </a:r>
            <a:endParaRPr lang="en-IN" sz="2800" b="1" dirty="0">
              <a:solidFill>
                <a:srgbClr val="002060"/>
              </a:solidFill>
            </a:endParaRPr>
          </a:p>
        </p:txBody>
      </p:sp>
      <p:sp>
        <p:nvSpPr>
          <p:cNvPr id="44" name="TextBox 43">
            <a:extLst>
              <a:ext uri="{FF2B5EF4-FFF2-40B4-BE49-F238E27FC236}">
                <a16:creationId xmlns:a16="http://schemas.microsoft.com/office/drawing/2014/main" id="{68622B1E-44A3-44A2-B1C1-8D969737DA50}"/>
              </a:ext>
            </a:extLst>
          </p:cNvPr>
          <p:cNvSpPr txBox="1"/>
          <p:nvPr/>
        </p:nvSpPr>
        <p:spPr>
          <a:xfrm>
            <a:off x="8017679" y="2340429"/>
            <a:ext cx="273472"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1</a:t>
            </a:r>
            <a:endParaRPr lang="en-IN" sz="2800" b="1" dirty="0">
              <a:solidFill>
                <a:srgbClr val="002060"/>
              </a:solidFill>
            </a:endParaRPr>
          </a:p>
        </p:txBody>
      </p:sp>
      <p:sp>
        <p:nvSpPr>
          <p:cNvPr id="45" name="TextBox 44">
            <a:extLst>
              <a:ext uri="{FF2B5EF4-FFF2-40B4-BE49-F238E27FC236}">
                <a16:creationId xmlns:a16="http://schemas.microsoft.com/office/drawing/2014/main" id="{68622B1E-44A3-44A2-B1C1-8D969737DA50}"/>
              </a:ext>
            </a:extLst>
          </p:cNvPr>
          <p:cNvSpPr txBox="1"/>
          <p:nvPr/>
        </p:nvSpPr>
        <p:spPr>
          <a:xfrm>
            <a:off x="8017678" y="2864387"/>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4</a:t>
            </a:r>
            <a:endParaRPr lang="en-IN" sz="2800" b="1" dirty="0">
              <a:solidFill>
                <a:srgbClr val="002060"/>
              </a:solidFill>
            </a:endParaRPr>
          </a:p>
        </p:txBody>
      </p:sp>
      <p:sp>
        <p:nvSpPr>
          <p:cNvPr id="46" name="TextBox 45">
            <a:extLst>
              <a:ext uri="{FF2B5EF4-FFF2-40B4-BE49-F238E27FC236}">
                <a16:creationId xmlns:a16="http://schemas.microsoft.com/office/drawing/2014/main" id="{68622B1E-44A3-44A2-B1C1-8D969737DA50}"/>
              </a:ext>
            </a:extLst>
          </p:cNvPr>
          <p:cNvSpPr txBox="1"/>
          <p:nvPr/>
        </p:nvSpPr>
        <p:spPr>
          <a:xfrm>
            <a:off x="7784440" y="3375250"/>
            <a:ext cx="739947"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0.25</a:t>
            </a:r>
            <a:endParaRPr lang="en-IN" sz="2800" b="1" dirty="0">
              <a:solidFill>
                <a:srgbClr val="002060"/>
              </a:solidFill>
            </a:endParaRPr>
          </a:p>
        </p:txBody>
      </p:sp>
      <p:sp>
        <p:nvSpPr>
          <p:cNvPr id="47" name="TextBox 46">
            <a:extLst>
              <a:ext uri="{FF2B5EF4-FFF2-40B4-BE49-F238E27FC236}">
                <a16:creationId xmlns:a16="http://schemas.microsoft.com/office/drawing/2014/main" id="{68622B1E-44A3-44A2-B1C1-8D969737DA50}"/>
              </a:ext>
            </a:extLst>
          </p:cNvPr>
          <p:cNvSpPr txBox="1"/>
          <p:nvPr/>
        </p:nvSpPr>
        <p:spPr>
          <a:xfrm>
            <a:off x="8017677" y="3897065"/>
            <a:ext cx="273472"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1</a:t>
            </a:r>
            <a:endParaRPr lang="en-IN" sz="2800" b="1" dirty="0">
              <a:solidFill>
                <a:srgbClr val="002060"/>
              </a:solidFill>
            </a:endParaRPr>
          </a:p>
        </p:txBody>
      </p:sp>
      <p:sp>
        <p:nvSpPr>
          <p:cNvPr id="48" name="TextBox 47">
            <a:extLst>
              <a:ext uri="{FF2B5EF4-FFF2-40B4-BE49-F238E27FC236}">
                <a16:creationId xmlns:a16="http://schemas.microsoft.com/office/drawing/2014/main" id="{68622B1E-44A3-44A2-B1C1-8D969737DA50}"/>
              </a:ext>
            </a:extLst>
          </p:cNvPr>
          <p:cNvSpPr txBox="1"/>
          <p:nvPr/>
        </p:nvSpPr>
        <p:spPr>
          <a:xfrm>
            <a:off x="7785257" y="4406523"/>
            <a:ext cx="739947"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2.25</a:t>
            </a:r>
            <a:endParaRPr lang="en-IN" sz="2800" b="1" dirty="0">
              <a:solidFill>
                <a:srgbClr val="002060"/>
              </a:solidFill>
            </a:endParaRPr>
          </a:p>
        </p:txBody>
      </p:sp>
      <p:sp>
        <p:nvSpPr>
          <p:cNvPr id="49" name="TextBox 48">
            <a:extLst>
              <a:ext uri="{FF2B5EF4-FFF2-40B4-BE49-F238E27FC236}">
                <a16:creationId xmlns:a16="http://schemas.microsoft.com/office/drawing/2014/main" id="{68622B1E-44A3-44A2-B1C1-8D969737DA50}"/>
              </a:ext>
            </a:extLst>
          </p:cNvPr>
          <p:cNvSpPr txBox="1"/>
          <p:nvPr/>
        </p:nvSpPr>
        <p:spPr>
          <a:xfrm>
            <a:off x="8007909" y="4931479"/>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4</a:t>
            </a:r>
            <a:endParaRPr lang="en-IN" sz="2800" b="1" dirty="0">
              <a:solidFill>
                <a:srgbClr val="002060"/>
              </a:solidFill>
            </a:endParaRPr>
          </a:p>
        </p:txBody>
      </p:sp>
      <p:sp>
        <p:nvSpPr>
          <p:cNvPr id="50" name="TextBox 49">
            <a:extLst>
              <a:ext uri="{FF2B5EF4-FFF2-40B4-BE49-F238E27FC236}">
                <a16:creationId xmlns:a16="http://schemas.microsoft.com/office/drawing/2014/main" id="{68622B1E-44A3-44A2-B1C1-8D969737DA50}"/>
              </a:ext>
            </a:extLst>
          </p:cNvPr>
          <p:cNvSpPr txBox="1"/>
          <p:nvPr/>
        </p:nvSpPr>
        <p:spPr>
          <a:xfrm>
            <a:off x="8011523" y="5454699"/>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0</a:t>
            </a:r>
            <a:endParaRPr lang="en-IN" sz="2800" b="1" dirty="0">
              <a:solidFill>
                <a:srgbClr val="002060"/>
              </a:solidFill>
            </a:endParaRPr>
          </a:p>
        </p:txBody>
      </p:sp>
      <p:sp>
        <p:nvSpPr>
          <p:cNvPr id="51" name="TextBox 50">
            <a:extLst>
              <a:ext uri="{FF2B5EF4-FFF2-40B4-BE49-F238E27FC236}">
                <a16:creationId xmlns:a16="http://schemas.microsoft.com/office/drawing/2014/main" id="{68622B1E-44A3-44A2-B1C1-8D969737DA50}"/>
              </a:ext>
            </a:extLst>
          </p:cNvPr>
          <p:cNvSpPr txBox="1"/>
          <p:nvPr/>
        </p:nvSpPr>
        <p:spPr>
          <a:xfrm>
            <a:off x="8017676" y="5971206"/>
            <a:ext cx="273473" cy="523220"/>
          </a:xfrm>
          <a:prstGeom prst="rect">
            <a:avLst/>
          </a:prstGeom>
          <a:noFill/>
        </p:spPr>
        <p:txBody>
          <a:bodyPr wrap="none" lIns="45720" tIns="45720" rIns="45720" bIns="45720" anchor="ctr" anchorCtr="1">
            <a:spAutoFit/>
          </a:bodyPr>
          <a:lstStyle/>
          <a:p>
            <a:pPr algn="ctr"/>
            <a:r>
              <a:rPr lang="en-US" sz="2800" b="1" dirty="0">
                <a:solidFill>
                  <a:srgbClr val="002060"/>
                </a:solidFill>
                <a:latin typeface="+mj-lt"/>
              </a:rPr>
              <a:t>9</a:t>
            </a:r>
            <a:endParaRPr lang="en-IN" sz="2800" b="1" dirty="0">
              <a:solidFill>
                <a:srgbClr val="002060"/>
              </a:solidFill>
            </a:endParaRPr>
          </a:p>
        </p:txBody>
      </p:sp>
      <mc:AlternateContent xmlns:mc="http://schemas.openxmlformats.org/markup-compatibility/2006" xmlns:a14="http://schemas.microsoft.com/office/drawing/2010/main">
        <mc:Choice Requires="a14">
          <p:graphicFrame>
            <p:nvGraphicFramePr>
              <p:cNvPr id="52" name="Table 51"/>
              <p:cNvGraphicFramePr>
                <a:graphicFrameLocks noGrp="1"/>
              </p:cNvGraphicFramePr>
              <p:nvPr/>
            </p:nvGraphicFramePr>
            <p:xfrm>
              <a:off x="9117227" y="5365765"/>
              <a:ext cx="3017520" cy="1124712"/>
            </p:xfrm>
            <a:graphic>
              <a:graphicData uri="http://schemas.openxmlformats.org/drawingml/2006/table">
                <a:tbl>
                  <a:tblPr firstRow="1" bandRow="1">
                    <a:tableStyleId>{93296810-A885-4BE3-A3E7-6D5BEEA58F35}</a:tableStyleId>
                  </a:tblPr>
                  <a:tblGrid>
                    <a:gridCol w="3017520">
                      <a:extLst>
                        <a:ext uri="{9D8B030D-6E8A-4147-A177-3AD203B41FA5}">
                          <a16:colId xmlns:a16="http://schemas.microsoft.com/office/drawing/2014/main" val="20000"/>
                        </a:ext>
                      </a:extLst>
                    </a:gridCol>
                  </a:tblGrid>
                  <a:tr h="515422">
                    <a:tc>
                      <a:txBody>
                        <a:bodyPr/>
                        <a:lstStyle/>
                        <a:p>
                          <a:pPr algn="ctr"/>
                          <a14:m>
                            <m:oMathPara xmlns:m="http://schemas.openxmlformats.org/officeDocument/2006/math">
                              <m:oMathParaPr>
                                <m:jc m:val="centerGroup"/>
                              </m:oMathParaPr>
                              <m:oMath xmlns:m="http://schemas.openxmlformats.org/officeDocument/2006/math">
                                <m:nary>
                                  <m:naryPr>
                                    <m:chr m:val="∑"/>
                                    <m:subHide m:val="on"/>
                                    <m:supHide m:val="on"/>
                                    <m:ctrlPr>
                                      <a:rPr lang="en-US" sz="2800" i="1" smtClean="0">
                                        <a:solidFill>
                                          <a:schemeClr val="bg2"/>
                                        </a:solidFill>
                                        <a:latin typeface="Cambria Math" panose="02040503050406030204" pitchFamily="18" charset="0"/>
                                      </a:rPr>
                                    </m:ctrlPr>
                                  </m:naryPr>
                                  <m:sub/>
                                  <m:sup/>
                                  <m:e>
                                    <m:d>
                                      <m:dPr>
                                        <m:ctrlPr>
                                          <a:rPr lang="en-US" sz="2800" i="1">
                                            <a:solidFill>
                                              <a:schemeClr val="bg2"/>
                                            </a:solidFill>
                                            <a:latin typeface="Cambria Math" panose="02040503050406030204" pitchFamily="18" charset="0"/>
                                          </a:rPr>
                                        </m:ctrlPr>
                                      </m:dPr>
                                      <m:e>
                                        <m:sSup>
                                          <m:sSupPr>
                                            <m:ctrlPr>
                                              <a:rPr lang="en-US" sz="2800" b="0" i="1" smtClean="0">
                                                <a:solidFill>
                                                  <a:schemeClr val="bg2"/>
                                                </a:solidFill>
                                                <a:latin typeface="Cambria Math" panose="02040503050406030204" pitchFamily="18" charset="0"/>
                                              </a:rPr>
                                            </m:ctrlPr>
                                          </m:sSupPr>
                                          <m:e>
                                            <m:r>
                                              <m:rPr>
                                                <m:sty m:val="p"/>
                                              </m:rPr>
                                              <a:rPr lang="en-US" sz="2800" b="0" i="0" smtClean="0">
                                                <a:solidFill>
                                                  <a:schemeClr val="bg2"/>
                                                </a:solidFill>
                                                <a:latin typeface="Cambria Math" panose="02040503050406030204" pitchFamily="18" charset="0"/>
                                              </a:rPr>
                                              <m:t>d</m:t>
                                            </m:r>
                                          </m:e>
                                          <m:sup>
                                            <m:r>
                                              <a:rPr lang="en-US" sz="2800" b="0" i="0" smtClean="0">
                                                <a:solidFill>
                                                  <a:schemeClr val="bg2"/>
                                                </a:solidFill>
                                                <a:latin typeface="Cambria Math" panose="02040503050406030204" pitchFamily="18" charset="0"/>
                                              </a:rPr>
                                              <m:t>2</m:t>
                                            </m:r>
                                          </m:sup>
                                        </m:sSup>
                                      </m:e>
                                    </m:d>
                                  </m:e>
                                </m:nary>
                                <m:r>
                                  <a:rPr lang="en-US" sz="2800" b="0" i="1" smtClean="0">
                                    <a:solidFill>
                                      <a:schemeClr val="bg2"/>
                                    </a:solidFill>
                                    <a:latin typeface="Cambria Math" panose="02040503050406030204" pitchFamily="18" charset="0"/>
                                  </a:rPr>
                                  <m:t>=36</m:t>
                                </m:r>
                              </m:oMath>
                            </m:oMathPara>
                          </a14:m>
                          <a:endParaRPr lang="en-US" sz="2800" i="0" dirty="0">
                            <a:solidFill>
                              <a:schemeClr val="bg2"/>
                            </a:solidFill>
                          </a:endParaRPr>
                        </a:p>
                      </a:txBody>
                      <a:tcPr anchor="ctr"/>
                    </a:tc>
                    <a:extLst>
                      <a:ext uri="{0D108BD9-81ED-4DB2-BD59-A6C34878D82A}">
                        <a16:rowId xmlns:a16="http://schemas.microsoft.com/office/drawing/2014/main" val="10000"/>
                      </a:ext>
                    </a:extLst>
                  </a:tr>
                </a:tbl>
              </a:graphicData>
            </a:graphic>
          </p:graphicFrame>
        </mc:Choice>
        <mc:Fallback xmlns="">
          <p:graphicFrame>
            <p:nvGraphicFramePr>
              <p:cNvPr id="52" name="Table 51"/>
              <p:cNvGraphicFramePr>
                <a:graphicFrameLocks noGrp="1"/>
              </p:cNvGraphicFramePr>
              <p:nvPr>
                <p:extLst/>
              </p:nvPr>
            </p:nvGraphicFramePr>
            <p:xfrm>
              <a:off x="9117227" y="5365765"/>
              <a:ext cx="3017520" cy="1124712"/>
            </p:xfrm>
            <a:graphic>
              <a:graphicData uri="http://schemas.openxmlformats.org/drawingml/2006/table">
                <a:tbl>
                  <a:tblPr firstRow="1" bandRow="1">
                    <a:tableStyleId>{93296810-A885-4BE3-A3E7-6D5BEEA58F35}</a:tableStyleId>
                  </a:tblPr>
                  <a:tblGrid>
                    <a:gridCol w="3017520"/>
                  </a:tblGrid>
                  <a:tr h="1124712">
                    <a:tc>
                      <a:txBody>
                        <a:bodyPr/>
                        <a:lstStyle/>
                        <a:p>
                          <a:endParaRPr lang="en-US"/>
                        </a:p>
                      </a:txBody>
                      <a:tcPr anchor="ctr">
                        <a:blipFill rotWithShape="0">
                          <a:blip r:embed="rId3"/>
                          <a:stretch>
                            <a:fillRect l="-202" t="-541" r="-806" b="-2162"/>
                          </a:stretch>
                        </a:blipFill>
                      </a:tcPr>
                    </a:tc>
                  </a:tr>
                </a:tbl>
              </a:graphicData>
            </a:graphic>
          </p:graphicFrame>
        </mc:Fallback>
      </mc:AlternateContent>
    </p:spTree>
    <p:extLst>
      <p:ext uri="{BB962C8B-B14F-4D97-AF65-F5344CB8AC3E}">
        <p14:creationId xmlns:p14="http://schemas.microsoft.com/office/powerpoint/2010/main" val="3056064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4"/>
                                        </p:tgtEl>
                                        <p:attrNameLst>
                                          <p:attrName>style.visibility</p:attrName>
                                        </p:attrNameLst>
                                      </p:cBhvr>
                                      <p:to>
                                        <p:strVal val="visible"/>
                                      </p:to>
                                    </p:set>
                                  </p:childTnLst>
                                </p:cTn>
                              </p:par>
                            </p:childTnLst>
                          </p:cTn>
                        </p:par>
                        <p:par>
                          <p:cTn id="55" fill="hold">
                            <p:stCondLst>
                              <p:cond delay="0"/>
                            </p:stCondLst>
                            <p:childTnLst>
                              <p:par>
                                <p:cTn id="56" presetID="1" presetClass="entr" presetSubtype="0" fill="hold" grpId="0" nodeType="afterEffect">
                                  <p:stCondLst>
                                    <p:cond delay="0"/>
                                  </p:stCondLst>
                                  <p:childTnLst>
                                    <p:set>
                                      <p:cBhvr>
                                        <p:cTn id="57" dur="1" fill="hold">
                                          <p:stCondLst>
                                            <p:cond delay="0"/>
                                          </p:stCondLst>
                                        </p:cTn>
                                        <p:tgtEl>
                                          <p:spTgt spid="45"/>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46"/>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47"/>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48"/>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49"/>
                                        </p:tgtEl>
                                        <p:attrNameLst>
                                          <p:attrName>style.visibility</p:attrName>
                                        </p:attrNameLst>
                                      </p:cBhvr>
                                      <p:to>
                                        <p:strVal val="visible"/>
                                      </p:to>
                                    </p:set>
                                  </p:childTnLst>
                                </p:cTn>
                              </p:par>
                            </p:childTnLst>
                          </p:cTn>
                        </p:par>
                        <p:par>
                          <p:cTn id="74" fill="hold">
                            <p:stCondLst>
                              <p:cond delay="0"/>
                            </p:stCondLst>
                            <p:childTnLst>
                              <p:par>
                                <p:cTn id="75" presetID="1" presetClass="entr" presetSubtype="0" fill="hold" grpId="0" nodeType="afterEffect">
                                  <p:stCondLst>
                                    <p:cond delay="0"/>
                                  </p:stCondLst>
                                  <p:childTnLst>
                                    <p:set>
                                      <p:cBhvr>
                                        <p:cTn id="76" dur="1" fill="hold">
                                          <p:stCondLst>
                                            <p:cond delay="0"/>
                                          </p:stCondLst>
                                        </p:cTn>
                                        <p:tgtEl>
                                          <p:spTgt spid="50"/>
                                        </p:tgtEl>
                                        <p:attrNameLst>
                                          <p:attrName>style.visibility</p:attrName>
                                        </p:attrNameLst>
                                      </p:cBhvr>
                                      <p:to>
                                        <p:strVal val="visible"/>
                                      </p:to>
                                    </p:set>
                                  </p:childTnLst>
                                </p:cTn>
                              </p:par>
                            </p:childTnLst>
                          </p:cTn>
                        </p:par>
                        <p:par>
                          <p:cTn id="77" fill="hold">
                            <p:stCondLst>
                              <p:cond delay="0"/>
                            </p:stCondLst>
                            <p:childTnLst>
                              <p:par>
                                <p:cTn id="78" presetID="1" presetClass="entr" presetSubtype="0" fill="hold" grpId="0" nodeType="afterEffect">
                                  <p:stCondLst>
                                    <p:cond delay="0"/>
                                  </p:stCondLst>
                                  <p:childTnLst>
                                    <p:set>
                                      <p:cBhvr>
                                        <p:cTn id="79" dur="1" fill="hold">
                                          <p:stCondLst>
                                            <p:cond delay="0"/>
                                          </p:stCondLst>
                                        </p:cTn>
                                        <p:tgtEl>
                                          <p:spTgt spid="51"/>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clickEffect">
                                  <p:stCondLst>
                                    <p:cond delay="0"/>
                                  </p:stCondLst>
                                  <p:childTnLst>
                                    <p:set>
                                      <p:cBhvr>
                                        <p:cTn id="83"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p:bldP spid="32" grpId="0"/>
      <p:bldP spid="33" grpId="0"/>
      <p:bldP spid="34" grpId="0"/>
      <p:bldP spid="35" grpId="0"/>
      <p:bldP spid="36" grpId="0"/>
      <p:bldP spid="37" grpId="0"/>
      <p:bldP spid="38" grpId="0"/>
      <p:bldP spid="39" grpId="0"/>
      <p:bldP spid="40" grpId="0"/>
      <p:bldP spid="41" grpId="0"/>
      <p:bldP spid="44" grpId="0"/>
      <p:bldP spid="45" grpId="0"/>
      <p:bldP spid="46" grpId="0"/>
      <p:bldP spid="47" grpId="0"/>
      <p:bldP spid="48" grpId="0"/>
      <p:bldP spid="49" grpId="0"/>
      <p:bldP spid="50" grpId="0"/>
      <p:bldP spid="51"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2 ⇝ Example 4(</a:t>
            </a:r>
            <a:r>
              <a:rPr lang="en-GB" dirty="0">
                <a:solidFill>
                  <a:srgbClr val="FF0000"/>
                </a:solidFill>
              </a:rPr>
              <a:t>Continue</a:t>
            </a:r>
            <a:r>
              <a:rPr lang="en-GB" dirty="0"/>
              <a:t>)</a:t>
            </a:r>
            <a:endParaRPr lang="en-US" dirty="0"/>
          </a:p>
        </p:txBody>
      </p:sp>
      <p:sp>
        <p:nvSpPr>
          <p:cNvPr id="8" name="Rectangle 7"/>
          <p:cNvSpPr/>
          <p:nvPr/>
        </p:nvSpPr>
        <p:spPr>
          <a:xfrm>
            <a:off x="137271" y="859577"/>
            <a:ext cx="11716669" cy="523220"/>
          </a:xfrm>
          <a:prstGeom prst="rect">
            <a:avLst/>
          </a:prstGeom>
        </p:spPr>
        <p:txBody>
          <a:bodyPr wrap="none">
            <a:spAutoFit/>
          </a:bodyPr>
          <a:lstStyle/>
          <a:p>
            <a:r>
              <a:rPr lang="en-US" sz="2800" dirty="0">
                <a:solidFill>
                  <a:srgbClr val="002060"/>
                </a:solidFill>
              </a:rPr>
              <a:t>Substitute all the values in the </a:t>
            </a:r>
            <a:r>
              <a:rPr lang="en-US" sz="2800" dirty="0">
                <a:solidFill>
                  <a:srgbClr val="FF0000"/>
                </a:solidFill>
              </a:rPr>
              <a:t>formula</a:t>
            </a:r>
            <a:r>
              <a:rPr lang="en-US" sz="2800" dirty="0">
                <a:solidFill>
                  <a:srgbClr val="002060"/>
                </a:solidFill>
              </a:rPr>
              <a:t> to find the coefficient of rank correlation </a:t>
            </a:r>
            <a:endParaRPr lang="en-US" dirty="0"/>
          </a:p>
        </p:txBody>
      </p:sp>
      <mc:AlternateContent xmlns:mc="http://schemas.openxmlformats.org/markup-compatibility/2006" xmlns:a14="http://schemas.microsoft.com/office/drawing/2010/main">
        <mc:Choice Requires="a14">
          <p:sp>
            <p:nvSpPr>
              <p:cNvPr id="50" name="Rectangle 49"/>
              <p:cNvSpPr/>
              <p:nvPr/>
            </p:nvSpPr>
            <p:spPr>
              <a:xfrm>
                <a:off x="137271" y="1868730"/>
                <a:ext cx="11700319" cy="1732397"/>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m:rPr>
                          <m:sty m:val="p"/>
                        </m:rPr>
                        <a:rPr lang="en-US" sz="2800" smtClean="0">
                          <a:solidFill>
                            <a:srgbClr val="002060"/>
                          </a:solidFill>
                          <a:latin typeface="Cambria Math" panose="02040503050406030204" pitchFamily="18" charset="0"/>
                        </a:rPr>
                        <m:t>ρ</m:t>
                      </m:r>
                      <m:r>
                        <a:rPr lang="en-US" sz="2800">
                          <a:solidFill>
                            <a:srgbClr val="002060"/>
                          </a:solidFill>
                          <a:latin typeface="Cambria Math" panose="02040503050406030204" pitchFamily="18" charset="0"/>
                        </a:rPr>
                        <m:t>=1−</m:t>
                      </m:r>
                      <m:f>
                        <m:fPr>
                          <m:ctrlPr>
                            <a:rPr lang="en-US" sz="2800" i="1">
                              <a:solidFill>
                                <a:srgbClr val="C00000"/>
                              </a:solidFill>
                              <a:latin typeface="Cambria Math" panose="02040503050406030204" pitchFamily="18" charset="0"/>
                            </a:rPr>
                          </m:ctrlPr>
                        </m:fPr>
                        <m:num>
                          <m:r>
                            <a:rPr lang="en-US" sz="2800" smtClean="0">
                              <a:solidFill>
                                <a:srgbClr val="002060"/>
                              </a:solidFill>
                              <a:latin typeface="Cambria Math" panose="02040503050406030204" pitchFamily="18" charset="0"/>
                            </a:rPr>
                            <m:t> 6</m:t>
                          </m:r>
                          <m:r>
                            <a:rPr lang="en-US" sz="2800">
                              <a:solidFill>
                                <a:srgbClr val="002060"/>
                              </a:solidFill>
                              <a:latin typeface="Cambria Math" panose="02040503050406030204" pitchFamily="18" charset="0"/>
                              <a:ea typeface="Cambria Math" panose="02040503050406030204" pitchFamily="18" charset="0"/>
                            </a:rPr>
                            <m:t>∙</m:t>
                          </m:r>
                          <m:d>
                            <m:dPr>
                              <m:begChr m:val="["/>
                              <m:endChr m:val="]"/>
                              <m:ctrlPr>
                                <a:rPr lang="en-US" sz="2800" i="1" smtClean="0">
                                  <a:solidFill>
                                    <a:srgbClr val="002060"/>
                                  </a:solidFill>
                                  <a:latin typeface="Cambria Math" panose="02040503050406030204" pitchFamily="18" charset="0"/>
                                </a:rPr>
                              </m:ctrlPr>
                            </m:dPr>
                            <m:e>
                              <m:eqArr>
                                <m:eqArrPr>
                                  <m:ctrlPr>
                                    <a:rPr lang="en-US" sz="2800" i="1">
                                      <a:solidFill>
                                        <a:srgbClr val="002060"/>
                                      </a:solidFill>
                                      <a:latin typeface="Cambria Math" panose="02040503050406030204" pitchFamily="18" charset="0"/>
                                    </a:rPr>
                                  </m:ctrlPr>
                                </m:eqArrPr>
                                <m:e>
                                  <m:r>
                                    <a:rPr lang="en-US" sz="2800">
                                      <a:solidFill>
                                        <a:srgbClr val="002060"/>
                                      </a:solidFill>
                                      <a:latin typeface="Cambria Math" panose="02040503050406030204" pitchFamily="18" charset="0"/>
                                    </a:rPr>
                                    <m:t> </m:t>
                                  </m:r>
                                </m:e>
                                <m:e>
                                  <m:r>
                                    <a:rPr lang="en-US" sz="2800">
                                      <a:solidFill>
                                        <a:srgbClr val="002060"/>
                                      </a:solidFill>
                                      <a:latin typeface="Cambria Math" panose="02040503050406030204" pitchFamily="18" charset="0"/>
                                    </a:rPr>
                                    <m:t> </m:t>
                                  </m:r>
                                  <m:nary>
                                    <m:naryPr>
                                      <m:chr m:val="∑"/>
                                      <m:limLoc m:val="undOvr"/>
                                      <m:subHide m:val="on"/>
                                      <m:supHide m:val="on"/>
                                      <m:ctrlPr>
                                        <a:rPr lang="en-US" sz="2800" i="1" smtClean="0">
                                          <a:solidFill>
                                            <a:srgbClr val="002060"/>
                                          </a:solidFill>
                                          <a:latin typeface="Cambria Math" panose="02040503050406030204" pitchFamily="18" charset="0"/>
                                        </a:rPr>
                                      </m:ctrlPr>
                                    </m:naryPr>
                                    <m:sub/>
                                    <m:sup/>
                                    <m:e>
                                      <m:sSup>
                                        <m:sSupPr>
                                          <m:ctrlPr>
                                            <a:rPr lang="en-US" sz="2800" i="1">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d</m:t>
                                          </m:r>
                                        </m:e>
                                        <m:sup>
                                          <m:r>
                                            <a:rPr lang="en-US" sz="2800">
                                              <a:solidFill>
                                                <a:srgbClr val="002060"/>
                                              </a:solidFill>
                                              <a:latin typeface="Cambria Math" panose="02040503050406030204" pitchFamily="18" charset="0"/>
                                            </a:rPr>
                                            <m:t>2</m:t>
                                          </m:r>
                                        </m:sup>
                                      </m:sSup>
                                    </m:e>
                                  </m:nary>
                                  <m:r>
                                    <a:rPr lang="en-US" sz="2800">
                                      <a:solidFill>
                                        <a:srgbClr val="002060"/>
                                      </a:solidFill>
                                      <a:latin typeface="Cambria Math" panose="02040503050406030204" pitchFamily="18" charset="0"/>
                                    </a:rPr>
                                    <m:t>+</m:t>
                                  </m:r>
                                  <m:f>
                                    <m:fPr>
                                      <m:ctrlPr>
                                        <a:rPr lang="en-US" sz="2800" i="1" smtClean="0">
                                          <a:solidFill>
                                            <a:srgbClr val="C00000"/>
                                          </a:solidFill>
                                          <a:latin typeface="Cambria Math" panose="02040503050406030204" pitchFamily="18" charset="0"/>
                                        </a:rPr>
                                      </m:ctrlPr>
                                    </m:fPr>
                                    <m:num>
                                      <m:r>
                                        <a:rPr lang="en-US" sz="2800">
                                          <a:solidFill>
                                            <a:srgbClr val="C00000"/>
                                          </a:solidFill>
                                          <a:latin typeface="Cambria Math" panose="02040503050406030204" pitchFamily="18" charset="0"/>
                                        </a:rPr>
                                        <m:t> 1 </m:t>
                                      </m:r>
                                    </m:num>
                                    <m:den>
                                      <m:r>
                                        <a:rPr lang="en-US" sz="2800">
                                          <a:solidFill>
                                            <a:srgbClr val="C00000"/>
                                          </a:solidFill>
                                          <a:latin typeface="Cambria Math" panose="02040503050406030204" pitchFamily="18" charset="0"/>
                                        </a:rPr>
                                        <m:t> 12 </m:t>
                                      </m:r>
                                    </m:den>
                                  </m:f>
                                  <m:d>
                                    <m:dPr>
                                      <m:ctrlPr>
                                        <a:rPr lang="en-US" sz="2800" i="1">
                                          <a:solidFill>
                                            <a:srgbClr val="C00000"/>
                                          </a:solidFill>
                                          <a:latin typeface="Cambria Math" panose="02040503050406030204" pitchFamily="18" charset="0"/>
                                        </a:rPr>
                                      </m:ctrlPr>
                                    </m:dPr>
                                    <m:e>
                                      <m:sSup>
                                        <m:sSupPr>
                                          <m:ctrlPr>
                                            <a:rPr lang="en-US" sz="2800" i="1">
                                              <a:solidFill>
                                                <a:srgbClr val="C00000"/>
                                              </a:solidFill>
                                              <a:latin typeface="Cambria Math" panose="02040503050406030204" pitchFamily="18" charset="0"/>
                                            </a:rPr>
                                          </m:ctrlPr>
                                        </m:sSupPr>
                                        <m:e>
                                          <m:sSub>
                                            <m:sSubPr>
                                              <m:ctrlPr>
                                                <a:rPr lang="en-US" sz="2800" i="1">
                                                  <a:solidFill>
                                                    <a:srgbClr val="C00000"/>
                                                  </a:solidFill>
                                                  <a:latin typeface="Cambria Math" panose="02040503050406030204" pitchFamily="18" charset="0"/>
                                                </a:rPr>
                                              </m:ctrlPr>
                                            </m:sSubPr>
                                            <m:e>
                                              <m:r>
                                                <m:rPr>
                                                  <m:sty m:val="p"/>
                                                </m:rPr>
                                                <a:rPr lang="en-US" sz="2800">
                                                  <a:solidFill>
                                                    <a:srgbClr val="C00000"/>
                                                  </a:solidFill>
                                                  <a:latin typeface="Cambria Math" panose="02040503050406030204" pitchFamily="18" charset="0"/>
                                                </a:rPr>
                                                <m:t>m</m:t>
                                              </m:r>
                                            </m:e>
                                            <m:sub>
                                              <m:r>
                                                <a:rPr lang="en-US" sz="2800">
                                                  <a:solidFill>
                                                    <a:srgbClr val="C00000"/>
                                                  </a:solidFill>
                                                  <a:latin typeface="Cambria Math" panose="02040503050406030204" pitchFamily="18" charset="0"/>
                                                </a:rPr>
                                                <m:t>1</m:t>
                                              </m:r>
                                            </m:sub>
                                          </m:sSub>
                                        </m:e>
                                        <m:sup>
                                          <m:r>
                                            <a:rPr lang="en-US" sz="2800">
                                              <a:solidFill>
                                                <a:srgbClr val="C00000"/>
                                              </a:solidFill>
                                              <a:latin typeface="Cambria Math" panose="02040503050406030204" pitchFamily="18" charset="0"/>
                                            </a:rPr>
                                            <m:t>3</m:t>
                                          </m:r>
                                        </m:sup>
                                      </m:sSup>
                                      <m:r>
                                        <a:rPr lang="en-US" sz="2800">
                                          <a:solidFill>
                                            <a:srgbClr val="C00000"/>
                                          </a:solidFill>
                                          <a:latin typeface="Cambria Math" panose="02040503050406030204" pitchFamily="18" charset="0"/>
                                        </a:rPr>
                                        <m:t>−</m:t>
                                      </m:r>
                                      <m:sSub>
                                        <m:sSubPr>
                                          <m:ctrlPr>
                                            <a:rPr lang="en-US" sz="2800" i="1">
                                              <a:solidFill>
                                                <a:srgbClr val="C00000"/>
                                              </a:solidFill>
                                              <a:latin typeface="Cambria Math" panose="02040503050406030204" pitchFamily="18" charset="0"/>
                                            </a:rPr>
                                          </m:ctrlPr>
                                        </m:sSubPr>
                                        <m:e>
                                          <m:r>
                                            <m:rPr>
                                              <m:sty m:val="p"/>
                                            </m:rPr>
                                            <a:rPr lang="en-US" sz="2800">
                                              <a:solidFill>
                                                <a:srgbClr val="C00000"/>
                                              </a:solidFill>
                                              <a:latin typeface="Cambria Math" panose="02040503050406030204" pitchFamily="18" charset="0"/>
                                            </a:rPr>
                                            <m:t>m</m:t>
                                          </m:r>
                                        </m:e>
                                        <m:sub>
                                          <m:r>
                                            <a:rPr lang="en-US" sz="2800">
                                              <a:solidFill>
                                                <a:srgbClr val="C00000"/>
                                              </a:solidFill>
                                              <a:latin typeface="Cambria Math" panose="02040503050406030204" pitchFamily="18" charset="0"/>
                                            </a:rPr>
                                            <m:t>1</m:t>
                                          </m:r>
                                        </m:sub>
                                      </m:sSub>
                                    </m:e>
                                  </m:d>
                                  <m:r>
                                    <a:rPr lang="en-US" sz="2800">
                                      <a:solidFill>
                                        <a:srgbClr val="002060"/>
                                      </a:solidFill>
                                      <a:latin typeface="Cambria Math" panose="02040503050406030204" pitchFamily="18" charset="0"/>
                                    </a:rPr>
                                    <m:t>+</m:t>
                                  </m:r>
                                  <m:f>
                                    <m:fPr>
                                      <m:ctrlPr>
                                        <a:rPr lang="en-US" sz="2800" i="1" smtClean="0">
                                          <a:solidFill>
                                            <a:srgbClr val="7030A0"/>
                                          </a:solidFill>
                                          <a:latin typeface="Cambria Math" panose="02040503050406030204" pitchFamily="18" charset="0"/>
                                        </a:rPr>
                                      </m:ctrlPr>
                                    </m:fPr>
                                    <m:num>
                                      <m:r>
                                        <a:rPr lang="en-US" sz="2800">
                                          <a:solidFill>
                                            <a:srgbClr val="7030A0"/>
                                          </a:solidFill>
                                          <a:latin typeface="Cambria Math" panose="02040503050406030204" pitchFamily="18" charset="0"/>
                                        </a:rPr>
                                        <m:t> 1 </m:t>
                                      </m:r>
                                    </m:num>
                                    <m:den>
                                      <m:r>
                                        <a:rPr lang="en-US" sz="2800">
                                          <a:solidFill>
                                            <a:srgbClr val="7030A0"/>
                                          </a:solidFill>
                                          <a:latin typeface="Cambria Math" panose="02040503050406030204" pitchFamily="18" charset="0"/>
                                        </a:rPr>
                                        <m:t> 12 </m:t>
                                      </m:r>
                                    </m:den>
                                  </m:f>
                                  <m:d>
                                    <m:dPr>
                                      <m:ctrlPr>
                                        <a:rPr lang="en-US" sz="2800" i="1">
                                          <a:solidFill>
                                            <a:srgbClr val="7030A0"/>
                                          </a:solidFill>
                                          <a:latin typeface="Cambria Math" panose="02040503050406030204" pitchFamily="18" charset="0"/>
                                        </a:rPr>
                                      </m:ctrlPr>
                                    </m:dPr>
                                    <m:e>
                                      <m:sSup>
                                        <m:sSupPr>
                                          <m:ctrlPr>
                                            <a:rPr lang="en-US" sz="2800" i="1">
                                              <a:solidFill>
                                                <a:srgbClr val="7030A0"/>
                                              </a:solidFill>
                                              <a:latin typeface="Cambria Math" panose="02040503050406030204" pitchFamily="18" charset="0"/>
                                            </a:rPr>
                                          </m:ctrlPr>
                                        </m:sSupPr>
                                        <m:e>
                                          <m:sSub>
                                            <m:sSubPr>
                                              <m:ctrlPr>
                                                <a:rPr lang="en-US" sz="2800" i="1">
                                                  <a:solidFill>
                                                    <a:srgbClr val="7030A0"/>
                                                  </a:solidFill>
                                                  <a:latin typeface="Cambria Math" panose="02040503050406030204" pitchFamily="18" charset="0"/>
                                                </a:rPr>
                                              </m:ctrlPr>
                                            </m:sSubPr>
                                            <m:e>
                                              <m:r>
                                                <m:rPr>
                                                  <m:sty m:val="p"/>
                                                </m:rPr>
                                                <a:rPr lang="en-US" sz="2800">
                                                  <a:solidFill>
                                                    <a:srgbClr val="7030A0"/>
                                                  </a:solidFill>
                                                  <a:latin typeface="Cambria Math" panose="02040503050406030204" pitchFamily="18" charset="0"/>
                                                </a:rPr>
                                                <m:t>m</m:t>
                                              </m:r>
                                            </m:e>
                                            <m:sub>
                                              <m:r>
                                                <a:rPr lang="en-US" sz="2800">
                                                  <a:solidFill>
                                                    <a:srgbClr val="7030A0"/>
                                                  </a:solidFill>
                                                  <a:latin typeface="Cambria Math" panose="02040503050406030204" pitchFamily="18" charset="0"/>
                                                </a:rPr>
                                                <m:t>2</m:t>
                                              </m:r>
                                            </m:sub>
                                          </m:sSub>
                                        </m:e>
                                        <m:sup>
                                          <m:r>
                                            <a:rPr lang="en-US" sz="2800">
                                              <a:solidFill>
                                                <a:srgbClr val="7030A0"/>
                                              </a:solidFill>
                                              <a:latin typeface="Cambria Math" panose="02040503050406030204" pitchFamily="18" charset="0"/>
                                            </a:rPr>
                                            <m:t>3</m:t>
                                          </m:r>
                                        </m:sup>
                                      </m:sSup>
                                      <m:r>
                                        <a:rPr lang="en-US" sz="2800">
                                          <a:solidFill>
                                            <a:srgbClr val="7030A0"/>
                                          </a:solidFill>
                                          <a:latin typeface="Cambria Math" panose="02040503050406030204" pitchFamily="18" charset="0"/>
                                        </a:rPr>
                                        <m:t>−</m:t>
                                      </m:r>
                                      <m:sSub>
                                        <m:sSubPr>
                                          <m:ctrlPr>
                                            <a:rPr lang="en-US" sz="2800" i="1">
                                              <a:solidFill>
                                                <a:srgbClr val="7030A0"/>
                                              </a:solidFill>
                                              <a:latin typeface="Cambria Math" panose="02040503050406030204" pitchFamily="18" charset="0"/>
                                            </a:rPr>
                                          </m:ctrlPr>
                                        </m:sSubPr>
                                        <m:e>
                                          <m:r>
                                            <m:rPr>
                                              <m:sty m:val="p"/>
                                            </m:rPr>
                                            <a:rPr lang="en-US" sz="2800">
                                              <a:solidFill>
                                                <a:srgbClr val="7030A0"/>
                                              </a:solidFill>
                                              <a:latin typeface="Cambria Math" panose="02040503050406030204" pitchFamily="18" charset="0"/>
                                            </a:rPr>
                                            <m:t>m</m:t>
                                          </m:r>
                                        </m:e>
                                        <m:sub>
                                          <m:r>
                                            <a:rPr lang="en-US" sz="2800">
                                              <a:solidFill>
                                                <a:srgbClr val="7030A0"/>
                                              </a:solidFill>
                                              <a:latin typeface="Cambria Math" panose="02040503050406030204" pitchFamily="18" charset="0"/>
                                            </a:rPr>
                                            <m:t>2</m:t>
                                          </m:r>
                                        </m:sub>
                                      </m:sSub>
                                    </m:e>
                                  </m:d>
                                  <m:r>
                                    <a:rPr lang="en-US" sz="2800">
                                      <a:solidFill>
                                        <a:srgbClr val="002060"/>
                                      </a:solidFill>
                                      <a:latin typeface="Cambria Math" panose="02040503050406030204" pitchFamily="18" charset="0"/>
                                    </a:rPr>
                                    <m:t>+</m:t>
                                  </m:r>
                                  <m:f>
                                    <m:fPr>
                                      <m:ctrlPr>
                                        <a:rPr lang="en-US" sz="2800" i="1" smtClean="0">
                                          <a:solidFill>
                                            <a:srgbClr val="0070C0"/>
                                          </a:solidFill>
                                          <a:latin typeface="Cambria Math" panose="02040503050406030204" pitchFamily="18" charset="0"/>
                                        </a:rPr>
                                      </m:ctrlPr>
                                    </m:fPr>
                                    <m:num>
                                      <m:r>
                                        <a:rPr lang="en-US" sz="2800">
                                          <a:solidFill>
                                            <a:srgbClr val="0070C0"/>
                                          </a:solidFill>
                                          <a:latin typeface="Cambria Math" panose="02040503050406030204" pitchFamily="18" charset="0"/>
                                        </a:rPr>
                                        <m:t> 1 </m:t>
                                      </m:r>
                                    </m:num>
                                    <m:den>
                                      <m:r>
                                        <a:rPr lang="en-US" sz="2800">
                                          <a:solidFill>
                                            <a:srgbClr val="0070C0"/>
                                          </a:solidFill>
                                          <a:latin typeface="Cambria Math" panose="02040503050406030204" pitchFamily="18" charset="0"/>
                                        </a:rPr>
                                        <m:t> 12 </m:t>
                                      </m:r>
                                    </m:den>
                                  </m:f>
                                  <m:d>
                                    <m:dPr>
                                      <m:ctrlPr>
                                        <a:rPr lang="en-US" sz="2800" i="1">
                                          <a:solidFill>
                                            <a:srgbClr val="0070C0"/>
                                          </a:solidFill>
                                          <a:latin typeface="Cambria Math" panose="02040503050406030204" pitchFamily="18" charset="0"/>
                                        </a:rPr>
                                      </m:ctrlPr>
                                    </m:dPr>
                                    <m:e>
                                      <m:sSup>
                                        <m:sSupPr>
                                          <m:ctrlPr>
                                            <a:rPr lang="en-US" sz="2800" i="1">
                                              <a:solidFill>
                                                <a:srgbClr val="0070C0"/>
                                              </a:solidFill>
                                              <a:latin typeface="Cambria Math" panose="02040503050406030204" pitchFamily="18" charset="0"/>
                                            </a:rPr>
                                          </m:ctrlPr>
                                        </m:sSupPr>
                                        <m:e>
                                          <m:sSub>
                                            <m:sSubPr>
                                              <m:ctrlPr>
                                                <a:rPr lang="en-US" sz="2800" i="1">
                                                  <a:solidFill>
                                                    <a:srgbClr val="0070C0"/>
                                                  </a:solidFill>
                                                  <a:latin typeface="Cambria Math" panose="02040503050406030204" pitchFamily="18" charset="0"/>
                                                </a:rPr>
                                              </m:ctrlPr>
                                            </m:sSubPr>
                                            <m:e>
                                              <m:r>
                                                <m:rPr>
                                                  <m:sty m:val="p"/>
                                                </m:rPr>
                                                <a:rPr lang="en-US" sz="2800">
                                                  <a:solidFill>
                                                    <a:srgbClr val="0070C0"/>
                                                  </a:solidFill>
                                                  <a:latin typeface="Cambria Math" panose="02040503050406030204" pitchFamily="18" charset="0"/>
                                                </a:rPr>
                                                <m:t>m</m:t>
                                              </m:r>
                                            </m:e>
                                            <m:sub>
                                              <m:r>
                                                <a:rPr lang="en-US" sz="2800" b="0" i="0" smtClean="0">
                                                  <a:solidFill>
                                                    <a:srgbClr val="0070C0"/>
                                                  </a:solidFill>
                                                  <a:latin typeface="Cambria Math" panose="02040503050406030204" pitchFamily="18" charset="0"/>
                                                </a:rPr>
                                                <m:t>3</m:t>
                                              </m:r>
                                            </m:sub>
                                          </m:sSub>
                                        </m:e>
                                        <m:sup>
                                          <m:r>
                                            <a:rPr lang="en-US" sz="2800">
                                              <a:solidFill>
                                                <a:srgbClr val="0070C0"/>
                                              </a:solidFill>
                                              <a:latin typeface="Cambria Math" panose="02040503050406030204" pitchFamily="18" charset="0"/>
                                            </a:rPr>
                                            <m:t>3</m:t>
                                          </m:r>
                                        </m:sup>
                                      </m:sSup>
                                      <m:r>
                                        <a:rPr lang="en-US" sz="2800">
                                          <a:solidFill>
                                            <a:srgbClr val="0070C0"/>
                                          </a:solidFill>
                                          <a:latin typeface="Cambria Math" panose="02040503050406030204" pitchFamily="18" charset="0"/>
                                        </a:rPr>
                                        <m:t>−</m:t>
                                      </m:r>
                                      <m:sSub>
                                        <m:sSubPr>
                                          <m:ctrlPr>
                                            <a:rPr lang="en-US" sz="2800" i="1">
                                              <a:solidFill>
                                                <a:srgbClr val="0070C0"/>
                                              </a:solidFill>
                                              <a:latin typeface="Cambria Math" panose="02040503050406030204" pitchFamily="18" charset="0"/>
                                            </a:rPr>
                                          </m:ctrlPr>
                                        </m:sSubPr>
                                        <m:e>
                                          <m:r>
                                            <m:rPr>
                                              <m:sty m:val="p"/>
                                            </m:rPr>
                                            <a:rPr lang="en-US" sz="2800">
                                              <a:solidFill>
                                                <a:srgbClr val="0070C0"/>
                                              </a:solidFill>
                                              <a:latin typeface="Cambria Math" panose="02040503050406030204" pitchFamily="18" charset="0"/>
                                            </a:rPr>
                                            <m:t>m</m:t>
                                          </m:r>
                                        </m:e>
                                        <m:sub>
                                          <m:r>
                                            <a:rPr lang="en-US" sz="2800" b="0" i="0" smtClean="0">
                                              <a:solidFill>
                                                <a:srgbClr val="0070C0"/>
                                              </a:solidFill>
                                              <a:latin typeface="Cambria Math" panose="02040503050406030204" pitchFamily="18" charset="0"/>
                                            </a:rPr>
                                            <m:t>3</m:t>
                                          </m:r>
                                        </m:sub>
                                      </m:sSub>
                                    </m:e>
                                  </m:d>
                                </m:e>
                                <m:e>
                                  <m:r>
                                    <a:rPr lang="en-US" sz="2800" i="1">
                                      <a:solidFill>
                                        <a:srgbClr val="002060"/>
                                      </a:solidFill>
                                      <a:latin typeface="Cambria Math" panose="02040503050406030204" pitchFamily="18" charset="0"/>
                                    </a:rPr>
                                    <m:t> </m:t>
                                  </m:r>
                                </m:e>
                              </m:eqArr>
                              <m:r>
                                <a:rPr lang="en-US" sz="2800" b="0" i="1" smtClean="0">
                                  <a:solidFill>
                                    <a:srgbClr val="002060"/>
                                  </a:solidFill>
                                  <a:latin typeface="Cambria Math" panose="02040503050406030204" pitchFamily="18" charset="0"/>
                                </a:rPr>
                                <m:t> </m:t>
                              </m:r>
                            </m:e>
                          </m:d>
                        </m:num>
                        <m:den>
                          <m:eqArr>
                            <m:eqArrPr>
                              <m:ctrlPr>
                                <a:rPr lang="en-US" sz="2800" i="1" smtClean="0">
                                  <a:solidFill>
                                    <a:srgbClr val="002060"/>
                                  </a:solidFill>
                                  <a:latin typeface="Cambria Math" panose="02040503050406030204" pitchFamily="18" charset="0"/>
                                </a:rPr>
                              </m:ctrlPr>
                            </m:eqArrPr>
                            <m:e>
                              <m:r>
                                <a:rPr lang="en-US" sz="2800" b="0" i="0" smtClean="0">
                                  <a:solidFill>
                                    <a:srgbClr val="002060"/>
                                  </a:solidFill>
                                  <a:latin typeface="Cambria Math" panose="02040503050406030204" pitchFamily="18" charset="0"/>
                                </a:rPr>
                                <m:t> </m:t>
                              </m:r>
                            </m:e>
                            <m:e>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n</m:t>
                              </m:r>
                              <m:r>
                                <a:rPr lang="en-US" sz="2800">
                                  <a:solidFill>
                                    <a:srgbClr val="002060"/>
                                  </a:solidFill>
                                  <a:latin typeface="Cambria Math" panose="02040503050406030204" pitchFamily="18" charset="0"/>
                                </a:rPr>
                                <m:t> </m:t>
                              </m:r>
                              <m:d>
                                <m:dPr>
                                  <m:ctrlPr>
                                    <a:rPr lang="en-US" sz="2800" i="1">
                                      <a:solidFill>
                                        <a:srgbClr val="002060"/>
                                      </a:solidFill>
                                      <a:latin typeface="Cambria Math" panose="02040503050406030204" pitchFamily="18" charset="0"/>
                                    </a:rPr>
                                  </m:ctrlPr>
                                </m:dPr>
                                <m:e>
                                  <m:sSup>
                                    <m:sSupPr>
                                      <m:ctrlPr>
                                        <a:rPr lang="en-US" sz="2800" i="1">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n</m:t>
                                      </m:r>
                                    </m:e>
                                    <m:sup>
                                      <m:r>
                                        <a:rPr lang="en-US" sz="2800">
                                          <a:solidFill>
                                            <a:srgbClr val="002060"/>
                                          </a:solidFill>
                                          <a:latin typeface="Cambria Math" panose="02040503050406030204" pitchFamily="18" charset="0"/>
                                        </a:rPr>
                                        <m:t>2</m:t>
                                      </m:r>
                                    </m:sup>
                                  </m:sSup>
                                  <m:r>
                                    <a:rPr lang="en-US" sz="2800">
                                      <a:solidFill>
                                        <a:srgbClr val="002060"/>
                                      </a:solidFill>
                                      <a:latin typeface="Cambria Math" panose="02040503050406030204" pitchFamily="18" charset="0"/>
                                    </a:rPr>
                                    <m:t>−1</m:t>
                                  </m:r>
                                </m:e>
                              </m:d>
                              <m:r>
                                <a:rPr lang="en-US" sz="2800">
                                  <a:solidFill>
                                    <a:srgbClr val="002060"/>
                                  </a:solidFill>
                                  <a:latin typeface="Cambria Math" panose="02040503050406030204" pitchFamily="18" charset="0"/>
                                </a:rPr>
                                <m:t>  </m:t>
                              </m:r>
                            </m:e>
                          </m:eqArr>
                        </m:den>
                      </m:f>
                    </m:oMath>
                  </m:oMathPara>
                </a14:m>
                <a:endParaRPr lang="en-US" dirty="0"/>
              </a:p>
            </p:txBody>
          </p:sp>
        </mc:Choice>
        <mc:Fallback xmlns="">
          <p:sp>
            <p:nvSpPr>
              <p:cNvPr id="50" name="Rectangle 49"/>
              <p:cNvSpPr>
                <a:spLocks noRot="1" noChangeAspect="1" noMove="1" noResize="1" noEditPoints="1" noAdjustHandles="1" noChangeArrowheads="1" noChangeShapeType="1" noTextEdit="1"/>
              </p:cNvSpPr>
              <p:nvPr/>
            </p:nvSpPr>
            <p:spPr>
              <a:xfrm>
                <a:off x="137271" y="1868730"/>
                <a:ext cx="11700319" cy="1732397"/>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68622B1E-44A3-44A2-B1C1-8D969737DA50}"/>
                  </a:ext>
                </a:extLst>
              </p:cNvPr>
              <p:cNvSpPr txBox="1"/>
              <p:nvPr/>
            </p:nvSpPr>
            <p:spPr>
              <a:xfrm>
                <a:off x="10952750" y="3115881"/>
                <a:ext cx="1239250"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m:rPr>
                          <m:sty m:val="p"/>
                        </m:rPr>
                        <a:rPr lang="en-US" sz="2800" i="0" dirty="0" smtClean="0">
                          <a:solidFill>
                            <a:srgbClr val="FF0000"/>
                          </a:solidFill>
                          <a:latin typeface="Cambria Math" panose="02040503050406030204" pitchFamily="18" charset="0"/>
                        </a:rPr>
                        <m:t>n</m:t>
                      </m:r>
                      <m:r>
                        <a:rPr lang="en-US" sz="2800" i="0" dirty="0" smtClean="0">
                          <a:solidFill>
                            <a:srgbClr val="FF0000"/>
                          </a:solidFill>
                          <a:latin typeface="Cambria Math" panose="02040503050406030204" pitchFamily="18" charset="0"/>
                        </a:rPr>
                        <m:t>=10</m:t>
                      </m:r>
                    </m:oMath>
                  </m:oMathPara>
                </a14:m>
                <a:endParaRPr lang="en-IN" sz="2800" dirty="0">
                  <a:solidFill>
                    <a:srgbClr val="FF0000"/>
                  </a:solidFill>
                </a:endParaRPr>
              </a:p>
            </p:txBody>
          </p:sp>
        </mc:Choice>
        <mc:Fallback xmlns="">
          <p:sp>
            <p:nvSpPr>
              <p:cNvPr id="82" name="TextBox 81">
                <a:extLst>
                  <a:ext uri="{FF2B5EF4-FFF2-40B4-BE49-F238E27FC236}">
                    <a16:creationId xmlns="" xmlns:a16="http://schemas.microsoft.com/office/drawing/2014/main"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10952750" y="3115881"/>
                <a:ext cx="1239250" cy="52322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68622B1E-44A3-44A2-B1C1-8D969737DA50}"/>
                  </a:ext>
                </a:extLst>
              </p:cNvPr>
              <p:cNvSpPr txBox="1"/>
              <p:nvPr/>
            </p:nvSpPr>
            <p:spPr>
              <a:xfrm>
                <a:off x="10013134" y="3519212"/>
                <a:ext cx="2178866" cy="1135696"/>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nary>
                        <m:naryPr>
                          <m:chr m:val="∑"/>
                          <m:subHide m:val="on"/>
                          <m:supHide m:val="on"/>
                          <m:ctrlPr>
                            <a:rPr lang="en-US" sz="2800" i="1" smtClean="0">
                              <a:solidFill>
                                <a:srgbClr val="FF0000"/>
                              </a:solidFill>
                              <a:latin typeface="Cambria Math" panose="02040503050406030204" pitchFamily="18" charset="0"/>
                            </a:rPr>
                          </m:ctrlPr>
                        </m:naryPr>
                        <m:sub/>
                        <m:sup/>
                        <m:e>
                          <m:d>
                            <m:dPr>
                              <m:ctrlPr>
                                <a:rPr lang="en-US" sz="2800" i="1">
                                  <a:solidFill>
                                    <a:srgbClr val="FF0000"/>
                                  </a:solidFill>
                                  <a:latin typeface="Cambria Math" panose="02040503050406030204" pitchFamily="18" charset="0"/>
                                </a:rPr>
                              </m:ctrlPr>
                            </m:dPr>
                            <m:e>
                              <m:sSup>
                                <m:sSupPr>
                                  <m:ctrlPr>
                                    <a:rPr lang="en-US" sz="2800" b="0" i="1" smtClean="0">
                                      <a:solidFill>
                                        <a:srgbClr val="FF0000"/>
                                      </a:solidFill>
                                      <a:latin typeface="Cambria Math" panose="02040503050406030204" pitchFamily="18" charset="0"/>
                                    </a:rPr>
                                  </m:ctrlPr>
                                </m:sSupPr>
                                <m:e>
                                  <m:r>
                                    <m:rPr>
                                      <m:sty m:val="p"/>
                                    </m:rPr>
                                    <a:rPr lang="en-US" sz="2800" b="0" i="0" smtClean="0">
                                      <a:solidFill>
                                        <a:srgbClr val="FF0000"/>
                                      </a:solidFill>
                                      <a:latin typeface="Cambria Math" panose="02040503050406030204" pitchFamily="18" charset="0"/>
                                    </a:rPr>
                                    <m:t>d</m:t>
                                  </m:r>
                                </m:e>
                                <m:sup>
                                  <m:r>
                                    <a:rPr lang="en-US" sz="2800" b="0" i="0" smtClean="0">
                                      <a:solidFill>
                                        <a:srgbClr val="FF0000"/>
                                      </a:solidFill>
                                      <a:latin typeface="Cambria Math" panose="02040503050406030204" pitchFamily="18" charset="0"/>
                                    </a:rPr>
                                    <m:t>2</m:t>
                                  </m:r>
                                </m:sup>
                              </m:sSup>
                            </m:e>
                          </m:d>
                        </m:e>
                      </m:nary>
                      <m:r>
                        <a:rPr lang="en-US" sz="2800" i="0" dirty="0" smtClean="0">
                          <a:solidFill>
                            <a:srgbClr val="FF0000"/>
                          </a:solidFill>
                          <a:latin typeface="Cambria Math" panose="02040503050406030204" pitchFamily="18" charset="0"/>
                        </a:rPr>
                        <m:t>=</m:t>
                      </m:r>
                      <m:r>
                        <a:rPr lang="en-US" sz="2800" b="0" i="0" dirty="0" smtClean="0">
                          <a:solidFill>
                            <a:srgbClr val="FF0000"/>
                          </a:solidFill>
                          <a:latin typeface="Cambria Math" panose="02040503050406030204" pitchFamily="18" charset="0"/>
                        </a:rPr>
                        <m:t>36</m:t>
                      </m:r>
                    </m:oMath>
                  </m:oMathPara>
                </a14:m>
                <a:endParaRPr lang="en-IN" sz="2800" dirty="0">
                  <a:solidFill>
                    <a:srgbClr val="FF0000"/>
                  </a:solidFill>
                </a:endParaRPr>
              </a:p>
            </p:txBody>
          </p:sp>
        </mc:Choice>
        <mc:Fallback xmlns="">
          <p:sp>
            <p:nvSpPr>
              <p:cNvPr id="86" name="TextBox 85">
                <a:extLst>
                  <a:ext uri="{FF2B5EF4-FFF2-40B4-BE49-F238E27FC236}">
                    <a16:creationId xmlns="" xmlns:a16="http://schemas.microsoft.com/office/drawing/2014/main"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10013134" y="3519212"/>
                <a:ext cx="2178866" cy="1135696"/>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p:cNvSpPr/>
              <p:nvPr/>
            </p:nvSpPr>
            <p:spPr>
              <a:xfrm>
                <a:off x="137271" y="4087061"/>
                <a:ext cx="9834936" cy="1732397"/>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m:rPr>
                          <m:sty m:val="p"/>
                        </m:rPr>
                        <a:rPr lang="en-US" sz="2800" smtClean="0">
                          <a:solidFill>
                            <a:srgbClr val="002060"/>
                          </a:solidFill>
                          <a:latin typeface="Cambria Math" panose="02040503050406030204" pitchFamily="18" charset="0"/>
                        </a:rPr>
                        <m:t>ρ</m:t>
                      </m:r>
                      <m:r>
                        <a:rPr lang="en-US" sz="2800">
                          <a:solidFill>
                            <a:srgbClr val="002060"/>
                          </a:solidFill>
                          <a:latin typeface="Cambria Math" panose="02040503050406030204" pitchFamily="18" charset="0"/>
                        </a:rPr>
                        <m:t>=1−</m:t>
                      </m:r>
                      <m:f>
                        <m:fPr>
                          <m:ctrlPr>
                            <a:rPr lang="en-US" sz="2800" i="1">
                              <a:solidFill>
                                <a:srgbClr val="C00000"/>
                              </a:solidFill>
                              <a:latin typeface="Cambria Math" panose="02040503050406030204" pitchFamily="18" charset="0"/>
                            </a:rPr>
                          </m:ctrlPr>
                        </m:fPr>
                        <m:num>
                          <m:r>
                            <a:rPr lang="en-US" sz="2800" smtClean="0">
                              <a:solidFill>
                                <a:srgbClr val="002060"/>
                              </a:solidFill>
                              <a:latin typeface="Cambria Math" panose="02040503050406030204" pitchFamily="18" charset="0"/>
                            </a:rPr>
                            <m:t> 6</m:t>
                          </m:r>
                          <m:r>
                            <a:rPr lang="en-US" sz="2800">
                              <a:solidFill>
                                <a:srgbClr val="002060"/>
                              </a:solidFill>
                              <a:latin typeface="Cambria Math" panose="02040503050406030204" pitchFamily="18" charset="0"/>
                              <a:ea typeface="Cambria Math" panose="02040503050406030204" pitchFamily="18" charset="0"/>
                            </a:rPr>
                            <m:t>∙</m:t>
                          </m:r>
                          <m:d>
                            <m:dPr>
                              <m:begChr m:val="["/>
                              <m:endChr m:val="]"/>
                              <m:ctrlPr>
                                <a:rPr lang="en-US" sz="2800" i="1" smtClean="0">
                                  <a:solidFill>
                                    <a:srgbClr val="002060"/>
                                  </a:solidFill>
                                  <a:latin typeface="Cambria Math" panose="02040503050406030204" pitchFamily="18" charset="0"/>
                                </a:rPr>
                              </m:ctrlPr>
                            </m:dPr>
                            <m:e>
                              <m:eqArr>
                                <m:eqArrPr>
                                  <m:ctrlPr>
                                    <a:rPr lang="en-US" sz="2800" i="1">
                                      <a:solidFill>
                                        <a:srgbClr val="002060"/>
                                      </a:solidFill>
                                      <a:latin typeface="Cambria Math" panose="02040503050406030204" pitchFamily="18" charset="0"/>
                                    </a:rPr>
                                  </m:ctrlPr>
                                </m:eqArrPr>
                                <m:e>
                                  <m:r>
                                    <a:rPr lang="en-US" sz="2800">
                                      <a:solidFill>
                                        <a:srgbClr val="002060"/>
                                      </a:solidFill>
                                      <a:latin typeface="Cambria Math" panose="02040503050406030204" pitchFamily="18" charset="0"/>
                                    </a:rPr>
                                    <m:t> </m:t>
                                  </m:r>
                                </m:e>
                                <m:e>
                                  <m:r>
                                    <a:rPr lang="en-US" sz="2800">
                                      <a:solidFill>
                                        <a:srgbClr val="002060"/>
                                      </a:solidFill>
                                      <a:latin typeface="Cambria Math" panose="02040503050406030204" pitchFamily="18" charset="0"/>
                                    </a:rPr>
                                    <m:t> </m:t>
                                  </m:r>
                                  <m:r>
                                    <a:rPr lang="en-US" sz="2800" b="0" i="1" smtClean="0">
                                      <a:solidFill>
                                        <a:schemeClr val="bg1"/>
                                      </a:solidFill>
                                      <a:latin typeface="Cambria Math" panose="02040503050406030204" pitchFamily="18" charset="0"/>
                                    </a:rPr>
                                    <m:t>36</m:t>
                                  </m:r>
                                  <m:r>
                                    <a:rPr lang="en-US" sz="2800">
                                      <a:solidFill>
                                        <a:srgbClr val="002060"/>
                                      </a:solidFill>
                                      <a:latin typeface="Cambria Math" panose="02040503050406030204" pitchFamily="18" charset="0"/>
                                    </a:rPr>
                                    <m:t>+</m:t>
                                  </m:r>
                                  <m:f>
                                    <m:fPr>
                                      <m:ctrlPr>
                                        <a:rPr lang="en-US" sz="2800" i="1" smtClean="0">
                                          <a:solidFill>
                                            <a:srgbClr val="C00000"/>
                                          </a:solidFill>
                                          <a:latin typeface="Cambria Math" panose="02040503050406030204" pitchFamily="18" charset="0"/>
                                        </a:rPr>
                                      </m:ctrlPr>
                                    </m:fPr>
                                    <m:num>
                                      <m:r>
                                        <a:rPr lang="en-US" sz="2800">
                                          <a:solidFill>
                                            <a:srgbClr val="C00000"/>
                                          </a:solidFill>
                                          <a:latin typeface="Cambria Math" panose="02040503050406030204" pitchFamily="18" charset="0"/>
                                        </a:rPr>
                                        <m:t> 1 </m:t>
                                      </m:r>
                                    </m:num>
                                    <m:den>
                                      <m:r>
                                        <a:rPr lang="en-US" sz="2800">
                                          <a:solidFill>
                                            <a:srgbClr val="C00000"/>
                                          </a:solidFill>
                                          <a:latin typeface="Cambria Math" panose="02040503050406030204" pitchFamily="18" charset="0"/>
                                        </a:rPr>
                                        <m:t> 12 </m:t>
                                      </m:r>
                                    </m:den>
                                  </m:f>
                                  <m:d>
                                    <m:dPr>
                                      <m:ctrlPr>
                                        <a:rPr lang="en-US" sz="2800" i="1">
                                          <a:solidFill>
                                            <a:srgbClr val="C00000"/>
                                          </a:solidFill>
                                          <a:latin typeface="Cambria Math" panose="02040503050406030204" pitchFamily="18" charset="0"/>
                                        </a:rPr>
                                      </m:ctrlPr>
                                    </m:dPr>
                                    <m:e>
                                      <m:sSup>
                                        <m:sSupPr>
                                          <m:ctrlPr>
                                            <a:rPr lang="en-US" sz="2800" i="1">
                                              <a:solidFill>
                                                <a:srgbClr val="C00000"/>
                                              </a:solidFill>
                                              <a:latin typeface="Cambria Math" panose="02040503050406030204" pitchFamily="18" charset="0"/>
                                            </a:rPr>
                                          </m:ctrlPr>
                                        </m:sSupPr>
                                        <m:e>
                                          <m:r>
                                            <a:rPr lang="en-US" sz="2800" b="0" i="1" smtClean="0">
                                              <a:solidFill>
                                                <a:schemeClr val="bg1"/>
                                              </a:solidFill>
                                              <a:latin typeface="Cambria Math" panose="02040503050406030204" pitchFamily="18" charset="0"/>
                                            </a:rPr>
                                            <m:t>2</m:t>
                                          </m:r>
                                        </m:e>
                                        <m:sup>
                                          <m:r>
                                            <a:rPr lang="en-US" sz="2800">
                                              <a:solidFill>
                                                <a:srgbClr val="C00000"/>
                                              </a:solidFill>
                                              <a:latin typeface="Cambria Math" panose="02040503050406030204" pitchFamily="18" charset="0"/>
                                            </a:rPr>
                                            <m:t>3</m:t>
                                          </m:r>
                                        </m:sup>
                                      </m:sSup>
                                      <m:r>
                                        <a:rPr lang="en-US" sz="2800">
                                          <a:solidFill>
                                            <a:srgbClr val="C00000"/>
                                          </a:solidFill>
                                          <a:latin typeface="Cambria Math" panose="02040503050406030204" pitchFamily="18" charset="0"/>
                                        </a:rPr>
                                        <m:t>−</m:t>
                                      </m:r>
                                      <m:r>
                                        <a:rPr lang="en-US" sz="2800" b="0" i="1" smtClean="0">
                                          <a:solidFill>
                                            <a:schemeClr val="bg1"/>
                                          </a:solidFill>
                                          <a:latin typeface="Cambria Math" panose="02040503050406030204" pitchFamily="18" charset="0"/>
                                        </a:rPr>
                                        <m:t>2</m:t>
                                      </m:r>
                                    </m:e>
                                  </m:d>
                                  <m:r>
                                    <a:rPr lang="en-US" sz="2800">
                                      <a:solidFill>
                                        <a:srgbClr val="002060"/>
                                      </a:solidFill>
                                      <a:latin typeface="Cambria Math" panose="02040503050406030204" pitchFamily="18" charset="0"/>
                                    </a:rPr>
                                    <m:t>+</m:t>
                                  </m:r>
                                  <m:f>
                                    <m:fPr>
                                      <m:ctrlPr>
                                        <a:rPr lang="en-US" sz="2800" i="1" smtClean="0">
                                          <a:solidFill>
                                            <a:srgbClr val="7030A0"/>
                                          </a:solidFill>
                                          <a:latin typeface="Cambria Math" panose="02040503050406030204" pitchFamily="18" charset="0"/>
                                        </a:rPr>
                                      </m:ctrlPr>
                                    </m:fPr>
                                    <m:num>
                                      <m:r>
                                        <a:rPr lang="en-US" sz="2800">
                                          <a:solidFill>
                                            <a:srgbClr val="7030A0"/>
                                          </a:solidFill>
                                          <a:latin typeface="Cambria Math" panose="02040503050406030204" pitchFamily="18" charset="0"/>
                                        </a:rPr>
                                        <m:t> 1 </m:t>
                                      </m:r>
                                    </m:num>
                                    <m:den>
                                      <m:r>
                                        <a:rPr lang="en-US" sz="2800">
                                          <a:solidFill>
                                            <a:srgbClr val="7030A0"/>
                                          </a:solidFill>
                                          <a:latin typeface="Cambria Math" panose="02040503050406030204" pitchFamily="18" charset="0"/>
                                        </a:rPr>
                                        <m:t> 12 </m:t>
                                      </m:r>
                                    </m:den>
                                  </m:f>
                                  <m:d>
                                    <m:dPr>
                                      <m:ctrlPr>
                                        <a:rPr lang="en-US" sz="2800" i="1">
                                          <a:solidFill>
                                            <a:srgbClr val="7030A0"/>
                                          </a:solidFill>
                                          <a:latin typeface="Cambria Math" panose="02040503050406030204" pitchFamily="18" charset="0"/>
                                        </a:rPr>
                                      </m:ctrlPr>
                                    </m:dPr>
                                    <m:e>
                                      <m:sSup>
                                        <m:sSupPr>
                                          <m:ctrlPr>
                                            <a:rPr lang="en-US" sz="2800" i="1">
                                              <a:solidFill>
                                                <a:srgbClr val="7030A0"/>
                                              </a:solidFill>
                                              <a:latin typeface="Cambria Math" panose="02040503050406030204" pitchFamily="18" charset="0"/>
                                            </a:rPr>
                                          </m:ctrlPr>
                                        </m:sSupPr>
                                        <m:e>
                                          <m:r>
                                            <a:rPr lang="en-US" sz="2800" b="0" i="1" smtClean="0">
                                              <a:solidFill>
                                                <a:schemeClr val="bg1"/>
                                              </a:solidFill>
                                              <a:latin typeface="Cambria Math" panose="02040503050406030204" pitchFamily="18" charset="0"/>
                                            </a:rPr>
                                            <m:t>2</m:t>
                                          </m:r>
                                        </m:e>
                                        <m:sup>
                                          <m:r>
                                            <a:rPr lang="en-US" sz="2800">
                                              <a:solidFill>
                                                <a:srgbClr val="7030A0"/>
                                              </a:solidFill>
                                              <a:latin typeface="Cambria Math" panose="02040503050406030204" pitchFamily="18" charset="0"/>
                                            </a:rPr>
                                            <m:t>3</m:t>
                                          </m:r>
                                        </m:sup>
                                      </m:sSup>
                                      <m:r>
                                        <a:rPr lang="en-US" sz="2800">
                                          <a:solidFill>
                                            <a:srgbClr val="7030A0"/>
                                          </a:solidFill>
                                          <a:latin typeface="Cambria Math" panose="02040503050406030204" pitchFamily="18" charset="0"/>
                                        </a:rPr>
                                        <m:t>−</m:t>
                                      </m:r>
                                      <m:r>
                                        <a:rPr lang="en-US" sz="2800" b="0" i="1" smtClean="0">
                                          <a:solidFill>
                                            <a:schemeClr val="bg1"/>
                                          </a:solidFill>
                                          <a:latin typeface="Cambria Math" panose="02040503050406030204" pitchFamily="18" charset="0"/>
                                        </a:rPr>
                                        <m:t>2</m:t>
                                      </m:r>
                                    </m:e>
                                  </m:d>
                                  <m:r>
                                    <a:rPr lang="en-US" sz="2800">
                                      <a:solidFill>
                                        <a:srgbClr val="002060"/>
                                      </a:solidFill>
                                      <a:latin typeface="Cambria Math" panose="02040503050406030204" pitchFamily="18" charset="0"/>
                                    </a:rPr>
                                    <m:t>+</m:t>
                                  </m:r>
                                  <m:f>
                                    <m:fPr>
                                      <m:ctrlPr>
                                        <a:rPr lang="en-US" sz="2800" i="1" smtClean="0">
                                          <a:solidFill>
                                            <a:srgbClr val="0070C0"/>
                                          </a:solidFill>
                                          <a:latin typeface="Cambria Math" panose="02040503050406030204" pitchFamily="18" charset="0"/>
                                        </a:rPr>
                                      </m:ctrlPr>
                                    </m:fPr>
                                    <m:num>
                                      <m:r>
                                        <a:rPr lang="en-US" sz="2800">
                                          <a:solidFill>
                                            <a:srgbClr val="0070C0"/>
                                          </a:solidFill>
                                          <a:latin typeface="Cambria Math" panose="02040503050406030204" pitchFamily="18" charset="0"/>
                                        </a:rPr>
                                        <m:t> 1 </m:t>
                                      </m:r>
                                    </m:num>
                                    <m:den>
                                      <m:r>
                                        <a:rPr lang="en-US" sz="2800">
                                          <a:solidFill>
                                            <a:srgbClr val="0070C0"/>
                                          </a:solidFill>
                                          <a:latin typeface="Cambria Math" panose="02040503050406030204" pitchFamily="18" charset="0"/>
                                        </a:rPr>
                                        <m:t> 12 </m:t>
                                      </m:r>
                                    </m:den>
                                  </m:f>
                                  <m:d>
                                    <m:dPr>
                                      <m:ctrlPr>
                                        <a:rPr lang="en-US" sz="2800" i="1">
                                          <a:solidFill>
                                            <a:srgbClr val="0070C0"/>
                                          </a:solidFill>
                                          <a:latin typeface="Cambria Math" panose="02040503050406030204" pitchFamily="18" charset="0"/>
                                        </a:rPr>
                                      </m:ctrlPr>
                                    </m:dPr>
                                    <m:e>
                                      <m:sSup>
                                        <m:sSupPr>
                                          <m:ctrlPr>
                                            <a:rPr lang="en-US" sz="2800" i="1">
                                              <a:solidFill>
                                                <a:srgbClr val="0070C0"/>
                                              </a:solidFill>
                                              <a:latin typeface="Cambria Math" panose="02040503050406030204" pitchFamily="18" charset="0"/>
                                            </a:rPr>
                                          </m:ctrlPr>
                                        </m:sSupPr>
                                        <m:e>
                                          <m:r>
                                            <a:rPr lang="en-US" sz="2800" i="1" smtClean="0">
                                              <a:solidFill>
                                                <a:schemeClr val="bg1"/>
                                              </a:solidFill>
                                              <a:latin typeface="Cambria Math" panose="02040503050406030204" pitchFamily="18" charset="0"/>
                                            </a:rPr>
                                            <m:t>3</m:t>
                                          </m:r>
                                        </m:e>
                                        <m:sup>
                                          <m:r>
                                            <a:rPr lang="en-US" sz="2800">
                                              <a:solidFill>
                                                <a:srgbClr val="0070C0"/>
                                              </a:solidFill>
                                              <a:latin typeface="Cambria Math" panose="02040503050406030204" pitchFamily="18" charset="0"/>
                                            </a:rPr>
                                            <m:t>3</m:t>
                                          </m:r>
                                        </m:sup>
                                      </m:sSup>
                                      <m:r>
                                        <a:rPr lang="en-US" sz="2800">
                                          <a:solidFill>
                                            <a:srgbClr val="0070C0"/>
                                          </a:solidFill>
                                          <a:latin typeface="Cambria Math" panose="02040503050406030204" pitchFamily="18" charset="0"/>
                                        </a:rPr>
                                        <m:t>−</m:t>
                                      </m:r>
                                      <m:r>
                                        <a:rPr lang="en-US" sz="2800" i="1" smtClean="0">
                                          <a:solidFill>
                                            <a:schemeClr val="bg1"/>
                                          </a:solidFill>
                                          <a:latin typeface="Cambria Math" panose="02040503050406030204" pitchFamily="18" charset="0"/>
                                        </a:rPr>
                                        <m:t>3</m:t>
                                      </m:r>
                                    </m:e>
                                  </m:d>
                                  <m:r>
                                    <a:rPr lang="en-US" sz="2800" b="0" i="1" smtClean="0">
                                      <a:solidFill>
                                        <a:srgbClr val="0070C0"/>
                                      </a:solidFill>
                                      <a:latin typeface="Cambria Math" panose="02040503050406030204" pitchFamily="18" charset="0"/>
                                    </a:rPr>
                                    <m:t> </m:t>
                                  </m:r>
                                </m:e>
                                <m:e>
                                  <m:r>
                                    <a:rPr lang="en-US" sz="2800" i="1">
                                      <a:solidFill>
                                        <a:srgbClr val="002060"/>
                                      </a:solidFill>
                                      <a:latin typeface="Cambria Math" panose="02040503050406030204" pitchFamily="18" charset="0"/>
                                    </a:rPr>
                                    <m:t> </m:t>
                                  </m:r>
                                </m:e>
                              </m:eqArr>
                            </m:e>
                          </m:d>
                        </m:num>
                        <m:den>
                          <m:eqArr>
                            <m:eqArrPr>
                              <m:ctrlPr>
                                <a:rPr lang="en-US" sz="2800" i="1" smtClean="0">
                                  <a:solidFill>
                                    <a:srgbClr val="002060"/>
                                  </a:solidFill>
                                  <a:latin typeface="Cambria Math" panose="02040503050406030204" pitchFamily="18" charset="0"/>
                                </a:rPr>
                              </m:ctrlPr>
                            </m:eqArrPr>
                            <m:e>
                              <m:r>
                                <a:rPr lang="en-US" sz="2800" b="0" i="0" smtClean="0">
                                  <a:solidFill>
                                    <a:srgbClr val="002060"/>
                                  </a:solidFill>
                                  <a:latin typeface="Cambria Math" panose="02040503050406030204" pitchFamily="18" charset="0"/>
                                </a:rPr>
                                <m:t> </m:t>
                              </m:r>
                            </m:e>
                            <m:e>
                              <m:r>
                                <a:rPr lang="en-US" sz="2800">
                                  <a:solidFill>
                                    <a:srgbClr val="002060"/>
                                  </a:solidFill>
                                  <a:latin typeface="Cambria Math" panose="02040503050406030204" pitchFamily="18" charset="0"/>
                                </a:rPr>
                                <m:t>  </m:t>
                              </m:r>
                              <m:r>
                                <a:rPr lang="en-US" sz="2800" b="0" i="0" smtClean="0">
                                  <a:solidFill>
                                    <a:schemeClr val="bg1"/>
                                  </a:solidFill>
                                  <a:latin typeface="Cambria Math" panose="02040503050406030204" pitchFamily="18" charset="0"/>
                                </a:rPr>
                                <m:t>10</m:t>
                              </m:r>
                              <m:r>
                                <a:rPr lang="en-US" sz="2800">
                                  <a:solidFill>
                                    <a:srgbClr val="002060"/>
                                  </a:solidFill>
                                  <a:latin typeface="Cambria Math" panose="02040503050406030204" pitchFamily="18" charset="0"/>
                                </a:rPr>
                                <m:t> </m:t>
                              </m:r>
                              <m:d>
                                <m:dPr>
                                  <m:ctrlPr>
                                    <a:rPr lang="en-US" sz="2800" i="1">
                                      <a:solidFill>
                                        <a:srgbClr val="002060"/>
                                      </a:solidFill>
                                      <a:latin typeface="Cambria Math" panose="02040503050406030204" pitchFamily="18" charset="0"/>
                                    </a:rPr>
                                  </m:ctrlPr>
                                </m:dPr>
                                <m:e>
                                  <m:sSup>
                                    <m:sSupPr>
                                      <m:ctrlPr>
                                        <a:rPr lang="en-US" sz="2800" i="1">
                                          <a:solidFill>
                                            <a:srgbClr val="002060"/>
                                          </a:solidFill>
                                          <a:latin typeface="Cambria Math" panose="02040503050406030204" pitchFamily="18" charset="0"/>
                                        </a:rPr>
                                      </m:ctrlPr>
                                    </m:sSupPr>
                                    <m:e>
                                      <m:r>
                                        <a:rPr lang="en-US" sz="2800" b="0" i="0" smtClean="0">
                                          <a:solidFill>
                                            <a:schemeClr val="bg1"/>
                                          </a:solidFill>
                                          <a:latin typeface="Cambria Math" panose="02040503050406030204" pitchFamily="18" charset="0"/>
                                        </a:rPr>
                                        <m:t>10</m:t>
                                      </m:r>
                                    </m:e>
                                    <m:sup>
                                      <m:r>
                                        <a:rPr lang="en-US" sz="2800">
                                          <a:solidFill>
                                            <a:srgbClr val="002060"/>
                                          </a:solidFill>
                                          <a:latin typeface="Cambria Math" panose="02040503050406030204" pitchFamily="18" charset="0"/>
                                        </a:rPr>
                                        <m:t>2</m:t>
                                      </m:r>
                                    </m:sup>
                                  </m:sSup>
                                  <m:r>
                                    <a:rPr lang="en-US" sz="2800">
                                      <a:solidFill>
                                        <a:srgbClr val="002060"/>
                                      </a:solidFill>
                                      <a:latin typeface="Cambria Math" panose="02040503050406030204" pitchFamily="18" charset="0"/>
                                    </a:rPr>
                                    <m:t>−1</m:t>
                                  </m:r>
                                </m:e>
                              </m:d>
                              <m:r>
                                <a:rPr lang="en-US" sz="2800">
                                  <a:solidFill>
                                    <a:srgbClr val="002060"/>
                                  </a:solidFill>
                                  <a:latin typeface="Cambria Math" panose="02040503050406030204" pitchFamily="18" charset="0"/>
                                </a:rPr>
                                <m:t>  </m:t>
                              </m:r>
                            </m:e>
                          </m:eqArr>
                        </m:den>
                      </m:f>
                    </m:oMath>
                  </m:oMathPara>
                </a14:m>
                <a:endParaRPr lang="en-US" dirty="0"/>
              </a:p>
            </p:txBody>
          </p:sp>
        </mc:Choice>
        <mc:Fallback xmlns="">
          <p:sp>
            <p:nvSpPr>
              <p:cNvPr id="17" name="Rectangle 16"/>
              <p:cNvSpPr>
                <a:spLocks noRot="1" noChangeAspect="1" noMove="1" noResize="1" noEditPoints="1" noAdjustHandles="1" noChangeArrowheads="1" noChangeShapeType="1" noTextEdit="1"/>
              </p:cNvSpPr>
              <p:nvPr/>
            </p:nvSpPr>
            <p:spPr>
              <a:xfrm>
                <a:off x="137271" y="4087061"/>
                <a:ext cx="9834936" cy="1732397"/>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68622B1E-44A3-44A2-B1C1-8D969737DA50}"/>
                  </a:ext>
                </a:extLst>
              </p:cNvPr>
              <p:cNvSpPr txBox="1"/>
              <p:nvPr/>
            </p:nvSpPr>
            <p:spPr>
              <a:xfrm>
                <a:off x="10894850" y="4325156"/>
                <a:ext cx="1297150"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sSub>
                        <m:sSubPr>
                          <m:ctrlPr>
                            <a:rPr lang="en-US" sz="2800" b="0" i="1" dirty="0" smtClean="0">
                              <a:solidFill>
                                <a:srgbClr val="FF0000"/>
                              </a:solidFill>
                              <a:latin typeface="Cambria Math" panose="02040503050406030204" pitchFamily="18" charset="0"/>
                            </a:rPr>
                          </m:ctrlPr>
                        </m:sSubPr>
                        <m:e>
                          <m:r>
                            <m:rPr>
                              <m:sty m:val="p"/>
                            </m:rPr>
                            <a:rPr lang="en-US" sz="2800" b="0" i="0" dirty="0" smtClean="0">
                              <a:solidFill>
                                <a:srgbClr val="FF0000"/>
                              </a:solidFill>
                              <a:latin typeface="Cambria Math" panose="02040503050406030204" pitchFamily="18" charset="0"/>
                            </a:rPr>
                            <m:t>m</m:t>
                          </m:r>
                        </m:e>
                        <m:sub>
                          <m:r>
                            <a:rPr lang="en-US" sz="2800" b="0" i="0" dirty="0" smtClean="0">
                              <a:solidFill>
                                <a:srgbClr val="FF0000"/>
                              </a:solidFill>
                              <a:latin typeface="Cambria Math" panose="02040503050406030204" pitchFamily="18" charset="0"/>
                            </a:rPr>
                            <m:t>1</m:t>
                          </m:r>
                        </m:sub>
                      </m:sSub>
                      <m:r>
                        <a:rPr lang="en-US" sz="2800" i="0" dirty="0" smtClean="0">
                          <a:solidFill>
                            <a:srgbClr val="FF0000"/>
                          </a:solidFill>
                          <a:latin typeface="Cambria Math" panose="02040503050406030204" pitchFamily="18" charset="0"/>
                        </a:rPr>
                        <m:t>=</m:t>
                      </m:r>
                      <m:r>
                        <a:rPr lang="en-US" sz="2800" b="0" i="0" dirty="0" smtClean="0">
                          <a:solidFill>
                            <a:srgbClr val="FF0000"/>
                          </a:solidFill>
                          <a:latin typeface="Cambria Math" panose="02040503050406030204" pitchFamily="18" charset="0"/>
                        </a:rPr>
                        <m:t>2</m:t>
                      </m:r>
                    </m:oMath>
                  </m:oMathPara>
                </a14:m>
                <a:endParaRPr lang="en-IN" sz="2800" dirty="0">
                  <a:solidFill>
                    <a:srgbClr val="FF0000"/>
                  </a:solidFill>
                </a:endParaRPr>
              </a:p>
            </p:txBody>
          </p:sp>
        </mc:Choice>
        <mc:Fallback xmlns="">
          <p:sp>
            <p:nvSpPr>
              <p:cNvPr id="18" name="TextBox 17">
                <a:extLst>
                  <a:ext uri="{FF2B5EF4-FFF2-40B4-BE49-F238E27FC236}">
                    <a16:creationId xmlns="" xmlns:a16="http://schemas.microsoft.com/office/drawing/2014/main"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10894850" y="4325156"/>
                <a:ext cx="1297150" cy="523220"/>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68622B1E-44A3-44A2-B1C1-8D969737DA50}"/>
                  </a:ext>
                </a:extLst>
              </p:cNvPr>
              <p:cNvSpPr txBox="1"/>
              <p:nvPr/>
            </p:nvSpPr>
            <p:spPr>
              <a:xfrm>
                <a:off x="10894850" y="4896330"/>
                <a:ext cx="1297150"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sSub>
                        <m:sSubPr>
                          <m:ctrlPr>
                            <a:rPr lang="en-US" sz="2800" b="0" i="1" dirty="0" smtClean="0">
                              <a:solidFill>
                                <a:srgbClr val="FF0000"/>
                              </a:solidFill>
                              <a:latin typeface="Cambria Math" panose="02040503050406030204" pitchFamily="18" charset="0"/>
                            </a:rPr>
                          </m:ctrlPr>
                        </m:sSubPr>
                        <m:e>
                          <m:r>
                            <m:rPr>
                              <m:sty m:val="p"/>
                            </m:rPr>
                            <a:rPr lang="en-US" sz="2800" b="0" i="0" dirty="0" smtClean="0">
                              <a:solidFill>
                                <a:srgbClr val="FF0000"/>
                              </a:solidFill>
                              <a:latin typeface="Cambria Math" panose="02040503050406030204" pitchFamily="18" charset="0"/>
                            </a:rPr>
                            <m:t>m</m:t>
                          </m:r>
                        </m:e>
                        <m:sub>
                          <m:r>
                            <a:rPr lang="en-US" sz="2800" b="0" i="0" dirty="0" smtClean="0">
                              <a:solidFill>
                                <a:srgbClr val="FF0000"/>
                              </a:solidFill>
                              <a:latin typeface="Cambria Math" panose="02040503050406030204" pitchFamily="18" charset="0"/>
                            </a:rPr>
                            <m:t>2</m:t>
                          </m:r>
                        </m:sub>
                      </m:sSub>
                      <m:r>
                        <a:rPr lang="en-US" sz="2800" i="0" dirty="0" smtClean="0">
                          <a:solidFill>
                            <a:srgbClr val="FF0000"/>
                          </a:solidFill>
                          <a:latin typeface="Cambria Math" panose="02040503050406030204" pitchFamily="18" charset="0"/>
                        </a:rPr>
                        <m:t>=</m:t>
                      </m:r>
                      <m:r>
                        <a:rPr lang="en-US" sz="2800" b="0" i="0" dirty="0" smtClean="0">
                          <a:solidFill>
                            <a:srgbClr val="FF0000"/>
                          </a:solidFill>
                          <a:latin typeface="Cambria Math" panose="02040503050406030204" pitchFamily="18" charset="0"/>
                        </a:rPr>
                        <m:t>2</m:t>
                      </m:r>
                    </m:oMath>
                  </m:oMathPara>
                </a14:m>
                <a:endParaRPr lang="en-IN" sz="2800" dirty="0">
                  <a:solidFill>
                    <a:srgbClr val="FF0000"/>
                  </a:solidFill>
                </a:endParaRPr>
              </a:p>
            </p:txBody>
          </p:sp>
        </mc:Choice>
        <mc:Fallback xmlns="">
          <p:sp>
            <p:nvSpPr>
              <p:cNvPr id="19" name="TextBox 18">
                <a:extLst>
                  <a:ext uri="{FF2B5EF4-FFF2-40B4-BE49-F238E27FC236}">
                    <a16:creationId xmlns="" xmlns:a16="http://schemas.microsoft.com/office/drawing/2014/main"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10894850" y="4896330"/>
                <a:ext cx="1297150" cy="523220"/>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68622B1E-44A3-44A2-B1C1-8D969737DA50}"/>
                  </a:ext>
                </a:extLst>
              </p:cNvPr>
              <p:cNvSpPr txBox="1"/>
              <p:nvPr/>
            </p:nvSpPr>
            <p:spPr>
              <a:xfrm>
                <a:off x="10894850" y="5468342"/>
                <a:ext cx="1297150"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sSub>
                        <m:sSubPr>
                          <m:ctrlPr>
                            <a:rPr lang="en-US" sz="2800" b="0" i="1" dirty="0" smtClean="0">
                              <a:solidFill>
                                <a:srgbClr val="FF0000"/>
                              </a:solidFill>
                              <a:latin typeface="Cambria Math" panose="02040503050406030204" pitchFamily="18" charset="0"/>
                            </a:rPr>
                          </m:ctrlPr>
                        </m:sSubPr>
                        <m:e>
                          <m:r>
                            <m:rPr>
                              <m:sty m:val="p"/>
                            </m:rPr>
                            <a:rPr lang="en-US" sz="2800" b="0" i="0" dirty="0" smtClean="0">
                              <a:solidFill>
                                <a:srgbClr val="FF0000"/>
                              </a:solidFill>
                              <a:latin typeface="Cambria Math" panose="02040503050406030204" pitchFamily="18" charset="0"/>
                            </a:rPr>
                            <m:t>m</m:t>
                          </m:r>
                        </m:e>
                        <m:sub>
                          <m:r>
                            <a:rPr lang="en-US" sz="2800" b="0" i="0" dirty="0" smtClean="0">
                              <a:solidFill>
                                <a:srgbClr val="FF0000"/>
                              </a:solidFill>
                              <a:latin typeface="Cambria Math" panose="02040503050406030204" pitchFamily="18" charset="0"/>
                            </a:rPr>
                            <m:t>3</m:t>
                          </m:r>
                        </m:sub>
                      </m:sSub>
                      <m:r>
                        <a:rPr lang="en-US" sz="2800" i="0" dirty="0" smtClean="0">
                          <a:solidFill>
                            <a:srgbClr val="FF0000"/>
                          </a:solidFill>
                          <a:latin typeface="Cambria Math" panose="02040503050406030204" pitchFamily="18" charset="0"/>
                        </a:rPr>
                        <m:t>=</m:t>
                      </m:r>
                      <m:r>
                        <a:rPr lang="en-US" sz="2800" b="0" i="0" dirty="0" smtClean="0">
                          <a:solidFill>
                            <a:srgbClr val="FF0000"/>
                          </a:solidFill>
                          <a:latin typeface="Cambria Math" panose="02040503050406030204" pitchFamily="18" charset="0"/>
                        </a:rPr>
                        <m:t>3</m:t>
                      </m:r>
                    </m:oMath>
                  </m:oMathPara>
                </a14:m>
                <a:endParaRPr lang="en-IN" sz="2800" dirty="0">
                  <a:solidFill>
                    <a:srgbClr val="FF0000"/>
                  </a:solidFill>
                </a:endParaRPr>
              </a:p>
            </p:txBody>
          </p:sp>
        </mc:Choice>
        <mc:Fallback xmlns="">
          <p:sp>
            <p:nvSpPr>
              <p:cNvPr id="20" name="TextBox 19">
                <a:extLst>
                  <a:ext uri="{FF2B5EF4-FFF2-40B4-BE49-F238E27FC236}">
                    <a16:creationId xmlns="" xmlns:a16="http://schemas.microsoft.com/office/drawing/2014/main"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10894850" y="5468342"/>
                <a:ext cx="1297150" cy="523220"/>
              </a:xfrm>
              <a:prstGeom prst="rect">
                <a:avLst/>
              </a:prstGeom>
              <a:blipFill rotWithShape="0">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p:cNvSpPr/>
              <p:nvPr/>
            </p:nvSpPr>
            <p:spPr>
              <a:xfrm>
                <a:off x="2151303" y="4361535"/>
                <a:ext cx="663964"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b="0" i="1" smtClean="0">
                          <a:solidFill>
                            <a:srgbClr val="002060"/>
                          </a:solidFill>
                          <a:latin typeface="Cambria Math" panose="02040503050406030204" pitchFamily="18" charset="0"/>
                        </a:rPr>
                        <m:t>3</m:t>
                      </m:r>
                      <m:r>
                        <a:rPr lang="en-US" sz="2800" i="1" smtClean="0">
                          <a:solidFill>
                            <a:srgbClr val="002060"/>
                          </a:solidFill>
                          <a:latin typeface="Cambria Math" panose="02040503050406030204" pitchFamily="18" charset="0"/>
                        </a:rPr>
                        <m:t>6</m:t>
                      </m:r>
                    </m:oMath>
                  </m:oMathPara>
                </a14:m>
                <a:endParaRPr lang="en-US" dirty="0">
                  <a:solidFill>
                    <a:srgbClr val="002060"/>
                  </a:solidFill>
                </a:endParaRPr>
              </a:p>
            </p:txBody>
          </p:sp>
        </mc:Choice>
        <mc:Fallback xmlns="">
          <p:sp>
            <p:nvSpPr>
              <p:cNvPr id="12" name="Rectangle 11"/>
              <p:cNvSpPr>
                <a:spLocks noRot="1" noChangeAspect="1" noMove="1" noResize="1" noEditPoints="1" noAdjustHandles="1" noChangeArrowheads="1" noChangeShapeType="1" noTextEdit="1"/>
              </p:cNvSpPr>
              <p:nvPr/>
            </p:nvSpPr>
            <p:spPr>
              <a:xfrm>
                <a:off x="2151303" y="4361535"/>
                <a:ext cx="663964" cy="523220"/>
              </a:xfrm>
              <a:prstGeom prst="rect">
                <a:avLst/>
              </a:prstGeom>
              <a:blipFill rotWithShape="0">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3726335" y="4395825"/>
                <a:ext cx="1258358"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sSup>
                        <m:sSupPr>
                          <m:ctrlPr>
                            <a:rPr lang="en-US" sz="2800" i="1">
                              <a:solidFill>
                                <a:srgbClr val="C00000"/>
                              </a:solidFill>
                              <a:latin typeface="Cambria Math" panose="02040503050406030204" pitchFamily="18" charset="0"/>
                            </a:rPr>
                          </m:ctrlPr>
                        </m:sSupPr>
                        <m:e>
                          <m:r>
                            <a:rPr lang="en-US" sz="2800" i="1">
                              <a:solidFill>
                                <a:srgbClr val="C00000"/>
                              </a:solidFill>
                              <a:latin typeface="Cambria Math" panose="02040503050406030204" pitchFamily="18" charset="0"/>
                            </a:rPr>
                            <m:t>2</m:t>
                          </m:r>
                        </m:e>
                        <m:sup>
                          <m:r>
                            <a:rPr lang="en-US" sz="2800">
                              <a:solidFill>
                                <a:srgbClr val="C00000"/>
                              </a:solidFill>
                              <a:latin typeface="Cambria Math" panose="02040503050406030204" pitchFamily="18" charset="0"/>
                            </a:rPr>
                            <m:t>3</m:t>
                          </m:r>
                        </m:sup>
                      </m:sSup>
                      <m:r>
                        <a:rPr lang="en-US" sz="2800">
                          <a:solidFill>
                            <a:srgbClr val="C00000"/>
                          </a:solidFill>
                          <a:latin typeface="Cambria Math" panose="02040503050406030204" pitchFamily="18" charset="0"/>
                        </a:rPr>
                        <m:t>−</m:t>
                      </m:r>
                      <m:r>
                        <a:rPr lang="en-US" sz="2800" i="1">
                          <a:solidFill>
                            <a:srgbClr val="C00000"/>
                          </a:solidFill>
                          <a:latin typeface="Cambria Math" panose="02040503050406030204" pitchFamily="18" charset="0"/>
                        </a:rPr>
                        <m:t>2</m:t>
                      </m:r>
                    </m:oMath>
                  </m:oMathPara>
                </a14:m>
                <a:endParaRPr lang="en-US" dirty="0">
                  <a:solidFill>
                    <a:srgbClr val="002060"/>
                  </a:solidFill>
                </a:endParaRPr>
              </a:p>
            </p:txBody>
          </p:sp>
        </mc:Choice>
        <mc:Fallback xmlns="">
          <p:sp>
            <p:nvSpPr>
              <p:cNvPr id="13" name="Rectangle 12"/>
              <p:cNvSpPr>
                <a:spLocks noRot="1" noChangeAspect="1" noMove="1" noResize="1" noEditPoints="1" noAdjustHandles="1" noChangeArrowheads="1" noChangeShapeType="1" noTextEdit="1"/>
              </p:cNvSpPr>
              <p:nvPr/>
            </p:nvSpPr>
            <p:spPr>
              <a:xfrm>
                <a:off x="3726335" y="4395825"/>
                <a:ext cx="1258358"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6041905" y="4391738"/>
                <a:ext cx="1258358"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sSup>
                        <m:sSupPr>
                          <m:ctrlPr>
                            <a:rPr lang="en-US" sz="2800" i="1" smtClean="0">
                              <a:solidFill>
                                <a:srgbClr val="7030A0"/>
                              </a:solidFill>
                              <a:latin typeface="Cambria Math" panose="02040503050406030204" pitchFamily="18" charset="0"/>
                            </a:rPr>
                          </m:ctrlPr>
                        </m:sSupPr>
                        <m:e>
                          <m:r>
                            <a:rPr lang="en-US" sz="2800" i="1">
                              <a:solidFill>
                                <a:srgbClr val="7030A0"/>
                              </a:solidFill>
                              <a:latin typeface="Cambria Math" panose="02040503050406030204" pitchFamily="18" charset="0"/>
                            </a:rPr>
                            <m:t>2</m:t>
                          </m:r>
                        </m:e>
                        <m:sup>
                          <m:r>
                            <a:rPr lang="en-US" sz="2800">
                              <a:solidFill>
                                <a:srgbClr val="7030A0"/>
                              </a:solidFill>
                              <a:latin typeface="Cambria Math" panose="02040503050406030204" pitchFamily="18" charset="0"/>
                            </a:rPr>
                            <m:t>3</m:t>
                          </m:r>
                        </m:sup>
                      </m:sSup>
                      <m:r>
                        <a:rPr lang="en-US" sz="2800">
                          <a:solidFill>
                            <a:srgbClr val="7030A0"/>
                          </a:solidFill>
                          <a:latin typeface="Cambria Math" panose="02040503050406030204" pitchFamily="18" charset="0"/>
                        </a:rPr>
                        <m:t>−</m:t>
                      </m:r>
                      <m:r>
                        <a:rPr lang="en-US" sz="2800" i="1">
                          <a:solidFill>
                            <a:srgbClr val="7030A0"/>
                          </a:solidFill>
                          <a:latin typeface="Cambria Math" panose="02040503050406030204" pitchFamily="18" charset="0"/>
                        </a:rPr>
                        <m:t>2</m:t>
                      </m:r>
                    </m:oMath>
                  </m:oMathPara>
                </a14:m>
                <a:endParaRPr lang="en-US" dirty="0">
                  <a:solidFill>
                    <a:srgbClr val="7030A0"/>
                  </a:solidFill>
                </a:endParaRPr>
              </a:p>
            </p:txBody>
          </p:sp>
        </mc:Choice>
        <mc:Fallback xmlns="">
          <p:sp>
            <p:nvSpPr>
              <p:cNvPr id="14" name="Rectangle 13"/>
              <p:cNvSpPr>
                <a:spLocks noRot="1" noChangeAspect="1" noMove="1" noResize="1" noEditPoints="1" noAdjustHandles="1" noChangeArrowheads="1" noChangeShapeType="1" noTextEdit="1"/>
              </p:cNvSpPr>
              <p:nvPr/>
            </p:nvSpPr>
            <p:spPr>
              <a:xfrm>
                <a:off x="6041905" y="4391738"/>
                <a:ext cx="1258358"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8345900" y="4391738"/>
                <a:ext cx="1258358"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sSup>
                        <m:sSupPr>
                          <m:ctrlPr>
                            <a:rPr lang="en-US" sz="2800" i="1">
                              <a:solidFill>
                                <a:srgbClr val="0070C0"/>
                              </a:solidFill>
                              <a:latin typeface="Cambria Math" panose="02040503050406030204" pitchFamily="18" charset="0"/>
                            </a:rPr>
                          </m:ctrlPr>
                        </m:sSupPr>
                        <m:e>
                          <m:r>
                            <a:rPr lang="en-US" sz="2800" i="1">
                              <a:solidFill>
                                <a:srgbClr val="0070C0"/>
                              </a:solidFill>
                              <a:latin typeface="Cambria Math" panose="02040503050406030204" pitchFamily="18" charset="0"/>
                            </a:rPr>
                            <m:t>3</m:t>
                          </m:r>
                        </m:e>
                        <m:sup>
                          <m:r>
                            <a:rPr lang="en-US" sz="2800">
                              <a:solidFill>
                                <a:srgbClr val="0070C0"/>
                              </a:solidFill>
                              <a:latin typeface="Cambria Math" panose="02040503050406030204" pitchFamily="18" charset="0"/>
                            </a:rPr>
                            <m:t>3</m:t>
                          </m:r>
                        </m:sup>
                      </m:sSup>
                      <m:r>
                        <a:rPr lang="en-US" sz="2800">
                          <a:solidFill>
                            <a:srgbClr val="0070C0"/>
                          </a:solidFill>
                          <a:latin typeface="Cambria Math" panose="02040503050406030204" pitchFamily="18" charset="0"/>
                        </a:rPr>
                        <m:t>−</m:t>
                      </m:r>
                      <m:r>
                        <a:rPr lang="en-US" sz="2800" i="1">
                          <a:solidFill>
                            <a:srgbClr val="0070C0"/>
                          </a:solidFill>
                          <a:latin typeface="Cambria Math" panose="02040503050406030204" pitchFamily="18" charset="0"/>
                        </a:rPr>
                        <m:t>3</m:t>
                      </m:r>
                    </m:oMath>
                  </m:oMathPara>
                </a14:m>
                <a:endParaRPr lang="en-US" dirty="0">
                  <a:solidFill>
                    <a:srgbClr val="002060"/>
                  </a:solidFill>
                </a:endParaRPr>
              </a:p>
            </p:txBody>
          </p:sp>
        </mc:Choice>
        <mc:Fallback xmlns="">
          <p:sp>
            <p:nvSpPr>
              <p:cNvPr id="15" name="Rectangle 14"/>
              <p:cNvSpPr>
                <a:spLocks noRot="1" noChangeAspect="1" noMove="1" noResize="1" noEditPoints="1" noAdjustHandles="1" noChangeArrowheads="1" noChangeShapeType="1" noTextEdit="1"/>
              </p:cNvSpPr>
              <p:nvPr/>
            </p:nvSpPr>
            <p:spPr>
              <a:xfrm>
                <a:off x="8345900" y="4391738"/>
                <a:ext cx="1258358"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Rectangle 20"/>
              <p:cNvSpPr/>
              <p:nvPr/>
            </p:nvSpPr>
            <p:spPr>
              <a:xfrm>
                <a:off x="4574856" y="5422113"/>
                <a:ext cx="663964"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a:solidFill>
                            <a:srgbClr val="002060"/>
                          </a:solidFill>
                          <a:latin typeface="Cambria Math" panose="02040503050406030204" pitchFamily="18" charset="0"/>
                        </a:rPr>
                        <m:t>10</m:t>
                      </m:r>
                    </m:oMath>
                  </m:oMathPara>
                </a14:m>
                <a:endParaRPr lang="en-US" dirty="0">
                  <a:solidFill>
                    <a:srgbClr val="002060"/>
                  </a:solidFill>
                </a:endParaRPr>
              </a:p>
            </p:txBody>
          </p:sp>
        </mc:Choice>
        <mc:Fallback xmlns="">
          <p:sp>
            <p:nvSpPr>
              <p:cNvPr id="21" name="Rectangle 20"/>
              <p:cNvSpPr>
                <a:spLocks noRot="1" noChangeAspect="1" noMove="1" noResize="1" noEditPoints="1" noAdjustHandles="1" noChangeArrowheads="1" noChangeShapeType="1" noTextEdit="1"/>
              </p:cNvSpPr>
              <p:nvPr/>
            </p:nvSpPr>
            <p:spPr>
              <a:xfrm>
                <a:off x="4574856" y="5422113"/>
                <a:ext cx="663964"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Rectangle 21"/>
              <p:cNvSpPr/>
              <p:nvPr/>
            </p:nvSpPr>
            <p:spPr>
              <a:xfrm>
                <a:off x="5199584" y="5444973"/>
                <a:ext cx="663964"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a:solidFill>
                            <a:srgbClr val="002060"/>
                          </a:solidFill>
                          <a:latin typeface="Cambria Math" panose="02040503050406030204" pitchFamily="18" charset="0"/>
                        </a:rPr>
                        <m:t>10</m:t>
                      </m:r>
                    </m:oMath>
                  </m:oMathPara>
                </a14:m>
                <a:endParaRPr lang="en-US" dirty="0">
                  <a:solidFill>
                    <a:srgbClr val="002060"/>
                  </a:solidFill>
                </a:endParaRPr>
              </a:p>
            </p:txBody>
          </p:sp>
        </mc:Choice>
        <mc:Fallback xmlns="">
          <p:sp>
            <p:nvSpPr>
              <p:cNvPr id="22" name="Rectangle 21"/>
              <p:cNvSpPr>
                <a:spLocks noRot="1" noChangeAspect="1" noMove="1" noResize="1" noEditPoints="1" noAdjustHandles="1" noChangeArrowheads="1" noChangeShapeType="1" noTextEdit="1"/>
              </p:cNvSpPr>
              <p:nvPr/>
            </p:nvSpPr>
            <p:spPr>
              <a:xfrm>
                <a:off x="5199584" y="5444973"/>
                <a:ext cx="663964" cy="523220"/>
              </a:xfrm>
              <a:prstGeom prst="rect">
                <a:avLst/>
              </a:prstGeom>
              <a:blipFill>
                <a:blip r:embed="rId14"/>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630581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par>
                          <p:cTn id="19" fill="hold">
                            <p:stCondLst>
                              <p:cond delay="0"/>
                            </p:stCondLst>
                            <p:childTnLst>
                              <p:par>
                                <p:cTn id="20" presetID="1" presetClass="exit" presetSubtype="0" fill="hold" grpId="1" nodeType="afterEffect">
                                  <p:stCondLst>
                                    <p:cond delay="0"/>
                                  </p:stCondLst>
                                  <p:childTnLst>
                                    <p:set>
                                      <p:cBhvr>
                                        <p:cTn id="21" dur="1" fill="hold">
                                          <p:stCondLst>
                                            <p:cond delay="499"/>
                                          </p:stCondLst>
                                        </p:cTn>
                                        <p:tgtEl>
                                          <p:spTgt spid="82"/>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86"/>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2"/>
                                        </p:tgtEl>
                                        <p:attrNameLst>
                                          <p:attrName>style.visibility</p:attrName>
                                        </p:attrNameLst>
                                      </p:cBhvr>
                                      <p:to>
                                        <p:strVal val="visible"/>
                                      </p:to>
                                    </p:set>
                                  </p:childTnLst>
                                </p:cTn>
                              </p:par>
                            </p:childTnLst>
                          </p:cTn>
                        </p:par>
                        <p:par>
                          <p:cTn id="30" fill="hold">
                            <p:stCondLst>
                              <p:cond delay="0"/>
                            </p:stCondLst>
                            <p:childTnLst>
                              <p:par>
                                <p:cTn id="31" presetID="1" presetClass="exit" presetSubtype="0" fill="hold" grpId="1" nodeType="afterEffect">
                                  <p:stCondLst>
                                    <p:cond delay="0"/>
                                  </p:stCondLst>
                                  <p:childTnLst>
                                    <p:set>
                                      <p:cBhvr>
                                        <p:cTn id="32" dur="1" fill="hold">
                                          <p:stCondLst>
                                            <p:cond delay="499"/>
                                          </p:stCondLst>
                                        </p:cTn>
                                        <p:tgtEl>
                                          <p:spTgt spid="86"/>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childTnLst>
                          </p:cTn>
                        </p:par>
                        <p:par>
                          <p:cTn id="41" fill="hold">
                            <p:stCondLst>
                              <p:cond delay="0"/>
                            </p:stCondLst>
                            <p:childTnLst>
                              <p:par>
                                <p:cTn id="42" presetID="1" presetClass="exit" presetSubtype="0" fill="hold" grpId="1" nodeType="afterEffect">
                                  <p:stCondLst>
                                    <p:cond delay="0"/>
                                  </p:stCondLst>
                                  <p:childTnLst>
                                    <p:set>
                                      <p:cBhvr>
                                        <p:cTn id="43" dur="1" fill="hold">
                                          <p:stCondLst>
                                            <p:cond delay="499"/>
                                          </p:stCondLst>
                                        </p:cTn>
                                        <p:tgtEl>
                                          <p:spTgt spid="18"/>
                                        </p:tgtEl>
                                        <p:attrNameLst>
                                          <p:attrName>style.visibility</p:attrName>
                                        </p:attrNameLst>
                                      </p:cBhvr>
                                      <p:to>
                                        <p:strVal val="hidden"/>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19"/>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14"/>
                                        </p:tgtEl>
                                        <p:attrNameLst>
                                          <p:attrName>style.visibility</p:attrName>
                                        </p:attrNameLst>
                                      </p:cBhvr>
                                      <p:to>
                                        <p:strVal val="visible"/>
                                      </p:to>
                                    </p:set>
                                  </p:childTnLst>
                                </p:cTn>
                              </p:par>
                            </p:childTnLst>
                          </p:cTn>
                        </p:par>
                        <p:par>
                          <p:cTn id="52" fill="hold">
                            <p:stCondLst>
                              <p:cond delay="0"/>
                            </p:stCondLst>
                            <p:childTnLst>
                              <p:par>
                                <p:cTn id="53" presetID="1" presetClass="exit" presetSubtype="0" fill="hold" grpId="1" nodeType="afterEffect">
                                  <p:stCondLst>
                                    <p:cond delay="0"/>
                                  </p:stCondLst>
                                  <p:childTnLst>
                                    <p:set>
                                      <p:cBhvr>
                                        <p:cTn id="54" dur="1" fill="hold">
                                          <p:stCondLst>
                                            <p:cond delay="499"/>
                                          </p:stCondLst>
                                        </p:cTn>
                                        <p:tgtEl>
                                          <p:spTgt spid="19"/>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5"/>
                                        </p:tgtEl>
                                        <p:attrNameLst>
                                          <p:attrName>style.visibility</p:attrName>
                                        </p:attrNameLst>
                                      </p:cBhvr>
                                      <p:to>
                                        <p:strVal val="visible"/>
                                      </p:to>
                                    </p:set>
                                  </p:childTnLst>
                                </p:cTn>
                              </p:par>
                            </p:childTnLst>
                          </p:cTn>
                        </p:par>
                        <p:par>
                          <p:cTn id="63" fill="hold">
                            <p:stCondLst>
                              <p:cond delay="0"/>
                            </p:stCondLst>
                            <p:childTnLst>
                              <p:par>
                                <p:cTn id="64" presetID="1" presetClass="exit" presetSubtype="0" fill="hold" grpId="1" nodeType="afterEffect">
                                  <p:stCondLst>
                                    <p:cond delay="0"/>
                                  </p:stCondLst>
                                  <p:childTnLst>
                                    <p:set>
                                      <p:cBhvr>
                                        <p:cTn id="65" dur="1" fill="hold">
                                          <p:stCondLst>
                                            <p:cond delay="499"/>
                                          </p:stCondLst>
                                        </p:cTn>
                                        <p:tgtEl>
                                          <p:spTgt spid="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p:bldP spid="82" grpId="1"/>
      <p:bldP spid="86" grpId="0"/>
      <p:bldP spid="86" grpId="1"/>
      <p:bldP spid="17" grpId="0"/>
      <p:bldP spid="18" grpId="0"/>
      <p:bldP spid="18" grpId="1"/>
      <p:bldP spid="19" grpId="0"/>
      <p:bldP spid="19" grpId="1"/>
      <p:bldP spid="20" grpId="0"/>
      <p:bldP spid="20" grpId="1"/>
      <p:bldP spid="12" grpId="0"/>
      <p:bldP spid="13" grpId="0"/>
      <p:bldP spid="14" grpId="0"/>
      <p:bldP spid="15" grpId="0"/>
      <p:bldP spid="21" grpId="0"/>
      <p:bldP spid="22"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2 ⇝ Example 4(</a:t>
            </a:r>
            <a:r>
              <a:rPr lang="en-GB" dirty="0">
                <a:solidFill>
                  <a:srgbClr val="FF0000"/>
                </a:solidFill>
              </a:rPr>
              <a:t>Continue</a:t>
            </a:r>
            <a:r>
              <a:rPr lang="en-GB" dirty="0"/>
              <a:t>)</a:t>
            </a:r>
            <a:endParaRPr lang="en-US" dirty="0"/>
          </a:p>
        </p:txBody>
      </p:sp>
      <mc:AlternateContent xmlns:mc="http://schemas.openxmlformats.org/markup-compatibility/2006" xmlns:a14="http://schemas.microsoft.com/office/drawing/2010/main">
        <mc:Choice Requires="a14">
          <p:sp>
            <p:nvSpPr>
              <p:cNvPr id="8" name="Rectangle 7"/>
              <p:cNvSpPr/>
              <p:nvPr/>
            </p:nvSpPr>
            <p:spPr>
              <a:xfrm>
                <a:off x="137271" y="859577"/>
                <a:ext cx="8552278" cy="1809085"/>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m:rPr>
                          <m:sty m:val="p"/>
                        </m:rPr>
                        <a:rPr lang="en-US" sz="2800" smtClean="0">
                          <a:solidFill>
                            <a:srgbClr val="002060"/>
                          </a:solidFill>
                          <a:latin typeface="Cambria Math" panose="02040503050406030204" pitchFamily="18" charset="0"/>
                        </a:rPr>
                        <m:t>ρ</m:t>
                      </m:r>
                      <m:r>
                        <a:rPr lang="en-US" sz="2800">
                          <a:solidFill>
                            <a:srgbClr val="002060"/>
                          </a:solidFill>
                          <a:latin typeface="Cambria Math" panose="02040503050406030204" pitchFamily="18" charset="0"/>
                        </a:rPr>
                        <m:t>=1−</m:t>
                      </m:r>
                      <m:f>
                        <m:fPr>
                          <m:ctrlPr>
                            <a:rPr lang="en-US" sz="2800" i="1">
                              <a:solidFill>
                                <a:srgbClr val="C00000"/>
                              </a:solidFill>
                              <a:latin typeface="Cambria Math" panose="02040503050406030204" pitchFamily="18" charset="0"/>
                            </a:rPr>
                          </m:ctrlPr>
                        </m:fPr>
                        <m:num>
                          <m:r>
                            <a:rPr lang="en-US" sz="2800">
                              <a:solidFill>
                                <a:srgbClr val="002060"/>
                              </a:solidFill>
                              <a:latin typeface="Cambria Math" panose="02040503050406030204" pitchFamily="18" charset="0"/>
                            </a:rPr>
                            <m:t> 6</m:t>
                          </m:r>
                          <m:r>
                            <a:rPr lang="en-US" sz="2800">
                              <a:solidFill>
                                <a:srgbClr val="002060"/>
                              </a:solidFill>
                              <a:latin typeface="Cambria Math" panose="02040503050406030204" pitchFamily="18" charset="0"/>
                              <a:ea typeface="Cambria Math" panose="02040503050406030204" pitchFamily="18" charset="0"/>
                            </a:rPr>
                            <m:t>∙</m:t>
                          </m:r>
                          <m:d>
                            <m:dPr>
                              <m:begChr m:val="["/>
                              <m:endChr m:val="]"/>
                              <m:ctrlPr>
                                <a:rPr lang="en-US" sz="2800" i="1">
                                  <a:solidFill>
                                    <a:srgbClr val="002060"/>
                                  </a:solidFill>
                                  <a:latin typeface="Cambria Math" panose="02040503050406030204" pitchFamily="18" charset="0"/>
                                </a:rPr>
                              </m:ctrlPr>
                            </m:dPr>
                            <m:e>
                              <m:eqArr>
                                <m:eqArrPr>
                                  <m:ctrlPr>
                                    <a:rPr lang="en-US" sz="2800" i="1">
                                      <a:solidFill>
                                        <a:srgbClr val="002060"/>
                                      </a:solidFill>
                                      <a:latin typeface="Cambria Math" panose="02040503050406030204" pitchFamily="18" charset="0"/>
                                    </a:rPr>
                                  </m:ctrlPr>
                                </m:eqArrPr>
                                <m:e>
                                  <m:r>
                                    <a:rPr lang="en-US" sz="2800">
                                      <a:solidFill>
                                        <a:srgbClr val="002060"/>
                                      </a:solidFill>
                                      <a:latin typeface="Cambria Math" panose="02040503050406030204" pitchFamily="18" charset="0"/>
                                    </a:rPr>
                                    <m:t> </m:t>
                                  </m:r>
                                </m:e>
                                <m:e>
                                  <m:r>
                                    <a:rPr lang="en-US" sz="2800">
                                      <a:solidFill>
                                        <a:srgbClr val="002060"/>
                                      </a:solidFill>
                                      <a:latin typeface="Cambria Math" panose="02040503050406030204" pitchFamily="18" charset="0"/>
                                    </a:rPr>
                                    <m:t> </m:t>
                                  </m:r>
                                  <m:r>
                                    <a:rPr lang="en-US" sz="2800" i="1">
                                      <a:solidFill>
                                        <a:srgbClr val="002060"/>
                                      </a:solidFill>
                                      <a:latin typeface="Cambria Math" panose="02040503050406030204" pitchFamily="18" charset="0"/>
                                    </a:rPr>
                                    <m:t>36</m:t>
                                  </m:r>
                                  <m:r>
                                    <a:rPr lang="en-US" sz="2800">
                                      <a:solidFill>
                                        <a:srgbClr val="002060"/>
                                      </a:solidFill>
                                      <a:latin typeface="Cambria Math" panose="02040503050406030204" pitchFamily="18" charset="0"/>
                                    </a:rPr>
                                    <m:t>+</m:t>
                                  </m:r>
                                  <m:f>
                                    <m:fPr>
                                      <m:ctrlPr>
                                        <a:rPr lang="en-US" sz="2800" i="1">
                                          <a:solidFill>
                                            <a:srgbClr val="C00000"/>
                                          </a:solidFill>
                                          <a:latin typeface="Cambria Math" panose="02040503050406030204" pitchFamily="18" charset="0"/>
                                        </a:rPr>
                                      </m:ctrlPr>
                                    </m:fPr>
                                    <m:num>
                                      <m:r>
                                        <a:rPr lang="en-US" sz="2800" b="0" i="1" smtClean="0">
                                          <a:solidFill>
                                            <a:srgbClr val="C00000"/>
                                          </a:solidFill>
                                          <a:latin typeface="Cambria Math" panose="02040503050406030204" pitchFamily="18" charset="0"/>
                                        </a:rPr>
                                        <m:t> </m:t>
                                      </m:r>
                                      <m:d>
                                        <m:dPr>
                                          <m:ctrlPr>
                                            <a:rPr lang="en-US" sz="2800" i="1">
                                              <a:solidFill>
                                                <a:srgbClr val="C00000"/>
                                              </a:solidFill>
                                              <a:latin typeface="Cambria Math" panose="02040503050406030204" pitchFamily="18" charset="0"/>
                                            </a:rPr>
                                          </m:ctrlPr>
                                        </m:dPr>
                                        <m:e>
                                          <m:sSup>
                                            <m:sSupPr>
                                              <m:ctrlPr>
                                                <a:rPr lang="en-US" sz="2800" i="1">
                                                  <a:solidFill>
                                                    <a:srgbClr val="C00000"/>
                                                  </a:solidFill>
                                                  <a:latin typeface="Cambria Math" panose="02040503050406030204" pitchFamily="18" charset="0"/>
                                                </a:rPr>
                                              </m:ctrlPr>
                                            </m:sSupPr>
                                            <m:e>
                                              <m:r>
                                                <a:rPr lang="en-US" sz="2800" i="1">
                                                  <a:solidFill>
                                                    <a:srgbClr val="C00000"/>
                                                  </a:solidFill>
                                                  <a:latin typeface="Cambria Math" panose="02040503050406030204" pitchFamily="18" charset="0"/>
                                                </a:rPr>
                                                <m:t>2</m:t>
                                              </m:r>
                                            </m:e>
                                            <m:sup>
                                              <m:r>
                                                <a:rPr lang="en-US" sz="2800">
                                                  <a:solidFill>
                                                    <a:srgbClr val="C00000"/>
                                                  </a:solidFill>
                                                  <a:latin typeface="Cambria Math" panose="02040503050406030204" pitchFamily="18" charset="0"/>
                                                </a:rPr>
                                                <m:t>3</m:t>
                                              </m:r>
                                            </m:sup>
                                          </m:sSup>
                                          <m:r>
                                            <a:rPr lang="en-US" sz="2800">
                                              <a:solidFill>
                                                <a:srgbClr val="C00000"/>
                                              </a:solidFill>
                                              <a:latin typeface="Cambria Math" panose="02040503050406030204" pitchFamily="18" charset="0"/>
                                            </a:rPr>
                                            <m:t>−</m:t>
                                          </m:r>
                                          <m:r>
                                            <a:rPr lang="en-US" sz="2800" i="1">
                                              <a:solidFill>
                                                <a:srgbClr val="C00000"/>
                                              </a:solidFill>
                                              <a:latin typeface="Cambria Math" panose="02040503050406030204" pitchFamily="18" charset="0"/>
                                            </a:rPr>
                                            <m:t>2</m:t>
                                          </m:r>
                                        </m:e>
                                      </m:d>
                                      <m:r>
                                        <a:rPr lang="en-US" sz="2800" b="0" i="1" smtClean="0">
                                          <a:solidFill>
                                            <a:srgbClr val="C00000"/>
                                          </a:solidFill>
                                          <a:latin typeface="Cambria Math" panose="02040503050406030204" pitchFamily="18" charset="0"/>
                                        </a:rPr>
                                        <m:t> </m:t>
                                      </m:r>
                                    </m:num>
                                    <m:den>
                                      <m:r>
                                        <a:rPr lang="en-US" sz="2800">
                                          <a:solidFill>
                                            <a:srgbClr val="C00000"/>
                                          </a:solidFill>
                                          <a:latin typeface="Cambria Math" panose="02040503050406030204" pitchFamily="18" charset="0"/>
                                        </a:rPr>
                                        <m:t> 12 </m:t>
                                      </m:r>
                                    </m:den>
                                  </m:f>
                                  <m:r>
                                    <a:rPr lang="en-US" sz="2800">
                                      <a:solidFill>
                                        <a:srgbClr val="002060"/>
                                      </a:solidFill>
                                      <a:latin typeface="Cambria Math" panose="02040503050406030204" pitchFamily="18" charset="0"/>
                                    </a:rPr>
                                    <m:t>+</m:t>
                                  </m:r>
                                  <m:f>
                                    <m:fPr>
                                      <m:ctrlPr>
                                        <a:rPr lang="en-US" sz="2800" i="1">
                                          <a:solidFill>
                                            <a:srgbClr val="7030A0"/>
                                          </a:solidFill>
                                          <a:latin typeface="Cambria Math" panose="02040503050406030204" pitchFamily="18" charset="0"/>
                                        </a:rPr>
                                      </m:ctrlPr>
                                    </m:fPr>
                                    <m:num>
                                      <m:r>
                                        <a:rPr lang="en-US" sz="2800" b="0" i="1" smtClean="0">
                                          <a:solidFill>
                                            <a:srgbClr val="7030A0"/>
                                          </a:solidFill>
                                          <a:latin typeface="Cambria Math" panose="02040503050406030204" pitchFamily="18" charset="0"/>
                                        </a:rPr>
                                        <m:t> </m:t>
                                      </m:r>
                                      <m:d>
                                        <m:dPr>
                                          <m:ctrlPr>
                                            <a:rPr lang="en-US" sz="2800" i="1">
                                              <a:solidFill>
                                                <a:srgbClr val="7030A0"/>
                                              </a:solidFill>
                                              <a:latin typeface="Cambria Math" panose="02040503050406030204" pitchFamily="18" charset="0"/>
                                            </a:rPr>
                                          </m:ctrlPr>
                                        </m:dPr>
                                        <m:e>
                                          <m:sSup>
                                            <m:sSupPr>
                                              <m:ctrlPr>
                                                <a:rPr lang="en-US" sz="2800" i="1">
                                                  <a:solidFill>
                                                    <a:srgbClr val="7030A0"/>
                                                  </a:solidFill>
                                                  <a:latin typeface="Cambria Math" panose="02040503050406030204" pitchFamily="18" charset="0"/>
                                                </a:rPr>
                                              </m:ctrlPr>
                                            </m:sSupPr>
                                            <m:e>
                                              <m:r>
                                                <a:rPr lang="en-US" sz="2800" i="1">
                                                  <a:solidFill>
                                                    <a:srgbClr val="7030A0"/>
                                                  </a:solidFill>
                                                  <a:latin typeface="Cambria Math" panose="02040503050406030204" pitchFamily="18" charset="0"/>
                                                </a:rPr>
                                                <m:t>2</m:t>
                                              </m:r>
                                            </m:e>
                                            <m:sup>
                                              <m:r>
                                                <a:rPr lang="en-US" sz="2800">
                                                  <a:solidFill>
                                                    <a:srgbClr val="7030A0"/>
                                                  </a:solidFill>
                                                  <a:latin typeface="Cambria Math" panose="02040503050406030204" pitchFamily="18" charset="0"/>
                                                </a:rPr>
                                                <m:t>3</m:t>
                                              </m:r>
                                            </m:sup>
                                          </m:sSup>
                                          <m:r>
                                            <a:rPr lang="en-US" sz="2800">
                                              <a:solidFill>
                                                <a:srgbClr val="7030A0"/>
                                              </a:solidFill>
                                              <a:latin typeface="Cambria Math" panose="02040503050406030204" pitchFamily="18" charset="0"/>
                                            </a:rPr>
                                            <m:t>−</m:t>
                                          </m:r>
                                          <m:r>
                                            <a:rPr lang="en-US" sz="2800" i="1">
                                              <a:solidFill>
                                                <a:srgbClr val="7030A0"/>
                                              </a:solidFill>
                                              <a:latin typeface="Cambria Math" panose="02040503050406030204" pitchFamily="18" charset="0"/>
                                            </a:rPr>
                                            <m:t>2</m:t>
                                          </m:r>
                                        </m:e>
                                      </m:d>
                                      <m:r>
                                        <a:rPr lang="en-US" sz="2800" b="0" i="1" smtClean="0">
                                          <a:solidFill>
                                            <a:srgbClr val="7030A0"/>
                                          </a:solidFill>
                                          <a:latin typeface="Cambria Math" panose="02040503050406030204" pitchFamily="18" charset="0"/>
                                        </a:rPr>
                                        <m:t> </m:t>
                                      </m:r>
                                    </m:num>
                                    <m:den>
                                      <m:r>
                                        <a:rPr lang="en-US" sz="2800">
                                          <a:solidFill>
                                            <a:srgbClr val="7030A0"/>
                                          </a:solidFill>
                                          <a:latin typeface="Cambria Math" panose="02040503050406030204" pitchFamily="18" charset="0"/>
                                        </a:rPr>
                                        <m:t> 12 </m:t>
                                      </m:r>
                                    </m:den>
                                  </m:f>
                                  <m:r>
                                    <a:rPr lang="en-US" sz="2800">
                                      <a:solidFill>
                                        <a:srgbClr val="002060"/>
                                      </a:solidFill>
                                      <a:latin typeface="Cambria Math" panose="02040503050406030204" pitchFamily="18" charset="0"/>
                                    </a:rPr>
                                    <m:t>+</m:t>
                                  </m:r>
                                  <m:f>
                                    <m:fPr>
                                      <m:ctrlPr>
                                        <a:rPr lang="en-US" sz="2800" i="1">
                                          <a:solidFill>
                                            <a:srgbClr val="0070C0"/>
                                          </a:solidFill>
                                          <a:latin typeface="Cambria Math" panose="02040503050406030204" pitchFamily="18" charset="0"/>
                                        </a:rPr>
                                      </m:ctrlPr>
                                    </m:fPr>
                                    <m:num>
                                      <m:r>
                                        <a:rPr lang="en-US" sz="2800" b="0" i="1" smtClean="0">
                                          <a:solidFill>
                                            <a:srgbClr val="0070C0"/>
                                          </a:solidFill>
                                          <a:latin typeface="Cambria Math" panose="02040503050406030204" pitchFamily="18" charset="0"/>
                                        </a:rPr>
                                        <m:t> </m:t>
                                      </m:r>
                                      <m:d>
                                        <m:dPr>
                                          <m:ctrlPr>
                                            <a:rPr lang="en-US" sz="2800" i="1">
                                              <a:solidFill>
                                                <a:srgbClr val="0070C0"/>
                                              </a:solidFill>
                                              <a:latin typeface="Cambria Math" panose="02040503050406030204" pitchFamily="18" charset="0"/>
                                            </a:rPr>
                                          </m:ctrlPr>
                                        </m:dPr>
                                        <m:e>
                                          <m:sSup>
                                            <m:sSupPr>
                                              <m:ctrlPr>
                                                <a:rPr lang="en-US" sz="2800" i="1">
                                                  <a:solidFill>
                                                    <a:srgbClr val="0070C0"/>
                                                  </a:solidFill>
                                                  <a:latin typeface="Cambria Math" panose="02040503050406030204" pitchFamily="18" charset="0"/>
                                                </a:rPr>
                                              </m:ctrlPr>
                                            </m:sSupPr>
                                            <m:e>
                                              <m:r>
                                                <a:rPr lang="en-US" sz="2800" i="1">
                                                  <a:solidFill>
                                                    <a:srgbClr val="0070C0"/>
                                                  </a:solidFill>
                                                  <a:latin typeface="Cambria Math" panose="02040503050406030204" pitchFamily="18" charset="0"/>
                                                </a:rPr>
                                                <m:t>3</m:t>
                                              </m:r>
                                            </m:e>
                                            <m:sup>
                                              <m:r>
                                                <a:rPr lang="en-US" sz="2800">
                                                  <a:solidFill>
                                                    <a:srgbClr val="0070C0"/>
                                                  </a:solidFill>
                                                  <a:latin typeface="Cambria Math" panose="02040503050406030204" pitchFamily="18" charset="0"/>
                                                </a:rPr>
                                                <m:t>3</m:t>
                                              </m:r>
                                            </m:sup>
                                          </m:sSup>
                                          <m:r>
                                            <a:rPr lang="en-US" sz="2800">
                                              <a:solidFill>
                                                <a:srgbClr val="0070C0"/>
                                              </a:solidFill>
                                              <a:latin typeface="Cambria Math" panose="02040503050406030204" pitchFamily="18" charset="0"/>
                                            </a:rPr>
                                            <m:t>−</m:t>
                                          </m:r>
                                          <m:r>
                                            <a:rPr lang="en-US" sz="2800" i="1">
                                              <a:solidFill>
                                                <a:srgbClr val="0070C0"/>
                                              </a:solidFill>
                                              <a:latin typeface="Cambria Math" panose="02040503050406030204" pitchFamily="18" charset="0"/>
                                            </a:rPr>
                                            <m:t>3</m:t>
                                          </m:r>
                                        </m:e>
                                      </m:d>
                                      <m:r>
                                        <a:rPr lang="en-US" sz="2800" b="0" i="1" smtClean="0">
                                          <a:solidFill>
                                            <a:srgbClr val="0070C0"/>
                                          </a:solidFill>
                                          <a:latin typeface="Cambria Math" panose="02040503050406030204" pitchFamily="18" charset="0"/>
                                        </a:rPr>
                                        <m:t> </m:t>
                                      </m:r>
                                    </m:num>
                                    <m:den>
                                      <m:r>
                                        <a:rPr lang="en-US" sz="2800">
                                          <a:solidFill>
                                            <a:srgbClr val="0070C0"/>
                                          </a:solidFill>
                                          <a:latin typeface="Cambria Math" panose="02040503050406030204" pitchFamily="18" charset="0"/>
                                        </a:rPr>
                                        <m:t> 12 </m:t>
                                      </m:r>
                                    </m:den>
                                  </m:f>
                                  <m:r>
                                    <a:rPr lang="en-US" sz="2800" i="1">
                                      <a:solidFill>
                                        <a:srgbClr val="0070C0"/>
                                      </a:solidFill>
                                      <a:latin typeface="Cambria Math" panose="02040503050406030204" pitchFamily="18" charset="0"/>
                                    </a:rPr>
                                    <m:t> </m:t>
                                  </m:r>
                                </m:e>
                                <m:e>
                                  <m:r>
                                    <a:rPr lang="en-US" sz="2800" i="1">
                                      <a:solidFill>
                                        <a:srgbClr val="002060"/>
                                      </a:solidFill>
                                      <a:latin typeface="Cambria Math" panose="02040503050406030204" pitchFamily="18" charset="0"/>
                                    </a:rPr>
                                    <m:t> </m:t>
                                  </m:r>
                                </m:e>
                              </m:eqArr>
                            </m:e>
                          </m:d>
                        </m:num>
                        <m:den>
                          <m:eqArr>
                            <m:eqArrPr>
                              <m:ctrlPr>
                                <a:rPr lang="en-US" sz="2800" i="1">
                                  <a:solidFill>
                                    <a:srgbClr val="002060"/>
                                  </a:solidFill>
                                  <a:latin typeface="Cambria Math" panose="02040503050406030204" pitchFamily="18" charset="0"/>
                                </a:rPr>
                              </m:ctrlPr>
                            </m:eqArrPr>
                            <m:e>
                              <m:r>
                                <a:rPr lang="en-US" sz="2800">
                                  <a:solidFill>
                                    <a:srgbClr val="002060"/>
                                  </a:solidFill>
                                  <a:latin typeface="Cambria Math" panose="02040503050406030204" pitchFamily="18" charset="0"/>
                                </a:rPr>
                                <m:t> </m:t>
                              </m:r>
                            </m:e>
                            <m:e>
                              <m:r>
                                <a:rPr lang="en-US" sz="2800">
                                  <a:solidFill>
                                    <a:srgbClr val="002060"/>
                                  </a:solidFill>
                                  <a:latin typeface="Cambria Math" panose="02040503050406030204" pitchFamily="18" charset="0"/>
                                </a:rPr>
                                <m:t>  10 </m:t>
                              </m:r>
                              <m:d>
                                <m:dPr>
                                  <m:ctrlPr>
                                    <a:rPr lang="en-US" sz="2800" i="1">
                                      <a:solidFill>
                                        <a:srgbClr val="002060"/>
                                      </a:solidFill>
                                      <a:latin typeface="Cambria Math" panose="02040503050406030204" pitchFamily="18" charset="0"/>
                                    </a:rPr>
                                  </m:ctrlPr>
                                </m:dPr>
                                <m:e>
                                  <m:sSup>
                                    <m:sSupPr>
                                      <m:ctrlPr>
                                        <a:rPr lang="en-US" sz="2800" i="1">
                                          <a:solidFill>
                                            <a:srgbClr val="002060"/>
                                          </a:solidFill>
                                          <a:latin typeface="Cambria Math" panose="02040503050406030204" pitchFamily="18" charset="0"/>
                                        </a:rPr>
                                      </m:ctrlPr>
                                    </m:sSupPr>
                                    <m:e>
                                      <m:r>
                                        <a:rPr lang="en-US" sz="2800">
                                          <a:solidFill>
                                            <a:srgbClr val="002060"/>
                                          </a:solidFill>
                                          <a:latin typeface="Cambria Math" panose="02040503050406030204" pitchFamily="18" charset="0"/>
                                        </a:rPr>
                                        <m:t>10</m:t>
                                      </m:r>
                                    </m:e>
                                    <m:sup>
                                      <m:r>
                                        <a:rPr lang="en-US" sz="2800">
                                          <a:solidFill>
                                            <a:srgbClr val="002060"/>
                                          </a:solidFill>
                                          <a:latin typeface="Cambria Math" panose="02040503050406030204" pitchFamily="18" charset="0"/>
                                        </a:rPr>
                                        <m:t>2</m:t>
                                      </m:r>
                                    </m:sup>
                                  </m:sSup>
                                  <m:r>
                                    <a:rPr lang="en-US" sz="2800">
                                      <a:solidFill>
                                        <a:srgbClr val="002060"/>
                                      </a:solidFill>
                                      <a:latin typeface="Cambria Math" panose="02040503050406030204" pitchFamily="18" charset="0"/>
                                    </a:rPr>
                                    <m:t>−1</m:t>
                                  </m:r>
                                </m:e>
                              </m:d>
                              <m:r>
                                <a:rPr lang="en-US" sz="2800">
                                  <a:solidFill>
                                    <a:srgbClr val="002060"/>
                                  </a:solidFill>
                                  <a:latin typeface="Cambria Math" panose="02040503050406030204" pitchFamily="18" charset="0"/>
                                </a:rPr>
                                <m:t>  </m:t>
                              </m:r>
                            </m:e>
                          </m:eqArr>
                        </m:den>
                      </m:f>
                    </m:oMath>
                  </m:oMathPara>
                </a14:m>
                <a:endParaRPr lang="en-US" sz="2800" dirty="0"/>
              </a:p>
            </p:txBody>
          </p:sp>
        </mc:Choice>
        <mc:Fallback xmlns="">
          <p:sp>
            <p:nvSpPr>
              <p:cNvPr id="8" name="Rectangle 7"/>
              <p:cNvSpPr>
                <a:spLocks noRot="1" noChangeAspect="1" noMove="1" noResize="1" noEditPoints="1" noAdjustHandles="1" noChangeArrowheads="1" noChangeShapeType="1" noTextEdit="1"/>
              </p:cNvSpPr>
              <p:nvPr/>
            </p:nvSpPr>
            <p:spPr>
              <a:xfrm>
                <a:off x="137271" y="859577"/>
                <a:ext cx="8552278" cy="1809085"/>
              </a:xfrm>
              <a:prstGeom prst="rect">
                <a:avLst/>
              </a:prstGeom>
              <a:blipFill rotWithShape="0">
                <a:blip r:embed="rId2"/>
                <a:stretch>
                  <a:fillRect/>
                </a:stretch>
              </a:blipFill>
            </p:spPr>
            <p:txBody>
              <a:bodyPr/>
              <a:lstStyle/>
              <a:p>
                <a:r>
                  <a:rPr lang="en-US">
                    <a:noFill/>
                  </a:rPr>
                  <a:t> </a:t>
                </a:r>
              </a:p>
            </p:txBody>
          </p:sp>
        </mc:Fallback>
      </mc:AlternateContent>
      <p:grpSp>
        <p:nvGrpSpPr>
          <p:cNvPr id="3" name="Group 2">
            <a:extLst>
              <a:ext uri="{FF2B5EF4-FFF2-40B4-BE49-F238E27FC236}">
                <a16:creationId xmlns:a16="http://schemas.microsoft.com/office/drawing/2014/main" id="{287AE811-008C-B600-7896-FF280A325978}"/>
              </a:ext>
            </a:extLst>
          </p:cNvPr>
          <p:cNvGrpSpPr/>
          <p:nvPr/>
        </p:nvGrpSpPr>
        <p:grpSpPr>
          <a:xfrm>
            <a:off x="137271" y="2869503"/>
            <a:ext cx="5864106" cy="1796133"/>
            <a:chOff x="137271" y="2869503"/>
            <a:chExt cx="5864106" cy="1796133"/>
          </a:xfrm>
        </p:grpSpPr>
        <mc:AlternateContent xmlns:mc="http://schemas.openxmlformats.org/markup-compatibility/2006" xmlns:a14="http://schemas.microsoft.com/office/drawing/2010/main">
          <mc:Choice Requires="a14">
            <p:sp>
              <p:nvSpPr>
                <p:cNvPr id="17" name="Rectangle 16"/>
                <p:cNvSpPr/>
                <p:nvPr/>
              </p:nvSpPr>
              <p:spPr>
                <a:xfrm>
                  <a:off x="137271" y="2869503"/>
                  <a:ext cx="5864106" cy="1796133"/>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m:rPr>
                            <m:sty m:val="p"/>
                          </m:rPr>
                          <a:rPr lang="en-US" sz="2800" smtClean="0">
                            <a:solidFill>
                              <a:schemeClr val="bg1"/>
                            </a:solidFill>
                            <a:latin typeface="Cambria Math" panose="02040503050406030204" pitchFamily="18" charset="0"/>
                          </a:rPr>
                          <m:t>ρ</m:t>
                        </m:r>
                        <m:r>
                          <a:rPr lang="en-US" sz="2800">
                            <a:solidFill>
                              <a:srgbClr val="002060"/>
                            </a:solidFill>
                            <a:latin typeface="Cambria Math" panose="02040503050406030204" pitchFamily="18" charset="0"/>
                          </a:rPr>
                          <m:t>=1−</m:t>
                        </m:r>
                        <m:f>
                          <m:fPr>
                            <m:ctrlPr>
                              <a:rPr lang="en-US" sz="2800" i="1">
                                <a:solidFill>
                                  <a:srgbClr val="C00000"/>
                                </a:solidFill>
                                <a:latin typeface="Cambria Math" panose="02040503050406030204" pitchFamily="18" charset="0"/>
                              </a:rPr>
                            </m:ctrlPr>
                          </m:fPr>
                          <m:num>
                            <m:r>
                              <a:rPr lang="en-US" sz="2800" smtClean="0">
                                <a:solidFill>
                                  <a:srgbClr val="002060"/>
                                </a:solidFill>
                                <a:latin typeface="Cambria Math" panose="02040503050406030204" pitchFamily="18" charset="0"/>
                              </a:rPr>
                              <m:t> 6</m:t>
                            </m:r>
                            <m:r>
                              <a:rPr lang="en-US" sz="2800">
                                <a:solidFill>
                                  <a:srgbClr val="002060"/>
                                </a:solidFill>
                                <a:latin typeface="Cambria Math" panose="02040503050406030204" pitchFamily="18" charset="0"/>
                                <a:ea typeface="Cambria Math" panose="02040503050406030204" pitchFamily="18" charset="0"/>
                              </a:rPr>
                              <m:t>∙</m:t>
                            </m:r>
                            <m:d>
                              <m:dPr>
                                <m:begChr m:val="["/>
                                <m:endChr m:val="]"/>
                                <m:ctrlPr>
                                  <a:rPr lang="en-US" sz="2800" i="1" smtClean="0">
                                    <a:solidFill>
                                      <a:srgbClr val="002060"/>
                                    </a:solidFill>
                                    <a:latin typeface="Cambria Math" panose="02040503050406030204" pitchFamily="18" charset="0"/>
                                  </a:rPr>
                                </m:ctrlPr>
                              </m:dPr>
                              <m:e>
                                <m:eqArr>
                                  <m:eqArrPr>
                                    <m:ctrlPr>
                                      <a:rPr lang="en-US" sz="2800" i="1">
                                        <a:solidFill>
                                          <a:srgbClr val="002060"/>
                                        </a:solidFill>
                                        <a:latin typeface="Cambria Math" panose="02040503050406030204" pitchFamily="18" charset="0"/>
                                      </a:rPr>
                                    </m:ctrlPr>
                                  </m:eqArrPr>
                                  <m:e>
                                    <m:r>
                                      <a:rPr lang="en-US" sz="2800">
                                        <a:solidFill>
                                          <a:srgbClr val="002060"/>
                                        </a:solidFill>
                                        <a:latin typeface="Cambria Math" panose="02040503050406030204" pitchFamily="18" charset="0"/>
                                      </a:rPr>
                                      <m:t> </m:t>
                                    </m:r>
                                  </m:e>
                                  <m:e>
                                    <m:r>
                                      <a:rPr lang="en-US" sz="2800">
                                        <a:solidFill>
                                          <a:srgbClr val="002060"/>
                                        </a:solidFill>
                                        <a:latin typeface="Cambria Math" panose="02040503050406030204" pitchFamily="18" charset="0"/>
                                      </a:rPr>
                                      <m:t> </m:t>
                                    </m:r>
                                    <m:r>
                                      <a:rPr lang="en-US" sz="2800" b="0" i="1" smtClean="0">
                                        <a:solidFill>
                                          <a:srgbClr val="002060"/>
                                        </a:solidFill>
                                        <a:latin typeface="Cambria Math" panose="02040503050406030204" pitchFamily="18" charset="0"/>
                                      </a:rPr>
                                      <m:t>36</m:t>
                                    </m:r>
                                    <m:r>
                                      <a:rPr lang="en-US" sz="2800">
                                        <a:solidFill>
                                          <a:srgbClr val="002060"/>
                                        </a:solidFill>
                                        <a:latin typeface="Cambria Math" panose="02040503050406030204" pitchFamily="18" charset="0"/>
                                      </a:rPr>
                                      <m:t>+</m:t>
                                    </m:r>
                                    <m:f>
                                      <m:fPr>
                                        <m:ctrlPr>
                                          <a:rPr lang="en-US" sz="2800" i="1" smtClean="0">
                                            <a:solidFill>
                                              <a:srgbClr val="C00000"/>
                                            </a:solidFill>
                                            <a:latin typeface="Cambria Math" panose="02040503050406030204" pitchFamily="18" charset="0"/>
                                          </a:rPr>
                                        </m:ctrlPr>
                                      </m:fPr>
                                      <m:num>
                                        <m:r>
                                          <a:rPr lang="en-US" sz="2800">
                                            <a:solidFill>
                                              <a:srgbClr val="C00000"/>
                                            </a:solidFill>
                                            <a:latin typeface="Cambria Math" panose="02040503050406030204" pitchFamily="18" charset="0"/>
                                          </a:rPr>
                                          <m:t> </m:t>
                                        </m:r>
                                        <m:r>
                                          <a:rPr lang="en-US" sz="2800" b="0" i="0" smtClean="0">
                                            <a:solidFill>
                                              <a:schemeClr val="bg1"/>
                                            </a:solidFill>
                                            <a:latin typeface="Cambria Math" panose="02040503050406030204" pitchFamily="18" charset="0"/>
                                          </a:rPr>
                                          <m:t>6</m:t>
                                        </m:r>
                                        <m:r>
                                          <a:rPr lang="en-US" sz="2800">
                                            <a:solidFill>
                                              <a:srgbClr val="C00000"/>
                                            </a:solidFill>
                                            <a:latin typeface="Cambria Math" panose="02040503050406030204" pitchFamily="18" charset="0"/>
                                          </a:rPr>
                                          <m:t> </m:t>
                                        </m:r>
                                      </m:num>
                                      <m:den>
                                        <m:r>
                                          <a:rPr lang="en-US" sz="2800">
                                            <a:solidFill>
                                              <a:srgbClr val="C00000"/>
                                            </a:solidFill>
                                            <a:latin typeface="Cambria Math" panose="02040503050406030204" pitchFamily="18" charset="0"/>
                                          </a:rPr>
                                          <m:t> 12 </m:t>
                                        </m:r>
                                      </m:den>
                                    </m:f>
                                    <m:r>
                                      <a:rPr lang="en-US" sz="2800">
                                        <a:solidFill>
                                          <a:srgbClr val="002060"/>
                                        </a:solidFill>
                                        <a:latin typeface="Cambria Math" panose="02040503050406030204" pitchFamily="18" charset="0"/>
                                      </a:rPr>
                                      <m:t>+</m:t>
                                    </m:r>
                                    <m:f>
                                      <m:fPr>
                                        <m:ctrlPr>
                                          <a:rPr lang="en-US" sz="2800" i="1" smtClean="0">
                                            <a:solidFill>
                                              <a:srgbClr val="7030A0"/>
                                            </a:solidFill>
                                            <a:latin typeface="Cambria Math" panose="02040503050406030204" pitchFamily="18" charset="0"/>
                                          </a:rPr>
                                        </m:ctrlPr>
                                      </m:fPr>
                                      <m:num>
                                        <m:r>
                                          <a:rPr lang="en-US" sz="2800">
                                            <a:solidFill>
                                              <a:srgbClr val="7030A0"/>
                                            </a:solidFill>
                                            <a:latin typeface="Cambria Math" panose="02040503050406030204" pitchFamily="18" charset="0"/>
                                          </a:rPr>
                                          <m:t> </m:t>
                                        </m:r>
                                        <m:r>
                                          <a:rPr lang="en-US" sz="2800" b="0" i="0" smtClean="0">
                                            <a:solidFill>
                                              <a:schemeClr val="bg1"/>
                                            </a:solidFill>
                                            <a:latin typeface="Cambria Math" panose="02040503050406030204" pitchFamily="18" charset="0"/>
                                          </a:rPr>
                                          <m:t>6</m:t>
                                        </m:r>
                                        <m:r>
                                          <a:rPr lang="en-US" sz="2800">
                                            <a:solidFill>
                                              <a:srgbClr val="7030A0"/>
                                            </a:solidFill>
                                            <a:latin typeface="Cambria Math" panose="02040503050406030204" pitchFamily="18" charset="0"/>
                                          </a:rPr>
                                          <m:t> </m:t>
                                        </m:r>
                                      </m:num>
                                      <m:den>
                                        <m:r>
                                          <a:rPr lang="en-US" sz="2800">
                                            <a:solidFill>
                                              <a:srgbClr val="7030A0"/>
                                            </a:solidFill>
                                            <a:latin typeface="Cambria Math" panose="02040503050406030204" pitchFamily="18" charset="0"/>
                                          </a:rPr>
                                          <m:t> 12 </m:t>
                                        </m:r>
                                      </m:den>
                                    </m:f>
                                    <m:r>
                                      <a:rPr lang="en-US" sz="2800">
                                        <a:solidFill>
                                          <a:srgbClr val="002060"/>
                                        </a:solidFill>
                                        <a:latin typeface="Cambria Math" panose="02040503050406030204" pitchFamily="18" charset="0"/>
                                      </a:rPr>
                                      <m:t>+</m:t>
                                    </m:r>
                                    <m:f>
                                      <m:fPr>
                                        <m:ctrlPr>
                                          <a:rPr lang="en-US" sz="2800" i="1" smtClean="0">
                                            <a:solidFill>
                                              <a:srgbClr val="0070C0"/>
                                            </a:solidFill>
                                            <a:latin typeface="Cambria Math" panose="02040503050406030204" pitchFamily="18" charset="0"/>
                                          </a:rPr>
                                        </m:ctrlPr>
                                      </m:fPr>
                                      <m:num>
                                        <m:r>
                                          <a:rPr lang="en-US" sz="2800">
                                            <a:solidFill>
                                              <a:srgbClr val="0070C0"/>
                                            </a:solidFill>
                                            <a:latin typeface="Cambria Math" panose="02040503050406030204" pitchFamily="18" charset="0"/>
                                          </a:rPr>
                                          <m:t> </m:t>
                                        </m:r>
                                        <m:r>
                                          <a:rPr lang="en-US" sz="2800" b="0" i="0" smtClean="0">
                                            <a:solidFill>
                                              <a:schemeClr val="bg1"/>
                                            </a:solidFill>
                                            <a:latin typeface="Cambria Math" panose="02040503050406030204" pitchFamily="18" charset="0"/>
                                          </a:rPr>
                                          <m:t>24</m:t>
                                        </m:r>
                                        <m:r>
                                          <a:rPr lang="en-US" sz="2800">
                                            <a:solidFill>
                                              <a:srgbClr val="0070C0"/>
                                            </a:solidFill>
                                            <a:latin typeface="Cambria Math" panose="02040503050406030204" pitchFamily="18" charset="0"/>
                                          </a:rPr>
                                          <m:t> </m:t>
                                        </m:r>
                                      </m:num>
                                      <m:den>
                                        <m:r>
                                          <a:rPr lang="en-US" sz="2800">
                                            <a:solidFill>
                                              <a:srgbClr val="0070C0"/>
                                            </a:solidFill>
                                            <a:latin typeface="Cambria Math" panose="02040503050406030204" pitchFamily="18" charset="0"/>
                                          </a:rPr>
                                          <m:t> 12 </m:t>
                                        </m:r>
                                      </m:den>
                                    </m:f>
                                    <m:r>
                                      <a:rPr lang="en-US" sz="2800" b="0" i="1" smtClean="0">
                                        <a:solidFill>
                                          <a:srgbClr val="0070C0"/>
                                        </a:solidFill>
                                        <a:latin typeface="Cambria Math" panose="02040503050406030204" pitchFamily="18" charset="0"/>
                                      </a:rPr>
                                      <m:t> </m:t>
                                    </m:r>
                                  </m:e>
                                  <m:e>
                                    <m:r>
                                      <a:rPr lang="en-US" sz="2800" i="1">
                                        <a:solidFill>
                                          <a:srgbClr val="002060"/>
                                        </a:solidFill>
                                        <a:latin typeface="Cambria Math" panose="02040503050406030204" pitchFamily="18" charset="0"/>
                                      </a:rPr>
                                      <m:t> </m:t>
                                    </m:r>
                                  </m:e>
                                </m:eqArr>
                              </m:e>
                            </m:d>
                          </m:num>
                          <m:den>
                            <m:eqArr>
                              <m:eqArrPr>
                                <m:ctrlPr>
                                  <a:rPr lang="en-US" sz="2800" i="1" smtClean="0">
                                    <a:solidFill>
                                      <a:srgbClr val="002060"/>
                                    </a:solidFill>
                                    <a:latin typeface="Cambria Math" panose="02040503050406030204" pitchFamily="18" charset="0"/>
                                  </a:rPr>
                                </m:ctrlPr>
                              </m:eqArrPr>
                              <m:e>
                                <m:r>
                                  <a:rPr lang="en-US" sz="2800" b="0" i="0" smtClean="0">
                                    <a:solidFill>
                                      <a:srgbClr val="002060"/>
                                    </a:solidFill>
                                    <a:latin typeface="Cambria Math" panose="02040503050406030204" pitchFamily="18" charset="0"/>
                                  </a:rPr>
                                  <m:t> </m:t>
                                </m:r>
                              </m:e>
                              <m:e>
                                <m:r>
                                  <a:rPr lang="en-US" sz="2800">
                                    <a:solidFill>
                                      <a:srgbClr val="002060"/>
                                    </a:solidFill>
                                    <a:latin typeface="Cambria Math" panose="02040503050406030204" pitchFamily="18" charset="0"/>
                                  </a:rPr>
                                  <m:t>  </m:t>
                                </m:r>
                                <m:r>
                                  <a:rPr lang="en-US" sz="2800" b="0" i="0" smtClean="0">
                                    <a:solidFill>
                                      <a:srgbClr val="002060"/>
                                    </a:solidFill>
                                    <a:latin typeface="Cambria Math" panose="02040503050406030204" pitchFamily="18" charset="0"/>
                                  </a:rPr>
                                  <m:t>10</m:t>
                                </m:r>
                                <m:r>
                                  <a:rPr lang="en-US" sz="2800">
                                    <a:solidFill>
                                      <a:srgbClr val="002060"/>
                                    </a:solidFill>
                                    <a:latin typeface="Cambria Math" panose="02040503050406030204" pitchFamily="18" charset="0"/>
                                  </a:rPr>
                                  <m:t> </m:t>
                                </m:r>
                                <m:d>
                                  <m:dPr>
                                    <m:ctrlPr>
                                      <a:rPr lang="en-US" sz="2800" i="1">
                                        <a:solidFill>
                                          <a:srgbClr val="002060"/>
                                        </a:solidFill>
                                        <a:latin typeface="Cambria Math" panose="02040503050406030204" pitchFamily="18" charset="0"/>
                                      </a:rPr>
                                    </m:ctrlPr>
                                  </m:dPr>
                                  <m:e>
                                    <m:r>
                                      <a:rPr lang="en-US" sz="2800" i="1" smtClean="0">
                                        <a:solidFill>
                                          <a:srgbClr val="002060"/>
                                        </a:solidFill>
                                        <a:latin typeface="Cambria Math" panose="02040503050406030204" pitchFamily="18" charset="0"/>
                                      </a:rPr>
                                      <m:t>1</m:t>
                                    </m:r>
                                    <m:r>
                                      <a:rPr lang="en-US" sz="2800" b="0" i="1" smtClean="0">
                                        <a:solidFill>
                                          <a:srgbClr val="002060"/>
                                        </a:solidFill>
                                        <a:latin typeface="Cambria Math" panose="02040503050406030204" pitchFamily="18" charset="0"/>
                                      </a:rPr>
                                      <m:t>00</m:t>
                                    </m:r>
                                    <m:r>
                                      <a:rPr lang="en-US" sz="2800">
                                        <a:solidFill>
                                          <a:srgbClr val="002060"/>
                                        </a:solidFill>
                                        <a:latin typeface="Cambria Math" panose="02040503050406030204" pitchFamily="18" charset="0"/>
                                      </a:rPr>
                                      <m:t>−1</m:t>
                                    </m:r>
                                  </m:e>
                                </m:d>
                                <m:r>
                                  <a:rPr lang="en-US" sz="2800">
                                    <a:solidFill>
                                      <a:srgbClr val="002060"/>
                                    </a:solidFill>
                                    <a:latin typeface="Cambria Math" panose="02040503050406030204" pitchFamily="18" charset="0"/>
                                  </a:rPr>
                                  <m:t>  </m:t>
                                </m:r>
                              </m:e>
                            </m:eqArr>
                          </m:den>
                        </m:f>
                      </m:oMath>
                    </m:oMathPara>
                  </a14:m>
                  <a:endParaRPr lang="en-US" dirty="0"/>
                </a:p>
              </p:txBody>
            </p:sp>
          </mc:Choice>
          <mc:Fallback xmlns="">
            <p:sp>
              <p:nvSpPr>
                <p:cNvPr id="17" name="Rectangle 16"/>
                <p:cNvSpPr>
                  <a:spLocks noRot="1" noChangeAspect="1" noMove="1" noResize="1" noEditPoints="1" noAdjustHandles="1" noChangeArrowheads="1" noChangeShapeType="1" noTextEdit="1"/>
                </p:cNvSpPr>
                <p:nvPr/>
              </p:nvSpPr>
              <p:spPr>
                <a:xfrm>
                  <a:off x="137271" y="2869503"/>
                  <a:ext cx="5864106" cy="1796133"/>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3139756" y="2941372"/>
                  <a:ext cx="465192"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a:solidFill>
                              <a:srgbClr val="C00000"/>
                            </a:solidFill>
                            <a:latin typeface="Cambria Math" panose="02040503050406030204" pitchFamily="18" charset="0"/>
                          </a:rPr>
                          <m:t>6</m:t>
                        </m:r>
                      </m:oMath>
                    </m:oMathPara>
                  </a14:m>
                  <a:endParaRPr lang="en-US" dirty="0">
                    <a:solidFill>
                      <a:srgbClr val="002060"/>
                    </a:solidFill>
                  </a:endParaRPr>
                </a:p>
              </p:txBody>
            </p:sp>
          </mc:Choice>
          <mc:Fallback xmlns="">
            <p:sp>
              <p:nvSpPr>
                <p:cNvPr id="6" name="Rectangle 5"/>
                <p:cNvSpPr>
                  <a:spLocks noRot="1" noChangeAspect="1" noMove="1" noResize="1" noEditPoints="1" noAdjustHandles="1" noChangeArrowheads="1" noChangeShapeType="1" noTextEdit="1"/>
                </p:cNvSpPr>
                <p:nvPr/>
              </p:nvSpPr>
              <p:spPr>
                <a:xfrm>
                  <a:off x="3139756" y="2941372"/>
                  <a:ext cx="465192"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4117314" y="2941372"/>
                  <a:ext cx="465192"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a:solidFill>
                              <a:srgbClr val="7030A0"/>
                            </a:solidFill>
                            <a:latin typeface="Cambria Math" panose="02040503050406030204" pitchFamily="18" charset="0"/>
                          </a:rPr>
                          <m:t>6</m:t>
                        </m:r>
                      </m:oMath>
                    </m:oMathPara>
                  </a14:m>
                  <a:endParaRPr lang="en-US" dirty="0">
                    <a:solidFill>
                      <a:srgbClr val="002060"/>
                    </a:solidFill>
                  </a:endParaRPr>
                </a:p>
              </p:txBody>
            </p:sp>
          </mc:Choice>
          <mc:Fallback xmlns="">
            <p:sp>
              <p:nvSpPr>
                <p:cNvPr id="7" name="Rectangle 6"/>
                <p:cNvSpPr>
                  <a:spLocks noRot="1" noChangeAspect="1" noMove="1" noResize="1" noEditPoints="1" noAdjustHandles="1" noChangeArrowheads="1" noChangeShapeType="1" noTextEdit="1"/>
                </p:cNvSpPr>
                <p:nvPr/>
              </p:nvSpPr>
              <p:spPr>
                <a:xfrm>
                  <a:off x="4117314" y="2941372"/>
                  <a:ext cx="465192"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5005972" y="2941372"/>
                  <a:ext cx="663964"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a:solidFill>
                              <a:srgbClr val="0070C0"/>
                            </a:solidFill>
                            <a:latin typeface="Cambria Math" panose="02040503050406030204" pitchFamily="18" charset="0"/>
                          </a:rPr>
                          <m:t>24</m:t>
                        </m:r>
                      </m:oMath>
                    </m:oMathPara>
                  </a14:m>
                  <a:endParaRPr lang="en-US" dirty="0">
                    <a:solidFill>
                      <a:srgbClr val="002060"/>
                    </a:solidFill>
                  </a:endParaRPr>
                </a:p>
              </p:txBody>
            </p:sp>
          </mc:Choice>
          <mc:Fallback xmlns="">
            <p:sp>
              <p:nvSpPr>
                <p:cNvPr id="10" name="Rectangle 9"/>
                <p:cNvSpPr>
                  <a:spLocks noRot="1" noChangeAspect="1" noMove="1" noResize="1" noEditPoints="1" noAdjustHandles="1" noChangeArrowheads="1" noChangeShapeType="1" noTextEdit="1"/>
                </p:cNvSpPr>
                <p:nvPr/>
              </p:nvSpPr>
              <p:spPr>
                <a:xfrm>
                  <a:off x="5005972" y="2941372"/>
                  <a:ext cx="663964" cy="523220"/>
                </a:xfrm>
                <a:prstGeom prst="rect">
                  <a:avLst/>
                </a:prstGeom>
                <a:blipFill>
                  <a:blip r:embed="rId6"/>
                  <a:stretch>
                    <a:fillRect/>
                  </a:stretch>
                </a:blipFill>
              </p:spPr>
              <p:txBody>
                <a:bodyPr/>
                <a:lstStyle/>
                <a:p>
                  <a:r>
                    <a:rPr lang="en-IN">
                      <a:noFill/>
                    </a:rPr>
                    <a:t> </a:t>
                  </a:r>
                </a:p>
              </p:txBody>
            </p:sp>
          </mc:Fallback>
        </mc:AlternateContent>
      </p:grpSp>
      <p:grpSp>
        <p:nvGrpSpPr>
          <p:cNvPr id="4" name="Group 3">
            <a:extLst>
              <a:ext uri="{FF2B5EF4-FFF2-40B4-BE49-F238E27FC236}">
                <a16:creationId xmlns:a16="http://schemas.microsoft.com/office/drawing/2014/main" id="{9A21F9E7-66D6-8C8B-6D60-EDAA135AE11E}"/>
              </a:ext>
            </a:extLst>
          </p:cNvPr>
          <p:cNvGrpSpPr/>
          <p:nvPr/>
        </p:nvGrpSpPr>
        <p:grpSpPr>
          <a:xfrm>
            <a:off x="137271" y="4866478"/>
            <a:ext cx="5110694" cy="1745097"/>
            <a:chOff x="137271" y="4866478"/>
            <a:chExt cx="5110694" cy="1745097"/>
          </a:xfrm>
        </p:grpSpPr>
        <mc:AlternateContent xmlns:mc="http://schemas.openxmlformats.org/markup-compatibility/2006" xmlns:a14="http://schemas.microsoft.com/office/drawing/2010/main">
          <mc:Choice Requires="a14">
            <p:sp>
              <p:nvSpPr>
                <p:cNvPr id="9" name="Rectangle 8"/>
                <p:cNvSpPr/>
                <p:nvPr/>
              </p:nvSpPr>
              <p:spPr>
                <a:xfrm>
                  <a:off x="137271" y="4866478"/>
                  <a:ext cx="5110694" cy="1732397"/>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m:rPr>
                            <m:sty m:val="p"/>
                          </m:rPr>
                          <a:rPr lang="en-US" sz="2800" smtClean="0">
                            <a:solidFill>
                              <a:schemeClr val="bg1"/>
                            </a:solidFill>
                            <a:latin typeface="Cambria Math" panose="02040503050406030204" pitchFamily="18" charset="0"/>
                          </a:rPr>
                          <m:t>ρ</m:t>
                        </m:r>
                        <m:r>
                          <a:rPr lang="en-US" sz="2800">
                            <a:solidFill>
                              <a:srgbClr val="002060"/>
                            </a:solidFill>
                            <a:latin typeface="Cambria Math" panose="02040503050406030204" pitchFamily="18" charset="0"/>
                          </a:rPr>
                          <m:t>=1−</m:t>
                        </m:r>
                        <m:f>
                          <m:fPr>
                            <m:ctrlPr>
                              <a:rPr lang="en-US" sz="2800" i="1">
                                <a:solidFill>
                                  <a:srgbClr val="C00000"/>
                                </a:solidFill>
                                <a:latin typeface="Cambria Math" panose="02040503050406030204" pitchFamily="18" charset="0"/>
                              </a:rPr>
                            </m:ctrlPr>
                          </m:fPr>
                          <m:num>
                            <m:r>
                              <a:rPr lang="en-US" sz="2800" smtClean="0">
                                <a:solidFill>
                                  <a:srgbClr val="002060"/>
                                </a:solidFill>
                                <a:latin typeface="Cambria Math" panose="02040503050406030204" pitchFamily="18" charset="0"/>
                              </a:rPr>
                              <m:t> 6</m:t>
                            </m:r>
                            <m:r>
                              <a:rPr lang="en-US" sz="2800">
                                <a:solidFill>
                                  <a:srgbClr val="002060"/>
                                </a:solidFill>
                                <a:latin typeface="Cambria Math" panose="02040503050406030204" pitchFamily="18" charset="0"/>
                                <a:ea typeface="Cambria Math" panose="02040503050406030204" pitchFamily="18" charset="0"/>
                              </a:rPr>
                              <m:t>∙</m:t>
                            </m:r>
                            <m:d>
                              <m:dPr>
                                <m:begChr m:val="["/>
                                <m:endChr m:val="]"/>
                                <m:ctrlPr>
                                  <a:rPr lang="en-US" sz="2800" i="1" smtClean="0">
                                    <a:solidFill>
                                      <a:srgbClr val="002060"/>
                                    </a:solidFill>
                                    <a:latin typeface="Cambria Math" panose="02040503050406030204" pitchFamily="18" charset="0"/>
                                  </a:rPr>
                                </m:ctrlPr>
                              </m:dPr>
                              <m:e>
                                <m:eqArr>
                                  <m:eqArrPr>
                                    <m:ctrlPr>
                                      <a:rPr lang="en-US" sz="2800" i="1">
                                        <a:solidFill>
                                          <a:srgbClr val="002060"/>
                                        </a:solidFill>
                                        <a:latin typeface="Cambria Math" panose="02040503050406030204" pitchFamily="18" charset="0"/>
                                      </a:rPr>
                                    </m:ctrlPr>
                                  </m:eqArrPr>
                                  <m:e>
                                    <m:r>
                                      <a:rPr lang="en-US" sz="2800">
                                        <a:solidFill>
                                          <a:srgbClr val="002060"/>
                                        </a:solidFill>
                                        <a:latin typeface="Cambria Math" panose="02040503050406030204" pitchFamily="18" charset="0"/>
                                      </a:rPr>
                                      <m:t> </m:t>
                                    </m:r>
                                  </m:e>
                                  <m:e>
                                    <m:r>
                                      <a:rPr lang="en-US" sz="2800">
                                        <a:solidFill>
                                          <a:srgbClr val="002060"/>
                                        </a:solidFill>
                                        <a:latin typeface="Cambria Math" panose="02040503050406030204" pitchFamily="18" charset="0"/>
                                      </a:rPr>
                                      <m:t> </m:t>
                                    </m:r>
                                    <m:r>
                                      <a:rPr lang="en-US" sz="2800" b="0" i="1" smtClean="0">
                                        <a:solidFill>
                                          <a:srgbClr val="002060"/>
                                        </a:solidFill>
                                        <a:latin typeface="Cambria Math" panose="02040503050406030204" pitchFamily="18" charset="0"/>
                                      </a:rPr>
                                      <m:t>36</m:t>
                                    </m:r>
                                    <m:r>
                                      <a:rPr lang="en-US" sz="2800">
                                        <a:solidFill>
                                          <a:srgbClr val="002060"/>
                                        </a:solidFill>
                                        <a:latin typeface="Cambria Math" panose="02040503050406030204" pitchFamily="18" charset="0"/>
                                      </a:rPr>
                                      <m:t>+</m:t>
                                    </m:r>
                                    <m:f>
                                      <m:fPr>
                                        <m:ctrlPr>
                                          <a:rPr lang="en-US" sz="2800" i="1" smtClean="0">
                                            <a:solidFill>
                                              <a:schemeClr val="bg1"/>
                                            </a:solidFill>
                                            <a:latin typeface="Cambria Math" panose="02040503050406030204" pitchFamily="18" charset="0"/>
                                          </a:rPr>
                                        </m:ctrlPr>
                                      </m:fPr>
                                      <m:num>
                                        <m:r>
                                          <a:rPr lang="en-US" sz="2800">
                                            <a:solidFill>
                                              <a:schemeClr val="bg1"/>
                                            </a:solidFill>
                                            <a:latin typeface="Cambria Math" panose="02040503050406030204" pitchFamily="18" charset="0"/>
                                          </a:rPr>
                                          <m:t> </m:t>
                                        </m:r>
                                        <m:r>
                                          <a:rPr lang="en-US" sz="2800" b="0" i="0" smtClean="0">
                                            <a:solidFill>
                                              <a:schemeClr val="bg1"/>
                                            </a:solidFill>
                                            <a:latin typeface="Cambria Math" panose="02040503050406030204" pitchFamily="18" charset="0"/>
                                          </a:rPr>
                                          <m:t>1</m:t>
                                        </m:r>
                                        <m:r>
                                          <a:rPr lang="en-US" sz="2800">
                                            <a:solidFill>
                                              <a:schemeClr val="bg1"/>
                                            </a:solidFill>
                                            <a:latin typeface="Cambria Math" panose="02040503050406030204" pitchFamily="18" charset="0"/>
                                          </a:rPr>
                                          <m:t> </m:t>
                                        </m:r>
                                      </m:num>
                                      <m:den>
                                        <m:r>
                                          <a:rPr lang="en-US" sz="2800">
                                            <a:solidFill>
                                              <a:schemeClr val="bg1"/>
                                            </a:solidFill>
                                            <a:latin typeface="Cambria Math" panose="02040503050406030204" pitchFamily="18" charset="0"/>
                                          </a:rPr>
                                          <m:t> 2 </m:t>
                                        </m:r>
                                      </m:den>
                                    </m:f>
                                    <m:r>
                                      <a:rPr lang="en-US" sz="2800">
                                        <a:solidFill>
                                          <a:srgbClr val="002060"/>
                                        </a:solidFill>
                                        <a:latin typeface="Cambria Math" panose="02040503050406030204" pitchFamily="18" charset="0"/>
                                      </a:rPr>
                                      <m:t>+</m:t>
                                    </m:r>
                                    <m:f>
                                      <m:fPr>
                                        <m:ctrlPr>
                                          <a:rPr lang="en-US" sz="2800" i="1" smtClean="0">
                                            <a:solidFill>
                                              <a:schemeClr val="bg1"/>
                                            </a:solidFill>
                                            <a:latin typeface="Cambria Math" panose="02040503050406030204" pitchFamily="18" charset="0"/>
                                          </a:rPr>
                                        </m:ctrlPr>
                                      </m:fPr>
                                      <m:num>
                                        <m:r>
                                          <a:rPr lang="en-US" sz="2800">
                                            <a:solidFill>
                                              <a:schemeClr val="bg1"/>
                                            </a:solidFill>
                                            <a:latin typeface="Cambria Math" panose="02040503050406030204" pitchFamily="18" charset="0"/>
                                          </a:rPr>
                                          <m:t> </m:t>
                                        </m:r>
                                        <m:r>
                                          <a:rPr lang="en-US" sz="2800" b="0" i="0" smtClean="0">
                                            <a:solidFill>
                                              <a:schemeClr val="bg1"/>
                                            </a:solidFill>
                                            <a:latin typeface="Cambria Math" panose="02040503050406030204" pitchFamily="18" charset="0"/>
                                          </a:rPr>
                                          <m:t>1</m:t>
                                        </m:r>
                                        <m:r>
                                          <a:rPr lang="en-US" sz="2800">
                                            <a:solidFill>
                                              <a:schemeClr val="bg1"/>
                                            </a:solidFill>
                                            <a:latin typeface="Cambria Math" panose="02040503050406030204" pitchFamily="18" charset="0"/>
                                          </a:rPr>
                                          <m:t> </m:t>
                                        </m:r>
                                      </m:num>
                                      <m:den>
                                        <m:r>
                                          <a:rPr lang="en-US" sz="2800">
                                            <a:solidFill>
                                              <a:schemeClr val="bg1"/>
                                            </a:solidFill>
                                            <a:latin typeface="Cambria Math" panose="02040503050406030204" pitchFamily="18" charset="0"/>
                                          </a:rPr>
                                          <m:t> 2 </m:t>
                                        </m:r>
                                      </m:den>
                                    </m:f>
                                    <m:r>
                                      <a:rPr lang="en-US" sz="2800">
                                        <a:solidFill>
                                          <a:srgbClr val="002060"/>
                                        </a:solidFill>
                                        <a:latin typeface="Cambria Math" panose="02040503050406030204" pitchFamily="18" charset="0"/>
                                      </a:rPr>
                                      <m:t>+</m:t>
                                    </m:r>
                                    <m:r>
                                      <a:rPr lang="en-US" sz="2800" i="1" smtClean="0">
                                        <a:solidFill>
                                          <a:schemeClr val="bg1"/>
                                        </a:solidFill>
                                        <a:latin typeface="Cambria Math" panose="02040503050406030204" pitchFamily="18" charset="0"/>
                                      </a:rPr>
                                      <m:t>2</m:t>
                                    </m:r>
                                    <m:r>
                                      <a:rPr lang="en-US" sz="2800" b="0" i="1" smtClean="0">
                                        <a:solidFill>
                                          <a:srgbClr val="0070C0"/>
                                        </a:solidFill>
                                        <a:latin typeface="Cambria Math" panose="02040503050406030204" pitchFamily="18" charset="0"/>
                                      </a:rPr>
                                      <m:t> </m:t>
                                    </m:r>
                                  </m:e>
                                  <m:e>
                                    <m:r>
                                      <a:rPr lang="en-US" sz="2800" i="1">
                                        <a:solidFill>
                                          <a:srgbClr val="002060"/>
                                        </a:solidFill>
                                        <a:latin typeface="Cambria Math" panose="02040503050406030204" pitchFamily="18" charset="0"/>
                                      </a:rPr>
                                      <m:t> </m:t>
                                    </m:r>
                                  </m:e>
                                </m:eqArr>
                              </m:e>
                            </m:d>
                          </m:num>
                          <m:den>
                            <m:eqArr>
                              <m:eqArrPr>
                                <m:ctrlPr>
                                  <a:rPr lang="en-US" sz="2800" i="1" smtClean="0">
                                    <a:solidFill>
                                      <a:srgbClr val="002060"/>
                                    </a:solidFill>
                                    <a:latin typeface="Cambria Math" panose="02040503050406030204" pitchFamily="18" charset="0"/>
                                  </a:rPr>
                                </m:ctrlPr>
                              </m:eqArrPr>
                              <m:e>
                                <m:r>
                                  <a:rPr lang="en-US" sz="2800" b="0" i="0" smtClean="0">
                                    <a:solidFill>
                                      <a:srgbClr val="002060"/>
                                    </a:solidFill>
                                    <a:latin typeface="Cambria Math" panose="02040503050406030204" pitchFamily="18" charset="0"/>
                                  </a:rPr>
                                  <m:t> </m:t>
                                </m:r>
                              </m:e>
                              <m:e>
                                <m:r>
                                  <a:rPr lang="en-US" sz="2800">
                                    <a:solidFill>
                                      <a:srgbClr val="002060"/>
                                    </a:solidFill>
                                    <a:latin typeface="Cambria Math" panose="02040503050406030204" pitchFamily="18" charset="0"/>
                                  </a:rPr>
                                  <m:t>  </m:t>
                                </m:r>
                                <m:r>
                                  <a:rPr lang="en-US" sz="2800" b="0" i="1" smtClean="0">
                                    <a:solidFill>
                                      <a:schemeClr val="bg1"/>
                                    </a:solidFill>
                                    <a:latin typeface="Cambria Math" panose="02040503050406030204" pitchFamily="18" charset="0"/>
                                  </a:rPr>
                                  <m:t>990</m:t>
                                </m:r>
                                <m:r>
                                  <a:rPr lang="en-US" sz="2800">
                                    <a:solidFill>
                                      <a:srgbClr val="002060"/>
                                    </a:solidFill>
                                    <a:latin typeface="Cambria Math" panose="02040503050406030204" pitchFamily="18" charset="0"/>
                                  </a:rPr>
                                  <m:t> </m:t>
                                </m:r>
                              </m:e>
                            </m:eqArr>
                          </m:den>
                        </m:f>
                      </m:oMath>
                    </m:oMathPara>
                  </a14:m>
                  <a:endParaRPr lang="en-US" dirty="0"/>
                </a:p>
              </p:txBody>
            </p:sp>
          </mc:Choice>
          <mc:Fallback xmlns="">
            <p:sp>
              <p:nvSpPr>
                <p:cNvPr id="9" name="Rectangle 8"/>
                <p:cNvSpPr>
                  <a:spLocks noRot="1" noChangeAspect="1" noMove="1" noResize="1" noEditPoints="1" noAdjustHandles="1" noChangeArrowheads="1" noChangeShapeType="1" noTextEdit="1"/>
                </p:cNvSpPr>
                <p:nvPr/>
              </p:nvSpPr>
              <p:spPr>
                <a:xfrm>
                  <a:off x="137271" y="4866478"/>
                  <a:ext cx="5110694" cy="1732397"/>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a:off x="2969962" y="4931381"/>
                  <a:ext cx="622286" cy="899157"/>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f>
                          <m:fPr>
                            <m:ctrlPr>
                              <a:rPr lang="en-US" sz="2800" i="1">
                                <a:solidFill>
                                  <a:srgbClr val="C00000"/>
                                </a:solidFill>
                                <a:latin typeface="Cambria Math" panose="02040503050406030204" pitchFamily="18" charset="0"/>
                              </a:rPr>
                            </m:ctrlPr>
                          </m:fPr>
                          <m:num>
                            <m:r>
                              <a:rPr lang="en-US" sz="2800">
                                <a:solidFill>
                                  <a:srgbClr val="C00000"/>
                                </a:solidFill>
                                <a:latin typeface="Cambria Math" panose="02040503050406030204" pitchFamily="18" charset="0"/>
                              </a:rPr>
                              <m:t> 1 </m:t>
                            </m:r>
                          </m:num>
                          <m:den>
                            <m:r>
                              <a:rPr lang="en-US" sz="2800">
                                <a:solidFill>
                                  <a:srgbClr val="C00000"/>
                                </a:solidFill>
                                <a:latin typeface="Cambria Math" panose="02040503050406030204" pitchFamily="18" charset="0"/>
                              </a:rPr>
                              <m:t> 2 </m:t>
                            </m:r>
                          </m:den>
                        </m:f>
                      </m:oMath>
                    </m:oMathPara>
                  </a14:m>
                  <a:endParaRPr lang="en-US" dirty="0">
                    <a:solidFill>
                      <a:srgbClr val="002060"/>
                    </a:solidFill>
                  </a:endParaRPr>
                </a:p>
              </p:txBody>
            </p:sp>
          </mc:Choice>
          <mc:Fallback xmlns="">
            <p:sp>
              <p:nvSpPr>
                <p:cNvPr id="11" name="Rectangle 10"/>
                <p:cNvSpPr>
                  <a:spLocks noRot="1" noChangeAspect="1" noMove="1" noResize="1" noEditPoints="1" noAdjustHandles="1" noChangeArrowheads="1" noChangeShapeType="1" noTextEdit="1"/>
                </p:cNvSpPr>
                <p:nvPr/>
              </p:nvSpPr>
              <p:spPr>
                <a:xfrm>
                  <a:off x="2969962" y="4931381"/>
                  <a:ext cx="622286" cy="899157"/>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Rectangle 11"/>
                <p:cNvSpPr/>
                <p:nvPr/>
              </p:nvSpPr>
              <p:spPr>
                <a:xfrm>
                  <a:off x="3740324" y="4931381"/>
                  <a:ext cx="622286" cy="899157"/>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f>
                          <m:fPr>
                            <m:ctrlPr>
                              <a:rPr lang="en-US" sz="2800" i="1">
                                <a:solidFill>
                                  <a:srgbClr val="7030A0"/>
                                </a:solidFill>
                                <a:latin typeface="Cambria Math" panose="02040503050406030204" pitchFamily="18" charset="0"/>
                              </a:rPr>
                            </m:ctrlPr>
                          </m:fPr>
                          <m:num>
                            <m:r>
                              <a:rPr lang="en-US" sz="2800">
                                <a:solidFill>
                                  <a:srgbClr val="7030A0"/>
                                </a:solidFill>
                                <a:latin typeface="Cambria Math" panose="02040503050406030204" pitchFamily="18" charset="0"/>
                              </a:rPr>
                              <m:t> 1 </m:t>
                            </m:r>
                          </m:num>
                          <m:den>
                            <m:r>
                              <a:rPr lang="en-US" sz="2800">
                                <a:solidFill>
                                  <a:srgbClr val="7030A0"/>
                                </a:solidFill>
                                <a:latin typeface="Cambria Math" panose="02040503050406030204" pitchFamily="18" charset="0"/>
                              </a:rPr>
                              <m:t> 2 </m:t>
                            </m:r>
                          </m:den>
                        </m:f>
                      </m:oMath>
                    </m:oMathPara>
                  </a14:m>
                  <a:endParaRPr lang="en-US" dirty="0">
                    <a:solidFill>
                      <a:srgbClr val="002060"/>
                    </a:solidFill>
                  </a:endParaRPr>
                </a:p>
              </p:txBody>
            </p:sp>
          </mc:Choice>
          <mc:Fallback xmlns="">
            <p:sp>
              <p:nvSpPr>
                <p:cNvPr id="12" name="Rectangle 11"/>
                <p:cNvSpPr>
                  <a:spLocks noRot="1" noChangeAspect="1" noMove="1" noResize="1" noEditPoints="1" noAdjustHandles="1" noChangeArrowheads="1" noChangeShapeType="1" noTextEdit="1"/>
                </p:cNvSpPr>
                <p:nvPr/>
              </p:nvSpPr>
              <p:spPr>
                <a:xfrm>
                  <a:off x="3740324" y="4931381"/>
                  <a:ext cx="622286" cy="899157"/>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4523386" y="5149737"/>
                  <a:ext cx="465192"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a:solidFill>
                              <a:srgbClr val="0070C0"/>
                            </a:solidFill>
                            <a:latin typeface="Cambria Math" panose="02040503050406030204" pitchFamily="18" charset="0"/>
                          </a:rPr>
                          <m:t>2</m:t>
                        </m:r>
                      </m:oMath>
                    </m:oMathPara>
                  </a14:m>
                  <a:endParaRPr lang="en-US" dirty="0">
                    <a:solidFill>
                      <a:srgbClr val="002060"/>
                    </a:solidFill>
                  </a:endParaRPr>
                </a:p>
              </p:txBody>
            </p:sp>
          </mc:Choice>
          <mc:Fallback xmlns="">
            <p:sp>
              <p:nvSpPr>
                <p:cNvPr id="13" name="Rectangle 12"/>
                <p:cNvSpPr>
                  <a:spLocks noRot="1" noChangeAspect="1" noMove="1" noResize="1" noEditPoints="1" noAdjustHandles="1" noChangeArrowheads="1" noChangeShapeType="1" noTextEdit="1"/>
                </p:cNvSpPr>
                <p:nvPr/>
              </p:nvSpPr>
              <p:spPr>
                <a:xfrm>
                  <a:off x="4523386" y="5149737"/>
                  <a:ext cx="465192"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2928283" y="6088355"/>
                  <a:ext cx="862737"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a:solidFill>
                              <a:srgbClr val="002060"/>
                            </a:solidFill>
                            <a:latin typeface="Cambria Math" panose="02040503050406030204" pitchFamily="18" charset="0"/>
                          </a:rPr>
                          <m:t>990</m:t>
                        </m:r>
                      </m:oMath>
                    </m:oMathPara>
                  </a14:m>
                  <a:endParaRPr lang="en-US" dirty="0">
                    <a:solidFill>
                      <a:srgbClr val="002060"/>
                    </a:solidFill>
                  </a:endParaRPr>
                </a:p>
              </p:txBody>
            </p:sp>
          </mc:Choice>
          <mc:Fallback xmlns="">
            <p:sp>
              <p:nvSpPr>
                <p:cNvPr id="14" name="Rectangle 13"/>
                <p:cNvSpPr>
                  <a:spLocks noRot="1" noChangeAspect="1" noMove="1" noResize="1" noEditPoints="1" noAdjustHandles="1" noChangeArrowheads="1" noChangeShapeType="1" noTextEdit="1"/>
                </p:cNvSpPr>
                <p:nvPr/>
              </p:nvSpPr>
              <p:spPr>
                <a:xfrm>
                  <a:off x="2928283" y="6088355"/>
                  <a:ext cx="862737" cy="523220"/>
                </a:xfrm>
                <a:prstGeom prst="rect">
                  <a:avLst/>
                </a:prstGeom>
                <a:blipFill>
                  <a:blip r:embed="rId11"/>
                  <a:stretch>
                    <a:fillRect/>
                  </a:stretch>
                </a:blipFill>
              </p:spPr>
              <p:txBody>
                <a:bodyPr/>
                <a:lstStyle/>
                <a:p>
                  <a:r>
                    <a:rPr lang="en-IN">
                      <a:noFill/>
                    </a:rPr>
                    <a:t> </a:t>
                  </a:r>
                </a:p>
              </p:txBody>
            </p:sp>
          </mc:Fallback>
        </mc:AlternateContent>
      </p:grpSp>
    </p:spTree>
    <p:extLst>
      <p:ext uri="{BB962C8B-B14F-4D97-AF65-F5344CB8AC3E}">
        <p14:creationId xmlns:p14="http://schemas.microsoft.com/office/powerpoint/2010/main" val="908623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2 ⇝ Example 4(</a:t>
            </a:r>
            <a:r>
              <a:rPr lang="en-GB" dirty="0">
                <a:solidFill>
                  <a:srgbClr val="FF0000"/>
                </a:solidFill>
              </a:rPr>
              <a:t>Continue</a:t>
            </a:r>
            <a:r>
              <a:rPr lang="en-GB" dirty="0"/>
              <a:t>)</a:t>
            </a:r>
            <a:endParaRPr lang="en-US" dirty="0"/>
          </a:p>
        </p:txBody>
      </p:sp>
      <mc:AlternateContent xmlns:mc="http://schemas.openxmlformats.org/markup-compatibility/2006" xmlns:a14="http://schemas.microsoft.com/office/drawing/2010/main">
        <mc:Choice Requires="a14">
          <p:sp>
            <p:nvSpPr>
              <p:cNvPr id="8" name="Rectangle 7"/>
              <p:cNvSpPr/>
              <p:nvPr/>
            </p:nvSpPr>
            <p:spPr>
              <a:xfrm>
                <a:off x="137271" y="859577"/>
                <a:ext cx="5415650" cy="1671483"/>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r>
                        <m:rPr>
                          <m:sty m:val="p"/>
                        </m:rPr>
                        <a:rPr lang="en-US" sz="2800" smtClean="0">
                          <a:solidFill>
                            <a:srgbClr val="002060"/>
                          </a:solidFill>
                          <a:latin typeface="Cambria Math" panose="02040503050406030204" pitchFamily="18" charset="0"/>
                        </a:rPr>
                        <m:t>ρ</m:t>
                      </m:r>
                      <m:r>
                        <a:rPr lang="en-US" sz="2800">
                          <a:solidFill>
                            <a:srgbClr val="002060"/>
                          </a:solidFill>
                          <a:latin typeface="Cambria Math" panose="02040503050406030204" pitchFamily="18" charset="0"/>
                        </a:rPr>
                        <m:t>=1−</m:t>
                      </m:r>
                      <m:f>
                        <m:fPr>
                          <m:ctrlPr>
                            <a:rPr lang="en-US" sz="2800" i="1">
                              <a:solidFill>
                                <a:srgbClr val="C00000"/>
                              </a:solidFill>
                              <a:latin typeface="Cambria Math" panose="02040503050406030204" pitchFamily="18" charset="0"/>
                            </a:rPr>
                          </m:ctrlPr>
                        </m:fPr>
                        <m:num>
                          <m:r>
                            <a:rPr lang="en-US" sz="2800">
                              <a:solidFill>
                                <a:srgbClr val="002060"/>
                              </a:solidFill>
                              <a:latin typeface="Cambria Math" panose="02040503050406030204" pitchFamily="18" charset="0"/>
                            </a:rPr>
                            <m:t> 6</m:t>
                          </m:r>
                          <m:r>
                            <a:rPr lang="en-US" sz="2800">
                              <a:solidFill>
                                <a:srgbClr val="002060"/>
                              </a:solidFill>
                              <a:latin typeface="Cambria Math" panose="02040503050406030204" pitchFamily="18" charset="0"/>
                              <a:ea typeface="Cambria Math" panose="02040503050406030204" pitchFamily="18" charset="0"/>
                            </a:rPr>
                            <m:t>∙</m:t>
                          </m:r>
                          <m:d>
                            <m:dPr>
                              <m:begChr m:val="["/>
                              <m:endChr m:val="]"/>
                              <m:ctrlPr>
                                <a:rPr lang="en-US" sz="2800" i="1">
                                  <a:solidFill>
                                    <a:srgbClr val="002060"/>
                                  </a:solidFill>
                                  <a:latin typeface="Cambria Math" panose="02040503050406030204" pitchFamily="18" charset="0"/>
                                </a:rPr>
                              </m:ctrlPr>
                            </m:dPr>
                            <m:e>
                              <m:eqArr>
                                <m:eqArrPr>
                                  <m:ctrlPr>
                                    <a:rPr lang="en-US" sz="2800" i="1">
                                      <a:solidFill>
                                        <a:srgbClr val="002060"/>
                                      </a:solidFill>
                                      <a:latin typeface="Cambria Math" panose="02040503050406030204" pitchFamily="18" charset="0"/>
                                    </a:rPr>
                                  </m:ctrlPr>
                                </m:eqArrPr>
                                <m:e>
                                  <m:r>
                                    <a:rPr lang="en-US" sz="2800">
                                      <a:solidFill>
                                        <a:srgbClr val="002060"/>
                                      </a:solidFill>
                                      <a:latin typeface="Cambria Math" panose="02040503050406030204" pitchFamily="18" charset="0"/>
                                    </a:rPr>
                                    <m:t> </m:t>
                                  </m:r>
                                </m:e>
                                <m:e>
                                  <m:r>
                                    <a:rPr lang="en-US" sz="2800">
                                      <a:solidFill>
                                        <a:srgbClr val="002060"/>
                                      </a:solidFill>
                                      <a:latin typeface="Cambria Math" panose="02040503050406030204" pitchFamily="18" charset="0"/>
                                    </a:rPr>
                                    <m:t> </m:t>
                                  </m:r>
                                  <m:r>
                                    <a:rPr lang="en-US" sz="2800" i="1">
                                      <a:solidFill>
                                        <a:srgbClr val="002060"/>
                                      </a:solidFill>
                                      <a:latin typeface="Cambria Math" panose="02040503050406030204" pitchFamily="18" charset="0"/>
                                    </a:rPr>
                                    <m:t>36</m:t>
                                  </m:r>
                                  <m:r>
                                    <a:rPr lang="en-US" sz="2800">
                                      <a:solidFill>
                                        <a:srgbClr val="002060"/>
                                      </a:solidFill>
                                      <a:latin typeface="Cambria Math" panose="02040503050406030204" pitchFamily="18" charset="0"/>
                                    </a:rPr>
                                    <m:t>+</m:t>
                                  </m:r>
                                  <m:f>
                                    <m:fPr>
                                      <m:ctrlPr>
                                        <a:rPr lang="en-US" sz="2800" i="1">
                                          <a:solidFill>
                                            <a:srgbClr val="C00000"/>
                                          </a:solidFill>
                                          <a:latin typeface="Cambria Math" panose="02040503050406030204" pitchFamily="18" charset="0"/>
                                        </a:rPr>
                                      </m:ctrlPr>
                                    </m:fPr>
                                    <m:num>
                                      <m:r>
                                        <a:rPr lang="en-US" sz="2800">
                                          <a:solidFill>
                                            <a:srgbClr val="C00000"/>
                                          </a:solidFill>
                                          <a:latin typeface="Cambria Math" panose="02040503050406030204" pitchFamily="18" charset="0"/>
                                        </a:rPr>
                                        <m:t> 1 </m:t>
                                      </m:r>
                                    </m:num>
                                    <m:den>
                                      <m:r>
                                        <a:rPr lang="en-US" sz="2800">
                                          <a:solidFill>
                                            <a:srgbClr val="C00000"/>
                                          </a:solidFill>
                                          <a:latin typeface="Cambria Math" panose="02040503050406030204" pitchFamily="18" charset="0"/>
                                        </a:rPr>
                                        <m:t> 2 </m:t>
                                      </m:r>
                                    </m:den>
                                  </m:f>
                                  <m:r>
                                    <a:rPr lang="en-US" sz="2800">
                                      <a:solidFill>
                                        <a:srgbClr val="002060"/>
                                      </a:solidFill>
                                      <a:latin typeface="Cambria Math" panose="02040503050406030204" pitchFamily="18" charset="0"/>
                                    </a:rPr>
                                    <m:t>+</m:t>
                                  </m:r>
                                  <m:f>
                                    <m:fPr>
                                      <m:ctrlPr>
                                        <a:rPr lang="en-US" sz="2800" i="1">
                                          <a:solidFill>
                                            <a:srgbClr val="7030A0"/>
                                          </a:solidFill>
                                          <a:latin typeface="Cambria Math" panose="02040503050406030204" pitchFamily="18" charset="0"/>
                                        </a:rPr>
                                      </m:ctrlPr>
                                    </m:fPr>
                                    <m:num>
                                      <m:r>
                                        <a:rPr lang="en-US" sz="2800">
                                          <a:solidFill>
                                            <a:srgbClr val="7030A0"/>
                                          </a:solidFill>
                                          <a:latin typeface="Cambria Math" panose="02040503050406030204" pitchFamily="18" charset="0"/>
                                        </a:rPr>
                                        <m:t> 1 </m:t>
                                      </m:r>
                                    </m:num>
                                    <m:den>
                                      <m:r>
                                        <a:rPr lang="en-US" sz="2800">
                                          <a:solidFill>
                                            <a:srgbClr val="7030A0"/>
                                          </a:solidFill>
                                          <a:latin typeface="Cambria Math" panose="02040503050406030204" pitchFamily="18" charset="0"/>
                                        </a:rPr>
                                        <m:t> 2 </m:t>
                                      </m:r>
                                    </m:den>
                                  </m:f>
                                  <m:r>
                                    <a:rPr lang="en-US" sz="2800">
                                      <a:solidFill>
                                        <a:srgbClr val="002060"/>
                                      </a:solidFill>
                                      <a:latin typeface="Cambria Math" panose="02040503050406030204" pitchFamily="18" charset="0"/>
                                    </a:rPr>
                                    <m:t>+</m:t>
                                  </m:r>
                                  <m:r>
                                    <a:rPr lang="en-US" sz="2800" i="1">
                                      <a:solidFill>
                                        <a:srgbClr val="0070C0"/>
                                      </a:solidFill>
                                      <a:latin typeface="Cambria Math" panose="02040503050406030204" pitchFamily="18" charset="0"/>
                                    </a:rPr>
                                    <m:t>2 </m:t>
                                  </m:r>
                                </m:e>
                                <m:e>
                                  <m:r>
                                    <a:rPr lang="en-US" sz="2800" i="1">
                                      <a:solidFill>
                                        <a:srgbClr val="002060"/>
                                      </a:solidFill>
                                      <a:latin typeface="Cambria Math" panose="02040503050406030204" pitchFamily="18" charset="0"/>
                                    </a:rPr>
                                    <m:t> </m:t>
                                  </m:r>
                                </m:e>
                              </m:eqArr>
                            </m:e>
                          </m:d>
                        </m:num>
                        <m:den>
                          <m:eqArr>
                            <m:eqArrPr>
                              <m:ctrlPr>
                                <a:rPr lang="en-US" sz="2800" i="1">
                                  <a:solidFill>
                                    <a:srgbClr val="002060"/>
                                  </a:solidFill>
                                  <a:latin typeface="Cambria Math" panose="02040503050406030204" pitchFamily="18" charset="0"/>
                                </a:rPr>
                              </m:ctrlPr>
                            </m:eqArrPr>
                            <m:e>
                              <m:r>
                                <a:rPr lang="en-US" sz="2800">
                                  <a:solidFill>
                                    <a:srgbClr val="002060"/>
                                  </a:solidFill>
                                  <a:latin typeface="Cambria Math" panose="02040503050406030204" pitchFamily="18" charset="0"/>
                                </a:rPr>
                                <m:t> </m:t>
                              </m:r>
                            </m:e>
                            <m:e>
                              <m:r>
                                <a:rPr lang="en-US" sz="2800">
                                  <a:solidFill>
                                    <a:srgbClr val="002060"/>
                                  </a:solidFill>
                                  <a:latin typeface="Cambria Math" panose="02040503050406030204" pitchFamily="18" charset="0"/>
                                </a:rPr>
                                <m:t>  </m:t>
                              </m:r>
                              <m:r>
                                <a:rPr lang="en-US" sz="2800" i="1">
                                  <a:solidFill>
                                    <a:srgbClr val="002060"/>
                                  </a:solidFill>
                                  <a:latin typeface="Cambria Math" panose="02040503050406030204" pitchFamily="18" charset="0"/>
                                </a:rPr>
                                <m:t>990</m:t>
                              </m:r>
                              <m:r>
                                <a:rPr lang="en-US" sz="2800">
                                  <a:solidFill>
                                    <a:srgbClr val="002060"/>
                                  </a:solidFill>
                                  <a:latin typeface="Cambria Math" panose="02040503050406030204" pitchFamily="18" charset="0"/>
                                </a:rPr>
                                <m:t> </m:t>
                              </m:r>
                            </m:e>
                          </m:eqArr>
                        </m:den>
                      </m:f>
                    </m:oMath>
                  </m:oMathPara>
                </a14:m>
                <a:endParaRPr lang="en-US" sz="2800" dirty="0"/>
              </a:p>
            </p:txBody>
          </p:sp>
        </mc:Choice>
        <mc:Fallback xmlns="">
          <p:sp>
            <p:nvSpPr>
              <p:cNvPr id="8" name="Rectangle 7"/>
              <p:cNvSpPr>
                <a:spLocks noRot="1" noChangeAspect="1" noMove="1" noResize="1" noEditPoints="1" noAdjustHandles="1" noChangeArrowheads="1" noChangeShapeType="1" noTextEdit="1"/>
              </p:cNvSpPr>
              <p:nvPr/>
            </p:nvSpPr>
            <p:spPr>
              <a:xfrm>
                <a:off x="137271" y="859577"/>
                <a:ext cx="5415650" cy="1671483"/>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137271" y="3117454"/>
                <a:ext cx="3199337" cy="1064843"/>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chemeClr val="bg1"/>
                          </a:solidFill>
                          <a:latin typeface="Cambria Math" panose="02040503050406030204" pitchFamily="18" charset="0"/>
                          <a:ea typeface="Cambria Math" panose="02040503050406030204" pitchFamily="18" charset="0"/>
                        </a:rPr>
                        <m:t>∴</m:t>
                      </m:r>
                      <m:r>
                        <m:rPr>
                          <m:sty m:val="p"/>
                        </m:rPr>
                        <a:rPr lang="en-US" sz="2800" smtClean="0">
                          <a:solidFill>
                            <a:schemeClr val="bg1"/>
                          </a:solidFill>
                          <a:latin typeface="Cambria Math" panose="02040503050406030204" pitchFamily="18" charset="0"/>
                        </a:rPr>
                        <m:t>ρ</m:t>
                      </m:r>
                      <m:r>
                        <a:rPr lang="en-US" sz="2800">
                          <a:solidFill>
                            <a:srgbClr val="002060"/>
                          </a:solidFill>
                          <a:latin typeface="Cambria Math" panose="02040503050406030204" pitchFamily="18" charset="0"/>
                        </a:rPr>
                        <m:t>=1−</m:t>
                      </m:r>
                      <m:f>
                        <m:fPr>
                          <m:ctrlPr>
                            <a:rPr lang="en-US" sz="2800" i="1">
                              <a:solidFill>
                                <a:srgbClr val="C00000"/>
                              </a:solidFill>
                              <a:latin typeface="Cambria Math" panose="02040503050406030204" pitchFamily="18" charset="0"/>
                            </a:rPr>
                          </m:ctrlPr>
                        </m:fPr>
                        <m:num>
                          <m:r>
                            <a:rPr lang="en-US" sz="2800" smtClean="0">
                              <a:solidFill>
                                <a:srgbClr val="002060"/>
                              </a:solidFill>
                              <a:latin typeface="Cambria Math" panose="02040503050406030204" pitchFamily="18" charset="0"/>
                            </a:rPr>
                            <m:t> 6</m:t>
                          </m:r>
                          <m:r>
                            <a:rPr lang="en-US" sz="2800">
                              <a:solidFill>
                                <a:srgbClr val="002060"/>
                              </a:solidFill>
                              <a:latin typeface="Cambria Math" panose="02040503050406030204" pitchFamily="18" charset="0"/>
                              <a:ea typeface="Cambria Math" panose="02040503050406030204" pitchFamily="18" charset="0"/>
                            </a:rPr>
                            <m:t>∙</m:t>
                          </m:r>
                          <m:d>
                            <m:dPr>
                              <m:begChr m:val="["/>
                              <m:endChr m:val="]"/>
                              <m:ctrlPr>
                                <a:rPr lang="en-US" sz="2800" i="1" smtClean="0">
                                  <a:solidFill>
                                    <a:srgbClr val="002060"/>
                                  </a:solidFill>
                                  <a:latin typeface="Cambria Math" panose="02040503050406030204" pitchFamily="18" charset="0"/>
                                </a:rPr>
                              </m:ctrlPr>
                            </m:dPr>
                            <m:e>
                              <m:r>
                                <a:rPr lang="en-US" sz="2800" b="0" i="1" smtClean="0">
                                  <a:solidFill>
                                    <a:srgbClr val="002060"/>
                                  </a:solidFill>
                                  <a:latin typeface="Cambria Math" panose="02040503050406030204" pitchFamily="18" charset="0"/>
                                </a:rPr>
                                <m:t> </m:t>
                              </m:r>
                              <m:r>
                                <a:rPr lang="en-US" sz="2800" i="1" smtClean="0">
                                  <a:solidFill>
                                    <a:srgbClr val="FF0000"/>
                                  </a:solidFill>
                                  <a:latin typeface="Cambria Math" panose="02040503050406030204" pitchFamily="18" charset="0"/>
                                </a:rPr>
                                <m:t>3</m:t>
                              </m:r>
                              <m:r>
                                <a:rPr lang="en-US" sz="2800" b="0" i="1" smtClean="0">
                                  <a:solidFill>
                                    <a:srgbClr val="FF0000"/>
                                  </a:solidFill>
                                  <a:latin typeface="Cambria Math" panose="02040503050406030204" pitchFamily="18" charset="0"/>
                                </a:rPr>
                                <m:t>9</m:t>
                              </m:r>
                              <m:r>
                                <a:rPr lang="en-US" sz="2800" b="0" i="1" smtClean="0">
                                  <a:solidFill>
                                    <a:srgbClr val="002060"/>
                                  </a:solidFill>
                                  <a:latin typeface="Cambria Math" panose="02040503050406030204" pitchFamily="18" charset="0"/>
                                </a:rPr>
                                <m:t> </m:t>
                              </m:r>
                            </m:e>
                          </m:d>
                        </m:num>
                        <m:den>
                          <m:eqArr>
                            <m:eqArrPr>
                              <m:ctrlPr>
                                <a:rPr lang="en-US" sz="2800" i="1" smtClean="0">
                                  <a:solidFill>
                                    <a:srgbClr val="002060"/>
                                  </a:solidFill>
                                  <a:latin typeface="Cambria Math" panose="02040503050406030204" pitchFamily="18" charset="0"/>
                                </a:rPr>
                              </m:ctrlPr>
                            </m:eqArrPr>
                            <m:e>
                              <m:r>
                                <a:rPr lang="en-US" sz="2800" b="0" i="0" smtClean="0">
                                  <a:solidFill>
                                    <a:srgbClr val="002060"/>
                                  </a:solidFill>
                                  <a:latin typeface="Cambria Math" panose="02040503050406030204" pitchFamily="18" charset="0"/>
                                </a:rPr>
                                <m:t> </m:t>
                              </m:r>
                            </m:e>
                            <m:e>
                              <m:r>
                                <a:rPr lang="en-US" sz="2800">
                                  <a:solidFill>
                                    <a:srgbClr val="002060"/>
                                  </a:solidFill>
                                  <a:latin typeface="Cambria Math" panose="02040503050406030204" pitchFamily="18" charset="0"/>
                                </a:rPr>
                                <m:t>  </m:t>
                              </m:r>
                              <m:r>
                                <a:rPr lang="en-US" sz="2800" b="0" i="1" smtClean="0">
                                  <a:solidFill>
                                    <a:srgbClr val="002060"/>
                                  </a:solidFill>
                                  <a:latin typeface="Cambria Math" panose="02040503050406030204" pitchFamily="18" charset="0"/>
                                </a:rPr>
                                <m:t>990</m:t>
                              </m:r>
                              <m:r>
                                <a:rPr lang="en-US" sz="2800">
                                  <a:solidFill>
                                    <a:srgbClr val="002060"/>
                                  </a:solidFill>
                                  <a:latin typeface="Cambria Math" panose="02040503050406030204" pitchFamily="18" charset="0"/>
                                </a:rPr>
                                <m:t> </m:t>
                              </m:r>
                            </m:e>
                          </m:eqArr>
                        </m:den>
                      </m:f>
                    </m:oMath>
                  </m:oMathPara>
                </a14:m>
                <a:endParaRPr lang="en-US" dirty="0"/>
              </a:p>
            </p:txBody>
          </p:sp>
        </mc:Choice>
        <mc:Fallback xmlns="">
          <p:sp>
            <p:nvSpPr>
              <p:cNvPr id="10" name="Rectangle 9"/>
              <p:cNvSpPr>
                <a:spLocks noRot="1" noChangeAspect="1" noMove="1" noResize="1" noEditPoints="1" noAdjustHandles="1" noChangeArrowheads="1" noChangeShapeType="1" noTextEdit="1"/>
              </p:cNvSpPr>
              <p:nvPr/>
            </p:nvSpPr>
            <p:spPr>
              <a:xfrm>
                <a:off x="137271" y="3117454"/>
                <a:ext cx="3199337" cy="1064843"/>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137270" y="4768691"/>
                <a:ext cx="2296975"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chemeClr val="bg1"/>
                          </a:solidFill>
                          <a:latin typeface="Cambria Math" panose="02040503050406030204" pitchFamily="18" charset="0"/>
                          <a:ea typeface="Cambria Math" panose="02040503050406030204" pitchFamily="18" charset="0"/>
                        </a:rPr>
                        <m:t>∴</m:t>
                      </m:r>
                      <m:r>
                        <m:rPr>
                          <m:sty m:val="p"/>
                        </m:rPr>
                        <a:rPr lang="en-US" sz="2800" smtClean="0">
                          <a:solidFill>
                            <a:schemeClr val="bg1"/>
                          </a:solidFill>
                          <a:latin typeface="Cambria Math" panose="02040503050406030204" pitchFamily="18" charset="0"/>
                        </a:rPr>
                        <m:t>ρ</m:t>
                      </m:r>
                      <m:r>
                        <a:rPr lang="en-US" sz="2800">
                          <a:solidFill>
                            <a:srgbClr val="002060"/>
                          </a:solidFill>
                          <a:latin typeface="Cambria Math" panose="02040503050406030204" pitchFamily="18" charset="0"/>
                        </a:rPr>
                        <m:t>=</m:t>
                      </m:r>
                      <m:r>
                        <a:rPr lang="en-US" sz="2800" i="1" smtClean="0">
                          <a:solidFill>
                            <a:srgbClr val="002060"/>
                          </a:solidFill>
                          <a:latin typeface="Cambria Math" panose="02040503050406030204" pitchFamily="18" charset="0"/>
                        </a:rPr>
                        <m:t>0</m:t>
                      </m:r>
                      <m:r>
                        <a:rPr lang="en-US" sz="2800" b="0" i="1" smtClean="0">
                          <a:solidFill>
                            <a:srgbClr val="002060"/>
                          </a:solidFill>
                          <a:latin typeface="Cambria Math" panose="02040503050406030204" pitchFamily="18" charset="0"/>
                        </a:rPr>
                        <m:t>.7636</m:t>
                      </m:r>
                    </m:oMath>
                  </m:oMathPara>
                </a14:m>
                <a:endParaRPr lang="en-US" dirty="0"/>
              </a:p>
            </p:txBody>
          </p:sp>
        </mc:Choice>
        <mc:Fallback xmlns="">
          <p:sp>
            <p:nvSpPr>
              <p:cNvPr id="5" name="Rectangle 4"/>
              <p:cNvSpPr>
                <a:spLocks noRot="1" noChangeAspect="1" noMove="1" noResize="1" noEditPoints="1" noAdjustHandles="1" noChangeArrowheads="1" noChangeShapeType="1" noTextEdit="1"/>
              </p:cNvSpPr>
              <p:nvPr/>
            </p:nvSpPr>
            <p:spPr>
              <a:xfrm>
                <a:off x="137270" y="4768691"/>
                <a:ext cx="2296975" cy="52322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137270" y="5878305"/>
                <a:ext cx="7313284" cy="523220"/>
              </a:xfrm>
              <a:prstGeom prst="rect">
                <a:avLst/>
              </a:prstGeom>
              <a:ln>
                <a:solidFill>
                  <a:srgbClr val="FF0000"/>
                </a:solidFill>
              </a:ln>
            </p:spPr>
            <p:style>
              <a:lnRef idx="2">
                <a:schemeClr val="accent2"/>
              </a:lnRef>
              <a:fillRef idx="1">
                <a:schemeClr val="lt1"/>
              </a:fillRef>
              <a:effectRef idx="0">
                <a:schemeClr val="accent2"/>
              </a:effectRef>
              <a:fontRef idx="minor">
                <a:schemeClr val="dk1"/>
              </a:fontRef>
            </p:style>
            <p:txBody>
              <a:bodyPr wrap="none">
                <a:spAutoFit/>
              </a:bodyPr>
              <a:lstStyle/>
              <a:p>
                <a:pPr/>
                <a14:m>
                  <m:oMathPara xmlns:m="http://schemas.openxmlformats.org/officeDocument/2006/math">
                    <m:oMathParaPr>
                      <m:jc m:val="left"/>
                    </m:oMathParaPr>
                    <m:oMath xmlns:m="http://schemas.openxmlformats.org/officeDocument/2006/math">
                      <m:r>
                        <a:rPr lang="en-US" sz="2800" b="1" i="1" smtClean="0">
                          <a:solidFill>
                            <a:srgbClr val="7030A0"/>
                          </a:solidFill>
                          <a:latin typeface="Cambria Math" panose="02040503050406030204" pitchFamily="18" charset="0"/>
                          <a:ea typeface="Cambria Math" panose="02040503050406030204" pitchFamily="18" charset="0"/>
                        </a:rPr>
                        <m:t>∴</m:t>
                      </m:r>
                      <m:r>
                        <m:rPr>
                          <m:nor/>
                        </m:rPr>
                        <a:rPr lang="en-US" sz="2800" b="1" i="0" dirty="0" smtClean="0">
                          <a:solidFill>
                            <a:srgbClr val="7030A0"/>
                          </a:solidFill>
                        </a:rPr>
                        <m:t>The</m:t>
                      </m:r>
                      <m:r>
                        <m:rPr>
                          <m:nor/>
                        </m:rPr>
                        <a:rPr lang="en-US" sz="2800" b="1" dirty="0">
                          <a:solidFill>
                            <a:srgbClr val="7030A0"/>
                          </a:solidFill>
                        </a:rPr>
                        <m:t> </m:t>
                      </m:r>
                      <m:r>
                        <m:rPr>
                          <m:nor/>
                        </m:rPr>
                        <a:rPr lang="en-US" sz="2800" b="1" dirty="0">
                          <a:solidFill>
                            <a:srgbClr val="7030A0"/>
                          </a:solidFill>
                        </a:rPr>
                        <m:t>coefficient</m:t>
                      </m:r>
                      <m:r>
                        <m:rPr>
                          <m:nor/>
                        </m:rPr>
                        <a:rPr lang="en-US" sz="2800" b="1" dirty="0">
                          <a:solidFill>
                            <a:srgbClr val="7030A0"/>
                          </a:solidFill>
                        </a:rPr>
                        <m:t> </m:t>
                      </m:r>
                      <m:r>
                        <m:rPr>
                          <m:nor/>
                        </m:rPr>
                        <a:rPr lang="en-US" sz="2800" b="1" dirty="0">
                          <a:solidFill>
                            <a:srgbClr val="7030A0"/>
                          </a:solidFill>
                        </a:rPr>
                        <m:t>of</m:t>
                      </m:r>
                      <m:r>
                        <m:rPr>
                          <m:nor/>
                        </m:rPr>
                        <a:rPr lang="en-US" sz="2800" b="1" dirty="0">
                          <a:solidFill>
                            <a:srgbClr val="7030A0"/>
                          </a:solidFill>
                        </a:rPr>
                        <m:t> </m:t>
                      </m:r>
                      <m:r>
                        <m:rPr>
                          <m:nor/>
                        </m:rPr>
                        <a:rPr lang="en-US" sz="2800" b="1" i="0" dirty="0" smtClean="0">
                          <a:solidFill>
                            <a:srgbClr val="7030A0"/>
                          </a:solidFill>
                        </a:rPr>
                        <m:t>rank</m:t>
                      </m:r>
                      <m:r>
                        <m:rPr>
                          <m:nor/>
                        </m:rPr>
                        <a:rPr lang="en-US" sz="2800" b="1" i="0" dirty="0" smtClean="0">
                          <a:solidFill>
                            <a:srgbClr val="7030A0"/>
                          </a:solidFill>
                        </a:rPr>
                        <m:t> </m:t>
                      </m:r>
                      <m:r>
                        <m:rPr>
                          <m:nor/>
                        </m:rPr>
                        <a:rPr lang="en-US" sz="2800" b="1" dirty="0">
                          <a:solidFill>
                            <a:srgbClr val="7030A0"/>
                          </a:solidFill>
                        </a:rPr>
                        <m:t>correlation</m:t>
                      </m:r>
                      <m:r>
                        <m:rPr>
                          <m:nor/>
                        </m:rPr>
                        <a:rPr lang="en-US" sz="2800" b="1" i="0" dirty="0" smtClean="0">
                          <a:solidFill>
                            <a:srgbClr val="7030A0"/>
                          </a:solidFill>
                        </a:rPr>
                        <m:t> </m:t>
                      </m:r>
                      <m:r>
                        <a:rPr lang="en-US" sz="2800" b="1" i="1" dirty="0" smtClean="0">
                          <a:solidFill>
                            <a:srgbClr val="7030A0"/>
                          </a:solidFill>
                          <a:latin typeface="Cambria Math" panose="02040503050406030204" pitchFamily="18" charset="0"/>
                        </a:rPr>
                        <m:t>= </m:t>
                      </m:r>
                      <m:r>
                        <a:rPr lang="en-US" sz="2800" b="1" i="1" dirty="0" smtClean="0">
                          <a:solidFill>
                            <a:srgbClr val="7030A0"/>
                          </a:solidFill>
                          <a:latin typeface="Cambria Math" panose="02040503050406030204" pitchFamily="18" charset="0"/>
                        </a:rPr>
                        <m:t>𝟎</m:t>
                      </m:r>
                      <m:r>
                        <a:rPr lang="en-US" sz="2800" b="1" i="1" dirty="0" smtClean="0">
                          <a:solidFill>
                            <a:srgbClr val="7030A0"/>
                          </a:solidFill>
                          <a:latin typeface="Cambria Math" panose="02040503050406030204" pitchFamily="18" charset="0"/>
                        </a:rPr>
                        <m:t>.</m:t>
                      </m:r>
                      <m:r>
                        <a:rPr lang="en-US" sz="2800" b="1" i="1" dirty="0" smtClean="0">
                          <a:solidFill>
                            <a:srgbClr val="7030A0"/>
                          </a:solidFill>
                          <a:latin typeface="Cambria Math" panose="02040503050406030204" pitchFamily="18" charset="0"/>
                        </a:rPr>
                        <m:t>𝟕𝟔𝟑𝟔</m:t>
                      </m:r>
                    </m:oMath>
                  </m:oMathPara>
                </a14:m>
                <a:endParaRPr lang="en-US" sz="2800" b="1" dirty="0">
                  <a:solidFill>
                    <a:srgbClr val="7030A0"/>
                  </a:solidFill>
                </a:endParaRPr>
              </a:p>
            </p:txBody>
          </p:sp>
        </mc:Choice>
        <mc:Fallback xmlns="">
          <p:sp>
            <p:nvSpPr>
              <p:cNvPr id="6" name="Rectangle 5"/>
              <p:cNvSpPr>
                <a:spLocks noRot="1" noChangeAspect="1" noMove="1" noResize="1" noEditPoints="1" noAdjustHandles="1" noChangeArrowheads="1" noChangeShapeType="1" noTextEdit="1"/>
              </p:cNvSpPr>
              <p:nvPr/>
            </p:nvSpPr>
            <p:spPr>
              <a:xfrm>
                <a:off x="137270" y="5878305"/>
                <a:ext cx="7313284" cy="523220"/>
              </a:xfrm>
              <a:prstGeom prst="rect">
                <a:avLst/>
              </a:prstGeom>
              <a:blipFill rotWithShape="0">
                <a:blip r:embed="rId5"/>
                <a:stretch>
                  <a:fillRect/>
                </a:stretch>
              </a:blipFill>
              <a:ln>
                <a:solidFill>
                  <a:srgbClr val="FF0000"/>
                </a:solidFill>
              </a:ln>
            </p:spPr>
            <p:txBody>
              <a:bodyPr/>
              <a:lstStyle/>
              <a:p>
                <a:r>
                  <a:rPr lang="en-US">
                    <a:noFill/>
                  </a:rPr>
                  <a:t> </a:t>
                </a:r>
              </a:p>
            </p:txBody>
          </p:sp>
        </mc:Fallback>
      </mc:AlternateContent>
    </p:spTree>
    <p:extLst>
      <p:ext uri="{BB962C8B-B14F-4D97-AF65-F5344CB8AC3E}">
        <p14:creationId xmlns:p14="http://schemas.microsoft.com/office/powerpoint/2010/main" val="3741823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5" grpId="0"/>
      <p:bldP spid="6"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7" y="869081"/>
                <a:ext cx="11929643" cy="265176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The coefficient of rank correlation of marks obtained by </a:t>
                </a:r>
                <a14:m>
                  <m:oMath xmlns:m="http://schemas.openxmlformats.org/officeDocument/2006/math">
                    <m:r>
                      <a:rPr lang="en-US" i="1">
                        <a:latin typeface="Cambria Math" panose="02040503050406030204" pitchFamily="18" charset="0"/>
                      </a:rPr>
                      <m:t>10</m:t>
                    </m:r>
                  </m:oMath>
                </a14:m>
                <a:r>
                  <a:rPr lang="en-US" dirty="0"/>
                  <a:t> students in English and Economics was found to be </a:t>
                </a:r>
                <a14:m>
                  <m:oMath xmlns:m="http://schemas.openxmlformats.org/officeDocument/2006/math">
                    <m:r>
                      <a:rPr lang="en-US" i="1">
                        <a:latin typeface="Cambria Math" panose="02040503050406030204" pitchFamily="18" charset="0"/>
                      </a:rPr>
                      <m:t>0.6</m:t>
                    </m:r>
                  </m:oMath>
                </a14:m>
                <a:r>
                  <a:rPr lang="en-US" dirty="0"/>
                  <a:t>. It was later discovered that the difference in ranks in the two subjects obtained by one of the students was wrongly taken as </a:t>
                </a:r>
                <a14:m>
                  <m:oMath xmlns:m="http://schemas.openxmlformats.org/officeDocument/2006/math">
                    <m:r>
                      <a:rPr lang="en-US" i="1">
                        <a:latin typeface="Cambria Math" panose="02040503050406030204" pitchFamily="18" charset="0"/>
                      </a:rPr>
                      <m:t>7</m:t>
                    </m:r>
                  </m:oMath>
                </a14:m>
                <a:r>
                  <a:rPr lang="en-US" dirty="0"/>
                  <a:t> instead of </a:t>
                </a:r>
                <a14:m>
                  <m:oMath xmlns:m="http://schemas.openxmlformats.org/officeDocument/2006/math">
                    <m:r>
                      <a:rPr lang="en-US" i="1">
                        <a:latin typeface="Cambria Math" panose="02040503050406030204" pitchFamily="18" charset="0"/>
                      </a:rPr>
                      <m:t>1</m:t>
                    </m:r>
                  </m:oMath>
                </a14:m>
                <a:r>
                  <a:rPr lang="en-US" dirty="0"/>
                  <a:t>. Find the correct coefficient of rank correlation.</a:t>
                </a: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7" y="869081"/>
                <a:ext cx="11929643" cy="2651760"/>
              </a:xfrm>
              <a:prstGeom prst="rect">
                <a:avLst/>
              </a:prstGeom>
              <a:blipFill rotWithShape="0">
                <a:blip r:embed="rId2"/>
                <a:stretch>
                  <a:fillRect l="-1074" r="-1074" b="-3908"/>
                </a:stretch>
              </a:blipFill>
              <a:ln>
                <a:noFill/>
              </a:ln>
            </p:spPr>
            <p:txBody>
              <a:bodyPr/>
              <a:lstStyle/>
              <a:p>
                <a:r>
                  <a:rPr lang="en-US">
                    <a:noFill/>
                  </a:rPr>
                  <a:t> </a:t>
                </a:r>
              </a:p>
            </p:txBody>
          </p:sp>
        </mc:Fallback>
      </mc:AlternateContent>
      <p:sp>
        <p:nvSpPr>
          <p:cNvPr id="2" name="Title 1"/>
          <p:cNvSpPr>
            <a:spLocks noGrp="1"/>
          </p:cNvSpPr>
          <p:nvPr>
            <p:ph type="title"/>
          </p:nvPr>
        </p:nvSpPr>
        <p:spPr/>
        <p:txBody>
          <a:bodyPr/>
          <a:lstStyle/>
          <a:p>
            <a:r>
              <a:rPr lang="en-GB" dirty="0"/>
              <a:t>Method 2 ⇝ Example 5</a:t>
            </a:r>
            <a:endParaRPr lang="en-US" dirty="0"/>
          </a:p>
        </p:txBody>
      </p:sp>
      <p:sp>
        <p:nvSpPr>
          <p:cNvPr id="50" name="Rectangle 49">
            <a:extLst>
              <a:ext uri="{FF2B5EF4-FFF2-40B4-BE49-F238E27FC236}">
                <a16:creationId xmlns:a16="http://schemas.microsoft.com/office/drawing/2014/main" id="{B2D3FB0B-D709-43AC-B65F-29361B504B61}"/>
              </a:ext>
            </a:extLst>
          </p:cNvPr>
          <p:cNvSpPr/>
          <p:nvPr/>
        </p:nvSpPr>
        <p:spPr>
          <a:xfrm>
            <a:off x="131177" y="3693190"/>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10" name="Rectangle 9"/>
              <p:cNvSpPr/>
              <p:nvPr/>
            </p:nvSpPr>
            <p:spPr>
              <a:xfrm>
                <a:off x="1625596" y="3693190"/>
                <a:ext cx="2145908" cy="523220"/>
              </a:xfrm>
              <a:prstGeom prst="rect">
                <a:avLst/>
              </a:prstGeom>
            </p:spPr>
            <p:txBody>
              <a:bodyPr wrap="none">
                <a:spAutoFit/>
              </a:bodyPr>
              <a:lstStyle/>
              <a:p>
                <a:pPr algn="just"/>
                <a14:m>
                  <m:oMathPara xmlns:m="http://schemas.openxmlformats.org/officeDocument/2006/math">
                    <m:oMathParaPr>
                      <m:jc m:val="centerGroup"/>
                    </m:oMathParaPr>
                    <m:oMath xmlns:m="http://schemas.openxmlformats.org/officeDocument/2006/math">
                      <m:r>
                        <m:rPr>
                          <m:nor/>
                        </m:rPr>
                        <a:rPr lang="en-US" sz="2800" dirty="0">
                          <a:solidFill>
                            <a:srgbClr val="002060"/>
                          </a:solidFill>
                        </a:rPr>
                        <m:t>Here</m:t>
                      </m:r>
                      <m:r>
                        <m:rPr>
                          <m:nor/>
                        </m:rPr>
                        <a:rPr lang="en-US" sz="2800" dirty="0">
                          <a:solidFill>
                            <a:srgbClr val="002060"/>
                          </a:solidFill>
                        </a:rPr>
                        <m:t>,</m:t>
                      </m:r>
                      <m:r>
                        <a:rPr lang="en-US" sz="2800" dirty="0">
                          <a:solidFill>
                            <a:srgbClr val="002060"/>
                          </a:solidFill>
                          <a:latin typeface="Cambria Math" panose="02040503050406030204" pitchFamily="18" charset="0"/>
                        </a:rPr>
                        <m:t>   </m:t>
                      </m:r>
                      <m:r>
                        <m:rPr>
                          <m:sty m:val="p"/>
                        </m:rPr>
                        <a:rPr lang="en-US" sz="2800" dirty="0">
                          <a:solidFill>
                            <a:srgbClr val="002060"/>
                          </a:solidFill>
                          <a:latin typeface="Cambria Math" panose="02040503050406030204" pitchFamily="18" charset="0"/>
                        </a:rPr>
                        <m:t>n</m:t>
                      </m:r>
                      <m:r>
                        <a:rPr lang="en-US" sz="2800" dirty="0">
                          <a:solidFill>
                            <a:srgbClr val="002060"/>
                          </a:solidFill>
                          <a:latin typeface="Cambria Math" panose="02040503050406030204" pitchFamily="18" charset="0"/>
                        </a:rPr>
                        <m:t>=10</m:t>
                      </m:r>
                    </m:oMath>
                  </m:oMathPara>
                </a14:m>
                <a:endParaRPr lang="en-US" sz="2800" dirty="0">
                  <a:solidFill>
                    <a:srgbClr val="002060"/>
                  </a:solidFill>
                </a:endParaRPr>
              </a:p>
            </p:txBody>
          </p:sp>
        </mc:Choice>
        <mc:Fallback xmlns="">
          <p:sp>
            <p:nvSpPr>
              <p:cNvPr id="10" name="Rectangle 9"/>
              <p:cNvSpPr>
                <a:spLocks noRot="1" noChangeAspect="1" noMove="1" noResize="1" noEditPoints="1" noAdjustHandles="1" noChangeArrowheads="1" noChangeShapeType="1" noTextEdit="1"/>
              </p:cNvSpPr>
              <p:nvPr/>
            </p:nvSpPr>
            <p:spPr>
              <a:xfrm>
                <a:off x="1625596" y="3693190"/>
                <a:ext cx="2145908" cy="52322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a:off x="2401994" y="4383298"/>
                <a:ext cx="2739020" cy="523220"/>
              </a:xfrm>
              <a:prstGeom prst="rect">
                <a:avLst/>
              </a:prstGeom>
            </p:spPr>
            <p:txBody>
              <a:bodyPr wrap="none">
                <a:spAutoFit/>
              </a:bodyPr>
              <a:lstStyle/>
              <a:p>
                <a:pPr algn="just"/>
                <a14:m>
                  <m:oMathPara xmlns:m="http://schemas.openxmlformats.org/officeDocument/2006/math">
                    <m:oMathParaPr>
                      <m:jc m:val="centerGroup"/>
                    </m:oMathParaPr>
                    <m:oMath xmlns:m="http://schemas.openxmlformats.org/officeDocument/2006/math">
                      <m:r>
                        <m:rPr>
                          <m:nor/>
                        </m:rPr>
                        <a:rPr lang="en-US" sz="2800" dirty="0" smtClean="0">
                          <a:solidFill>
                            <a:srgbClr val="002060"/>
                          </a:solidFill>
                        </a:rPr>
                        <m:t>Incorrect</m:t>
                      </m:r>
                      <m:r>
                        <m:rPr>
                          <m:nor/>
                        </m:rPr>
                        <a:rPr lang="en-US" sz="2800" dirty="0" smtClean="0">
                          <a:solidFill>
                            <a:srgbClr val="002060"/>
                          </a:solidFill>
                        </a:rPr>
                        <m:t> </m:t>
                      </m:r>
                      <m:r>
                        <m:rPr>
                          <m:sty m:val="p"/>
                        </m:rPr>
                        <a:rPr lang="en-US" sz="2800">
                          <a:solidFill>
                            <a:srgbClr val="002060"/>
                          </a:solidFill>
                          <a:latin typeface="Cambria Math" panose="02040503050406030204" pitchFamily="18" charset="0"/>
                        </a:rPr>
                        <m:t>ρ</m:t>
                      </m:r>
                      <m:r>
                        <a:rPr lang="en-US" sz="2800">
                          <a:solidFill>
                            <a:srgbClr val="002060"/>
                          </a:solidFill>
                          <a:latin typeface="Cambria Math" panose="02040503050406030204" pitchFamily="18" charset="0"/>
                        </a:rPr>
                        <m:t>=0.6</m:t>
                      </m:r>
                    </m:oMath>
                  </m:oMathPara>
                </a14:m>
                <a:endParaRPr lang="en-US" sz="2800" dirty="0">
                  <a:solidFill>
                    <a:srgbClr val="002060"/>
                  </a:solidFill>
                </a:endParaRPr>
              </a:p>
            </p:txBody>
          </p:sp>
        </mc:Choice>
        <mc:Fallback xmlns="">
          <p:sp>
            <p:nvSpPr>
              <p:cNvPr id="11" name="Rectangle 10"/>
              <p:cNvSpPr>
                <a:spLocks noRot="1" noChangeAspect="1" noMove="1" noResize="1" noEditPoints="1" noAdjustHandles="1" noChangeArrowheads="1" noChangeShapeType="1" noTextEdit="1"/>
              </p:cNvSpPr>
              <p:nvPr/>
            </p:nvSpPr>
            <p:spPr>
              <a:xfrm>
                <a:off x="2401994" y="4383298"/>
                <a:ext cx="2739020" cy="52322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2401994" y="5073406"/>
                <a:ext cx="3917226" cy="523220"/>
              </a:xfrm>
              <a:prstGeom prst="rect">
                <a:avLst/>
              </a:prstGeom>
            </p:spPr>
            <p:txBody>
              <a:bodyPr wrap="none">
                <a:spAutoFit/>
              </a:bodyPr>
              <a:lstStyle/>
              <a:p>
                <a:r>
                  <a:rPr lang="en-US" sz="2800" b="0" i="0" dirty="0">
                    <a:solidFill>
                      <a:srgbClr val="002060"/>
                    </a:solidFill>
                    <a:latin typeface="+mj-lt"/>
                  </a:rPr>
                  <a:t>Incorrect difference </a:t>
                </a:r>
                <a14:m>
                  <m:oMath xmlns:m="http://schemas.openxmlformats.org/officeDocument/2006/math">
                    <m:r>
                      <m:rPr>
                        <m:sty m:val="p"/>
                      </m:rPr>
                      <a:rPr lang="en-US" sz="2800" b="0" i="0" dirty="0" smtClean="0">
                        <a:solidFill>
                          <a:srgbClr val="002060"/>
                        </a:solidFill>
                        <a:latin typeface="Cambria Math" panose="02040503050406030204" pitchFamily="18" charset="0"/>
                      </a:rPr>
                      <m:t>d</m:t>
                    </m:r>
                    <m:r>
                      <a:rPr lang="en-US" sz="2800" b="0" i="0" dirty="0" smtClean="0">
                        <a:solidFill>
                          <a:srgbClr val="002060"/>
                        </a:solidFill>
                        <a:latin typeface="Cambria Math" panose="02040503050406030204" pitchFamily="18" charset="0"/>
                      </a:rPr>
                      <m:t>=7</m:t>
                    </m:r>
                  </m:oMath>
                </a14:m>
                <a:endParaRPr lang="en-US" sz="2800" dirty="0">
                  <a:solidFill>
                    <a:srgbClr val="002060"/>
                  </a:solidFill>
                </a:endParaRPr>
              </a:p>
            </p:txBody>
          </p:sp>
        </mc:Choice>
        <mc:Fallback xmlns="">
          <p:sp>
            <p:nvSpPr>
              <p:cNvPr id="8" name="Rectangle 7"/>
              <p:cNvSpPr>
                <a:spLocks noRot="1" noChangeAspect="1" noMove="1" noResize="1" noEditPoints="1" noAdjustHandles="1" noChangeArrowheads="1" noChangeShapeType="1" noTextEdit="1"/>
              </p:cNvSpPr>
              <p:nvPr/>
            </p:nvSpPr>
            <p:spPr>
              <a:xfrm>
                <a:off x="2401994" y="5073406"/>
                <a:ext cx="3917226" cy="523220"/>
              </a:xfrm>
              <a:prstGeom prst="rect">
                <a:avLst/>
              </a:prstGeom>
              <a:blipFill rotWithShape="0">
                <a:blip r:embed="rId5"/>
                <a:stretch>
                  <a:fillRect l="-3110" t="-11628"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2403192" y="5763514"/>
                <a:ext cx="3692806" cy="523220"/>
              </a:xfrm>
              <a:prstGeom prst="rect">
                <a:avLst/>
              </a:prstGeom>
            </p:spPr>
            <p:txBody>
              <a:bodyPr wrap="none">
                <a:spAutoFit/>
              </a:bodyPr>
              <a:lstStyle/>
              <a:p>
                <a:r>
                  <a:rPr lang="en-US" sz="2800" b="0" i="0" dirty="0">
                    <a:solidFill>
                      <a:srgbClr val="002060"/>
                    </a:solidFill>
                    <a:latin typeface="+mj-lt"/>
                  </a:rPr>
                  <a:t>Correct difference </a:t>
                </a:r>
                <a14:m>
                  <m:oMath xmlns:m="http://schemas.openxmlformats.org/officeDocument/2006/math">
                    <m:r>
                      <m:rPr>
                        <m:sty m:val="p"/>
                      </m:rPr>
                      <a:rPr lang="en-US" sz="2800" b="0" i="0" dirty="0" smtClean="0">
                        <a:solidFill>
                          <a:srgbClr val="002060"/>
                        </a:solidFill>
                        <a:latin typeface="Cambria Math" panose="02040503050406030204" pitchFamily="18" charset="0"/>
                      </a:rPr>
                      <m:t>d</m:t>
                    </m:r>
                    <m:r>
                      <a:rPr lang="en-US" sz="2800" b="0" i="0" dirty="0" smtClean="0">
                        <a:solidFill>
                          <a:srgbClr val="002060"/>
                        </a:solidFill>
                        <a:latin typeface="Cambria Math" panose="02040503050406030204" pitchFamily="18" charset="0"/>
                      </a:rPr>
                      <m:t>=1</m:t>
                    </m:r>
                  </m:oMath>
                </a14:m>
                <a:endParaRPr lang="en-US" sz="2800" dirty="0">
                  <a:solidFill>
                    <a:srgbClr val="002060"/>
                  </a:solidFill>
                </a:endParaRPr>
              </a:p>
            </p:txBody>
          </p:sp>
        </mc:Choice>
        <mc:Fallback xmlns="">
          <p:sp>
            <p:nvSpPr>
              <p:cNvPr id="9" name="Rectangle 8"/>
              <p:cNvSpPr>
                <a:spLocks noRot="1" noChangeAspect="1" noMove="1" noResize="1" noEditPoints="1" noAdjustHandles="1" noChangeArrowheads="1" noChangeShapeType="1" noTextEdit="1"/>
              </p:cNvSpPr>
              <p:nvPr/>
            </p:nvSpPr>
            <p:spPr>
              <a:xfrm>
                <a:off x="2403192" y="5763514"/>
                <a:ext cx="3692806" cy="523220"/>
              </a:xfrm>
              <a:prstGeom prst="rect">
                <a:avLst/>
              </a:prstGeom>
              <a:blipFill rotWithShape="0">
                <a:blip r:embed="rId6"/>
                <a:stretch>
                  <a:fillRect l="-3300" t="-11628" b="-31395"/>
                </a:stretch>
              </a:blipFill>
            </p:spPr>
            <p:txBody>
              <a:bodyPr/>
              <a:lstStyle/>
              <a:p>
                <a:r>
                  <a:rPr lang="en-US">
                    <a:noFill/>
                  </a:rPr>
                  <a:t> </a:t>
                </a:r>
              </a:p>
            </p:txBody>
          </p:sp>
        </mc:Fallback>
      </mc:AlternateContent>
      <p:cxnSp>
        <p:nvCxnSpPr>
          <p:cNvPr id="5" name="Straight Connector 4"/>
          <p:cNvCxnSpPr/>
          <p:nvPr/>
        </p:nvCxnSpPr>
        <p:spPr>
          <a:xfrm flipV="1">
            <a:off x="8209280" y="1422400"/>
            <a:ext cx="1737360" cy="0"/>
          </a:xfrm>
          <a:prstGeom prst="line">
            <a:avLst/>
          </a:prstGeom>
          <a:ln>
            <a:solidFill>
              <a:srgbClr val="FFFF00"/>
            </a:solidFill>
          </a:ln>
        </p:spPr>
        <p:style>
          <a:lnRef idx="3">
            <a:schemeClr val="accent5"/>
          </a:lnRef>
          <a:fillRef idx="0">
            <a:schemeClr val="accent5"/>
          </a:fillRef>
          <a:effectRef idx="2">
            <a:schemeClr val="accent5"/>
          </a:effectRef>
          <a:fontRef idx="minor">
            <a:schemeClr val="tx1"/>
          </a:fontRef>
        </p:style>
      </p:cxnSp>
      <p:cxnSp>
        <p:nvCxnSpPr>
          <p:cNvPr id="12" name="Straight Connector 11"/>
          <p:cNvCxnSpPr/>
          <p:nvPr/>
        </p:nvCxnSpPr>
        <p:spPr>
          <a:xfrm flipV="1">
            <a:off x="4249024" y="2062480"/>
            <a:ext cx="457200" cy="0"/>
          </a:xfrm>
          <a:prstGeom prst="line">
            <a:avLst/>
          </a:prstGeom>
          <a:ln>
            <a:solidFill>
              <a:srgbClr val="FFFF00"/>
            </a:solidFill>
          </a:ln>
        </p:spPr>
        <p:style>
          <a:lnRef idx="3">
            <a:schemeClr val="accent5"/>
          </a:lnRef>
          <a:fillRef idx="0">
            <a:schemeClr val="accent5"/>
          </a:fillRef>
          <a:effectRef idx="2">
            <a:schemeClr val="accent5"/>
          </a:effectRef>
          <a:fontRef idx="minor">
            <a:schemeClr val="tx1"/>
          </a:fontRef>
        </p:style>
      </p:cxnSp>
      <p:cxnSp>
        <p:nvCxnSpPr>
          <p:cNvPr id="13" name="Straight Connector 12"/>
          <p:cNvCxnSpPr/>
          <p:nvPr/>
        </p:nvCxnSpPr>
        <p:spPr>
          <a:xfrm flipV="1">
            <a:off x="8209280" y="2763520"/>
            <a:ext cx="2651760" cy="0"/>
          </a:xfrm>
          <a:prstGeom prst="line">
            <a:avLst/>
          </a:prstGeom>
          <a:ln>
            <a:solidFill>
              <a:srgbClr val="FFFF00"/>
            </a:solidFill>
          </a:ln>
        </p:spPr>
        <p:style>
          <a:lnRef idx="3">
            <a:schemeClr val="accent5"/>
          </a:lnRef>
          <a:fillRef idx="0">
            <a:schemeClr val="accent5"/>
          </a:fillRef>
          <a:effectRef idx="2">
            <a:schemeClr val="accent5"/>
          </a:effectRef>
          <a:fontRef idx="minor">
            <a:schemeClr val="tx1"/>
          </a:fontRef>
        </p:style>
      </p:cxnSp>
      <p:cxnSp>
        <p:nvCxnSpPr>
          <p:cNvPr id="14" name="Straight Connector 13"/>
          <p:cNvCxnSpPr/>
          <p:nvPr/>
        </p:nvCxnSpPr>
        <p:spPr>
          <a:xfrm flipV="1">
            <a:off x="560944" y="3362960"/>
            <a:ext cx="274320" cy="0"/>
          </a:xfrm>
          <a:prstGeom prst="line">
            <a:avLst/>
          </a:prstGeom>
          <a:ln>
            <a:solidFill>
              <a:srgbClr val="FFFF00"/>
            </a:solidFill>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1337869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nodeType="afterEffect">
                                  <p:stCondLst>
                                    <p:cond delay="0"/>
                                  </p:stCondLst>
                                  <p:childTnLst>
                                    <p:set>
                                      <p:cBhvr>
                                        <p:cTn id="17" dur="1" fill="hold">
                                          <p:stCondLst>
                                            <p:cond delay="0"/>
                                          </p:stCondLst>
                                        </p:cTn>
                                        <p:tgtEl>
                                          <p:spTgt spid="5"/>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nodeType="after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par>
                          <p:cTn id="29" fill="hold">
                            <p:stCondLst>
                              <p:cond delay="0"/>
                            </p:stCondLst>
                            <p:childTnLst>
                              <p:par>
                                <p:cTn id="30" presetID="1" presetClass="entr" presetSubtype="0" fill="hold" nodeType="afterEffect">
                                  <p:stCondLst>
                                    <p:cond delay="0"/>
                                  </p:stCondLst>
                                  <p:childTnLst>
                                    <p:set>
                                      <p:cBhvr>
                                        <p:cTn id="31" dur="1" fill="hold">
                                          <p:stCondLst>
                                            <p:cond delay="0"/>
                                          </p:stCondLst>
                                        </p:cTn>
                                        <p:tgtEl>
                                          <p:spTgt spid="13"/>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9"/>
                                        </p:tgtEl>
                                        <p:attrNameLst>
                                          <p:attrName>style.visibility</p:attrName>
                                        </p:attrNameLst>
                                      </p:cBhvr>
                                      <p:to>
                                        <p:strVal val="visible"/>
                                      </p:to>
                                    </p:set>
                                  </p:childTnLst>
                                </p:cTn>
                              </p:par>
                            </p:childTnLst>
                          </p:cTn>
                        </p:par>
                        <p:par>
                          <p:cTn id="36" fill="hold">
                            <p:stCondLst>
                              <p:cond delay="0"/>
                            </p:stCondLst>
                            <p:childTnLst>
                              <p:par>
                                <p:cTn id="37" presetID="1" presetClass="entr" presetSubtype="0" fill="hold" nodeType="after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50" grpId="0" animBg="1"/>
      <p:bldP spid="10" grpId="0"/>
      <p:bldP spid="11" grpId="0"/>
      <p:bldP spid="8" grpId="0"/>
      <p:bldP spid="9"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2 ⇝ Example 5(</a:t>
            </a:r>
            <a:r>
              <a:rPr lang="en-GB" dirty="0">
                <a:solidFill>
                  <a:srgbClr val="FF0000"/>
                </a:solidFill>
              </a:rPr>
              <a:t>Continue</a:t>
            </a:r>
            <a:r>
              <a:rPr lang="en-GB" dirty="0"/>
              <a:t>)</a:t>
            </a:r>
            <a:endParaRPr lang="en-US" dirty="0"/>
          </a:p>
        </p:txBody>
      </p:sp>
      <mc:AlternateContent xmlns:mc="http://schemas.openxmlformats.org/markup-compatibility/2006" xmlns:a14="http://schemas.microsoft.com/office/drawing/2010/main">
        <mc:Choice Requires="a14">
          <p:sp>
            <p:nvSpPr>
              <p:cNvPr id="12" name="Rectangle 11"/>
              <p:cNvSpPr/>
              <p:nvPr/>
            </p:nvSpPr>
            <p:spPr>
              <a:xfrm>
                <a:off x="137270" y="862943"/>
                <a:ext cx="9957278" cy="1135696"/>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0" dirty="0" smtClean="0">
                          <a:solidFill>
                            <a:srgbClr val="002060"/>
                          </a:solidFill>
                          <a:latin typeface="Cambria Math" panose="02040503050406030204" pitchFamily="18" charset="0"/>
                          <a:ea typeface="Cambria Math" panose="02040503050406030204" pitchFamily="18" charset="0"/>
                        </a:rPr>
                        <m:t>∴</m:t>
                      </m:r>
                      <m:r>
                        <m:rPr>
                          <m:nor/>
                        </m:rPr>
                        <a:rPr lang="en-US" sz="2800" dirty="0">
                          <a:solidFill>
                            <a:srgbClr val="002060"/>
                          </a:solidFill>
                          <a:ea typeface="Cambria Math" panose="02040503050406030204" pitchFamily="18" charset="0"/>
                        </a:rPr>
                        <m:t>We</m:t>
                      </m:r>
                      <m:r>
                        <m:rPr>
                          <m:nor/>
                        </m:rPr>
                        <a:rPr lang="en-US" sz="2800" dirty="0">
                          <a:solidFill>
                            <a:srgbClr val="002060"/>
                          </a:solidFill>
                          <a:ea typeface="Cambria Math" panose="02040503050406030204" pitchFamily="18" charset="0"/>
                        </a:rPr>
                        <m:t> </m:t>
                      </m:r>
                      <m:r>
                        <m:rPr>
                          <m:nor/>
                        </m:rPr>
                        <a:rPr lang="en-US" sz="2800" dirty="0">
                          <a:solidFill>
                            <a:srgbClr val="002060"/>
                          </a:solidFill>
                          <a:ea typeface="Cambria Math" panose="02040503050406030204" pitchFamily="18" charset="0"/>
                        </a:rPr>
                        <m:t>have</m:t>
                      </m:r>
                      <m:r>
                        <m:rPr>
                          <m:nor/>
                        </m:rPr>
                        <a:rPr lang="en-US" sz="2800" dirty="0">
                          <a:solidFill>
                            <a:srgbClr val="002060"/>
                          </a:solidFill>
                          <a:ea typeface="Cambria Math" panose="02040503050406030204" pitchFamily="18" charset="0"/>
                        </a:rPr>
                        <m:t> </m:t>
                      </m:r>
                      <m:r>
                        <m:rPr>
                          <m:nor/>
                        </m:rPr>
                        <a:rPr lang="en-US" sz="2800" dirty="0">
                          <a:solidFill>
                            <a:srgbClr val="002060"/>
                          </a:solidFill>
                          <a:ea typeface="Cambria Math" panose="02040503050406030204" pitchFamily="18" charset="0"/>
                        </a:rPr>
                        <m:t>to</m:t>
                      </m:r>
                      <m:r>
                        <m:rPr>
                          <m:nor/>
                        </m:rPr>
                        <a:rPr lang="en-US" sz="2800" dirty="0">
                          <a:solidFill>
                            <a:srgbClr val="002060"/>
                          </a:solidFill>
                          <a:ea typeface="Cambria Math" panose="02040503050406030204" pitchFamily="18" charset="0"/>
                        </a:rPr>
                        <m:t> </m:t>
                      </m:r>
                      <m:r>
                        <m:rPr>
                          <m:nor/>
                        </m:rPr>
                        <a:rPr lang="en-US" sz="2800" dirty="0">
                          <a:solidFill>
                            <a:srgbClr val="002060"/>
                          </a:solidFill>
                          <a:ea typeface="Cambria Math" panose="02040503050406030204" pitchFamily="18" charset="0"/>
                        </a:rPr>
                        <m:t>find</m:t>
                      </m:r>
                      <m:nary>
                        <m:naryPr>
                          <m:chr m:val="∑"/>
                          <m:limLoc m:val="undOvr"/>
                          <m:subHide m:val="on"/>
                          <m:supHide m:val="on"/>
                          <m:ctrlPr>
                            <a:rPr lang="en-US" sz="2800" b="1" i="1">
                              <a:solidFill>
                                <a:srgbClr val="002060"/>
                              </a:solidFill>
                              <a:latin typeface="Cambria Math" panose="02040503050406030204" pitchFamily="18" charset="0"/>
                            </a:rPr>
                          </m:ctrlPr>
                        </m:naryPr>
                        <m:sub/>
                        <m:sup/>
                        <m:e>
                          <m:sSup>
                            <m:sSupPr>
                              <m:ctrlPr>
                                <a:rPr lang="en-US" sz="2800" b="1" i="1" smtClean="0">
                                  <a:solidFill>
                                    <a:srgbClr val="002060"/>
                                  </a:solidFill>
                                  <a:latin typeface="Cambria Math" panose="02040503050406030204" pitchFamily="18" charset="0"/>
                                </a:rPr>
                              </m:ctrlPr>
                            </m:sSupPr>
                            <m:e>
                              <m:r>
                                <a:rPr lang="en-US" sz="2800" b="1" i="0" smtClean="0">
                                  <a:solidFill>
                                    <a:srgbClr val="002060"/>
                                  </a:solidFill>
                                  <a:latin typeface="Cambria Math" panose="02040503050406030204" pitchFamily="18" charset="0"/>
                                </a:rPr>
                                <m:t>𝐝</m:t>
                              </m:r>
                            </m:e>
                            <m:sup>
                              <m:r>
                                <a:rPr lang="en-US" sz="2800" b="1" i="0" smtClean="0">
                                  <a:solidFill>
                                    <a:srgbClr val="002060"/>
                                  </a:solidFill>
                                  <a:latin typeface="Cambria Math" panose="02040503050406030204" pitchFamily="18" charset="0"/>
                                </a:rPr>
                                <m:t>𝟐</m:t>
                              </m:r>
                            </m:sup>
                          </m:sSup>
                        </m:e>
                      </m:nary>
                      <m:r>
                        <a:rPr lang="en-US" sz="2800" b="0" i="0" smtClean="0">
                          <a:solidFill>
                            <a:srgbClr val="002060"/>
                          </a:solidFill>
                          <a:latin typeface="Cambria Math" panose="02040503050406030204" pitchFamily="18" charset="0"/>
                        </a:rPr>
                        <m:t> </m:t>
                      </m:r>
                      <m:r>
                        <m:rPr>
                          <m:nor/>
                        </m:rPr>
                        <a:rPr lang="en-US" sz="2800" b="0" i="0" smtClean="0">
                          <a:solidFill>
                            <a:srgbClr val="002060"/>
                          </a:solidFill>
                        </a:rPr>
                        <m:t>and</m:t>
                      </m:r>
                      <m:r>
                        <m:rPr>
                          <m:nor/>
                        </m:rPr>
                        <a:rPr lang="en-US" sz="2800" b="0" i="0" smtClean="0">
                          <a:solidFill>
                            <a:srgbClr val="002060"/>
                          </a:solidFill>
                        </a:rPr>
                        <m:t> </m:t>
                      </m:r>
                      <m:r>
                        <m:rPr>
                          <m:nor/>
                        </m:rPr>
                        <a:rPr lang="en-US" sz="2800" b="0" i="0" smtClean="0">
                          <a:solidFill>
                            <a:srgbClr val="002060"/>
                          </a:solidFill>
                        </a:rPr>
                        <m:t>then</m:t>
                      </m:r>
                      <m:r>
                        <m:rPr>
                          <m:nor/>
                        </m:rPr>
                        <a:rPr lang="en-US" sz="2800" b="0" i="0" smtClean="0">
                          <a:solidFill>
                            <a:srgbClr val="002060"/>
                          </a:solidFill>
                        </a:rPr>
                        <m:t> </m:t>
                      </m:r>
                      <m:r>
                        <m:rPr>
                          <m:nor/>
                        </m:rPr>
                        <a:rPr lang="en-US" sz="2800" b="0" i="0" smtClean="0">
                          <a:solidFill>
                            <a:srgbClr val="002060"/>
                          </a:solidFill>
                        </a:rPr>
                        <m:t>need</m:t>
                      </m:r>
                      <m:r>
                        <m:rPr>
                          <m:nor/>
                        </m:rPr>
                        <a:rPr lang="en-US" sz="2800" b="0" i="0" smtClean="0">
                          <a:solidFill>
                            <a:srgbClr val="002060"/>
                          </a:solidFill>
                        </a:rPr>
                        <m:t> </m:t>
                      </m:r>
                      <m:r>
                        <m:rPr>
                          <m:nor/>
                        </m:rPr>
                        <a:rPr lang="en-US" sz="2800" b="0" i="0" smtClean="0">
                          <a:solidFill>
                            <a:srgbClr val="002060"/>
                          </a:solidFill>
                        </a:rPr>
                        <m:t>to</m:t>
                      </m:r>
                      <m:r>
                        <m:rPr>
                          <m:nor/>
                        </m:rPr>
                        <a:rPr lang="en-US" sz="2800" b="0" i="0" smtClean="0">
                          <a:solidFill>
                            <a:srgbClr val="002060"/>
                          </a:solidFill>
                        </a:rPr>
                        <m:t> </m:t>
                      </m:r>
                      <m:r>
                        <m:rPr>
                          <m:nor/>
                        </m:rPr>
                        <a:rPr lang="en-US" sz="2800" b="0" i="0" smtClean="0">
                          <a:solidFill>
                            <a:srgbClr val="002060"/>
                          </a:solidFill>
                        </a:rPr>
                        <m:t>correct</m:t>
                      </m:r>
                      <m:r>
                        <m:rPr>
                          <m:nor/>
                        </m:rPr>
                        <a:rPr lang="en-US" sz="2800" b="0" i="0" smtClean="0">
                          <a:solidFill>
                            <a:srgbClr val="002060"/>
                          </a:solidFill>
                        </a:rPr>
                        <m:t> </m:t>
                      </m:r>
                      <m:r>
                        <m:rPr>
                          <m:nor/>
                        </m:rPr>
                        <a:rPr lang="en-US" sz="2800" b="0" i="0" smtClean="0">
                          <a:solidFill>
                            <a:srgbClr val="002060"/>
                          </a:solidFill>
                        </a:rPr>
                        <m:t>it</m:t>
                      </m:r>
                      <m:r>
                        <m:rPr>
                          <m:nor/>
                        </m:rPr>
                        <a:rPr lang="en-US" sz="2800" b="0" i="0" smtClean="0">
                          <a:solidFill>
                            <a:srgbClr val="002060"/>
                          </a:solidFill>
                        </a:rPr>
                        <m:t> </m:t>
                      </m:r>
                      <m:r>
                        <m:rPr>
                          <m:nor/>
                        </m:rPr>
                        <a:rPr lang="en-US" sz="2800" b="0" i="0" smtClean="0">
                          <a:solidFill>
                            <a:srgbClr val="002060"/>
                          </a:solidFill>
                        </a:rPr>
                        <m:t>to</m:t>
                      </m:r>
                      <m:r>
                        <m:rPr>
                          <m:nor/>
                        </m:rPr>
                        <a:rPr lang="en-US" sz="2800" b="0" i="0" smtClean="0">
                          <a:solidFill>
                            <a:srgbClr val="002060"/>
                          </a:solidFill>
                        </a:rPr>
                        <m:t> </m:t>
                      </m:r>
                      <m:r>
                        <m:rPr>
                          <m:nor/>
                        </m:rPr>
                        <a:rPr lang="en-US" sz="2800" b="0" i="0" smtClean="0">
                          <a:solidFill>
                            <a:srgbClr val="002060"/>
                          </a:solidFill>
                        </a:rPr>
                        <m:t>find</m:t>
                      </m:r>
                      <m:r>
                        <m:rPr>
                          <m:nor/>
                        </m:rPr>
                        <a:rPr lang="en-US" sz="2800" b="0" i="0" smtClean="0">
                          <a:solidFill>
                            <a:srgbClr val="002060"/>
                          </a:solidFill>
                        </a:rPr>
                        <m:t> </m:t>
                      </m:r>
                      <m:r>
                        <m:rPr>
                          <m:nor/>
                        </m:rPr>
                        <a:rPr lang="en-US" sz="2800" b="0" i="0" smtClean="0">
                          <a:solidFill>
                            <a:srgbClr val="002060"/>
                          </a:solidFill>
                        </a:rPr>
                        <m:t>correct</m:t>
                      </m:r>
                      <m:r>
                        <m:rPr>
                          <m:nor/>
                        </m:rPr>
                        <a:rPr lang="en-US" sz="2800" b="0" i="0" smtClean="0">
                          <a:solidFill>
                            <a:srgbClr val="002060"/>
                          </a:solidFill>
                        </a:rPr>
                        <m:t> </m:t>
                      </m:r>
                      <m:r>
                        <a:rPr lang="en-US" sz="2800" b="1" i="1">
                          <a:solidFill>
                            <a:srgbClr val="002060"/>
                          </a:solidFill>
                          <a:latin typeface="Cambria Math" panose="02040503050406030204" pitchFamily="18" charset="0"/>
                        </a:rPr>
                        <m:t>𝛒</m:t>
                      </m:r>
                      <m:r>
                        <a:rPr lang="en-US" sz="2800" b="0" i="0" smtClean="0">
                          <a:solidFill>
                            <a:srgbClr val="002060"/>
                          </a:solidFill>
                          <a:latin typeface="Cambria Math" panose="02040503050406030204" pitchFamily="18" charset="0"/>
                        </a:rPr>
                        <m:t>.</m:t>
                      </m:r>
                    </m:oMath>
                  </m:oMathPara>
                </a14:m>
                <a:endParaRPr lang="en-US" sz="2800" dirty="0"/>
              </a:p>
            </p:txBody>
          </p:sp>
        </mc:Choice>
        <mc:Fallback xmlns="">
          <p:sp>
            <p:nvSpPr>
              <p:cNvPr id="12" name="Rectangle 11"/>
              <p:cNvSpPr>
                <a:spLocks noRot="1" noChangeAspect="1" noMove="1" noResize="1" noEditPoints="1" noAdjustHandles="1" noChangeArrowheads="1" noChangeShapeType="1" noTextEdit="1"/>
              </p:cNvSpPr>
              <p:nvPr/>
            </p:nvSpPr>
            <p:spPr>
              <a:xfrm>
                <a:off x="137270" y="862943"/>
                <a:ext cx="9957278" cy="1135696"/>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137270" y="2150381"/>
                <a:ext cx="5421228" cy="1153264"/>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m:rPr>
                          <m:nor/>
                        </m:rPr>
                        <a:rPr lang="en-US" sz="2800" dirty="0">
                          <a:solidFill>
                            <a:srgbClr val="002060"/>
                          </a:solidFill>
                          <a:ea typeface="Cambria Math" panose="02040503050406030204" pitchFamily="18" charset="0"/>
                        </a:rPr>
                        <m:t>We</m:t>
                      </m:r>
                      <m:r>
                        <m:rPr>
                          <m:nor/>
                        </m:rPr>
                        <a:rPr lang="en-US" sz="2800" b="0" i="0" dirty="0" smtClean="0">
                          <a:solidFill>
                            <a:srgbClr val="002060"/>
                          </a:solidFill>
                          <a:ea typeface="Cambria Math" panose="02040503050406030204" pitchFamily="18" charset="0"/>
                        </a:rPr>
                        <m:t> </m:t>
                      </m:r>
                      <m:r>
                        <m:rPr>
                          <m:nor/>
                        </m:rPr>
                        <a:rPr lang="en-US" sz="2800" b="0" i="0" dirty="0" smtClean="0">
                          <a:solidFill>
                            <a:srgbClr val="002060"/>
                          </a:solidFill>
                          <a:ea typeface="Cambria Math" panose="02040503050406030204" pitchFamily="18" charset="0"/>
                        </a:rPr>
                        <m:t>know</m:t>
                      </m:r>
                      <m:r>
                        <m:rPr>
                          <m:nor/>
                        </m:rPr>
                        <a:rPr lang="en-US" sz="2800" b="0" i="0" dirty="0" smtClean="0">
                          <a:solidFill>
                            <a:srgbClr val="002060"/>
                          </a:solidFill>
                          <a:ea typeface="Cambria Math" panose="02040503050406030204" pitchFamily="18" charset="0"/>
                        </a:rPr>
                        <m:t> </m:t>
                      </m:r>
                      <m:r>
                        <m:rPr>
                          <m:nor/>
                        </m:rPr>
                        <a:rPr lang="en-US" sz="2800" b="0" i="0" dirty="0" smtClean="0">
                          <a:solidFill>
                            <a:srgbClr val="002060"/>
                          </a:solidFill>
                          <a:ea typeface="Cambria Math" panose="02040503050406030204" pitchFamily="18" charset="0"/>
                        </a:rPr>
                        <m:t>that</m:t>
                      </m:r>
                      <m:r>
                        <m:rPr>
                          <m:nor/>
                        </m:rPr>
                        <a:rPr lang="en-US" sz="2800" b="0" i="0" dirty="0" smtClean="0">
                          <a:solidFill>
                            <a:srgbClr val="002060"/>
                          </a:solidFill>
                          <a:ea typeface="Cambria Math" panose="02040503050406030204" pitchFamily="18" charset="0"/>
                        </a:rPr>
                        <m:t> </m:t>
                      </m:r>
                      <m:r>
                        <m:rPr>
                          <m:sty m:val="p"/>
                        </m:rPr>
                        <a:rPr lang="en-US" sz="2800">
                          <a:solidFill>
                            <a:srgbClr val="002060"/>
                          </a:solidFill>
                          <a:latin typeface="Cambria Math" panose="02040503050406030204" pitchFamily="18" charset="0"/>
                        </a:rPr>
                        <m:t>ρ</m:t>
                      </m:r>
                      <m:r>
                        <a:rPr lang="en-US" sz="2800">
                          <a:solidFill>
                            <a:srgbClr val="002060"/>
                          </a:solidFill>
                          <a:latin typeface="Cambria Math" panose="02040503050406030204" pitchFamily="18" charset="0"/>
                        </a:rPr>
                        <m:t>=1−</m:t>
                      </m:r>
                      <m:f>
                        <m:fPr>
                          <m:ctrlPr>
                            <a:rPr lang="en-US" sz="2800" i="1">
                              <a:solidFill>
                                <a:srgbClr val="C00000"/>
                              </a:solidFill>
                              <a:latin typeface="Cambria Math" panose="02040503050406030204" pitchFamily="18" charset="0"/>
                            </a:rPr>
                          </m:ctrlPr>
                        </m:fPr>
                        <m:num>
                          <m:r>
                            <a:rPr lang="en-US" sz="2800" smtClean="0">
                              <a:solidFill>
                                <a:srgbClr val="002060"/>
                              </a:solidFill>
                              <a:latin typeface="Cambria Math" panose="02040503050406030204" pitchFamily="18" charset="0"/>
                            </a:rPr>
                            <m:t> 6</m:t>
                          </m:r>
                          <m:r>
                            <a:rPr lang="en-US" sz="2800" i="1">
                              <a:solidFill>
                                <a:srgbClr val="002060"/>
                              </a:solidFill>
                              <a:latin typeface="Cambria Math" panose="02040503050406030204" pitchFamily="18" charset="0"/>
                              <a:ea typeface="Cambria Math" panose="02040503050406030204" pitchFamily="18" charset="0"/>
                            </a:rPr>
                            <m:t>∙</m:t>
                          </m:r>
                          <m:nary>
                            <m:naryPr>
                              <m:chr m:val="∑"/>
                              <m:limLoc m:val="undOvr"/>
                              <m:subHide m:val="on"/>
                              <m:supHide m:val="on"/>
                              <m:ctrlPr>
                                <a:rPr lang="en-US" sz="2800" i="1">
                                  <a:solidFill>
                                    <a:srgbClr val="002060"/>
                                  </a:solidFill>
                                  <a:latin typeface="Cambria Math" panose="02040503050406030204" pitchFamily="18" charset="0"/>
                                </a:rPr>
                              </m:ctrlPr>
                            </m:naryPr>
                            <m:sub/>
                            <m:sup/>
                            <m:e>
                              <m:sSup>
                                <m:sSupPr>
                                  <m:ctrlPr>
                                    <a:rPr lang="en-US" sz="2800" i="1">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d</m:t>
                                  </m:r>
                                </m:e>
                                <m:sup>
                                  <m:r>
                                    <a:rPr lang="en-US" sz="2800">
                                      <a:solidFill>
                                        <a:srgbClr val="002060"/>
                                      </a:solidFill>
                                      <a:latin typeface="Cambria Math" panose="02040503050406030204" pitchFamily="18" charset="0"/>
                                    </a:rPr>
                                    <m:t>2</m:t>
                                  </m:r>
                                </m:sup>
                              </m:sSup>
                            </m:e>
                          </m:nary>
                          <m:r>
                            <a:rPr lang="en-US" sz="2800">
                              <a:solidFill>
                                <a:srgbClr val="C00000"/>
                              </a:solidFill>
                              <a:latin typeface="Cambria Math" panose="02040503050406030204" pitchFamily="18" charset="0"/>
                            </a:rPr>
                            <m:t> </m:t>
                          </m:r>
                        </m:num>
                        <m:den>
                          <m:eqArr>
                            <m:eqArrPr>
                              <m:ctrlPr>
                                <a:rPr lang="en-US" sz="2800" i="1">
                                  <a:solidFill>
                                    <a:srgbClr val="C00000"/>
                                  </a:solidFill>
                                  <a:latin typeface="Cambria Math" panose="02040503050406030204" pitchFamily="18" charset="0"/>
                                </a:rPr>
                              </m:ctrlPr>
                            </m:eqArrPr>
                            <m:e>
                              <m:r>
                                <a:rPr lang="en-US" sz="2800">
                                  <a:solidFill>
                                    <a:srgbClr val="C00000"/>
                                  </a:solidFill>
                                  <a:latin typeface="Cambria Math" panose="02040503050406030204" pitchFamily="18" charset="0"/>
                                </a:rPr>
                                <m:t>  </m:t>
                              </m:r>
                            </m:e>
                            <m:e>
                              <m:r>
                                <a:rPr lang="en-US" sz="2800" i="1">
                                  <a:solidFill>
                                    <a:srgbClr val="C00000"/>
                                  </a:solidFill>
                                  <a:latin typeface="Cambria Math" panose="02040503050406030204" pitchFamily="18" charset="0"/>
                                </a:rPr>
                                <m:t>  </m:t>
                              </m:r>
                              <m:r>
                                <m:rPr>
                                  <m:sty m:val="p"/>
                                </m:rPr>
                                <a:rPr lang="en-US" sz="2800">
                                  <a:solidFill>
                                    <a:srgbClr val="002060"/>
                                  </a:solidFill>
                                  <a:latin typeface="Cambria Math" panose="02040503050406030204" pitchFamily="18" charset="0"/>
                                </a:rPr>
                                <m:t>n</m:t>
                              </m:r>
                              <m:r>
                                <a:rPr lang="en-US" sz="2800">
                                  <a:solidFill>
                                    <a:srgbClr val="002060"/>
                                  </a:solidFill>
                                  <a:latin typeface="Cambria Math" panose="02040503050406030204" pitchFamily="18" charset="0"/>
                                </a:rPr>
                                <m:t> </m:t>
                              </m:r>
                              <m:d>
                                <m:dPr>
                                  <m:ctrlPr>
                                    <a:rPr lang="en-US" sz="2800" i="1">
                                      <a:solidFill>
                                        <a:srgbClr val="002060"/>
                                      </a:solidFill>
                                      <a:latin typeface="Cambria Math" panose="02040503050406030204" pitchFamily="18" charset="0"/>
                                    </a:rPr>
                                  </m:ctrlPr>
                                </m:dPr>
                                <m:e>
                                  <m:sSup>
                                    <m:sSupPr>
                                      <m:ctrlPr>
                                        <a:rPr lang="en-US" sz="2800" i="1">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n</m:t>
                                      </m:r>
                                    </m:e>
                                    <m:sup>
                                      <m:r>
                                        <a:rPr lang="en-US" sz="2800">
                                          <a:solidFill>
                                            <a:srgbClr val="002060"/>
                                          </a:solidFill>
                                          <a:latin typeface="Cambria Math" panose="02040503050406030204" pitchFamily="18" charset="0"/>
                                        </a:rPr>
                                        <m:t>2</m:t>
                                      </m:r>
                                    </m:sup>
                                  </m:sSup>
                                  <m:r>
                                    <a:rPr lang="en-US" sz="2800">
                                      <a:solidFill>
                                        <a:srgbClr val="002060"/>
                                      </a:solidFill>
                                      <a:latin typeface="Cambria Math" panose="02040503050406030204" pitchFamily="18" charset="0"/>
                                    </a:rPr>
                                    <m:t>−1</m:t>
                                  </m:r>
                                </m:e>
                              </m:d>
                              <m:r>
                                <a:rPr lang="en-US" sz="2800">
                                  <a:solidFill>
                                    <a:srgbClr val="C00000"/>
                                  </a:solidFill>
                                  <a:latin typeface="Cambria Math" panose="02040503050406030204" pitchFamily="18" charset="0"/>
                                </a:rPr>
                                <m:t>  </m:t>
                              </m:r>
                            </m:e>
                          </m:eqArr>
                        </m:den>
                      </m:f>
                    </m:oMath>
                  </m:oMathPara>
                </a14:m>
                <a:endParaRPr lang="en-US" sz="2800" dirty="0"/>
              </a:p>
            </p:txBody>
          </p:sp>
        </mc:Choice>
        <mc:Fallback xmlns="">
          <p:sp>
            <p:nvSpPr>
              <p:cNvPr id="13" name="Rectangle 12"/>
              <p:cNvSpPr>
                <a:spLocks noRot="1" noChangeAspect="1" noMove="1" noResize="1" noEditPoints="1" noAdjustHandles="1" noChangeArrowheads="1" noChangeShapeType="1" noTextEdit="1"/>
              </p:cNvSpPr>
              <p:nvPr/>
            </p:nvSpPr>
            <p:spPr>
              <a:xfrm>
                <a:off x="137270" y="2150381"/>
                <a:ext cx="5421228" cy="1153264"/>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1419739" y="3640582"/>
                <a:ext cx="4520725" cy="1153264"/>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b="0" i="1" smtClean="0">
                          <a:solidFill>
                            <a:srgbClr val="002060"/>
                          </a:solidFill>
                          <a:latin typeface="Cambria Math" panose="02040503050406030204" pitchFamily="18" charset="0"/>
                          <a:ea typeface="Cambria Math" panose="02040503050406030204" pitchFamily="18" charset="0"/>
                        </a:rPr>
                        <m:t>⇒</m:t>
                      </m:r>
                      <m:r>
                        <a:rPr lang="en-US" sz="2800" b="0" i="0" smtClean="0">
                          <a:solidFill>
                            <a:schemeClr val="bg1"/>
                          </a:solidFill>
                          <a:latin typeface="Cambria Math" panose="02040503050406030204" pitchFamily="18" charset="0"/>
                        </a:rPr>
                        <m:t>0.6</m:t>
                      </m:r>
                      <m:r>
                        <a:rPr lang="en-US" sz="2800">
                          <a:solidFill>
                            <a:srgbClr val="002060"/>
                          </a:solidFill>
                          <a:latin typeface="Cambria Math" panose="02040503050406030204" pitchFamily="18" charset="0"/>
                        </a:rPr>
                        <m:t>=1−</m:t>
                      </m:r>
                      <m:f>
                        <m:fPr>
                          <m:ctrlPr>
                            <a:rPr lang="en-US" sz="2800" i="1">
                              <a:solidFill>
                                <a:srgbClr val="C00000"/>
                              </a:solidFill>
                              <a:latin typeface="Cambria Math" panose="02040503050406030204" pitchFamily="18" charset="0"/>
                            </a:rPr>
                          </m:ctrlPr>
                        </m:fPr>
                        <m:num>
                          <m:r>
                            <a:rPr lang="en-US" sz="2800" smtClean="0">
                              <a:solidFill>
                                <a:srgbClr val="002060"/>
                              </a:solidFill>
                              <a:latin typeface="Cambria Math" panose="02040503050406030204" pitchFamily="18" charset="0"/>
                            </a:rPr>
                            <m:t> 6</m:t>
                          </m:r>
                          <m:r>
                            <a:rPr lang="en-US" sz="2800" i="1">
                              <a:solidFill>
                                <a:srgbClr val="002060"/>
                              </a:solidFill>
                              <a:latin typeface="Cambria Math" panose="02040503050406030204" pitchFamily="18" charset="0"/>
                              <a:ea typeface="Cambria Math" panose="02040503050406030204" pitchFamily="18" charset="0"/>
                            </a:rPr>
                            <m:t>∙</m:t>
                          </m:r>
                          <m:nary>
                            <m:naryPr>
                              <m:chr m:val="∑"/>
                              <m:limLoc m:val="undOvr"/>
                              <m:subHide m:val="on"/>
                              <m:supHide m:val="on"/>
                              <m:ctrlPr>
                                <a:rPr lang="en-US" sz="2800" i="1">
                                  <a:solidFill>
                                    <a:srgbClr val="002060"/>
                                  </a:solidFill>
                                  <a:latin typeface="Cambria Math" panose="02040503050406030204" pitchFamily="18" charset="0"/>
                                </a:rPr>
                              </m:ctrlPr>
                            </m:naryPr>
                            <m:sub/>
                            <m:sup/>
                            <m:e>
                              <m:sSup>
                                <m:sSupPr>
                                  <m:ctrlPr>
                                    <a:rPr lang="en-US" sz="2800" i="1">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d</m:t>
                                  </m:r>
                                </m:e>
                                <m:sup>
                                  <m:r>
                                    <a:rPr lang="en-US" sz="2800">
                                      <a:solidFill>
                                        <a:srgbClr val="002060"/>
                                      </a:solidFill>
                                      <a:latin typeface="Cambria Math" panose="02040503050406030204" pitchFamily="18" charset="0"/>
                                    </a:rPr>
                                    <m:t>2</m:t>
                                  </m:r>
                                </m:sup>
                              </m:sSup>
                            </m:e>
                          </m:nary>
                          <m:r>
                            <a:rPr lang="en-US" sz="2800">
                              <a:solidFill>
                                <a:srgbClr val="C00000"/>
                              </a:solidFill>
                              <a:latin typeface="Cambria Math" panose="02040503050406030204" pitchFamily="18" charset="0"/>
                            </a:rPr>
                            <m:t> </m:t>
                          </m:r>
                        </m:num>
                        <m:den>
                          <m:eqArr>
                            <m:eqArrPr>
                              <m:ctrlPr>
                                <a:rPr lang="en-US" sz="2800" i="1">
                                  <a:solidFill>
                                    <a:srgbClr val="C00000"/>
                                  </a:solidFill>
                                  <a:latin typeface="Cambria Math" panose="02040503050406030204" pitchFamily="18" charset="0"/>
                                </a:rPr>
                              </m:ctrlPr>
                            </m:eqArrPr>
                            <m:e>
                              <m:r>
                                <a:rPr lang="en-US" sz="2800">
                                  <a:solidFill>
                                    <a:srgbClr val="C00000"/>
                                  </a:solidFill>
                                  <a:latin typeface="Cambria Math" panose="02040503050406030204" pitchFamily="18" charset="0"/>
                                </a:rPr>
                                <m:t>  </m:t>
                              </m:r>
                            </m:e>
                            <m:e>
                              <m:r>
                                <a:rPr lang="en-US" sz="2800" i="1">
                                  <a:solidFill>
                                    <a:srgbClr val="C00000"/>
                                  </a:solidFill>
                                  <a:latin typeface="Cambria Math" panose="02040503050406030204" pitchFamily="18" charset="0"/>
                                </a:rPr>
                                <m:t>  </m:t>
                              </m:r>
                              <m:r>
                                <a:rPr lang="en-US" sz="2800" b="0" i="0" smtClean="0">
                                  <a:solidFill>
                                    <a:schemeClr val="bg1"/>
                                  </a:solidFill>
                                  <a:latin typeface="Cambria Math" panose="02040503050406030204" pitchFamily="18" charset="0"/>
                                </a:rPr>
                                <m:t>10</m:t>
                              </m:r>
                              <m:r>
                                <a:rPr lang="en-US" sz="2800">
                                  <a:solidFill>
                                    <a:srgbClr val="002060"/>
                                  </a:solidFill>
                                  <a:latin typeface="Cambria Math" panose="02040503050406030204" pitchFamily="18" charset="0"/>
                                </a:rPr>
                                <m:t> </m:t>
                              </m:r>
                              <m:d>
                                <m:dPr>
                                  <m:ctrlPr>
                                    <a:rPr lang="en-US" sz="2800" i="1">
                                      <a:solidFill>
                                        <a:srgbClr val="002060"/>
                                      </a:solidFill>
                                      <a:latin typeface="Cambria Math" panose="02040503050406030204" pitchFamily="18" charset="0"/>
                                    </a:rPr>
                                  </m:ctrlPr>
                                </m:dPr>
                                <m:e>
                                  <m:sSup>
                                    <m:sSupPr>
                                      <m:ctrlPr>
                                        <a:rPr lang="en-US" sz="2800" i="1" smtClean="0">
                                          <a:solidFill>
                                            <a:srgbClr val="002060"/>
                                          </a:solidFill>
                                          <a:latin typeface="Cambria Math" panose="02040503050406030204" pitchFamily="18" charset="0"/>
                                        </a:rPr>
                                      </m:ctrlPr>
                                    </m:sSupPr>
                                    <m:e>
                                      <m:r>
                                        <a:rPr lang="en-US" sz="2800" b="0" i="0" smtClean="0">
                                          <a:solidFill>
                                            <a:schemeClr val="bg1"/>
                                          </a:solidFill>
                                          <a:latin typeface="Cambria Math" panose="02040503050406030204" pitchFamily="18" charset="0"/>
                                        </a:rPr>
                                        <m:t>10</m:t>
                                      </m:r>
                                    </m:e>
                                    <m:sup>
                                      <m:r>
                                        <a:rPr lang="en-US" sz="2800">
                                          <a:solidFill>
                                            <a:srgbClr val="002060"/>
                                          </a:solidFill>
                                          <a:latin typeface="Cambria Math" panose="02040503050406030204" pitchFamily="18" charset="0"/>
                                        </a:rPr>
                                        <m:t>2</m:t>
                                      </m:r>
                                    </m:sup>
                                  </m:sSup>
                                  <m:r>
                                    <a:rPr lang="en-US" sz="2800">
                                      <a:solidFill>
                                        <a:srgbClr val="002060"/>
                                      </a:solidFill>
                                      <a:latin typeface="Cambria Math" panose="02040503050406030204" pitchFamily="18" charset="0"/>
                                    </a:rPr>
                                    <m:t>−1</m:t>
                                  </m:r>
                                </m:e>
                              </m:d>
                              <m:r>
                                <a:rPr lang="en-US" sz="2800">
                                  <a:solidFill>
                                    <a:srgbClr val="C00000"/>
                                  </a:solidFill>
                                  <a:latin typeface="Cambria Math" panose="02040503050406030204" pitchFamily="18" charset="0"/>
                                </a:rPr>
                                <m:t>  </m:t>
                              </m:r>
                            </m:e>
                          </m:eqArr>
                        </m:den>
                      </m:f>
                    </m:oMath>
                  </m:oMathPara>
                </a14:m>
                <a:endParaRPr lang="en-US" sz="2800" dirty="0"/>
              </a:p>
            </p:txBody>
          </p:sp>
        </mc:Choice>
        <mc:Fallback xmlns="">
          <p:sp>
            <p:nvSpPr>
              <p:cNvPr id="14" name="Rectangle 13"/>
              <p:cNvSpPr>
                <a:spLocks noRot="1" noChangeAspect="1" noMove="1" noResize="1" noEditPoints="1" noAdjustHandles="1" noChangeArrowheads="1" noChangeShapeType="1" noTextEdit="1"/>
              </p:cNvSpPr>
              <p:nvPr/>
            </p:nvSpPr>
            <p:spPr>
              <a:xfrm>
                <a:off x="1419739" y="3640582"/>
                <a:ext cx="4520725" cy="1153264"/>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1419739" y="5130783"/>
                <a:ext cx="3538276" cy="109235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b="0" i="1" smtClean="0">
                          <a:solidFill>
                            <a:srgbClr val="002060"/>
                          </a:solidFill>
                          <a:latin typeface="Cambria Math" panose="02040503050406030204" pitchFamily="18" charset="0"/>
                          <a:ea typeface="Cambria Math" panose="02040503050406030204" pitchFamily="18" charset="0"/>
                        </a:rPr>
                        <m:t>⇒</m:t>
                      </m:r>
                      <m:r>
                        <a:rPr lang="en-US" sz="2800" b="0" i="0" smtClean="0">
                          <a:solidFill>
                            <a:srgbClr val="002060"/>
                          </a:solidFill>
                          <a:latin typeface="Cambria Math" panose="02040503050406030204" pitchFamily="18" charset="0"/>
                        </a:rPr>
                        <m:t>0.6</m:t>
                      </m:r>
                      <m:r>
                        <a:rPr lang="en-US" sz="2800">
                          <a:solidFill>
                            <a:srgbClr val="002060"/>
                          </a:solidFill>
                          <a:latin typeface="Cambria Math" panose="02040503050406030204" pitchFamily="18" charset="0"/>
                        </a:rPr>
                        <m:t>=1−</m:t>
                      </m:r>
                      <m:f>
                        <m:fPr>
                          <m:ctrlPr>
                            <a:rPr lang="en-US" sz="2800" i="1">
                              <a:solidFill>
                                <a:srgbClr val="C00000"/>
                              </a:solidFill>
                              <a:latin typeface="Cambria Math" panose="02040503050406030204" pitchFamily="18" charset="0"/>
                            </a:rPr>
                          </m:ctrlPr>
                        </m:fPr>
                        <m:num>
                          <m:r>
                            <a:rPr lang="en-US" sz="2800" smtClean="0">
                              <a:solidFill>
                                <a:srgbClr val="002060"/>
                              </a:solidFill>
                              <a:latin typeface="Cambria Math" panose="02040503050406030204" pitchFamily="18" charset="0"/>
                            </a:rPr>
                            <m:t> 6</m:t>
                          </m:r>
                          <m:r>
                            <a:rPr lang="en-US" sz="2800" i="1">
                              <a:solidFill>
                                <a:srgbClr val="002060"/>
                              </a:solidFill>
                              <a:latin typeface="Cambria Math" panose="02040503050406030204" pitchFamily="18" charset="0"/>
                              <a:ea typeface="Cambria Math" panose="02040503050406030204" pitchFamily="18" charset="0"/>
                            </a:rPr>
                            <m:t>∙</m:t>
                          </m:r>
                          <m:nary>
                            <m:naryPr>
                              <m:chr m:val="∑"/>
                              <m:limLoc m:val="undOvr"/>
                              <m:subHide m:val="on"/>
                              <m:supHide m:val="on"/>
                              <m:ctrlPr>
                                <a:rPr lang="en-US" sz="2800" i="1">
                                  <a:solidFill>
                                    <a:srgbClr val="002060"/>
                                  </a:solidFill>
                                  <a:latin typeface="Cambria Math" panose="02040503050406030204" pitchFamily="18" charset="0"/>
                                </a:rPr>
                              </m:ctrlPr>
                            </m:naryPr>
                            <m:sub/>
                            <m:sup/>
                            <m:e>
                              <m:sSup>
                                <m:sSupPr>
                                  <m:ctrlPr>
                                    <a:rPr lang="en-US" sz="2800" i="1">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d</m:t>
                                  </m:r>
                                </m:e>
                                <m:sup>
                                  <m:r>
                                    <a:rPr lang="en-US" sz="2800">
                                      <a:solidFill>
                                        <a:srgbClr val="002060"/>
                                      </a:solidFill>
                                      <a:latin typeface="Cambria Math" panose="02040503050406030204" pitchFamily="18" charset="0"/>
                                    </a:rPr>
                                    <m:t>2</m:t>
                                  </m:r>
                                </m:sup>
                              </m:sSup>
                            </m:e>
                          </m:nary>
                          <m:r>
                            <a:rPr lang="en-US" sz="2800">
                              <a:solidFill>
                                <a:srgbClr val="C00000"/>
                              </a:solidFill>
                              <a:latin typeface="Cambria Math" panose="02040503050406030204" pitchFamily="18" charset="0"/>
                            </a:rPr>
                            <m:t> </m:t>
                          </m:r>
                        </m:num>
                        <m:den>
                          <m:eqArr>
                            <m:eqArrPr>
                              <m:ctrlPr>
                                <a:rPr lang="en-US" sz="2800" i="1">
                                  <a:solidFill>
                                    <a:srgbClr val="C00000"/>
                                  </a:solidFill>
                                  <a:latin typeface="Cambria Math" panose="02040503050406030204" pitchFamily="18" charset="0"/>
                                </a:rPr>
                              </m:ctrlPr>
                            </m:eqArrPr>
                            <m:e>
                              <m:r>
                                <a:rPr lang="en-US" sz="2800">
                                  <a:solidFill>
                                    <a:srgbClr val="C00000"/>
                                  </a:solidFill>
                                  <a:latin typeface="Cambria Math" panose="02040503050406030204" pitchFamily="18" charset="0"/>
                                </a:rPr>
                                <m:t>  </m:t>
                              </m:r>
                            </m:e>
                            <m:e>
                              <m:r>
                                <a:rPr lang="en-US" sz="2800" i="1">
                                  <a:solidFill>
                                    <a:srgbClr val="C00000"/>
                                  </a:solidFill>
                                  <a:latin typeface="Cambria Math" panose="02040503050406030204" pitchFamily="18" charset="0"/>
                                </a:rPr>
                                <m:t>  </m:t>
                              </m:r>
                              <m:r>
                                <a:rPr lang="en-US" sz="2800" b="0" i="1" smtClean="0">
                                  <a:solidFill>
                                    <a:srgbClr val="FF0000"/>
                                  </a:solidFill>
                                  <a:latin typeface="Cambria Math" panose="02040503050406030204" pitchFamily="18" charset="0"/>
                                </a:rPr>
                                <m:t>990</m:t>
                              </m:r>
                              <m:r>
                                <a:rPr lang="en-US" sz="2800">
                                  <a:solidFill>
                                    <a:srgbClr val="C00000"/>
                                  </a:solidFill>
                                  <a:latin typeface="Cambria Math" panose="02040503050406030204" pitchFamily="18" charset="0"/>
                                </a:rPr>
                                <m:t>  </m:t>
                              </m:r>
                            </m:e>
                          </m:eqArr>
                        </m:den>
                      </m:f>
                    </m:oMath>
                  </m:oMathPara>
                </a14:m>
                <a:endParaRPr lang="en-US" sz="2800" dirty="0"/>
              </a:p>
            </p:txBody>
          </p:sp>
        </mc:Choice>
        <mc:Fallback xmlns="">
          <p:sp>
            <p:nvSpPr>
              <p:cNvPr id="15" name="Rectangle 14"/>
              <p:cNvSpPr>
                <a:spLocks noRot="1" noChangeAspect="1" noMove="1" noResize="1" noEditPoints="1" noAdjustHandles="1" noChangeArrowheads="1" noChangeShapeType="1" noTextEdit="1"/>
              </p:cNvSpPr>
              <p:nvPr/>
            </p:nvSpPr>
            <p:spPr>
              <a:xfrm>
                <a:off x="1419739" y="5130783"/>
                <a:ext cx="3538276" cy="1092350"/>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1826782" y="3920879"/>
                <a:ext cx="737702"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b="0" i="1" smtClean="0">
                          <a:solidFill>
                            <a:srgbClr val="002060"/>
                          </a:solidFill>
                          <a:latin typeface="Cambria Math" panose="02040503050406030204" pitchFamily="18" charset="0"/>
                          <a:ea typeface="Cambria Math" panose="02040503050406030204" pitchFamily="18" charset="0"/>
                        </a:rPr>
                        <m:t>0.6</m:t>
                      </m:r>
                    </m:oMath>
                  </m:oMathPara>
                </a14:m>
                <a:endParaRPr lang="en-US" sz="2800" dirty="0">
                  <a:solidFill>
                    <a:srgbClr val="002060"/>
                  </a:solidFill>
                </a:endParaRPr>
              </a:p>
            </p:txBody>
          </p:sp>
        </mc:Choice>
        <mc:Fallback xmlns="">
          <p:sp>
            <p:nvSpPr>
              <p:cNvPr id="16" name="Rectangle 15"/>
              <p:cNvSpPr>
                <a:spLocks noRot="1" noChangeAspect="1" noMove="1" noResize="1" noEditPoints="1" noAdjustHandles="1" noChangeArrowheads="1" noChangeShapeType="1" noTextEdit="1"/>
              </p:cNvSpPr>
              <p:nvPr/>
            </p:nvSpPr>
            <p:spPr>
              <a:xfrm>
                <a:off x="1826782" y="3920879"/>
                <a:ext cx="737702" cy="523220"/>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p:cNvSpPr/>
              <p:nvPr/>
            </p:nvSpPr>
            <p:spPr>
              <a:xfrm>
                <a:off x="3530190" y="4293776"/>
                <a:ext cx="663964"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b="0" i="1" smtClean="0">
                          <a:solidFill>
                            <a:srgbClr val="002060"/>
                          </a:solidFill>
                          <a:latin typeface="Cambria Math" panose="02040503050406030204" pitchFamily="18" charset="0"/>
                          <a:ea typeface="Cambria Math" panose="02040503050406030204" pitchFamily="18" charset="0"/>
                        </a:rPr>
                        <m:t>10</m:t>
                      </m:r>
                    </m:oMath>
                  </m:oMathPara>
                </a14:m>
                <a:endParaRPr lang="en-US" sz="2800" dirty="0">
                  <a:solidFill>
                    <a:srgbClr val="002060"/>
                  </a:solidFill>
                </a:endParaRPr>
              </a:p>
            </p:txBody>
          </p:sp>
        </mc:Choice>
        <mc:Fallback xmlns="">
          <p:sp>
            <p:nvSpPr>
              <p:cNvPr id="17" name="Rectangle 16"/>
              <p:cNvSpPr>
                <a:spLocks noRot="1" noChangeAspect="1" noMove="1" noResize="1" noEditPoints="1" noAdjustHandles="1" noChangeArrowheads="1" noChangeShapeType="1" noTextEdit="1"/>
              </p:cNvSpPr>
              <p:nvPr/>
            </p:nvSpPr>
            <p:spPr>
              <a:xfrm>
                <a:off x="3530190" y="4293776"/>
                <a:ext cx="663964" cy="523220"/>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p:cNvSpPr/>
              <p:nvPr/>
            </p:nvSpPr>
            <p:spPr>
              <a:xfrm>
                <a:off x="4147854" y="4293776"/>
                <a:ext cx="663964"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b="0" i="1" smtClean="0">
                          <a:solidFill>
                            <a:srgbClr val="002060"/>
                          </a:solidFill>
                          <a:latin typeface="Cambria Math" panose="02040503050406030204" pitchFamily="18" charset="0"/>
                          <a:ea typeface="Cambria Math" panose="02040503050406030204" pitchFamily="18" charset="0"/>
                        </a:rPr>
                        <m:t>10</m:t>
                      </m:r>
                    </m:oMath>
                  </m:oMathPara>
                </a14:m>
                <a:endParaRPr lang="en-US" sz="2800" dirty="0">
                  <a:solidFill>
                    <a:srgbClr val="002060"/>
                  </a:solidFill>
                </a:endParaRPr>
              </a:p>
            </p:txBody>
          </p:sp>
        </mc:Choice>
        <mc:Fallback xmlns="">
          <p:sp>
            <p:nvSpPr>
              <p:cNvPr id="18" name="Rectangle 17"/>
              <p:cNvSpPr>
                <a:spLocks noRot="1" noChangeAspect="1" noMove="1" noResize="1" noEditPoints="1" noAdjustHandles="1" noChangeArrowheads="1" noChangeShapeType="1" noTextEdit="1"/>
              </p:cNvSpPr>
              <p:nvPr/>
            </p:nvSpPr>
            <p:spPr>
              <a:xfrm>
                <a:off x="4147854" y="4293776"/>
                <a:ext cx="663964" cy="523220"/>
              </a:xfrm>
              <a:prstGeom prst="rect">
                <a:avLst/>
              </a:prstGeom>
              <a:blipFill rotWithShape="0">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68622B1E-44A3-44A2-B1C1-8D969737DA50}"/>
                  </a:ext>
                </a:extLst>
              </p:cNvPr>
              <p:cNvSpPr txBox="1"/>
              <p:nvPr/>
            </p:nvSpPr>
            <p:spPr>
              <a:xfrm>
                <a:off x="10952750" y="4293776"/>
                <a:ext cx="1239250"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m:rPr>
                          <m:sty m:val="p"/>
                        </m:rPr>
                        <a:rPr lang="en-US" sz="2800" i="0" dirty="0" smtClean="0">
                          <a:solidFill>
                            <a:srgbClr val="FF0000"/>
                          </a:solidFill>
                          <a:latin typeface="Cambria Math" panose="02040503050406030204" pitchFamily="18" charset="0"/>
                        </a:rPr>
                        <m:t>n</m:t>
                      </m:r>
                      <m:r>
                        <a:rPr lang="en-US" sz="2800" i="0" dirty="0" smtClean="0">
                          <a:solidFill>
                            <a:srgbClr val="FF0000"/>
                          </a:solidFill>
                          <a:latin typeface="Cambria Math" panose="02040503050406030204" pitchFamily="18" charset="0"/>
                        </a:rPr>
                        <m:t>=10</m:t>
                      </m:r>
                    </m:oMath>
                  </m:oMathPara>
                </a14:m>
                <a:endParaRPr lang="en-IN" sz="2800" dirty="0">
                  <a:solidFill>
                    <a:srgbClr val="FF0000"/>
                  </a:solidFill>
                </a:endParaRPr>
              </a:p>
            </p:txBody>
          </p:sp>
        </mc:Choice>
        <mc:Fallback xmlns="">
          <p:sp>
            <p:nvSpPr>
              <p:cNvPr id="19" name="TextBox 18">
                <a:extLst>
                  <a:ext uri="{FF2B5EF4-FFF2-40B4-BE49-F238E27FC236}">
                    <a16:creationId xmlns="" xmlns:a16="http://schemas.microsoft.com/office/drawing/2014/main"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10952750" y="4293776"/>
                <a:ext cx="1239250" cy="523220"/>
              </a:xfrm>
              <a:prstGeom prst="rect">
                <a:avLst/>
              </a:prstGeom>
              <a:blipFill rotWithShape="0">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68622B1E-44A3-44A2-B1C1-8D969737DA50}"/>
                  </a:ext>
                </a:extLst>
              </p:cNvPr>
              <p:cNvSpPr txBox="1"/>
              <p:nvPr/>
            </p:nvSpPr>
            <p:spPr>
              <a:xfrm>
                <a:off x="10888630" y="3640582"/>
                <a:ext cx="1303370"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m:rPr>
                          <m:sty m:val="p"/>
                        </m:rPr>
                        <a:rPr lang="en-US" sz="2800" smtClean="0">
                          <a:solidFill>
                            <a:srgbClr val="FF0000"/>
                          </a:solidFill>
                          <a:latin typeface="Cambria Math" panose="02040503050406030204" pitchFamily="18" charset="0"/>
                        </a:rPr>
                        <m:t>ρ</m:t>
                      </m:r>
                      <m:r>
                        <a:rPr lang="en-US" sz="2800" i="0" dirty="0" smtClean="0">
                          <a:solidFill>
                            <a:srgbClr val="FF0000"/>
                          </a:solidFill>
                          <a:latin typeface="Cambria Math" panose="02040503050406030204" pitchFamily="18" charset="0"/>
                        </a:rPr>
                        <m:t>=</m:t>
                      </m:r>
                      <m:r>
                        <a:rPr lang="en-US" sz="2800" b="0" i="0" dirty="0" smtClean="0">
                          <a:solidFill>
                            <a:srgbClr val="FF0000"/>
                          </a:solidFill>
                          <a:latin typeface="Cambria Math" panose="02040503050406030204" pitchFamily="18" charset="0"/>
                        </a:rPr>
                        <m:t>0.6</m:t>
                      </m:r>
                    </m:oMath>
                  </m:oMathPara>
                </a14:m>
                <a:endParaRPr lang="en-IN" sz="2800" dirty="0">
                  <a:solidFill>
                    <a:srgbClr val="FF0000"/>
                  </a:solidFill>
                </a:endParaRPr>
              </a:p>
            </p:txBody>
          </p:sp>
        </mc:Choice>
        <mc:Fallback xmlns="">
          <p:sp>
            <p:nvSpPr>
              <p:cNvPr id="20" name="TextBox 19">
                <a:extLst>
                  <a:ext uri="{FF2B5EF4-FFF2-40B4-BE49-F238E27FC236}">
                    <a16:creationId xmlns="" xmlns:a16="http://schemas.microsoft.com/office/drawing/2014/main"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10888630" y="3640582"/>
                <a:ext cx="1303370" cy="523220"/>
              </a:xfrm>
              <a:prstGeom prst="rect">
                <a:avLst/>
              </a:prstGeom>
              <a:blipFill rotWithShape="0">
                <a:blip r:embed="rId10"/>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573473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P spid="17" grpId="0"/>
      <p:bldP spid="18" grpId="0"/>
      <p:bldP spid="19" grpId="0"/>
      <p:bldP spid="20"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2 ⇝ Example 5(</a:t>
            </a:r>
            <a:r>
              <a:rPr lang="en-GB" dirty="0">
                <a:solidFill>
                  <a:srgbClr val="FF0000"/>
                </a:solidFill>
              </a:rPr>
              <a:t>Continue</a:t>
            </a:r>
            <a:r>
              <a:rPr lang="en-GB" dirty="0"/>
              <a:t>)</a:t>
            </a:r>
            <a:endParaRPr lang="en-US" dirty="0"/>
          </a:p>
        </p:txBody>
      </p:sp>
      <mc:AlternateContent xmlns:mc="http://schemas.openxmlformats.org/markup-compatibility/2006" xmlns:a14="http://schemas.microsoft.com/office/drawing/2010/main">
        <mc:Choice Requires="a14">
          <p:sp>
            <p:nvSpPr>
              <p:cNvPr id="12" name="Rectangle 11"/>
              <p:cNvSpPr/>
              <p:nvPr/>
            </p:nvSpPr>
            <p:spPr>
              <a:xfrm>
                <a:off x="137270" y="862943"/>
                <a:ext cx="3538276" cy="109235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a:solidFill>
                            <a:srgbClr val="002060"/>
                          </a:solidFill>
                          <a:latin typeface="Cambria Math" panose="02040503050406030204" pitchFamily="18" charset="0"/>
                          <a:ea typeface="Cambria Math" panose="02040503050406030204" pitchFamily="18" charset="0"/>
                        </a:rPr>
                        <m:t>⇒</m:t>
                      </m:r>
                      <m:r>
                        <a:rPr lang="en-US" sz="2800">
                          <a:solidFill>
                            <a:srgbClr val="002060"/>
                          </a:solidFill>
                          <a:latin typeface="Cambria Math" panose="02040503050406030204" pitchFamily="18" charset="0"/>
                        </a:rPr>
                        <m:t>0.6=1−</m:t>
                      </m:r>
                      <m:f>
                        <m:fPr>
                          <m:ctrlPr>
                            <a:rPr lang="en-US" sz="2800" i="1">
                              <a:solidFill>
                                <a:srgbClr val="C00000"/>
                              </a:solidFill>
                              <a:latin typeface="Cambria Math" panose="02040503050406030204" pitchFamily="18" charset="0"/>
                            </a:rPr>
                          </m:ctrlPr>
                        </m:fPr>
                        <m:num>
                          <m:r>
                            <a:rPr lang="en-US" sz="2800">
                              <a:solidFill>
                                <a:srgbClr val="002060"/>
                              </a:solidFill>
                              <a:latin typeface="Cambria Math" panose="02040503050406030204" pitchFamily="18" charset="0"/>
                            </a:rPr>
                            <m:t> 6</m:t>
                          </m:r>
                          <m:r>
                            <a:rPr lang="en-US" sz="2800" i="1">
                              <a:solidFill>
                                <a:srgbClr val="002060"/>
                              </a:solidFill>
                              <a:latin typeface="Cambria Math" panose="02040503050406030204" pitchFamily="18" charset="0"/>
                              <a:ea typeface="Cambria Math" panose="02040503050406030204" pitchFamily="18" charset="0"/>
                            </a:rPr>
                            <m:t>∙</m:t>
                          </m:r>
                          <m:nary>
                            <m:naryPr>
                              <m:chr m:val="∑"/>
                              <m:limLoc m:val="undOvr"/>
                              <m:subHide m:val="on"/>
                              <m:supHide m:val="on"/>
                              <m:ctrlPr>
                                <a:rPr lang="en-US" sz="2800" i="1">
                                  <a:solidFill>
                                    <a:srgbClr val="002060"/>
                                  </a:solidFill>
                                  <a:latin typeface="Cambria Math" panose="02040503050406030204" pitchFamily="18" charset="0"/>
                                </a:rPr>
                              </m:ctrlPr>
                            </m:naryPr>
                            <m:sub/>
                            <m:sup/>
                            <m:e>
                              <m:sSup>
                                <m:sSupPr>
                                  <m:ctrlPr>
                                    <a:rPr lang="en-US" sz="2800" i="1">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d</m:t>
                                  </m:r>
                                </m:e>
                                <m:sup>
                                  <m:r>
                                    <a:rPr lang="en-US" sz="2800">
                                      <a:solidFill>
                                        <a:srgbClr val="002060"/>
                                      </a:solidFill>
                                      <a:latin typeface="Cambria Math" panose="02040503050406030204" pitchFamily="18" charset="0"/>
                                    </a:rPr>
                                    <m:t>2</m:t>
                                  </m:r>
                                </m:sup>
                              </m:sSup>
                            </m:e>
                          </m:nary>
                          <m:r>
                            <a:rPr lang="en-US" sz="2800">
                              <a:solidFill>
                                <a:srgbClr val="C00000"/>
                              </a:solidFill>
                              <a:latin typeface="Cambria Math" panose="02040503050406030204" pitchFamily="18" charset="0"/>
                            </a:rPr>
                            <m:t> </m:t>
                          </m:r>
                        </m:num>
                        <m:den>
                          <m:eqArr>
                            <m:eqArrPr>
                              <m:ctrlPr>
                                <a:rPr lang="en-US" sz="2800" i="1">
                                  <a:solidFill>
                                    <a:srgbClr val="C00000"/>
                                  </a:solidFill>
                                  <a:latin typeface="Cambria Math" panose="02040503050406030204" pitchFamily="18" charset="0"/>
                                </a:rPr>
                              </m:ctrlPr>
                            </m:eqArrPr>
                            <m:e>
                              <m:r>
                                <a:rPr lang="en-US" sz="2800">
                                  <a:solidFill>
                                    <a:srgbClr val="C00000"/>
                                  </a:solidFill>
                                  <a:latin typeface="Cambria Math" panose="02040503050406030204" pitchFamily="18" charset="0"/>
                                </a:rPr>
                                <m:t>  </m:t>
                              </m:r>
                            </m:e>
                            <m:e>
                              <m:r>
                                <a:rPr lang="en-US" sz="2800" i="1">
                                  <a:solidFill>
                                    <a:srgbClr val="C00000"/>
                                  </a:solidFill>
                                  <a:latin typeface="Cambria Math" panose="02040503050406030204" pitchFamily="18" charset="0"/>
                                </a:rPr>
                                <m:t>  </m:t>
                              </m:r>
                              <m:r>
                                <a:rPr lang="en-US" sz="2800" i="1" smtClean="0">
                                  <a:solidFill>
                                    <a:srgbClr val="002060"/>
                                  </a:solidFill>
                                  <a:latin typeface="Cambria Math" panose="02040503050406030204" pitchFamily="18" charset="0"/>
                                </a:rPr>
                                <m:t>990</m:t>
                              </m:r>
                              <m:r>
                                <a:rPr lang="en-US" sz="2800">
                                  <a:solidFill>
                                    <a:srgbClr val="002060"/>
                                  </a:solidFill>
                                  <a:latin typeface="Cambria Math" panose="02040503050406030204" pitchFamily="18" charset="0"/>
                                </a:rPr>
                                <m:t> </m:t>
                              </m:r>
                              <m:r>
                                <a:rPr lang="en-US" sz="2800">
                                  <a:solidFill>
                                    <a:srgbClr val="C00000"/>
                                  </a:solidFill>
                                  <a:latin typeface="Cambria Math" panose="02040503050406030204" pitchFamily="18" charset="0"/>
                                </a:rPr>
                                <m:t> </m:t>
                              </m:r>
                            </m:e>
                          </m:eqArr>
                        </m:den>
                      </m:f>
                    </m:oMath>
                  </m:oMathPara>
                </a14:m>
                <a:endParaRPr lang="en-US" sz="2800" dirty="0"/>
              </a:p>
            </p:txBody>
          </p:sp>
        </mc:Choice>
        <mc:Fallback xmlns="">
          <p:sp>
            <p:nvSpPr>
              <p:cNvPr id="12" name="Rectangle 11"/>
              <p:cNvSpPr>
                <a:spLocks noRot="1" noChangeAspect="1" noMove="1" noResize="1" noEditPoints="1" noAdjustHandles="1" noChangeArrowheads="1" noChangeShapeType="1" noTextEdit="1"/>
              </p:cNvSpPr>
              <p:nvPr/>
            </p:nvSpPr>
            <p:spPr>
              <a:xfrm>
                <a:off x="137270" y="862943"/>
                <a:ext cx="3538276" cy="1092350"/>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137270" y="2311707"/>
                <a:ext cx="3538276" cy="109235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f>
                        <m:fPr>
                          <m:ctrlPr>
                            <a:rPr lang="en-US" sz="2800" i="1" smtClean="0">
                              <a:solidFill>
                                <a:schemeClr val="bg1"/>
                              </a:solidFill>
                              <a:latin typeface="Cambria Math" panose="02040503050406030204" pitchFamily="18" charset="0"/>
                            </a:rPr>
                          </m:ctrlPr>
                        </m:fPr>
                        <m:num>
                          <m:r>
                            <a:rPr lang="en-US" sz="2800">
                              <a:solidFill>
                                <a:schemeClr val="bg1"/>
                              </a:solidFill>
                              <a:latin typeface="Cambria Math" panose="02040503050406030204" pitchFamily="18" charset="0"/>
                            </a:rPr>
                            <m:t> 6</m:t>
                          </m:r>
                          <m:r>
                            <a:rPr lang="en-US" sz="2800" i="1">
                              <a:solidFill>
                                <a:schemeClr val="bg1"/>
                              </a:solidFill>
                              <a:latin typeface="Cambria Math" panose="02040503050406030204" pitchFamily="18" charset="0"/>
                              <a:ea typeface="Cambria Math" panose="02040503050406030204" pitchFamily="18" charset="0"/>
                            </a:rPr>
                            <m:t>∙</m:t>
                          </m:r>
                          <m:nary>
                            <m:naryPr>
                              <m:chr m:val="∑"/>
                              <m:limLoc m:val="undOvr"/>
                              <m:subHide m:val="on"/>
                              <m:supHide m:val="on"/>
                              <m:ctrlPr>
                                <a:rPr lang="en-US" sz="2800" i="1">
                                  <a:solidFill>
                                    <a:schemeClr val="bg1"/>
                                  </a:solidFill>
                                  <a:latin typeface="Cambria Math" panose="02040503050406030204" pitchFamily="18" charset="0"/>
                                </a:rPr>
                              </m:ctrlPr>
                            </m:naryPr>
                            <m:sub/>
                            <m:sup/>
                            <m:e>
                              <m:sSup>
                                <m:sSupPr>
                                  <m:ctrlPr>
                                    <a:rPr lang="en-US" sz="2800" i="1">
                                      <a:solidFill>
                                        <a:schemeClr val="bg1"/>
                                      </a:solidFill>
                                      <a:latin typeface="Cambria Math" panose="02040503050406030204" pitchFamily="18" charset="0"/>
                                    </a:rPr>
                                  </m:ctrlPr>
                                </m:sSupPr>
                                <m:e>
                                  <m:r>
                                    <m:rPr>
                                      <m:sty m:val="p"/>
                                    </m:rPr>
                                    <a:rPr lang="en-US" sz="2800">
                                      <a:solidFill>
                                        <a:schemeClr val="bg1"/>
                                      </a:solidFill>
                                      <a:latin typeface="Cambria Math" panose="02040503050406030204" pitchFamily="18" charset="0"/>
                                    </a:rPr>
                                    <m:t>d</m:t>
                                  </m:r>
                                </m:e>
                                <m:sup>
                                  <m:r>
                                    <a:rPr lang="en-US" sz="2800">
                                      <a:solidFill>
                                        <a:schemeClr val="bg1"/>
                                      </a:solidFill>
                                      <a:latin typeface="Cambria Math" panose="02040503050406030204" pitchFamily="18" charset="0"/>
                                    </a:rPr>
                                    <m:t>2</m:t>
                                  </m:r>
                                </m:sup>
                              </m:sSup>
                            </m:e>
                          </m:nary>
                          <m:r>
                            <a:rPr lang="en-US" sz="2800">
                              <a:solidFill>
                                <a:schemeClr val="bg1"/>
                              </a:solidFill>
                              <a:latin typeface="Cambria Math" panose="02040503050406030204" pitchFamily="18" charset="0"/>
                            </a:rPr>
                            <m:t> </m:t>
                          </m:r>
                        </m:num>
                        <m:den>
                          <m:eqArr>
                            <m:eqArrPr>
                              <m:ctrlPr>
                                <a:rPr lang="en-US" sz="2800" i="1">
                                  <a:solidFill>
                                    <a:schemeClr val="bg1"/>
                                  </a:solidFill>
                                  <a:latin typeface="Cambria Math" panose="02040503050406030204" pitchFamily="18" charset="0"/>
                                </a:rPr>
                              </m:ctrlPr>
                            </m:eqArrPr>
                            <m:e>
                              <m:r>
                                <a:rPr lang="en-US" sz="2800">
                                  <a:solidFill>
                                    <a:schemeClr val="bg1"/>
                                  </a:solidFill>
                                  <a:latin typeface="Cambria Math" panose="02040503050406030204" pitchFamily="18" charset="0"/>
                                </a:rPr>
                                <m:t>  </m:t>
                              </m:r>
                            </m:e>
                            <m:e>
                              <m:r>
                                <a:rPr lang="en-US" sz="2800" i="1">
                                  <a:solidFill>
                                    <a:schemeClr val="bg1"/>
                                  </a:solidFill>
                                  <a:latin typeface="Cambria Math" panose="02040503050406030204" pitchFamily="18" charset="0"/>
                                </a:rPr>
                                <m:t> </m:t>
                              </m:r>
                              <m:r>
                                <a:rPr lang="en-US" sz="2800" i="1" smtClean="0">
                                  <a:solidFill>
                                    <a:schemeClr val="bg1"/>
                                  </a:solidFill>
                                  <a:latin typeface="Cambria Math" panose="02040503050406030204" pitchFamily="18" charset="0"/>
                                </a:rPr>
                                <m:t> 990</m:t>
                              </m:r>
                              <m:r>
                                <a:rPr lang="en-US" sz="2800">
                                  <a:solidFill>
                                    <a:schemeClr val="bg1"/>
                                  </a:solidFill>
                                  <a:latin typeface="Cambria Math" panose="02040503050406030204" pitchFamily="18" charset="0"/>
                                </a:rPr>
                                <m:t>  </m:t>
                              </m:r>
                            </m:e>
                          </m:eqArr>
                        </m:den>
                      </m:f>
                      <m:r>
                        <a:rPr lang="en-US" sz="2800">
                          <a:solidFill>
                            <a:srgbClr val="002060"/>
                          </a:solidFill>
                          <a:latin typeface="Cambria Math" panose="02040503050406030204" pitchFamily="18" charset="0"/>
                        </a:rPr>
                        <m:t>=1−</m:t>
                      </m:r>
                      <m:r>
                        <a:rPr lang="en-US" sz="2800" b="0" i="0" smtClean="0">
                          <a:solidFill>
                            <a:schemeClr val="bg1"/>
                          </a:solidFill>
                          <a:latin typeface="Cambria Math" panose="02040503050406030204" pitchFamily="18" charset="0"/>
                        </a:rPr>
                        <m:t>0.6</m:t>
                      </m:r>
                    </m:oMath>
                  </m:oMathPara>
                </a14:m>
                <a:endParaRPr lang="en-US" sz="2800" dirty="0"/>
              </a:p>
            </p:txBody>
          </p:sp>
        </mc:Choice>
        <mc:Fallback xmlns="">
          <p:sp>
            <p:nvSpPr>
              <p:cNvPr id="7" name="Rectangle 6"/>
              <p:cNvSpPr>
                <a:spLocks noRot="1" noChangeAspect="1" noMove="1" noResize="1" noEditPoints="1" noAdjustHandles="1" noChangeArrowheads="1" noChangeShapeType="1" noTextEdit="1"/>
              </p:cNvSpPr>
              <p:nvPr/>
            </p:nvSpPr>
            <p:spPr>
              <a:xfrm>
                <a:off x="137270" y="2311707"/>
                <a:ext cx="3538276" cy="109235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137270" y="3760471"/>
                <a:ext cx="3833614" cy="1135696"/>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r>
                        <a:rPr lang="en-US" sz="2800">
                          <a:solidFill>
                            <a:srgbClr val="002060"/>
                          </a:solidFill>
                          <a:latin typeface="Cambria Math" panose="02040503050406030204" pitchFamily="18" charset="0"/>
                        </a:rPr>
                        <m:t>6</m:t>
                      </m:r>
                      <m:r>
                        <a:rPr lang="en-US" sz="2800" i="1">
                          <a:solidFill>
                            <a:srgbClr val="002060"/>
                          </a:solidFill>
                          <a:latin typeface="Cambria Math" panose="02040503050406030204" pitchFamily="18" charset="0"/>
                          <a:ea typeface="Cambria Math" panose="02040503050406030204" pitchFamily="18" charset="0"/>
                        </a:rPr>
                        <m:t>∙</m:t>
                      </m:r>
                      <m:nary>
                        <m:naryPr>
                          <m:chr m:val="∑"/>
                          <m:limLoc m:val="undOvr"/>
                          <m:subHide m:val="on"/>
                          <m:supHide m:val="on"/>
                          <m:ctrlPr>
                            <a:rPr lang="en-US" sz="2800" i="1">
                              <a:solidFill>
                                <a:srgbClr val="002060"/>
                              </a:solidFill>
                              <a:latin typeface="Cambria Math" panose="02040503050406030204" pitchFamily="18" charset="0"/>
                            </a:rPr>
                          </m:ctrlPr>
                        </m:naryPr>
                        <m:sub/>
                        <m:sup/>
                        <m:e>
                          <m:sSup>
                            <m:sSupPr>
                              <m:ctrlPr>
                                <a:rPr lang="en-US" sz="2800" i="1">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d</m:t>
                              </m:r>
                            </m:e>
                            <m:sup>
                              <m:r>
                                <a:rPr lang="en-US" sz="2800">
                                  <a:solidFill>
                                    <a:srgbClr val="002060"/>
                                  </a:solidFill>
                                  <a:latin typeface="Cambria Math" panose="02040503050406030204" pitchFamily="18" charset="0"/>
                                </a:rPr>
                                <m:t>2</m:t>
                              </m:r>
                            </m:sup>
                          </m:sSup>
                        </m:e>
                      </m:nary>
                      <m:r>
                        <a:rPr lang="en-US" sz="2800">
                          <a:solidFill>
                            <a:srgbClr val="002060"/>
                          </a:solidFill>
                          <a:latin typeface="Cambria Math" panose="02040503050406030204" pitchFamily="18" charset="0"/>
                        </a:rPr>
                        <m:t>=</m:t>
                      </m:r>
                      <m:r>
                        <a:rPr lang="en-US" sz="2800" b="0" i="0" smtClean="0">
                          <a:solidFill>
                            <a:srgbClr val="002060"/>
                          </a:solidFill>
                          <a:latin typeface="Cambria Math" panose="02040503050406030204" pitchFamily="18" charset="0"/>
                        </a:rPr>
                        <m:t>0.4</m:t>
                      </m:r>
                      <m:r>
                        <a:rPr lang="en-US" sz="2800" b="0" i="1" smtClean="0">
                          <a:solidFill>
                            <a:srgbClr val="002060"/>
                          </a:solidFill>
                          <a:latin typeface="Cambria Math" panose="02040503050406030204" pitchFamily="18" charset="0"/>
                          <a:ea typeface="Cambria Math" panose="02040503050406030204" pitchFamily="18" charset="0"/>
                        </a:rPr>
                        <m:t>∙</m:t>
                      </m:r>
                      <m:r>
                        <a:rPr lang="en-US" sz="2800" b="0" i="0" smtClean="0">
                          <a:solidFill>
                            <a:schemeClr val="bg1"/>
                          </a:solidFill>
                          <a:latin typeface="Cambria Math" panose="02040503050406030204" pitchFamily="18" charset="0"/>
                        </a:rPr>
                        <m:t>990</m:t>
                      </m:r>
                    </m:oMath>
                  </m:oMathPara>
                </a14:m>
                <a:endParaRPr lang="en-US" sz="2800" dirty="0">
                  <a:solidFill>
                    <a:srgbClr val="FF0000"/>
                  </a:solidFill>
                </a:endParaRPr>
              </a:p>
            </p:txBody>
          </p:sp>
        </mc:Choice>
        <mc:Fallback xmlns="">
          <p:sp>
            <p:nvSpPr>
              <p:cNvPr id="8" name="Rectangle 7"/>
              <p:cNvSpPr>
                <a:spLocks noRot="1" noChangeAspect="1" noMove="1" noResize="1" noEditPoints="1" noAdjustHandles="1" noChangeArrowheads="1" noChangeShapeType="1" noTextEdit="1"/>
              </p:cNvSpPr>
              <p:nvPr/>
            </p:nvSpPr>
            <p:spPr>
              <a:xfrm>
                <a:off x="137270" y="3760471"/>
                <a:ext cx="3833614" cy="1135696"/>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137270" y="5252581"/>
                <a:ext cx="3531416" cy="1135696"/>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nary>
                        <m:naryPr>
                          <m:chr m:val="∑"/>
                          <m:limLoc m:val="undOvr"/>
                          <m:subHide m:val="on"/>
                          <m:supHide m:val="on"/>
                          <m:ctrlPr>
                            <a:rPr lang="en-US" sz="2800" i="1">
                              <a:solidFill>
                                <a:srgbClr val="002060"/>
                              </a:solidFill>
                              <a:latin typeface="Cambria Math" panose="02040503050406030204" pitchFamily="18" charset="0"/>
                            </a:rPr>
                          </m:ctrlPr>
                        </m:naryPr>
                        <m:sub/>
                        <m:sup/>
                        <m:e>
                          <m:sSup>
                            <m:sSupPr>
                              <m:ctrlPr>
                                <a:rPr lang="en-US" sz="2800" i="1">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d</m:t>
                              </m:r>
                            </m:e>
                            <m:sup>
                              <m:r>
                                <a:rPr lang="en-US" sz="2800">
                                  <a:solidFill>
                                    <a:srgbClr val="002060"/>
                                  </a:solidFill>
                                  <a:latin typeface="Cambria Math" panose="02040503050406030204" pitchFamily="18" charset="0"/>
                                </a:rPr>
                                <m:t>2</m:t>
                              </m:r>
                            </m:sup>
                          </m:sSup>
                        </m:e>
                      </m:nary>
                      <m:r>
                        <a:rPr lang="en-US" sz="2800">
                          <a:solidFill>
                            <a:srgbClr val="002060"/>
                          </a:solidFill>
                          <a:latin typeface="Cambria Math" panose="02040503050406030204" pitchFamily="18" charset="0"/>
                        </a:rPr>
                        <m:t>=</m:t>
                      </m:r>
                      <m:f>
                        <m:fPr>
                          <m:ctrlPr>
                            <a:rPr lang="en-US" sz="2800" b="0" i="1" smtClean="0">
                              <a:solidFill>
                                <a:srgbClr val="002060"/>
                              </a:solidFill>
                              <a:latin typeface="Cambria Math" panose="02040503050406030204" pitchFamily="18" charset="0"/>
                            </a:rPr>
                          </m:ctrlPr>
                        </m:fPr>
                        <m:num>
                          <m:r>
                            <a:rPr lang="en-US" sz="2800" b="0" i="0" smtClean="0">
                              <a:solidFill>
                                <a:srgbClr val="002060"/>
                              </a:solidFill>
                              <a:latin typeface="Cambria Math" panose="02040503050406030204" pitchFamily="18" charset="0"/>
                            </a:rPr>
                            <m:t> </m:t>
                          </m:r>
                          <m:r>
                            <a:rPr lang="en-US" sz="2800">
                              <a:solidFill>
                                <a:srgbClr val="002060"/>
                              </a:solidFill>
                              <a:latin typeface="Cambria Math" panose="02040503050406030204" pitchFamily="18" charset="0"/>
                            </a:rPr>
                            <m:t>0.4</m:t>
                          </m:r>
                          <m:r>
                            <a:rPr lang="en-US" sz="2800" i="1">
                              <a:solidFill>
                                <a:srgbClr val="002060"/>
                              </a:solidFill>
                              <a:latin typeface="Cambria Math" panose="02040503050406030204" pitchFamily="18" charset="0"/>
                              <a:ea typeface="Cambria Math" panose="02040503050406030204" pitchFamily="18" charset="0"/>
                            </a:rPr>
                            <m:t>∙</m:t>
                          </m:r>
                          <m:r>
                            <a:rPr lang="en-US" sz="2800" b="0" i="0" smtClean="0">
                              <a:solidFill>
                                <a:srgbClr val="002060"/>
                              </a:solidFill>
                              <a:latin typeface="Cambria Math" panose="02040503050406030204" pitchFamily="18" charset="0"/>
                            </a:rPr>
                            <m:t>990 </m:t>
                          </m:r>
                        </m:num>
                        <m:den>
                          <m:r>
                            <a:rPr lang="en-US" sz="2800" b="0" i="1" smtClean="0">
                              <a:solidFill>
                                <a:schemeClr val="bg1"/>
                              </a:solidFill>
                              <a:latin typeface="Cambria Math" panose="02040503050406030204" pitchFamily="18" charset="0"/>
                            </a:rPr>
                            <m:t>6</m:t>
                          </m:r>
                        </m:den>
                      </m:f>
                    </m:oMath>
                  </m:oMathPara>
                </a14:m>
                <a:endParaRPr lang="en-US" sz="2800" dirty="0">
                  <a:solidFill>
                    <a:srgbClr val="002060"/>
                  </a:solidFill>
                </a:endParaRPr>
              </a:p>
            </p:txBody>
          </p:sp>
        </mc:Choice>
        <mc:Fallback xmlns="">
          <p:sp>
            <p:nvSpPr>
              <p:cNvPr id="9" name="Rectangle 8"/>
              <p:cNvSpPr>
                <a:spLocks noRot="1" noChangeAspect="1" noMove="1" noResize="1" noEditPoints="1" noAdjustHandles="1" noChangeArrowheads="1" noChangeShapeType="1" noTextEdit="1"/>
              </p:cNvSpPr>
              <p:nvPr/>
            </p:nvSpPr>
            <p:spPr>
              <a:xfrm>
                <a:off x="137270" y="5252581"/>
                <a:ext cx="3531416" cy="1135696"/>
              </a:xfrm>
              <a:prstGeom prst="rect">
                <a:avLst/>
              </a:prstGeom>
              <a:blipFill rotWithShape="0">
                <a:blip r:embed="rId5"/>
                <a:stretch>
                  <a:fillRect/>
                </a:stretch>
              </a:blipFill>
            </p:spPr>
            <p:txBody>
              <a:bodyPr/>
              <a:lstStyle/>
              <a:p>
                <a:r>
                  <a:rPr lang="en-US">
                    <a:noFill/>
                  </a:rPr>
                  <a:t> </a:t>
                </a:r>
              </a:p>
            </p:txBody>
          </p:sp>
        </mc:Fallback>
      </mc:AlternateContent>
      <p:sp>
        <p:nvSpPr>
          <p:cNvPr id="10" name="Rectangle 9"/>
          <p:cNvSpPr/>
          <p:nvPr/>
        </p:nvSpPr>
        <p:spPr>
          <a:xfrm>
            <a:off x="5130944" y="780650"/>
            <a:ext cx="36000" cy="5760720"/>
          </a:xfrm>
          <a:prstGeom prst="rect">
            <a:avLst/>
          </a:prstGeom>
          <a:solidFill>
            <a:srgbClr val="B84742"/>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1" name="Rectangle 10"/>
              <p:cNvSpPr/>
              <p:nvPr/>
            </p:nvSpPr>
            <p:spPr>
              <a:xfrm>
                <a:off x="5463553" y="862943"/>
                <a:ext cx="2443746" cy="1135696"/>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nary>
                        <m:naryPr>
                          <m:chr m:val="∑"/>
                          <m:limLoc m:val="undOvr"/>
                          <m:subHide m:val="on"/>
                          <m:supHide m:val="on"/>
                          <m:ctrlPr>
                            <a:rPr lang="en-US" sz="2800" i="1">
                              <a:solidFill>
                                <a:srgbClr val="002060"/>
                              </a:solidFill>
                              <a:latin typeface="Cambria Math" panose="02040503050406030204" pitchFamily="18" charset="0"/>
                            </a:rPr>
                          </m:ctrlPr>
                        </m:naryPr>
                        <m:sub/>
                        <m:sup/>
                        <m:e>
                          <m:sSup>
                            <m:sSupPr>
                              <m:ctrlPr>
                                <a:rPr lang="en-US" sz="2800" i="1">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d</m:t>
                              </m:r>
                            </m:e>
                            <m:sup>
                              <m:r>
                                <a:rPr lang="en-US" sz="2800">
                                  <a:solidFill>
                                    <a:srgbClr val="002060"/>
                                  </a:solidFill>
                                  <a:latin typeface="Cambria Math" panose="02040503050406030204" pitchFamily="18" charset="0"/>
                                </a:rPr>
                                <m:t>2</m:t>
                              </m:r>
                            </m:sup>
                          </m:sSup>
                        </m:e>
                      </m:nary>
                      <m:r>
                        <a:rPr lang="en-US" sz="2800">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66</m:t>
                      </m:r>
                    </m:oMath>
                  </m:oMathPara>
                </a14:m>
                <a:endParaRPr lang="en-US" sz="2800" dirty="0">
                  <a:solidFill>
                    <a:srgbClr val="002060"/>
                  </a:solidFill>
                </a:endParaRPr>
              </a:p>
            </p:txBody>
          </p:sp>
        </mc:Choice>
        <mc:Fallback xmlns="">
          <p:sp>
            <p:nvSpPr>
              <p:cNvPr id="11" name="Rectangle 10"/>
              <p:cNvSpPr>
                <a:spLocks noRot="1" noChangeAspect="1" noMove="1" noResize="1" noEditPoints="1" noAdjustHandles="1" noChangeArrowheads="1" noChangeShapeType="1" noTextEdit="1"/>
              </p:cNvSpPr>
              <p:nvPr/>
            </p:nvSpPr>
            <p:spPr>
              <a:xfrm>
                <a:off x="5463553" y="862943"/>
                <a:ext cx="2443746" cy="1135696"/>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5463553" y="2311707"/>
                <a:ext cx="6372898" cy="1135696"/>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r>
                        <m:rPr>
                          <m:nor/>
                        </m:rPr>
                        <a:rPr lang="en-US" sz="2800" b="0" i="0" smtClean="0">
                          <a:solidFill>
                            <a:srgbClr val="002060"/>
                          </a:solidFill>
                          <a:ea typeface="Cambria Math" panose="02040503050406030204" pitchFamily="18" charset="0"/>
                        </a:rPr>
                        <m:t>Corrected</m:t>
                      </m:r>
                      <m:r>
                        <m:rPr>
                          <m:nor/>
                        </m:rPr>
                        <a:rPr lang="en-US" sz="2800" b="0" i="0" smtClean="0">
                          <a:solidFill>
                            <a:srgbClr val="002060"/>
                          </a:solidFill>
                          <a:ea typeface="Cambria Math" panose="02040503050406030204" pitchFamily="18" charset="0"/>
                        </a:rPr>
                        <m:t> </m:t>
                      </m:r>
                      <m:nary>
                        <m:naryPr>
                          <m:chr m:val="∑"/>
                          <m:limLoc m:val="undOvr"/>
                          <m:subHide m:val="on"/>
                          <m:supHide m:val="on"/>
                          <m:ctrlPr>
                            <a:rPr lang="en-US" sz="2800" i="1">
                              <a:solidFill>
                                <a:srgbClr val="002060"/>
                              </a:solidFill>
                              <a:latin typeface="Cambria Math" panose="02040503050406030204" pitchFamily="18" charset="0"/>
                            </a:rPr>
                          </m:ctrlPr>
                        </m:naryPr>
                        <m:sub/>
                        <m:sup/>
                        <m:e>
                          <m:sSup>
                            <m:sSupPr>
                              <m:ctrlPr>
                                <a:rPr lang="en-US" sz="2800" i="1">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d</m:t>
                              </m:r>
                            </m:e>
                            <m:sup>
                              <m:r>
                                <a:rPr lang="en-US" sz="2800">
                                  <a:solidFill>
                                    <a:srgbClr val="002060"/>
                                  </a:solidFill>
                                  <a:latin typeface="Cambria Math" panose="02040503050406030204" pitchFamily="18" charset="0"/>
                                </a:rPr>
                                <m:t>2</m:t>
                              </m:r>
                            </m:sup>
                          </m:sSup>
                        </m:e>
                      </m:nary>
                      <m:r>
                        <a:rPr lang="en-US" sz="2800" b="0" i="1" smtClean="0">
                          <a:solidFill>
                            <a:srgbClr val="002060"/>
                          </a:solidFill>
                          <a:latin typeface="Cambria Math" panose="02040503050406030204" pitchFamily="18" charset="0"/>
                        </a:rPr>
                        <m:t>=66−</m:t>
                      </m:r>
                      <m:sSup>
                        <m:sSupPr>
                          <m:ctrlPr>
                            <a:rPr lang="en-US" sz="2800" b="0" i="1" smtClean="0">
                              <a:solidFill>
                                <a:srgbClr val="002060"/>
                              </a:solidFill>
                              <a:latin typeface="Cambria Math" panose="02040503050406030204" pitchFamily="18" charset="0"/>
                            </a:rPr>
                          </m:ctrlPr>
                        </m:sSupPr>
                        <m:e>
                          <m:d>
                            <m:dPr>
                              <m:ctrlPr>
                                <a:rPr lang="en-US" sz="2800" b="0" i="1" smtClean="0">
                                  <a:solidFill>
                                    <a:srgbClr val="002060"/>
                                  </a:solidFill>
                                  <a:latin typeface="Cambria Math" panose="02040503050406030204" pitchFamily="18" charset="0"/>
                                </a:rPr>
                              </m:ctrlPr>
                            </m:dPr>
                            <m:e>
                              <m:r>
                                <a:rPr lang="en-US" sz="2800" b="0" i="1" smtClean="0">
                                  <a:solidFill>
                                    <a:schemeClr val="bg1"/>
                                  </a:solidFill>
                                  <a:latin typeface="Cambria Math" panose="02040503050406030204" pitchFamily="18" charset="0"/>
                                </a:rPr>
                                <m:t>7</m:t>
                              </m:r>
                            </m:e>
                          </m:d>
                        </m:e>
                        <m:sup>
                          <m:r>
                            <a:rPr lang="en-US" sz="2800" b="0" i="1" smtClean="0">
                              <a:solidFill>
                                <a:srgbClr val="002060"/>
                              </a:solidFill>
                              <a:latin typeface="Cambria Math" panose="02040503050406030204" pitchFamily="18" charset="0"/>
                            </a:rPr>
                            <m:t>2</m:t>
                          </m:r>
                        </m:sup>
                      </m:sSup>
                      <m:r>
                        <a:rPr lang="en-US" sz="2800" b="0" i="1" smtClean="0">
                          <a:solidFill>
                            <a:srgbClr val="002060"/>
                          </a:solidFill>
                          <a:latin typeface="Cambria Math" panose="02040503050406030204" pitchFamily="18" charset="0"/>
                        </a:rPr>
                        <m:t>+</m:t>
                      </m:r>
                      <m:sSup>
                        <m:sSupPr>
                          <m:ctrlPr>
                            <a:rPr lang="en-US" sz="2800" i="1">
                              <a:solidFill>
                                <a:srgbClr val="002060"/>
                              </a:solidFill>
                              <a:latin typeface="Cambria Math" panose="02040503050406030204" pitchFamily="18" charset="0"/>
                            </a:rPr>
                          </m:ctrlPr>
                        </m:sSupPr>
                        <m:e>
                          <m:d>
                            <m:dPr>
                              <m:ctrlPr>
                                <a:rPr lang="en-US" sz="2800" i="1">
                                  <a:solidFill>
                                    <a:srgbClr val="002060"/>
                                  </a:solidFill>
                                  <a:latin typeface="Cambria Math" panose="02040503050406030204" pitchFamily="18" charset="0"/>
                                </a:rPr>
                              </m:ctrlPr>
                            </m:dPr>
                            <m:e>
                              <m:r>
                                <a:rPr lang="en-US" sz="2800" b="0" i="1" smtClean="0">
                                  <a:solidFill>
                                    <a:schemeClr val="bg1"/>
                                  </a:solidFill>
                                  <a:latin typeface="Cambria Math" panose="02040503050406030204" pitchFamily="18" charset="0"/>
                                </a:rPr>
                                <m:t>1</m:t>
                              </m:r>
                            </m:e>
                          </m:d>
                        </m:e>
                        <m:sup>
                          <m:r>
                            <a:rPr lang="en-US" sz="2800" i="1">
                              <a:solidFill>
                                <a:srgbClr val="002060"/>
                              </a:solidFill>
                              <a:latin typeface="Cambria Math" panose="02040503050406030204" pitchFamily="18" charset="0"/>
                            </a:rPr>
                            <m:t>2</m:t>
                          </m:r>
                        </m:sup>
                      </m:sSup>
                    </m:oMath>
                  </m:oMathPara>
                </a14:m>
                <a:endParaRPr lang="en-US" sz="2800" dirty="0">
                  <a:solidFill>
                    <a:srgbClr val="002060"/>
                  </a:solidFill>
                </a:endParaRPr>
              </a:p>
            </p:txBody>
          </p:sp>
        </mc:Choice>
        <mc:Fallback xmlns="">
          <p:sp>
            <p:nvSpPr>
              <p:cNvPr id="16" name="Rectangle 15"/>
              <p:cNvSpPr>
                <a:spLocks noRot="1" noChangeAspect="1" noMove="1" noResize="1" noEditPoints="1" noAdjustHandles="1" noChangeArrowheads="1" noChangeShapeType="1" noTextEdit="1"/>
              </p:cNvSpPr>
              <p:nvPr/>
            </p:nvSpPr>
            <p:spPr>
              <a:xfrm>
                <a:off x="5463553" y="2311707"/>
                <a:ext cx="6372898" cy="1135696"/>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p:cNvSpPr/>
              <p:nvPr/>
            </p:nvSpPr>
            <p:spPr>
              <a:xfrm>
                <a:off x="5463553" y="3748972"/>
                <a:ext cx="3807769" cy="1135696"/>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r>
                        <m:rPr>
                          <m:nor/>
                        </m:rPr>
                        <a:rPr lang="en-US" sz="2800" b="0" i="0" smtClean="0">
                          <a:solidFill>
                            <a:srgbClr val="002060"/>
                          </a:solidFill>
                          <a:ea typeface="Cambria Math" panose="02040503050406030204" pitchFamily="18" charset="0"/>
                        </a:rPr>
                        <m:t>Corrected</m:t>
                      </m:r>
                      <m:r>
                        <m:rPr>
                          <m:nor/>
                        </m:rPr>
                        <a:rPr lang="en-US" sz="2800" b="0" i="0" smtClean="0">
                          <a:solidFill>
                            <a:srgbClr val="002060"/>
                          </a:solidFill>
                          <a:ea typeface="Cambria Math" panose="02040503050406030204" pitchFamily="18" charset="0"/>
                        </a:rPr>
                        <m:t> </m:t>
                      </m:r>
                      <m:nary>
                        <m:naryPr>
                          <m:chr m:val="∑"/>
                          <m:limLoc m:val="undOvr"/>
                          <m:subHide m:val="on"/>
                          <m:supHide m:val="on"/>
                          <m:ctrlPr>
                            <a:rPr lang="en-US" sz="2800" i="1">
                              <a:solidFill>
                                <a:srgbClr val="002060"/>
                              </a:solidFill>
                              <a:latin typeface="Cambria Math" panose="02040503050406030204" pitchFamily="18" charset="0"/>
                            </a:rPr>
                          </m:ctrlPr>
                        </m:naryPr>
                        <m:sub/>
                        <m:sup/>
                        <m:e>
                          <m:sSup>
                            <m:sSupPr>
                              <m:ctrlPr>
                                <a:rPr lang="en-US" sz="2800" i="1">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d</m:t>
                              </m:r>
                            </m:e>
                            <m:sup>
                              <m:r>
                                <a:rPr lang="en-US" sz="2800">
                                  <a:solidFill>
                                    <a:srgbClr val="002060"/>
                                  </a:solidFill>
                                  <a:latin typeface="Cambria Math" panose="02040503050406030204" pitchFamily="18" charset="0"/>
                                </a:rPr>
                                <m:t>2</m:t>
                              </m:r>
                            </m:sup>
                          </m:sSup>
                        </m:e>
                      </m:nary>
                      <m:r>
                        <a:rPr lang="en-US" sz="2800" b="0" i="1" smtClean="0">
                          <a:solidFill>
                            <a:srgbClr val="002060"/>
                          </a:solidFill>
                          <a:latin typeface="Cambria Math" panose="02040503050406030204" pitchFamily="18" charset="0"/>
                        </a:rPr>
                        <m:t>=18</m:t>
                      </m:r>
                    </m:oMath>
                  </m:oMathPara>
                </a14:m>
                <a:endParaRPr lang="en-US" sz="2800" b="0" dirty="0">
                  <a:solidFill>
                    <a:srgbClr val="002060"/>
                  </a:solidFill>
                </a:endParaRPr>
              </a:p>
            </p:txBody>
          </p:sp>
        </mc:Choice>
        <mc:Fallback xmlns="">
          <p:sp>
            <p:nvSpPr>
              <p:cNvPr id="17" name="Rectangle 16"/>
              <p:cNvSpPr>
                <a:spLocks noRot="1" noChangeAspect="1" noMove="1" noResize="1" noEditPoints="1" noAdjustHandles="1" noChangeArrowheads="1" noChangeShapeType="1" noTextEdit="1"/>
              </p:cNvSpPr>
              <p:nvPr/>
            </p:nvSpPr>
            <p:spPr>
              <a:xfrm>
                <a:off x="5463553" y="3748972"/>
                <a:ext cx="3807769" cy="1135696"/>
              </a:xfrm>
              <a:prstGeom prst="rect">
                <a:avLst/>
              </a:prstGeom>
              <a:blipFill rotWithShape="0">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p:cNvSpPr/>
              <p:nvPr/>
            </p:nvSpPr>
            <p:spPr>
              <a:xfrm>
                <a:off x="543430" y="2316953"/>
                <a:ext cx="1562992" cy="109235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f>
                        <m:fPr>
                          <m:ctrlPr>
                            <a:rPr lang="en-US" sz="2800" i="1">
                              <a:solidFill>
                                <a:srgbClr val="C00000"/>
                              </a:solidFill>
                              <a:latin typeface="Cambria Math" panose="02040503050406030204" pitchFamily="18" charset="0"/>
                            </a:rPr>
                          </m:ctrlPr>
                        </m:fPr>
                        <m:num>
                          <m:r>
                            <a:rPr lang="en-US" sz="2800">
                              <a:solidFill>
                                <a:srgbClr val="002060"/>
                              </a:solidFill>
                              <a:latin typeface="Cambria Math" panose="02040503050406030204" pitchFamily="18" charset="0"/>
                            </a:rPr>
                            <m:t> 6</m:t>
                          </m:r>
                          <m:r>
                            <a:rPr lang="en-US" sz="2800" i="1">
                              <a:solidFill>
                                <a:srgbClr val="002060"/>
                              </a:solidFill>
                              <a:latin typeface="Cambria Math" panose="02040503050406030204" pitchFamily="18" charset="0"/>
                              <a:ea typeface="Cambria Math" panose="02040503050406030204" pitchFamily="18" charset="0"/>
                            </a:rPr>
                            <m:t>∙</m:t>
                          </m:r>
                          <m:nary>
                            <m:naryPr>
                              <m:chr m:val="∑"/>
                              <m:limLoc m:val="undOvr"/>
                              <m:subHide m:val="on"/>
                              <m:supHide m:val="on"/>
                              <m:ctrlPr>
                                <a:rPr lang="en-US" sz="2800" i="1">
                                  <a:solidFill>
                                    <a:srgbClr val="002060"/>
                                  </a:solidFill>
                                  <a:latin typeface="Cambria Math" panose="02040503050406030204" pitchFamily="18" charset="0"/>
                                </a:rPr>
                              </m:ctrlPr>
                            </m:naryPr>
                            <m:sub/>
                            <m:sup/>
                            <m:e>
                              <m:sSup>
                                <m:sSupPr>
                                  <m:ctrlPr>
                                    <a:rPr lang="en-US" sz="2800" i="1">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d</m:t>
                                  </m:r>
                                </m:e>
                                <m:sup>
                                  <m:r>
                                    <a:rPr lang="en-US" sz="2800">
                                      <a:solidFill>
                                        <a:srgbClr val="002060"/>
                                      </a:solidFill>
                                      <a:latin typeface="Cambria Math" panose="02040503050406030204" pitchFamily="18" charset="0"/>
                                    </a:rPr>
                                    <m:t>2</m:t>
                                  </m:r>
                                </m:sup>
                              </m:sSup>
                            </m:e>
                          </m:nary>
                          <m:r>
                            <a:rPr lang="en-US" sz="2800">
                              <a:solidFill>
                                <a:srgbClr val="C00000"/>
                              </a:solidFill>
                              <a:latin typeface="Cambria Math" panose="02040503050406030204" pitchFamily="18" charset="0"/>
                            </a:rPr>
                            <m:t> </m:t>
                          </m:r>
                        </m:num>
                        <m:den>
                          <m:eqArr>
                            <m:eqArrPr>
                              <m:ctrlPr>
                                <a:rPr lang="en-US" sz="2800" i="1">
                                  <a:solidFill>
                                    <a:srgbClr val="C00000"/>
                                  </a:solidFill>
                                  <a:latin typeface="Cambria Math" panose="02040503050406030204" pitchFamily="18" charset="0"/>
                                </a:rPr>
                              </m:ctrlPr>
                            </m:eqArrPr>
                            <m:e>
                              <m:r>
                                <a:rPr lang="en-US" sz="2800">
                                  <a:solidFill>
                                    <a:srgbClr val="C00000"/>
                                  </a:solidFill>
                                  <a:latin typeface="Cambria Math" panose="02040503050406030204" pitchFamily="18" charset="0"/>
                                </a:rPr>
                                <m:t>  </m:t>
                              </m:r>
                            </m:e>
                            <m:e>
                              <m:r>
                                <a:rPr lang="en-US" sz="2800" i="1">
                                  <a:solidFill>
                                    <a:srgbClr val="C00000"/>
                                  </a:solidFill>
                                  <a:latin typeface="Cambria Math" panose="02040503050406030204" pitchFamily="18" charset="0"/>
                                </a:rPr>
                                <m:t> </m:t>
                              </m:r>
                              <m:r>
                                <a:rPr lang="en-US" sz="2800" i="1">
                                  <a:solidFill>
                                    <a:srgbClr val="002060"/>
                                  </a:solidFill>
                                  <a:latin typeface="Cambria Math" panose="02040503050406030204" pitchFamily="18" charset="0"/>
                                </a:rPr>
                                <m:t> 990</m:t>
                              </m:r>
                              <m:r>
                                <a:rPr lang="en-US" sz="2800">
                                  <a:solidFill>
                                    <a:srgbClr val="002060"/>
                                  </a:solidFill>
                                  <a:latin typeface="Cambria Math" panose="02040503050406030204" pitchFamily="18" charset="0"/>
                                </a:rPr>
                                <m:t>  </m:t>
                              </m:r>
                            </m:e>
                          </m:eqArr>
                        </m:den>
                      </m:f>
                    </m:oMath>
                  </m:oMathPara>
                </a14:m>
                <a:endParaRPr lang="en-US" sz="2800" dirty="0"/>
              </a:p>
            </p:txBody>
          </p:sp>
        </mc:Choice>
        <mc:Fallback xmlns="">
          <p:sp>
            <p:nvSpPr>
              <p:cNvPr id="18" name="Rectangle 17"/>
              <p:cNvSpPr>
                <a:spLocks noRot="1" noChangeAspect="1" noMove="1" noResize="1" noEditPoints="1" noAdjustHandles="1" noChangeArrowheads="1" noChangeShapeType="1" noTextEdit="1"/>
              </p:cNvSpPr>
              <p:nvPr/>
            </p:nvSpPr>
            <p:spPr>
              <a:xfrm>
                <a:off x="543430" y="2316953"/>
                <a:ext cx="1562992" cy="1092350"/>
              </a:xfrm>
              <a:prstGeom prst="rect">
                <a:avLst/>
              </a:prstGeom>
              <a:blipFill rotWithShape="0">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p:cNvSpPr/>
              <p:nvPr/>
            </p:nvSpPr>
            <p:spPr>
              <a:xfrm>
                <a:off x="2919081" y="2583572"/>
                <a:ext cx="737702"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b="0" i="1" smtClean="0">
                          <a:solidFill>
                            <a:srgbClr val="002060"/>
                          </a:solidFill>
                          <a:latin typeface="Cambria Math" panose="02040503050406030204" pitchFamily="18" charset="0"/>
                        </a:rPr>
                        <m:t>0.6</m:t>
                      </m:r>
                    </m:oMath>
                  </m:oMathPara>
                </a14:m>
                <a:endParaRPr lang="en-US" sz="2800" dirty="0">
                  <a:solidFill>
                    <a:srgbClr val="002060"/>
                  </a:solidFill>
                </a:endParaRPr>
              </a:p>
            </p:txBody>
          </p:sp>
        </mc:Choice>
        <mc:Fallback xmlns="">
          <p:sp>
            <p:nvSpPr>
              <p:cNvPr id="19" name="Rectangle 18"/>
              <p:cNvSpPr>
                <a:spLocks noRot="1" noChangeAspect="1" noMove="1" noResize="1" noEditPoints="1" noAdjustHandles="1" noChangeArrowheads="1" noChangeShapeType="1" noTextEdit="1"/>
              </p:cNvSpPr>
              <p:nvPr/>
            </p:nvSpPr>
            <p:spPr>
              <a:xfrm>
                <a:off x="2919081" y="2583572"/>
                <a:ext cx="737702" cy="523220"/>
              </a:xfrm>
              <a:prstGeom prst="rect">
                <a:avLst/>
              </a:prstGeom>
              <a:blipFill rotWithShape="0">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p:cNvSpPr/>
              <p:nvPr/>
            </p:nvSpPr>
            <p:spPr>
              <a:xfrm>
                <a:off x="9598530" y="2554445"/>
                <a:ext cx="465192"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b="0" i="1" smtClean="0">
                          <a:solidFill>
                            <a:srgbClr val="C00000"/>
                          </a:solidFill>
                          <a:latin typeface="Cambria Math" panose="02040503050406030204" pitchFamily="18" charset="0"/>
                        </a:rPr>
                        <m:t>7</m:t>
                      </m:r>
                    </m:oMath>
                  </m:oMathPara>
                </a14:m>
                <a:endParaRPr lang="en-US" sz="2800" dirty="0"/>
              </a:p>
            </p:txBody>
          </p:sp>
        </mc:Choice>
        <mc:Fallback xmlns="">
          <p:sp>
            <p:nvSpPr>
              <p:cNvPr id="20" name="Rectangle 19"/>
              <p:cNvSpPr>
                <a:spLocks noRot="1" noChangeAspect="1" noMove="1" noResize="1" noEditPoints="1" noAdjustHandles="1" noChangeArrowheads="1" noChangeShapeType="1" noTextEdit="1"/>
              </p:cNvSpPr>
              <p:nvPr/>
            </p:nvSpPr>
            <p:spPr>
              <a:xfrm>
                <a:off x="9598530" y="2554445"/>
                <a:ext cx="465192" cy="523220"/>
              </a:xfrm>
              <a:prstGeom prst="rect">
                <a:avLst/>
              </a:prstGeom>
              <a:blipFill rotWithShape="0">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Rectangle 20"/>
              <p:cNvSpPr/>
              <p:nvPr/>
            </p:nvSpPr>
            <p:spPr>
              <a:xfrm>
                <a:off x="10679390" y="2554445"/>
                <a:ext cx="465192"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b="0" i="1" smtClean="0">
                          <a:solidFill>
                            <a:srgbClr val="C00000"/>
                          </a:solidFill>
                          <a:latin typeface="Cambria Math" panose="02040503050406030204" pitchFamily="18" charset="0"/>
                        </a:rPr>
                        <m:t>1</m:t>
                      </m:r>
                    </m:oMath>
                  </m:oMathPara>
                </a14:m>
                <a:endParaRPr lang="en-US" sz="2800" dirty="0"/>
              </a:p>
            </p:txBody>
          </p:sp>
        </mc:Choice>
        <mc:Fallback xmlns="">
          <p:sp>
            <p:nvSpPr>
              <p:cNvPr id="21" name="Rectangle 20"/>
              <p:cNvSpPr>
                <a:spLocks noRot="1" noChangeAspect="1" noMove="1" noResize="1" noEditPoints="1" noAdjustHandles="1" noChangeArrowheads="1" noChangeShapeType="1" noTextEdit="1"/>
              </p:cNvSpPr>
              <p:nvPr/>
            </p:nvSpPr>
            <p:spPr>
              <a:xfrm>
                <a:off x="10679390" y="2554445"/>
                <a:ext cx="465192" cy="523220"/>
              </a:xfrm>
              <a:prstGeom prst="rect">
                <a:avLst/>
              </a:prstGeom>
              <a:blipFill rotWithShape="0">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68622B1E-44A3-44A2-B1C1-8D969737DA50}"/>
                  </a:ext>
                </a:extLst>
              </p:cNvPr>
              <p:cNvSpPr txBox="1"/>
              <p:nvPr/>
            </p:nvSpPr>
            <p:spPr>
              <a:xfrm>
                <a:off x="8296575" y="4796331"/>
                <a:ext cx="3895425" cy="523220"/>
              </a:xfrm>
              <a:prstGeom prst="rect">
                <a:avLst/>
              </a:prstGeom>
              <a:noFill/>
            </p:spPr>
            <p:txBody>
              <a:bodyPr wrap="none" lIns="45720" tIns="45720" rIns="45720" bIns="45720" anchor="ctr" anchorCtr="1">
                <a:spAutoFit/>
              </a:bodyPr>
              <a:lstStyle/>
              <a:p>
                <a:pPr/>
                <a14:m>
                  <m:oMathPara xmlns:m="http://schemas.openxmlformats.org/officeDocument/2006/math">
                    <m:oMathParaPr>
                      <m:jc m:val="centerGroup"/>
                    </m:oMathParaPr>
                    <m:oMath xmlns:m="http://schemas.openxmlformats.org/officeDocument/2006/math">
                      <m:r>
                        <m:rPr>
                          <m:nor/>
                        </m:rPr>
                        <a:rPr lang="en-US" sz="2800" dirty="0" smtClean="0">
                          <a:solidFill>
                            <a:srgbClr val="FF0000"/>
                          </a:solidFill>
                        </a:rPr>
                        <m:t>Incorrect</m:t>
                      </m:r>
                      <m:r>
                        <m:rPr>
                          <m:nor/>
                        </m:rPr>
                        <a:rPr lang="en-US" sz="2800" dirty="0" smtClean="0">
                          <a:solidFill>
                            <a:srgbClr val="FF0000"/>
                          </a:solidFill>
                        </a:rPr>
                        <m:t> </m:t>
                      </m:r>
                      <m:r>
                        <m:rPr>
                          <m:nor/>
                        </m:rPr>
                        <a:rPr lang="en-US" sz="2800" dirty="0" smtClean="0">
                          <a:solidFill>
                            <a:srgbClr val="FF0000"/>
                          </a:solidFill>
                        </a:rPr>
                        <m:t>difference</m:t>
                      </m:r>
                      <m:r>
                        <m:rPr>
                          <m:nor/>
                        </m:rPr>
                        <a:rPr lang="en-US" sz="2800" dirty="0" smtClean="0">
                          <a:solidFill>
                            <a:srgbClr val="FF0000"/>
                          </a:solidFill>
                        </a:rPr>
                        <m:t> </m:t>
                      </m:r>
                      <m:r>
                        <m:rPr>
                          <m:sty m:val="p"/>
                        </m:rPr>
                        <a:rPr lang="en-US" sz="2800" dirty="0">
                          <a:solidFill>
                            <a:srgbClr val="FF0000"/>
                          </a:solidFill>
                          <a:latin typeface="Cambria Math" panose="02040503050406030204" pitchFamily="18" charset="0"/>
                        </a:rPr>
                        <m:t>d</m:t>
                      </m:r>
                      <m:r>
                        <a:rPr lang="en-US" sz="2800" dirty="0">
                          <a:solidFill>
                            <a:srgbClr val="FF0000"/>
                          </a:solidFill>
                          <a:latin typeface="Cambria Math" panose="02040503050406030204" pitchFamily="18" charset="0"/>
                        </a:rPr>
                        <m:t>=7</m:t>
                      </m:r>
                    </m:oMath>
                  </m:oMathPara>
                </a14:m>
                <a:endParaRPr lang="en-US" sz="2800" dirty="0">
                  <a:solidFill>
                    <a:srgbClr val="FF0000"/>
                  </a:solidFill>
                </a:endParaRPr>
              </a:p>
            </p:txBody>
          </p:sp>
        </mc:Choice>
        <mc:Fallback xmlns="">
          <p:sp>
            <p:nvSpPr>
              <p:cNvPr id="22" name="TextBox 21">
                <a:extLst>
                  <a:ext uri="{FF2B5EF4-FFF2-40B4-BE49-F238E27FC236}">
                    <a16:creationId xmlns="" xmlns:a16="http://schemas.microsoft.com/office/drawing/2014/main"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8296575" y="4796331"/>
                <a:ext cx="3895425" cy="523220"/>
              </a:xfrm>
              <a:prstGeom prst="rect">
                <a:avLst/>
              </a:prstGeom>
              <a:blipFill rotWithShape="0">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68622B1E-44A3-44A2-B1C1-8D969737DA50}"/>
                  </a:ext>
                </a:extLst>
              </p:cNvPr>
              <p:cNvSpPr txBox="1"/>
              <p:nvPr/>
            </p:nvSpPr>
            <p:spPr>
              <a:xfrm>
                <a:off x="8520995" y="5408807"/>
                <a:ext cx="3671005" cy="523220"/>
              </a:xfrm>
              <a:prstGeom prst="rect">
                <a:avLst/>
              </a:prstGeom>
              <a:noFill/>
            </p:spPr>
            <p:txBody>
              <a:bodyPr wrap="none" lIns="45720" tIns="45720" rIns="45720" bIns="45720" anchor="ctr" anchorCtr="1">
                <a:spAutoFit/>
              </a:bodyPr>
              <a:lstStyle/>
              <a:p>
                <a:pPr/>
                <a14:m>
                  <m:oMathPara xmlns:m="http://schemas.openxmlformats.org/officeDocument/2006/math">
                    <m:oMathParaPr>
                      <m:jc m:val="centerGroup"/>
                    </m:oMathParaPr>
                    <m:oMath xmlns:m="http://schemas.openxmlformats.org/officeDocument/2006/math">
                      <m:r>
                        <m:rPr>
                          <m:nor/>
                        </m:rPr>
                        <a:rPr lang="en-US" sz="2800" dirty="0" smtClean="0">
                          <a:solidFill>
                            <a:srgbClr val="FF0000"/>
                          </a:solidFill>
                        </a:rPr>
                        <m:t>Correct</m:t>
                      </m:r>
                      <m:r>
                        <m:rPr>
                          <m:nor/>
                        </m:rPr>
                        <a:rPr lang="en-US" sz="2800" dirty="0" smtClean="0">
                          <a:solidFill>
                            <a:srgbClr val="FF0000"/>
                          </a:solidFill>
                        </a:rPr>
                        <m:t> </m:t>
                      </m:r>
                      <m:r>
                        <m:rPr>
                          <m:nor/>
                        </m:rPr>
                        <a:rPr lang="en-US" sz="2800" dirty="0" smtClean="0">
                          <a:solidFill>
                            <a:srgbClr val="FF0000"/>
                          </a:solidFill>
                        </a:rPr>
                        <m:t>difference</m:t>
                      </m:r>
                      <m:r>
                        <m:rPr>
                          <m:nor/>
                        </m:rPr>
                        <a:rPr lang="en-US" sz="2800" dirty="0" smtClean="0">
                          <a:solidFill>
                            <a:srgbClr val="FF0000"/>
                          </a:solidFill>
                        </a:rPr>
                        <m:t> </m:t>
                      </m:r>
                      <m:r>
                        <m:rPr>
                          <m:sty m:val="p"/>
                        </m:rPr>
                        <a:rPr lang="en-US" sz="2800" dirty="0">
                          <a:solidFill>
                            <a:srgbClr val="FF0000"/>
                          </a:solidFill>
                          <a:latin typeface="Cambria Math" panose="02040503050406030204" pitchFamily="18" charset="0"/>
                        </a:rPr>
                        <m:t>d</m:t>
                      </m:r>
                      <m:r>
                        <a:rPr lang="en-US" sz="2800" dirty="0">
                          <a:solidFill>
                            <a:srgbClr val="FF0000"/>
                          </a:solidFill>
                          <a:latin typeface="Cambria Math" panose="02040503050406030204" pitchFamily="18" charset="0"/>
                        </a:rPr>
                        <m:t>=1</m:t>
                      </m:r>
                    </m:oMath>
                  </m:oMathPara>
                </a14:m>
                <a:endParaRPr lang="en-US" sz="2800" dirty="0">
                  <a:solidFill>
                    <a:srgbClr val="FF0000"/>
                  </a:solidFill>
                </a:endParaRPr>
              </a:p>
            </p:txBody>
          </p:sp>
        </mc:Choice>
        <mc:Fallback xmlns="">
          <p:sp>
            <p:nvSpPr>
              <p:cNvPr id="23" name="TextBox 22">
                <a:extLst>
                  <a:ext uri="{FF2B5EF4-FFF2-40B4-BE49-F238E27FC236}">
                    <a16:creationId xmlns="" xmlns:a16="http://schemas.microsoft.com/office/drawing/2014/main"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8520995" y="5408807"/>
                <a:ext cx="3671005" cy="523220"/>
              </a:xfrm>
              <a:prstGeom prst="rect">
                <a:avLst/>
              </a:prstGeom>
              <a:blipFill rotWithShape="0">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Rectangle 23"/>
              <p:cNvSpPr/>
              <p:nvPr/>
            </p:nvSpPr>
            <p:spPr>
              <a:xfrm>
                <a:off x="3080310" y="4003209"/>
                <a:ext cx="862737"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b="0" i="0" smtClean="0">
                          <a:solidFill>
                            <a:srgbClr val="FF0000"/>
                          </a:solidFill>
                          <a:latin typeface="Cambria Math" panose="02040503050406030204" pitchFamily="18" charset="0"/>
                        </a:rPr>
                        <m:t>990</m:t>
                      </m:r>
                    </m:oMath>
                  </m:oMathPara>
                </a14:m>
                <a:endParaRPr lang="en-US" sz="2800" dirty="0">
                  <a:solidFill>
                    <a:srgbClr val="FF0000"/>
                  </a:solidFill>
                </a:endParaRPr>
              </a:p>
            </p:txBody>
          </p:sp>
        </mc:Choice>
        <mc:Fallback xmlns="">
          <p:sp>
            <p:nvSpPr>
              <p:cNvPr id="24" name="Rectangle 23"/>
              <p:cNvSpPr>
                <a:spLocks noRot="1" noChangeAspect="1" noMove="1" noResize="1" noEditPoints="1" noAdjustHandles="1" noChangeArrowheads="1" noChangeShapeType="1" noTextEdit="1"/>
              </p:cNvSpPr>
              <p:nvPr/>
            </p:nvSpPr>
            <p:spPr>
              <a:xfrm>
                <a:off x="3080310" y="4003209"/>
                <a:ext cx="862737" cy="523220"/>
              </a:xfrm>
              <a:prstGeom prst="rect">
                <a:avLst/>
              </a:prstGeom>
              <a:blipFill rotWithShape="0">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Rectangle 25"/>
              <p:cNvSpPr/>
              <p:nvPr/>
            </p:nvSpPr>
            <p:spPr>
              <a:xfrm>
                <a:off x="2534702" y="5731529"/>
                <a:ext cx="465192"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b="0" i="0" smtClean="0">
                          <a:solidFill>
                            <a:srgbClr val="FF0000"/>
                          </a:solidFill>
                          <a:latin typeface="Cambria Math" panose="02040503050406030204" pitchFamily="18" charset="0"/>
                        </a:rPr>
                        <m:t>6</m:t>
                      </m:r>
                    </m:oMath>
                  </m:oMathPara>
                </a14:m>
                <a:endParaRPr lang="en-US" sz="2800" dirty="0">
                  <a:solidFill>
                    <a:srgbClr val="FF0000"/>
                  </a:solidFill>
                </a:endParaRPr>
              </a:p>
            </p:txBody>
          </p:sp>
        </mc:Choice>
        <mc:Fallback xmlns="">
          <p:sp>
            <p:nvSpPr>
              <p:cNvPr id="26" name="Rectangle 25"/>
              <p:cNvSpPr>
                <a:spLocks noRot="1" noChangeAspect="1" noMove="1" noResize="1" noEditPoints="1" noAdjustHandles="1" noChangeArrowheads="1" noChangeShapeType="1" noTextEdit="1"/>
              </p:cNvSpPr>
              <p:nvPr/>
            </p:nvSpPr>
            <p:spPr>
              <a:xfrm>
                <a:off x="2534702" y="5731529"/>
                <a:ext cx="465192" cy="523220"/>
              </a:xfrm>
              <a:prstGeom prst="rect">
                <a:avLst/>
              </a:prstGeom>
              <a:blipFill rotWithShape="0">
                <a:blip r:embed="rId1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332788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animBg="1"/>
      <p:bldP spid="11" grpId="0"/>
      <p:bldP spid="16" grpId="0"/>
      <p:bldP spid="17" grpId="0"/>
      <p:bldP spid="18" grpId="0"/>
      <p:bldP spid="19" grpId="0"/>
      <p:bldP spid="20" grpId="0"/>
      <p:bldP spid="21" grpId="0"/>
      <p:bldP spid="22" grpId="0"/>
      <p:bldP spid="23" grpId="0"/>
      <p:bldP spid="24" grpId="0"/>
      <p:bldP spid="26"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2 ⇝ Example 5(</a:t>
            </a:r>
            <a:r>
              <a:rPr lang="en-GB" dirty="0">
                <a:solidFill>
                  <a:srgbClr val="FF0000"/>
                </a:solidFill>
              </a:rPr>
              <a:t>Continue</a:t>
            </a:r>
            <a:r>
              <a:rPr lang="en-GB" dirty="0"/>
              <a:t>)</a:t>
            </a:r>
            <a:endParaRPr lang="en-US" dirty="0"/>
          </a:p>
        </p:txBody>
      </p:sp>
      <mc:AlternateContent xmlns:mc="http://schemas.openxmlformats.org/markup-compatibility/2006" xmlns:a14="http://schemas.microsoft.com/office/drawing/2010/main">
        <mc:Choice Requires="a14">
          <p:sp>
            <p:nvSpPr>
              <p:cNvPr id="12" name="Rectangle 11"/>
              <p:cNvSpPr/>
              <p:nvPr/>
            </p:nvSpPr>
            <p:spPr>
              <a:xfrm>
                <a:off x="137270" y="862943"/>
                <a:ext cx="5166735" cy="1153264"/>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b="0" i="1" dirty="0" smtClean="0">
                          <a:solidFill>
                            <a:srgbClr val="002060"/>
                          </a:solidFill>
                          <a:latin typeface="Cambria Math" panose="02040503050406030204" pitchFamily="18" charset="0"/>
                          <a:ea typeface="Cambria Math" panose="02040503050406030204" pitchFamily="18" charset="0"/>
                        </a:rPr>
                        <m:t>∴</m:t>
                      </m:r>
                      <m:r>
                        <m:rPr>
                          <m:nor/>
                        </m:rPr>
                        <a:rPr lang="en-US" sz="2800" b="0" i="0" dirty="0" smtClean="0">
                          <a:solidFill>
                            <a:srgbClr val="002060"/>
                          </a:solidFill>
                          <a:ea typeface="Cambria Math" panose="02040503050406030204" pitchFamily="18" charset="0"/>
                        </a:rPr>
                        <m:t>corrected</m:t>
                      </m:r>
                      <m:r>
                        <m:rPr>
                          <m:nor/>
                        </m:rPr>
                        <a:rPr lang="en-US" sz="2800" b="0" i="0" dirty="0" smtClean="0">
                          <a:solidFill>
                            <a:srgbClr val="002060"/>
                          </a:solidFill>
                          <a:ea typeface="Cambria Math" panose="02040503050406030204" pitchFamily="18" charset="0"/>
                        </a:rPr>
                        <m:t> </m:t>
                      </m:r>
                      <m:r>
                        <m:rPr>
                          <m:sty m:val="p"/>
                        </m:rPr>
                        <a:rPr lang="en-US" sz="2800">
                          <a:solidFill>
                            <a:srgbClr val="002060"/>
                          </a:solidFill>
                          <a:latin typeface="Cambria Math" panose="02040503050406030204" pitchFamily="18" charset="0"/>
                        </a:rPr>
                        <m:t>ρ</m:t>
                      </m:r>
                      <m:r>
                        <a:rPr lang="en-US" sz="2800">
                          <a:solidFill>
                            <a:srgbClr val="002060"/>
                          </a:solidFill>
                          <a:latin typeface="Cambria Math" panose="02040503050406030204" pitchFamily="18" charset="0"/>
                        </a:rPr>
                        <m:t>=1−</m:t>
                      </m:r>
                      <m:f>
                        <m:fPr>
                          <m:ctrlPr>
                            <a:rPr lang="en-US" sz="2800" i="1">
                              <a:solidFill>
                                <a:srgbClr val="C00000"/>
                              </a:solidFill>
                              <a:latin typeface="Cambria Math" panose="02040503050406030204" pitchFamily="18" charset="0"/>
                            </a:rPr>
                          </m:ctrlPr>
                        </m:fPr>
                        <m:num>
                          <m:r>
                            <a:rPr lang="en-US" sz="2800">
                              <a:solidFill>
                                <a:srgbClr val="002060"/>
                              </a:solidFill>
                              <a:latin typeface="Cambria Math" panose="02040503050406030204" pitchFamily="18" charset="0"/>
                            </a:rPr>
                            <m:t> 6</m:t>
                          </m:r>
                          <m:r>
                            <a:rPr lang="en-US" sz="2800" i="1">
                              <a:solidFill>
                                <a:srgbClr val="002060"/>
                              </a:solidFill>
                              <a:latin typeface="Cambria Math" panose="02040503050406030204" pitchFamily="18" charset="0"/>
                              <a:ea typeface="Cambria Math" panose="02040503050406030204" pitchFamily="18" charset="0"/>
                            </a:rPr>
                            <m:t>∙</m:t>
                          </m:r>
                          <m:nary>
                            <m:naryPr>
                              <m:chr m:val="∑"/>
                              <m:limLoc m:val="undOvr"/>
                              <m:subHide m:val="on"/>
                              <m:supHide m:val="on"/>
                              <m:ctrlPr>
                                <a:rPr lang="en-US" sz="2800" i="1">
                                  <a:solidFill>
                                    <a:srgbClr val="002060"/>
                                  </a:solidFill>
                                  <a:latin typeface="Cambria Math" panose="02040503050406030204" pitchFamily="18" charset="0"/>
                                </a:rPr>
                              </m:ctrlPr>
                            </m:naryPr>
                            <m:sub/>
                            <m:sup/>
                            <m:e>
                              <m:sSup>
                                <m:sSupPr>
                                  <m:ctrlPr>
                                    <a:rPr lang="en-US" sz="2800" b="0" i="1" smtClean="0">
                                      <a:solidFill>
                                        <a:srgbClr val="002060"/>
                                      </a:solidFill>
                                      <a:latin typeface="Cambria Math" panose="02040503050406030204" pitchFamily="18" charset="0"/>
                                    </a:rPr>
                                  </m:ctrlPr>
                                </m:sSupPr>
                                <m:e>
                                  <m:r>
                                    <m:rPr>
                                      <m:sty m:val="p"/>
                                    </m:rPr>
                                    <a:rPr lang="en-US" sz="2800" b="0" i="0" smtClean="0">
                                      <a:solidFill>
                                        <a:srgbClr val="002060"/>
                                      </a:solidFill>
                                      <a:latin typeface="Cambria Math" panose="02040503050406030204" pitchFamily="18" charset="0"/>
                                    </a:rPr>
                                    <m:t>d</m:t>
                                  </m:r>
                                </m:e>
                                <m:sup>
                                  <m:r>
                                    <a:rPr lang="en-US" sz="2800" b="0" i="0" smtClean="0">
                                      <a:solidFill>
                                        <a:srgbClr val="002060"/>
                                      </a:solidFill>
                                      <a:latin typeface="Cambria Math" panose="02040503050406030204" pitchFamily="18" charset="0"/>
                                    </a:rPr>
                                    <m:t>2</m:t>
                                  </m:r>
                                </m:sup>
                              </m:sSup>
                            </m:e>
                          </m:nary>
                          <m:r>
                            <a:rPr lang="en-US" sz="2800">
                              <a:solidFill>
                                <a:srgbClr val="C00000"/>
                              </a:solidFill>
                              <a:latin typeface="Cambria Math" panose="02040503050406030204" pitchFamily="18" charset="0"/>
                            </a:rPr>
                            <m:t> </m:t>
                          </m:r>
                        </m:num>
                        <m:den>
                          <m:eqArr>
                            <m:eqArrPr>
                              <m:ctrlPr>
                                <a:rPr lang="en-US" sz="2800" i="1">
                                  <a:solidFill>
                                    <a:srgbClr val="C00000"/>
                                  </a:solidFill>
                                  <a:latin typeface="Cambria Math" panose="02040503050406030204" pitchFamily="18" charset="0"/>
                                </a:rPr>
                              </m:ctrlPr>
                            </m:eqArrPr>
                            <m:e>
                              <m:r>
                                <a:rPr lang="en-US" sz="2800">
                                  <a:solidFill>
                                    <a:srgbClr val="C00000"/>
                                  </a:solidFill>
                                  <a:latin typeface="Cambria Math" panose="02040503050406030204" pitchFamily="18" charset="0"/>
                                </a:rPr>
                                <m:t>  </m:t>
                              </m:r>
                            </m:e>
                            <m:e>
                              <m:r>
                                <a:rPr lang="en-US" sz="2800" i="1">
                                  <a:solidFill>
                                    <a:srgbClr val="C00000"/>
                                  </a:solidFill>
                                  <a:latin typeface="Cambria Math" panose="02040503050406030204" pitchFamily="18" charset="0"/>
                                </a:rPr>
                                <m:t>  </m:t>
                              </m:r>
                              <m:r>
                                <m:rPr>
                                  <m:sty m:val="p"/>
                                </m:rPr>
                                <a:rPr lang="en-US" sz="2800">
                                  <a:solidFill>
                                    <a:srgbClr val="002060"/>
                                  </a:solidFill>
                                  <a:latin typeface="Cambria Math" panose="02040503050406030204" pitchFamily="18" charset="0"/>
                                </a:rPr>
                                <m:t>n</m:t>
                              </m:r>
                              <m:r>
                                <a:rPr lang="en-US" sz="2800">
                                  <a:solidFill>
                                    <a:srgbClr val="002060"/>
                                  </a:solidFill>
                                  <a:latin typeface="Cambria Math" panose="02040503050406030204" pitchFamily="18" charset="0"/>
                                </a:rPr>
                                <m:t> </m:t>
                              </m:r>
                              <m:d>
                                <m:dPr>
                                  <m:ctrlPr>
                                    <a:rPr lang="en-US" sz="2800" i="1">
                                      <a:solidFill>
                                        <a:srgbClr val="002060"/>
                                      </a:solidFill>
                                      <a:latin typeface="Cambria Math" panose="02040503050406030204" pitchFamily="18" charset="0"/>
                                    </a:rPr>
                                  </m:ctrlPr>
                                </m:dPr>
                                <m:e>
                                  <m:sSup>
                                    <m:sSupPr>
                                      <m:ctrlPr>
                                        <a:rPr lang="en-US" sz="2800" i="1">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n</m:t>
                                      </m:r>
                                    </m:e>
                                    <m:sup>
                                      <m:r>
                                        <a:rPr lang="en-US" sz="2800">
                                          <a:solidFill>
                                            <a:srgbClr val="002060"/>
                                          </a:solidFill>
                                          <a:latin typeface="Cambria Math" panose="02040503050406030204" pitchFamily="18" charset="0"/>
                                        </a:rPr>
                                        <m:t>2</m:t>
                                      </m:r>
                                    </m:sup>
                                  </m:sSup>
                                  <m:r>
                                    <a:rPr lang="en-US" sz="2800">
                                      <a:solidFill>
                                        <a:srgbClr val="002060"/>
                                      </a:solidFill>
                                      <a:latin typeface="Cambria Math" panose="02040503050406030204" pitchFamily="18" charset="0"/>
                                    </a:rPr>
                                    <m:t>−1</m:t>
                                  </m:r>
                                </m:e>
                              </m:d>
                              <m:r>
                                <a:rPr lang="en-US" sz="2800">
                                  <a:solidFill>
                                    <a:srgbClr val="C00000"/>
                                  </a:solidFill>
                                  <a:latin typeface="Cambria Math" panose="02040503050406030204" pitchFamily="18" charset="0"/>
                                </a:rPr>
                                <m:t>  </m:t>
                              </m:r>
                            </m:e>
                          </m:eqArr>
                        </m:den>
                      </m:f>
                    </m:oMath>
                  </m:oMathPara>
                </a14:m>
                <a:endParaRPr lang="en-US" sz="2800" dirty="0"/>
              </a:p>
            </p:txBody>
          </p:sp>
        </mc:Choice>
        <mc:Fallback xmlns="">
          <p:sp>
            <p:nvSpPr>
              <p:cNvPr id="12" name="Rectangle 11"/>
              <p:cNvSpPr>
                <a:spLocks noRot="1" noChangeAspect="1" noMove="1" noResize="1" noEditPoints="1" noAdjustHandles="1" noChangeArrowheads="1" noChangeShapeType="1" noTextEdit="1"/>
              </p:cNvSpPr>
              <p:nvPr/>
            </p:nvSpPr>
            <p:spPr>
              <a:xfrm>
                <a:off x="137270" y="862943"/>
                <a:ext cx="5166735" cy="1153264"/>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137270" y="2626732"/>
                <a:ext cx="5561074" cy="1098121"/>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b="0" i="1" dirty="0" smtClean="0">
                          <a:solidFill>
                            <a:srgbClr val="002060"/>
                          </a:solidFill>
                          <a:latin typeface="Cambria Math" panose="02040503050406030204" pitchFamily="18" charset="0"/>
                          <a:ea typeface="Cambria Math" panose="02040503050406030204" pitchFamily="18" charset="0"/>
                        </a:rPr>
                        <m:t>∴</m:t>
                      </m:r>
                      <m:r>
                        <m:rPr>
                          <m:nor/>
                        </m:rPr>
                        <a:rPr lang="en-US" sz="2800" b="0" i="0" dirty="0" smtClean="0">
                          <a:solidFill>
                            <a:srgbClr val="002060"/>
                          </a:solidFill>
                          <a:ea typeface="Cambria Math" panose="02040503050406030204" pitchFamily="18" charset="0"/>
                        </a:rPr>
                        <m:t>corrected</m:t>
                      </m:r>
                      <m:r>
                        <m:rPr>
                          <m:nor/>
                        </m:rPr>
                        <a:rPr lang="en-US" sz="2800" b="0" i="0" dirty="0" smtClean="0">
                          <a:solidFill>
                            <a:srgbClr val="002060"/>
                          </a:solidFill>
                          <a:ea typeface="Cambria Math" panose="02040503050406030204" pitchFamily="18" charset="0"/>
                        </a:rPr>
                        <m:t> </m:t>
                      </m:r>
                      <m:r>
                        <m:rPr>
                          <m:sty m:val="p"/>
                        </m:rPr>
                        <a:rPr lang="en-US" sz="2800">
                          <a:solidFill>
                            <a:srgbClr val="002060"/>
                          </a:solidFill>
                          <a:latin typeface="Cambria Math" panose="02040503050406030204" pitchFamily="18" charset="0"/>
                        </a:rPr>
                        <m:t>ρ</m:t>
                      </m:r>
                      <m:r>
                        <a:rPr lang="en-US" sz="2800">
                          <a:solidFill>
                            <a:srgbClr val="002060"/>
                          </a:solidFill>
                          <a:latin typeface="Cambria Math" panose="02040503050406030204" pitchFamily="18" charset="0"/>
                        </a:rPr>
                        <m:t>=1−</m:t>
                      </m:r>
                      <m:f>
                        <m:fPr>
                          <m:ctrlPr>
                            <a:rPr lang="en-US" sz="2800" i="1">
                              <a:solidFill>
                                <a:srgbClr val="C00000"/>
                              </a:solidFill>
                              <a:latin typeface="Cambria Math" panose="02040503050406030204" pitchFamily="18" charset="0"/>
                            </a:rPr>
                          </m:ctrlPr>
                        </m:fPr>
                        <m:num>
                          <m:r>
                            <a:rPr lang="en-US" sz="2800">
                              <a:solidFill>
                                <a:srgbClr val="002060"/>
                              </a:solidFill>
                              <a:latin typeface="Cambria Math" panose="02040503050406030204" pitchFamily="18" charset="0"/>
                            </a:rPr>
                            <m:t> 6</m:t>
                          </m:r>
                          <m:r>
                            <a:rPr lang="en-US" sz="2800" i="1">
                              <a:solidFill>
                                <a:srgbClr val="002060"/>
                              </a:solidFill>
                              <a:latin typeface="Cambria Math" panose="02040503050406030204" pitchFamily="18" charset="0"/>
                              <a:ea typeface="Cambria Math" panose="02040503050406030204" pitchFamily="18" charset="0"/>
                            </a:rPr>
                            <m:t>∙</m:t>
                          </m:r>
                          <m:r>
                            <a:rPr lang="en-US" sz="2800" i="1" smtClean="0">
                              <a:solidFill>
                                <a:schemeClr val="bg1"/>
                              </a:solidFill>
                              <a:latin typeface="Cambria Math" panose="02040503050406030204" pitchFamily="18" charset="0"/>
                            </a:rPr>
                            <m:t>1</m:t>
                          </m:r>
                          <m:r>
                            <a:rPr lang="en-US" sz="2800" b="0" i="1" smtClean="0">
                              <a:solidFill>
                                <a:schemeClr val="bg1"/>
                              </a:solidFill>
                              <a:latin typeface="Cambria Math" panose="02040503050406030204" pitchFamily="18" charset="0"/>
                            </a:rPr>
                            <m:t>8</m:t>
                          </m:r>
                          <m:r>
                            <a:rPr lang="en-US" sz="2800">
                              <a:solidFill>
                                <a:srgbClr val="C00000"/>
                              </a:solidFill>
                              <a:latin typeface="Cambria Math" panose="02040503050406030204" pitchFamily="18" charset="0"/>
                            </a:rPr>
                            <m:t> </m:t>
                          </m:r>
                        </m:num>
                        <m:den>
                          <m:eqArr>
                            <m:eqArrPr>
                              <m:ctrlPr>
                                <a:rPr lang="en-US" sz="2800" i="1">
                                  <a:solidFill>
                                    <a:srgbClr val="C00000"/>
                                  </a:solidFill>
                                  <a:latin typeface="Cambria Math" panose="02040503050406030204" pitchFamily="18" charset="0"/>
                                </a:rPr>
                              </m:ctrlPr>
                            </m:eqArrPr>
                            <m:e>
                              <m:r>
                                <a:rPr lang="en-US" sz="2800">
                                  <a:solidFill>
                                    <a:srgbClr val="C00000"/>
                                  </a:solidFill>
                                  <a:latin typeface="Cambria Math" panose="02040503050406030204" pitchFamily="18" charset="0"/>
                                </a:rPr>
                                <m:t>  </m:t>
                              </m:r>
                            </m:e>
                            <m:e>
                              <m:r>
                                <a:rPr lang="en-US" sz="2800" i="1">
                                  <a:solidFill>
                                    <a:srgbClr val="C00000"/>
                                  </a:solidFill>
                                  <a:latin typeface="Cambria Math" panose="02040503050406030204" pitchFamily="18" charset="0"/>
                                </a:rPr>
                                <m:t>  </m:t>
                              </m:r>
                              <m:r>
                                <a:rPr lang="en-US" sz="2800" b="0" i="0" smtClean="0">
                                  <a:solidFill>
                                    <a:schemeClr val="bg1"/>
                                  </a:solidFill>
                                  <a:latin typeface="Cambria Math" panose="02040503050406030204" pitchFamily="18" charset="0"/>
                                </a:rPr>
                                <m:t>10</m:t>
                              </m:r>
                              <m:r>
                                <a:rPr lang="en-US" sz="2800">
                                  <a:solidFill>
                                    <a:srgbClr val="002060"/>
                                  </a:solidFill>
                                  <a:latin typeface="Cambria Math" panose="02040503050406030204" pitchFamily="18" charset="0"/>
                                </a:rPr>
                                <m:t> </m:t>
                              </m:r>
                              <m:d>
                                <m:dPr>
                                  <m:ctrlPr>
                                    <a:rPr lang="en-US" sz="2800" i="1">
                                      <a:solidFill>
                                        <a:srgbClr val="002060"/>
                                      </a:solidFill>
                                      <a:latin typeface="Cambria Math" panose="02040503050406030204" pitchFamily="18" charset="0"/>
                                    </a:rPr>
                                  </m:ctrlPr>
                                </m:dPr>
                                <m:e>
                                  <m:sSup>
                                    <m:sSupPr>
                                      <m:ctrlPr>
                                        <a:rPr lang="en-US" sz="2800" i="1">
                                          <a:solidFill>
                                            <a:srgbClr val="002060"/>
                                          </a:solidFill>
                                          <a:latin typeface="Cambria Math" panose="02040503050406030204" pitchFamily="18" charset="0"/>
                                        </a:rPr>
                                      </m:ctrlPr>
                                    </m:sSupPr>
                                    <m:e>
                                      <m:r>
                                        <a:rPr lang="en-US" sz="2800" b="0" i="0" smtClean="0">
                                          <a:solidFill>
                                            <a:schemeClr val="bg1"/>
                                          </a:solidFill>
                                          <a:latin typeface="Cambria Math" panose="02040503050406030204" pitchFamily="18" charset="0"/>
                                        </a:rPr>
                                        <m:t>10</m:t>
                                      </m:r>
                                    </m:e>
                                    <m:sup>
                                      <m:r>
                                        <a:rPr lang="en-US" sz="2800">
                                          <a:solidFill>
                                            <a:srgbClr val="002060"/>
                                          </a:solidFill>
                                          <a:latin typeface="Cambria Math" panose="02040503050406030204" pitchFamily="18" charset="0"/>
                                        </a:rPr>
                                        <m:t>2</m:t>
                                      </m:r>
                                    </m:sup>
                                  </m:sSup>
                                  <m:r>
                                    <a:rPr lang="en-US" sz="2800">
                                      <a:solidFill>
                                        <a:srgbClr val="002060"/>
                                      </a:solidFill>
                                      <a:latin typeface="Cambria Math" panose="02040503050406030204" pitchFamily="18" charset="0"/>
                                    </a:rPr>
                                    <m:t>−1</m:t>
                                  </m:r>
                                </m:e>
                              </m:d>
                              <m:r>
                                <a:rPr lang="en-US" sz="2800">
                                  <a:solidFill>
                                    <a:srgbClr val="C00000"/>
                                  </a:solidFill>
                                  <a:latin typeface="Cambria Math" panose="02040503050406030204" pitchFamily="18" charset="0"/>
                                </a:rPr>
                                <m:t>  </m:t>
                              </m:r>
                            </m:e>
                          </m:eqArr>
                        </m:den>
                      </m:f>
                    </m:oMath>
                  </m:oMathPara>
                </a14:m>
                <a:endParaRPr lang="en-US" sz="2800" dirty="0"/>
              </a:p>
            </p:txBody>
          </p:sp>
        </mc:Choice>
        <mc:Fallback xmlns="">
          <p:sp>
            <p:nvSpPr>
              <p:cNvPr id="7" name="Rectangle 6"/>
              <p:cNvSpPr>
                <a:spLocks noRot="1" noChangeAspect="1" noMove="1" noResize="1" noEditPoints="1" noAdjustHandles="1" noChangeArrowheads="1" noChangeShapeType="1" noTextEdit="1"/>
              </p:cNvSpPr>
              <p:nvPr/>
            </p:nvSpPr>
            <p:spPr>
              <a:xfrm>
                <a:off x="137270" y="2626732"/>
                <a:ext cx="5561074" cy="1098121"/>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137270" y="4335378"/>
                <a:ext cx="3723648"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b="0" i="1" dirty="0" smtClean="0">
                          <a:solidFill>
                            <a:srgbClr val="002060"/>
                          </a:solidFill>
                          <a:latin typeface="Cambria Math" panose="02040503050406030204" pitchFamily="18" charset="0"/>
                          <a:ea typeface="Cambria Math" panose="02040503050406030204" pitchFamily="18" charset="0"/>
                        </a:rPr>
                        <m:t>∴</m:t>
                      </m:r>
                      <m:r>
                        <m:rPr>
                          <m:nor/>
                        </m:rPr>
                        <a:rPr lang="en-US" sz="2800" b="0" i="0" dirty="0" smtClean="0">
                          <a:solidFill>
                            <a:srgbClr val="002060"/>
                          </a:solidFill>
                          <a:ea typeface="Cambria Math" panose="02040503050406030204" pitchFamily="18" charset="0"/>
                        </a:rPr>
                        <m:t>corrected</m:t>
                      </m:r>
                      <m:r>
                        <m:rPr>
                          <m:nor/>
                        </m:rPr>
                        <a:rPr lang="en-US" sz="2800" b="0" i="0" dirty="0" smtClean="0">
                          <a:solidFill>
                            <a:srgbClr val="002060"/>
                          </a:solidFill>
                          <a:ea typeface="Cambria Math" panose="02040503050406030204" pitchFamily="18" charset="0"/>
                        </a:rPr>
                        <m:t> </m:t>
                      </m:r>
                      <m:r>
                        <m:rPr>
                          <m:sty m:val="p"/>
                        </m:rPr>
                        <a:rPr lang="en-US" sz="2800">
                          <a:solidFill>
                            <a:srgbClr val="002060"/>
                          </a:solidFill>
                          <a:latin typeface="Cambria Math" panose="02040503050406030204" pitchFamily="18" charset="0"/>
                        </a:rPr>
                        <m:t>ρ</m:t>
                      </m:r>
                      <m:r>
                        <a:rPr lang="en-US" sz="2800">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0.8909</m:t>
                      </m:r>
                    </m:oMath>
                  </m:oMathPara>
                </a14:m>
                <a:endParaRPr lang="en-US" sz="2800" dirty="0"/>
              </a:p>
            </p:txBody>
          </p:sp>
        </mc:Choice>
        <mc:Fallback xmlns="">
          <p:sp>
            <p:nvSpPr>
              <p:cNvPr id="8" name="Rectangle 7"/>
              <p:cNvSpPr>
                <a:spLocks noRot="1" noChangeAspect="1" noMove="1" noResize="1" noEditPoints="1" noAdjustHandles="1" noChangeArrowheads="1" noChangeShapeType="1" noTextEdit="1"/>
              </p:cNvSpPr>
              <p:nvPr/>
            </p:nvSpPr>
            <p:spPr>
              <a:xfrm>
                <a:off x="137270" y="4335378"/>
                <a:ext cx="3723648" cy="52322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137270" y="5469123"/>
                <a:ext cx="8770414" cy="523220"/>
              </a:xfrm>
              <a:prstGeom prst="rect">
                <a:avLst/>
              </a:prstGeom>
              <a:ln>
                <a:solidFill>
                  <a:srgbClr val="FF0000"/>
                </a:solidFill>
              </a:ln>
            </p:spPr>
            <p:style>
              <a:lnRef idx="2">
                <a:schemeClr val="accent2"/>
              </a:lnRef>
              <a:fillRef idx="1">
                <a:schemeClr val="lt1"/>
              </a:fillRef>
              <a:effectRef idx="0">
                <a:schemeClr val="accent2"/>
              </a:effectRef>
              <a:fontRef idx="minor">
                <a:schemeClr val="dk1"/>
              </a:fontRef>
            </p:style>
            <p:txBody>
              <a:bodyPr wrap="none">
                <a:spAutoFit/>
              </a:bodyPr>
              <a:lstStyle/>
              <a:p>
                <a:pPr/>
                <a14:m>
                  <m:oMathPara xmlns:m="http://schemas.openxmlformats.org/officeDocument/2006/math">
                    <m:oMathParaPr>
                      <m:jc m:val="left"/>
                    </m:oMathParaPr>
                    <m:oMath xmlns:m="http://schemas.openxmlformats.org/officeDocument/2006/math">
                      <m:r>
                        <a:rPr lang="en-US" sz="2800" b="1" i="1" smtClean="0">
                          <a:solidFill>
                            <a:srgbClr val="7030A0"/>
                          </a:solidFill>
                          <a:latin typeface="Cambria Math" panose="02040503050406030204" pitchFamily="18" charset="0"/>
                          <a:ea typeface="Cambria Math" panose="02040503050406030204" pitchFamily="18" charset="0"/>
                        </a:rPr>
                        <m:t>∴</m:t>
                      </m:r>
                      <m:r>
                        <m:rPr>
                          <m:nor/>
                        </m:rPr>
                        <a:rPr lang="en-US" sz="2800" b="1" i="0" dirty="0" smtClean="0">
                          <a:solidFill>
                            <a:srgbClr val="7030A0"/>
                          </a:solidFill>
                        </a:rPr>
                        <m:t>The</m:t>
                      </m:r>
                      <m:r>
                        <m:rPr>
                          <m:nor/>
                        </m:rPr>
                        <a:rPr lang="en-US" sz="2800" b="1" dirty="0">
                          <a:solidFill>
                            <a:srgbClr val="7030A0"/>
                          </a:solidFill>
                        </a:rPr>
                        <m:t> </m:t>
                      </m:r>
                      <m:r>
                        <m:rPr>
                          <m:nor/>
                        </m:rPr>
                        <a:rPr lang="en-US" sz="2800" b="1" i="0" dirty="0" smtClean="0">
                          <a:solidFill>
                            <a:srgbClr val="7030A0"/>
                          </a:solidFill>
                        </a:rPr>
                        <m:t>corrected</m:t>
                      </m:r>
                      <m:r>
                        <m:rPr>
                          <m:nor/>
                        </m:rPr>
                        <a:rPr lang="en-US" sz="2800" b="1" i="0" dirty="0" smtClean="0">
                          <a:solidFill>
                            <a:srgbClr val="7030A0"/>
                          </a:solidFill>
                        </a:rPr>
                        <m:t> </m:t>
                      </m:r>
                      <m:r>
                        <m:rPr>
                          <m:nor/>
                        </m:rPr>
                        <a:rPr lang="en-US" sz="2800" b="1" dirty="0">
                          <a:solidFill>
                            <a:srgbClr val="7030A0"/>
                          </a:solidFill>
                        </a:rPr>
                        <m:t>coefficient</m:t>
                      </m:r>
                      <m:r>
                        <m:rPr>
                          <m:nor/>
                        </m:rPr>
                        <a:rPr lang="en-US" sz="2800" b="1" dirty="0">
                          <a:solidFill>
                            <a:srgbClr val="7030A0"/>
                          </a:solidFill>
                        </a:rPr>
                        <m:t> </m:t>
                      </m:r>
                      <m:r>
                        <m:rPr>
                          <m:nor/>
                        </m:rPr>
                        <a:rPr lang="en-US" sz="2800" b="1" dirty="0">
                          <a:solidFill>
                            <a:srgbClr val="7030A0"/>
                          </a:solidFill>
                        </a:rPr>
                        <m:t>of</m:t>
                      </m:r>
                      <m:r>
                        <m:rPr>
                          <m:nor/>
                        </m:rPr>
                        <a:rPr lang="en-US" sz="2800" b="1" dirty="0">
                          <a:solidFill>
                            <a:srgbClr val="7030A0"/>
                          </a:solidFill>
                        </a:rPr>
                        <m:t> </m:t>
                      </m:r>
                      <m:r>
                        <m:rPr>
                          <m:nor/>
                        </m:rPr>
                        <a:rPr lang="en-US" sz="2800" b="1" i="0" dirty="0" smtClean="0">
                          <a:solidFill>
                            <a:srgbClr val="7030A0"/>
                          </a:solidFill>
                        </a:rPr>
                        <m:t>rank</m:t>
                      </m:r>
                      <m:r>
                        <m:rPr>
                          <m:nor/>
                        </m:rPr>
                        <a:rPr lang="en-US" sz="2800" b="1" i="0" dirty="0" smtClean="0">
                          <a:solidFill>
                            <a:srgbClr val="7030A0"/>
                          </a:solidFill>
                        </a:rPr>
                        <m:t> </m:t>
                      </m:r>
                      <m:r>
                        <m:rPr>
                          <m:nor/>
                        </m:rPr>
                        <a:rPr lang="en-US" sz="2800" b="1" dirty="0">
                          <a:solidFill>
                            <a:srgbClr val="7030A0"/>
                          </a:solidFill>
                        </a:rPr>
                        <m:t>correlation</m:t>
                      </m:r>
                      <m:r>
                        <m:rPr>
                          <m:nor/>
                        </m:rPr>
                        <a:rPr lang="en-US" sz="2800" b="1" i="0" dirty="0" smtClean="0">
                          <a:solidFill>
                            <a:srgbClr val="7030A0"/>
                          </a:solidFill>
                        </a:rPr>
                        <m:t> </m:t>
                      </m:r>
                      <m:r>
                        <a:rPr lang="en-US" sz="2800" b="1" i="1" dirty="0" smtClean="0">
                          <a:solidFill>
                            <a:srgbClr val="7030A0"/>
                          </a:solidFill>
                          <a:latin typeface="Cambria Math" panose="02040503050406030204" pitchFamily="18" charset="0"/>
                        </a:rPr>
                        <m:t>= </m:t>
                      </m:r>
                      <m:r>
                        <a:rPr lang="en-US" sz="2800" b="1" i="1" dirty="0" smtClean="0">
                          <a:solidFill>
                            <a:srgbClr val="7030A0"/>
                          </a:solidFill>
                          <a:latin typeface="Cambria Math" panose="02040503050406030204" pitchFamily="18" charset="0"/>
                        </a:rPr>
                        <m:t>𝟎</m:t>
                      </m:r>
                      <m:r>
                        <a:rPr lang="en-US" sz="2800" b="1" i="1" dirty="0" smtClean="0">
                          <a:solidFill>
                            <a:srgbClr val="7030A0"/>
                          </a:solidFill>
                          <a:latin typeface="Cambria Math" panose="02040503050406030204" pitchFamily="18" charset="0"/>
                        </a:rPr>
                        <m:t>.</m:t>
                      </m:r>
                      <m:r>
                        <a:rPr lang="en-US" sz="2800" b="1" i="1" dirty="0" smtClean="0">
                          <a:solidFill>
                            <a:srgbClr val="7030A0"/>
                          </a:solidFill>
                          <a:latin typeface="Cambria Math" panose="02040503050406030204" pitchFamily="18" charset="0"/>
                        </a:rPr>
                        <m:t>𝟖𝟗𝟎𝟗</m:t>
                      </m:r>
                    </m:oMath>
                  </m:oMathPara>
                </a14:m>
                <a:endParaRPr lang="en-US" sz="2800" b="1" dirty="0">
                  <a:solidFill>
                    <a:srgbClr val="7030A0"/>
                  </a:solidFill>
                </a:endParaRPr>
              </a:p>
            </p:txBody>
          </p:sp>
        </mc:Choice>
        <mc:Fallback xmlns="">
          <p:sp>
            <p:nvSpPr>
              <p:cNvPr id="9" name="Rectangle 8"/>
              <p:cNvSpPr>
                <a:spLocks noRot="1" noChangeAspect="1" noMove="1" noResize="1" noEditPoints="1" noAdjustHandles="1" noChangeArrowheads="1" noChangeShapeType="1" noTextEdit="1"/>
              </p:cNvSpPr>
              <p:nvPr/>
            </p:nvSpPr>
            <p:spPr>
              <a:xfrm>
                <a:off x="137270" y="5469123"/>
                <a:ext cx="8770414" cy="523220"/>
              </a:xfrm>
              <a:prstGeom prst="rect">
                <a:avLst/>
              </a:prstGeom>
              <a:blipFill rotWithShape="0">
                <a:blip r:embed="rId5"/>
                <a:stretch>
                  <a:fillRect/>
                </a:stretch>
              </a:blipFill>
              <a:ln>
                <a:solidFill>
                  <a:srgbClr val="FF00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8622B1E-44A3-44A2-B1C1-8D969737DA50}"/>
                  </a:ext>
                </a:extLst>
              </p:cNvPr>
              <p:cNvSpPr txBox="1"/>
              <p:nvPr/>
            </p:nvSpPr>
            <p:spPr>
              <a:xfrm>
                <a:off x="10251341" y="2626732"/>
                <a:ext cx="1239250"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m:rPr>
                          <m:sty m:val="p"/>
                        </m:rPr>
                        <a:rPr lang="en-US" sz="2800" i="0" dirty="0" smtClean="0">
                          <a:solidFill>
                            <a:srgbClr val="FF0000"/>
                          </a:solidFill>
                          <a:latin typeface="Cambria Math" panose="02040503050406030204" pitchFamily="18" charset="0"/>
                        </a:rPr>
                        <m:t>n</m:t>
                      </m:r>
                      <m:r>
                        <a:rPr lang="en-US" sz="2800" i="0" dirty="0" smtClean="0">
                          <a:solidFill>
                            <a:srgbClr val="FF0000"/>
                          </a:solidFill>
                          <a:latin typeface="Cambria Math" panose="02040503050406030204" pitchFamily="18" charset="0"/>
                        </a:rPr>
                        <m:t>=10</m:t>
                      </m:r>
                    </m:oMath>
                  </m:oMathPara>
                </a14:m>
                <a:endParaRPr lang="en-IN" sz="2800" dirty="0">
                  <a:solidFill>
                    <a:srgbClr val="FF0000"/>
                  </a:solidFill>
                </a:endParaRPr>
              </a:p>
            </p:txBody>
          </p:sp>
        </mc:Choice>
        <mc:Fallback xmlns="">
          <p:sp>
            <p:nvSpPr>
              <p:cNvPr id="11" name="TextBox 10">
                <a:extLst>
                  <a:ext uri="{FF2B5EF4-FFF2-40B4-BE49-F238E27FC236}">
                    <a16:creationId xmlns:a16="http://schemas.microsoft.com/office/drawing/2014/main" id="{68622B1E-44A3-44A2-B1C1-8D969737DA50}"/>
                  </a:ext>
                </a:extLst>
              </p:cNvPr>
              <p:cNvSpPr txBox="1">
                <a:spLocks noRot="1" noChangeAspect="1" noMove="1" noResize="1" noEditPoints="1" noAdjustHandles="1" noChangeArrowheads="1" noChangeShapeType="1" noTextEdit="1"/>
              </p:cNvSpPr>
              <p:nvPr/>
            </p:nvSpPr>
            <p:spPr>
              <a:xfrm>
                <a:off x="10251341" y="2626732"/>
                <a:ext cx="1239250"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68622B1E-44A3-44A2-B1C1-8D969737DA50}"/>
                  </a:ext>
                </a:extLst>
              </p:cNvPr>
              <p:cNvSpPr txBox="1"/>
              <p:nvPr/>
            </p:nvSpPr>
            <p:spPr>
              <a:xfrm>
                <a:off x="10251341" y="3149952"/>
                <a:ext cx="1940659" cy="1135696"/>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nary>
                        <m:naryPr>
                          <m:chr m:val="∑"/>
                          <m:limLoc m:val="undOvr"/>
                          <m:subHide m:val="on"/>
                          <m:supHide m:val="on"/>
                          <m:ctrlPr>
                            <a:rPr lang="en-US" sz="2800" i="1" smtClean="0">
                              <a:solidFill>
                                <a:srgbClr val="FF0000"/>
                              </a:solidFill>
                              <a:latin typeface="Cambria Math" panose="02040503050406030204" pitchFamily="18" charset="0"/>
                            </a:rPr>
                          </m:ctrlPr>
                        </m:naryPr>
                        <m:sub/>
                        <m:sup/>
                        <m:e>
                          <m:sSup>
                            <m:sSupPr>
                              <m:ctrlPr>
                                <a:rPr lang="en-US" sz="2800" i="1">
                                  <a:solidFill>
                                    <a:srgbClr val="FF0000"/>
                                  </a:solidFill>
                                  <a:latin typeface="Cambria Math" panose="02040503050406030204" pitchFamily="18" charset="0"/>
                                </a:rPr>
                              </m:ctrlPr>
                            </m:sSupPr>
                            <m:e>
                              <m:r>
                                <m:rPr>
                                  <m:sty m:val="p"/>
                                </m:rPr>
                                <a:rPr lang="en-US" sz="2800">
                                  <a:solidFill>
                                    <a:srgbClr val="FF0000"/>
                                  </a:solidFill>
                                  <a:latin typeface="Cambria Math" panose="02040503050406030204" pitchFamily="18" charset="0"/>
                                </a:rPr>
                                <m:t>d</m:t>
                              </m:r>
                            </m:e>
                            <m:sup>
                              <m:r>
                                <a:rPr lang="en-US" sz="2800">
                                  <a:solidFill>
                                    <a:srgbClr val="FF0000"/>
                                  </a:solidFill>
                                  <a:latin typeface="Cambria Math" panose="02040503050406030204" pitchFamily="18" charset="0"/>
                                </a:rPr>
                                <m:t>2</m:t>
                              </m:r>
                            </m:sup>
                          </m:sSup>
                        </m:e>
                      </m:nary>
                      <m:r>
                        <a:rPr lang="en-US" sz="2800" i="0" dirty="0" smtClean="0">
                          <a:solidFill>
                            <a:srgbClr val="FF0000"/>
                          </a:solidFill>
                          <a:latin typeface="Cambria Math" panose="02040503050406030204" pitchFamily="18" charset="0"/>
                        </a:rPr>
                        <m:t>=1</m:t>
                      </m:r>
                      <m:r>
                        <a:rPr lang="en-US" sz="2800" b="0" i="0" dirty="0" smtClean="0">
                          <a:solidFill>
                            <a:srgbClr val="FF0000"/>
                          </a:solidFill>
                          <a:latin typeface="Cambria Math" panose="02040503050406030204" pitchFamily="18" charset="0"/>
                        </a:rPr>
                        <m:t>8</m:t>
                      </m:r>
                    </m:oMath>
                  </m:oMathPara>
                </a14:m>
                <a:endParaRPr lang="en-IN" sz="2800" dirty="0">
                  <a:solidFill>
                    <a:srgbClr val="FF0000"/>
                  </a:solidFill>
                </a:endParaRPr>
              </a:p>
            </p:txBody>
          </p:sp>
        </mc:Choice>
        <mc:Fallback xmlns="">
          <p:sp>
            <p:nvSpPr>
              <p:cNvPr id="16" name="TextBox 15">
                <a:extLst>
                  <a:ext uri="{FF2B5EF4-FFF2-40B4-BE49-F238E27FC236}">
                    <a16:creationId xmlns:a16="http://schemas.microsoft.com/office/drawing/2014/main" id="{68622B1E-44A3-44A2-B1C1-8D969737DA50}"/>
                  </a:ext>
                </a:extLst>
              </p:cNvPr>
              <p:cNvSpPr txBox="1">
                <a:spLocks noRot="1" noChangeAspect="1" noMove="1" noResize="1" noEditPoints="1" noAdjustHandles="1" noChangeArrowheads="1" noChangeShapeType="1" noTextEdit="1"/>
              </p:cNvSpPr>
              <p:nvPr/>
            </p:nvSpPr>
            <p:spPr>
              <a:xfrm>
                <a:off x="10251341" y="3149952"/>
                <a:ext cx="1940659" cy="1135696"/>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Rectangle 17"/>
              <p:cNvSpPr/>
              <p:nvPr/>
            </p:nvSpPr>
            <p:spPr>
              <a:xfrm>
                <a:off x="4279395" y="2575932"/>
                <a:ext cx="663964"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b="0" i="1" dirty="0" smtClean="0">
                          <a:solidFill>
                            <a:srgbClr val="002060"/>
                          </a:solidFill>
                          <a:latin typeface="Cambria Math" panose="02040503050406030204" pitchFamily="18" charset="0"/>
                          <a:ea typeface="Cambria Math" panose="02040503050406030204" pitchFamily="18" charset="0"/>
                        </a:rPr>
                        <m:t>18</m:t>
                      </m:r>
                    </m:oMath>
                  </m:oMathPara>
                </a14:m>
                <a:endParaRPr lang="en-US" sz="2800" dirty="0">
                  <a:solidFill>
                    <a:srgbClr val="002060"/>
                  </a:solidFill>
                </a:endParaRPr>
              </a:p>
            </p:txBody>
          </p:sp>
        </mc:Choice>
        <mc:Fallback xmlns="">
          <p:sp>
            <p:nvSpPr>
              <p:cNvPr id="18" name="Rectangle 17"/>
              <p:cNvSpPr>
                <a:spLocks noRot="1" noChangeAspect="1" noMove="1" noResize="1" noEditPoints="1" noAdjustHandles="1" noChangeArrowheads="1" noChangeShapeType="1" noTextEdit="1"/>
              </p:cNvSpPr>
              <p:nvPr/>
            </p:nvSpPr>
            <p:spPr>
              <a:xfrm>
                <a:off x="4279395" y="2575932"/>
                <a:ext cx="663964" cy="523220"/>
              </a:xfrm>
              <a:prstGeom prst="rect">
                <a:avLst/>
              </a:prstGeom>
              <a:blipFill rotWithShape="0">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p:cNvSpPr/>
              <p:nvPr/>
            </p:nvSpPr>
            <p:spPr>
              <a:xfrm>
                <a:off x="3273154" y="3214333"/>
                <a:ext cx="663964"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b="0" i="1" dirty="0" smtClean="0">
                          <a:solidFill>
                            <a:srgbClr val="002060"/>
                          </a:solidFill>
                          <a:latin typeface="Cambria Math" panose="02040503050406030204" pitchFamily="18" charset="0"/>
                          <a:ea typeface="Cambria Math" panose="02040503050406030204" pitchFamily="18" charset="0"/>
                        </a:rPr>
                        <m:t>10</m:t>
                      </m:r>
                    </m:oMath>
                  </m:oMathPara>
                </a14:m>
                <a:endParaRPr lang="en-US" sz="2800" dirty="0">
                  <a:solidFill>
                    <a:srgbClr val="002060"/>
                  </a:solidFill>
                </a:endParaRPr>
              </a:p>
            </p:txBody>
          </p:sp>
        </mc:Choice>
        <mc:Fallback xmlns="">
          <p:sp>
            <p:nvSpPr>
              <p:cNvPr id="19" name="Rectangle 18"/>
              <p:cNvSpPr>
                <a:spLocks noRot="1" noChangeAspect="1" noMove="1" noResize="1" noEditPoints="1" noAdjustHandles="1" noChangeArrowheads="1" noChangeShapeType="1" noTextEdit="1"/>
              </p:cNvSpPr>
              <p:nvPr/>
            </p:nvSpPr>
            <p:spPr>
              <a:xfrm>
                <a:off x="3273154" y="3214333"/>
                <a:ext cx="663964" cy="523220"/>
              </a:xfrm>
              <a:prstGeom prst="rect">
                <a:avLst/>
              </a:prstGeom>
              <a:blipFill rotWithShape="0">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p:cNvSpPr/>
              <p:nvPr/>
            </p:nvSpPr>
            <p:spPr>
              <a:xfrm>
                <a:off x="3899018" y="3214333"/>
                <a:ext cx="663964"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b="0" i="1" dirty="0" smtClean="0">
                          <a:solidFill>
                            <a:srgbClr val="002060"/>
                          </a:solidFill>
                          <a:latin typeface="Cambria Math" panose="02040503050406030204" pitchFamily="18" charset="0"/>
                          <a:ea typeface="Cambria Math" panose="02040503050406030204" pitchFamily="18" charset="0"/>
                        </a:rPr>
                        <m:t>10</m:t>
                      </m:r>
                    </m:oMath>
                  </m:oMathPara>
                </a14:m>
                <a:endParaRPr lang="en-US" sz="2800" dirty="0">
                  <a:solidFill>
                    <a:srgbClr val="002060"/>
                  </a:solidFill>
                </a:endParaRPr>
              </a:p>
            </p:txBody>
          </p:sp>
        </mc:Choice>
        <mc:Fallback xmlns="">
          <p:sp>
            <p:nvSpPr>
              <p:cNvPr id="20" name="Rectangle 19"/>
              <p:cNvSpPr>
                <a:spLocks noRot="1" noChangeAspect="1" noMove="1" noResize="1" noEditPoints="1" noAdjustHandles="1" noChangeArrowheads="1" noChangeShapeType="1" noTextEdit="1"/>
              </p:cNvSpPr>
              <p:nvPr/>
            </p:nvSpPr>
            <p:spPr>
              <a:xfrm>
                <a:off x="3899018" y="3214333"/>
                <a:ext cx="663964" cy="523220"/>
              </a:xfrm>
              <a:prstGeom prst="rect">
                <a:avLst/>
              </a:prstGeom>
              <a:blipFill rotWithShape="0">
                <a:blip r:embed="rId10"/>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573267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7" grpId="0"/>
      <p:bldP spid="8" grpId="0"/>
      <p:bldP spid="9" grpId="0" animBg="1"/>
      <p:bldP spid="11" grpId="0"/>
      <p:bldP spid="16" grpId="0"/>
      <p:bldP spid="18" grpId="0"/>
      <p:bldP spid="19" grpId="0"/>
      <p:bldP spid="20"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Regression </a:t>
            </a:r>
            <a:endParaRPr lang="en-IN" dirty="0"/>
          </a:p>
        </p:txBody>
      </p:sp>
      <p:sp>
        <p:nvSpPr>
          <p:cNvPr id="4" name="Text Placeholder 3">
            <a:extLst>
              <a:ext uri="{FF2B5EF4-FFF2-40B4-BE49-F238E27FC236}">
                <a16:creationId xmlns:a16="http://schemas.microsoft.com/office/drawing/2014/main" id="{4AF66629-F349-43A0-B5A5-A51D2BBB7435}"/>
              </a:ext>
            </a:extLst>
          </p:cNvPr>
          <p:cNvSpPr>
            <a:spLocks noGrp="1"/>
          </p:cNvSpPr>
          <p:nvPr>
            <p:ph type="body" idx="1"/>
          </p:nvPr>
        </p:nvSpPr>
        <p:spPr/>
        <p:txBody>
          <a:bodyPr/>
          <a:lstStyle/>
          <a:p>
            <a:pPr>
              <a:lnSpc>
                <a:spcPct val="100000"/>
              </a:lnSpc>
            </a:pPr>
            <a:r>
              <a:rPr lang="en-IN" dirty="0"/>
              <a:t>Types of Regression </a:t>
            </a:r>
          </a:p>
          <a:p>
            <a:pPr>
              <a:lnSpc>
                <a:spcPct val="100000"/>
              </a:lnSpc>
            </a:pPr>
            <a:r>
              <a:rPr lang="en-US" dirty="0"/>
              <a:t>Methods of Studying Regression	</a:t>
            </a:r>
            <a:endParaRPr lang="en-IN" dirty="0"/>
          </a:p>
        </p:txBody>
      </p:sp>
    </p:spTree>
    <p:extLst>
      <p:ext uri="{BB962C8B-B14F-4D97-AF65-F5344CB8AC3E}">
        <p14:creationId xmlns:p14="http://schemas.microsoft.com/office/powerpoint/2010/main" val="159100470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Regression </a:t>
            </a:r>
          </a:p>
        </p:txBody>
      </p:sp>
      <p:sp>
        <p:nvSpPr>
          <p:cNvPr id="4" name="Content Placeholder 3"/>
          <p:cNvSpPr>
            <a:spLocks noGrp="1"/>
          </p:cNvSpPr>
          <p:nvPr>
            <p:ph idx="1"/>
          </p:nvPr>
        </p:nvSpPr>
        <p:spPr/>
        <p:txBody>
          <a:bodyPr/>
          <a:lstStyle/>
          <a:p>
            <a:pPr lvl="0"/>
            <a:r>
              <a:rPr lang="en-US" dirty="0"/>
              <a:t>Regression is the </a:t>
            </a:r>
            <a:r>
              <a:rPr lang="en-US" dirty="0">
                <a:solidFill>
                  <a:srgbClr val="FF0000"/>
                </a:solidFill>
              </a:rPr>
              <a:t>estimation</a:t>
            </a:r>
            <a:r>
              <a:rPr lang="en-US" dirty="0"/>
              <a:t> or </a:t>
            </a:r>
            <a:r>
              <a:rPr lang="en-US" dirty="0">
                <a:solidFill>
                  <a:srgbClr val="FF0000"/>
                </a:solidFill>
              </a:rPr>
              <a:t>prediction</a:t>
            </a:r>
            <a:r>
              <a:rPr lang="en-US" dirty="0"/>
              <a:t> of </a:t>
            </a:r>
          </a:p>
          <a:p>
            <a:pPr lvl="1"/>
            <a:r>
              <a:rPr lang="en-US" dirty="0"/>
              <a:t>unknown values of one variable </a:t>
            </a:r>
          </a:p>
          <a:p>
            <a:pPr lvl="1"/>
            <a:r>
              <a:rPr lang="en-US" dirty="0"/>
              <a:t>from known values of another variable.</a:t>
            </a:r>
          </a:p>
          <a:p>
            <a:endParaRPr lang="en-US" dirty="0"/>
          </a:p>
          <a:p>
            <a:r>
              <a:rPr lang="en-US" dirty="0"/>
              <a:t>Regression is defined as a method of </a:t>
            </a:r>
            <a:r>
              <a:rPr lang="en-US" dirty="0">
                <a:solidFill>
                  <a:srgbClr val="FF0000"/>
                </a:solidFill>
              </a:rPr>
              <a:t>estimating the value</a:t>
            </a:r>
            <a:r>
              <a:rPr lang="en-US" dirty="0"/>
              <a:t> of one variable when the other variable is known and both are </a:t>
            </a:r>
            <a:r>
              <a:rPr lang="en-US" dirty="0">
                <a:solidFill>
                  <a:srgbClr val="FF0000"/>
                </a:solidFill>
              </a:rPr>
              <a:t>correlated</a:t>
            </a:r>
            <a:r>
              <a:rPr lang="en-US" dirty="0"/>
              <a:t>.</a:t>
            </a:r>
          </a:p>
          <a:p>
            <a:endParaRPr lang="en-US" dirty="0"/>
          </a:p>
          <a:p>
            <a:r>
              <a:rPr lang="en-US" dirty="0"/>
              <a:t>Regression </a:t>
            </a:r>
            <a:r>
              <a:rPr lang="en-US" dirty="0">
                <a:solidFill>
                  <a:srgbClr val="FF0000"/>
                </a:solidFill>
              </a:rPr>
              <a:t>measures</a:t>
            </a:r>
            <a:r>
              <a:rPr lang="en-US" dirty="0"/>
              <a:t> the nature and extent of correlation.</a:t>
            </a:r>
          </a:p>
        </p:txBody>
      </p:sp>
    </p:spTree>
    <p:extLst>
      <p:ext uri="{BB962C8B-B14F-4D97-AF65-F5344CB8AC3E}">
        <p14:creationId xmlns:p14="http://schemas.microsoft.com/office/powerpoint/2010/main" val="1755476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9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Regression </a:t>
            </a:r>
          </a:p>
        </p:txBody>
      </p:sp>
      <p:sp>
        <p:nvSpPr>
          <p:cNvPr id="4" name="Content Placeholder 3"/>
          <p:cNvSpPr>
            <a:spLocks noGrp="1"/>
          </p:cNvSpPr>
          <p:nvPr>
            <p:ph idx="1"/>
          </p:nvPr>
        </p:nvSpPr>
        <p:spPr/>
        <p:txBody>
          <a:bodyPr/>
          <a:lstStyle/>
          <a:p>
            <a:pPr lvl="0"/>
            <a:r>
              <a:rPr lang="en-US" dirty="0"/>
              <a:t>Regression is a highly </a:t>
            </a:r>
            <a:r>
              <a:rPr lang="en-US" dirty="0">
                <a:solidFill>
                  <a:srgbClr val="FF0000"/>
                </a:solidFill>
              </a:rPr>
              <a:t>valuable tool </a:t>
            </a:r>
            <a:r>
              <a:rPr lang="en-US" dirty="0"/>
              <a:t>for prediction purpose in economics and business.</a:t>
            </a:r>
          </a:p>
          <a:p>
            <a:r>
              <a:rPr lang="en-US" dirty="0"/>
              <a:t>Regression is </a:t>
            </a:r>
            <a:r>
              <a:rPr lang="en-US" dirty="0">
                <a:solidFill>
                  <a:srgbClr val="FF0000"/>
                </a:solidFill>
              </a:rPr>
              <a:t>useful</a:t>
            </a:r>
            <a:r>
              <a:rPr lang="en-US" dirty="0"/>
              <a:t> </a:t>
            </a:r>
            <a:r>
              <a:rPr lang="en-US" dirty="0">
                <a:solidFill>
                  <a:srgbClr val="FF0000"/>
                </a:solidFill>
              </a:rPr>
              <a:t>in</a:t>
            </a:r>
            <a:r>
              <a:rPr lang="en-US" dirty="0"/>
              <a:t> statistical estimation of demand curve, supply curve, production function, cost function, consumption function etc.</a:t>
            </a:r>
          </a:p>
        </p:txBody>
      </p:sp>
    </p:spTree>
    <p:extLst>
      <p:ext uri="{BB962C8B-B14F-4D97-AF65-F5344CB8AC3E}">
        <p14:creationId xmlns:p14="http://schemas.microsoft.com/office/powerpoint/2010/main" val="3302505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9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Regression</a:t>
            </a:r>
          </a:p>
        </p:txBody>
      </p:sp>
      <p:graphicFrame>
        <p:nvGraphicFramePr>
          <p:cNvPr id="3" name="Diagram 2"/>
          <p:cNvGraphicFramePr/>
          <p:nvPr>
            <p:extLst>
              <p:ext uri="{D42A27DB-BD31-4B8C-83A1-F6EECF244321}">
                <p14:modId xmlns:p14="http://schemas.microsoft.com/office/powerpoint/2010/main" val="3178066674"/>
              </p:ext>
            </p:extLst>
          </p:nvPr>
        </p:nvGraphicFramePr>
        <p:xfrm>
          <a:off x="1981200" y="1299410"/>
          <a:ext cx="822960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60414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graphicEl>
                                              <a:dgm id="{0BC15D81-A538-484D-945C-D714018D5448}"/>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graphicEl>
                                              <a:dgm id="{519CA935-CE76-4A66-AF37-5C242712231E}"/>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graphicEl>
                                              <a:dgm id="{8BA80FDA-357D-4628-B28C-52B661E0995A}"/>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graphicEl>
                                              <a:dgm id="{8CA5AEA3-27E8-4182-B68A-D33BC036ED01}"/>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graphicEl>
                                              <a:dgm id="{FDEB3F9F-FADC-4A4D-9DD5-F897C6AF6370}"/>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Sub>
          <a:bldDgm bld="lvlOne"/>
        </p:bldSub>
      </p:bldGraphic>
    </p:bldLst>
  </p:timing>
</p:sld>
</file>

<file path=ppt/slides/slide9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Regression </a:t>
            </a:r>
          </a:p>
        </p:txBody>
      </p:sp>
      <p:sp>
        <p:nvSpPr>
          <p:cNvPr id="4" name="Content Placeholder 3"/>
          <p:cNvSpPr>
            <a:spLocks noGrp="1"/>
          </p:cNvSpPr>
          <p:nvPr>
            <p:ph idx="1"/>
          </p:nvPr>
        </p:nvSpPr>
        <p:spPr>
          <a:xfrm>
            <a:off x="131181" y="863443"/>
            <a:ext cx="5530032" cy="5590565"/>
          </a:xfrm>
        </p:spPr>
        <p:txBody>
          <a:bodyPr/>
          <a:lstStyle/>
          <a:p>
            <a:pPr lvl="0"/>
            <a:r>
              <a:rPr lang="en-US" dirty="0"/>
              <a:t>The regression analysis for studying </a:t>
            </a:r>
            <a:r>
              <a:rPr lang="en-US" dirty="0">
                <a:solidFill>
                  <a:srgbClr val="FF0000"/>
                </a:solidFill>
              </a:rPr>
              <a:t>only two variables</a:t>
            </a:r>
            <a:r>
              <a:rPr lang="en-US" dirty="0"/>
              <a:t> at a time is known as simple regression.</a:t>
            </a:r>
          </a:p>
          <a:p>
            <a:pPr marL="0" lvl="0" indent="0">
              <a:buNone/>
            </a:pPr>
            <a:endParaRPr lang="en-US" dirty="0"/>
          </a:p>
        </p:txBody>
      </p:sp>
      <p:pic>
        <p:nvPicPr>
          <p:cNvPr id="3" name="Picture 2"/>
          <p:cNvPicPr>
            <a:picLocks noChangeAspect="1"/>
          </p:cNvPicPr>
          <p:nvPr/>
        </p:nvPicPr>
        <p:blipFill rotWithShape="1">
          <a:blip r:embed="rId2">
            <a:duotone>
              <a:schemeClr val="accent6">
                <a:shade val="45000"/>
                <a:satMod val="135000"/>
              </a:schemeClr>
              <a:prstClr val="white"/>
            </a:duotone>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t="31494" r="57337" b="29695"/>
          <a:stretch/>
        </p:blipFill>
        <p:spPr>
          <a:xfrm>
            <a:off x="1099400" y="4019297"/>
            <a:ext cx="3593592" cy="1266770"/>
          </a:xfrm>
          <a:prstGeom prst="rect">
            <a:avLst/>
          </a:prstGeom>
        </p:spPr>
      </p:pic>
      <p:sp>
        <p:nvSpPr>
          <p:cNvPr id="5" name="Rectangle 4"/>
          <p:cNvSpPr/>
          <p:nvPr/>
        </p:nvSpPr>
        <p:spPr>
          <a:xfrm>
            <a:off x="6050280" y="788427"/>
            <a:ext cx="36000" cy="5760720"/>
          </a:xfrm>
          <a:prstGeom prst="rect">
            <a:avLst/>
          </a:prstGeom>
          <a:solidFill>
            <a:srgbClr val="B84742"/>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rotWithShape="1">
          <a:blip r:embed="rId2">
            <a:duotone>
              <a:schemeClr val="accent6">
                <a:shade val="45000"/>
                <a:satMod val="135000"/>
              </a:schemeClr>
              <a:prstClr val="white"/>
            </a:duotone>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l="56661" t="14636" r="1"/>
          <a:stretch/>
        </p:blipFill>
        <p:spPr>
          <a:xfrm>
            <a:off x="7498694" y="3281082"/>
            <a:ext cx="3594219" cy="2743200"/>
          </a:xfrm>
          <a:prstGeom prst="rect">
            <a:avLst/>
          </a:prstGeom>
        </p:spPr>
      </p:pic>
      <p:sp>
        <p:nvSpPr>
          <p:cNvPr id="7" name="Content Placeholder 3"/>
          <p:cNvSpPr txBox="1">
            <a:spLocks/>
          </p:cNvSpPr>
          <p:nvPr/>
        </p:nvSpPr>
        <p:spPr>
          <a:xfrm>
            <a:off x="6530788" y="863443"/>
            <a:ext cx="5530032" cy="5590565"/>
          </a:xfrm>
          <a:prstGeom prst="rect">
            <a:avLst/>
          </a:prstGeom>
        </p:spPr>
        <p:txBody>
          <a:bodyPr vert="horz" lIns="91440" tIns="45720" rIns="91440" bIns="45720" rtlCol="0">
            <a:noAutofit/>
          </a:bodyPr>
          <a:lstStyle>
            <a:lvl1pPr marL="265113" indent="-265113" algn="just" defTabSz="914400" rtl="0" eaLnBrk="1" latinLnBrk="0" hangingPunct="1">
              <a:lnSpc>
                <a:spcPct val="150000"/>
              </a:lnSpc>
              <a:spcBef>
                <a:spcPts val="0"/>
              </a:spcBef>
              <a:buClr>
                <a:schemeClr val="accent6"/>
              </a:buClr>
              <a:buFont typeface="Wingdings 3" panose="05040102010807070707" pitchFamily="18" charset="2"/>
              <a:buChar char=""/>
              <a:defRPr sz="2800" kern="1200">
                <a:solidFill>
                  <a:srgbClr val="002060"/>
                </a:solidFill>
                <a:latin typeface="+mn-lt"/>
                <a:ea typeface="+mn-ea"/>
                <a:cs typeface="+mn-cs"/>
              </a:defRPr>
            </a:lvl1pPr>
            <a:lvl2pPr marL="857250" indent="-400050" algn="just" defTabSz="914400" rtl="0" eaLnBrk="1" latinLnBrk="0" hangingPunct="1">
              <a:lnSpc>
                <a:spcPct val="150000"/>
              </a:lnSpc>
              <a:spcBef>
                <a:spcPts val="0"/>
              </a:spcBef>
              <a:buClr>
                <a:schemeClr val="accent6"/>
              </a:buClr>
              <a:buFont typeface="Wingdings 3" panose="05040102010807070707" pitchFamily="18" charset="2"/>
              <a:buChar char=""/>
              <a:defRPr sz="2800" kern="1200">
                <a:solidFill>
                  <a:srgbClr val="002060"/>
                </a:solidFill>
                <a:latin typeface="+mn-lt"/>
                <a:ea typeface="+mn-ea"/>
                <a:cs typeface="+mn-cs"/>
              </a:defRPr>
            </a:lvl2pPr>
            <a:lvl3pPr marL="1143000" indent="-228600" algn="just" defTabSz="914400" rtl="0" eaLnBrk="1" latinLnBrk="0" hangingPunct="1">
              <a:lnSpc>
                <a:spcPct val="150000"/>
              </a:lnSpc>
              <a:spcBef>
                <a:spcPts val="0"/>
              </a:spcBef>
              <a:buClr>
                <a:schemeClr val="accent6"/>
              </a:buClr>
              <a:buFont typeface="Wingdings" panose="05000000000000000000" pitchFamily="2" charset="2"/>
              <a:buChar char="§"/>
              <a:defRPr sz="2800" kern="1200">
                <a:solidFill>
                  <a:srgbClr val="002060"/>
                </a:solidFill>
                <a:latin typeface="+mn-lt"/>
                <a:ea typeface="+mn-ea"/>
                <a:cs typeface="+mn-cs"/>
              </a:defRPr>
            </a:lvl3pPr>
            <a:lvl4pPr marL="1600200" indent="-228600" algn="just" defTabSz="914400" rtl="0" eaLnBrk="1" latinLnBrk="0" hangingPunct="1">
              <a:lnSpc>
                <a:spcPct val="150000"/>
              </a:lnSpc>
              <a:spcBef>
                <a:spcPts val="0"/>
              </a:spcBef>
              <a:buClr>
                <a:schemeClr val="accent6"/>
              </a:buClr>
              <a:buFont typeface="Arial" panose="020B0604020202020204" pitchFamily="34" charset="0"/>
              <a:buChar char="•"/>
              <a:defRPr sz="2800" kern="1200">
                <a:solidFill>
                  <a:srgbClr val="002060"/>
                </a:solidFill>
                <a:latin typeface="+mn-lt"/>
                <a:ea typeface="+mn-ea"/>
                <a:cs typeface="+mn-cs"/>
              </a:defRPr>
            </a:lvl4pPr>
            <a:lvl5pPr marL="2057400" indent="-228600" algn="just" defTabSz="914400" rtl="0" eaLnBrk="1" latinLnBrk="0" hangingPunct="1">
              <a:lnSpc>
                <a:spcPct val="150000"/>
              </a:lnSpc>
              <a:spcBef>
                <a:spcPts val="0"/>
              </a:spcBef>
              <a:buClr>
                <a:schemeClr val="accent6"/>
              </a:buClr>
              <a:buFont typeface="Arial" panose="020B0604020202020204" pitchFamily="34" charset="0"/>
              <a:buChar char="•"/>
              <a:defRPr sz="2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dirty="0"/>
              <a:t>The regression analysis for studying </a:t>
            </a:r>
            <a:r>
              <a:rPr lang="en-US" dirty="0">
                <a:solidFill>
                  <a:srgbClr val="FF0000"/>
                </a:solidFill>
              </a:rPr>
              <a:t>more than two variables</a:t>
            </a:r>
            <a:r>
              <a:rPr lang="en-US" dirty="0"/>
              <a:t> at a time is known as multiple regression.</a:t>
            </a:r>
          </a:p>
        </p:txBody>
      </p:sp>
      <p:sp>
        <p:nvSpPr>
          <p:cNvPr id="11" name="Content Placeholder 3"/>
          <p:cNvSpPr txBox="1">
            <a:spLocks/>
          </p:cNvSpPr>
          <p:nvPr/>
        </p:nvSpPr>
        <p:spPr>
          <a:xfrm>
            <a:off x="1539894" y="6065627"/>
            <a:ext cx="2712602" cy="461665"/>
          </a:xfrm>
          <a:prstGeom prst="rect">
            <a:avLst/>
          </a:prstGeom>
        </p:spPr>
        <p:txBody>
          <a:bodyPr vert="horz" wrap="none" lIns="91440" tIns="45720" rIns="91440" bIns="45720" rtlCol="0">
            <a:spAutoFit/>
          </a:bodyPr>
          <a:lstStyle>
            <a:lvl1pPr marL="265113" indent="-265113" algn="just" defTabSz="914400" rtl="0" eaLnBrk="1" latinLnBrk="0" hangingPunct="1">
              <a:lnSpc>
                <a:spcPct val="150000"/>
              </a:lnSpc>
              <a:spcBef>
                <a:spcPts val="0"/>
              </a:spcBef>
              <a:buClr>
                <a:schemeClr val="accent6"/>
              </a:buClr>
              <a:buFont typeface="Wingdings 3" panose="05040102010807070707" pitchFamily="18" charset="2"/>
              <a:buChar char=""/>
              <a:defRPr sz="2800" kern="1200">
                <a:solidFill>
                  <a:srgbClr val="002060"/>
                </a:solidFill>
                <a:latin typeface="+mn-lt"/>
                <a:ea typeface="+mn-ea"/>
                <a:cs typeface="+mn-cs"/>
              </a:defRPr>
            </a:lvl1pPr>
            <a:lvl2pPr marL="857250" indent="-400050" algn="just" defTabSz="914400" rtl="0" eaLnBrk="1" latinLnBrk="0" hangingPunct="1">
              <a:lnSpc>
                <a:spcPct val="150000"/>
              </a:lnSpc>
              <a:spcBef>
                <a:spcPts val="0"/>
              </a:spcBef>
              <a:buClr>
                <a:schemeClr val="accent6"/>
              </a:buClr>
              <a:buFont typeface="Wingdings 3" panose="05040102010807070707" pitchFamily="18" charset="2"/>
              <a:buChar char=""/>
              <a:defRPr sz="2800" kern="1200">
                <a:solidFill>
                  <a:srgbClr val="002060"/>
                </a:solidFill>
                <a:latin typeface="+mn-lt"/>
                <a:ea typeface="+mn-ea"/>
                <a:cs typeface="+mn-cs"/>
              </a:defRPr>
            </a:lvl2pPr>
            <a:lvl3pPr marL="1143000" indent="-228600" algn="just" defTabSz="914400" rtl="0" eaLnBrk="1" latinLnBrk="0" hangingPunct="1">
              <a:lnSpc>
                <a:spcPct val="150000"/>
              </a:lnSpc>
              <a:spcBef>
                <a:spcPts val="0"/>
              </a:spcBef>
              <a:buClr>
                <a:schemeClr val="accent6"/>
              </a:buClr>
              <a:buFont typeface="Wingdings" panose="05000000000000000000" pitchFamily="2" charset="2"/>
              <a:buChar char="§"/>
              <a:defRPr sz="2800" kern="1200">
                <a:solidFill>
                  <a:srgbClr val="002060"/>
                </a:solidFill>
                <a:latin typeface="+mn-lt"/>
                <a:ea typeface="+mn-ea"/>
                <a:cs typeface="+mn-cs"/>
              </a:defRPr>
            </a:lvl3pPr>
            <a:lvl4pPr marL="1600200" indent="-228600" algn="just" defTabSz="914400" rtl="0" eaLnBrk="1" latinLnBrk="0" hangingPunct="1">
              <a:lnSpc>
                <a:spcPct val="150000"/>
              </a:lnSpc>
              <a:spcBef>
                <a:spcPts val="0"/>
              </a:spcBef>
              <a:buClr>
                <a:schemeClr val="accent6"/>
              </a:buClr>
              <a:buFont typeface="Arial" panose="020B0604020202020204" pitchFamily="34" charset="0"/>
              <a:buChar char="•"/>
              <a:defRPr sz="2800" kern="1200">
                <a:solidFill>
                  <a:srgbClr val="002060"/>
                </a:solidFill>
                <a:latin typeface="+mn-lt"/>
                <a:ea typeface="+mn-ea"/>
                <a:cs typeface="+mn-cs"/>
              </a:defRPr>
            </a:lvl4pPr>
            <a:lvl5pPr marL="2057400" indent="-228600" algn="just" defTabSz="914400" rtl="0" eaLnBrk="1" latinLnBrk="0" hangingPunct="1">
              <a:lnSpc>
                <a:spcPct val="150000"/>
              </a:lnSpc>
              <a:spcBef>
                <a:spcPts val="0"/>
              </a:spcBef>
              <a:buClr>
                <a:schemeClr val="accent6"/>
              </a:buClr>
              <a:buFont typeface="Arial" panose="020B0604020202020204" pitchFamily="34" charset="0"/>
              <a:buChar char="•"/>
              <a:defRPr sz="2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en-US" sz="2400" dirty="0">
                <a:solidFill>
                  <a:srgbClr val="FF0000"/>
                </a:solidFill>
              </a:rPr>
              <a:t>Prediction of Income</a:t>
            </a:r>
          </a:p>
        </p:txBody>
      </p:sp>
      <p:sp>
        <p:nvSpPr>
          <p:cNvPr id="12" name="Content Placeholder 3"/>
          <p:cNvSpPr txBox="1">
            <a:spLocks/>
          </p:cNvSpPr>
          <p:nvPr/>
        </p:nvSpPr>
        <p:spPr>
          <a:xfrm>
            <a:off x="7939501" y="6065627"/>
            <a:ext cx="2712602" cy="461665"/>
          </a:xfrm>
          <a:prstGeom prst="rect">
            <a:avLst/>
          </a:prstGeom>
        </p:spPr>
        <p:txBody>
          <a:bodyPr vert="horz" wrap="none" lIns="91440" tIns="45720" rIns="91440" bIns="45720" rtlCol="0">
            <a:spAutoFit/>
          </a:bodyPr>
          <a:lstStyle>
            <a:lvl1pPr marL="265113" indent="-265113" algn="just" defTabSz="914400" rtl="0" eaLnBrk="1" latinLnBrk="0" hangingPunct="1">
              <a:lnSpc>
                <a:spcPct val="150000"/>
              </a:lnSpc>
              <a:spcBef>
                <a:spcPts val="0"/>
              </a:spcBef>
              <a:buClr>
                <a:schemeClr val="accent6"/>
              </a:buClr>
              <a:buFont typeface="Wingdings 3" panose="05040102010807070707" pitchFamily="18" charset="2"/>
              <a:buChar char=""/>
              <a:defRPr sz="2800" kern="1200">
                <a:solidFill>
                  <a:srgbClr val="002060"/>
                </a:solidFill>
                <a:latin typeface="+mn-lt"/>
                <a:ea typeface="+mn-ea"/>
                <a:cs typeface="+mn-cs"/>
              </a:defRPr>
            </a:lvl1pPr>
            <a:lvl2pPr marL="857250" indent="-400050" algn="just" defTabSz="914400" rtl="0" eaLnBrk="1" latinLnBrk="0" hangingPunct="1">
              <a:lnSpc>
                <a:spcPct val="150000"/>
              </a:lnSpc>
              <a:spcBef>
                <a:spcPts val="0"/>
              </a:spcBef>
              <a:buClr>
                <a:schemeClr val="accent6"/>
              </a:buClr>
              <a:buFont typeface="Wingdings 3" panose="05040102010807070707" pitchFamily="18" charset="2"/>
              <a:buChar char=""/>
              <a:defRPr sz="2800" kern="1200">
                <a:solidFill>
                  <a:srgbClr val="002060"/>
                </a:solidFill>
                <a:latin typeface="+mn-lt"/>
                <a:ea typeface="+mn-ea"/>
                <a:cs typeface="+mn-cs"/>
              </a:defRPr>
            </a:lvl2pPr>
            <a:lvl3pPr marL="1143000" indent="-228600" algn="just" defTabSz="914400" rtl="0" eaLnBrk="1" latinLnBrk="0" hangingPunct="1">
              <a:lnSpc>
                <a:spcPct val="150000"/>
              </a:lnSpc>
              <a:spcBef>
                <a:spcPts val="0"/>
              </a:spcBef>
              <a:buClr>
                <a:schemeClr val="accent6"/>
              </a:buClr>
              <a:buFont typeface="Wingdings" panose="05000000000000000000" pitchFamily="2" charset="2"/>
              <a:buChar char="§"/>
              <a:defRPr sz="2800" kern="1200">
                <a:solidFill>
                  <a:srgbClr val="002060"/>
                </a:solidFill>
                <a:latin typeface="+mn-lt"/>
                <a:ea typeface="+mn-ea"/>
                <a:cs typeface="+mn-cs"/>
              </a:defRPr>
            </a:lvl3pPr>
            <a:lvl4pPr marL="1600200" indent="-228600" algn="just" defTabSz="914400" rtl="0" eaLnBrk="1" latinLnBrk="0" hangingPunct="1">
              <a:lnSpc>
                <a:spcPct val="150000"/>
              </a:lnSpc>
              <a:spcBef>
                <a:spcPts val="0"/>
              </a:spcBef>
              <a:buClr>
                <a:schemeClr val="accent6"/>
              </a:buClr>
              <a:buFont typeface="Arial" panose="020B0604020202020204" pitchFamily="34" charset="0"/>
              <a:buChar char="•"/>
              <a:defRPr sz="2800" kern="1200">
                <a:solidFill>
                  <a:srgbClr val="002060"/>
                </a:solidFill>
                <a:latin typeface="+mn-lt"/>
                <a:ea typeface="+mn-ea"/>
                <a:cs typeface="+mn-cs"/>
              </a:defRPr>
            </a:lvl4pPr>
            <a:lvl5pPr marL="2057400" indent="-228600" algn="just" defTabSz="914400" rtl="0" eaLnBrk="1" latinLnBrk="0" hangingPunct="1">
              <a:lnSpc>
                <a:spcPct val="150000"/>
              </a:lnSpc>
              <a:spcBef>
                <a:spcPts val="0"/>
              </a:spcBef>
              <a:buClr>
                <a:schemeClr val="accent6"/>
              </a:buClr>
              <a:buFont typeface="Arial" panose="020B0604020202020204" pitchFamily="34" charset="0"/>
              <a:buChar char="•"/>
              <a:defRPr sz="2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en-US" sz="2400" dirty="0">
                <a:solidFill>
                  <a:srgbClr val="FF0000"/>
                </a:solidFill>
              </a:rPr>
              <a:t>Prediction of Income</a:t>
            </a:r>
          </a:p>
        </p:txBody>
      </p:sp>
    </p:spTree>
    <p:extLst>
      <p:ext uri="{BB962C8B-B14F-4D97-AF65-F5344CB8AC3E}">
        <p14:creationId xmlns:p14="http://schemas.microsoft.com/office/powerpoint/2010/main" val="521312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Regression </a:t>
            </a:r>
          </a:p>
        </p:txBody>
      </p:sp>
      <p:sp>
        <p:nvSpPr>
          <p:cNvPr id="4" name="Content Placeholder 3"/>
          <p:cNvSpPr>
            <a:spLocks noGrp="1"/>
          </p:cNvSpPr>
          <p:nvPr>
            <p:ph idx="1"/>
          </p:nvPr>
        </p:nvSpPr>
        <p:spPr>
          <a:xfrm>
            <a:off x="131180" y="863444"/>
            <a:ext cx="5530032" cy="5590565"/>
          </a:xfrm>
        </p:spPr>
        <p:txBody>
          <a:bodyPr/>
          <a:lstStyle/>
          <a:p>
            <a:pPr lvl="0"/>
            <a:r>
              <a:rPr lang="en-US" dirty="0"/>
              <a:t>If the regression </a:t>
            </a:r>
            <a:r>
              <a:rPr lang="en-US" dirty="0">
                <a:solidFill>
                  <a:srgbClr val="FF0000"/>
                </a:solidFill>
              </a:rPr>
              <a:t>curve</a:t>
            </a:r>
            <a:r>
              <a:rPr lang="en-US" dirty="0"/>
              <a:t> is a straight </a:t>
            </a:r>
            <a:r>
              <a:rPr lang="en-US" dirty="0">
                <a:solidFill>
                  <a:srgbClr val="FF0000"/>
                </a:solidFill>
              </a:rPr>
              <a:t>line</a:t>
            </a:r>
            <a:r>
              <a:rPr lang="en-US" dirty="0"/>
              <a:t>, the regression is known as linear regression.</a:t>
            </a:r>
          </a:p>
        </p:txBody>
      </p:sp>
      <p:sp>
        <p:nvSpPr>
          <p:cNvPr id="5" name="Rectangle 4"/>
          <p:cNvSpPr/>
          <p:nvPr/>
        </p:nvSpPr>
        <p:spPr>
          <a:xfrm>
            <a:off x="6050280" y="788427"/>
            <a:ext cx="36000" cy="5760720"/>
          </a:xfrm>
          <a:prstGeom prst="rect">
            <a:avLst/>
          </a:prstGeom>
          <a:solidFill>
            <a:srgbClr val="B84742"/>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3"/>
          <p:cNvSpPr txBox="1">
            <a:spLocks/>
          </p:cNvSpPr>
          <p:nvPr/>
        </p:nvSpPr>
        <p:spPr>
          <a:xfrm>
            <a:off x="6530788" y="863443"/>
            <a:ext cx="5530032" cy="5590565"/>
          </a:xfrm>
          <a:prstGeom prst="rect">
            <a:avLst/>
          </a:prstGeom>
        </p:spPr>
        <p:txBody>
          <a:bodyPr vert="horz" lIns="91440" tIns="45720" rIns="91440" bIns="45720" rtlCol="0">
            <a:noAutofit/>
          </a:bodyPr>
          <a:lstStyle>
            <a:lvl1pPr marL="265113" indent="-265113" algn="just" defTabSz="914400" rtl="0" eaLnBrk="1" latinLnBrk="0" hangingPunct="1">
              <a:lnSpc>
                <a:spcPct val="150000"/>
              </a:lnSpc>
              <a:spcBef>
                <a:spcPts val="0"/>
              </a:spcBef>
              <a:buClr>
                <a:schemeClr val="accent6"/>
              </a:buClr>
              <a:buFont typeface="Wingdings 3" panose="05040102010807070707" pitchFamily="18" charset="2"/>
              <a:buChar char=""/>
              <a:defRPr sz="2800" kern="1200">
                <a:solidFill>
                  <a:srgbClr val="002060"/>
                </a:solidFill>
                <a:latin typeface="+mn-lt"/>
                <a:ea typeface="+mn-ea"/>
                <a:cs typeface="+mn-cs"/>
              </a:defRPr>
            </a:lvl1pPr>
            <a:lvl2pPr marL="857250" indent="-400050" algn="just" defTabSz="914400" rtl="0" eaLnBrk="1" latinLnBrk="0" hangingPunct="1">
              <a:lnSpc>
                <a:spcPct val="150000"/>
              </a:lnSpc>
              <a:spcBef>
                <a:spcPts val="0"/>
              </a:spcBef>
              <a:buClr>
                <a:schemeClr val="accent6"/>
              </a:buClr>
              <a:buFont typeface="Wingdings 3" panose="05040102010807070707" pitchFamily="18" charset="2"/>
              <a:buChar char=""/>
              <a:defRPr sz="2800" kern="1200">
                <a:solidFill>
                  <a:srgbClr val="002060"/>
                </a:solidFill>
                <a:latin typeface="+mn-lt"/>
                <a:ea typeface="+mn-ea"/>
                <a:cs typeface="+mn-cs"/>
              </a:defRPr>
            </a:lvl2pPr>
            <a:lvl3pPr marL="1143000" indent="-228600" algn="just" defTabSz="914400" rtl="0" eaLnBrk="1" latinLnBrk="0" hangingPunct="1">
              <a:lnSpc>
                <a:spcPct val="150000"/>
              </a:lnSpc>
              <a:spcBef>
                <a:spcPts val="0"/>
              </a:spcBef>
              <a:buClr>
                <a:schemeClr val="accent6"/>
              </a:buClr>
              <a:buFont typeface="Wingdings" panose="05000000000000000000" pitchFamily="2" charset="2"/>
              <a:buChar char="§"/>
              <a:defRPr sz="2800" kern="1200">
                <a:solidFill>
                  <a:srgbClr val="002060"/>
                </a:solidFill>
                <a:latin typeface="+mn-lt"/>
                <a:ea typeface="+mn-ea"/>
                <a:cs typeface="+mn-cs"/>
              </a:defRPr>
            </a:lvl3pPr>
            <a:lvl4pPr marL="1600200" indent="-228600" algn="just" defTabSz="914400" rtl="0" eaLnBrk="1" latinLnBrk="0" hangingPunct="1">
              <a:lnSpc>
                <a:spcPct val="150000"/>
              </a:lnSpc>
              <a:spcBef>
                <a:spcPts val="0"/>
              </a:spcBef>
              <a:buClr>
                <a:schemeClr val="accent6"/>
              </a:buClr>
              <a:buFont typeface="Arial" panose="020B0604020202020204" pitchFamily="34" charset="0"/>
              <a:buChar char="•"/>
              <a:defRPr sz="2800" kern="1200">
                <a:solidFill>
                  <a:srgbClr val="002060"/>
                </a:solidFill>
                <a:latin typeface="+mn-lt"/>
                <a:ea typeface="+mn-ea"/>
                <a:cs typeface="+mn-cs"/>
              </a:defRPr>
            </a:lvl4pPr>
            <a:lvl5pPr marL="2057400" indent="-228600" algn="just" defTabSz="914400" rtl="0" eaLnBrk="1" latinLnBrk="0" hangingPunct="1">
              <a:lnSpc>
                <a:spcPct val="150000"/>
              </a:lnSpc>
              <a:spcBef>
                <a:spcPts val="0"/>
              </a:spcBef>
              <a:buClr>
                <a:schemeClr val="accent6"/>
              </a:buClr>
              <a:buFont typeface="Arial" panose="020B0604020202020204" pitchFamily="34" charset="0"/>
              <a:buChar char="•"/>
              <a:defRPr sz="2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dirty="0"/>
              <a:t>If the regression </a:t>
            </a:r>
            <a:r>
              <a:rPr lang="en-US" dirty="0">
                <a:solidFill>
                  <a:srgbClr val="FF0000"/>
                </a:solidFill>
              </a:rPr>
              <a:t>curve</a:t>
            </a:r>
            <a:r>
              <a:rPr lang="en-US" dirty="0"/>
              <a:t> is </a:t>
            </a:r>
            <a:r>
              <a:rPr lang="en-US" dirty="0">
                <a:solidFill>
                  <a:srgbClr val="FF0000"/>
                </a:solidFill>
              </a:rPr>
              <a:t>not</a:t>
            </a:r>
            <a:r>
              <a:rPr lang="en-US" dirty="0"/>
              <a:t> a straight </a:t>
            </a:r>
            <a:r>
              <a:rPr lang="en-US" dirty="0">
                <a:solidFill>
                  <a:srgbClr val="FF0000"/>
                </a:solidFill>
              </a:rPr>
              <a:t>line</a:t>
            </a:r>
            <a:r>
              <a:rPr lang="en-US" dirty="0"/>
              <a:t>, the regression is known as nonlinear regression.</a:t>
            </a:r>
          </a:p>
        </p:txBody>
      </p:sp>
      <p:pic>
        <p:nvPicPr>
          <p:cNvPr id="8" name="Picture 7"/>
          <p:cNvPicPr>
            <a:picLocks noChangeAspect="1"/>
          </p:cNvPicPr>
          <p:nvPr/>
        </p:nvPicPr>
        <p:blipFill rotWithShape="1">
          <a:blip r:embed="rId2">
            <a:duotone>
              <a:schemeClr val="accent6">
                <a:shade val="45000"/>
                <a:satMod val="135000"/>
              </a:schemeClr>
              <a:prstClr val="white"/>
            </a:duotone>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t="18152" r="59771"/>
          <a:stretch/>
        </p:blipFill>
        <p:spPr>
          <a:xfrm>
            <a:off x="1319159" y="3136898"/>
            <a:ext cx="3154074" cy="2743200"/>
          </a:xfrm>
          <a:prstGeom prst="rect">
            <a:avLst/>
          </a:prstGeom>
        </p:spPr>
      </p:pic>
      <p:pic>
        <p:nvPicPr>
          <p:cNvPr id="9" name="Picture 8"/>
          <p:cNvPicPr>
            <a:picLocks noChangeAspect="1"/>
          </p:cNvPicPr>
          <p:nvPr/>
        </p:nvPicPr>
        <p:blipFill rotWithShape="1">
          <a:blip r:embed="rId2">
            <a:duotone>
              <a:schemeClr val="accent6">
                <a:shade val="45000"/>
                <a:satMod val="135000"/>
              </a:schemeClr>
              <a:prstClr val="white"/>
            </a:duotone>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l="57533" t="17199" r="2366"/>
          <a:stretch/>
        </p:blipFill>
        <p:spPr>
          <a:xfrm>
            <a:off x="7741836" y="3136898"/>
            <a:ext cx="3107935" cy="2743200"/>
          </a:xfrm>
          <a:prstGeom prst="rect">
            <a:avLst/>
          </a:prstGeom>
        </p:spPr>
      </p:pic>
    </p:spTree>
    <p:extLst>
      <p:ext uri="{BB962C8B-B14F-4D97-AF65-F5344CB8AC3E}">
        <p14:creationId xmlns:p14="http://schemas.microsoft.com/office/powerpoint/2010/main" val="4201165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Methods of Studying Regression</a:t>
            </a:r>
          </a:p>
        </p:txBody>
      </p:sp>
      <p:graphicFrame>
        <p:nvGraphicFramePr>
          <p:cNvPr id="5" name="Diagram 4"/>
          <p:cNvGraphicFramePr/>
          <p:nvPr>
            <p:extLst>
              <p:ext uri="{D42A27DB-BD31-4B8C-83A1-F6EECF244321}">
                <p14:modId xmlns:p14="http://schemas.microsoft.com/office/powerpoint/2010/main" val="2900994202"/>
              </p:ext>
            </p:extLst>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quot;No&quot; Symbol 5"/>
          <p:cNvSpPr/>
          <p:nvPr/>
        </p:nvSpPr>
        <p:spPr>
          <a:xfrm>
            <a:off x="4320005" y="2110873"/>
            <a:ext cx="1371600" cy="2743200"/>
          </a:xfrm>
          <a:prstGeom prst="noSmoking">
            <a:avLst>
              <a:gd name="adj" fmla="val 7326"/>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814433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graphicEl>
                                              <a:dgm id="{78140C08-39CC-4FC3-AA14-4B5AB8EBE7C4}"/>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graphicEl>
                                              <a:dgm id="{9247D763-D865-43E4-B781-5612D169309C}"/>
                                            </p:graphic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graphicEl>
                                              <a:dgm id="{975F847E-4CDF-4ECD-ADC1-3295CDE8909B}"/>
                                            </p:graphicEl>
                                          </p:spTgt>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childTnLst>
                                    <p:set>
                                      <p:cBhvr>
                                        <p:cTn id="15" dur="1" fill="hold">
                                          <p:stCondLst>
                                            <p:cond delay="0"/>
                                          </p:stCondLst>
                                        </p:cTn>
                                        <p:tgtEl>
                                          <p:spTgt spid="5">
                                            <p:graphicEl>
                                              <a:dgm id="{D123AC64-2D48-44F7-B8F9-414F78F247A8}"/>
                                            </p:graphic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uiExpand="1">
        <p:bldSub>
          <a:bldDgm bld="one"/>
        </p:bldSub>
      </p:bldGraphic>
      <p:bldP spid="6"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Method – 3</a:t>
            </a:r>
            <a:br>
              <a:rPr lang="en-US" dirty="0"/>
            </a:br>
            <a:r>
              <a:rPr lang="en-US" dirty="0"/>
              <a:t>Linear Regression</a:t>
            </a:r>
            <a:endParaRPr lang="en-IN" dirty="0"/>
          </a:p>
        </p:txBody>
      </p:sp>
      <p:sp>
        <p:nvSpPr>
          <p:cNvPr id="4" name="Text Placeholder 3">
            <a:extLst>
              <a:ext uri="{FF2B5EF4-FFF2-40B4-BE49-F238E27FC236}">
                <a16:creationId xmlns:a16="http://schemas.microsoft.com/office/drawing/2014/main" id="{4AF66629-F349-43A0-B5A5-A51D2BBB7435}"/>
              </a:ext>
            </a:extLst>
          </p:cNvPr>
          <p:cNvSpPr>
            <a:spLocks noGrp="1"/>
          </p:cNvSpPr>
          <p:nvPr>
            <p:ph type="body" idx="1"/>
          </p:nvPr>
        </p:nvSpPr>
        <p:spPr/>
        <p:txBody>
          <a:bodyPr/>
          <a:lstStyle/>
          <a:p>
            <a:pPr lvl="0"/>
            <a:r>
              <a:rPr lang="en-US" dirty="0"/>
              <a:t>Line of Regression</a:t>
            </a:r>
          </a:p>
        </p:txBody>
      </p:sp>
    </p:spTree>
    <p:extLst>
      <p:ext uri="{BB962C8B-B14F-4D97-AF65-F5344CB8AC3E}">
        <p14:creationId xmlns:p14="http://schemas.microsoft.com/office/powerpoint/2010/main" val="426149360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Regression</a:t>
            </a:r>
          </a:p>
        </p:txBody>
      </p:sp>
      <p:sp>
        <p:nvSpPr>
          <p:cNvPr id="4" name="Content Placeholder 3"/>
          <p:cNvSpPr>
            <a:spLocks noGrp="1"/>
          </p:cNvSpPr>
          <p:nvPr>
            <p:ph idx="1"/>
          </p:nvPr>
        </p:nvSpPr>
        <p:spPr/>
        <p:txBody>
          <a:bodyPr/>
          <a:lstStyle/>
          <a:p>
            <a:pPr lvl="0"/>
            <a:r>
              <a:rPr lang="en-US" dirty="0"/>
              <a:t>If the variables, which are highly </a:t>
            </a:r>
            <a:r>
              <a:rPr lang="en-US" dirty="0">
                <a:solidFill>
                  <a:srgbClr val="FF0000"/>
                </a:solidFill>
              </a:rPr>
              <a:t>correlated</a:t>
            </a:r>
            <a:r>
              <a:rPr lang="en-US" dirty="0"/>
              <a:t>, are plotted on a graph then the points are around a straight line, the </a:t>
            </a:r>
            <a:r>
              <a:rPr lang="en-US" dirty="0">
                <a:solidFill>
                  <a:srgbClr val="FF0000"/>
                </a:solidFill>
              </a:rPr>
              <a:t>line</a:t>
            </a:r>
            <a:r>
              <a:rPr lang="en-US" dirty="0"/>
              <a:t> is known as the line of regression.</a:t>
            </a:r>
          </a:p>
          <a:p>
            <a:pPr lvl="0"/>
            <a:r>
              <a:rPr lang="en-US" dirty="0"/>
              <a:t>If such a line exist then regression is called Linear Regression.</a:t>
            </a:r>
          </a:p>
        </p:txBody>
      </p:sp>
      <p:pic>
        <p:nvPicPr>
          <p:cNvPr id="5" name="Picture 4"/>
          <p:cNvPicPr>
            <a:picLocks noChangeAspect="1"/>
          </p:cNvPicPr>
          <p:nvPr/>
        </p:nvPicPr>
        <p:blipFill>
          <a:blip r:embed="rId2"/>
          <a:stretch>
            <a:fillRect/>
          </a:stretch>
        </p:blipFill>
        <p:spPr>
          <a:xfrm>
            <a:off x="4191000" y="2796252"/>
            <a:ext cx="3810000" cy="3810000"/>
          </a:xfrm>
          <a:prstGeom prst="rect">
            <a:avLst/>
          </a:prstGeom>
        </p:spPr>
      </p:pic>
    </p:spTree>
    <p:extLst>
      <p:ext uri="{BB962C8B-B14F-4D97-AF65-F5344CB8AC3E}">
        <p14:creationId xmlns:p14="http://schemas.microsoft.com/office/powerpoint/2010/main" val="200459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9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Linear Regression</a:t>
            </a:r>
          </a:p>
        </p:txBody>
      </p:sp>
      <p:graphicFrame>
        <p:nvGraphicFramePr>
          <p:cNvPr id="3" name="Diagram 2"/>
          <p:cNvGraphicFramePr/>
          <p:nvPr>
            <p:extLst>
              <p:ext uri="{D42A27DB-BD31-4B8C-83A1-F6EECF244321}">
                <p14:modId xmlns:p14="http://schemas.microsoft.com/office/powerpoint/2010/main" val="2775673793"/>
              </p:ext>
            </p:extLst>
          </p:nvPr>
        </p:nvGraphicFramePr>
        <p:xfrm>
          <a:off x="1524000" y="1143000"/>
          <a:ext cx="914400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84883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graphicEl>
                                              <a:dgm id="{C09C3C07-ABA9-48F2-83DF-D8E821ACC495}"/>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graphicEl>
                                              <a:dgm id="{A73A69B8-EA3A-43EC-9740-845C298FB65E}"/>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Sub>
          <a:bldDgm bld="one"/>
        </p:bldSub>
      </p:bldGraphic>
    </p:bldLst>
  </p:timing>
</p:sld>
</file>

<file path=ppt/slides/slide10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Line of Regression</a:t>
            </a:r>
          </a:p>
        </p:txBody>
      </p:sp>
      <p:sp>
        <p:nvSpPr>
          <p:cNvPr id="4" name="Content Placeholder 3"/>
          <p:cNvSpPr>
            <a:spLocks noGrp="1"/>
          </p:cNvSpPr>
          <p:nvPr>
            <p:ph idx="1"/>
          </p:nvPr>
        </p:nvSpPr>
        <p:spPr/>
        <p:txBody>
          <a:bodyPr/>
          <a:lstStyle/>
          <a:p>
            <a:pPr marL="0" lvl="0" indent="0">
              <a:buNone/>
            </a:pPr>
            <a:r>
              <a:rPr lang="en-US" b="1" dirty="0"/>
              <a:t>Line of Regression of y on x:</a:t>
            </a:r>
          </a:p>
          <a:p>
            <a:r>
              <a:rPr lang="en-US" dirty="0"/>
              <a:t>This line of regression gives</a:t>
            </a:r>
          </a:p>
          <a:p>
            <a:pPr lvl="1"/>
            <a:r>
              <a:rPr lang="en-US" dirty="0"/>
              <a:t>the best </a:t>
            </a:r>
            <a:r>
              <a:rPr lang="en-US" dirty="0">
                <a:solidFill>
                  <a:srgbClr val="FF0000"/>
                </a:solidFill>
              </a:rPr>
              <a:t>prediction </a:t>
            </a:r>
            <a:r>
              <a:rPr lang="en-US" dirty="0"/>
              <a:t>or</a:t>
            </a:r>
            <a:r>
              <a:rPr lang="en-US" dirty="0">
                <a:solidFill>
                  <a:srgbClr val="FF0000"/>
                </a:solidFill>
              </a:rPr>
              <a:t> estimation</a:t>
            </a:r>
            <a:r>
              <a:rPr lang="en-US" dirty="0"/>
              <a:t> of </a:t>
            </a:r>
            <a:r>
              <a:rPr lang="en-US" dirty="0">
                <a:solidFill>
                  <a:srgbClr val="FF0000"/>
                </a:solidFill>
              </a:rPr>
              <a:t>y</a:t>
            </a:r>
            <a:r>
              <a:rPr lang="en-US" dirty="0"/>
              <a:t> </a:t>
            </a:r>
          </a:p>
          <a:p>
            <a:pPr lvl="1"/>
            <a:r>
              <a:rPr lang="en-US" dirty="0"/>
              <a:t>for given values of x.</a:t>
            </a:r>
          </a:p>
          <a:p>
            <a:pPr lvl="0">
              <a:lnSpc>
                <a:spcPct val="100000"/>
              </a:lnSpc>
            </a:pPr>
            <a:endParaRPr lang="en-US" dirty="0"/>
          </a:p>
          <a:p>
            <a:pPr marL="0" lvl="0" indent="0">
              <a:buNone/>
            </a:pPr>
            <a:r>
              <a:rPr lang="en-US" b="1" dirty="0"/>
              <a:t>Line of Regression of x on y:</a:t>
            </a:r>
          </a:p>
          <a:p>
            <a:r>
              <a:rPr lang="en-US" dirty="0"/>
              <a:t>This line of regression gives</a:t>
            </a:r>
          </a:p>
          <a:p>
            <a:pPr lvl="1"/>
            <a:r>
              <a:rPr lang="en-US" dirty="0"/>
              <a:t>the best </a:t>
            </a:r>
            <a:r>
              <a:rPr lang="en-US" dirty="0">
                <a:solidFill>
                  <a:srgbClr val="FF0000"/>
                </a:solidFill>
              </a:rPr>
              <a:t>prediction </a:t>
            </a:r>
            <a:r>
              <a:rPr lang="en-US" dirty="0"/>
              <a:t>or</a:t>
            </a:r>
            <a:r>
              <a:rPr lang="en-US" dirty="0">
                <a:solidFill>
                  <a:srgbClr val="FF0000"/>
                </a:solidFill>
              </a:rPr>
              <a:t> estimation</a:t>
            </a:r>
            <a:r>
              <a:rPr lang="en-US" dirty="0"/>
              <a:t> of </a:t>
            </a:r>
            <a:r>
              <a:rPr lang="en-US" dirty="0">
                <a:solidFill>
                  <a:srgbClr val="FF0000"/>
                </a:solidFill>
              </a:rPr>
              <a:t>x</a:t>
            </a:r>
            <a:r>
              <a:rPr lang="en-US" dirty="0"/>
              <a:t> </a:t>
            </a:r>
          </a:p>
          <a:p>
            <a:pPr lvl="1"/>
            <a:r>
              <a:rPr lang="en-US" dirty="0"/>
              <a:t>for given values of y.</a:t>
            </a:r>
          </a:p>
        </p:txBody>
      </p:sp>
      <p:sp>
        <p:nvSpPr>
          <p:cNvPr id="3" name="Cloud Callout 2"/>
          <p:cNvSpPr/>
          <p:nvPr/>
        </p:nvSpPr>
        <p:spPr>
          <a:xfrm>
            <a:off x="7048980" y="909727"/>
            <a:ext cx="3657600" cy="1828800"/>
          </a:xfrm>
          <a:prstGeom prst="cloudCallout">
            <a:avLst>
              <a:gd name="adj1" fmla="val -123681"/>
              <a:gd name="adj2" fmla="val -29905"/>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Useful to </a:t>
            </a:r>
          </a:p>
          <a:p>
            <a:pPr algn="ctr"/>
            <a:r>
              <a:rPr lang="en-US" sz="2800" b="1" dirty="0"/>
              <a:t>predict y</a:t>
            </a:r>
            <a:r>
              <a:rPr lang="en-US" sz="2800" dirty="0"/>
              <a:t> </a:t>
            </a:r>
          </a:p>
          <a:p>
            <a:pPr algn="ctr"/>
            <a:r>
              <a:rPr lang="en-US" sz="2800" dirty="0"/>
              <a:t>when x is given</a:t>
            </a:r>
          </a:p>
        </p:txBody>
      </p:sp>
      <p:sp>
        <p:nvSpPr>
          <p:cNvPr id="5" name="Cloud Callout 4"/>
          <p:cNvSpPr/>
          <p:nvPr/>
        </p:nvSpPr>
        <p:spPr>
          <a:xfrm>
            <a:off x="7048980" y="3712730"/>
            <a:ext cx="3657600" cy="1828800"/>
          </a:xfrm>
          <a:prstGeom prst="cloudCallout">
            <a:avLst>
              <a:gd name="adj1" fmla="val -123997"/>
              <a:gd name="adj2" fmla="val -18513"/>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Useful to </a:t>
            </a:r>
          </a:p>
          <a:p>
            <a:pPr algn="ctr"/>
            <a:r>
              <a:rPr lang="en-US" sz="2800" b="1" dirty="0"/>
              <a:t>predict x</a:t>
            </a:r>
            <a:r>
              <a:rPr lang="en-US" sz="2800" dirty="0"/>
              <a:t> </a:t>
            </a:r>
          </a:p>
          <a:p>
            <a:pPr algn="ctr"/>
            <a:r>
              <a:rPr lang="en-US" sz="2800"/>
              <a:t>when y </a:t>
            </a:r>
            <a:r>
              <a:rPr lang="en-US" sz="2800" dirty="0"/>
              <a:t>is given</a:t>
            </a:r>
          </a:p>
        </p:txBody>
      </p:sp>
    </p:spTree>
    <p:extLst>
      <p:ext uri="{BB962C8B-B14F-4D97-AF65-F5344CB8AC3E}">
        <p14:creationId xmlns:p14="http://schemas.microsoft.com/office/powerpoint/2010/main" val="2272029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3" grpId="0" animBg="1"/>
      <p:bldP spid="5" grpId="0" animBg="1"/>
    </p:bldLst>
  </p:timing>
</p:sld>
</file>

<file path=ppt/slides/slide10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dirty="0"/>
              <a:t>Line of Regression of y on x</a:t>
            </a: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lvl="0"/>
                <a:r>
                  <a:rPr lang="en-US" dirty="0"/>
                  <a:t>The line of regression of </a:t>
                </a:r>
                <a:r>
                  <a:rPr lang="en-US" dirty="0">
                    <a:solidFill>
                      <a:srgbClr val="FF0000"/>
                    </a:solidFill>
                  </a:rPr>
                  <a:t>y on x</a:t>
                </a:r>
                <a:r>
                  <a:rPr lang="en-US" dirty="0"/>
                  <a:t>	 is</a:t>
                </a:r>
              </a:p>
              <a:p>
                <a:pPr marL="0" indent="0">
                  <a:buNone/>
                </a:pPr>
                <a14:m>
                  <m:oMathPara xmlns:m="http://schemas.openxmlformats.org/officeDocument/2006/math">
                    <m:oMathParaPr>
                      <m:jc m:val="centerGroup"/>
                    </m:oMathParaPr>
                    <m:oMath xmlns:m="http://schemas.openxmlformats.org/officeDocument/2006/math">
                      <m:r>
                        <m:rPr>
                          <m:sty m:val="p"/>
                        </m:rPr>
                        <a:rPr lang="en-US" sz="3600" b="0" i="0" smtClean="0">
                          <a:solidFill>
                            <a:srgbClr val="C00000"/>
                          </a:solidFill>
                          <a:latin typeface="Cambria Math" panose="02040503050406030204" pitchFamily="18" charset="0"/>
                        </a:rPr>
                        <m:t>y</m:t>
                      </m:r>
                      <m:r>
                        <a:rPr lang="en-US" sz="3600" b="0" i="0" smtClean="0">
                          <a:solidFill>
                            <a:srgbClr val="C00000"/>
                          </a:solidFill>
                          <a:latin typeface="Cambria Math" panose="02040503050406030204" pitchFamily="18" charset="0"/>
                        </a:rPr>
                        <m:t>−</m:t>
                      </m:r>
                      <m:acc>
                        <m:accPr>
                          <m:chr m:val="̅"/>
                          <m:ctrlPr>
                            <a:rPr lang="en-US" sz="3600" i="1">
                              <a:solidFill>
                                <a:srgbClr val="C00000"/>
                              </a:solidFill>
                              <a:latin typeface="Cambria Math" panose="02040503050406030204" pitchFamily="18" charset="0"/>
                            </a:rPr>
                          </m:ctrlPr>
                        </m:accPr>
                        <m:e>
                          <m:r>
                            <a:rPr lang="en-US" sz="3600" b="0" i="0">
                              <a:solidFill>
                                <a:srgbClr val="C00000"/>
                              </a:solidFill>
                              <a:latin typeface="Cambria Math" panose="02040503050406030204" pitchFamily="18" charset="0"/>
                            </a:rPr>
                            <m:t> </m:t>
                          </m:r>
                          <m:r>
                            <m:rPr>
                              <m:sty m:val="p"/>
                            </m:rPr>
                            <a:rPr lang="en-US" sz="3600" b="0" i="0">
                              <a:solidFill>
                                <a:srgbClr val="C00000"/>
                              </a:solidFill>
                              <a:latin typeface="Cambria Math" panose="02040503050406030204" pitchFamily="18" charset="0"/>
                            </a:rPr>
                            <m:t>y</m:t>
                          </m:r>
                          <m:r>
                            <a:rPr lang="en-US" sz="3600" b="0" i="0">
                              <a:solidFill>
                                <a:srgbClr val="C00000"/>
                              </a:solidFill>
                              <a:latin typeface="Cambria Math" panose="02040503050406030204" pitchFamily="18" charset="0"/>
                            </a:rPr>
                            <m:t> </m:t>
                          </m:r>
                        </m:e>
                      </m:acc>
                      <m:r>
                        <a:rPr lang="en-US" sz="3600" b="0" i="0">
                          <a:solidFill>
                            <a:srgbClr val="C00000"/>
                          </a:solidFill>
                          <a:latin typeface="Cambria Math" panose="02040503050406030204" pitchFamily="18" charset="0"/>
                        </a:rPr>
                        <m:t>=</m:t>
                      </m:r>
                      <m:sSub>
                        <m:sSubPr>
                          <m:ctrlPr>
                            <a:rPr lang="en-US" sz="3600" i="1">
                              <a:solidFill>
                                <a:srgbClr val="C00000"/>
                              </a:solidFill>
                              <a:latin typeface="Cambria Math" panose="02040503050406030204" pitchFamily="18" charset="0"/>
                            </a:rPr>
                          </m:ctrlPr>
                        </m:sSubPr>
                        <m:e>
                          <m:r>
                            <m:rPr>
                              <m:sty m:val="p"/>
                            </m:rPr>
                            <a:rPr lang="en-US" sz="3600">
                              <a:solidFill>
                                <a:srgbClr val="C00000"/>
                              </a:solidFill>
                              <a:latin typeface="Cambria Math" panose="02040503050406030204" pitchFamily="18" charset="0"/>
                            </a:rPr>
                            <m:t>b</m:t>
                          </m:r>
                        </m:e>
                        <m:sub>
                          <m:r>
                            <m:rPr>
                              <m:sty m:val="p"/>
                            </m:rPr>
                            <a:rPr lang="en-US" sz="3600">
                              <a:solidFill>
                                <a:srgbClr val="C00000"/>
                              </a:solidFill>
                              <a:latin typeface="Cambria Math" panose="02040503050406030204" pitchFamily="18" charset="0"/>
                            </a:rPr>
                            <m:t>yx</m:t>
                          </m:r>
                        </m:sub>
                      </m:sSub>
                      <m:r>
                        <a:rPr lang="en-US" sz="3600" b="0" i="0" smtClean="0">
                          <a:solidFill>
                            <a:srgbClr val="C00000"/>
                          </a:solidFill>
                          <a:latin typeface="Cambria Math" panose="02040503050406030204" pitchFamily="18" charset="0"/>
                        </a:rPr>
                        <m:t> </m:t>
                      </m:r>
                      <m:d>
                        <m:dPr>
                          <m:ctrlPr>
                            <a:rPr lang="en-US" sz="3600" i="1">
                              <a:solidFill>
                                <a:srgbClr val="C00000"/>
                              </a:solidFill>
                              <a:latin typeface="Cambria Math" panose="02040503050406030204" pitchFamily="18" charset="0"/>
                            </a:rPr>
                          </m:ctrlPr>
                        </m:dPr>
                        <m:e>
                          <m:r>
                            <a:rPr lang="en-US" sz="3600" b="0" i="0" smtClean="0">
                              <a:solidFill>
                                <a:srgbClr val="C00000"/>
                              </a:solidFill>
                              <a:latin typeface="Cambria Math" panose="02040503050406030204" pitchFamily="18" charset="0"/>
                            </a:rPr>
                            <m:t> </m:t>
                          </m:r>
                          <m:r>
                            <m:rPr>
                              <m:sty m:val="p"/>
                            </m:rPr>
                            <a:rPr lang="en-US" sz="3600" b="0" i="0">
                              <a:solidFill>
                                <a:srgbClr val="C00000"/>
                              </a:solidFill>
                              <a:latin typeface="Cambria Math" panose="02040503050406030204" pitchFamily="18" charset="0"/>
                            </a:rPr>
                            <m:t>x</m:t>
                          </m:r>
                          <m:r>
                            <a:rPr lang="en-US" sz="3600" b="0" i="0">
                              <a:solidFill>
                                <a:srgbClr val="C00000"/>
                              </a:solidFill>
                              <a:latin typeface="Cambria Math" panose="02040503050406030204" pitchFamily="18" charset="0"/>
                            </a:rPr>
                            <m:t>−</m:t>
                          </m:r>
                          <m:acc>
                            <m:accPr>
                              <m:chr m:val="̅"/>
                              <m:ctrlPr>
                                <a:rPr lang="en-US" sz="3600" i="1">
                                  <a:solidFill>
                                    <a:srgbClr val="C00000"/>
                                  </a:solidFill>
                                  <a:latin typeface="Cambria Math" panose="02040503050406030204" pitchFamily="18" charset="0"/>
                                </a:rPr>
                              </m:ctrlPr>
                            </m:accPr>
                            <m:e>
                              <m:r>
                                <a:rPr lang="en-US" sz="3600" b="0" i="0">
                                  <a:solidFill>
                                    <a:srgbClr val="C00000"/>
                                  </a:solidFill>
                                  <a:latin typeface="Cambria Math" panose="02040503050406030204" pitchFamily="18" charset="0"/>
                                </a:rPr>
                                <m:t> </m:t>
                              </m:r>
                              <m:r>
                                <m:rPr>
                                  <m:sty m:val="p"/>
                                </m:rPr>
                                <a:rPr lang="en-US" sz="3600" b="0" i="0">
                                  <a:solidFill>
                                    <a:srgbClr val="C00000"/>
                                  </a:solidFill>
                                  <a:latin typeface="Cambria Math" panose="02040503050406030204" pitchFamily="18" charset="0"/>
                                </a:rPr>
                                <m:t>x</m:t>
                              </m:r>
                              <m:r>
                                <a:rPr lang="en-US" sz="3600" b="0" i="0">
                                  <a:solidFill>
                                    <a:srgbClr val="C00000"/>
                                  </a:solidFill>
                                  <a:latin typeface="Cambria Math" panose="02040503050406030204" pitchFamily="18" charset="0"/>
                                </a:rPr>
                                <m:t> </m:t>
                              </m:r>
                            </m:e>
                          </m:acc>
                        </m:e>
                      </m:d>
                    </m:oMath>
                  </m:oMathPara>
                </a14:m>
                <a:endParaRPr lang="en-US" dirty="0"/>
              </a:p>
              <a:p>
                <a:r>
                  <a:rPr lang="en-US" i="0" dirty="0">
                    <a:latin typeface="+mj-lt"/>
                  </a:rPr>
                  <a:t>Where,</a:t>
                </a:r>
                <a:endParaRPr lang="en-US" dirty="0"/>
              </a:p>
              <a:p>
                <a:pPr lvl="1"/>
                <a14:m>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rPr>
                          <m:t>b</m:t>
                        </m:r>
                      </m:e>
                      <m:sub>
                        <m:r>
                          <m:rPr>
                            <m:sty m:val="p"/>
                          </m:rPr>
                          <a:rPr lang="en-US">
                            <a:latin typeface="Cambria Math" panose="02040503050406030204" pitchFamily="18" charset="0"/>
                          </a:rPr>
                          <m:t>yx</m:t>
                        </m:r>
                      </m:sub>
                    </m:sSub>
                    <m:r>
                      <a:rPr lang="en-US" b="0" i="0" smtClean="0">
                        <a:latin typeface="Cambria Math" panose="02040503050406030204" pitchFamily="18" charset="0"/>
                      </a:rPr>
                      <m:t>=</m:t>
                    </m:r>
                    <m:r>
                      <m:rPr>
                        <m:sty m:val="p"/>
                      </m:rPr>
                      <a:rPr lang="en-US" i="0" smtClean="0">
                        <a:latin typeface="Cambria Math" panose="02040503050406030204" pitchFamily="18" charset="0"/>
                      </a:rPr>
                      <m:t>r</m:t>
                    </m:r>
                    <m:r>
                      <a:rPr lang="en-US" i="0" smtClean="0">
                        <a:latin typeface="Cambria Math" panose="02040503050406030204" pitchFamily="18" charset="0"/>
                      </a:rPr>
                      <m:t> </m:t>
                    </m:r>
                    <m:f>
                      <m:fPr>
                        <m:ctrlPr>
                          <a:rPr lang="en-US" i="1" smtClean="0">
                            <a:latin typeface="Cambria Math" panose="02040503050406030204" pitchFamily="18" charset="0"/>
                          </a:rPr>
                        </m:ctrlPr>
                      </m:fPr>
                      <m:num>
                        <m:r>
                          <a:rPr lang="en-US" i="0">
                            <a:latin typeface="Cambria Math" panose="02040503050406030204" pitchFamily="18" charset="0"/>
                          </a:rPr>
                          <m:t> </m:t>
                        </m:r>
                        <m:sSub>
                          <m:sSubPr>
                            <m:ctrlPr>
                              <a:rPr lang="en-US" i="1">
                                <a:latin typeface="Cambria Math" panose="02040503050406030204" pitchFamily="18" charset="0"/>
                              </a:rPr>
                            </m:ctrlPr>
                          </m:sSubPr>
                          <m:e>
                            <m:r>
                              <m:rPr>
                                <m:sty m:val="p"/>
                              </m:rPr>
                              <a:rPr lang="en-US" i="0">
                                <a:latin typeface="Cambria Math" panose="02040503050406030204" pitchFamily="18" charset="0"/>
                              </a:rPr>
                              <m:t>σ</m:t>
                            </m:r>
                          </m:e>
                          <m:sub>
                            <m:r>
                              <m:rPr>
                                <m:sty m:val="p"/>
                              </m:rPr>
                              <a:rPr lang="en-US" i="0">
                                <a:latin typeface="Cambria Math" panose="02040503050406030204" pitchFamily="18" charset="0"/>
                              </a:rPr>
                              <m:t>y</m:t>
                            </m:r>
                          </m:sub>
                        </m:sSub>
                        <m:r>
                          <a:rPr lang="en-US" i="0">
                            <a:latin typeface="Cambria Math" panose="02040503050406030204" pitchFamily="18" charset="0"/>
                          </a:rPr>
                          <m:t> </m:t>
                        </m:r>
                      </m:num>
                      <m:den>
                        <m:r>
                          <a:rPr lang="en-US" i="0">
                            <a:latin typeface="Cambria Math" panose="02040503050406030204" pitchFamily="18" charset="0"/>
                          </a:rPr>
                          <m:t> </m:t>
                        </m:r>
                        <m:sSub>
                          <m:sSubPr>
                            <m:ctrlPr>
                              <a:rPr lang="en-US" i="1">
                                <a:latin typeface="Cambria Math" panose="02040503050406030204" pitchFamily="18" charset="0"/>
                              </a:rPr>
                            </m:ctrlPr>
                          </m:sSubPr>
                          <m:e>
                            <m:r>
                              <m:rPr>
                                <m:sty m:val="p"/>
                              </m:rPr>
                              <a:rPr lang="en-US" i="0">
                                <a:latin typeface="Cambria Math" panose="02040503050406030204" pitchFamily="18" charset="0"/>
                              </a:rPr>
                              <m:t>σ</m:t>
                            </m:r>
                          </m:e>
                          <m:sub>
                            <m:r>
                              <m:rPr>
                                <m:sty m:val="p"/>
                              </m:rPr>
                              <a:rPr lang="en-US" i="0">
                                <a:latin typeface="Cambria Math" panose="02040503050406030204" pitchFamily="18" charset="0"/>
                              </a:rPr>
                              <m:t>x</m:t>
                            </m:r>
                          </m:sub>
                        </m:sSub>
                        <m:r>
                          <a:rPr lang="en-US" i="0">
                            <a:latin typeface="Cambria Math" panose="02040503050406030204" pitchFamily="18" charset="0"/>
                          </a:rPr>
                          <m:t> </m:t>
                        </m:r>
                      </m:den>
                    </m:f>
                    <m:r>
                      <m:rPr>
                        <m:nor/>
                      </m:rPr>
                      <a:rPr lang="en-US" b="0" i="0" smtClean="0">
                        <a:latin typeface="Cambria Math" panose="02040503050406030204" pitchFamily="18" charset="0"/>
                      </a:rPr>
                      <m:t> </m:t>
                    </m:r>
                    <m:r>
                      <m:rPr>
                        <m:nor/>
                      </m:rPr>
                      <a:rPr lang="en-US" b="0" i="0" smtClean="0"/>
                      <m:t>is</m:t>
                    </m:r>
                    <m:r>
                      <m:rPr>
                        <m:nor/>
                      </m:rPr>
                      <a:rPr lang="en-US" b="0" i="0" smtClean="0"/>
                      <m:t> </m:t>
                    </m:r>
                    <m:r>
                      <m:rPr>
                        <m:nor/>
                      </m:rPr>
                      <a:rPr lang="en-US" b="0" i="0" smtClean="0"/>
                      <m:t>called</m:t>
                    </m:r>
                    <m:r>
                      <m:rPr>
                        <m:nor/>
                      </m:rPr>
                      <a:rPr lang="en-US" b="0" i="0" smtClean="0"/>
                      <m:t> </m:t>
                    </m:r>
                    <m:r>
                      <m:rPr>
                        <m:nor/>
                      </m:rPr>
                      <a:rPr lang="en-US" b="0" i="0" smtClean="0"/>
                      <m:t>the</m:t>
                    </m:r>
                    <m:r>
                      <m:rPr>
                        <m:nor/>
                      </m:rPr>
                      <a:rPr lang="en-US" b="0" i="0" smtClean="0"/>
                      <m:t> </m:t>
                    </m:r>
                    <m:r>
                      <m:rPr>
                        <m:nor/>
                      </m:rPr>
                      <a:rPr lang="en-US" b="0" i="0" smtClean="0">
                        <a:solidFill>
                          <a:srgbClr val="FF0000"/>
                        </a:solidFill>
                      </a:rPr>
                      <m:t>regression</m:t>
                    </m:r>
                    <m:r>
                      <m:rPr>
                        <m:nor/>
                      </m:rPr>
                      <a:rPr lang="en-US" b="0" i="0" smtClean="0">
                        <a:solidFill>
                          <a:srgbClr val="FF0000"/>
                        </a:solidFill>
                      </a:rPr>
                      <m:t> </m:t>
                    </m:r>
                    <m:r>
                      <m:rPr>
                        <m:nor/>
                      </m:rPr>
                      <a:rPr lang="en-US" b="0" i="0" smtClean="0">
                        <a:solidFill>
                          <a:srgbClr val="FF0000"/>
                        </a:solidFill>
                      </a:rPr>
                      <m:t>coefficient</m:t>
                    </m:r>
                    <m:r>
                      <m:rPr>
                        <m:nor/>
                      </m:rPr>
                      <a:rPr lang="en-US" b="0" i="0" smtClean="0">
                        <a:solidFill>
                          <a:srgbClr val="FF0000"/>
                        </a:solidFill>
                      </a:rPr>
                      <m:t> </m:t>
                    </m:r>
                    <m:r>
                      <m:rPr>
                        <m:nor/>
                      </m:rPr>
                      <a:rPr lang="en-US" b="0" i="0" smtClean="0"/>
                      <m:t>of</m:t>
                    </m:r>
                    <m:r>
                      <m:rPr>
                        <m:nor/>
                      </m:rPr>
                      <a:rPr lang="en-US" b="0" i="0" smtClean="0"/>
                      <m:t> </m:t>
                    </m:r>
                    <m:r>
                      <m:rPr>
                        <m:sty m:val="p"/>
                      </m:rPr>
                      <a:rPr lang="en-US" b="0" i="0" smtClean="0">
                        <a:latin typeface="Cambria Math" panose="02040503050406030204" pitchFamily="18" charset="0"/>
                      </a:rPr>
                      <m:t>y</m:t>
                    </m:r>
                    <m:r>
                      <m:rPr>
                        <m:nor/>
                      </m:rPr>
                      <a:rPr lang="en-US" b="0" i="0" smtClean="0"/>
                      <m:t> </m:t>
                    </m:r>
                    <m:r>
                      <m:rPr>
                        <m:nor/>
                      </m:rPr>
                      <a:rPr lang="en-US" b="0" i="0" smtClean="0"/>
                      <m:t>on</m:t>
                    </m:r>
                    <m:r>
                      <m:rPr>
                        <m:nor/>
                      </m:rPr>
                      <a:rPr lang="en-US" b="0" i="0" smtClean="0"/>
                      <m:t> </m:t>
                    </m:r>
                    <m:r>
                      <m:rPr>
                        <m:sty m:val="p"/>
                      </m:rPr>
                      <a:rPr lang="en-US" b="0" i="0" smtClean="0">
                        <a:latin typeface="Cambria Math" panose="02040503050406030204" pitchFamily="18" charset="0"/>
                      </a:rPr>
                      <m:t>x</m:t>
                    </m:r>
                  </m:oMath>
                </a14:m>
                <a:endParaRPr lang="en-US" b="0" dirty="0"/>
              </a:p>
              <a:p>
                <a:pPr lvl="1"/>
                <a14:m>
                  <m:oMath xmlns:m="http://schemas.openxmlformats.org/officeDocument/2006/math">
                    <m:r>
                      <m:rPr>
                        <m:sty m:val="p"/>
                      </m:rPr>
                      <a:rPr lang="en-US" i="0" smtClean="0">
                        <a:latin typeface="Cambria Math" panose="02040503050406030204" pitchFamily="18" charset="0"/>
                      </a:rPr>
                      <m:t>r</m:t>
                    </m:r>
                    <m:r>
                      <a:rPr lang="en-US" i="0" smtClean="0">
                        <a:latin typeface="Cambria Math" panose="02040503050406030204" pitchFamily="18" charset="0"/>
                      </a:rPr>
                      <m:t>=</m:t>
                    </m:r>
                    <m:r>
                      <m:rPr>
                        <m:nor/>
                      </m:rPr>
                      <a:rPr lang="en-US" b="0" i="0" smtClean="0">
                        <a:solidFill>
                          <a:srgbClr val="FF0000"/>
                        </a:solidFill>
                      </a:rPr>
                      <m:t>c</m:t>
                    </m:r>
                    <m:r>
                      <m:rPr>
                        <m:nor/>
                      </m:rPr>
                      <a:rPr lang="en-US" i="0" smtClean="0">
                        <a:solidFill>
                          <a:srgbClr val="FF0000"/>
                        </a:solidFill>
                      </a:rPr>
                      <m:t>orrelation</m:t>
                    </m:r>
                    <m:r>
                      <m:rPr>
                        <m:nor/>
                      </m:rPr>
                      <a:rPr lang="en-US" i="0" smtClean="0">
                        <a:solidFill>
                          <a:srgbClr val="FF0000"/>
                        </a:solidFill>
                      </a:rPr>
                      <m:t> </m:t>
                    </m:r>
                    <m:r>
                      <m:rPr>
                        <m:nor/>
                      </m:rPr>
                      <a:rPr lang="en-US" i="0" smtClean="0">
                        <a:solidFill>
                          <a:srgbClr val="FF0000"/>
                        </a:solidFill>
                      </a:rPr>
                      <m:t>coefficient</m:t>
                    </m:r>
                    <m:r>
                      <m:rPr>
                        <m:nor/>
                      </m:rPr>
                      <a:rPr lang="en-US" i="0"/>
                      <m:t> </m:t>
                    </m:r>
                    <m:r>
                      <m:rPr>
                        <m:nor/>
                      </m:rPr>
                      <a:rPr lang="en-US" i="0"/>
                      <m:t>between</m:t>
                    </m:r>
                    <m:r>
                      <m:rPr>
                        <m:nor/>
                      </m:rPr>
                      <a:rPr lang="en-US"/>
                      <m:t> </m:t>
                    </m:r>
                    <m:r>
                      <m:rPr>
                        <m:sty m:val="p"/>
                      </m:rPr>
                      <a:rPr lang="en-US" i="0">
                        <a:latin typeface="Cambria Math" panose="02040503050406030204" pitchFamily="18" charset="0"/>
                      </a:rPr>
                      <m:t>x</m:t>
                    </m:r>
                    <m:r>
                      <m:rPr>
                        <m:nor/>
                      </m:rPr>
                      <a:rPr lang="en-US"/>
                      <m:t> </m:t>
                    </m:r>
                    <m:r>
                      <m:rPr>
                        <m:nor/>
                      </m:rPr>
                      <a:rPr lang="en-US"/>
                      <m:t>and</m:t>
                    </m:r>
                    <m:r>
                      <m:rPr>
                        <m:nor/>
                      </m:rPr>
                      <a:rPr lang="en-US"/>
                      <m:t> </m:t>
                    </m:r>
                    <m:r>
                      <m:rPr>
                        <m:sty m:val="p"/>
                      </m:rPr>
                      <a:rPr lang="en-US" i="0">
                        <a:latin typeface="Cambria Math" panose="02040503050406030204" pitchFamily="18" charset="0"/>
                      </a:rPr>
                      <m:t>y</m:t>
                    </m:r>
                  </m:oMath>
                </a14:m>
                <a:endParaRPr lang="en-US" dirty="0"/>
              </a:p>
              <a:p>
                <a:pPr lvl="1"/>
                <a14:m>
                  <m:oMath xmlns:m="http://schemas.openxmlformats.org/officeDocument/2006/math">
                    <m:acc>
                      <m:accPr>
                        <m:chr m:val="̅"/>
                        <m:ctrlPr>
                          <a:rPr lang="en-US" i="1">
                            <a:latin typeface="Cambria Math" panose="02040503050406030204" pitchFamily="18" charset="0"/>
                          </a:rPr>
                        </m:ctrlPr>
                      </m:accPr>
                      <m:e>
                        <m:r>
                          <a:rPr lang="en-US" b="0" i="0" smtClean="0">
                            <a:latin typeface="Cambria Math" panose="02040503050406030204" pitchFamily="18" charset="0"/>
                          </a:rPr>
                          <m:t> </m:t>
                        </m:r>
                        <m:r>
                          <m:rPr>
                            <m:sty m:val="p"/>
                          </m:rPr>
                          <a:rPr lang="en-US">
                            <a:latin typeface="Cambria Math" panose="02040503050406030204" pitchFamily="18" charset="0"/>
                          </a:rPr>
                          <m:t>x</m:t>
                        </m:r>
                        <m:r>
                          <a:rPr lang="en-US" b="0" i="0" smtClean="0">
                            <a:latin typeface="Cambria Math" panose="02040503050406030204" pitchFamily="18" charset="0"/>
                          </a:rPr>
                          <m:t> </m:t>
                        </m:r>
                      </m:e>
                    </m:acc>
                    <m:r>
                      <a:rPr lang="en-US" i="1">
                        <a:latin typeface="Cambria Math" panose="02040503050406030204" pitchFamily="18" charset="0"/>
                      </a:rPr>
                      <m:t>, </m:t>
                    </m:r>
                    <m:r>
                      <a:rPr lang="en-US" b="0" i="1" smtClean="0">
                        <a:latin typeface="Cambria Math" panose="02040503050406030204" pitchFamily="18" charset="0"/>
                      </a:rPr>
                      <m:t> </m:t>
                    </m:r>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m:rPr>
                            <m:sty m:val="p"/>
                          </m:rPr>
                          <a:rPr lang="en-US">
                            <a:latin typeface="Cambria Math" panose="02040503050406030204" pitchFamily="18" charset="0"/>
                          </a:rPr>
                          <m:t>x</m:t>
                        </m:r>
                      </m:sub>
                    </m:sSub>
                    <m:r>
                      <a:rPr lang="en-US" i="1">
                        <a:latin typeface="Cambria Math" panose="02040503050406030204" pitchFamily="18" charset="0"/>
                      </a:rPr>
                      <m:t>=</m:t>
                    </m:r>
                    <m:r>
                      <m:rPr>
                        <m:nor/>
                      </m:rPr>
                      <a:rPr lang="en-US" i="0"/>
                      <m:t>Mean</m:t>
                    </m:r>
                    <m:r>
                      <m:rPr>
                        <m:nor/>
                      </m:rPr>
                      <a:rPr lang="en-US" b="0" i="0" smtClean="0">
                        <a:latin typeface="Cambria Math" panose="02040503050406030204" pitchFamily="18" charset="0"/>
                      </a:rPr>
                      <m:t>,  </m:t>
                    </m:r>
                    <m:r>
                      <m:rPr>
                        <m:nor/>
                      </m:rPr>
                      <a:rPr lang="en-US" i="0"/>
                      <m:t> </m:t>
                    </m:r>
                    <m:r>
                      <m:rPr>
                        <m:nor/>
                      </m:rPr>
                      <a:rPr lang="en-US" i="0"/>
                      <m:t>Standard</m:t>
                    </m:r>
                    <m:r>
                      <m:rPr>
                        <m:nor/>
                      </m:rPr>
                      <a:rPr lang="en-US" i="0"/>
                      <m:t> </m:t>
                    </m:r>
                    <m:r>
                      <m:rPr>
                        <m:nor/>
                      </m:rPr>
                      <a:rPr lang="en-US" i="0"/>
                      <m:t>Deviation</m:t>
                    </m:r>
                    <m:r>
                      <m:rPr>
                        <m:nor/>
                      </m:rPr>
                      <a:rPr lang="en-US" i="0"/>
                      <m:t> </m:t>
                    </m:r>
                    <m:r>
                      <m:rPr>
                        <m:nor/>
                      </m:rPr>
                      <a:rPr lang="en-US" i="0"/>
                      <m:t>of</m:t>
                    </m:r>
                    <m:r>
                      <m:rPr>
                        <m:nor/>
                      </m:rPr>
                      <a:rPr lang="en-US" i="0"/>
                      <m:t> </m:t>
                    </m:r>
                    <m:r>
                      <m:rPr>
                        <m:nor/>
                      </m:rPr>
                      <a:rPr lang="en-US" i="0"/>
                      <m:t>all</m:t>
                    </m:r>
                    <m:r>
                      <a:rPr lang="en-US">
                        <a:latin typeface="Cambria Math" panose="02040503050406030204" pitchFamily="18" charset="0"/>
                      </a:rPr>
                      <m:t> </m:t>
                    </m:r>
                    <m:r>
                      <m:rPr>
                        <m:sty m:val="p"/>
                      </m:rPr>
                      <a:rPr lang="en-US">
                        <a:latin typeface="Cambria Math" panose="02040503050406030204" pitchFamily="18" charset="0"/>
                      </a:rPr>
                      <m:t>x</m:t>
                    </m:r>
                    <m:sSub>
                      <m:sSubPr>
                        <m:ctrlPr>
                          <a:rPr lang="en-US" i="1">
                            <a:latin typeface="Cambria Math" panose="02040503050406030204" pitchFamily="18" charset="0"/>
                          </a:rPr>
                        </m:ctrlPr>
                      </m:sSubPr>
                      <m:e>
                        <m:r>
                          <a:rPr lang="en-US">
                            <a:latin typeface="Cambria Math" panose="02040503050406030204" pitchFamily="18" charset="0"/>
                          </a:rPr>
                          <m:t>­</m:t>
                        </m:r>
                      </m:e>
                      <m:sub>
                        <m:r>
                          <m:rPr>
                            <m:sty m:val="p"/>
                          </m:rPr>
                          <a:rPr lang="en-US">
                            <a:latin typeface="Cambria Math" panose="02040503050406030204" pitchFamily="18" charset="0"/>
                          </a:rPr>
                          <m:t>i</m:t>
                        </m:r>
                      </m:sub>
                    </m:sSub>
                  </m:oMath>
                </a14:m>
                <a:endParaRPr lang="en-US" dirty="0"/>
              </a:p>
              <a:p>
                <a:pPr lvl="1"/>
                <a14:m>
                  <m:oMath xmlns:m="http://schemas.openxmlformats.org/officeDocument/2006/math">
                    <m:acc>
                      <m:accPr>
                        <m:chr m:val="̅"/>
                        <m:ctrlPr>
                          <a:rPr lang="en-US" i="1">
                            <a:latin typeface="Cambria Math" panose="02040503050406030204" pitchFamily="18" charset="0"/>
                          </a:rPr>
                        </m:ctrlPr>
                      </m:accPr>
                      <m:e>
                        <m:r>
                          <a:rPr lang="en-US" b="0" i="1" smtClean="0">
                            <a:latin typeface="Cambria Math" panose="02040503050406030204" pitchFamily="18" charset="0"/>
                          </a:rPr>
                          <m:t> </m:t>
                        </m:r>
                        <m:r>
                          <m:rPr>
                            <m:sty m:val="p"/>
                          </m:rPr>
                          <a:rPr lang="en-US">
                            <a:latin typeface="Cambria Math" panose="02040503050406030204" pitchFamily="18" charset="0"/>
                          </a:rPr>
                          <m:t>y</m:t>
                        </m:r>
                        <m:r>
                          <a:rPr lang="en-US" b="0" i="0" smtClean="0">
                            <a:latin typeface="Cambria Math" panose="02040503050406030204" pitchFamily="18" charset="0"/>
                          </a:rPr>
                          <m:t> </m:t>
                        </m:r>
                      </m:e>
                    </m:acc>
                    <m:r>
                      <a:rPr lang="en-US" i="1">
                        <a:latin typeface="Cambria Math" panose="02040503050406030204" pitchFamily="18" charset="0"/>
                      </a:rPr>
                      <m:t>, </m:t>
                    </m:r>
                    <m:r>
                      <a:rPr lang="en-US" b="0" i="1" smtClean="0">
                        <a:latin typeface="Cambria Math" panose="02040503050406030204" pitchFamily="18" charset="0"/>
                      </a:rPr>
                      <m:t> </m:t>
                    </m:r>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m:rPr>
                            <m:sty m:val="p"/>
                          </m:rPr>
                          <a:rPr lang="en-US">
                            <a:latin typeface="Cambria Math" panose="02040503050406030204" pitchFamily="18" charset="0"/>
                          </a:rPr>
                          <m:t>y</m:t>
                        </m:r>
                      </m:sub>
                    </m:sSub>
                    <m:r>
                      <a:rPr lang="en-US" i="1">
                        <a:latin typeface="Cambria Math" panose="02040503050406030204" pitchFamily="18" charset="0"/>
                      </a:rPr>
                      <m:t>=</m:t>
                    </m:r>
                    <m:r>
                      <m:rPr>
                        <m:nor/>
                      </m:rPr>
                      <a:rPr lang="en-US" i="0"/>
                      <m:t>Mean</m:t>
                    </m:r>
                    <m:r>
                      <m:rPr>
                        <m:nor/>
                      </m:rPr>
                      <a:rPr lang="en-US" b="0" i="0" smtClean="0">
                        <a:latin typeface="Cambria Math" panose="02040503050406030204" pitchFamily="18" charset="0"/>
                      </a:rPr>
                      <m:t>,  </m:t>
                    </m:r>
                    <m:r>
                      <m:rPr>
                        <m:nor/>
                      </m:rPr>
                      <a:rPr lang="en-US" i="0"/>
                      <m:t>Standard</m:t>
                    </m:r>
                    <m:r>
                      <m:rPr>
                        <m:nor/>
                      </m:rPr>
                      <a:rPr lang="en-US" i="0"/>
                      <m:t> </m:t>
                    </m:r>
                    <m:r>
                      <m:rPr>
                        <m:nor/>
                      </m:rPr>
                      <a:rPr lang="en-US" i="0"/>
                      <m:t>Deviation</m:t>
                    </m:r>
                    <m:r>
                      <m:rPr>
                        <m:nor/>
                      </m:rPr>
                      <a:rPr lang="en-US" i="0"/>
                      <m:t> </m:t>
                    </m:r>
                    <m:r>
                      <m:rPr>
                        <m:nor/>
                      </m:rPr>
                      <a:rPr lang="en-US" i="0"/>
                      <m:t>of</m:t>
                    </m:r>
                    <m:r>
                      <m:rPr>
                        <m:nor/>
                      </m:rPr>
                      <a:rPr lang="en-US" i="0"/>
                      <m:t> </m:t>
                    </m:r>
                    <m:r>
                      <m:rPr>
                        <m:nor/>
                      </m:rPr>
                      <a:rPr lang="en-US" i="0"/>
                      <m:t>all</m:t>
                    </m:r>
                    <m:r>
                      <m:rPr>
                        <m:nor/>
                      </m:rPr>
                      <a:rPr lang="en-US" i="0"/>
                      <m:t> </m:t>
                    </m:r>
                    <m:r>
                      <m:rPr>
                        <m:sty m:val="p"/>
                      </m:rPr>
                      <a:rPr lang="en-US">
                        <a:latin typeface="Cambria Math" panose="02040503050406030204" pitchFamily="18" charset="0"/>
                      </a:rPr>
                      <m:t>y</m:t>
                    </m:r>
                    <m:sSub>
                      <m:sSubPr>
                        <m:ctrlPr>
                          <a:rPr lang="en-US" i="1">
                            <a:latin typeface="Cambria Math" panose="02040503050406030204" pitchFamily="18" charset="0"/>
                          </a:rPr>
                        </m:ctrlPr>
                      </m:sSubPr>
                      <m:e>
                        <m:r>
                          <a:rPr lang="en-US">
                            <a:latin typeface="Cambria Math" panose="02040503050406030204" pitchFamily="18" charset="0"/>
                          </a:rPr>
                          <m:t>­</m:t>
                        </m:r>
                      </m:e>
                      <m:sub>
                        <m:r>
                          <m:rPr>
                            <m:sty m:val="p"/>
                          </m:rPr>
                          <a:rPr lang="en-US">
                            <a:latin typeface="Cambria Math" panose="02040503050406030204" pitchFamily="18" charset="0"/>
                          </a:rPr>
                          <m:t>i</m:t>
                        </m:r>
                      </m:sub>
                    </m:sSub>
                  </m:oMath>
                </a14:m>
                <a:endParaRPr lang="en-US" dirty="0"/>
              </a:p>
              <a:p>
                <a:pPr lvl="1"/>
                <a:endParaRPr lang="en-US" b="0"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rotWithShape="0">
                <a:blip r:embed="rId2"/>
                <a:stretch>
                  <a:fillRect l="-971"/>
                </a:stretch>
              </a:blipFill>
            </p:spPr>
            <p:txBody>
              <a:bodyPr/>
              <a:lstStyle/>
              <a:p>
                <a:r>
                  <a:rPr lang="en-US">
                    <a:noFill/>
                  </a:rPr>
                  <a:t> </a:t>
                </a:r>
              </a:p>
            </p:txBody>
          </p:sp>
        </mc:Fallback>
      </mc:AlternateContent>
    </p:spTree>
    <p:extLst>
      <p:ext uri="{BB962C8B-B14F-4D97-AF65-F5344CB8AC3E}">
        <p14:creationId xmlns:p14="http://schemas.microsoft.com/office/powerpoint/2010/main" val="1858412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0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dirty="0"/>
              <a:t>Line of Regression of x on y</a:t>
            </a: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lvl="0"/>
                <a:r>
                  <a:rPr lang="en-US" dirty="0"/>
                  <a:t>The line of regression of </a:t>
                </a:r>
                <a:r>
                  <a:rPr lang="en-US" dirty="0">
                    <a:solidFill>
                      <a:srgbClr val="FF0000"/>
                    </a:solidFill>
                  </a:rPr>
                  <a:t>x on y</a:t>
                </a:r>
                <a:r>
                  <a:rPr lang="en-US" dirty="0"/>
                  <a:t>	 is</a:t>
                </a:r>
              </a:p>
              <a:p>
                <a:pPr marL="0" indent="0">
                  <a:buNone/>
                </a:pPr>
                <a14:m>
                  <m:oMathPara xmlns:m="http://schemas.openxmlformats.org/officeDocument/2006/math">
                    <m:oMathParaPr>
                      <m:jc m:val="centerGroup"/>
                    </m:oMathParaPr>
                    <m:oMath xmlns:m="http://schemas.openxmlformats.org/officeDocument/2006/math">
                      <m:r>
                        <m:rPr>
                          <m:sty m:val="p"/>
                        </m:rPr>
                        <a:rPr lang="en-US" sz="3600" b="0" i="0" smtClean="0">
                          <a:solidFill>
                            <a:srgbClr val="C00000"/>
                          </a:solidFill>
                          <a:latin typeface="Cambria Math" panose="02040503050406030204" pitchFamily="18" charset="0"/>
                        </a:rPr>
                        <m:t>x</m:t>
                      </m:r>
                      <m:r>
                        <a:rPr lang="en-US" sz="3600" b="0" i="0">
                          <a:solidFill>
                            <a:srgbClr val="C00000"/>
                          </a:solidFill>
                          <a:latin typeface="Cambria Math" panose="02040503050406030204" pitchFamily="18" charset="0"/>
                        </a:rPr>
                        <m:t>−</m:t>
                      </m:r>
                      <m:acc>
                        <m:accPr>
                          <m:chr m:val="̅"/>
                          <m:ctrlPr>
                            <a:rPr lang="en-US" sz="3600" i="1">
                              <a:solidFill>
                                <a:srgbClr val="C00000"/>
                              </a:solidFill>
                              <a:latin typeface="Cambria Math" panose="02040503050406030204" pitchFamily="18" charset="0"/>
                            </a:rPr>
                          </m:ctrlPr>
                        </m:accPr>
                        <m:e>
                          <m:r>
                            <a:rPr lang="en-US" sz="3600" b="0" i="0">
                              <a:solidFill>
                                <a:srgbClr val="C00000"/>
                              </a:solidFill>
                              <a:latin typeface="Cambria Math" panose="02040503050406030204" pitchFamily="18" charset="0"/>
                            </a:rPr>
                            <m:t> </m:t>
                          </m:r>
                          <m:r>
                            <m:rPr>
                              <m:sty m:val="p"/>
                            </m:rPr>
                            <a:rPr lang="en-US" sz="3600" b="0" i="0" smtClean="0">
                              <a:solidFill>
                                <a:srgbClr val="C00000"/>
                              </a:solidFill>
                              <a:latin typeface="Cambria Math" panose="02040503050406030204" pitchFamily="18" charset="0"/>
                            </a:rPr>
                            <m:t>x</m:t>
                          </m:r>
                          <m:r>
                            <a:rPr lang="en-US" sz="3600" b="0" i="0">
                              <a:solidFill>
                                <a:srgbClr val="C00000"/>
                              </a:solidFill>
                              <a:latin typeface="Cambria Math" panose="02040503050406030204" pitchFamily="18" charset="0"/>
                            </a:rPr>
                            <m:t> </m:t>
                          </m:r>
                        </m:e>
                      </m:acc>
                      <m:r>
                        <a:rPr lang="en-US" sz="3600" b="0" i="0">
                          <a:solidFill>
                            <a:srgbClr val="C00000"/>
                          </a:solidFill>
                          <a:latin typeface="Cambria Math" panose="02040503050406030204" pitchFamily="18" charset="0"/>
                        </a:rPr>
                        <m:t>=</m:t>
                      </m:r>
                      <m:sSub>
                        <m:sSubPr>
                          <m:ctrlPr>
                            <a:rPr lang="en-US" sz="3600" i="1">
                              <a:solidFill>
                                <a:srgbClr val="C00000"/>
                              </a:solidFill>
                              <a:latin typeface="Cambria Math" panose="02040503050406030204" pitchFamily="18" charset="0"/>
                            </a:rPr>
                          </m:ctrlPr>
                        </m:sSubPr>
                        <m:e>
                          <m:r>
                            <m:rPr>
                              <m:sty m:val="p"/>
                            </m:rPr>
                            <a:rPr lang="en-US" sz="3600">
                              <a:solidFill>
                                <a:srgbClr val="C00000"/>
                              </a:solidFill>
                              <a:latin typeface="Cambria Math" panose="02040503050406030204" pitchFamily="18" charset="0"/>
                            </a:rPr>
                            <m:t>b</m:t>
                          </m:r>
                        </m:e>
                        <m:sub>
                          <m:r>
                            <m:rPr>
                              <m:sty m:val="p"/>
                            </m:rPr>
                            <a:rPr lang="en-US" sz="3600">
                              <a:solidFill>
                                <a:srgbClr val="C00000"/>
                              </a:solidFill>
                              <a:latin typeface="Cambria Math" panose="02040503050406030204" pitchFamily="18" charset="0"/>
                            </a:rPr>
                            <m:t>x</m:t>
                          </m:r>
                          <m:r>
                            <m:rPr>
                              <m:sty m:val="p"/>
                            </m:rPr>
                            <a:rPr lang="en-US" sz="3600" b="0" i="0" smtClean="0">
                              <a:solidFill>
                                <a:srgbClr val="C00000"/>
                              </a:solidFill>
                              <a:latin typeface="Cambria Math" panose="02040503050406030204" pitchFamily="18" charset="0"/>
                            </a:rPr>
                            <m:t>y</m:t>
                          </m:r>
                        </m:sub>
                      </m:sSub>
                      <m:r>
                        <a:rPr lang="en-US" sz="3600" b="0" i="0" smtClean="0">
                          <a:solidFill>
                            <a:srgbClr val="C00000"/>
                          </a:solidFill>
                          <a:latin typeface="Cambria Math" panose="02040503050406030204" pitchFamily="18" charset="0"/>
                        </a:rPr>
                        <m:t> </m:t>
                      </m:r>
                      <m:d>
                        <m:dPr>
                          <m:ctrlPr>
                            <a:rPr lang="en-US" sz="3600" i="1">
                              <a:solidFill>
                                <a:srgbClr val="C00000"/>
                              </a:solidFill>
                              <a:latin typeface="Cambria Math" panose="02040503050406030204" pitchFamily="18" charset="0"/>
                            </a:rPr>
                          </m:ctrlPr>
                        </m:dPr>
                        <m:e>
                          <m:r>
                            <a:rPr lang="en-US" sz="3600" b="0" i="0" smtClean="0">
                              <a:solidFill>
                                <a:srgbClr val="C00000"/>
                              </a:solidFill>
                              <a:latin typeface="Cambria Math" panose="02040503050406030204" pitchFamily="18" charset="0"/>
                            </a:rPr>
                            <m:t> </m:t>
                          </m:r>
                          <m:r>
                            <m:rPr>
                              <m:sty m:val="p"/>
                            </m:rPr>
                            <a:rPr lang="en-US" sz="3600" b="0" i="0" smtClean="0">
                              <a:solidFill>
                                <a:srgbClr val="C00000"/>
                              </a:solidFill>
                              <a:latin typeface="Cambria Math" panose="02040503050406030204" pitchFamily="18" charset="0"/>
                            </a:rPr>
                            <m:t>y</m:t>
                          </m:r>
                          <m:r>
                            <a:rPr lang="en-US" sz="3600" b="0" i="0">
                              <a:solidFill>
                                <a:srgbClr val="C00000"/>
                              </a:solidFill>
                              <a:latin typeface="Cambria Math" panose="02040503050406030204" pitchFamily="18" charset="0"/>
                            </a:rPr>
                            <m:t>−</m:t>
                          </m:r>
                          <m:acc>
                            <m:accPr>
                              <m:chr m:val="̅"/>
                              <m:ctrlPr>
                                <a:rPr lang="en-US" sz="3600" i="1">
                                  <a:solidFill>
                                    <a:srgbClr val="C00000"/>
                                  </a:solidFill>
                                  <a:latin typeface="Cambria Math" panose="02040503050406030204" pitchFamily="18" charset="0"/>
                                </a:rPr>
                              </m:ctrlPr>
                            </m:accPr>
                            <m:e>
                              <m:r>
                                <a:rPr lang="en-US" sz="3600" b="0" i="0">
                                  <a:solidFill>
                                    <a:srgbClr val="C00000"/>
                                  </a:solidFill>
                                  <a:latin typeface="Cambria Math" panose="02040503050406030204" pitchFamily="18" charset="0"/>
                                </a:rPr>
                                <m:t> </m:t>
                              </m:r>
                              <m:r>
                                <m:rPr>
                                  <m:sty m:val="p"/>
                                </m:rPr>
                                <a:rPr lang="en-US" sz="3600" b="0" i="0" smtClean="0">
                                  <a:solidFill>
                                    <a:srgbClr val="C00000"/>
                                  </a:solidFill>
                                  <a:latin typeface="Cambria Math" panose="02040503050406030204" pitchFamily="18" charset="0"/>
                                </a:rPr>
                                <m:t>y</m:t>
                              </m:r>
                              <m:r>
                                <a:rPr lang="en-US" sz="3600" b="0" i="0">
                                  <a:solidFill>
                                    <a:srgbClr val="C00000"/>
                                  </a:solidFill>
                                  <a:latin typeface="Cambria Math" panose="02040503050406030204" pitchFamily="18" charset="0"/>
                                </a:rPr>
                                <m:t> </m:t>
                              </m:r>
                            </m:e>
                          </m:acc>
                        </m:e>
                      </m:d>
                    </m:oMath>
                  </m:oMathPara>
                </a14:m>
                <a:endParaRPr lang="en-US" dirty="0"/>
              </a:p>
              <a:p>
                <a:r>
                  <a:rPr lang="en-US" i="0" dirty="0">
                    <a:latin typeface="+mj-lt"/>
                  </a:rPr>
                  <a:t>Where,</a:t>
                </a:r>
                <a:endParaRPr lang="en-US" dirty="0"/>
              </a:p>
              <a:p>
                <a:pPr lvl="1"/>
                <a14:m>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rPr>
                          <m:t>b</m:t>
                        </m:r>
                      </m:e>
                      <m:sub>
                        <m:r>
                          <m:rPr>
                            <m:sty m:val="p"/>
                          </m:rPr>
                          <a:rPr lang="en-US">
                            <a:latin typeface="Cambria Math" panose="02040503050406030204" pitchFamily="18" charset="0"/>
                          </a:rPr>
                          <m:t>x</m:t>
                        </m:r>
                        <m:r>
                          <m:rPr>
                            <m:sty m:val="p"/>
                          </m:rPr>
                          <a:rPr lang="en-US" b="0" i="0" smtClean="0">
                            <a:latin typeface="Cambria Math" panose="02040503050406030204" pitchFamily="18" charset="0"/>
                          </a:rPr>
                          <m:t>y</m:t>
                        </m:r>
                      </m:sub>
                    </m:sSub>
                    <m:r>
                      <a:rPr lang="en-US" b="0" i="0" smtClean="0">
                        <a:latin typeface="Cambria Math" panose="02040503050406030204" pitchFamily="18" charset="0"/>
                      </a:rPr>
                      <m:t>=</m:t>
                    </m:r>
                    <m:r>
                      <m:rPr>
                        <m:sty m:val="p"/>
                      </m:rPr>
                      <a:rPr lang="en-US" i="0" smtClean="0">
                        <a:latin typeface="Cambria Math" panose="02040503050406030204" pitchFamily="18" charset="0"/>
                      </a:rPr>
                      <m:t>r</m:t>
                    </m:r>
                    <m:r>
                      <a:rPr lang="en-US" i="0" smtClean="0">
                        <a:latin typeface="Cambria Math" panose="02040503050406030204" pitchFamily="18" charset="0"/>
                      </a:rPr>
                      <m:t> </m:t>
                    </m:r>
                    <m:f>
                      <m:fPr>
                        <m:ctrlPr>
                          <a:rPr lang="en-US" i="1" smtClean="0">
                            <a:latin typeface="Cambria Math" panose="02040503050406030204" pitchFamily="18" charset="0"/>
                          </a:rPr>
                        </m:ctrlPr>
                      </m:fPr>
                      <m:num>
                        <m:r>
                          <a:rPr lang="en-US" i="0">
                            <a:latin typeface="Cambria Math" panose="02040503050406030204" pitchFamily="18" charset="0"/>
                          </a:rPr>
                          <m:t> </m:t>
                        </m:r>
                        <m:sSub>
                          <m:sSubPr>
                            <m:ctrlPr>
                              <a:rPr lang="en-US" i="1">
                                <a:latin typeface="Cambria Math" panose="02040503050406030204" pitchFamily="18" charset="0"/>
                              </a:rPr>
                            </m:ctrlPr>
                          </m:sSubPr>
                          <m:e>
                            <m:r>
                              <m:rPr>
                                <m:sty m:val="p"/>
                              </m:rPr>
                              <a:rPr lang="en-US" i="0">
                                <a:latin typeface="Cambria Math" panose="02040503050406030204" pitchFamily="18" charset="0"/>
                              </a:rPr>
                              <m:t>σ</m:t>
                            </m:r>
                          </m:e>
                          <m:sub>
                            <m:r>
                              <m:rPr>
                                <m:sty m:val="p"/>
                              </m:rPr>
                              <a:rPr lang="en-US" b="0" i="0" smtClean="0">
                                <a:latin typeface="Cambria Math" panose="02040503050406030204" pitchFamily="18" charset="0"/>
                              </a:rPr>
                              <m:t>x</m:t>
                            </m:r>
                          </m:sub>
                        </m:sSub>
                        <m:r>
                          <a:rPr lang="en-US" i="0">
                            <a:latin typeface="Cambria Math" panose="02040503050406030204" pitchFamily="18" charset="0"/>
                          </a:rPr>
                          <m:t> </m:t>
                        </m:r>
                      </m:num>
                      <m:den>
                        <m:r>
                          <a:rPr lang="en-US" i="0">
                            <a:latin typeface="Cambria Math" panose="02040503050406030204" pitchFamily="18" charset="0"/>
                          </a:rPr>
                          <m:t> </m:t>
                        </m:r>
                        <m:sSub>
                          <m:sSubPr>
                            <m:ctrlPr>
                              <a:rPr lang="en-US" i="1">
                                <a:latin typeface="Cambria Math" panose="02040503050406030204" pitchFamily="18" charset="0"/>
                              </a:rPr>
                            </m:ctrlPr>
                          </m:sSubPr>
                          <m:e>
                            <m:r>
                              <m:rPr>
                                <m:sty m:val="p"/>
                              </m:rPr>
                              <a:rPr lang="en-US" i="0">
                                <a:latin typeface="Cambria Math" panose="02040503050406030204" pitchFamily="18" charset="0"/>
                              </a:rPr>
                              <m:t>σ</m:t>
                            </m:r>
                          </m:e>
                          <m:sub>
                            <m:r>
                              <m:rPr>
                                <m:sty m:val="p"/>
                              </m:rPr>
                              <a:rPr lang="en-US" b="0" i="0" smtClean="0">
                                <a:latin typeface="Cambria Math" panose="02040503050406030204" pitchFamily="18" charset="0"/>
                              </a:rPr>
                              <m:t>y</m:t>
                            </m:r>
                          </m:sub>
                        </m:sSub>
                        <m:r>
                          <a:rPr lang="en-US" i="0">
                            <a:latin typeface="Cambria Math" panose="02040503050406030204" pitchFamily="18" charset="0"/>
                          </a:rPr>
                          <m:t> </m:t>
                        </m:r>
                      </m:den>
                    </m:f>
                    <m:r>
                      <m:rPr>
                        <m:nor/>
                      </m:rPr>
                      <a:rPr lang="en-US" b="0" i="0" smtClean="0">
                        <a:latin typeface="Cambria Math" panose="02040503050406030204" pitchFamily="18" charset="0"/>
                      </a:rPr>
                      <m:t> </m:t>
                    </m:r>
                    <m:r>
                      <m:rPr>
                        <m:nor/>
                      </m:rPr>
                      <a:rPr lang="en-US" b="0" i="0" smtClean="0"/>
                      <m:t>is</m:t>
                    </m:r>
                    <m:r>
                      <m:rPr>
                        <m:nor/>
                      </m:rPr>
                      <a:rPr lang="en-US" b="0" i="0" smtClean="0"/>
                      <m:t> </m:t>
                    </m:r>
                    <m:r>
                      <m:rPr>
                        <m:nor/>
                      </m:rPr>
                      <a:rPr lang="en-US" b="0" i="0" smtClean="0"/>
                      <m:t>called</m:t>
                    </m:r>
                    <m:r>
                      <m:rPr>
                        <m:nor/>
                      </m:rPr>
                      <a:rPr lang="en-US" b="0" i="0" smtClean="0"/>
                      <m:t> </m:t>
                    </m:r>
                    <m:r>
                      <m:rPr>
                        <m:nor/>
                      </m:rPr>
                      <a:rPr lang="en-US" b="0" i="0" smtClean="0"/>
                      <m:t>the</m:t>
                    </m:r>
                    <m:r>
                      <m:rPr>
                        <m:nor/>
                      </m:rPr>
                      <a:rPr lang="en-US" b="0" i="0" smtClean="0"/>
                      <m:t> </m:t>
                    </m:r>
                    <m:r>
                      <m:rPr>
                        <m:nor/>
                      </m:rPr>
                      <a:rPr lang="en-US" b="0" i="0" smtClean="0">
                        <a:solidFill>
                          <a:srgbClr val="FF0000"/>
                        </a:solidFill>
                      </a:rPr>
                      <m:t>regreesion</m:t>
                    </m:r>
                    <m:r>
                      <m:rPr>
                        <m:nor/>
                      </m:rPr>
                      <a:rPr lang="en-US" b="0" i="0" smtClean="0">
                        <a:solidFill>
                          <a:srgbClr val="FF0000"/>
                        </a:solidFill>
                      </a:rPr>
                      <m:t> </m:t>
                    </m:r>
                    <m:r>
                      <m:rPr>
                        <m:nor/>
                      </m:rPr>
                      <a:rPr lang="en-US" b="0" i="0" smtClean="0">
                        <a:solidFill>
                          <a:srgbClr val="FF0000"/>
                        </a:solidFill>
                      </a:rPr>
                      <m:t>coefficient</m:t>
                    </m:r>
                    <m:r>
                      <m:rPr>
                        <m:nor/>
                      </m:rPr>
                      <a:rPr lang="en-US" b="0" i="0" smtClean="0">
                        <a:solidFill>
                          <a:srgbClr val="FF0000"/>
                        </a:solidFill>
                      </a:rPr>
                      <m:t> </m:t>
                    </m:r>
                    <m:r>
                      <m:rPr>
                        <m:nor/>
                      </m:rPr>
                      <a:rPr lang="en-US" b="0" i="0" smtClean="0"/>
                      <m:t>of</m:t>
                    </m:r>
                    <m:r>
                      <m:rPr>
                        <m:nor/>
                      </m:rPr>
                      <a:rPr lang="en-US" b="0" i="0" smtClean="0"/>
                      <m:t> </m:t>
                    </m:r>
                    <m:r>
                      <m:rPr>
                        <m:sty m:val="p"/>
                      </m:rPr>
                      <a:rPr lang="en-US" b="0" i="0" smtClean="0">
                        <a:latin typeface="Cambria Math" panose="02040503050406030204" pitchFamily="18" charset="0"/>
                      </a:rPr>
                      <m:t>x</m:t>
                    </m:r>
                    <m:r>
                      <m:rPr>
                        <m:nor/>
                      </m:rPr>
                      <a:rPr lang="en-US" b="0" i="0" smtClean="0"/>
                      <m:t> </m:t>
                    </m:r>
                    <m:r>
                      <m:rPr>
                        <m:nor/>
                      </m:rPr>
                      <a:rPr lang="en-US" b="0" i="0" smtClean="0"/>
                      <m:t>on</m:t>
                    </m:r>
                    <m:r>
                      <m:rPr>
                        <m:nor/>
                      </m:rPr>
                      <a:rPr lang="en-US" b="0" i="0" smtClean="0"/>
                      <m:t> </m:t>
                    </m:r>
                    <m:r>
                      <m:rPr>
                        <m:sty m:val="p"/>
                      </m:rPr>
                      <a:rPr lang="en-US" b="0" i="0" smtClean="0">
                        <a:latin typeface="Cambria Math" panose="02040503050406030204" pitchFamily="18" charset="0"/>
                      </a:rPr>
                      <m:t>y</m:t>
                    </m:r>
                  </m:oMath>
                </a14:m>
                <a:endParaRPr lang="en-US" b="0" dirty="0"/>
              </a:p>
              <a:p>
                <a:pPr lvl="1"/>
                <a14:m>
                  <m:oMath xmlns:m="http://schemas.openxmlformats.org/officeDocument/2006/math">
                    <m:r>
                      <m:rPr>
                        <m:sty m:val="p"/>
                      </m:rPr>
                      <a:rPr lang="en-US" i="0">
                        <a:latin typeface="Cambria Math" panose="02040503050406030204" pitchFamily="18" charset="0"/>
                      </a:rPr>
                      <m:t>r</m:t>
                    </m:r>
                    <m:r>
                      <a:rPr lang="en-US" i="0">
                        <a:latin typeface="Cambria Math" panose="02040503050406030204" pitchFamily="18" charset="0"/>
                      </a:rPr>
                      <m:t>=</m:t>
                    </m:r>
                    <m:r>
                      <m:rPr>
                        <m:nor/>
                      </m:rPr>
                      <a:rPr lang="en-US" b="0" i="0" smtClean="0">
                        <a:solidFill>
                          <a:srgbClr val="FF0000"/>
                        </a:solidFill>
                      </a:rPr>
                      <m:t>c</m:t>
                    </m:r>
                    <m:r>
                      <m:rPr>
                        <m:nor/>
                      </m:rPr>
                      <a:rPr lang="en-US" i="0" smtClean="0">
                        <a:solidFill>
                          <a:srgbClr val="FF0000"/>
                        </a:solidFill>
                      </a:rPr>
                      <m:t>orrelation</m:t>
                    </m:r>
                    <m:r>
                      <m:rPr>
                        <m:nor/>
                      </m:rPr>
                      <a:rPr lang="en-US" i="0" smtClean="0">
                        <a:solidFill>
                          <a:srgbClr val="FF0000"/>
                        </a:solidFill>
                      </a:rPr>
                      <m:t> </m:t>
                    </m:r>
                    <m:r>
                      <m:rPr>
                        <m:nor/>
                      </m:rPr>
                      <a:rPr lang="en-US" i="0" smtClean="0">
                        <a:solidFill>
                          <a:srgbClr val="FF0000"/>
                        </a:solidFill>
                      </a:rPr>
                      <m:t>coefficient</m:t>
                    </m:r>
                    <m:r>
                      <m:rPr>
                        <m:nor/>
                      </m:rPr>
                      <a:rPr lang="en-US" i="0"/>
                      <m:t> </m:t>
                    </m:r>
                    <m:r>
                      <m:rPr>
                        <m:nor/>
                      </m:rPr>
                      <a:rPr lang="en-US" i="0"/>
                      <m:t>between</m:t>
                    </m:r>
                    <m:r>
                      <m:rPr>
                        <m:nor/>
                      </m:rPr>
                      <a:rPr lang="en-US"/>
                      <m:t> </m:t>
                    </m:r>
                    <m:r>
                      <m:rPr>
                        <m:sty m:val="p"/>
                      </m:rPr>
                      <a:rPr lang="en-US" i="0">
                        <a:latin typeface="Cambria Math" panose="02040503050406030204" pitchFamily="18" charset="0"/>
                      </a:rPr>
                      <m:t>x</m:t>
                    </m:r>
                    <m:r>
                      <m:rPr>
                        <m:nor/>
                      </m:rPr>
                      <a:rPr lang="en-US"/>
                      <m:t> </m:t>
                    </m:r>
                    <m:r>
                      <m:rPr>
                        <m:nor/>
                      </m:rPr>
                      <a:rPr lang="en-US"/>
                      <m:t>and</m:t>
                    </m:r>
                    <m:r>
                      <m:rPr>
                        <m:nor/>
                      </m:rPr>
                      <a:rPr lang="en-US"/>
                      <m:t> </m:t>
                    </m:r>
                    <m:r>
                      <m:rPr>
                        <m:sty m:val="p"/>
                      </m:rPr>
                      <a:rPr lang="en-US" i="0">
                        <a:latin typeface="Cambria Math" panose="02040503050406030204" pitchFamily="18" charset="0"/>
                      </a:rPr>
                      <m:t>y</m:t>
                    </m:r>
                  </m:oMath>
                </a14:m>
                <a:endParaRPr lang="en-US" dirty="0"/>
              </a:p>
              <a:p>
                <a:pPr lvl="1"/>
                <a14:m>
                  <m:oMath xmlns:m="http://schemas.openxmlformats.org/officeDocument/2006/math">
                    <m:acc>
                      <m:accPr>
                        <m:chr m:val="̅"/>
                        <m:ctrlPr>
                          <a:rPr lang="en-US" i="1">
                            <a:latin typeface="Cambria Math" panose="02040503050406030204" pitchFamily="18" charset="0"/>
                          </a:rPr>
                        </m:ctrlPr>
                      </m:accPr>
                      <m:e>
                        <m:r>
                          <a:rPr lang="en-US" b="0" i="0" smtClean="0">
                            <a:latin typeface="Cambria Math" panose="02040503050406030204" pitchFamily="18" charset="0"/>
                          </a:rPr>
                          <m:t> </m:t>
                        </m:r>
                        <m:r>
                          <m:rPr>
                            <m:sty m:val="p"/>
                          </m:rPr>
                          <a:rPr lang="en-US">
                            <a:latin typeface="Cambria Math" panose="02040503050406030204" pitchFamily="18" charset="0"/>
                          </a:rPr>
                          <m:t>x</m:t>
                        </m:r>
                        <m:r>
                          <a:rPr lang="en-US" b="0" i="0" smtClean="0">
                            <a:latin typeface="Cambria Math" panose="02040503050406030204" pitchFamily="18" charset="0"/>
                          </a:rPr>
                          <m:t> </m:t>
                        </m:r>
                      </m:e>
                    </m:acc>
                    <m:r>
                      <a:rPr lang="en-US" i="1">
                        <a:latin typeface="Cambria Math" panose="02040503050406030204" pitchFamily="18" charset="0"/>
                      </a:rPr>
                      <m:t>, </m:t>
                    </m:r>
                    <m:r>
                      <a:rPr lang="en-US" b="0" i="1" smtClean="0">
                        <a:latin typeface="Cambria Math" panose="02040503050406030204" pitchFamily="18" charset="0"/>
                      </a:rPr>
                      <m:t> </m:t>
                    </m:r>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m:rPr>
                            <m:sty m:val="p"/>
                          </m:rPr>
                          <a:rPr lang="en-US">
                            <a:latin typeface="Cambria Math" panose="02040503050406030204" pitchFamily="18" charset="0"/>
                          </a:rPr>
                          <m:t>x</m:t>
                        </m:r>
                      </m:sub>
                    </m:sSub>
                    <m:r>
                      <a:rPr lang="en-US" i="1">
                        <a:latin typeface="Cambria Math" panose="02040503050406030204" pitchFamily="18" charset="0"/>
                      </a:rPr>
                      <m:t>=</m:t>
                    </m:r>
                    <m:r>
                      <m:rPr>
                        <m:nor/>
                      </m:rPr>
                      <a:rPr lang="en-US" i="0"/>
                      <m:t>Mean</m:t>
                    </m:r>
                    <m:r>
                      <m:rPr>
                        <m:nor/>
                      </m:rPr>
                      <a:rPr lang="en-US" b="0" i="0" smtClean="0">
                        <a:latin typeface="Cambria Math" panose="02040503050406030204" pitchFamily="18" charset="0"/>
                      </a:rPr>
                      <m:t>,  </m:t>
                    </m:r>
                    <m:r>
                      <m:rPr>
                        <m:nor/>
                      </m:rPr>
                      <a:rPr lang="en-US" i="0"/>
                      <m:t> </m:t>
                    </m:r>
                    <m:r>
                      <m:rPr>
                        <m:nor/>
                      </m:rPr>
                      <a:rPr lang="en-US" i="0"/>
                      <m:t>Standard</m:t>
                    </m:r>
                    <m:r>
                      <m:rPr>
                        <m:nor/>
                      </m:rPr>
                      <a:rPr lang="en-US" i="0"/>
                      <m:t> </m:t>
                    </m:r>
                    <m:r>
                      <m:rPr>
                        <m:nor/>
                      </m:rPr>
                      <a:rPr lang="en-US" i="0"/>
                      <m:t>Deviation</m:t>
                    </m:r>
                    <m:r>
                      <m:rPr>
                        <m:nor/>
                      </m:rPr>
                      <a:rPr lang="en-US" i="0"/>
                      <m:t> </m:t>
                    </m:r>
                    <m:r>
                      <m:rPr>
                        <m:nor/>
                      </m:rPr>
                      <a:rPr lang="en-US" i="0"/>
                      <m:t>of</m:t>
                    </m:r>
                    <m:r>
                      <m:rPr>
                        <m:nor/>
                      </m:rPr>
                      <a:rPr lang="en-US" i="0"/>
                      <m:t> </m:t>
                    </m:r>
                    <m:r>
                      <m:rPr>
                        <m:nor/>
                      </m:rPr>
                      <a:rPr lang="en-US" i="0"/>
                      <m:t>all</m:t>
                    </m:r>
                    <m:r>
                      <a:rPr lang="en-US">
                        <a:latin typeface="Cambria Math" panose="02040503050406030204" pitchFamily="18" charset="0"/>
                      </a:rPr>
                      <m:t> </m:t>
                    </m:r>
                    <m:r>
                      <m:rPr>
                        <m:sty m:val="p"/>
                      </m:rPr>
                      <a:rPr lang="en-US">
                        <a:latin typeface="Cambria Math" panose="02040503050406030204" pitchFamily="18" charset="0"/>
                      </a:rPr>
                      <m:t>x</m:t>
                    </m:r>
                    <m:sSub>
                      <m:sSubPr>
                        <m:ctrlPr>
                          <a:rPr lang="en-US" i="1">
                            <a:latin typeface="Cambria Math" panose="02040503050406030204" pitchFamily="18" charset="0"/>
                          </a:rPr>
                        </m:ctrlPr>
                      </m:sSubPr>
                      <m:e>
                        <m:r>
                          <a:rPr lang="en-US">
                            <a:latin typeface="Cambria Math" panose="02040503050406030204" pitchFamily="18" charset="0"/>
                          </a:rPr>
                          <m:t>­</m:t>
                        </m:r>
                      </m:e>
                      <m:sub>
                        <m:r>
                          <m:rPr>
                            <m:sty m:val="p"/>
                          </m:rPr>
                          <a:rPr lang="en-US">
                            <a:latin typeface="Cambria Math" panose="02040503050406030204" pitchFamily="18" charset="0"/>
                          </a:rPr>
                          <m:t>i</m:t>
                        </m:r>
                      </m:sub>
                    </m:sSub>
                  </m:oMath>
                </a14:m>
                <a:endParaRPr lang="en-US" dirty="0"/>
              </a:p>
              <a:p>
                <a:pPr lvl="1"/>
                <a14:m>
                  <m:oMath xmlns:m="http://schemas.openxmlformats.org/officeDocument/2006/math">
                    <m:acc>
                      <m:accPr>
                        <m:chr m:val="̅"/>
                        <m:ctrlPr>
                          <a:rPr lang="en-US" i="1">
                            <a:latin typeface="Cambria Math" panose="02040503050406030204" pitchFamily="18" charset="0"/>
                          </a:rPr>
                        </m:ctrlPr>
                      </m:accPr>
                      <m:e>
                        <m:r>
                          <a:rPr lang="en-US" b="0" i="1" smtClean="0">
                            <a:latin typeface="Cambria Math" panose="02040503050406030204" pitchFamily="18" charset="0"/>
                          </a:rPr>
                          <m:t> </m:t>
                        </m:r>
                        <m:r>
                          <m:rPr>
                            <m:sty m:val="p"/>
                          </m:rPr>
                          <a:rPr lang="en-US">
                            <a:latin typeface="Cambria Math" panose="02040503050406030204" pitchFamily="18" charset="0"/>
                          </a:rPr>
                          <m:t>y</m:t>
                        </m:r>
                        <m:r>
                          <a:rPr lang="en-US" b="0" i="0" smtClean="0">
                            <a:latin typeface="Cambria Math" panose="02040503050406030204" pitchFamily="18" charset="0"/>
                          </a:rPr>
                          <m:t> </m:t>
                        </m:r>
                      </m:e>
                    </m:acc>
                    <m:r>
                      <a:rPr lang="en-US" i="1">
                        <a:latin typeface="Cambria Math" panose="02040503050406030204" pitchFamily="18" charset="0"/>
                      </a:rPr>
                      <m:t>, </m:t>
                    </m:r>
                    <m:r>
                      <a:rPr lang="en-US" b="0" i="1" smtClean="0">
                        <a:latin typeface="Cambria Math" panose="02040503050406030204" pitchFamily="18" charset="0"/>
                      </a:rPr>
                      <m:t> </m:t>
                    </m:r>
                    <m:sSub>
                      <m:sSubPr>
                        <m:ctrlPr>
                          <a:rPr lang="en-US" i="1">
                            <a:latin typeface="Cambria Math" panose="02040503050406030204" pitchFamily="18" charset="0"/>
                          </a:rPr>
                        </m:ctrlPr>
                      </m:sSubPr>
                      <m:e>
                        <m:r>
                          <m:rPr>
                            <m:sty m:val="p"/>
                          </m:rPr>
                          <a:rPr lang="en-US">
                            <a:latin typeface="Cambria Math" panose="02040503050406030204" pitchFamily="18" charset="0"/>
                          </a:rPr>
                          <m:t>σ</m:t>
                        </m:r>
                      </m:e>
                      <m:sub>
                        <m:r>
                          <m:rPr>
                            <m:sty m:val="p"/>
                          </m:rPr>
                          <a:rPr lang="en-US">
                            <a:latin typeface="Cambria Math" panose="02040503050406030204" pitchFamily="18" charset="0"/>
                          </a:rPr>
                          <m:t>y</m:t>
                        </m:r>
                      </m:sub>
                    </m:sSub>
                    <m:r>
                      <a:rPr lang="en-US" i="1">
                        <a:latin typeface="Cambria Math" panose="02040503050406030204" pitchFamily="18" charset="0"/>
                      </a:rPr>
                      <m:t>=</m:t>
                    </m:r>
                    <m:r>
                      <m:rPr>
                        <m:nor/>
                      </m:rPr>
                      <a:rPr lang="en-US" i="0"/>
                      <m:t>Mean</m:t>
                    </m:r>
                    <m:r>
                      <m:rPr>
                        <m:nor/>
                      </m:rPr>
                      <a:rPr lang="en-US" b="0" i="0" smtClean="0">
                        <a:latin typeface="Cambria Math" panose="02040503050406030204" pitchFamily="18" charset="0"/>
                      </a:rPr>
                      <m:t>,  </m:t>
                    </m:r>
                    <m:r>
                      <m:rPr>
                        <m:nor/>
                      </m:rPr>
                      <a:rPr lang="en-US" i="0"/>
                      <m:t>Standard</m:t>
                    </m:r>
                    <m:r>
                      <m:rPr>
                        <m:nor/>
                      </m:rPr>
                      <a:rPr lang="en-US" i="0"/>
                      <m:t> </m:t>
                    </m:r>
                    <m:r>
                      <m:rPr>
                        <m:nor/>
                      </m:rPr>
                      <a:rPr lang="en-US" i="0"/>
                      <m:t>Deviation</m:t>
                    </m:r>
                    <m:r>
                      <m:rPr>
                        <m:nor/>
                      </m:rPr>
                      <a:rPr lang="en-US" i="0"/>
                      <m:t> </m:t>
                    </m:r>
                    <m:r>
                      <m:rPr>
                        <m:nor/>
                      </m:rPr>
                      <a:rPr lang="en-US" i="0"/>
                      <m:t>of</m:t>
                    </m:r>
                    <m:r>
                      <m:rPr>
                        <m:nor/>
                      </m:rPr>
                      <a:rPr lang="en-US" i="0"/>
                      <m:t> </m:t>
                    </m:r>
                    <m:r>
                      <m:rPr>
                        <m:nor/>
                      </m:rPr>
                      <a:rPr lang="en-US" i="0"/>
                      <m:t>all</m:t>
                    </m:r>
                    <m:r>
                      <m:rPr>
                        <m:nor/>
                      </m:rPr>
                      <a:rPr lang="en-US" i="0"/>
                      <m:t> </m:t>
                    </m:r>
                    <m:r>
                      <m:rPr>
                        <m:sty m:val="p"/>
                      </m:rPr>
                      <a:rPr lang="en-US">
                        <a:latin typeface="Cambria Math" panose="02040503050406030204" pitchFamily="18" charset="0"/>
                      </a:rPr>
                      <m:t>y</m:t>
                    </m:r>
                    <m:sSub>
                      <m:sSubPr>
                        <m:ctrlPr>
                          <a:rPr lang="en-US" i="1">
                            <a:latin typeface="Cambria Math" panose="02040503050406030204" pitchFamily="18" charset="0"/>
                          </a:rPr>
                        </m:ctrlPr>
                      </m:sSubPr>
                      <m:e>
                        <m:r>
                          <a:rPr lang="en-US">
                            <a:latin typeface="Cambria Math" panose="02040503050406030204" pitchFamily="18" charset="0"/>
                          </a:rPr>
                          <m:t>­</m:t>
                        </m:r>
                      </m:e>
                      <m:sub>
                        <m:r>
                          <m:rPr>
                            <m:sty m:val="p"/>
                          </m:rPr>
                          <a:rPr lang="en-US">
                            <a:latin typeface="Cambria Math" panose="02040503050406030204" pitchFamily="18" charset="0"/>
                          </a:rPr>
                          <m:t>i</m:t>
                        </m:r>
                      </m:sub>
                    </m:sSub>
                  </m:oMath>
                </a14:m>
                <a:endParaRPr lang="en-US" dirty="0"/>
              </a:p>
              <a:p>
                <a:pPr lvl="1"/>
                <a:endParaRPr lang="en-US" b="0"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rotWithShape="0">
                <a:blip r:embed="rId2"/>
                <a:stretch>
                  <a:fillRect l="-971"/>
                </a:stretch>
              </a:blipFill>
            </p:spPr>
            <p:txBody>
              <a:bodyPr/>
              <a:lstStyle/>
              <a:p>
                <a:r>
                  <a:rPr lang="en-US">
                    <a:noFill/>
                  </a:rPr>
                  <a:t> </a:t>
                </a:r>
              </a:p>
            </p:txBody>
          </p:sp>
        </mc:Fallback>
      </mc:AlternateContent>
    </p:spTree>
    <p:extLst>
      <p:ext uri="{BB962C8B-B14F-4D97-AF65-F5344CB8AC3E}">
        <p14:creationId xmlns:p14="http://schemas.microsoft.com/office/powerpoint/2010/main" val="1027703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0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Properties of Regression Coefficients</a:t>
            </a: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lvl="0"/>
                <a:r>
                  <a:rPr lang="en-US" dirty="0"/>
                  <a:t>The correlation coefficient is </a:t>
                </a:r>
                <a:r>
                  <a:rPr lang="en-US" dirty="0">
                    <a:solidFill>
                      <a:srgbClr val="FF0000"/>
                    </a:solidFill>
                  </a:rPr>
                  <a:t>less than or equal</a:t>
                </a:r>
                <a:r>
                  <a:rPr lang="en-US" dirty="0"/>
                  <a:t> </a:t>
                </a:r>
                <a:r>
                  <a:rPr lang="en-US" dirty="0">
                    <a:solidFill>
                      <a:srgbClr val="FF0000"/>
                    </a:solidFill>
                  </a:rPr>
                  <a:t>to</a:t>
                </a:r>
                <a:r>
                  <a:rPr lang="en-US" dirty="0"/>
                  <a:t> the </a:t>
                </a:r>
                <a:r>
                  <a:rPr lang="en-US" dirty="0">
                    <a:solidFill>
                      <a:srgbClr val="FF0000"/>
                    </a:solidFill>
                  </a:rPr>
                  <a:t>arithmetic</a:t>
                </a:r>
                <a:r>
                  <a:rPr lang="en-US" dirty="0"/>
                  <a:t> </a:t>
                </a:r>
                <a:r>
                  <a:rPr lang="en-US" dirty="0">
                    <a:solidFill>
                      <a:srgbClr val="FF0000"/>
                    </a:solidFill>
                  </a:rPr>
                  <a:t>mean</a:t>
                </a:r>
                <a:r>
                  <a:rPr lang="en-US" dirty="0"/>
                  <a:t> of the regression coefficients.</a:t>
                </a:r>
              </a:p>
              <a:p>
                <a:pPr marL="0" lvl="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r>
                        <m:rPr>
                          <m:sty m:val="p"/>
                        </m:rPr>
                        <a:rPr lang="en-US">
                          <a:latin typeface="Cambria Math" panose="02040503050406030204" pitchFamily="18" charset="0"/>
                        </a:rPr>
                        <m:t>r</m:t>
                      </m:r>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 </m:t>
                          </m:r>
                          <m:sSub>
                            <m:sSubPr>
                              <m:ctrlPr>
                                <a:rPr lang="en-US" i="1">
                                  <a:latin typeface="Cambria Math" panose="02040503050406030204" pitchFamily="18" charset="0"/>
                                </a:rPr>
                              </m:ctrlPr>
                            </m:sSubPr>
                            <m:e>
                              <m:r>
                                <m:rPr>
                                  <m:sty m:val="p"/>
                                </m:rPr>
                                <a:rPr lang="en-US">
                                  <a:latin typeface="Cambria Math" panose="02040503050406030204" pitchFamily="18" charset="0"/>
                                </a:rPr>
                                <m:t>b</m:t>
                              </m:r>
                            </m:e>
                            <m:sub>
                              <m:r>
                                <m:rPr>
                                  <m:sty m:val="p"/>
                                </m:rPr>
                                <a:rPr lang="en-US">
                                  <a:latin typeface="Cambria Math" panose="02040503050406030204" pitchFamily="18" charset="0"/>
                                </a:rPr>
                                <m:t>xy</m:t>
                              </m:r>
                            </m:sub>
                          </m:sSub>
                          <m:r>
                            <a:rPr lang="en-US">
                              <a:latin typeface="Cambria Math" panose="02040503050406030204" pitchFamily="18" charset="0"/>
                            </a:rPr>
                            <m:t>+</m:t>
                          </m:r>
                          <m:sSub>
                            <m:sSubPr>
                              <m:ctrlPr>
                                <a:rPr lang="en-US" i="1">
                                  <a:latin typeface="Cambria Math" panose="02040503050406030204" pitchFamily="18" charset="0"/>
                                </a:rPr>
                              </m:ctrlPr>
                            </m:sSubPr>
                            <m:e>
                              <m:r>
                                <m:rPr>
                                  <m:sty m:val="p"/>
                                </m:rPr>
                                <a:rPr lang="en-US">
                                  <a:latin typeface="Cambria Math" panose="02040503050406030204" pitchFamily="18" charset="0"/>
                                </a:rPr>
                                <m:t>b</m:t>
                              </m:r>
                            </m:e>
                            <m:sub>
                              <m:r>
                                <m:rPr>
                                  <m:sty m:val="p"/>
                                </m:rPr>
                                <a:rPr lang="en-US">
                                  <a:latin typeface="Cambria Math" panose="02040503050406030204" pitchFamily="18" charset="0"/>
                                </a:rPr>
                                <m:t>yx</m:t>
                              </m:r>
                            </m:sub>
                          </m:sSub>
                          <m:r>
                            <a:rPr lang="en-US">
                              <a:latin typeface="Cambria Math" panose="02040503050406030204" pitchFamily="18" charset="0"/>
                            </a:rPr>
                            <m:t> </m:t>
                          </m:r>
                        </m:num>
                        <m:den>
                          <m:r>
                            <a:rPr lang="en-US">
                              <a:latin typeface="Cambria Math" panose="02040503050406030204" pitchFamily="18" charset="0"/>
                            </a:rPr>
                            <m:t>2 </m:t>
                          </m:r>
                        </m:den>
                      </m:f>
                    </m:oMath>
                  </m:oMathPara>
                </a14:m>
                <a:endParaRPr lang="en-US" dirty="0"/>
              </a:p>
              <a:p>
                <a:pPr lvl="0">
                  <a:lnSpc>
                    <a:spcPct val="100000"/>
                  </a:lnSpc>
                </a:pPr>
                <a:endParaRPr lang="en-US" dirty="0"/>
              </a:p>
              <a:p>
                <a:pPr lvl="0"/>
                <a:r>
                  <a:rPr lang="en-US" dirty="0"/>
                  <a:t>The correlation coefficient is </a:t>
                </a:r>
                <a:r>
                  <a:rPr lang="en-US" dirty="0">
                    <a:solidFill>
                      <a:srgbClr val="FF0000"/>
                    </a:solidFill>
                  </a:rPr>
                  <a:t>equal to</a:t>
                </a:r>
                <a:r>
                  <a:rPr lang="en-US" dirty="0"/>
                  <a:t> the </a:t>
                </a:r>
                <a:r>
                  <a:rPr lang="en-US" dirty="0">
                    <a:solidFill>
                      <a:srgbClr val="FF0000"/>
                    </a:solidFill>
                  </a:rPr>
                  <a:t>geometric</a:t>
                </a:r>
                <a:r>
                  <a:rPr lang="en-US" dirty="0"/>
                  <a:t> </a:t>
                </a:r>
                <a:r>
                  <a:rPr lang="en-US" dirty="0">
                    <a:solidFill>
                      <a:srgbClr val="FF0000"/>
                    </a:solidFill>
                  </a:rPr>
                  <a:t>mean</a:t>
                </a:r>
                <a:r>
                  <a:rPr lang="en-US" dirty="0"/>
                  <a:t> of the regression coefficients.</a:t>
                </a:r>
              </a:p>
              <a:p>
                <a:pPr marL="0" lv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ea typeface="Cambria Math" panose="02040503050406030204" pitchFamily="18" charset="0"/>
                        </a:rPr>
                        <m:t>∴ </m:t>
                      </m:r>
                      <m:r>
                        <m:rPr>
                          <m:sty m:val="p"/>
                        </m:rPr>
                        <a:rPr lang="en-US" b="0" i="0">
                          <a:latin typeface="Cambria Math" panose="02040503050406030204" pitchFamily="18" charset="0"/>
                        </a:rPr>
                        <m:t>r</m:t>
                      </m:r>
                      <m:r>
                        <a:rPr lang="en-US" b="0" i="0">
                          <a:latin typeface="Cambria Math" panose="02040503050406030204" pitchFamily="18" charset="0"/>
                        </a:rPr>
                        <m:t>=</m:t>
                      </m:r>
                      <m:rad>
                        <m:radPr>
                          <m:degHide m:val="on"/>
                          <m:ctrlPr>
                            <a:rPr lang="en-US" i="1">
                              <a:latin typeface="Cambria Math" panose="02040503050406030204" pitchFamily="18" charset="0"/>
                            </a:rPr>
                          </m:ctrlPr>
                        </m:radPr>
                        <m:deg/>
                        <m:e>
                          <m:r>
                            <a:rPr lang="en-US" b="0" i="0" smtClean="0">
                              <a:latin typeface="Cambria Math" panose="02040503050406030204" pitchFamily="18" charset="0"/>
                            </a:rPr>
                            <m:t> </m:t>
                          </m:r>
                          <m:sSub>
                            <m:sSubPr>
                              <m:ctrlPr>
                                <a:rPr lang="en-US" i="1">
                                  <a:latin typeface="Cambria Math" panose="02040503050406030204" pitchFamily="18" charset="0"/>
                                </a:rPr>
                              </m:ctrlPr>
                            </m:sSubPr>
                            <m:e>
                              <m:r>
                                <m:rPr>
                                  <m:sty m:val="p"/>
                                </m:rPr>
                                <a:rPr lang="en-US" b="0" i="0">
                                  <a:latin typeface="Cambria Math" panose="02040503050406030204" pitchFamily="18" charset="0"/>
                                </a:rPr>
                                <m:t>b</m:t>
                              </m:r>
                            </m:e>
                            <m:sub>
                              <m:r>
                                <m:rPr>
                                  <m:sty m:val="p"/>
                                </m:rPr>
                                <a:rPr lang="en-US" b="0" i="0">
                                  <a:latin typeface="Cambria Math" panose="02040503050406030204" pitchFamily="18" charset="0"/>
                                </a:rPr>
                                <m:t>yx</m:t>
                              </m:r>
                            </m:sub>
                          </m:sSub>
                          <m:r>
                            <a:rPr lang="en-US" b="0" i="0">
                              <a:latin typeface="Cambria Math" panose="02040503050406030204" pitchFamily="18" charset="0"/>
                            </a:rPr>
                            <m:t>⋅ </m:t>
                          </m:r>
                          <m:sSub>
                            <m:sSubPr>
                              <m:ctrlPr>
                                <a:rPr lang="en-US" i="1">
                                  <a:latin typeface="Cambria Math" panose="02040503050406030204" pitchFamily="18" charset="0"/>
                                </a:rPr>
                              </m:ctrlPr>
                            </m:sSubPr>
                            <m:e>
                              <m:r>
                                <m:rPr>
                                  <m:sty m:val="p"/>
                                </m:rPr>
                                <a:rPr lang="en-US" b="0" i="0">
                                  <a:latin typeface="Cambria Math" panose="02040503050406030204" pitchFamily="18" charset="0"/>
                                </a:rPr>
                                <m:t>b</m:t>
                              </m:r>
                            </m:e>
                            <m:sub>
                              <m:r>
                                <m:rPr>
                                  <m:sty m:val="p"/>
                                </m:rPr>
                                <a:rPr lang="en-US" b="0" i="0">
                                  <a:latin typeface="Cambria Math" panose="02040503050406030204" pitchFamily="18" charset="0"/>
                                </a:rPr>
                                <m:t>xy</m:t>
                              </m:r>
                            </m:sub>
                          </m:sSub>
                          <m:r>
                            <a:rPr lang="en-US" b="0" i="0">
                              <a:latin typeface="Cambria Math" panose="02040503050406030204" pitchFamily="18" charset="0"/>
                            </a:rPr>
                            <m:t> </m:t>
                          </m:r>
                        </m:e>
                      </m:rad>
                    </m:oMath>
                  </m:oMathPara>
                </a14:m>
                <a:endParaRPr lang="en-US"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a:blip r:embed="rId2"/>
                <a:stretch>
                  <a:fillRect l="-971" r="-1074"/>
                </a:stretch>
              </a:blipFill>
            </p:spPr>
            <p:txBody>
              <a:bodyPr/>
              <a:lstStyle/>
              <a:p>
                <a:r>
                  <a:rPr lang="en-IN">
                    <a:noFill/>
                  </a:rPr>
                  <a:t> </a:t>
                </a:r>
              </a:p>
            </p:txBody>
          </p:sp>
        </mc:Fallback>
      </mc:AlternateContent>
    </p:spTree>
    <p:extLst>
      <p:ext uri="{BB962C8B-B14F-4D97-AF65-F5344CB8AC3E}">
        <p14:creationId xmlns:p14="http://schemas.microsoft.com/office/powerpoint/2010/main" val="459260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0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Properties of Regression Coefficients</a:t>
            </a: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lvl="0"/>
                <a:r>
                  <a:rPr lang="en-US" dirty="0"/>
                  <a:t>The </a:t>
                </a:r>
                <a:r>
                  <a:rPr lang="en-US" dirty="0">
                    <a:solidFill>
                      <a:srgbClr val="FF0000"/>
                    </a:solidFill>
                  </a:rPr>
                  <a:t>product</a:t>
                </a:r>
                <a:r>
                  <a:rPr lang="en-US" dirty="0"/>
                  <a:t> of both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rPr>
                          <m:t>b</m:t>
                        </m:r>
                      </m:e>
                      <m:sub>
                        <m:r>
                          <m:rPr>
                            <m:sty m:val="p"/>
                          </m:rPr>
                          <a:rPr lang="en-US">
                            <a:latin typeface="Cambria Math" panose="02040503050406030204" pitchFamily="18" charset="0"/>
                          </a:rPr>
                          <m:t>xy</m:t>
                        </m:r>
                      </m:sub>
                    </m:sSub>
                  </m:oMath>
                </a14:m>
                <a:r>
                  <a:rPr lang="en-US" dirty="0"/>
                  <a:t> and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rPr>
                          <m:t>b</m:t>
                        </m:r>
                      </m:e>
                      <m:sub>
                        <m:r>
                          <m:rPr>
                            <m:sty m:val="p"/>
                          </m:rPr>
                          <a:rPr lang="en-US">
                            <a:latin typeface="Cambria Math" panose="02040503050406030204" pitchFamily="18" charset="0"/>
                          </a:rPr>
                          <m:t>yx</m:t>
                        </m:r>
                      </m:sub>
                    </m:sSub>
                  </m:oMath>
                </a14:m>
                <a:r>
                  <a:rPr lang="en-US" dirty="0"/>
                  <a:t> </a:t>
                </a:r>
                <a:r>
                  <a:rPr lang="en-US" dirty="0">
                    <a:solidFill>
                      <a:srgbClr val="FF0000"/>
                    </a:solidFill>
                  </a:rPr>
                  <a:t>cannot</a:t>
                </a:r>
                <a:r>
                  <a:rPr lang="en-US" dirty="0"/>
                  <a:t> be more than </a:t>
                </a:r>
                <a:r>
                  <a:rPr lang="en-US" dirty="0">
                    <a:solidFill>
                      <a:srgbClr val="FF0000"/>
                    </a:solidFill>
                  </a:rPr>
                  <a:t>1</a:t>
                </a:r>
                <a:r>
                  <a:rPr lang="en-US" dirty="0"/>
                  <a:t>.</a:t>
                </a:r>
              </a:p>
              <a:p>
                <a:pPr lvl="0">
                  <a:lnSpc>
                    <a:spcPct val="100000"/>
                  </a:lnSpc>
                </a:pPr>
                <a:endParaRPr lang="en-US" dirty="0">
                  <a:solidFill>
                    <a:srgbClr val="FF0000"/>
                  </a:solidFill>
                </a:endParaRPr>
              </a:p>
              <a:p>
                <a:pPr lvl="0"/>
                <a:r>
                  <a:rPr lang="en-US" dirty="0">
                    <a:solidFill>
                      <a:srgbClr val="FF0000"/>
                    </a:solidFill>
                  </a:rPr>
                  <a:t>One</a:t>
                </a:r>
                <a:r>
                  <a:rPr lang="en-US" dirty="0"/>
                  <a:t> of the regression coefficients is </a:t>
                </a:r>
                <a:r>
                  <a:rPr lang="en-US" dirty="0">
                    <a:solidFill>
                      <a:srgbClr val="FF0000"/>
                    </a:solidFill>
                  </a:rPr>
                  <a:t>grater</a:t>
                </a:r>
                <a:r>
                  <a:rPr lang="en-US" dirty="0"/>
                  <a:t> than </a:t>
                </a:r>
                <a:r>
                  <a:rPr lang="en-US" dirty="0">
                    <a:solidFill>
                      <a:srgbClr val="FF0000"/>
                    </a:solidFill>
                  </a:rPr>
                  <a:t>1</a:t>
                </a:r>
                <a:r>
                  <a:rPr lang="en-US" dirty="0"/>
                  <a:t> then </a:t>
                </a:r>
                <a:r>
                  <a:rPr lang="en-US" dirty="0">
                    <a:solidFill>
                      <a:srgbClr val="FF0000"/>
                    </a:solidFill>
                  </a:rPr>
                  <a:t>other</a:t>
                </a:r>
                <a:r>
                  <a:rPr lang="en-US" dirty="0"/>
                  <a:t> regression coefficients must be </a:t>
                </a:r>
                <a:r>
                  <a:rPr lang="en-US" dirty="0">
                    <a:solidFill>
                      <a:srgbClr val="FF0000"/>
                    </a:solidFill>
                  </a:rPr>
                  <a:t>less</a:t>
                </a:r>
                <a:r>
                  <a:rPr lang="en-US" dirty="0"/>
                  <a:t> than</a:t>
                </a:r>
                <a:r>
                  <a:rPr lang="en-US" dirty="0">
                    <a:solidFill>
                      <a:srgbClr val="FF0000"/>
                    </a:solidFill>
                  </a:rPr>
                  <a:t> 1</a:t>
                </a:r>
                <a:r>
                  <a:rPr lang="en-US" dirty="0"/>
                  <a:t>.</a:t>
                </a:r>
              </a:p>
              <a:p>
                <a:pPr lvl="0">
                  <a:lnSpc>
                    <a:spcPct val="100000"/>
                  </a:lnSpc>
                </a:pPr>
                <a:endParaRPr lang="en-US" dirty="0"/>
              </a:p>
              <a:p>
                <a:pPr lvl="0"/>
                <a:r>
                  <a:rPr lang="en-US" dirty="0"/>
                  <a:t>The correlation coefficient and  both the regression coefficients have </a:t>
                </a:r>
                <a:r>
                  <a:rPr lang="en-US" dirty="0">
                    <a:solidFill>
                      <a:srgbClr val="FF0000"/>
                    </a:solidFill>
                  </a:rPr>
                  <a:t>same</a:t>
                </a:r>
                <a:r>
                  <a:rPr lang="en-US" dirty="0"/>
                  <a:t> </a:t>
                </a:r>
                <a:r>
                  <a:rPr lang="en-US" dirty="0">
                    <a:solidFill>
                      <a:srgbClr val="FF0000"/>
                    </a:solidFill>
                  </a:rPr>
                  <a:t>sign</a:t>
                </a:r>
                <a:r>
                  <a:rPr lang="en-US" dirty="0"/>
                  <a:t>.</a:t>
                </a:r>
              </a:p>
              <a:p>
                <a:pPr marL="288925" lvl="0" indent="0">
                  <a:buNone/>
                </a:pPr>
                <a:r>
                  <a:rPr lang="en-US" dirty="0"/>
                  <a:t>They are either all positive or all negative.</a:t>
                </a:r>
              </a:p>
              <a:p>
                <a:pPr marL="288925" lvl="0" indent="0">
                  <a:buNone/>
                </a:pPr>
                <a:r>
                  <a:rPr lang="en-US" dirty="0"/>
                  <a:t>i.e.	    If,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rPr>
                          <m:t>b</m:t>
                        </m:r>
                      </m:e>
                      <m:sub>
                        <m:r>
                          <m:rPr>
                            <m:sty m:val="p"/>
                          </m:rPr>
                          <a:rPr lang="en-US">
                            <a:latin typeface="Cambria Math" panose="02040503050406030204" pitchFamily="18" charset="0"/>
                          </a:rPr>
                          <m:t>yx</m:t>
                        </m:r>
                      </m:sub>
                    </m:sSub>
                    <m:r>
                      <a:rPr lang="en-US">
                        <a:latin typeface="Cambria Math" panose="02040503050406030204" pitchFamily="18" charset="0"/>
                      </a:rPr>
                      <m:t>&lt;0   &amp;   </m:t>
                    </m:r>
                    <m:sSub>
                      <m:sSubPr>
                        <m:ctrlPr>
                          <a:rPr lang="en-US" i="1">
                            <a:latin typeface="Cambria Math" panose="02040503050406030204" pitchFamily="18" charset="0"/>
                          </a:rPr>
                        </m:ctrlPr>
                      </m:sSubPr>
                      <m:e>
                        <m:r>
                          <m:rPr>
                            <m:sty m:val="p"/>
                          </m:rPr>
                          <a:rPr lang="en-US">
                            <a:latin typeface="Cambria Math" panose="02040503050406030204" pitchFamily="18" charset="0"/>
                          </a:rPr>
                          <m:t>b</m:t>
                        </m:r>
                      </m:e>
                      <m:sub>
                        <m:r>
                          <m:rPr>
                            <m:sty m:val="p"/>
                          </m:rPr>
                          <a:rPr lang="en-US">
                            <a:latin typeface="Cambria Math" panose="02040503050406030204" pitchFamily="18" charset="0"/>
                          </a:rPr>
                          <m:t>xy</m:t>
                        </m:r>
                      </m:sub>
                    </m:sSub>
                    <m:r>
                      <a:rPr lang="en-US">
                        <a:latin typeface="Cambria Math" panose="02040503050406030204" pitchFamily="18" charset="0"/>
                      </a:rPr>
                      <m:t>&lt;0</m:t>
                    </m:r>
                    <m:r>
                      <a:rPr lang="en-US" b="0" i="0" smtClean="0">
                        <a:latin typeface="Cambria Math" panose="02040503050406030204" pitchFamily="18" charset="0"/>
                      </a:rPr>
                      <m:t> </m:t>
                    </m:r>
                  </m:oMath>
                </a14:m>
                <a:r>
                  <a:rPr lang="en-US" dirty="0"/>
                  <a:t>then, </a:t>
                </a:r>
                <a14:m>
                  <m:oMath xmlns:m="http://schemas.openxmlformats.org/officeDocument/2006/math">
                    <m:r>
                      <m:rPr>
                        <m:sty m:val="p"/>
                      </m:rPr>
                      <a:rPr lang="en-US">
                        <a:latin typeface="Cambria Math" panose="02040503050406030204" pitchFamily="18" charset="0"/>
                      </a:rPr>
                      <m:t>r</m:t>
                    </m:r>
                    <m:r>
                      <a:rPr lang="en-US">
                        <a:solidFill>
                          <a:srgbClr val="FF0000"/>
                        </a:solidFill>
                        <a:latin typeface="Cambria Math" panose="02040503050406030204" pitchFamily="18" charset="0"/>
                      </a:rPr>
                      <m:t>&lt;0</m:t>
                    </m:r>
                  </m:oMath>
                </a14:m>
                <a:endParaRPr lang="en-US" dirty="0"/>
              </a:p>
              <a:p>
                <a:pPr marL="288925" lvl="0" indent="0">
                  <a:buNone/>
                </a:pPr>
                <a:r>
                  <a:rPr lang="en-US" dirty="0"/>
                  <a:t>	    if, </a:t>
                </a:r>
                <a14:m>
                  <m:oMath xmlns:m="http://schemas.openxmlformats.org/officeDocument/2006/math">
                    <m:r>
                      <a:rPr lang="en-IN" b="0" i="0" smtClean="0">
                        <a:latin typeface="Cambria Math" panose="02040503050406030204" pitchFamily="18" charset="0"/>
                      </a:rPr>
                      <m:t> </m:t>
                    </m:r>
                    <m:sSub>
                      <m:sSubPr>
                        <m:ctrlPr>
                          <a:rPr lang="en-US" i="1">
                            <a:latin typeface="Cambria Math" panose="02040503050406030204" pitchFamily="18" charset="0"/>
                          </a:rPr>
                        </m:ctrlPr>
                      </m:sSubPr>
                      <m:e>
                        <m:r>
                          <m:rPr>
                            <m:sty m:val="p"/>
                          </m:rPr>
                          <a:rPr lang="en-US">
                            <a:latin typeface="Cambria Math" panose="02040503050406030204" pitchFamily="18" charset="0"/>
                          </a:rPr>
                          <m:t>b</m:t>
                        </m:r>
                      </m:e>
                      <m:sub>
                        <m:r>
                          <m:rPr>
                            <m:sty m:val="p"/>
                          </m:rPr>
                          <a:rPr lang="en-US">
                            <a:latin typeface="Cambria Math" panose="02040503050406030204" pitchFamily="18" charset="0"/>
                          </a:rPr>
                          <m:t>yx</m:t>
                        </m:r>
                      </m:sub>
                    </m:sSub>
                    <m:r>
                      <a:rPr lang="en-US">
                        <a:latin typeface="Cambria Math" panose="02040503050406030204" pitchFamily="18" charset="0"/>
                      </a:rPr>
                      <m:t>&gt;0   &amp; </m:t>
                    </m:r>
                    <m:r>
                      <a:rPr lang="en-US" i="1">
                        <a:latin typeface="Cambria Math" panose="02040503050406030204" pitchFamily="18" charset="0"/>
                      </a:rPr>
                      <m:t>  </m:t>
                    </m:r>
                    <m:sSub>
                      <m:sSubPr>
                        <m:ctrlPr>
                          <a:rPr lang="en-US" i="1">
                            <a:latin typeface="Cambria Math" panose="02040503050406030204" pitchFamily="18" charset="0"/>
                          </a:rPr>
                        </m:ctrlPr>
                      </m:sSubPr>
                      <m:e>
                        <m:r>
                          <m:rPr>
                            <m:sty m:val="p"/>
                          </m:rPr>
                          <a:rPr lang="en-US">
                            <a:latin typeface="Cambria Math" panose="02040503050406030204" pitchFamily="18" charset="0"/>
                          </a:rPr>
                          <m:t>b</m:t>
                        </m:r>
                      </m:e>
                      <m:sub>
                        <m:r>
                          <m:rPr>
                            <m:sty m:val="p"/>
                          </m:rPr>
                          <a:rPr lang="en-US">
                            <a:latin typeface="Cambria Math" panose="02040503050406030204" pitchFamily="18" charset="0"/>
                          </a:rPr>
                          <m:t>xy</m:t>
                        </m:r>
                      </m:sub>
                    </m:sSub>
                    <m:r>
                      <a:rPr lang="en-US">
                        <a:latin typeface="Cambria Math" panose="02040503050406030204" pitchFamily="18" charset="0"/>
                      </a:rPr>
                      <m:t>&gt;0</m:t>
                    </m:r>
                  </m:oMath>
                </a14:m>
                <a:r>
                  <a:rPr lang="en-US" dirty="0"/>
                  <a:t> then , </a:t>
                </a:r>
                <a14:m>
                  <m:oMath xmlns:m="http://schemas.openxmlformats.org/officeDocument/2006/math">
                    <m:r>
                      <m:rPr>
                        <m:sty m:val="p"/>
                      </m:rPr>
                      <a:rPr lang="en-US">
                        <a:latin typeface="Cambria Math" panose="02040503050406030204" pitchFamily="18" charset="0"/>
                      </a:rPr>
                      <m:t>r</m:t>
                    </m:r>
                    <m:r>
                      <a:rPr lang="en-US">
                        <a:solidFill>
                          <a:srgbClr val="FF0000"/>
                        </a:solidFill>
                        <a:latin typeface="Cambria Math" panose="02040503050406030204" pitchFamily="18" charset="0"/>
                      </a:rPr>
                      <m:t>&gt;0</m:t>
                    </m:r>
                  </m:oMath>
                </a14:m>
                <a:endParaRPr lang="en-US" dirty="0"/>
              </a:p>
              <a:p>
                <a:pPr lvl="0"/>
                <a:endParaRPr lang="en-US" dirty="0"/>
              </a:p>
              <a:p>
                <a:endParaRPr lang="en-US"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a:blip r:embed="rId3"/>
                <a:stretch>
                  <a:fillRect l="-971" r="-1074" b="-1527"/>
                </a:stretch>
              </a:blipFill>
            </p:spPr>
            <p:txBody>
              <a:bodyPr/>
              <a:lstStyle/>
              <a:p>
                <a:r>
                  <a:rPr lang="en-IN">
                    <a:noFill/>
                  </a:rPr>
                  <a:t> </a:t>
                </a:r>
              </a:p>
            </p:txBody>
          </p:sp>
        </mc:Fallback>
      </mc:AlternateContent>
    </p:spTree>
    <p:extLst>
      <p:ext uri="{BB962C8B-B14F-4D97-AF65-F5344CB8AC3E}">
        <p14:creationId xmlns:p14="http://schemas.microsoft.com/office/powerpoint/2010/main" val="2714428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0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normAutofit/>
              </a:bodyPr>
              <a:lstStyle/>
              <a:p>
                <a:r>
                  <a:rPr lang="en-US" dirty="0"/>
                  <a:t>Procedure to find line of regression </a:t>
                </a:r>
                <a:r>
                  <a:rPr lang="en-US" dirty="0">
                    <a:solidFill>
                      <a:schemeClr val="tx1"/>
                    </a:solidFill>
                  </a:rPr>
                  <a:t>from the given values of </a:t>
                </a:r>
                <a14:m>
                  <m:oMath xmlns:m="http://schemas.openxmlformats.org/officeDocument/2006/math">
                    <m:r>
                      <a:rPr lang="en-US" dirty="0">
                        <a:solidFill>
                          <a:schemeClr val="tx1"/>
                        </a:solidFill>
                        <a:latin typeface="Cambria Math" panose="02040503050406030204" pitchFamily="18" charset="0"/>
                      </a:rPr>
                      <m:t>𝐱</m:t>
                    </m:r>
                  </m:oMath>
                </a14:m>
                <a:r>
                  <a:rPr lang="en-US" dirty="0">
                    <a:solidFill>
                      <a:schemeClr val="tx1"/>
                    </a:solidFill>
                  </a:rPr>
                  <a:t> &amp; </a:t>
                </a:r>
                <a14:m>
                  <m:oMath xmlns:m="http://schemas.openxmlformats.org/officeDocument/2006/math">
                    <m:r>
                      <a:rPr lang="en-US" dirty="0">
                        <a:solidFill>
                          <a:schemeClr val="tx1"/>
                        </a:solidFill>
                        <a:latin typeface="Cambria Math" panose="02040503050406030204" pitchFamily="18" charset="0"/>
                      </a:rPr>
                      <m:t>𝐲</m:t>
                    </m:r>
                  </m:oMath>
                </a14:m>
                <a:endParaRPr lang="en-US" dirty="0">
                  <a:solidFill>
                    <a:srgbClr val="FF0000"/>
                  </a:solidFill>
                </a:endParaRPr>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rotWithShape="0">
                <a:blip r:embed="rId2"/>
                <a:stretch>
                  <a:fillRect l="-400" t="-8547" b="-196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marL="514350" indent="-514350">
                  <a:buFont typeface="+mj-lt"/>
                  <a:buAutoNum type="arabicParenR"/>
                </a:pPr>
                <a:r>
                  <a:rPr lang="en-US" dirty="0">
                    <a:solidFill>
                      <a:srgbClr val="FF0000"/>
                    </a:solidFill>
                  </a:rPr>
                  <a:t>Store</a:t>
                </a:r>
                <a:r>
                  <a:rPr lang="en-US" dirty="0"/>
                  <a:t> the </a:t>
                </a:r>
                <a:r>
                  <a:rPr lang="en-US" dirty="0">
                    <a:solidFill>
                      <a:srgbClr val="FF0000"/>
                    </a:solidFill>
                  </a:rPr>
                  <a:t>given</a:t>
                </a:r>
                <a:r>
                  <a:rPr lang="en-US" dirty="0"/>
                  <a:t> data in the scientific calculator(fx-82MS).</a:t>
                </a:r>
              </a:p>
              <a:p>
                <a:pPr marL="514350" indent="-514350">
                  <a:buFont typeface="+mj-lt"/>
                  <a:buAutoNum type="arabicParenR"/>
                </a:pPr>
                <a:r>
                  <a:rPr lang="en-US" dirty="0">
                    <a:solidFill>
                      <a:srgbClr val="FF0000"/>
                    </a:solidFill>
                  </a:rPr>
                  <a:t>Find</a:t>
                </a:r>
                <a:r>
                  <a:rPr lang="en-US" dirty="0"/>
                  <a:t> the values of </a:t>
                </a:r>
                <a:r>
                  <a:rPr lang="en-US" dirty="0">
                    <a:solidFill>
                      <a:srgbClr val="FF0000"/>
                    </a:solidFill>
                  </a:rPr>
                  <a:t>following</a:t>
                </a:r>
                <a:r>
                  <a:rPr lang="en-US" dirty="0"/>
                  <a:t> from the calculator:</a:t>
                </a:r>
              </a:p>
              <a:p>
                <a:pPr marL="509588" indent="0">
                  <a:buNone/>
                </a:pPr>
                <a14:m>
                  <m:oMathPara xmlns:m="http://schemas.openxmlformats.org/officeDocument/2006/math">
                    <m:oMathParaPr>
                      <m:jc m:val="left"/>
                    </m:oMathParaPr>
                    <m:oMath xmlns:m="http://schemas.openxmlformats.org/officeDocument/2006/math">
                      <m:acc>
                        <m:accPr>
                          <m:chr m:val="̅"/>
                          <m:ctrlPr>
                            <a:rPr lang="en-US" i="1">
                              <a:latin typeface="Cambria Math" panose="02040503050406030204" pitchFamily="18" charset="0"/>
                            </a:rPr>
                          </m:ctrlPr>
                        </m:accPr>
                        <m:e>
                          <m:r>
                            <a:rPr lang="en-US" i="0">
                              <a:latin typeface="Cambria Math" panose="02040503050406030204" pitchFamily="18" charset="0"/>
                            </a:rPr>
                            <m:t> </m:t>
                          </m:r>
                          <m:r>
                            <m:rPr>
                              <m:sty m:val="p"/>
                            </m:rPr>
                            <a:rPr lang="en-US" i="0">
                              <a:latin typeface="Cambria Math" panose="02040503050406030204" pitchFamily="18" charset="0"/>
                            </a:rPr>
                            <m:t>x</m:t>
                          </m:r>
                          <m:r>
                            <a:rPr lang="en-US" i="0">
                              <a:latin typeface="Cambria Math" panose="02040503050406030204" pitchFamily="18" charset="0"/>
                            </a:rPr>
                            <m:t> </m:t>
                          </m:r>
                        </m:e>
                      </m:acc>
                      <m:r>
                        <a:rPr lang="en-US" b="0" i="0" smtClean="0">
                          <a:latin typeface="Cambria Math" panose="02040503050406030204" pitchFamily="18" charset="0"/>
                        </a:rPr>
                        <m:t>,  </m:t>
                      </m:r>
                      <m:acc>
                        <m:accPr>
                          <m:chr m:val="̅"/>
                          <m:ctrlPr>
                            <a:rPr lang="en-US" i="1">
                              <a:latin typeface="Cambria Math" panose="02040503050406030204" pitchFamily="18" charset="0"/>
                            </a:rPr>
                          </m:ctrlPr>
                        </m:accPr>
                        <m:e>
                          <m:r>
                            <a:rPr lang="en-US" i="0">
                              <a:latin typeface="Cambria Math" panose="02040503050406030204" pitchFamily="18" charset="0"/>
                            </a:rPr>
                            <m:t> </m:t>
                          </m:r>
                          <m:r>
                            <m:rPr>
                              <m:sty m:val="p"/>
                            </m:rPr>
                            <a:rPr lang="en-US" b="0" i="0" smtClean="0">
                              <a:latin typeface="Cambria Math" panose="02040503050406030204" pitchFamily="18" charset="0"/>
                            </a:rPr>
                            <m:t>y</m:t>
                          </m:r>
                          <m:r>
                            <a:rPr lang="en-US" i="0">
                              <a:latin typeface="Cambria Math" panose="02040503050406030204" pitchFamily="18" charset="0"/>
                            </a:rPr>
                            <m:t> </m:t>
                          </m:r>
                        </m:e>
                      </m:acc>
                      <m:r>
                        <a:rPr lang="en-US" b="0" i="0" smtClean="0">
                          <a:latin typeface="Cambria Math" panose="02040503050406030204" pitchFamily="18" charset="0"/>
                        </a:rPr>
                        <m:t>,  </m:t>
                      </m:r>
                      <m:sSub>
                        <m:sSubPr>
                          <m:ctrlPr>
                            <a:rPr lang="en-US" i="1">
                              <a:latin typeface="Cambria Math" panose="02040503050406030204" pitchFamily="18" charset="0"/>
                            </a:rPr>
                          </m:ctrlPr>
                        </m:sSubPr>
                        <m:e>
                          <m:r>
                            <m:rPr>
                              <m:sty m:val="p"/>
                            </m:rPr>
                            <a:rPr lang="en-US" i="0">
                              <a:latin typeface="Cambria Math" panose="02040503050406030204" pitchFamily="18" charset="0"/>
                            </a:rPr>
                            <m:t>σ</m:t>
                          </m:r>
                        </m:e>
                        <m:sub>
                          <m:r>
                            <m:rPr>
                              <m:sty m:val="p"/>
                            </m:rPr>
                            <a:rPr lang="en-US" i="0">
                              <a:latin typeface="Cambria Math" panose="02040503050406030204" pitchFamily="18" charset="0"/>
                            </a:rPr>
                            <m:t>x</m:t>
                          </m:r>
                        </m:sub>
                      </m:sSub>
                      <m:r>
                        <a:rPr lang="en-US" b="0" i="0" smtClean="0">
                          <a:latin typeface="Cambria Math" panose="02040503050406030204" pitchFamily="18" charset="0"/>
                        </a:rPr>
                        <m:t>,  </m:t>
                      </m:r>
                      <m:sSub>
                        <m:sSubPr>
                          <m:ctrlPr>
                            <a:rPr lang="en-US" i="1">
                              <a:latin typeface="Cambria Math" panose="02040503050406030204" pitchFamily="18" charset="0"/>
                            </a:rPr>
                          </m:ctrlPr>
                        </m:sSubPr>
                        <m:e>
                          <m:r>
                            <m:rPr>
                              <m:sty m:val="p"/>
                            </m:rPr>
                            <a:rPr lang="en-US" i="0">
                              <a:latin typeface="Cambria Math" panose="02040503050406030204" pitchFamily="18" charset="0"/>
                            </a:rPr>
                            <m:t>σ</m:t>
                          </m:r>
                        </m:e>
                        <m:sub>
                          <m:r>
                            <m:rPr>
                              <m:sty m:val="p"/>
                            </m:rPr>
                            <a:rPr lang="en-US" b="0" i="0" smtClean="0">
                              <a:latin typeface="Cambria Math" panose="02040503050406030204" pitchFamily="18" charset="0"/>
                            </a:rPr>
                            <m:t>y</m:t>
                          </m:r>
                        </m:sub>
                      </m:sSub>
                      <m:r>
                        <a:rPr lang="en-US" b="0" i="0" smtClean="0">
                          <a:latin typeface="Cambria Math" panose="02040503050406030204" pitchFamily="18" charset="0"/>
                        </a:rPr>
                        <m:t>,  </m:t>
                      </m:r>
                      <m:r>
                        <m:rPr>
                          <m:sty m:val="p"/>
                        </m:rPr>
                        <a:rPr lang="en-US" b="0" i="0" smtClean="0">
                          <a:latin typeface="Cambria Math" panose="02040503050406030204" pitchFamily="18" charset="0"/>
                        </a:rPr>
                        <m:t>r</m:t>
                      </m:r>
                    </m:oMath>
                  </m:oMathPara>
                </a14:m>
                <a:endParaRPr lang="en-US" dirty="0"/>
              </a:p>
              <a:p>
                <a:pPr marL="514350" indent="-514350">
                  <a:buFont typeface="+mj-lt"/>
                  <a:buAutoNum type="arabicParenR" startAt="3"/>
                </a:pPr>
                <a:r>
                  <a:rPr lang="en-US" dirty="0"/>
                  <a:t>Substitute all the values in the </a:t>
                </a:r>
                <a:r>
                  <a:rPr lang="en-US" dirty="0">
                    <a:solidFill>
                      <a:srgbClr val="FF0000"/>
                    </a:solidFill>
                  </a:rPr>
                  <a:t>formula</a:t>
                </a:r>
                <a:r>
                  <a:rPr lang="en-US" dirty="0"/>
                  <a:t> and find the line of regression.</a:t>
                </a:r>
              </a:p>
              <a:p>
                <a:pPr marL="0" indent="0" algn="ctr">
                  <a:buNone/>
                </a:pPr>
                <a14:m>
                  <m:oMathPara xmlns:m="http://schemas.openxmlformats.org/officeDocument/2006/math">
                    <m:oMathParaPr>
                      <m:jc m:val="centerGroup"/>
                    </m:oMathParaPr>
                    <m:oMath xmlns:m="http://schemas.openxmlformats.org/officeDocument/2006/math">
                      <m:r>
                        <m:rPr>
                          <m:sty m:val="p"/>
                        </m:rPr>
                        <a:rPr lang="en-US">
                          <a:latin typeface="Cambria Math" panose="02040503050406030204" pitchFamily="18" charset="0"/>
                        </a:rPr>
                        <m:t>y</m:t>
                      </m:r>
                      <m:r>
                        <a:rPr lang="en-US">
                          <a:latin typeface="Cambria Math" panose="02040503050406030204" pitchFamily="18" charset="0"/>
                        </a:rPr>
                        <m:t>−</m:t>
                      </m:r>
                      <m:acc>
                        <m:accPr>
                          <m:chr m:val="̅"/>
                          <m:ctrlPr>
                            <a:rPr lang="en-US" i="1">
                              <a:latin typeface="Cambria Math" panose="02040503050406030204" pitchFamily="18" charset="0"/>
                            </a:rPr>
                          </m:ctrlPr>
                        </m:accPr>
                        <m:e>
                          <m:r>
                            <a:rPr lang="en-US">
                              <a:latin typeface="Cambria Math" panose="02040503050406030204" pitchFamily="18" charset="0"/>
                            </a:rPr>
                            <m:t> </m:t>
                          </m:r>
                          <m:r>
                            <m:rPr>
                              <m:sty m:val="p"/>
                            </m:rPr>
                            <a:rPr lang="en-US">
                              <a:latin typeface="Cambria Math" panose="02040503050406030204" pitchFamily="18" charset="0"/>
                            </a:rPr>
                            <m:t>y</m:t>
                          </m:r>
                          <m:r>
                            <a:rPr lang="en-US">
                              <a:latin typeface="Cambria Math" panose="02040503050406030204" pitchFamily="18" charset="0"/>
                            </a:rPr>
                            <m:t> </m:t>
                          </m:r>
                        </m:e>
                      </m:acc>
                      <m:r>
                        <a:rPr lang="en-US">
                          <a:latin typeface="Cambria Math" panose="02040503050406030204" pitchFamily="18" charset="0"/>
                        </a:rPr>
                        <m:t>=</m:t>
                      </m:r>
                      <m:r>
                        <m:rPr>
                          <m:sty m:val="p"/>
                        </m:rPr>
                        <a:rPr lang="en-US">
                          <a:solidFill>
                            <a:srgbClr val="7030A0"/>
                          </a:solidFill>
                          <a:latin typeface="Cambria Math" panose="02040503050406030204" pitchFamily="18" charset="0"/>
                        </a:rPr>
                        <m:t>r</m:t>
                      </m:r>
                      <m:f>
                        <m:fPr>
                          <m:ctrlPr>
                            <a:rPr lang="en-US" i="1">
                              <a:solidFill>
                                <a:srgbClr val="7030A0"/>
                              </a:solidFill>
                              <a:latin typeface="Cambria Math" panose="02040503050406030204" pitchFamily="18" charset="0"/>
                            </a:rPr>
                          </m:ctrlPr>
                        </m:fPr>
                        <m:num>
                          <m:r>
                            <a:rPr lang="en-US">
                              <a:solidFill>
                                <a:srgbClr val="7030A0"/>
                              </a:solidFill>
                              <a:latin typeface="Cambria Math" panose="02040503050406030204" pitchFamily="18" charset="0"/>
                            </a:rPr>
                            <m:t> </m:t>
                          </m:r>
                          <m:sSub>
                            <m:sSubPr>
                              <m:ctrlPr>
                                <a:rPr lang="en-US" i="1">
                                  <a:solidFill>
                                    <a:srgbClr val="7030A0"/>
                                  </a:solidFill>
                                  <a:latin typeface="Cambria Math" panose="02040503050406030204" pitchFamily="18" charset="0"/>
                                </a:rPr>
                              </m:ctrlPr>
                            </m:sSubPr>
                            <m:e>
                              <m:r>
                                <m:rPr>
                                  <m:sty m:val="p"/>
                                </m:rPr>
                                <a:rPr lang="en-US">
                                  <a:solidFill>
                                    <a:srgbClr val="7030A0"/>
                                  </a:solidFill>
                                  <a:latin typeface="Cambria Math" panose="02040503050406030204" pitchFamily="18" charset="0"/>
                                </a:rPr>
                                <m:t>σ</m:t>
                              </m:r>
                            </m:e>
                            <m:sub>
                              <m:r>
                                <m:rPr>
                                  <m:sty m:val="p"/>
                                </m:rPr>
                                <a:rPr lang="en-US" b="0" i="0" smtClean="0">
                                  <a:solidFill>
                                    <a:srgbClr val="7030A0"/>
                                  </a:solidFill>
                                  <a:latin typeface="Cambria Math" panose="02040503050406030204" pitchFamily="18" charset="0"/>
                                </a:rPr>
                                <m:t>y</m:t>
                              </m:r>
                            </m:sub>
                          </m:sSub>
                          <m:r>
                            <a:rPr lang="en-US">
                              <a:solidFill>
                                <a:srgbClr val="7030A0"/>
                              </a:solidFill>
                              <a:latin typeface="Cambria Math" panose="02040503050406030204" pitchFamily="18" charset="0"/>
                            </a:rPr>
                            <m:t> </m:t>
                          </m:r>
                        </m:num>
                        <m:den>
                          <m:r>
                            <a:rPr lang="en-US">
                              <a:solidFill>
                                <a:srgbClr val="7030A0"/>
                              </a:solidFill>
                              <a:latin typeface="Cambria Math" panose="02040503050406030204" pitchFamily="18" charset="0"/>
                            </a:rPr>
                            <m:t> </m:t>
                          </m:r>
                          <m:sSub>
                            <m:sSubPr>
                              <m:ctrlPr>
                                <a:rPr lang="en-US" i="1">
                                  <a:solidFill>
                                    <a:srgbClr val="7030A0"/>
                                  </a:solidFill>
                                  <a:latin typeface="Cambria Math" panose="02040503050406030204" pitchFamily="18" charset="0"/>
                                </a:rPr>
                              </m:ctrlPr>
                            </m:sSubPr>
                            <m:e>
                              <m:r>
                                <m:rPr>
                                  <m:sty m:val="p"/>
                                </m:rPr>
                                <a:rPr lang="en-US">
                                  <a:solidFill>
                                    <a:srgbClr val="7030A0"/>
                                  </a:solidFill>
                                  <a:latin typeface="Cambria Math" panose="02040503050406030204" pitchFamily="18" charset="0"/>
                                </a:rPr>
                                <m:t>σ</m:t>
                              </m:r>
                            </m:e>
                            <m:sub>
                              <m:r>
                                <m:rPr>
                                  <m:sty m:val="p"/>
                                </m:rPr>
                                <a:rPr lang="en-US" b="0" i="0" smtClean="0">
                                  <a:solidFill>
                                    <a:srgbClr val="7030A0"/>
                                  </a:solidFill>
                                  <a:latin typeface="Cambria Math" panose="02040503050406030204" pitchFamily="18" charset="0"/>
                                </a:rPr>
                                <m:t>x</m:t>
                              </m:r>
                            </m:sub>
                          </m:sSub>
                          <m:r>
                            <a:rPr lang="en-US">
                              <a:solidFill>
                                <a:srgbClr val="7030A0"/>
                              </a:solidFill>
                              <a:latin typeface="Cambria Math" panose="02040503050406030204" pitchFamily="18" charset="0"/>
                            </a:rPr>
                            <m:t> </m:t>
                          </m:r>
                        </m:den>
                      </m:f>
                      <m:d>
                        <m:dPr>
                          <m:ctrlPr>
                            <a:rPr lang="en-US" i="1">
                              <a:latin typeface="Cambria Math" panose="02040503050406030204" pitchFamily="18" charset="0"/>
                            </a:rPr>
                          </m:ctrlPr>
                        </m:dPr>
                        <m:e>
                          <m:r>
                            <a:rPr lang="en-US">
                              <a:latin typeface="Cambria Math" panose="02040503050406030204" pitchFamily="18" charset="0"/>
                            </a:rPr>
                            <m:t> </m:t>
                          </m:r>
                          <m:r>
                            <m:rPr>
                              <m:sty m:val="p"/>
                            </m:rPr>
                            <a:rPr lang="en-US">
                              <a:latin typeface="Cambria Math" panose="02040503050406030204" pitchFamily="18" charset="0"/>
                            </a:rPr>
                            <m:t>x</m:t>
                          </m:r>
                          <m:r>
                            <a:rPr lang="en-US">
                              <a:latin typeface="Cambria Math" panose="02040503050406030204" pitchFamily="18" charset="0"/>
                            </a:rPr>
                            <m:t>−</m:t>
                          </m:r>
                          <m:acc>
                            <m:accPr>
                              <m:chr m:val="̅"/>
                              <m:ctrlPr>
                                <a:rPr lang="en-US" i="1">
                                  <a:latin typeface="Cambria Math" panose="02040503050406030204" pitchFamily="18" charset="0"/>
                                </a:rPr>
                              </m:ctrlPr>
                            </m:accPr>
                            <m:e>
                              <m:r>
                                <a:rPr lang="en-US">
                                  <a:latin typeface="Cambria Math" panose="02040503050406030204" pitchFamily="18" charset="0"/>
                                </a:rPr>
                                <m:t> </m:t>
                              </m:r>
                              <m:r>
                                <m:rPr>
                                  <m:sty m:val="p"/>
                                </m:rPr>
                                <a:rPr lang="en-US">
                                  <a:latin typeface="Cambria Math" panose="02040503050406030204" pitchFamily="18" charset="0"/>
                                </a:rPr>
                                <m:t>x</m:t>
                              </m:r>
                              <m:r>
                                <a:rPr lang="en-US">
                                  <a:latin typeface="Cambria Math" panose="02040503050406030204" pitchFamily="18" charset="0"/>
                                </a:rPr>
                                <m:t> </m:t>
                              </m:r>
                            </m:e>
                          </m:acc>
                        </m:e>
                      </m:d>
                      <m:r>
                        <a:rPr lang="en-US" b="0" i="1" smtClean="0">
                          <a:latin typeface="Cambria Math" panose="02040503050406030204" pitchFamily="18" charset="0"/>
                        </a:rPr>
                        <m:t>          </m:t>
                      </m:r>
                      <m:r>
                        <m:rPr>
                          <m:sty m:val="p"/>
                        </m:rPr>
                        <a:rPr lang="en-US" b="0" i="0" smtClean="0">
                          <a:latin typeface="Cambria Math" panose="02040503050406030204" pitchFamily="18" charset="0"/>
                        </a:rPr>
                        <m:t>or</m:t>
                      </m:r>
                    </m:oMath>
                  </m:oMathPara>
                </a14:m>
                <a:endParaRPr lang="en-US" dirty="0">
                  <a:latin typeface="Cambria Math"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rPr>
                        <m:t>x</m:t>
                      </m:r>
                      <m:r>
                        <a:rPr lang="en-US">
                          <a:latin typeface="Cambria Math" panose="02040503050406030204" pitchFamily="18" charset="0"/>
                        </a:rPr>
                        <m:t>−</m:t>
                      </m:r>
                      <m:acc>
                        <m:accPr>
                          <m:chr m:val="̅"/>
                          <m:ctrlPr>
                            <a:rPr lang="en-US" i="1">
                              <a:latin typeface="Cambria Math" panose="02040503050406030204" pitchFamily="18" charset="0"/>
                            </a:rPr>
                          </m:ctrlPr>
                        </m:accPr>
                        <m:e>
                          <m:r>
                            <a:rPr lang="en-US">
                              <a:latin typeface="Cambria Math" panose="02040503050406030204" pitchFamily="18" charset="0"/>
                            </a:rPr>
                            <m:t> </m:t>
                          </m:r>
                          <m:r>
                            <m:rPr>
                              <m:sty m:val="p"/>
                            </m:rPr>
                            <a:rPr lang="en-US" b="0" i="0" smtClean="0">
                              <a:latin typeface="Cambria Math" panose="02040503050406030204" pitchFamily="18" charset="0"/>
                            </a:rPr>
                            <m:t>x</m:t>
                          </m:r>
                          <m:r>
                            <a:rPr lang="en-US">
                              <a:latin typeface="Cambria Math" panose="02040503050406030204" pitchFamily="18" charset="0"/>
                            </a:rPr>
                            <m:t> </m:t>
                          </m:r>
                        </m:e>
                      </m:acc>
                      <m:r>
                        <a:rPr lang="en-US">
                          <a:latin typeface="Cambria Math" panose="02040503050406030204" pitchFamily="18" charset="0"/>
                        </a:rPr>
                        <m:t>=</m:t>
                      </m:r>
                      <m:r>
                        <m:rPr>
                          <m:sty m:val="p"/>
                        </m:rPr>
                        <a:rPr lang="en-US" smtClean="0">
                          <a:solidFill>
                            <a:srgbClr val="7030A0"/>
                          </a:solidFill>
                          <a:latin typeface="Cambria Math" panose="02040503050406030204" pitchFamily="18" charset="0"/>
                        </a:rPr>
                        <m:t>r</m:t>
                      </m:r>
                      <m:f>
                        <m:fPr>
                          <m:ctrlPr>
                            <a:rPr lang="en-US" i="1">
                              <a:solidFill>
                                <a:srgbClr val="7030A0"/>
                              </a:solidFill>
                              <a:latin typeface="Cambria Math" panose="02040503050406030204" pitchFamily="18" charset="0"/>
                            </a:rPr>
                          </m:ctrlPr>
                        </m:fPr>
                        <m:num>
                          <m:r>
                            <a:rPr lang="en-US">
                              <a:solidFill>
                                <a:srgbClr val="7030A0"/>
                              </a:solidFill>
                              <a:latin typeface="Cambria Math" panose="02040503050406030204" pitchFamily="18" charset="0"/>
                            </a:rPr>
                            <m:t> </m:t>
                          </m:r>
                          <m:sSub>
                            <m:sSubPr>
                              <m:ctrlPr>
                                <a:rPr lang="en-US" i="1">
                                  <a:solidFill>
                                    <a:srgbClr val="7030A0"/>
                                  </a:solidFill>
                                  <a:latin typeface="Cambria Math" panose="02040503050406030204" pitchFamily="18" charset="0"/>
                                </a:rPr>
                              </m:ctrlPr>
                            </m:sSubPr>
                            <m:e>
                              <m:r>
                                <m:rPr>
                                  <m:sty m:val="p"/>
                                </m:rPr>
                                <a:rPr lang="en-US">
                                  <a:solidFill>
                                    <a:srgbClr val="7030A0"/>
                                  </a:solidFill>
                                  <a:latin typeface="Cambria Math" panose="02040503050406030204" pitchFamily="18" charset="0"/>
                                </a:rPr>
                                <m:t>σ</m:t>
                              </m:r>
                            </m:e>
                            <m:sub>
                              <m:r>
                                <m:rPr>
                                  <m:sty m:val="p"/>
                                </m:rPr>
                                <a:rPr lang="en-US">
                                  <a:solidFill>
                                    <a:srgbClr val="7030A0"/>
                                  </a:solidFill>
                                  <a:latin typeface="Cambria Math" panose="02040503050406030204" pitchFamily="18" charset="0"/>
                                </a:rPr>
                                <m:t>x</m:t>
                              </m:r>
                            </m:sub>
                          </m:sSub>
                          <m:r>
                            <a:rPr lang="en-US">
                              <a:solidFill>
                                <a:srgbClr val="7030A0"/>
                              </a:solidFill>
                              <a:latin typeface="Cambria Math" panose="02040503050406030204" pitchFamily="18" charset="0"/>
                            </a:rPr>
                            <m:t> </m:t>
                          </m:r>
                        </m:num>
                        <m:den>
                          <m:r>
                            <a:rPr lang="en-US">
                              <a:solidFill>
                                <a:srgbClr val="7030A0"/>
                              </a:solidFill>
                              <a:latin typeface="Cambria Math" panose="02040503050406030204" pitchFamily="18" charset="0"/>
                            </a:rPr>
                            <m:t> </m:t>
                          </m:r>
                          <m:sSub>
                            <m:sSubPr>
                              <m:ctrlPr>
                                <a:rPr lang="en-US" i="1">
                                  <a:solidFill>
                                    <a:srgbClr val="7030A0"/>
                                  </a:solidFill>
                                  <a:latin typeface="Cambria Math" panose="02040503050406030204" pitchFamily="18" charset="0"/>
                                </a:rPr>
                              </m:ctrlPr>
                            </m:sSubPr>
                            <m:e>
                              <m:r>
                                <m:rPr>
                                  <m:sty m:val="p"/>
                                </m:rPr>
                                <a:rPr lang="en-US">
                                  <a:solidFill>
                                    <a:srgbClr val="7030A0"/>
                                  </a:solidFill>
                                  <a:latin typeface="Cambria Math" panose="02040503050406030204" pitchFamily="18" charset="0"/>
                                </a:rPr>
                                <m:t>σ</m:t>
                              </m:r>
                            </m:e>
                            <m:sub>
                              <m:r>
                                <m:rPr>
                                  <m:sty m:val="p"/>
                                </m:rPr>
                                <a:rPr lang="en-US">
                                  <a:solidFill>
                                    <a:srgbClr val="7030A0"/>
                                  </a:solidFill>
                                  <a:latin typeface="Cambria Math" panose="02040503050406030204" pitchFamily="18" charset="0"/>
                                </a:rPr>
                                <m:t>y</m:t>
                              </m:r>
                            </m:sub>
                          </m:sSub>
                          <m:r>
                            <a:rPr lang="en-US">
                              <a:solidFill>
                                <a:srgbClr val="7030A0"/>
                              </a:solidFill>
                              <a:latin typeface="Cambria Math" panose="02040503050406030204" pitchFamily="18" charset="0"/>
                            </a:rPr>
                            <m:t> </m:t>
                          </m:r>
                        </m:den>
                      </m:f>
                      <m:d>
                        <m:dPr>
                          <m:ctrlPr>
                            <a:rPr lang="en-US" i="1">
                              <a:latin typeface="Cambria Math" panose="02040503050406030204" pitchFamily="18" charset="0"/>
                            </a:rPr>
                          </m:ctrlPr>
                        </m:dPr>
                        <m:e>
                          <m:r>
                            <a:rPr lang="en-US">
                              <a:latin typeface="Cambria Math" panose="02040503050406030204" pitchFamily="18" charset="0"/>
                            </a:rPr>
                            <m:t> </m:t>
                          </m:r>
                          <m:r>
                            <m:rPr>
                              <m:sty m:val="p"/>
                            </m:rPr>
                            <a:rPr lang="en-US" b="0" i="0" smtClean="0">
                              <a:latin typeface="Cambria Math" panose="02040503050406030204" pitchFamily="18" charset="0"/>
                            </a:rPr>
                            <m:t>y</m:t>
                          </m:r>
                          <m:r>
                            <a:rPr lang="en-US">
                              <a:latin typeface="Cambria Math" panose="02040503050406030204" pitchFamily="18" charset="0"/>
                            </a:rPr>
                            <m:t>−</m:t>
                          </m:r>
                          <m:acc>
                            <m:accPr>
                              <m:chr m:val="̅"/>
                              <m:ctrlPr>
                                <a:rPr lang="en-US" i="1">
                                  <a:latin typeface="Cambria Math" panose="02040503050406030204" pitchFamily="18" charset="0"/>
                                </a:rPr>
                              </m:ctrlPr>
                            </m:accPr>
                            <m:e>
                              <m:r>
                                <a:rPr lang="en-US">
                                  <a:latin typeface="Cambria Math" panose="02040503050406030204" pitchFamily="18" charset="0"/>
                                </a:rPr>
                                <m:t> </m:t>
                              </m:r>
                              <m:r>
                                <m:rPr>
                                  <m:sty m:val="p"/>
                                </m:rPr>
                                <a:rPr lang="en-US" b="0" i="0" smtClean="0">
                                  <a:latin typeface="Cambria Math" panose="02040503050406030204" pitchFamily="18" charset="0"/>
                                </a:rPr>
                                <m:t>y</m:t>
                              </m:r>
                              <m:r>
                                <a:rPr lang="en-US">
                                  <a:latin typeface="Cambria Math" panose="02040503050406030204" pitchFamily="18" charset="0"/>
                                </a:rPr>
                                <m:t> </m:t>
                              </m:r>
                            </m:e>
                          </m:acc>
                        </m:e>
                      </m:d>
                      <m:r>
                        <a:rPr lang="en-US" b="0" i="1" smtClean="0">
                          <a:latin typeface="Cambria Math" panose="02040503050406030204" pitchFamily="18" charset="0"/>
                        </a:rPr>
                        <m:t>               </m:t>
                      </m:r>
                    </m:oMath>
                  </m:oMathPara>
                </a14:m>
                <a:endParaRPr lang="en-US" sz="3600" dirty="0">
                  <a:solidFill>
                    <a:schemeClr val="bg1"/>
                  </a:solidFill>
                </a:endParaRPr>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rotWithShape="0">
                <a:blip r:embed="rId3"/>
                <a:stretch>
                  <a:fillRect l="-1074"/>
                </a:stretch>
              </a:blipFill>
            </p:spPr>
            <p:txBody>
              <a:bodyPr/>
              <a:lstStyle/>
              <a:p>
                <a:r>
                  <a:rPr lang="en-US">
                    <a:noFill/>
                  </a:rPr>
                  <a:t> </a:t>
                </a:r>
              </a:p>
            </p:txBody>
          </p:sp>
        </mc:Fallback>
      </mc:AlternateContent>
    </p:spTree>
    <p:extLst>
      <p:ext uri="{BB962C8B-B14F-4D97-AF65-F5344CB8AC3E}">
        <p14:creationId xmlns:p14="http://schemas.microsoft.com/office/powerpoint/2010/main" val="3907879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7" y="869082"/>
            <a:ext cx="11929643" cy="7315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00000"/>
              </a:lnSpc>
            </a:pPr>
            <a:r>
              <a:rPr lang="en-US" dirty="0"/>
              <a:t>Obtain the two lines of regression for the following data:</a:t>
            </a:r>
          </a:p>
        </p:txBody>
      </p:sp>
      <p:sp>
        <p:nvSpPr>
          <p:cNvPr id="2" name="Title 1"/>
          <p:cNvSpPr>
            <a:spLocks noGrp="1"/>
          </p:cNvSpPr>
          <p:nvPr>
            <p:ph type="title"/>
          </p:nvPr>
        </p:nvSpPr>
        <p:spPr/>
        <p:txBody>
          <a:bodyPr/>
          <a:lstStyle/>
          <a:p>
            <a:r>
              <a:rPr lang="en-GB" dirty="0"/>
              <a:t>Method 3 ⇝ Example 1</a:t>
            </a:r>
            <a:endParaRPr lang="en-US" dirty="0"/>
          </a:p>
        </p:txBody>
      </p:sp>
      <p:sp>
        <p:nvSpPr>
          <p:cNvPr id="50" name="Rectangle 49">
            <a:extLst>
              <a:ext uri="{FF2B5EF4-FFF2-40B4-BE49-F238E27FC236}">
                <a16:creationId xmlns:a16="http://schemas.microsoft.com/office/drawing/2014/main" id="{B2D3FB0B-D709-43AC-B65F-29361B504B61}"/>
              </a:ext>
            </a:extLst>
          </p:cNvPr>
          <p:cNvSpPr/>
          <p:nvPr/>
        </p:nvSpPr>
        <p:spPr>
          <a:xfrm>
            <a:off x="131177" y="3322975"/>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p:graphicFrame>
        <p:nvGraphicFramePr>
          <p:cNvPr id="3" name="Table 2"/>
          <p:cNvGraphicFramePr>
            <a:graphicFrameLocks noGrp="1"/>
          </p:cNvGraphicFramePr>
          <p:nvPr>
            <p:extLst>
              <p:ext uri="{D42A27DB-BD31-4B8C-83A1-F6EECF244321}">
                <p14:modId xmlns:p14="http://schemas.microsoft.com/office/powerpoint/2010/main" val="3965161630"/>
              </p:ext>
            </p:extLst>
          </p:nvPr>
        </p:nvGraphicFramePr>
        <p:xfrm>
          <a:off x="131179" y="1747867"/>
          <a:ext cx="11932918" cy="1280160"/>
        </p:xfrm>
        <a:graphic>
          <a:graphicData uri="http://schemas.openxmlformats.org/drawingml/2006/table">
            <a:tbl>
              <a:tblPr firstRow="1" firstCol="1" bandRow="1">
                <a:tableStyleId>{E8B1032C-EA38-4F05-BA0D-38AFFFC7BED3}</a:tableStyleId>
              </a:tblPr>
              <a:tblGrid>
                <a:gridCol w="4474845">
                  <a:extLst>
                    <a:ext uri="{9D8B030D-6E8A-4147-A177-3AD203B41FA5}">
                      <a16:colId xmlns:a16="http://schemas.microsoft.com/office/drawing/2014/main" val="20000"/>
                    </a:ext>
                  </a:extLst>
                </a:gridCol>
                <a:gridCol w="1065439">
                  <a:extLst>
                    <a:ext uri="{9D8B030D-6E8A-4147-A177-3AD203B41FA5}">
                      <a16:colId xmlns:a16="http://schemas.microsoft.com/office/drawing/2014/main" val="20001"/>
                    </a:ext>
                  </a:extLst>
                </a:gridCol>
                <a:gridCol w="1065439">
                  <a:extLst>
                    <a:ext uri="{9D8B030D-6E8A-4147-A177-3AD203B41FA5}">
                      <a16:colId xmlns:a16="http://schemas.microsoft.com/office/drawing/2014/main" val="20002"/>
                    </a:ext>
                  </a:extLst>
                </a:gridCol>
                <a:gridCol w="1065439">
                  <a:extLst>
                    <a:ext uri="{9D8B030D-6E8A-4147-A177-3AD203B41FA5}">
                      <a16:colId xmlns:a16="http://schemas.microsoft.com/office/drawing/2014/main" val="20003"/>
                    </a:ext>
                  </a:extLst>
                </a:gridCol>
                <a:gridCol w="1065439">
                  <a:extLst>
                    <a:ext uri="{9D8B030D-6E8A-4147-A177-3AD203B41FA5}">
                      <a16:colId xmlns:a16="http://schemas.microsoft.com/office/drawing/2014/main" val="20004"/>
                    </a:ext>
                  </a:extLst>
                </a:gridCol>
                <a:gridCol w="1065439">
                  <a:extLst>
                    <a:ext uri="{9D8B030D-6E8A-4147-A177-3AD203B41FA5}">
                      <a16:colId xmlns:a16="http://schemas.microsoft.com/office/drawing/2014/main" val="20005"/>
                    </a:ext>
                  </a:extLst>
                </a:gridCol>
                <a:gridCol w="1065439">
                  <a:extLst>
                    <a:ext uri="{9D8B030D-6E8A-4147-A177-3AD203B41FA5}">
                      <a16:colId xmlns:a16="http://schemas.microsoft.com/office/drawing/2014/main" val="20006"/>
                    </a:ext>
                  </a:extLst>
                </a:gridCol>
                <a:gridCol w="1065439">
                  <a:extLst>
                    <a:ext uri="{9D8B030D-6E8A-4147-A177-3AD203B41FA5}">
                      <a16:colId xmlns:a16="http://schemas.microsoft.com/office/drawing/2014/main" val="20007"/>
                    </a:ext>
                  </a:extLst>
                </a:gridCol>
              </a:tblGrid>
              <a:tr h="640080">
                <a:tc>
                  <a:txBody>
                    <a:bodyPr/>
                    <a:lstStyle/>
                    <a:p>
                      <a:pPr marL="0" marR="0" algn="ctr">
                        <a:lnSpc>
                          <a:spcPct val="100000"/>
                        </a:lnSpc>
                        <a:spcBef>
                          <a:spcPts val="0"/>
                        </a:spcBef>
                        <a:spcAft>
                          <a:spcPts val="0"/>
                        </a:spcAft>
                        <a:tabLst>
                          <a:tab pos="0" algn="l"/>
                          <a:tab pos="447675" algn="l"/>
                        </a:tabLst>
                      </a:pPr>
                      <a:r>
                        <a:rPr lang="en-US" sz="2800" b="1" i="0" dirty="0">
                          <a:solidFill>
                            <a:srgbClr val="002060"/>
                          </a:solidFill>
                          <a:effectLst/>
                          <a:latin typeface="+mn-lt"/>
                          <a:ea typeface="Times New Roman" panose="02020603050405020304" pitchFamily="18" charset="0"/>
                          <a:cs typeface="Shruti" panose="020B0502040204020203" pitchFamily="34" charset="0"/>
                        </a:rPr>
                        <a:t>Sales (No. of tablets)</a:t>
                      </a:r>
                      <a:endParaRPr lang="en-US" sz="2800" b="1" i="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i="0" dirty="0">
                          <a:solidFill>
                            <a:srgbClr val="002060"/>
                          </a:solidFill>
                          <a:effectLst/>
                          <a:latin typeface="+mn-lt"/>
                          <a:ea typeface="Calibri" panose="020F0502020204030204" pitchFamily="34" charset="0"/>
                          <a:cs typeface="Shruti" panose="020B0502040204020203" pitchFamily="34" charset="0"/>
                        </a:rPr>
                        <a:t>190</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i="0" dirty="0">
                          <a:solidFill>
                            <a:srgbClr val="002060"/>
                          </a:solidFill>
                          <a:effectLst/>
                          <a:latin typeface="+mn-lt"/>
                          <a:ea typeface="Calibri" panose="020F0502020204030204" pitchFamily="34" charset="0"/>
                          <a:cs typeface="Shruti" panose="020B0502040204020203" pitchFamily="34" charset="0"/>
                        </a:rPr>
                        <a:t>240</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i="0" dirty="0">
                          <a:solidFill>
                            <a:srgbClr val="002060"/>
                          </a:solidFill>
                          <a:effectLst/>
                          <a:latin typeface="+mn-lt"/>
                          <a:ea typeface="Calibri" panose="020F0502020204030204" pitchFamily="34" charset="0"/>
                          <a:cs typeface="Shruti" panose="020B0502040204020203" pitchFamily="34" charset="0"/>
                        </a:rPr>
                        <a:t>250</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i="0" dirty="0">
                          <a:solidFill>
                            <a:srgbClr val="002060"/>
                          </a:solidFill>
                          <a:effectLst/>
                          <a:latin typeface="+mn-lt"/>
                          <a:ea typeface="Calibri" panose="020F0502020204030204" pitchFamily="34" charset="0"/>
                          <a:cs typeface="Shruti" panose="020B0502040204020203" pitchFamily="34" charset="0"/>
                        </a:rPr>
                        <a:t>300</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i="0" dirty="0">
                          <a:solidFill>
                            <a:srgbClr val="002060"/>
                          </a:solidFill>
                          <a:effectLst/>
                          <a:latin typeface="+mn-lt"/>
                          <a:ea typeface="Calibri" panose="020F0502020204030204" pitchFamily="34" charset="0"/>
                          <a:cs typeface="Shruti" panose="020B0502040204020203" pitchFamily="34" charset="0"/>
                        </a:rPr>
                        <a:t>310</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i="0">
                          <a:solidFill>
                            <a:srgbClr val="002060"/>
                          </a:solidFill>
                          <a:effectLst/>
                          <a:latin typeface="+mn-lt"/>
                          <a:ea typeface="Calibri" panose="020F0502020204030204" pitchFamily="34" charset="0"/>
                          <a:cs typeface="Shruti" panose="020B0502040204020203" pitchFamily="34" charset="0"/>
                        </a:rPr>
                        <a:t>335</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i="0">
                          <a:solidFill>
                            <a:srgbClr val="002060"/>
                          </a:solidFill>
                          <a:effectLst/>
                          <a:latin typeface="+mn-lt"/>
                          <a:ea typeface="Calibri" panose="020F0502020204030204" pitchFamily="34" charset="0"/>
                          <a:cs typeface="Shruti" panose="020B0502040204020203" pitchFamily="34" charset="0"/>
                        </a:rPr>
                        <a:t>300</a:t>
                      </a:r>
                    </a:p>
                  </a:txBody>
                  <a:tcPr marL="68580" marR="68580" marT="0" marB="0" anchor="ctr"/>
                </a:tc>
                <a:extLst>
                  <a:ext uri="{0D108BD9-81ED-4DB2-BD59-A6C34878D82A}">
                    <a16:rowId xmlns:a16="http://schemas.microsoft.com/office/drawing/2014/main" val="10000"/>
                  </a:ext>
                </a:extLst>
              </a:tr>
              <a:tr h="640080">
                <a:tc>
                  <a:txBody>
                    <a:bodyPr/>
                    <a:lstStyle/>
                    <a:p>
                      <a:pPr marL="0" marR="0" algn="ctr">
                        <a:lnSpc>
                          <a:spcPct val="100000"/>
                        </a:lnSpc>
                        <a:spcBef>
                          <a:spcPts val="0"/>
                        </a:spcBef>
                        <a:spcAft>
                          <a:spcPts val="0"/>
                        </a:spcAft>
                        <a:tabLst>
                          <a:tab pos="0" algn="l"/>
                          <a:tab pos="447675" algn="l"/>
                        </a:tabLst>
                      </a:pPr>
                      <a:r>
                        <a:rPr lang="en-US" sz="2800" b="1" i="0" dirty="0">
                          <a:solidFill>
                            <a:srgbClr val="002060"/>
                          </a:solidFill>
                          <a:effectLst/>
                          <a:latin typeface="+mn-lt"/>
                          <a:ea typeface="Times New Roman" panose="02020603050405020304" pitchFamily="18" charset="0"/>
                          <a:cs typeface="Shruti" panose="020B0502040204020203" pitchFamily="34" charset="0"/>
                        </a:rPr>
                        <a:t>Advertising expense (Rs.)</a:t>
                      </a:r>
                      <a:endParaRPr lang="en-US" sz="2800" b="1" i="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i="0" dirty="0">
                          <a:solidFill>
                            <a:srgbClr val="002060"/>
                          </a:solidFill>
                          <a:effectLst/>
                          <a:latin typeface="+mn-lt"/>
                          <a:ea typeface="Calibri" panose="020F0502020204030204" pitchFamily="34" charset="0"/>
                          <a:cs typeface="Shruti" panose="020B0502040204020203" pitchFamily="34" charset="0"/>
                        </a:rPr>
                        <a:t>5</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i="0" dirty="0">
                          <a:solidFill>
                            <a:srgbClr val="002060"/>
                          </a:solidFill>
                          <a:effectLst/>
                          <a:latin typeface="+mn-lt"/>
                          <a:ea typeface="Calibri" panose="020F0502020204030204" pitchFamily="34" charset="0"/>
                          <a:cs typeface="Shruti" panose="020B0502040204020203" pitchFamily="34" charset="0"/>
                        </a:rPr>
                        <a:t>10</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i="0" dirty="0">
                          <a:solidFill>
                            <a:srgbClr val="002060"/>
                          </a:solidFill>
                          <a:effectLst/>
                          <a:latin typeface="+mn-lt"/>
                          <a:ea typeface="Calibri" panose="020F0502020204030204" pitchFamily="34" charset="0"/>
                          <a:cs typeface="Shruti" panose="020B0502040204020203" pitchFamily="34" charset="0"/>
                        </a:rPr>
                        <a:t>12</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i="0" dirty="0">
                          <a:solidFill>
                            <a:srgbClr val="002060"/>
                          </a:solidFill>
                          <a:effectLst/>
                          <a:latin typeface="+mn-lt"/>
                          <a:ea typeface="Calibri" panose="020F0502020204030204" pitchFamily="34" charset="0"/>
                          <a:cs typeface="Shruti" panose="020B0502040204020203" pitchFamily="34" charset="0"/>
                        </a:rPr>
                        <a:t>20</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i="0" dirty="0">
                          <a:solidFill>
                            <a:srgbClr val="002060"/>
                          </a:solidFill>
                          <a:effectLst/>
                          <a:latin typeface="+mn-lt"/>
                          <a:ea typeface="Calibri" panose="020F0502020204030204" pitchFamily="34" charset="0"/>
                          <a:cs typeface="Shruti" panose="020B0502040204020203" pitchFamily="34" charset="0"/>
                        </a:rPr>
                        <a:t>20</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i="0" dirty="0">
                          <a:solidFill>
                            <a:srgbClr val="002060"/>
                          </a:solidFill>
                          <a:effectLst/>
                          <a:latin typeface="+mn-lt"/>
                          <a:ea typeface="Calibri" panose="020F0502020204030204" pitchFamily="34" charset="0"/>
                          <a:cs typeface="Shruti" panose="020B0502040204020203" pitchFamily="34" charset="0"/>
                        </a:rPr>
                        <a:t>30</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i="0" dirty="0">
                          <a:solidFill>
                            <a:srgbClr val="002060"/>
                          </a:solidFill>
                          <a:effectLst/>
                          <a:latin typeface="+mn-lt"/>
                          <a:ea typeface="Calibri" panose="020F0502020204030204" pitchFamily="34" charset="0"/>
                          <a:cs typeface="Shruti" panose="020B0502040204020203" pitchFamily="34" charset="0"/>
                        </a:rPr>
                        <a:t>30</a:t>
                      </a:r>
                    </a:p>
                  </a:txBody>
                  <a:tcPr marL="68580" marR="68580" marT="0" marB="0" anchor="ctr"/>
                </a:tc>
                <a:extLst>
                  <a:ext uri="{0D108BD9-81ED-4DB2-BD59-A6C34878D82A}">
                    <a16:rowId xmlns:a16="http://schemas.microsoft.com/office/drawing/2014/main" val="10001"/>
                  </a:ext>
                </a:extLst>
              </a:tr>
            </a:tbl>
          </a:graphicData>
        </a:graphic>
      </p:graphicFrame>
      <p:sp>
        <p:nvSpPr>
          <p:cNvPr id="8" name="Rectangle 7"/>
          <p:cNvSpPr/>
          <p:nvPr/>
        </p:nvSpPr>
        <p:spPr>
          <a:xfrm>
            <a:off x="1625597" y="3322975"/>
            <a:ext cx="6609502" cy="523220"/>
          </a:xfrm>
          <a:prstGeom prst="rect">
            <a:avLst/>
          </a:prstGeom>
        </p:spPr>
        <p:txBody>
          <a:bodyPr wrap="none">
            <a:spAutoFit/>
          </a:bodyPr>
          <a:lstStyle/>
          <a:p>
            <a:r>
              <a:rPr lang="en-US" sz="2800" dirty="0">
                <a:solidFill>
                  <a:srgbClr val="002060"/>
                </a:solidFill>
              </a:rPr>
              <a:t>Here we want to find both lines of regression.</a:t>
            </a:r>
          </a:p>
        </p:txBody>
      </p:sp>
      <p:sp>
        <p:nvSpPr>
          <p:cNvPr id="9" name="Rectangle 8"/>
          <p:cNvSpPr/>
          <p:nvPr/>
        </p:nvSpPr>
        <p:spPr>
          <a:xfrm>
            <a:off x="1625597" y="4007810"/>
            <a:ext cx="623889" cy="523220"/>
          </a:xfrm>
          <a:prstGeom prst="rect">
            <a:avLst/>
          </a:prstGeom>
        </p:spPr>
        <p:txBody>
          <a:bodyPr wrap="none">
            <a:spAutoFit/>
          </a:bodyPr>
          <a:lstStyle/>
          <a:p>
            <a:r>
              <a:rPr lang="en-US" sz="2800" dirty="0">
                <a:solidFill>
                  <a:srgbClr val="002060"/>
                </a:solidFill>
              </a:rPr>
              <a:t>i.e.</a:t>
            </a:r>
          </a:p>
        </p:txBody>
      </p:sp>
      <mc:AlternateContent xmlns:mc="http://schemas.openxmlformats.org/markup-compatibility/2006" xmlns:a14="http://schemas.microsoft.com/office/drawing/2010/main">
        <mc:Choice Requires="a14">
          <p:sp>
            <p:nvSpPr>
              <p:cNvPr id="10" name="Rectangle 9"/>
              <p:cNvSpPr/>
              <p:nvPr/>
            </p:nvSpPr>
            <p:spPr>
              <a:xfrm>
                <a:off x="1625597" y="4692645"/>
                <a:ext cx="5323893" cy="523220"/>
              </a:xfrm>
              <a:prstGeom prst="rect">
                <a:avLst/>
              </a:prstGeom>
            </p:spPr>
            <p:txBody>
              <a:bodyPr wrap="none">
                <a:spAutoFit/>
              </a:bodyPr>
              <a:lstStyle/>
              <a:p>
                <a:r>
                  <a:rPr lang="en-US" sz="2800" dirty="0">
                    <a:solidFill>
                      <a:srgbClr val="002060"/>
                    </a:solidFill>
                  </a:rPr>
                  <a:t>Line of regression of </a:t>
                </a:r>
                <a14:m>
                  <m:oMath xmlns:m="http://schemas.openxmlformats.org/officeDocument/2006/math">
                    <m:r>
                      <m:rPr>
                        <m:sty m:val="p"/>
                      </m:rPr>
                      <a:rPr lang="en-US" sz="2800" i="0" dirty="0" smtClean="0">
                        <a:solidFill>
                          <a:srgbClr val="002060"/>
                        </a:solidFill>
                        <a:latin typeface="Cambria Math" panose="02040503050406030204" pitchFamily="18" charset="0"/>
                      </a:rPr>
                      <m:t>y</m:t>
                    </m:r>
                  </m:oMath>
                </a14:m>
                <a:r>
                  <a:rPr lang="en-US" sz="2800" dirty="0">
                    <a:solidFill>
                      <a:srgbClr val="002060"/>
                    </a:solidFill>
                  </a:rPr>
                  <a:t> on </a:t>
                </a:r>
                <a14:m>
                  <m:oMath xmlns:m="http://schemas.openxmlformats.org/officeDocument/2006/math">
                    <m:r>
                      <m:rPr>
                        <m:sty m:val="p"/>
                      </m:rPr>
                      <a:rPr lang="en-US" sz="2800" i="0" dirty="0" smtClean="0">
                        <a:solidFill>
                          <a:srgbClr val="002060"/>
                        </a:solidFill>
                        <a:latin typeface="Cambria Math" panose="02040503050406030204" pitchFamily="18" charset="0"/>
                      </a:rPr>
                      <m:t>x</m:t>
                    </m:r>
                  </m:oMath>
                </a14:m>
                <a:r>
                  <a:rPr lang="en-US" sz="2800" dirty="0">
                    <a:solidFill>
                      <a:srgbClr val="002060"/>
                    </a:solidFill>
                  </a:rPr>
                  <a:t>	and</a:t>
                </a:r>
              </a:p>
            </p:txBody>
          </p:sp>
        </mc:Choice>
        <mc:Fallback xmlns="">
          <p:sp>
            <p:nvSpPr>
              <p:cNvPr id="10" name="Rectangle 9"/>
              <p:cNvSpPr>
                <a:spLocks noRot="1" noChangeAspect="1" noMove="1" noResize="1" noEditPoints="1" noAdjustHandles="1" noChangeArrowheads="1" noChangeShapeType="1" noTextEdit="1"/>
              </p:cNvSpPr>
              <p:nvPr/>
            </p:nvSpPr>
            <p:spPr>
              <a:xfrm>
                <a:off x="1625597" y="4692645"/>
                <a:ext cx="5323893" cy="523220"/>
              </a:xfrm>
              <a:prstGeom prst="rect">
                <a:avLst/>
              </a:prstGeom>
              <a:blipFill rotWithShape="0">
                <a:blip r:embed="rId2"/>
                <a:stretch>
                  <a:fillRect l="-2405" t="-12791" r="-1375"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a:off x="1625597" y="5377480"/>
                <a:ext cx="4054315" cy="523220"/>
              </a:xfrm>
              <a:prstGeom prst="rect">
                <a:avLst/>
              </a:prstGeom>
            </p:spPr>
            <p:txBody>
              <a:bodyPr wrap="none">
                <a:spAutoFit/>
              </a:bodyPr>
              <a:lstStyle/>
              <a:p>
                <a:r>
                  <a:rPr lang="en-US" sz="2800" dirty="0">
                    <a:solidFill>
                      <a:srgbClr val="002060"/>
                    </a:solidFill>
                  </a:rPr>
                  <a:t>Line of regression of </a:t>
                </a:r>
                <a14:m>
                  <m:oMath xmlns:m="http://schemas.openxmlformats.org/officeDocument/2006/math">
                    <m:r>
                      <m:rPr>
                        <m:sty m:val="p"/>
                      </m:rPr>
                      <a:rPr lang="en-US" sz="2800" b="0" i="0" dirty="0" smtClean="0">
                        <a:solidFill>
                          <a:srgbClr val="002060"/>
                        </a:solidFill>
                        <a:latin typeface="Cambria Math" panose="02040503050406030204" pitchFamily="18" charset="0"/>
                      </a:rPr>
                      <m:t>x</m:t>
                    </m:r>
                  </m:oMath>
                </a14:m>
                <a:r>
                  <a:rPr lang="en-US" sz="2800" dirty="0">
                    <a:solidFill>
                      <a:srgbClr val="002060"/>
                    </a:solidFill>
                  </a:rPr>
                  <a:t> on </a:t>
                </a:r>
                <a14:m>
                  <m:oMath xmlns:m="http://schemas.openxmlformats.org/officeDocument/2006/math">
                    <m:r>
                      <m:rPr>
                        <m:sty m:val="p"/>
                      </m:rPr>
                      <a:rPr lang="en-US" sz="2800" b="0" i="0" dirty="0" smtClean="0">
                        <a:solidFill>
                          <a:srgbClr val="002060"/>
                        </a:solidFill>
                        <a:latin typeface="Cambria Math" panose="02040503050406030204" pitchFamily="18" charset="0"/>
                      </a:rPr>
                      <m:t>y</m:t>
                    </m:r>
                  </m:oMath>
                </a14:m>
                <a:endParaRPr lang="en-US" sz="2800" dirty="0">
                  <a:solidFill>
                    <a:srgbClr val="002060"/>
                  </a:solidFill>
                </a:endParaRPr>
              </a:p>
            </p:txBody>
          </p:sp>
        </mc:Choice>
        <mc:Fallback xmlns="">
          <p:sp>
            <p:nvSpPr>
              <p:cNvPr id="11" name="Rectangle 10"/>
              <p:cNvSpPr>
                <a:spLocks noRot="1" noChangeAspect="1" noMove="1" noResize="1" noEditPoints="1" noAdjustHandles="1" noChangeArrowheads="1" noChangeShapeType="1" noTextEdit="1"/>
              </p:cNvSpPr>
              <p:nvPr/>
            </p:nvSpPr>
            <p:spPr>
              <a:xfrm>
                <a:off x="1625597" y="5377480"/>
                <a:ext cx="4054315" cy="523220"/>
              </a:xfrm>
              <a:prstGeom prst="rect">
                <a:avLst/>
              </a:prstGeom>
              <a:blipFill rotWithShape="0">
                <a:blip r:embed="rId3"/>
                <a:stretch>
                  <a:fillRect l="-3158" t="-11628" b="-31395"/>
                </a:stretch>
              </a:blipFill>
            </p:spPr>
            <p:txBody>
              <a:bodyPr/>
              <a:lstStyle/>
              <a:p>
                <a:r>
                  <a:rPr lang="en-US">
                    <a:noFill/>
                  </a:rPr>
                  <a:t> </a:t>
                </a:r>
              </a:p>
            </p:txBody>
          </p:sp>
        </mc:Fallback>
      </mc:AlternateContent>
    </p:spTree>
    <p:extLst>
      <p:ext uri="{BB962C8B-B14F-4D97-AF65-F5344CB8AC3E}">
        <p14:creationId xmlns:p14="http://schemas.microsoft.com/office/powerpoint/2010/main" val="2727621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50"/>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nodeType="afterEffect">
                                  <p:stCondLst>
                                    <p:cond delay="0"/>
                                  </p:stCondLst>
                                  <p:childTnLst>
                                    <p:set>
                                      <p:cBhvr>
                                        <p:cTn id="1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50"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3 ⇝ Example 1(</a:t>
            </a:r>
            <a:r>
              <a:rPr lang="en-GB" dirty="0">
                <a:solidFill>
                  <a:srgbClr val="FF0000"/>
                </a:solidFill>
              </a:rPr>
              <a:t>Continue</a:t>
            </a:r>
            <a:r>
              <a:rPr lang="en-GB" dirty="0"/>
              <a:t>)</a:t>
            </a:r>
            <a:endParaRPr lang="en-US" dirty="0"/>
          </a:p>
        </p:txBody>
      </p:sp>
      <mc:AlternateContent xmlns:mc="http://schemas.openxmlformats.org/markup-compatibility/2006" xmlns:a14="http://schemas.microsoft.com/office/drawing/2010/main">
        <mc:Choice Requires="a14">
          <p:sp>
            <p:nvSpPr>
              <p:cNvPr id="12" name="Rectangle 11"/>
              <p:cNvSpPr/>
              <p:nvPr/>
            </p:nvSpPr>
            <p:spPr>
              <a:xfrm>
                <a:off x="137270" y="862943"/>
                <a:ext cx="4039888" cy="523220"/>
              </a:xfrm>
              <a:prstGeom prst="rect">
                <a:avLst/>
              </a:prstGeom>
            </p:spPr>
            <p:txBody>
              <a:bodyPr wrap="none">
                <a:spAutoFit/>
              </a:bodyPr>
              <a:lstStyle/>
              <a:p>
                <a:r>
                  <a:rPr lang="en-US" sz="2800" b="1" u="sng" dirty="0">
                    <a:solidFill>
                      <a:srgbClr val="002060"/>
                    </a:solidFill>
                  </a:rPr>
                  <a:t>Regression Line of	</a:t>
                </a:r>
                <a14:m>
                  <m:oMath xmlns:m="http://schemas.openxmlformats.org/officeDocument/2006/math">
                    <m:r>
                      <a:rPr lang="en-US" sz="2800" b="1" i="0" u="sng" dirty="0" smtClean="0">
                        <a:solidFill>
                          <a:srgbClr val="FF0000"/>
                        </a:solidFill>
                        <a:latin typeface="Cambria Math" panose="02040503050406030204" pitchFamily="18" charset="0"/>
                      </a:rPr>
                      <m:t>𝐲</m:t>
                    </m:r>
                  </m:oMath>
                </a14:m>
                <a:r>
                  <a:rPr lang="en-US" sz="2800" b="1" u="sng" dirty="0">
                    <a:solidFill>
                      <a:srgbClr val="FF0000"/>
                    </a:solidFill>
                  </a:rPr>
                  <a:t> on </a:t>
                </a:r>
                <a14:m>
                  <m:oMath xmlns:m="http://schemas.openxmlformats.org/officeDocument/2006/math">
                    <m:r>
                      <a:rPr lang="en-US" sz="2800" b="1" i="0" u="sng" dirty="0">
                        <a:solidFill>
                          <a:srgbClr val="FF0000"/>
                        </a:solidFill>
                        <a:latin typeface="Cambria Math" panose="02040503050406030204" pitchFamily="18" charset="0"/>
                      </a:rPr>
                      <m:t>𝐱</m:t>
                    </m:r>
                  </m:oMath>
                </a14:m>
                <a:r>
                  <a:rPr lang="en-US" sz="2800" b="1" u="sng" dirty="0">
                    <a:solidFill>
                      <a:srgbClr val="002060"/>
                    </a:solidFill>
                  </a:rPr>
                  <a:t> :</a:t>
                </a:r>
              </a:p>
            </p:txBody>
          </p:sp>
        </mc:Choice>
        <mc:Fallback xmlns="">
          <p:sp>
            <p:nvSpPr>
              <p:cNvPr id="12" name="Rectangle 11"/>
              <p:cNvSpPr>
                <a:spLocks noRot="1" noChangeAspect="1" noMove="1" noResize="1" noEditPoints="1" noAdjustHandles="1" noChangeArrowheads="1" noChangeShapeType="1" noTextEdit="1"/>
              </p:cNvSpPr>
              <p:nvPr/>
            </p:nvSpPr>
            <p:spPr>
              <a:xfrm>
                <a:off x="137270" y="862943"/>
                <a:ext cx="4039888" cy="523220"/>
              </a:xfrm>
              <a:prstGeom prst="rect">
                <a:avLst/>
              </a:prstGeom>
              <a:blipFill rotWithShape="0">
                <a:blip r:embed="rId2"/>
                <a:stretch>
                  <a:fillRect l="-3172" t="-12941" r="-2266" b="-329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137270" y="1576800"/>
                <a:ext cx="5876930"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m:rPr>
                          <m:nor/>
                        </m:rPr>
                        <a:rPr lang="en-US" sz="2800" b="1" i="0" dirty="0" smtClean="0">
                          <a:solidFill>
                            <a:srgbClr val="002060"/>
                          </a:solidFill>
                        </a:rPr>
                        <m:t>1) </m:t>
                      </m:r>
                      <m:r>
                        <m:rPr>
                          <m:nor/>
                        </m:rPr>
                        <a:rPr lang="en-US" sz="2800" b="0" i="0" dirty="0" smtClean="0">
                          <a:solidFill>
                            <a:srgbClr val="002060"/>
                          </a:solidFill>
                        </a:rPr>
                        <m:t>S</m:t>
                      </m:r>
                      <m:r>
                        <m:rPr>
                          <m:nor/>
                        </m:rPr>
                        <a:rPr lang="en-US" sz="2800" dirty="0">
                          <a:solidFill>
                            <a:srgbClr val="002060"/>
                          </a:solidFill>
                        </a:rPr>
                        <m:t>tore</m:t>
                      </m:r>
                      <m:r>
                        <m:rPr>
                          <m:nor/>
                        </m:rPr>
                        <a:rPr lang="en-US" sz="2800" dirty="0">
                          <a:solidFill>
                            <a:srgbClr val="002060"/>
                          </a:solidFill>
                        </a:rPr>
                        <m:t> </m:t>
                      </m:r>
                      <m:r>
                        <m:rPr>
                          <m:nor/>
                        </m:rPr>
                        <a:rPr lang="en-US" sz="2800" dirty="0">
                          <a:solidFill>
                            <a:srgbClr val="002060"/>
                          </a:solidFill>
                        </a:rPr>
                        <m:t>the</m:t>
                      </m:r>
                      <m:r>
                        <m:rPr>
                          <m:nor/>
                        </m:rPr>
                        <a:rPr lang="en-US" sz="2800" dirty="0">
                          <a:solidFill>
                            <a:srgbClr val="002060"/>
                          </a:solidFill>
                        </a:rPr>
                        <m:t> </m:t>
                      </m:r>
                      <m:r>
                        <m:rPr>
                          <m:nor/>
                        </m:rPr>
                        <a:rPr lang="en-US" sz="2800" dirty="0">
                          <a:solidFill>
                            <a:srgbClr val="002060"/>
                          </a:solidFill>
                        </a:rPr>
                        <m:t>given</m:t>
                      </m:r>
                      <m:r>
                        <m:rPr>
                          <m:nor/>
                        </m:rPr>
                        <a:rPr lang="en-US" sz="2800" dirty="0">
                          <a:solidFill>
                            <a:srgbClr val="002060"/>
                          </a:solidFill>
                        </a:rPr>
                        <m:t> </m:t>
                      </m:r>
                      <m:r>
                        <m:rPr>
                          <m:nor/>
                        </m:rPr>
                        <a:rPr lang="en-US" sz="2800" dirty="0">
                          <a:solidFill>
                            <a:srgbClr val="002060"/>
                          </a:solidFill>
                        </a:rPr>
                        <m:t>data</m:t>
                      </m:r>
                      <m:r>
                        <m:rPr>
                          <m:nor/>
                        </m:rPr>
                        <a:rPr lang="en-US" sz="2800" dirty="0">
                          <a:solidFill>
                            <a:srgbClr val="002060"/>
                          </a:solidFill>
                        </a:rPr>
                        <m:t> </m:t>
                      </m:r>
                      <m:r>
                        <m:rPr>
                          <m:nor/>
                        </m:rPr>
                        <a:rPr lang="en-US" sz="2800" dirty="0">
                          <a:solidFill>
                            <a:srgbClr val="002060"/>
                          </a:solidFill>
                        </a:rPr>
                        <m:t>in</m:t>
                      </m:r>
                      <m:r>
                        <m:rPr>
                          <m:nor/>
                        </m:rPr>
                        <a:rPr lang="en-US" sz="2800" dirty="0">
                          <a:solidFill>
                            <a:srgbClr val="002060"/>
                          </a:solidFill>
                        </a:rPr>
                        <m:t> </m:t>
                      </m:r>
                      <m:r>
                        <m:rPr>
                          <m:nor/>
                        </m:rPr>
                        <a:rPr lang="en-US" sz="2800" dirty="0">
                          <a:solidFill>
                            <a:srgbClr val="002060"/>
                          </a:solidFill>
                        </a:rPr>
                        <m:t>the</m:t>
                      </m:r>
                      <m:r>
                        <m:rPr>
                          <m:nor/>
                        </m:rPr>
                        <a:rPr lang="en-US" sz="2800" dirty="0">
                          <a:solidFill>
                            <a:srgbClr val="002060"/>
                          </a:solidFill>
                        </a:rPr>
                        <m:t> </m:t>
                      </m:r>
                      <m:r>
                        <m:rPr>
                          <m:nor/>
                        </m:rPr>
                        <a:rPr lang="en-US" sz="2800" dirty="0">
                          <a:solidFill>
                            <a:srgbClr val="002060"/>
                          </a:solidFill>
                        </a:rPr>
                        <m:t>calculator</m:t>
                      </m:r>
                      <m:r>
                        <m:rPr>
                          <m:nor/>
                        </m:rPr>
                        <a:rPr lang="en-US" sz="2800" dirty="0">
                          <a:solidFill>
                            <a:srgbClr val="002060"/>
                          </a:solidFill>
                        </a:rPr>
                        <m:t>.</m:t>
                      </m:r>
                    </m:oMath>
                  </m:oMathPara>
                </a14:m>
                <a:endParaRPr lang="en-US" sz="2800" dirty="0">
                  <a:solidFill>
                    <a:srgbClr val="002060"/>
                  </a:solidFill>
                </a:endParaRPr>
              </a:p>
            </p:txBody>
          </p:sp>
        </mc:Choice>
        <mc:Fallback xmlns="">
          <p:sp>
            <p:nvSpPr>
              <p:cNvPr id="13" name="Rectangle 12"/>
              <p:cNvSpPr>
                <a:spLocks noRot="1" noChangeAspect="1" noMove="1" noResize="1" noEditPoints="1" noAdjustHandles="1" noChangeArrowheads="1" noChangeShapeType="1" noTextEdit="1"/>
              </p:cNvSpPr>
              <p:nvPr/>
            </p:nvSpPr>
            <p:spPr>
              <a:xfrm>
                <a:off x="137270" y="1576800"/>
                <a:ext cx="5876930" cy="52322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Content Placeholder 3"/>
              <p:cNvSpPr>
                <a:spLocks noGrp="1"/>
              </p:cNvSpPr>
              <p:nvPr>
                <p:ph idx="1"/>
              </p:nvPr>
            </p:nvSpPr>
            <p:spPr>
              <a:xfrm>
                <a:off x="137270" y="2496485"/>
                <a:ext cx="11721479" cy="523220"/>
              </a:xfrm>
            </p:spPr>
            <p:txBody>
              <a:bodyPr wrap="none">
                <a:spAutoFit/>
              </a:bodyPr>
              <a:lstStyle/>
              <a:p>
                <a:pPr marL="0" indent="0" algn="l">
                  <a:lnSpc>
                    <a:spcPct val="100000"/>
                  </a:lnSpc>
                  <a:buNone/>
                </a:pPr>
                <a:r>
                  <a:rPr lang="en-US" dirty="0">
                    <a:solidFill>
                      <a:srgbClr val="7030A0"/>
                    </a:solidFill>
                  </a:rPr>
                  <a:t>    Clear the memory   </a:t>
                </a:r>
                <a:r>
                  <a:rPr lang="en-US" dirty="0"/>
                  <a:t>---&gt;</a:t>
                </a:r>
                <a:r>
                  <a:rPr lang="en-US" dirty="0">
                    <a:solidFill>
                      <a:srgbClr val="7030A0"/>
                    </a:solidFill>
                  </a:rPr>
                  <a:t>   Change the mode   </a:t>
                </a:r>
                <a:r>
                  <a:rPr lang="en-US" dirty="0"/>
                  <a:t>---&gt;</a:t>
                </a:r>
                <a:r>
                  <a:rPr lang="en-US" dirty="0">
                    <a:solidFill>
                      <a:srgbClr val="7030A0"/>
                    </a:solidFill>
                  </a:rPr>
                  <a:t>   Store the given pairs of </a:t>
                </a:r>
                <a14:m>
                  <m:oMath xmlns:m="http://schemas.openxmlformats.org/officeDocument/2006/math">
                    <m:r>
                      <m:rPr>
                        <m:sty m:val="p"/>
                      </m:rPr>
                      <a:rPr lang="en-US" dirty="0">
                        <a:solidFill>
                          <a:srgbClr val="7030A0"/>
                        </a:solidFill>
                        <a:latin typeface="Cambria Math" panose="02040503050406030204" pitchFamily="18" charset="0"/>
                      </a:rPr>
                      <m:t>x</m:t>
                    </m:r>
                  </m:oMath>
                </a14:m>
                <a:r>
                  <a:rPr lang="en-US" dirty="0">
                    <a:solidFill>
                      <a:srgbClr val="7030A0"/>
                    </a:solidFill>
                  </a:rPr>
                  <a:t> and </a:t>
                </a:r>
                <a14:m>
                  <m:oMath xmlns:m="http://schemas.openxmlformats.org/officeDocument/2006/math">
                    <m:r>
                      <m:rPr>
                        <m:sty m:val="p"/>
                      </m:rPr>
                      <a:rPr lang="en-US" dirty="0">
                        <a:solidFill>
                          <a:srgbClr val="7030A0"/>
                        </a:solidFill>
                        <a:latin typeface="Cambria Math" panose="02040503050406030204" pitchFamily="18" charset="0"/>
                      </a:rPr>
                      <m:t>y</m:t>
                    </m:r>
                  </m:oMath>
                </a14:m>
                <a:endParaRPr lang="en-US" dirty="0">
                  <a:solidFill>
                    <a:srgbClr val="7030A0"/>
                  </a:solidFill>
                </a:endParaRPr>
              </a:p>
            </p:txBody>
          </p:sp>
        </mc:Choice>
        <mc:Fallback xmlns="">
          <p:sp>
            <p:nvSpPr>
              <p:cNvPr id="23" name="Content Placeholder 3"/>
              <p:cNvSpPr>
                <a:spLocks noGrp="1" noRot="1" noChangeAspect="1" noMove="1" noResize="1" noEditPoints="1" noAdjustHandles="1" noChangeArrowheads="1" noChangeShapeType="1" noTextEdit="1"/>
              </p:cNvSpPr>
              <p:nvPr>
                <p:ph idx="1"/>
              </p:nvPr>
            </p:nvSpPr>
            <p:spPr>
              <a:xfrm>
                <a:off x="137270" y="2496485"/>
                <a:ext cx="11721479" cy="523220"/>
              </a:xfrm>
              <a:blipFill rotWithShape="0">
                <a:blip r:embed="rId4"/>
                <a:stretch>
                  <a:fillRect t="-12941" b="-329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Rectangle 25"/>
              <p:cNvSpPr/>
              <p:nvPr/>
            </p:nvSpPr>
            <p:spPr>
              <a:xfrm>
                <a:off x="137270" y="3416170"/>
                <a:ext cx="6857968" cy="523220"/>
              </a:xfrm>
              <a:prstGeom prst="rect">
                <a:avLst/>
              </a:prstGeom>
            </p:spPr>
            <p:txBody>
              <a:bodyPr wrap="none">
                <a:spAutoFit/>
              </a:bodyPr>
              <a:lstStyle/>
              <a:p>
                <a14:m>
                  <m:oMath xmlns:m="http://schemas.openxmlformats.org/officeDocument/2006/math">
                    <m:r>
                      <m:rPr>
                        <m:nor/>
                      </m:rPr>
                      <a:rPr lang="en-US" sz="2800" b="1" i="0" dirty="0" smtClean="0">
                        <a:solidFill>
                          <a:srgbClr val="002060"/>
                        </a:solidFill>
                      </a:rPr>
                      <m:t>2)</m:t>
                    </m:r>
                    <m:r>
                      <m:rPr>
                        <m:nor/>
                      </m:rPr>
                      <a:rPr lang="en-US" sz="2800" b="0" i="0" dirty="0" smtClean="0">
                        <a:solidFill>
                          <a:srgbClr val="002060"/>
                        </a:solidFill>
                      </a:rPr>
                      <m:t> </m:t>
                    </m:r>
                    <m:r>
                      <m:rPr>
                        <m:nor/>
                      </m:rPr>
                      <a:rPr lang="en-US" sz="2800" dirty="0">
                        <a:solidFill>
                          <a:srgbClr val="002060"/>
                        </a:solidFill>
                      </a:rPr>
                      <m:t>Find</m:t>
                    </m:r>
                    <m:r>
                      <m:rPr>
                        <m:nor/>
                      </m:rPr>
                      <a:rPr lang="en-US" sz="2800" dirty="0">
                        <a:solidFill>
                          <a:srgbClr val="002060"/>
                        </a:solidFill>
                      </a:rPr>
                      <m:t> </m:t>
                    </m:r>
                    <m:r>
                      <m:rPr>
                        <m:nor/>
                      </m:rPr>
                      <a:rPr lang="en-US" sz="2800" dirty="0">
                        <a:solidFill>
                          <a:srgbClr val="002060"/>
                        </a:solidFill>
                      </a:rPr>
                      <m:t>the</m:t>
                    </m:r>
                    <m:r>
                      <m:rPr>
                        <m:nor/>
                      </m:rPr>
                      <a:rPr lang="en-US" sz="2800" dirty="0">
                        <a:solidFill>
                          <a:srgbClr val="002060"/>
                        </a:solidFill>
                      </a:rPr>
                      <m:t> </m:t>
                    </m:r>
                    <m:r>
                      <m:rPr>
                        <m:nor/>
                      </m:rPr>
                      <a:rPr lang="en-US" sz="2800" b="0" i="0" dirty="0" smtClean="0">
                        <a:solidFill>
                          <a:srgbClr val="002060"/>
                        </a:solidFill>
                      </a:rPr>
                      <m:t>required</m:t>
                    </m:r>
                    <m:r>
                      <m:rPr>
                        <m:nor/>
                      </m:rPr>
                      <a:rPr lang="en-US" sz="2800" b="0" i="0" dirty="0" smtClean="0">
                        <a:solidFill>
                          <a:srgbClr val="002060"/>
                        </a:solidFill>
                      </a:rPr>
                      <m:t> </m:t>
                    </m:r>
                    <m:r>
                      <m:rPr>
                        <m:nor/>
                      </m:rPr>
                      <a:rPr lang="en-US" sz="2800" dirty="0">
                        <a:solidFill>
                          <a:srgbClr val="002060"/>
                        </a:solidFill>
                      </a:rPr>
                      <m:t>values</m:t>
                    </m:r>
                    <m:r>
                      <m:rPr>
                        <m:nor/>
                      </m:rPr>
                      <a:rPr lang="en-US" sz="2800" dirty="0">
                        <a:solidFill>
                          <a:srgbClr val="002060"/>
                        </a:solidFill>
                      </a:rPr>
                      <m:t> </m:t>
                    </m:r>
                    <m:r>
                      <m:rPr>
                        <m:nor/>
                      </m:rPr>
                      <a:rPr lang="en-US" sz="2800" dirty="0">
                        <a:solidFill>
                          <a:srgbClr val="002060"/>
                        </a:solidFill>
                      </a:rPr>
                      <m:t>from</m:t>
                    </m:r>
                    <m:r>
                      <m:rPr>
                        <m:nor/>
                      </m:rPr>
                      <a:rPr lang="en-US" sz="2800" dirty="0">
                        <a:solidFill>
                          <a:srgbClr val="002060"/>
                        </a:solidFill>
                      </a:rPr>
                      <m:t> </m:t>
                    </m:r>
                    <m:r>
                      <m:rPr>
                        <m:nor/>
                      </m:rPr>
                      <a:rPr lang="en-US" sz="2800" dirty="0">
                        <a:solidFill>
                          <a:srgbClr val="002060"/>
                        </a:solidFill>
                      </a:rPr>
                      <m:t>the</m:t>
                    </m:r>
                    <m:r>
                      <m:rPr>
                        <m:nor/>
                      </m:rPr>
                      <a:rPr lang="en-US" sz="2800" dirty="0">
                        <a:solidFill>
                          <a:srgbClr val="002060"/>
                        </a:solidFill>
                      </a:rPr>
                      <m:t> </m:t>
                    </m:r>
                    <m:r>
                      <m:rPr>
                        <m:nor/>
                      </m:rPr>
                      <a:rPr lang="en-US" sz="2800" dirty="0">
                        <a:solidFill>
                          <a:srgbClr val="002060"/>
                        </a:solidFill>
                      </a:rPr>
                      <m:t>calculator</m:t>
                    </m:r>
                  </m:oMath>
                </a14:m>
                <a:r>
                  <a:rPr lang="en-US" sz="2800" dirty="0">
                    <a:solidFill>
                      <a:srgbClr val="002060"/>
                    </a:solidFill>
                  </a:rPr>
                  <a:t>.</a:t>
                </a:r>
              </a:p>
            </p:txBody>
          </p:sp>
        </mc:Choice>
        <mc:Fallback xmlns="">
          <p:sp>
            <p:nvSpPr>
              <p:cNvPr id="26" name="Rectangle 25"/>
              <p:cNvSpPr>
                <a:spLocks noRot="1" noChangeAspect="1" noMove="1" noResize="1" noEditPoints="1" noAdjustHandles="1" noChangeArrowheads="1" noChangeShapeType="1" noTextEdit="1"/>
              </p:cNvSpPr>
              <p:nvPr/>
            </p:nvSpPr>
            <p:spPr>
              <a:xfrm>
                <a:off x="137270" y="3416170"/>
                <a:ext cx="6857968" cy="523220"/>
              </a:xfrm>
              <a:prstGeom prst="rect">
                <a:avLst/>
              </a:prstGeom>
              <a:blipFill rotWithShape="0">
                <a:blip r:embed="rId5"/>
                <a:stretch>
                  <a:fillRect t="-11628"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Content Placeholder 3"/>
              <p:cNvSpPr txBox="1">
                <a:spLocks/>
              </p:cNvSpPr>
              <p:nvPr/>
            </p:nvSpPr>
            <p:spPr>
              <a:xfrm>
                <a:off x="137270" y="4335855"/>
                <a:ext cx="5965095" cy="523220"/>
              </a:xfrm>
              <a:prstGeom prst="rect">
                <a:avLst/>
              </a:prstGeom>
            </p:spPr>
            <p:txBody>
              <a:bodyPr vert="horz" wrap="none" lIns="91440" tIns="45720" rIns="91440" bIns="45720" rtlCol="0">
                <a:spAutoFit/>
              </a:bodyPr>
              <a:lstStyle>
                <a:lvl1pPr marL="265113" indent="-265113" algn="just" defTabSz="914400" rtl="0" eaLnBrk="1" latinLnBrk="0" hangingPunct="1">
                  <a:lnSpc>
                    <a:spcPct val="150000"/>
                  </a:lnSpc>
                  <a:spcBef>
                    <a:spcPts val="0"/>
                  </a:spcBef>
                  <a:buClr>
                    <a:schemeClr val="accent6"/>
                  </a:buClr>
                  <a:buFont typeface="Wingdings 3" panose="05040102010807070707" pitchFamily="18" charset="2"/>
                  <a:buChar char=""/>
                  <a:defRPr sz="2800" kern="1200">
                    <a:solidFill>
                      <a:srgbClr val="002060"/>
                    </a:solidFill>
                    <a:latin typeface="+mn-lt"/>
                    <a:ea typeface="+mn-ea"/>
                    <a:cs typeface="+mn-cs"/>
                  </a:defRPr>
                </a:lvl1pPr>
                <a:lvl2pPr marL="857250" indent="-400050" algn="just" defTabSz="914400" rtl="0" eaLnBrk="1" latinLnBrk="0" hangingPunct="1">
                  <a:lnSpc>
                    <a:spcPct val="150000"/>
                  </a:lnSpc>
                  <a:spcBef>
                    <a:spcPts val="0"/>
                  </a:spcBef>
                  <a:buClr>
                    <a:schemeClr val="accent6"/>
                  </a:buClr>
                  <a:buFont typeface="Wingdings 3" panose="05040102010807070707" pitchFamily="18" charset="2"/>
                  <a:buChar char=""/>
                  <a:defRPr sz="2800" kern="1200">
                    <a:solidFill>
                      <a:srgbClr val="002060"/>
                    </a:solidFill>
                    <a:latin typeface="+mn-lt"/>
                    <a:ea typeface="+mn-ea"/>
                    <a:cs typeface="+mn-cs"/>
                  </a:defRPr>
                </a:lvl2pPr>
                <a:lvl3pPr marL="1143000" indent="-228600" algn="just" defTabSz="914400" rtl="0" eaLnBrk="1" latinLnBrk="0" hangingPunct="1">
                  <a:lnSpc>
                    <a:spcPct val="150000"/>
                  </a:lnSpc>
                  <a:spcBef>
                    <a:spcPts val="0"/>
                  </a:spcBef>
                  <a:buClr>
                    <a:schemeClr val="accent6"/>
                  </a:buClr>
                  <a:buFont typeface="Wingdings" panose="05000000000000000000" pitchFamily="2" charset="2"/>
                  <a:buChar char="§"/>
                  <a:defRPr sz="2800" kern="1200">
                    <a:solidFill>
                      <a:srgbClr val="002060"/>
                    </a:solidFill>
                    <a:latin typeface="+mn-lt"/>
                    <a:ea typeface="+mn-ea"/>
                    <a:cs typeface="+mn-cs"/>
                  </a:defRPr>
                </a:lvl3pPr>
                <a:lvl4pPr marL="1600200" indent="-228600" algn="just" defTabSz="914400" rtl="0" eaLnBrk="1" latinLnBrk="0" hangingPunct="1">
                  <a:lnSpc>
                    <a:spcPct val="150000"/>
                  </a:lnSpc>
                  <a:spcBef>
                    <a:spcPts val="0"/>
                  </a:spcBef>
                  <a:buClr>
                    <a:schemeClr val="accent6"/>
                  </a:buClr>
                  <a:buFont typeface="Arial" panose="020B0604020202020204" pitchFamily="34" charset="0"/>
                  <a:buChar char="•"/>
                  <a:defRPr sz="2800" kern="1200">
                    <a:solidFill>
                      <a:srgbClr val="002060"/>
                    </a:solidFill>
                    <a:latin typeface="+mn-lt"/>
                    <a:ea typeface="+mn-ea"/>
                    <a:cs typeface="+mn-cs"/>
                  </a:defRPr>
                </a:lvl4pPr>
                <a:lvl5pPr marL="2057400" indent="-228600" algn="just" defTabSz="914400" rtl="0" eaLnBrk="1" latinLnBrk="0" hangingPunct="1">
                  <a:lnSpc>
                    <a:spcPct val="150000"/>
                  </a:lnSpc>
                  <a:spcBef>
                    <a:spcPts val="0"/>
                  </a:spcBef>
                  <a:buClr>
                    <a:schemeClr val="accent6"/>
                  </a:buClr>
                  <a:buFont typeface="Arial" panose="020B0604020202020204" pitchFamily="34" charset="0"/>
                  <a:buChar char="•"/>
                  <a:defRPr sz="2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00000"/>
                  </a:lnSpc>
                  <a:buNone/>
                </a:pPr>
                <a:r>
                  <a:rPr lang="en-US" dirty="0">
                    <a:solidFill>
                      <a:srgbClr val="7030A0"/>
                    </a:solidFill>
                  </a:rPr>
                  <a:t>    Shit     </a:t>
                </a:r>
                <a:r>
                  <a:rPr lang="en-US" dirty="0"/>
                  <a:t>---&gt;</a:t>
                </a:r>
                <a:r>
                  <a:rPr lang="en-US" dirty="0">
                    <a:solidFill>
                      <a:srgbClr val="7030A0"/>
                    </a:solidFill>
                  </a:rPr>
                  <a:t>     2     </a:t>
                </a:r>
                <a:r>
                  <a:rPr lang="en-US" dirty="0"/>
                  <a:t>---&gt;</a:t>
                </a:r>
                <a:r>
                  <a:rPr lang="en-US" dirty="0">
                    <a:solidFill>
                      <a:srgbClr val="7030A0"/>
                    </a:solidFill>
                  </a:rPr>
                  <a:t>     digit     </a:t>
                </a:r>
                <a:r>
                  <a:rPr lang="en-US" dirty="0"/>
                  <a:t>---&gt;</a:t>
                </a:r>
                <a:r>
                  <a:rPr lang="en-US" dirty="0">
                    <a:solidFill>
                      <a:srgbClr val="7030A0"/>
                    </a:solidFill>
                  </a:rPr>
                  <a:t>     </a:t>
                </a:r>
                <a14:m>
                  <m:oMath xmlns:m="http://schemas.openxmlformats.org/officeDocument/2006/math">
                    <m:r>
                      <a:rPr lang="en-US" i="1" dirty="0" smtClean="0">
                        <a:solidFill>
                          <a:srgbClr val="7030A0"/>
                        </a:solidFill>
                        <a:latin typeface="Cambria Math" panose="02040503050406030204" pitchFamily="18" charset="0"/>
                      </a:rPr>
                      <m:t>=</m:t>
                    </m:r>
                  </m:oMath>
                </a14:m>
                <a:endParaRPr lang="en-US" dirty="0">
                  <a:solidFill>
                    <a:srgbClr val="7030A0"/>
                  </a:solidFill>
                </a:endParaRPr>
              </a:p>
            </p:txBody>
          </p:sp>
        </mc:Choice>
        <mc:Fallback xmlns="">
          <p:sp>
            <p:nvSpPr>
              <p:cNvPr id="27" name="Content Placeholder 3"/>
              <p:cNvSpPr txBox="1">
                <a:spLocks noRot="1" noChangeAspect="1" noMove="1" noResize="1" noEditPoints="1" noAdjustHandles="1" noChangeArrowheads="1" noChangeShapeType="1" noTextEdit="1"/>
              </p:cNvSpPr>
              <p:nvPr/>
            </p:nvSpPr>
            <p:spPr>
              <a:xfrm>
                <a:off x="137270" y="4335855"/>
                <a:ext cx="5965095" cy="523220"/>
              </a:xfrm>
              <a:prstGeom prst="rect">
                <a:avLst/>
              </a:prstGeom>
              <a:blipFill rotWithShape="0">
                <a:blip r:embed="rId6"/>
                <a:stretch>
                  <a:fillRect t="-11628"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Rectangle 31"/>
              <p:cNvSpPr/>
              <p:nvPr/>
            </p:nvSpPr>
            <p:spPr>
              <a:xfrm>
                <a:off x="137270" y="5255540"/>
                <a:ext cx="10381368" cy="523220"/>
              </a:xfrm>
              <a:prstGeom prst="rect">
                <a:avLst/>
              </a:prstGeom>
            </p:spPr>
            <p:txBody>
              <a:bodyPr wrap="none">
                <a:spAutoFit/>
              </a:bodyPr>
              <a:lstStyle/>
              <a:p>
                <a14:m>
                  <m:oMath xmlns:m="http://schemas.openxmlformats.org/officeDocument/2006/math">
                    <m:r>
                      <m:rPr>
                        <m:nor/>
                      </m:rPr>
                      <a:rPr lang="en-US" sz="2800" b="1" i="0" dirty="0" smtClean="0">
                        <a:solidFill>
                          <a:srgbClr val="002060"/>
                        </a:solidFill>
                      </a:rPr>
                      <m:t>3)</m:t>
                    </m:r>
                    <m:r>
                      <m:rPr>
                        <m:nor/>
                      </m:rPr>
                      <a:rPr lang="en-US" sz="2800" b="0" i="0" dirty="0" smtClean="0">
                        <a:solidFill>
                          <a:srgbClr val="002060"/>
                        </a:solidFill>
                      </a:rPr>
                      <m:t> </m:t>
                    </m:r>
                  </m:oMath>
                </a14:m>
                <a:r>
                  <a:rPr lang="en-US" sz="2800" dirty="0">
                    <a:solidFill>
                      <a:srgbClr val="002060"/>
                    </a:solidFill>
                  </a:rPr>
                  <a:t>Substitute all the values in the formula and find the line of regression.</a:t>
                </a:r>
              </a:p>
            </p:txBody>
          </p:sp>
        </mc:Choice>
        <mc:Fallback xmlns="">
          <p:sp>
            <p:nvSpPr>
              <p:cNvPr id="32" name="Rectangle 31"/>
              <p:cNvSpPr>
                <a:spLocks noRot="1" noChangeAspect="1" noMove="1" noResize="1" noEditPoints="1" noAdjustHandles="1" noChangeArrowheads="1" noChangeShapeType="1" noTextEdit="1"/>
              </p:cNvSpPr>
              <p:nvPr/>
            </p:nvSpPr>
            <p:spPr>
              <a:xfrm>
                <a:off x="137270" y="5255540"/>
                <a:ext cx="10381368" cy="523220"/>
              </a:xfrm>
              <a:prstGeom prst="rect">
                <a:avLst/>
              </a:prstGeom>
              <a:blipFill rotWithShape="0">
                <a:blip r:embed="rId7"/>
                <a:stretch>
                  <a:fillRect t="-11628" r="-118" b="-31395"/>
                </a:stretch>
              </a:blipFill>
            </p:spPr>
            <p:txBody>
              <a:bodyPr/>
              <a:lstStyle/>
              <a:p>
                <a:r>
                  <a:rPr lang="en-US">
                    <a:noFill/>
                  </a:rPr>
                  <a:t> </a:t>
                </a:r>
              </a:p>
            </p:txBody>
          </p:sp>
        </mc:Fallback>
      </mc:AlternateContent>
    </p:spTree>
    <p:extLst>
      <p:ext uri="{BB962C8B-B14F-4D97-AF65-F5344CB8AC3E}">
        <p14:creationId xmlns:p14="http://schemas.microsoft.com/office/powerpoint/2010/main" val="3405742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26">
                                            <p:txEl>
                                              <p:pRg st="0" end="0"/>
                                            </p:txEl>
                                          </p:spTgt>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grpId="0" nodeType="afterEffect">
                                  <p:stCondLst>
                                    <p:cond delay="0"/>
                                  </p:stCondLst>
                                  <p:childTnLst>
                                    <p:set>
                                      <p:cBhvr>
                                        <p:cTn id="16" dur="1" fill="hold">
                                          <p:stCondLst>
                                            <p:cond delay="0"/>
                                          </p:stCondLst>
                                        </p:cTn>
                                        <p:tgtEl>
                                          <p:spTgt spid="27">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uild="p"/>
      <p:bldP spid="27" grpId="0" build="p"/>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3" name="Rectangle 22"/>
              <p:cNvSpPr/>
              <p:nvPr/>
            </p:nvSpPr>
            <p:spPr>
              <a:xfrm>
                <a:off x="153790" y="5188754"/>
                <a:ext cx="7179081" cy="1037207"/>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r>
                        <m:rPr>
                          <m:sty m:val="p"/>
                        </m:rPr>
                        <a:rPr lang="en-US" sz="2800" smtClean="0">
                          <a:solidFill>
                            <a:srgbClr val="002060"/>
                          </a:solidFill>
                          <a:latin typeface="Cambria Math" panose="02040503050406030204" pitchFamily="18" charset="0"/>
                        </a:rPr>
                        <m:t>y</m:t>
                      </m:r>
                      <m:r>
                        <a:rPr lang="en-US" sz="2800" smtClean="0">
                          <a:solidFill>
                            <a:srgbClr val="002060"/>
                          </a:solidFill>
                          <a:latin typeface="Cambria Math" panose="02040503050406030204" pitchFamily="18" charset="0"/>
                        </a:rPr>
                        <m:t>−</m:t>
                      </m:r>
                      <m:r>
                        <a:rPr lang="en-US" sz="2800" i="1" smtClean="0">
                          <a:solidFill>
                            <a:schemeClr val="bg1"/>
                          </a:solidFill>
                          <a:latin typeface="Cambria Math" panose="02040503050406030204" pitchFamily="18" charset="0"/>
                          <a:ea typeface="Cambria Math" panose="02040503050406030204" pitchFamily="18" charset="0"/>
                        </a:rPr>
                        <m:t>18.142</m:t>
                      </m:r>
                      <m:r>
                        <a:rPr lang="en-US" sz="2800" b="0" i="1" smtClean="0">
                          <a:solidFill>
                            <a:schemeClr val="bg1"/>
                          </a:solidFill>
                          <a:latin typeface="Cambria Math" panose="02040503050406030204" pitchFamily="18" charset="0"/>
                          <a:ea typeface="Cambria Math" panose="02040503050406030204" pitchFamily="18" charset="0"/>
                        </a:rPr>
                        <m:t>9</m:t>
                      </m:r>
                      <m:r>
                        <a:rPr lang="en-US" sz="2800">
                          <a:solidFill>
                            <a:srgbClr val="002060"/>
                          </a:solidFill>
                          <a:latin typeface="Cambria Math" panose="02040503050406030204" pitchFamily="18" charset="0"/>
                        </a:rPr>
                        <m:t>=</m:t>
                      </m:r>
                      <m:r>
                        <a:rPr lang="en-US" sz="2800" i="1" smtClean="0">
                          <a:solidFill>
                            <a:schemeClr val="bg1"/>
                          </a:solidFill>
                          <a:latin typeface="Cambria Math" panose="02040503050406030204" pitchFamily="18" charset="0"/>
                          <a:ea typeface="Cambria Math" panose="02040503050406030204" pitchFamily="18" charset="0"/>
                        </a:rPr>
                        <m:t>0.9144</m:t>
                      </m:r>
                      <m:r>
                        <a:rPr lang="en-US" sz="2800" b="0" i="1" smtClean="0">
                          <a:solidFill>
                            <a:srgbClr val="002060"/>
                          </a:solidFill>
                          <a:latin typeface="Cambria Math" panose="02040503050406030204" pitchFamily="18" charset="0"/>
                          <a:ea typeface="Cambria Math" panose="02040503050406030204" pitchFamily="18" charset="0"/>
                        </a:rPr>
                        <m:t> </m:t>
                      </m:r>
                      <m:f>
                        <m:fPr>
                          <m:ctrlPr>
                            <a:rPr lang="en-US" sz="2800" i="1">
                              <a:solidFill>
                                <a:srgbClr val="7030A0"/>
                              </a:solidFill>
                              <a:latin typeface="Cambria Math" panose="02040503050406030204" pitchFamily="18" charset="0"/>
                            </a:rPr>
                          </m:ctrlPr>
                        </m:fPr>
                        <m:num>
                          <m:r>
                            <a:rPr lang="en-US" sz="2800" i="1" smtClean="0">
                              <a:solidFill>
                                <a:schemeClr val="bg1"/>
                              </a:solidFill>
                              <a:latin typeface="Cambria Math" panose="02040503050406030204" pitchFamily="18" charset="0"/>
                              <a:ea typeface="Cambria Math" panose="02040503050406030204" pitchFamily="18" charset="0"/>
                            </a:rPr>
                            <m:t>8.9830</m:t>
                          </m:r>
                          <m:r>
                            <m:rPr>
                              <m:nor/>
                            </m:rPr>
                            <a:rPr lang="en-US" sz="2800" dirty="0">
                              <a:solidFill>
                                <a:srgbClr val="002060"/>
                              </a:solidFill>
                            </a:rPr>
                            <m:t> </m:t>
                          </m:r>
                        </m:num>
                        <m:den>
                          <m:r>
                            <a:rPr lang="en-US" sz="2800" b="0" i="1" dirty="0" smtClean="0">
                              <a:solidFill>
                                <a:srgbClr val="002060"/>
                              </a:solidFill>
                              <a:latin typeface="Cambria Math" panose="02040503050406030204" pitchFamily="18" charset="0"/>
                            </a:rPr>
                            <m:t> </m:t>
                          </m:r>
                          <m:eqArr>
                            <m:eqArrPr>
                              <m:ctrlPr>
                                <a:rPr lang="en-US" sz="2800" i="1">
                                  <a:solidFill>
                                    <a:srgbClr val="002060"/>
                                  </a:solidFill>
                                  <a:latin typeface="Cambria Math" panose="02040503050406030204" pitchFamily="18" charset="0"/>
                                  <a:ea typeface="Cambria Math" panose="02040503050406030204" pitchFamily="18" charset="0"/>
                                </a:rPr>
                              </m:ctrlPr>
                            </m:eqArrPr>
                            <m:e>
                              <m:r>
                                <a:rPr lang="en-US" sz="2800" b="0" i="1" smtClean="0">
                                  <a:solidFill>
                                    <a:srgbClr val="002060"/>
                                  </a:solidFill>
                                  <a:latin typeface="Cambria Math" panose="02040503050406030204" pitchFamily="18" charset="0"/>
                                  <a:ea typeface="Cambria Math" panose="02040503050406030204" pitchFamily="18" charset="0"/>
                                </a:rPr>
                                <m:t> </m:t>
                              </m:r>
                            </m:e>
                            <m:e>
                              <m:r>
                                <a:rPr lang="en-US" sz="2800" i="1" smtClean="0">
                                  <a:solidFill>
                                    <a:schemeClr val="bg1"/>
                                  </a:solidFill>
                                  <a:latin typeface="Cambria Math" panose="02040503050406030204" pitchFamily="18" charset="0"/>
                                  <a:ea typeface="Cambria Math" panose="02040503050406030204" pitchFamily="18" charset="0"/>
                                </a:rPr>
                                <m:t>46.5219</m:t>
                              </m:r>
                              <m:r>
                                <m:rPr>
                                  <m:nor/>
                                </m:rPr>
                                <a:rPr lang="en-US" sz="2800" dirty="0">
                                  <a:solidFill>
                                    <a:srgbClr val="002060"/>
                                  </a:solidFill>
                                </a:rPr>
                                <m:t> </m:t>
                              </m:r>
                            </m:e>
                          </m:eqArr>
                        </m:den>
                      </m:f>
                      <m:d>
                        <m:dPr>
                          <m:ctrlPr>
                            <a:rPr lang="en-US"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m:t>
                          </m:r>
                          <m:r>
                            <a:rPr lang="en-US" sz="2800" b="0" i="1" smtClean="0">
                              <a:solidFill>
                                <a:schemeClr val="bg1"/>
                              </a:solidFill>
                              <a:latin typeface="Cambria Math" panose="02040503050406030204" pitchFamily="18" charset="0"/>
                            </a:rPr>
                            <m:t>275</m:t>
                          </m:r>
                        </m:e>
                      </m:d>
                    </m:oMath>
                  </m:oMathPara>
                </a14:m>
                <a:endParaRPr lang="en-US" sz="2800" dirty="0">
                  <a:solidFill>
                    <a:srgbClr val="002060"/>
                  </a:solidFill>
                </a:endParaRPr>
              </a:p>
            </p:txBody>
          </p:sp>
        </mc:Choice>
        <mc:Fallback xmlns="">
          <p:sp>
            <p:nvSpPr>
              <p:cNvPr id="23" name="Rectangle 22"/>
              <p:cNvSpPr>
                <a:spLocks noRot="1" noChangeAspect="1" noMove="1" noResize="1" noEditPoints="1" noAdjustHandles="1" noChangeArrowheads="1" noChangeShapeType="1" noTextEdit="1"/>
              </p:cNvSpPr>
              <p:nvPr/>
            </p:nvSpPr>
            <p:spPr>
              <a:xfrm>
                <a:off x="153790" y="5188754"/>
                <a:ext cx="7179081" cy="1037207"/>
              </a:xfrm>
              <a:prstGeom prst="rect">
                <a:avLst/>
              </a:prstGeom>
              <a:blipFill rotWithShape="0">
                <a:blip r:embed="rId2"/>
                <a:stretch>
                  <a:fillRect/>
                </a:stretch>
              </a:blipFill>
            </p:spPr>
            <p:txBody>
              <a:bodyPr/>
              <a:lstStyle/>
              <a:p>
                <a:r>
                  <a:rPr lang="en-US">
                    <a:noFill/>
                  </a:rPr>
                  <a:t> </a:t>
                </a:r>
              </a:p>
            </p:txBody>
          </p:sp>
        </mc:Fallback>
      </mc:AlternateContent>
      <p:sp>
        <p:nvSpPr>
          <p:cNvPr id="2" name="Title 1"/>
          <p:cNvSpPr>
            <a:spLocks noGrp="1"/>
          </p:cNvSpPr>
          <p:nvPr>
            <p:ph type="title"/>
          </p:nvPr>
        </p:nvSpPr>
        <p:spPr/>
        <p:txBody>
          <a:bodyPr/>
          <a:lstStyle/>
          <a:p>
            <a:r>
              <a:rPr lang="en-GB" dirty="0"/>
              <a:t>Method 3 ⇝ Example 1(</a:t>
            </a:r>
            <a:r>
              <a:rPr lang="en-GB" dirty="0">
                <a:solidFill>
                  <a:srgbClr val="FF0000"/>
                </a:solidFill>
              </a:rPr>
              <a:t>Continue</a:t>
            </a:r>
            <a:r>
              <a:rPr lang="en-GB" dirty="0"/>
              <a:t>)</a:t>
            </a:r>
            <a:endParaRPr lang="en-US" dirty="0"/>
          </a:p>
        </p:txBody>
      </p:sp>
      <p:sp>
        <p:nvSpPr>
          <p:cNvPr id="10" name="Rectangle 9"/>
          <p:cNvSpPr/>
          <p:nvPr/>
        </p:nvSpPr>
        <p:spPr>
          <a:xfrm>
            <a:off x="137270" y="3186233"/>
            <a:ext cx="4758034" cy="523220"/>
          </a:xfrm>
          <a:prstGeom prst="rect">
            <a:avLst/>
          </a:prstGeom>
        </p:spPr>
        <p:txBody>
          <a:bodyPr wrap="none">
            <a:spAutoFit/>
          </a:bodyPr>
          <a:lstStyle/>
          <a:p>
            <a:r>
              <a:rPr lang="en-US" sz="2800" dirty="0">
                <a:solidFill>
                  <a:srgbClr val="002060"/>
                </a:solidFill>
                <a:latin typeface="+mj-lt"/>
              </a:rPr>
              <a:t>Now Regression Line of y on x is</a:t>
            </a:r>
            <a:endParaRPr lang="en-US" sz="2800" dirty="0">
              <a:solidFill>
                <a:srgbClr val="002060"/>
              </a:solidFill>
              <a:latin typeface="Cambria Math" panose="02040503050406030204" pitchFamily="18" charset="0"/>
              <a:ea typeface="Cambria Math" panose="02040503050406030204" pitchFamily="18" charset="0"/>
            </a:endParaRPr>
          </a:p>
        </p:txBody>
      </p:sp>
      <mc:AlternateContent xmlns:mc="http://schemas.openxmlformats.org/markup-compatibility/2006" xmlns:a14="http://schemas.microsoft.com/office/drawing/2010/main">
        <mc:Choice Requires="a14">
          <p:sp>
            <p:nvSpPr>
              <p:cNvPr id="11" name="Rectangle 10"/>
              <p:cNvSpPr/>
              <p:nvPr/>
            </p:nvSpPr>
            <p:spPr>
              <a:xfrm>
                <a:off x="137270" y="862943"/>
                <a:ext cx="4039888" cy="523220"/>
              </a:xfrm>
              <a:prstGeom prst="rect">
                <a:avLst/>
              </a:prstGeom>
            </p:spPr>
            <p:txBody>
              <a:bodyPr wrap="none">
                <a:spAutoFit/>
              </a:bodyPr>
              <a:lstStyle/>
              <a:p>
                <a:r>
                  <a:rPr lang="en-US" sz="2800" b="1" u="sng" dirty="0">
                    <a:solidFill>
                      <a:srgbClr val="002060"/>
                    </a:solidFill>
                  </a:rPr>
                  <a:t>Regression Line of	</a:t>
                </a:r>
                <a14:m>
                  <m:oMath xmlns:m="http://schemas.openxmlformats.org/officeDocument/2006/math">
                    <m:r>
                      <a:rPr lang="en-US" sz="2800" b="1" u="sng" dirty="0">
                        <a:solidFill>
                          <a:srgbClr val="FF0000"/>
                        </a:solidFill>
                        <a:latin typeface="Cambria Math" panose="02040503050406030204" pitchFamily="18" charset="0"/>
                      </a:rPr>
                      <m:t>𝐲</m:t>
                    </m:r>
                  </m:oMath>
                </a14:m>
                <a:r>
                  <a:rPr lang="en-US" sz="2800" b="1" u="sng" dirty="0">
                    <a:solidFill>
                      <a:srgbClr val="FF0000"/>
                    </a:solidFill>
                  </a:rPr>
                  <a:t> on </a:t>
                </a:r>
                <a14:m>
                  <m:oMath xmlns:m="http://schemas.openxmlformats.org/officeDocument/2006/math">
                    <m:r>
                      <a:rPr lang="en-US" sz="2800" b="1" u="sng" dirty="0">
                        <a:solidFill>
                          <a:srgbClr val="FF0000"/>
                        </a:solidFill>
                        <a:latin typeface="Cambria Math" panose="02040503050406030204" pitchFamily="18" charset="0"/>
                      </a:rPr>
                      <m:t>𝐱</m:t>
                    </m:r>
                  </m:oMath>
                </a14:m>
                <a:r>
                  <a:rPr lang="en-US" sz="2800" b="1" u="sng" dirty="0">
                    <a:solidFill>
                      <a:srgbClr val="002060"/>
                    </a:solidFill>
                  </a:rPr>
                  <a:t> :</a:t>
                </a:r>
              </a:p>
            </p:txBody>
          </p:sp>
        </mc:Choice>
        <mc:Fallback xmlns="">
          <p:sp>
            <p:nvSpPr>
              <p:cNvPr id="15" name="Rectangle 14"/>
              <p:cNvSpPr>
                <a:spLocks noRot="1" noChangeAspect="1" noMove="1" noResize="1" noEditPoints="1" noAdjustHandles="1" noChangeArrowheads="1" noChangeShapeType="1" noTextEdit="1"/>
              </p:cNvSpPr>
              <p:nvPr/>
            </p:nvSpPr>
            <p:spPr>
              <a:xfrm>
                <a:off x="137270" y="862943"/>
                <a:ext cx="4039888" cy="523220"/>
              </a:xfrm>
              <a:prstGeom prst="rect">
                <a:avLst/>
              </a:prstGeom>
              <a:blipFill rotWithShape="0">
                <a:blip r:embed="rId3"/>
                <a:stretch>
                  <a:fillRect l="-3172" t="-12941" r="-2266" b="-329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137270" y="1572249"/>
                <a:ext cx="4771627" cy="523220"/>
              </a:xfrm>
              <a:prstGeom prst="rect">
                <a:avLst/>
              </a:prstGeom>
            </p:spPr>
            <p:txBody>
              <a:bodyPr wrap="none">
                <a:spAutoFit/>
              </a:bodyPr>
              <a:lstStyle/>
              <a:p>
                <a:r>
                  <a:rPr lang="en-US" sz="2800" b="0" i="0" dirty="0">
                    <a:solidFill>
                      <a:srgbClr val="002060"/>
                    </a:solidFill>
                    <a:latin typeface="+mj-lt"/>
                    <a:ea typeface="Cambria Math" panose="02040503050406030204" pitchFamily="18" charset="0"/>
                  </a:rPr>
                  <a:t>From the given data</a:t>
                </a:r>
                <a14:m>
                  <m:oMath xmlns:m="http://schemas.openxmlformats.org/officeDocument/2006/math">
                    <m:r>
                      <a:rPr lang="en-US" sz="2800" b="0" i="0" smtClean="0">
                        <a:solidFill>
                          <a:srgbClr val="002060"/>
                        </a:solidFill>
                        <a:latin typeface="Cambria Math" panose="02040503050406030204" pitchFamily="18" charset="0"/>
                        <a:ea typeface="Cambria Math" panose="02040503050406030204" pitchFamily="18" charset="0"/>
                      </a:rPr>
                      <m:t>   </m:t>
                    </m:r>
                    <m:r>
                      <a:rPr lang="en-US" sz="2800" b="0" i="1" smtClean="0">
                        <a:solidFill>
                          <a:srgbClr val="002060"/>
                        </a:solidFill>
                        <a:latin typeface="Cambria Math" panose="02040503050406030204" pitchFamily="18" charset="0"/>
                        <a:ea typeface="Cambria Math" panose="02040503050406030204" pitchFamily="18" charset="0"/>
                      </a:rPr>
                      <m:t> </m:t>
                    </m:r>
                    <m:acc>
                      <m:accPr>
                        <m:chr m:val="̅"/>
                        <m:ctrlPr>
                          <a:rPr lang="en-US" sz="2800" i="1">
                            <a:solidFill>
                              <a:srgbClr val="002060"/>
                            </a:solidFill>
                            <a:latin typeface="Cambria Math" panose="02040503050406030204" pitchFamily="18" charset="0"/>
                          </a:rPr>
                        </m:ctrlPr>
                      </m:accPr>
                      <m:e>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 </m:t>
                        </m:r>
                      </m:e>
                    </m:acc>
                    <m:r>
                      <a:rPr lang="en-US" sz="2800" b="0" i="1" smtClean="0">
                        <a:solidFill>
                          <a:srgbClr val="002060"/>
                        </a:solidFill>
                        <a:latin typeface="Cambria Math" panose="02040503050406030204" pitchFamily="18" charset="0"/>
                      </a:rPr>
                      <m:t>=275</m:t>
                    </m:r>
                    <m:r>
                      <a:rPr lang="en-US" sz="2800" b="0" i="0" smtClean="0">
                        <a:solidFill>
                          <a:srgbClr val="002060"/>
                        </a:solidFill>
                        <a:latin typeface="Cambria Math" panose="02040503050406030204" pitchFamily="18" charset="0"/>
                      </a:rPr>
                      <m:t>,</m:t>
                    </m:r>
                  </m:oMath>
                </a14:m>
                <a:endParaRPr lang="en-US" sz="2800" dirty="0"/>
              </a:p>
            </p:txBody>
          </p:sp>
        </mc:Choice>
        <mc:Fallback xmlns="">
          <p:sp>
            <p:nvSpPr>
              <p:cNvPr id="27" name="Rectangle 26"/>
              <p:cNvSpPr>
                <a:spLocks noRot="1" noChangeAspect="1" noMove="1" noResize="1" noEditPoints="1" noAdjustHandles="1" noChangeArrowheads="1" noChangeShapeType="1" noTextEdit="1"/>
              </p:cNvSpPr>
              <p:nvPr/>
            </p:nvSpPr>
            <p:spPr>
              <a:xfrm>
                <a:off x="137270" y="1572249"/>
                <a:ext cx="4771627" cy="523220"/>
              </a:xfrm>
              <a:prstGeom prst="rect">
                <a:avLst/>
              </a:prstGeom>
              <a:blipFill rotWithShape="0">
                <a:blip r:embed="rId4"/>
                <a:stretch>
                  <a:fillRect l="-2685" t="-12791"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153790" y="2380502"/>
                <a:ext cx="5598777"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m:rPr>
                          <m:nor/>
                        </m:rPr>
                        <a:rPr lang="en-US" sz="2800" dirty="0" smtClean="0">
                          <a:solidFill>
                            <a:schemeClr val="bg1"/>
                          </a:solidFill>
                          <a:ea typeface="Cambria Math" panose="02040503050406030204" pitchFamily="18" charset="0"/>
                        </a:rPr>
                        <m:t>From</m:t>
                      </m:r>
                      <m:r>
                        <m:rPr>
                          <m:nor/>
                        </m:rPr>
                        <a:rPr lang="en-US" sz="2800" dirty="0" smtClean="0">
                          <a:solidFill>
                            <a:schemeClr val="bg1"/>
                          </a:solidFill>
                          <a:ea typeface="Cambria Math" panose="02040503050406030204" pitchFamily="18" charset="0"/>
                        </a:rPr>
                        <m:t> </m:t>
                      </m:r>
                      <m:r>
                        <m:rPr>
                          <m:nor/>
                        </m:rPr>
                        <a:rPr lang="en-US" sz="2800" dirty="0" smtClean="0">
                          <a:solidFill>
                            <a:schemeClr val="bg1"/>
                          </a:solidFill>
                          <a:ea typeface="Cambria Math" panose="02040503050406030204" pitchFamily="18" charset="0"/>
                        </a:rPr>
                        <m:t>the</m:t>
                      </m:r>
                      <m:r>
                        <m:rPr>
                          <m:nor/>
                        </m:rPr>
                        <a:rPr lang="en-US" sz="2800" dirty="0" smtClean="0">
                          <a:solidFill>
                            <a:schemeClr val="bg1"/>
                          </a:solidFill>
                          <a:ea typeface="Cambria Math" panose="02040503050406030204" pitchFamily="18" charset="0"/>
                        </a:rPr>
                        <m:t> </m:t>
                      </m:r>
                      <m:r>
                        <m:rPr>
                          <m:nor/>
                        </m:rPr>
                        <a:rPr lang="en-US" sz="2800" dirty="0" smtClean="0">
                          <a:solidFill>
                            <a:schemeClr val="bg1"/>
                          </a:solidFill>
                          <a:ea typeface="Cambria Math" panose="02040503050406030204" pitchFamily="18" charset="0"/>
                        </a:rPr>
                        <m:t>given</m:t>
                      </m:r>
                      <m:r>
                        <m:rPr>
                          <m:nor/>
                        </m:rPr>
                        <a:rPr lang="en-US" sz="2800" dirty="0" smtClean="0">
                          <a:solidFill>
                            <a:schemeClr val="bg1"/>
                          </a:solidFill>
                          <a:ea typeface="Cambria Math" panose="02040503050406030204" pitchFamily="18" charset="0"/>
                        </a:rPr>
                        <m:t> </m:t>
                      </m:r>
                      <m:r>
                        <m:rPr>
                          <m:nor/>
                        </m:rPr>
                        <a:rPr lang="en-US" sz="2800" dirty="0" smtClean="0">
                          <a:solidFill>
                            <a:schemeClr val="bg1"/>
                          </a:solidFill>
                          <a:ea typeface="Cambria Math" panose="02040503050406030204" pitchFamily="18" charset="0"/>
                        </a:rPr>
                        <m:t>data</m:t>
                      </m:r>
                      <m:r>
                        <a:rPr lang="en-US" sz="2800" b="0" i="1" dirty="0" smtClean="0">
                          <a:solidFill>
                            <a:schemeClr val="bg1"/>
                          </a:solidFill>
                          <a:latin typeface="Cambria Math" panose="02040503050406030204" pitchFamily="18" charset="0"/>
                          <a:ea typeface="Cambria Math" panose="02040503050406030204" pitchFamily="18" charset="0"/>
                        </a:rPr>
                        <m:t>    </m:t>
                      </m:r>
                      <m:acc>
                        <m:accPr>
                          <m:chr m:val="̅"/>
                          <m:ctrlPr>
                            <a:rPr lang="en-US" sz="2800" i="1" smtClean="0">
                              <a:solidFill>
                                <a:srgbClr val="002060"/>
                              </a:solidFill>
                              <a:latin typeface="Cambria Math" panose="02040503050406030204" pitchFamily="18" charset="0"/>
                            </a:rPr>
                          </m:ctrlPr>
                        </m:accPr>
                        <m:e>
                          <m:r>
                            <a:rPr lang="en-US" sz="2800" smtClean="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 </m:t>
                          </m:r>
                        </m:e>
                      </m:acc>
                      <m:r>
                        <a:rPr lang="en-US" sz="2800" b="0" i="0" smtClean="0">
                          <a:solidFill>
                            <a:srgbClr val="002060"/>
                          </a:solidFill>
                          <a:latin typeface="Cambria Math" panose="02040503050406030204" pitchFamily="18" charset="0"/>
                        </a:rPr>
                        <m:t>=18.1429,</m:t>
                      </m:r>
                    </m:oMath>
                  </m:oMathPara>
                </a14:m>
                <a:endParaRPr lang="en-US" sz="2800" dirty="0"/>
              </a:p>
            </p:txBody>
          </p:sp>
        </mc:Choice>
        <mc:Fallback xmlns="">
          <p:sp>
            <p:nvSpPr>
              <p:cNvPr id="28" name="Rectangle 27"/>
              <p:cNvSpPr>
                <a:spLocks noRot="1" noChangeAspect="1" noMove="1" noResize="1" noEditPoints="1" noAdjustHandles="1" noChangeArrowheads="1" noChangeShapeType="1" noTextEdit="1"/>
              </p:cNvSpPr>
              <p:nvPr/>
            </p:nvSpPr>
            <p:spPr>
              <a:xfrm>
                <a:off x="153790" y="2380502"/>
                <a:ext cx="5598777" cy="523220"/>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8483030" y="2375601"/>
                <a:ext cx="1950342"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m:rPr>
                          <m:sty m:val="p"/>
                        </m:rPr>
                        <a:rPr lang="en-US" sz="2800">
                          <a:solidFill>
                            <a:srgbClr val="002060"/>
                          </a:solidFill>
                          <a:latin typeface="Cambria Math" panose="02040503050406030204" pitchFamily="18" charset="0"/>
                        </a:rPr>
                        <m:t>r</m:t>
                      </m:r>
                      <m:r>
                        <a:rPr lang="en-US" sz="2800" b="0" i="0" smtClean="0">
                          <a:solidFill>
                            <a:srgbClr val="002060"/>
                          </a:solidFill>
                          <a:latin typeface="Cambria Math" panose="02040503050406030204" pitchFamily="18" charset="0"/>
                        </a:rPr>
                        <m:t>=0.9144</m:t>
                      </m:r>
                    </m:oMath>
                  </m:oMathPara>
                </a14:m>
                <a:endParaRPr lang="en-US" sz="2800" dirty="0"/>
              </a:p>
            </p:txBody>
          </p:sp>
        </mc:Choice>
        <mc:Fallback xmlns="">
          <p:sp>
            <p:nvSpPr>
              <p:cNvPr id="29" name="Rectangle 28"/>
              <p:cNvSpPr>
                <a:spLocks noRot="1" noChangeAspect="1" noMove="1" noResize="1" noEditPoints="1" noAdjustHandles="1" noChangeArrowheads="1" noChangeShapeType="1" noTextEdit="1"/>
              </p:cNvSpPr>
              <p:nvPr/>
            </p:nvSpPr>
            <p:spPr>
              <a:xfrm>
                <a:off x="8483030" y="2375601"/>
                <a:ext cx="1950342" cy="523220"/>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p:cNvSpPr/>
              <p:nvPr/>
            </p:nvSpPr>
            <p:spPr>
              <a:xfrm>
                <a:off x="5994927" y="1572249"/>
                <a:ext cx="2438103" cy="523220"/>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sz="2800" i="1" smtClean="0">
                              <a:solidFill>
                                <a:srgbClr val="002060"/>
                              </a:solidFill>
                              <a:latin typeface="Cambria Math" panose="02040503050406030204" pitchFamily="18" charset="0"/>
                            </a:rPr>
                          </m:ctrlPr>
                        </m:sSubPr>
                        <m:e>
                          <m:r>
                            <m:rPr>
                              <m:sty m:val="p"/>
                            </m:rPr>
                            <a:rPr lang="en-US" sz="2800">
                              <a:solidFill>
                                <a:srgbClr val="002060"/>
                              </a:solidFill>
                              <a:latin typeface="Cambria Math" panose="02040503050406030204" pitchFamily="18" charset="0"/>
                            </a:rPr>
                            <m:t>σ</m:t>
                          </m:r>
                        </m:e>
                        <m:sub>
                          <m:r>
                            <m:rPr>
                              <m:sty m:val="p"/>
                            </m:rPr>
                            <a:rPr lang="en-US" sz="2800">
                              <a:solidFill>
                                <a:srgbClr val="002060"/>
                              </a:solidFill>
                              <a:latin typeface="Cambria Math" panose="02040503050406030204" pitchFamily="18" charset="0"/>
                            </a:rPr>
                            <m:t>x</m:t>
                          </m:r>
                        </m:sub>
                      </m:sSub>
                      <m:r>
                        <a:rPr lang="en-US" sz="2800" b="0" i="1" smtClean="0">
                          <a:solidFill>
                            <a:srgbClr val="002060"/>
                          </a:solidFill>
                          <a:latin typeface="Cambria Math" panose="02040503050406030204" pitchFamily="18" charset="0"/>
                        </a:rPr>
                        <m:t>=46.5219,</m:t>
                      </m:r>
                    </m:oMath>
                  </m:oMathPara>
                </a14:m>
                <a:endParaRPr lang="en-US" sz="2800" dirty="0"/>
              </a:p>
            </p:txBody>
          </p:sp>
        </mc:Choice>
        <mc:Fallback xmlns="">
          <p:sp>
            <p:nvSpPr>
              <p:cNvPr id="30" name="Rectangle 29"/>
              <p:cNvSpPr>
                <a:spLocks noRot="1" noChangeAspect="1" noMove="1" noResize="1" noEditPoints="1" noAdjustHandles="1" noChangeArrowheads="1" noChangeShapeType="1" noTextEdit="1"/>
              </p:cNvSpPr>
              <p:nvPr/>
            </p:nvSpPr>
            <p:spPr>
              <a:xfrm>
                <a:off x="5994927" y="1572249"/>
                <a:ext cx="2438103" cy="523220"/>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p:cNvSpPr/>
              <p:nvPr/>
            </p:nvSpPr>
            <p:spPr>
              <a:xfrm>
                <a:off x="5994927" y="2360689"/>
                <a:ext cx="2245743" cy="562846"/>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sz="2800" i="1" smtClean="0">
                              <a:solidFill>
                                <a:srgbClr val="002060"/>
                              </a:solidFill>
                              <a:latin typeface="Cambria Math" panose="02040503050406030204" pitchFamily="18" charset="0"/>
                            </a:rPr>
                          </m:ctrlPr>
                        </m:sSubPr>
                        <m:e>
                          <m:r>
                            <m:rPr>
                              <m:sty m:val="p"/>
                            </m:rPr>
                            <a:rPr lang="en-US" sz="2800">
                              <a:solidFill>
                                <a:srgbClr val="002060"/>
                              </a:solidFill>
                              <a:latin typeface="Cambria Math" panose="02040503050406030204" pitchFamily="18" charset="0"/>
                            </a:rPr>
                            <m:t>σ</m:t>
                          </m:r>
                        </m:e>
                        <m:sub>
                          <m:r>
                            <m:rPr>
                              <m:sty m:val="p"/>
                            </m:rPr>
                            <a:rPr lang="en-US" sz="2800">
                              <a:solidFill>
                                <a:srgbClr val="002060"/>
                              </a:solidFill>
                              <a:latin typeface="Cambria Math" panose="02040503050406030204" pitchFamily="18" charset="0"/>
                            </a:rPr>
                            <m:t>y</m:t>
                          </m:r>
                        </m:sub>
                      </m:sSub>
                      <m:r>
                        <a:rPr lang="en-US" sz="2800" b="0" i="0" smtClean="0">
                          <a:solidFill>
                            <a:srgbClr val="002060"/>
                          </a:solidFill>
                          <a:latin typeface="Cambria Math" panose="02040503050406030204" pitchFamily="18" charset="0"/>
                        </a:rPr>
                        <m:t>=8.9830,</m:t>
                      </m:r>
                    </m:oMath>
                  </m:oMathPara>
                </a14:m>
                <a:endParaRPr lang="en-US" sz="2800" dirty="0"/>
              </a:p>
            </p:txBody>
          </p:sp>
        </mc:Choice>
        <mc:Fallback xmlns="">
          <p:sp>
            <p:nvSpPr>
              <p:cNvPr id="31" name="Rectangle 30"/>
              <p:cNvSpPr>
                <a:spLocks noRot="1" noChangeAspect="1" noMove="1" noResize="1" noEditPoints="1" noAdjustHandles="1" noChangeArrowheads="1" noChangeShapeType="1" noTextEdit="1"/>
              </p:cNvSpPr>
              <p:nvPr/>
            </p:nvSpPr>
            <p:spPr>
              <a:xfrm>
                <a:off x="5994927" y="2360689"/>
                <a:ext cx="2245743" cy="562846"/>
              </a:xfrm>
              <a:prstGeom prst="rect">
                <a:avLst/>
              </a:prstGeom>
              <a:blipFill rotWithShape="0">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p:cNvSpPr/>
              <p:nvPr/>
            </p:nvSpPr>
            <p:spPr>
              <a:xfrm>
                <a:off x="153790" y="3991964"/>
                <a:ext cx="4088940" cy="915572"/>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chemeClr val="bg1"/>
                          </a:solidFill>
                          <a:latin typeface="Cambria Math" panose="02040503050406030204" pitchFamily="18" charset="0"/>
                          <a:ea typeface="Cambria Math" panose="02040503050406030204" pitchFamily="18" charset="0"/>
                        </a:rPr>
                        <m:t>∴</m:t>
                      </m:r>
                      <m:r>
                        <m:rPr>
                          <m:sty m:val="p"/>
                        </m:rPr>
                        <a:rPr lang="en-US" sz="2800" smtClean="0">
                          <a:solidFill>
                            <a:srgbClr val="002060"/>
                          </a:solidFill>
                          <a:latin typeface="Cambria Math" panose="02040503050406030204" pitchFamily="18" charset="0"/>
                        </a:rPr>
                        <m:t>y</m:t>
                      </m:r>
                      <m:r>
                        <a:rPr lang="en-US" sz="2800" smtClean="0">
                          <a:solidFill>
                            <a:srgbClr val="002060"/>
                          </a:solidFill>
                          <a:latin typeface="Cambria Math" panose="02040503050406030204" pitchFamily="18" charset="0"/>
                        </a:rPr>
                        <m:t>−</m:t>
                      </m:r>
                      <m:acc>
                        <m:accPr>
                          <m:chr m:val="̅"/>
                          <m:ctrlPr>
                            <a:rPr lang="en-US" sz="2800" i="1">
                              <a:solidFill>
                                <a:srgbClr val="002060"/>
                              </a:solidFill>
                              <a:latin typeface="Cambria Math" panose="02040503050406030204" pitchFamily="18" charset="0"/>
                            </a:rPr>
                          </m:ctrlPr>
                        </m:accPr>
                        <m:e>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 </m:t>
                          </m:r>
                        </m:e>
                      </m:acc>
                      <m:r>
                        <a:rPr lang="en-US" sz="2800">
                          <a:solidFill>
                            <a:srgbClr val="002060"/>
                          </a:solidFill>
                          <a:latin typeface="Cambria Math" panose="02040503050406030204" pitchFamily="18" charset="0"/>
                        </a:rPr>
                        <m:t>=</m:t>
                      </m:r>
                      <m:r>
                        <m:rPr>
                          <m:sty m:val="p"/>
                        </m:rPr>
                        <a:rPr lang="en-US" sz="2800">
                          <a:solidFill>
                            <a:srgbClr val="7030A0"/>
                          </a:solidFill>
                          <a:latin typeface="Cambria Math" panose="02040503050406030204" pitchFamily="18" charset="0"/>
                        </a:rPr>
                        <m:t>r</m:t>
                      </m:r>
                      <m:f>
                        <m:fPr>
                          <m:ctrlPr>
                            <a:rPr lang="en-US" sz="2800" i="1">
                              <a:solidFill>
                                <a:srgbClr val="7030A0"/>
                              </a:solidFill>
                              <a:latin typeface="Cambria Math" panose="02040503050406030204" pitchFamily="18" charset="0"/>
                            </a:rPr>
                          </m:ctrlPr>
                        </m:fPr>
                        <m:num>
                          <m:r>
                            <a:rPr lang="en-US" sz="2800">
                              <a:solidFill>
                                <a:srgbClr val="7030A0"/>
                              </a:solidFill>
                              <a:latin typeface="Cambria Math" panose="02040503050406030204" pitchFamily="18" charset="0"/>
                            </a:rPr>
                            <m:t> </m:t>
                          </m:r>
                          <m:sSub>
                            <m:sSubPr>
                              <m:ctrlPr>
                                <a:rPr lang="en-US" sz="2800" i="1">
                                  <a:solidFill>
                                    <a:srgbClr val="7030A0"/>
                                  </a:solidFill>
                                  <a:latin typeface="Cambria Math" panose="02040503050406030204" pitchFamily="18" charset="0"/>
                                </a:rPr>
                              </m:ctrlPr>
                            </m:sSubPr>
                            <m:e>
                              <m:r>
                                <m:rPr>
                                  <m:sty m:val="p"/>
                                </m:rPr>
                                <a:rPr lang="en-US" sz="2800">
                                  <a:solidFill>
                                    <a:srgbClr val="7030A0"/>
                                  </a:solidFill>
                                  <a:latin typeface="Cambria Math" panose="02040503050406030204" pitchFamily="18" charset="0"/>
                                </a:rPr>
                                <m:t>σ</m:t>
                              </m:r>
                            </m:e>
                            <m:sub>
                              <m:r>
                                <m:rPr>
                                  <m:sty m:val="p"/>
                                </m:rPr>
                                <a:rPr lang="en-US" sz="2800">
                                  <a:solidFill>
                                    <a:srgbClr val="7030A0"/>
                                  </a:solidFill>
                                  <a:latin typeface="Cambria Math" panose="02040503050406030204" pitchFamily="18" charset="0"/>
                                </a:rPr>
                                <m:t>y</m:t>
                              </m:r>
                            </m:sub>
                          </m:sSub>
                          <m:r>
                            <a:rPr lang="en-US" sz="2800">
                              <a:solidFill>
                                <a:srgbClr val="7030A0"/>
                              </a:solidFill>
                              <a:latin typeface="Cambria Math" panose="02040503050406030204" pitchFamily="18" charset="0"/>
                            </a:rPr>
                            <m:t> </m:t>
                          </m:r>
                        </m:num>
                        <m:den>
                          <m:r>
                            <a:rPr lang="en-US" sz="2800">
                              <a:solidFill>
                                <a:srgbClr val="7030A0"/>
                              </a:solidFill>
                              <a:latin typeface="Cambria Math" panose="02040503050406030204" pitchFamily="18" charset="0"/>
                            </a:rPr>
                            <m:t> </m:t>
                          </m:r>
                          <m:sSub>
                            <m:sSubPr>
                              <m:ctrlPr>
                                <a:rPr lang="en-US" sz="2800" i="1">
                                  <a:solidFill>
                                    <a:srgbClr val="7030A0"/>
                                  </a:solidFill>
                                  <a:latin typeface="Cambria Math" panose="02040503050406030204" pitchFamily="18" charset="0"/>
                                </a:rPr>
                              </m:ctrlPr>
                            </m:sSubPr>
                            <m:e>
                              <m:r>
                                <m:rPr>
                                  <m:sty m:val="p"/>
                                </m:rPr>
                                <a:rPr lang="en-US" sz="2800">
                                  <a:solidFill>
                                    <a:srgbClr val="7030A0"/>
                                  </a:solidFill>
                                  <a:latin typeface="Cambria Math" panose="02040503050406030204" pitchFamily="18" charset="0"/>
                                </a:rPr>
                                <m:t>σ</m:t>
                              </m:r>
                            </m:e>
                            <m:sub>
                              <m:r>
                                <m:rPr>
                                  <m:sty m:val="p"/>
                                </m:rPr>
                                <a:rPr lang="en-US" sz="2800">
                                  <a:solidFill>
                                    <a:srgbClr val="7030A0"/>
                                  </a:solidFill>
                                  <a:latin typeface="Cambria Math" panose="02040503050406030204" pitchFamily="18" charset="0"/>
                                </a:rPr>
                                <m:t>x</m:t>
                              </m:r>
                            </m:sub>
                          </m:sSub>
                          <m:r>
                            <a:rPr lang="en-US" sz="2800">
                              <a:solidFill>
                                <a:srgbClr val="7030A0"/>
                              </a:solidFill>
                              <a:latin typeface="Cambria Math" panose="02040503050406030204" pitchFamily="18" charset="0"/>
                            </a:rPr>
                            <m:t> </m:t>
                          </m:r>
                        </m:den>
                      </m:f>
                      <m:d>
                        <m:dPr>
                          <m:ctrlPr>
                            <a:rPr lang="en-US"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m:t>
                          </m:r>
                          <m:acc>
                            <m:accPr>
                              <m:chr m:val="̅"/>
                              <m:ctrlPr>
                                <a:rPr lang="en-US" sz="2800" i="1">
                                  <a:solidFill>
                                    <a:srgbClr val="002060"/>
                                  </a:solidFill>
                                  <a:latin typeface="Cambria Math" panose="02040503050406030204" pitchFamily="18" charset="0"/>
                                </a:rPr>
                              </m:ctrlPr>
                            </m:accPr>
                            <m:e>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 </m:t>
                              </m:r>
                            </m:e>
                          </m:acc>
                        </m:e>
                      </m:d>
                    </m:oMath>
                  </m:oMathPara>
                </a14:m>
                <a:endParaRPr lang="en-US" sz="2800" dirty="0">
                  <a:solidFill>
                    <a:srgbClr val="002060"/>
                  </a:solidFill>
                </a:endParaRPr>
              </a:p>
            </p:txBody>
          </p:sp>
        </mc:Choice>
        <mc:Fallback xmlns="">
          <p:sp>
            <p:nvSpPr>
              <p:cNvPr id="32" name="Rectangle 31"/>
              <p:cNvSpPr>
                <a:spLocks noRot="1" noChangeAspect="1" noMove="1" noResize="1" noEditPoints="1" noAdjustHandles="1" noChangeArrowheads="1" noChangeShapeType="1" noTextEdit="1"/>
              </p:cNvSpPr>
              <p:nvPr/>
            </p:nvSpPr>
            <p:spPr>
              <a:xfrm>
                <a:off x="153790" y="3991964"/>
                <a:ext cx="4088940" cy="915572"/>
              </a:xfrm>
              <a:prstGeom prst="rect">
                <a:avLst/>
              </a:prstGeom>
              <a:blipFill rotWithShape="0">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Rectangle 20"/>
              <p:cNvSpPr/>
              <p:nvPr/>
            </p:nvSpPr>
            <p:spPr>
              <a:xfrm>
                <a:off x="6185838" y="5401037"/>
                <a:ext cx="862737"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2</m:t>
                      </m:r>
                      <m:r>
                        <a:rPr lang="en-US" sz="2800" b="0" i="1" smtClean="0">
                          <a:solidFill>
                            <a:srgbClr val="002060"/>
                          </a:solidFill>
                          <a:latin typeface="Cambria Math" panose="02040503050406030204" pitchFamily="18" charset="0"/>
                          <a:ea typeface="Cambria Math" panose="02040503050406030204" pitchFamily="18" charset="0"/>
                        </a:rPr>
                        <m:t>75</m:t>
                      </m:r>
                    </m:oMath>
                  </m:oMathPara>
                </a14:m>
                <a:endParaRPr lang="en-US" sz="2800" dirty="0">
                  <a:solidFill>
                    <a:srgbClr val="002060"/>
                  </a:solidFill>
                </a:endParaRPr>
              </a:p>
            </p:txBody>
          </p:sp>
        </mc:Choice>
        <mc:Fallback xmlns="">
          <p:sp>
            <p:nvSpPr>
              <p:cNvPr id="21" name="Rectangle 20"/>
              <p:cNvSpPr>
                <a:spLocks noRot="1" noChangeAspect="1" noMove="1" noResize="1" noEditPoints="1" noAdjustHandles="1" noChangeArrowheads="1" noChangeShapeType="1" noTextEdit="1"/>
              </p:cNvSpPr>
              <p:nvPr/>
            </p:nvSpPr>
            <p:spPr>
              <a:xfrm>
                <a:off x="6185838" y="5401037"/>
                <a:ext cx="862737" cy="523220"/>
              </a:xfrm>
              <a:prstGeom prst="rect">
                <a:avLst/>
              </a:prstGeom>
              <a:blipFill rotWithShape="0">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Rectangle 21"/>
              <p:cNvSpPr/>
              <p:nvPr/>
            </p:nvSpPr>
            <p:spPr>
              <a:xfrm>
                <a:off x="1058065" y="5411706"/>
                <a:ext cx="1532792"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1</m:t>
                      </m:r>
                      <m:r>
                        <a:rPr lang="en-US" sz="2800" b="0" i="1" smtClean="0">
                          <a:solidFill>
                            <a:srgbClr val="002060"/>
                          </a:solidFill>
                          <a:latin typeface="Cambria Math" panose="02040503050406030204" pitchFamily="18" charset="0"/>
                          <a:ea typeface="Cambria Math" panose="02040503050406030204" pitchFamily="18" charset="0"/>
                        </a:rPr>
                        <m:t>8.1429</m:t>
                      </m:r>
                    </m:oMath>
                  </m:oMathPara>
                </a14:m>
                <a:endParaRPr lang="en-US" sz="2800" dirty="0">
                  <a:solidFill>
                    <a:srgbClr val="002060"/>
                  </a:solidFill>
                </a:endParaRPr>
              </a:p>
            </p:txBody>
          </p:sp>
        </mc:Choice>
        <mc:Fallback xmlns="">
          <p:sp>
            <p:nvSpPr>
              <p:cNvPr id="22" name="Rectangle 21"/>
              <p:cNvSpPr>
                <a:spLocks noRot="1" noChangeAspect="1" noMove="1" noResize="1" noEditPoints="1" noAdjustHandles="1" noChangeArrowheads="1" noChangeShapeType="1" noTextEdit="1"/>
              </p:cNvSpPr>
              <p:nvPr/>
            </p:nvSpPr>
            <p:spPr>
              <a:xfrm>
                <a:off x="1058065" y="5411706"/>
                <a:ext cx="1532792" cy="523220"/>
              </a:xfrm>
              <a:prstGeom prst="rect">
                <a:avLst/>
              </a:prstGeom>
              <a:blipFill rotWithShape="0">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Rectangle 23"/>
              <p:cNvSpPr/>
              <p:nvPr/>
            </p:nvSpPr>
            <p:spPr>
              <a:xfrm>
                <a:off x="3970027" y="5772021"/>
                <a:ext cx="1611339"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b="0" i="1" smtClean="0">
                          <a:solidFill>
                            <a:srgbClr val="002060"/>
                          </a:solidFill>
                          <a:latin typeface="Cambria Math" panose="02040503050406030204" pitchFamily="18" charset="0"/>
                          <a:ea typeface="Cambria Math" panose="02040503050406030204" pitchFamily="18" charset="0"/>
                        </a:rPr>
                        <m:t> </m:t>
                      </m:r>
                      <m:r>
                        <a:rPr lang="en-US" sz="2800" i="1" smtClean="0">
                          <a:solidFill>
                            <a:srgbClr val="002060"/>
                          </a:solidFill>
                          <a:latin typeface="Cambria Math" panose="02040503050406030204" pitchFamily="18" charset="0"/>
                          <a:ea typeface="Cambria Math" panose="02040503050406030204" pitchFamily="18" charset="0"/>
                        </a:rPr>
                        <m:t>4</m:t>
                      </m:r>
                      <m:r>
                        <a:rPr lang="en-US" sz="2800" b="0" i="1" smtClean="0">
                          <a:solidFill>
                            <a:srgbClr val="002060"/>
                          </a:solidFill>
                          <a:latin typeface="Cambria Math" panose="02040503050406030204" pitchFamily="18" charset="0"/>
                          <a:ea typeface="Cambria Math" panose="02040503050406030204" pitchFamily="18" charset="0"/>
                        </a:rPr>
                        <m:t>6.5219</m:t>
                      </m:r>
                    </m:oMath>
                  </m:oMathPara>
                </a14:m>
                <a:endParaRPr lang="en-US" sz="2800" dirty="0">
                  <a:solidFill>
                    <a:srgbClr val="002060"/>
                  </a:solidFill>
                </a:endParaRPr>
              </a:p>
            </p:txBody>
          </p:sp>
        </mc:Choice>
        <mc:Fallback xmlns="">
          <p:sp>
            <p:nvSpPr>
              <p:cNvPr id="24" name="Rectangle 23"/>
              <p:cNvSpPr>
                <a:spLocks noRot="1" noChangeAspect="1" noMove="1" noResize="1" noEditPoints="1" noAdjustHandles="1" noChangeArrowheads="1" noChangeShapeType="1" noTextEdit="1"/>
              </p:cNvSpPr>
              <p:nvPr/>
            </p:nvSpPr>
            <p:spPr>
              <a:xfrm>
                <a:off x="3970027" y="5772021"/>
                <a:ext cx="1611339" cy="523220"/>
              </a:xfrm>
              <a:prstGeom prst="rect">
                <a:avLst/>
              </a:prstGeom>
              <a:blipFill rotWithShape="0">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Rectangle 24"/>
              <p:cNvSpPr/>
              <p:nvPr/>
            </p:nvSpPr>
            <p:spPr>
              <a:xfrm>
                <a:off x="4138863" y="5135806"/>
                <a:ext cx="1334020"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8</m:t>
                      </m:r>
                      <m:r>
                        <a:rPr lang="en-US" sz="2800" b="0" i="1" smtClean="0">
                          <a:solidFill>
                            <a:srgbClr val="002060"/>
                          </a:solidFill>
                          <a:latin typeface="Cambria Math" panose="02040503050406030204" pitchFamily="18" charset="0"/>
                          <a:ea typeface="Cambria Math" panose="02040503050406030204" pitchFamily="18" charset="0"/>
                        </a:rPr>
                        <m:t>.9830</m:t>
                      </m:r>
                    </m:oMath>
                  </m:oMathPara>
                </a14:m>
                <a:endParaRPr lang="en-US" sz="2800" dirty="0">
                  <a:solidFill>
                    <a:srgbClr val="002060"/>
                  </a:solidFill>
                </a:endParaRPr>
              </a:p>
            </p:txBody>
          </p:sp>
        </mc:Choice>
        <mc:Fallback xmlns="">
          <p:sp>
            <p:nvSpPr>
              <p:cNvPr id="25" name="Rectangle 24"/>
              <p:cNvSpPr>
                <a:spLocks noRot="1" noChangeAspect="1" noMove="1" noResize="1" noEditPoints="1" noAdjustHandles="1" noChangeArrowheads="1" noChangeShapeType="1" noTextEdit="1"/>
              </p:cNvSpPr>
              <p:nvPr/>
            </p:nvSpPr>
            <p:spPr>
              <a:xfrm>
                <a:off x="4138863" y="5135806"/>
                <a:ext cx="1334020" cy="523220"/>
              </a:xfrm>
              <a:prstGeom prst="rect">
                <a:avLst/>
              </a:prstGeom>
              <a:blipFill rotWithShape="0">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Rectangle 27"/>
              <p:cNvSpPr/>
              <p:nvPr/>
            </p:nvSpPr>
            <p:spPr>
              <a:xfrm>
                <a:off x="2777322" y="5406161"/>
                <a:ext cx="1334020"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0</m:t>
                      </m:r>
                      <m:r>
                        <a:rPr lang="en-US" sz="2800" b="0" i="1" smtClean="0">
                          <a:solidFill>
                            <a:srgbClr val="002060"/>
                          </a:solidFill>
                          <a:latin typeface="Cambria Math" panose="02040503050406030204" pitchFamily="18" charset="0"/>
                          <a:ea typeface="Cambria Math" panose="02040503050406030204" pitchFamily="18" charset="0"/>
                        </a:rPr>
                        <m:t>.9144</m:t>
                      </m:r>
                    </m:oMath>
                  </m:oMathPara>
                </a14:m>
                <a:endParaRPr lang="en-US" sz="2800" dirty="0">
                  <a:solidFill>
                    <a:srgbClr val="002060"/>
                  </a:solidFill>
                </a:endParaRPr>
              </a:p>
            </p:txBody>
          </p:sp>
        </mc:Choice>
        <mc:Fallback xmlns="">
          <p:sp>
            <p:nvSpPr>
              <p:cNvPr id="28" name="Rectangle 27"/>
              <p:cNvSpPr>
                <a:spLocks noRot="1" noChangeAspect="1" noMove="1" noResize="1" noEditPoints="1" noAdjustHandles="1" noChangeArrowheads="1" noChangeShapeType="1" noTextEdit="1"/>
              </p:cNvSpPr>
              <p:nvPr/>
            </p:nvSpPr>
            <p:spPr>
              <a:xfrm>
                <a:off x="2777322" y="5406161"/>
                <a:ext cx="1334020" cy="523220"/>
              </a:xfrm>
              <a:prstGeom prst="rect">
                <a:avLst/>
              </a:prstGeom>
              <a:blipFill rotWithShape="0">
                <a:blip r:embed="rId1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44597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10" grpId="0"/>
      <p:bldP spid="19" grpId="0"/>
      <p:bldP spid="21" grpId="0"/>
      <p:bldP spid="22" grpId="0"/>
      <p:bldP spid="24" grpId="0"/>
      <p:bldP spid="25" grpId="0"/>
      <p:bldP spid="28"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3 ⇝ Example 1(</a:t>
            </a:r>
            <a:r>
              <a:rPr lang="en-GB" dirty="0">
                <a:solidFill>
                  <a:srgbClr val="FF0000"/>
                </a:solidFill>
              </a:rPr>
              <a:t>Continue</a:t>
            </a:r>
            <a:r>
              <a:rPr lang="en-GB" dirty="0"/>
              <a:t>)</a:t>
            </a:r>
            <a:endParaRPr lang="en-US" dirty="0"/>
          </a:p>
        </p:txBody>
      </p:sp>
      <mc:AlternateContent xmlns:mc="http://schemas.openxmlformats.org/markup-compatibility/2006" xmlns:a14="http://schemas.microsoft.com/office/drawing/2010/main">
        <mc:Choice Requires="a14">
          <p:sp>
            <p:nvSpPr>
              <p:cNvPr id="15" name="Rectangle 14"/>
              <p:cNvSpPr/>
              <p:nvPr/>
            </p:nvSpPr>
            <p:spPr>
              <a:xfrm>
                <a:off x="137270" y="862943"/>
                <a:ext cx="4039888" cy="523220"/>
              </a:xfrm>
              <a:prstGeom prst="rect">
                <a:avLst/>
              </a:prstGeom>
            </p:spPr>
            <p:txBody>
              <a:bodyPr wrap="none">
                <a:spAutoFit/>
              </a:bodyPr>
              <a:lstStyle/>
              <a:p>
                <a:r>
                  <a:rPr lang="en-US" sz="2800" b="1" u="sng" dirty="0">
                    <a:solidFill>
                      <a:srgbClr val="002060"/>
                    </a:solidFill>
                  </a:rPr>
                  <a:t>Regression Line of	</a:t>
                </a:r>
                <a14:m>
                  <m:oMath xmlns:m="http://schemas.openxmlformats.org/officeDocument/2006/math">
                    <m:r>
                      <a:rPr lang="en-US" sz="2800" b="1" u="sng" dirty="0">
                        <a:solidFill>
                          <a:srgbClr val="FF0000"/>
                        </a:solidFill>
                        <a:latin typeface="Cambria Math" panose="02040503050406030204" pitchFamily="18" charset="0"/>
                      </a:rPr>
                      <m:t>𝐲</m:t>
                    </m:r>
                  </m:oMath>
                </a14:m>
                <a:r>
                  <a:rPr lang="en-US" sz="2800" b="1" u="sng" dirty="0">
                    <a:solidFill>
                      <a:srgbClr val="FF0000"/>
                    </a:solidFill>
                  </a:rPr>
                  <a:t> on </a:t>
                </a:r>
                <a14:m>
                  <m:oMath xmlns:m="http://schemas.openxmlformats.org/officeDocument/2006/math">
                    <m:r>
                      <a:rPr lang="en-US" sz="2800" b="1" u="sng" dirty="0">
                        <a:solidFill>
                          <a:srgbClr val="FF0000"/>
                        </a:solidFill>
                        <a:latin typeface="Cambria Math" panose="02040503050406030204" pitchFamily="18" charset="0"/>
                      </a:rPr>
                      <m:t>𝐱</m:t>
                    </m:r>
                  </m:oMath>
                </a14:m>
                <a:r>
                  <a:rPr lang="en-US" sz="2800" b="1" u="sng" dirty="0">
                    <a:solidFill>
                      <a:srgbClr val="002060"/>
                    </a:solidFill>
                  </a:rPr>
                  <a:t> :</a:t>
                </a:r>
              </a:p>
            </p:txBody>
          </p:sp>
        </mc:Choice>
        <mc:Fallback xmlns="">
          <p:sp>
            <p:nvSpPr>
              <p:cNvPr id="15" name="Rectangle 14"/>
              <p:cNvSpPr>
                <a:spLocks noRot="1" noChangeAspect="1" noMove="1" noResize="1" noEditPoints="1" noAdjustHandles="1" noChangeArrowheads="1" noChangeShapeType="1" noTextEdit="1"/>
              </p:cNvSpPr>
              <p:nvPr/>
            </p:nvSpPr>
            <p:spPr>
              <a:xfrm>
                <a:off x="137270" y="862943"/>
                <a:ext cx="4039888" cy="523220"/>
              </a:xfrm>
              <a:prstGeom prst="rect">
                <a:avLst/>
              </a:prstGeom>
              <a:blipFill rotWithShape="0">
                <a:blip r:embed="rId2"/>
                <a:stretch>
                  <a:fillRect l="-3172" t="-12941" r="-2266" b="-329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137270" y="1430953"/>
                <a:ext cx="7097328" cy="1037207"/>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r>
                        <m:rPr>
                          <m:sty m:val="p"/>
                        </m:rPr>
                        <a:rPr lang="en-US" sz="280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−18.1429=0.9144 </m:t>
                      </m:r>
                      <m:f>
                        <m:fPr>
                          <m:ctrlPr>
                            <a:rPr lang="en-US" sz="2800" i="1" smtClean="0">
                              <a:solidFill>
                                <a:srgbClr val="7030A0"/>
                              </a:solidFill>
                              <a:latin typeface="Cambria Math" panose="02040503050406030204" pitchFamily="18" charset="0"/>
                            </a:rPr>
                          </m:ctrlPr>
                        </m:fPr>
                        <m:num>
                          <m:r>
                            <a:rPr lang="en-US" sz="2800" smtClean="0">
                              <a:solidFill>
                                <a:srgbClr val="002060"/>
                              </a:solidFill>
                              <a:latin typeface="Cambria Math" panose="02040503050406030204" pitchFamily="18" charset="0"/>
                            </a:rPr>
                            <m:t>8.9830</m:t>
                          </m:r>
                        </m:num>
                        <m:den>
                          <m:eqArr>
                            <m:eqArrPr>
                              <m:ctrlPr>
                                <a:rPr lang="en-US" sz="2800" b="0" i="1" smtClean="0">
                                  <a:solidFill>
                                    <a:srgbClr val="7030A0"/>
                                  </a:solidFill>
                                  <a:latin typeface="Cambria Math" panose="02040503050406030204" pitchFamily="18" charset="0"/>
                                </a:rPr>
                              </m:ctrlPr>
                            </m:eqArrPr>
                            <m:e>
                              <m:r>
                                <a:rPr lang="en-US" sz="2800" b="0" i="1" smtClean="0">
                                  <a:solidFill>
                                    <a:srgbClr val="7030A0"/>
                                  </a:solidFill>
                                  <a:latin typeface="Cambria Math" panose="02040503050406030204" pitchFamily="18" charset="0"/>
                                </a:rPr>
                                <m:t> </m:t>
                              </m:r>
                            </m:e>
                            <m:e>
                              <m:r>
                                <a:rPr lang="en-US" sz="2800" i="1" smtClean="0">
                                  <a:solidFill>
                                    <a:srgbClr val="002060"/>
                                  </a:solidFill>
                                  <a:latin typeface="Cambria Math" panose="02040503050406030204" pitchFamily="18" charset="0"/>
                                </a:rPr>
                                <m:t>46.5219</m:t>
                              </m:r>
                            </m:e>
                          </m:eqArr>
                        </m:den>
                      </m:f>
                      <m:d>
                        <m:dPr>
                          <m:ctrlPr>
                            <a:rPr lang="en-US"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275 </m:t>
                          </m:r>
                        </m:e>
                      </m:d>
                    </m:oMath>
                  </m:oMathPara>
                </a14:m>
                <a:endParaRPr lang="en-US" sz="2800" dirty="0">
                  <a:solidFill>
                    <a:srgbClr val="002060"/>
                  </a:solidFill>
                </a:endParaRPr>
              </a:p>
            </p:txBody>
          </p:sp>
        </mc:Choice>
        <mc:Fallback xmlns="">
          <p:sp>
            <p:nvSpPr>
              <p:cNvPr id="16" name="Rectangle 15"/>
              <p:cNvSpPr>
                <a:spLocks noRot="1" noChangeAspect="1" noMove="1" noResize="1" noEditPoints="1" noAdjustHandles="1" noChangeArrowheads="1" noChangeShapeType="1" noTextEdit="1"/>
              </p:cNvSpPr>
              <p:nvPr/>
            </p:nvSpPr>
            <p:spPr>
              <a:xfrm>
                <a:off x="137270" y="1430953"/>
                <a:ext cx="7097328" cy="1037207"/>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Rectangle 33"/>
              <p:cNvSpPr/>
              <p:nvPr/>
            </p:nvSpPr>
            <p:spPr>
              <a:xfrm>
                <a:off x="137270" y="2730827"/>
                <a:ext cx="5711307"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r>
                        <m:rPr>
                          <m:sty m:val="p"/>
                        </m:rPr>
                        <a:rPr lang="en-US" sz="280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−18.1429=</m:t>
                      </m:r>
                      <m:r>
                        <a:rPr lang="en-US" sz="2800" b="0" i="1" smtClean="0">
                          <a:solidFill>
                            <a:schemeClr val="bg1"/>
                          </a:solidFill>
                          <a:latin typeface="Cambria Math" panose="02040503050406030204" pitchFamily="18" charset="0"/>
                        </a:rPr>
                        <m:t>0.1766</m:t>
                      </m:r>
                      <m:r>
                        <a:rPr lang="en-US" sz="2800" b="0" i="1" smtClean="0">
                          <a:solidFill>
                            <a:srgbClr val="002060"/>
                          </a:solidFill>
                          <a:latin typeface="Cambria Math" panose="02040503050406030204" pitchFamily="18" charset="0"/>
                        </a:rPr>
                        <m:t> </m:t>
                      </m:r>
                      <m:d>
                        <m:dPr>
                          <m:ctrlPr>
                            <a:rPr lang="en-US"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275 </m:t>
                          </m:r>
                        </m:e>
                      </m:d>
                    </m:oMath>
                  </m:oMathPara>
                </a14:m>
                <a:endParaRPr lang="en-US" sz="2800" dirty="0">
                  <a:solidFill>
                    <a:srgbClr val="002060"/>
                  </a:solidFill>
                </a:endParaRPr>
              </a:p>
            </p:txBody>
          </p:sp>
        </mc:Choice>
        <mc:Fallback xmlns="">
          <p:sp>
            <p:nvSpPr>
              <p:cNvPr id="34" name="Rectangle 33"/>
              <p:cNvSpPr>
                <a:spLocks noRot="1" noChangeAspect="1" noMove="1" noResize="1" noEditPoints="1" noAdjustHandles="1" noChangeArrowheads="1" noChangeShapeType="1" noTextEdit="1"/>
              </p:cNvSpPr>
              <p:nvPr/>
            </p:nvSpPr>
            <p:spPr>
              <a:xfrm>
                <a:off x="137270" y="2730827"/>
                <a:ext cx="5711307" cy="52322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Rectangle 34"/>
              <p:cNvSpPr/>
              <p:nvPr/>
            </p:nvSpPr>
            <p:spPr>
              <a:xfrm>
                <a:off x="137270" y="3516714"/>
                <a:ext cx="5926238"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r>
                        <m:rPr>
                          <m:sty m:val="p"/>
                        </m:rPr>
                        <a:rPr lang="en-US" sz="280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−18.1429=</m:t>
                      </m:r>
                      <m:r>
                        <a:rPr lang="en-US" sz="2800" i="1" smtClean="0">
                          <a:solidFill>
                            <a:schemeClr val="bg1"/>
                          </a:solidFill>
                          <a:latin typeface="Cambria Math" panose="02040503050406030204" pitchFamily="18" charset="0"/>
                        </a:rPr>
                        <m:t>0.1766</m:t>
                      </m:r>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m:t>
                      </m:r>
                      <m:r>
                        <a:rPr lang="en-US" sz="2800" i="1" smtClean="0">
                          <a:solidFill>
                            <a:schemeClr val="bg1"/>
                          </a:solidFill>
                          <a:latin typeface="Cambria Math" panose="02040503050406030204" pitchFamily="18" charset="0"/>
                        </a:rPr>
                        <m:t>48.5650</m:t>
                      </m:r>
                    </m:oMath>
                  </m:oMathPara>
                </a14:m>
                <a:endParaRPr lang="en-US" sz="2800" dirty="0">
                  <a:solidFill>
                    <a:srgbClr val="FF0000"/>
                  </a:solidFill>
                </a:endParaRPr>
              </a:p>
            </p:txBody>
          </p:sp>
        </mc:Choice>
        <mc:Fallback xmlns="">
          <p:sp>
            <p:nvSpPr>
              <p:cNvPr id="35" name="Rectangle 34"/>
              <p:cNvSpPr>
                <a:spLocks noRot="1" noChangeAspect="1" noMove="1" noResize="1" noEditPoints="1" noAdjustHandles="1" noChangeArrowheads="1" noChangeShapeType="1" noTextEdit="1"/>
              </p:cNvSpPr>
              <p:nvPr/>
            </p:nvSpPr>
            <p:spPr>
              <a:xfrm>
                <a:off x="137270" y="3516714"/>
                <a:ext cx="5926238" cy="523220"/>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Rectangle 35"/>
              <p:cNvSpPr/>
              <p:nvPr/>
            </p:nvSpPr>
            <p:spPr>
              <a:xfrm>
                <a:off x="137270" y="4302601"/>
                <a:ext cx="5926238"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r>
                        <m:rPr>
                          <m:sty m:val="p"/>
                        </m:rPr>
                        <a:rPr lang="en-US" sz="280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m:t>
                      </m:r>
                      <m:r>
                        <a:rPr lang="en-US" sz="2800" i="1">
                          <a:solidFill>
                            <a:srgbClr val="002060"/>
                          </a:solidFill>
                          <a:latin typeface="Cambria Math" panose="02040503050406030204" pitchFamily="18" charset="0"/>
                        </a:rPr>
                        <m:t>0.1766</m:t>
                      </m:r>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m:t>
                      </m:r>
                      <m:r>
                        <a:rPr lang="en-US" sz="2800" i="1">
                          <a:solidFill>
                            <a:srgbClr val="002060"/>
                          </a:solidFill>
                          <a:latin typeface="Cambria Math" panose="02040503050406030204" pitchFamily="18" charset="0"/>
                        </a:rPr>
                        <m:t>48.5650</m:t>
                      </m:r>
                      <m:r>
                        <a:rPr lang="en-US" sz="2800" b="0" i="1" smtClean="0">
                          <a:solidFill>
                            <a:schemeClr val="bg1"/>
                          </a:solidFill>
                          <a:latin typeface="Cambria Math" panose="02040503050406030204" pitchFamily="18" charset="0"/>
                        </a:rPr>
                        <m:t>+18.1429</m:t>
                      </m:r>
                    </m:oMath>
                  </m:oMathPara>
                </a14:m>
                <a:endParaRPr lang="en-US" sz="2800" dirty="0">
                  <a:solidFill>
                    <a:srgbClr val="FF0000"/>
                  </a:solidFill>
                </a:endParaRPr>
              </a:p>
            </p:txBody>
          </p:sp>
        </mc:Choice>
        <mc:Fallback xmlns="">
          <p:sp>
            <p:nvSpPr>
              <p:cNvPr id="36" name="Rectangle 35"/>
              <p:cNvSpPr>
                <a:spLocks noRot="1" noChangeAspect="1" noMove="1" noResize="1" noEditPoints="1" noAdjustHandles="1" noChangeArrowheads="1" noChangeShapeType="1" noTextEdit="1"/>
              </p:cNvSpPr>
              <p:nvPr/>
            </p:nvSpPr>
            <p:spPr>
              <a:xfrm>
                <a:off x="137270" y="4302601"/>
                <a:ext cx="5926238" cy="523220"/>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Rectangle 36"/>
              <p:cNvSpPr/>
              <p:nvPr/>
            </p:nvSpPr>
            <p:spPr>
              <a:xfrm>
                <a:off x="137270" y="5088488"/>
                <a:ext cx="4232634"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r>
                        <m:rPr>
                          <m:sty m:val="p"/>
                        </m:rPr>
                        <a:rPr lang="en-US" sz="280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m:t>
                      </m:r>
                      <m:r>
                        <a:rPr lang="en-US" sz="2800" i="1">
                          <a:solidFill>
                            <a:srgbClr val="002060"/>
                          </a:solidFill>
                          <a:latin typeface="Cambria Math" panose="02040503050406030204" pitchFamily="18" charset="0"/>
                        </a:rPr>
                        <m:t>0.1766</m:t>
                      </m:r>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m:t>
                      </m:r>
                      <m:r>
                        <a:rPr lang="en-US" sz="2800" i="1" smtClean="0">
                          <a:solidFill>
                            <a:schemeClr val="bg1"/>
                          </a:solidFill>
                          <a:latin typeface="Cambria Math" panose="02040503050406030204" pitchFamily="18" charset="0"/>
                        </a:rPr>
                        <m:t>3</m:t>
                      </m:r>
                      <m:r>
                        <a:rPr lang="en-US" sz="2800" b="0" i="1" smtClean="0">
                          <a:solidFill>
                            <a:schemeClr val="bg1"/>
                          </a:solidFill>
                          <a:latin typeface="Cambria Math" panose="02040503050406030204" pitchFamily="18" charset="0"/>
                        </a:rPr>
                        <m:t>0.4221</m:t>
                      </m:r>
                    </m:oMath>
                  </m:oMathPara>
                </a14:m>
                <a:endParaRPr lang="en-US" sz="2800" dirty="0">
                  <a:solidFill>
                    <a:srgbClr val="FF0000"/>
                  </a:solidFill>
                </a:endParaRPr>
              </a:p>
            </p:txBody>
          </p:sp>
        </mc:Choice>
        <mc:Fallback xmlns="">
          <p:sp>
            <p:nvSpPr>
              <p:cNvPr id="37" name="Rectangle 36"/>
              <p:cNvSpPr>
                <a:spLocks noRot="1" noChangeAspect="1" noMove="1" noResize="1" noEditPoints="1" noAdjustHandles="1" noChangeArrowheads="1" noChangeShapeType="1" noTextEdit="1"/>
              </p:cNvSpPr>
              <p:nvPr/>
            </p:nvSpPr>
            <p:spPr>
              <a:xfrm>
                <a:off x="137270" y="5088488"/>
                <a:ext cx="4232634" cy="523220"/>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Rectangle 37"/>
              <p:cNvSpPr/>
              <p:nvPr/>
            </p:nvSpPr>
            <p:spPr>
              <a:xfrm>
                <a:off x="137270" y="5874375"/>
                <a:ext cx="9533187" cy="523220"/>
              </a:xfrm>
              <a:prstGeom prst="rect">
                <a:avLst/>
              </a:prstGeom>
              <a:ln>
                <a:solidFill>
                  <a:srgbClr val="FF0000"/>
                </a:solidFill>
              </a:ln>
            </p:spPr>
            <p:style>
              <a:lnRef idx="2">
                <a:schemeClr val="accent2"/>
              </a:lnRef>
              <a:fillRef idx="1">
                <a:schemeClr val="lt1"/>
              </a:fillRef>
              <a:effectRef idx="0">
                <a:schemeClr val="accent2"/>
              </a:effectRef>
              <a:fontRef idx="minor">
                <a:schemeClr val="dk1"/>
              </a:fontRef>
            </p:style>
            <p:txBody>
              <a:bodyPr wrap="none">
                <a:spAutoFit/>
              </a:bodyPr>
              <a:lstStyle/>
              <a:p>
                <a:pPr/>
                <a14:m>
                  <m:oMathPara xmlns:m="http://schemas.openxmlformats.org/officeDocument/2006/math">
                    <m:oMathParaPr>
                      <m:jc m:val="left"/>
                    </m:oMathParaPr>
                    <m:oMath xmlns:m="http://schemas.openxmlformats.org/officeDocument/2006/math">
                      <m:r>
                        <a:rPr lang="en-US" sz="2800" b="1" i="1" smtClean="0">
                          <a:solidFill>
                            <a:srgbClr val="7030A0"/>
                          </a:solidFill>
                          <a:latin typeface="Cambria Math" panose="02040503050406030204" pitchFamily="18" charset="0"/>
                          <a:ea typeface="Cambria Math" panose="02040503050406030204" pitchFamily="18" charset="0"/>
                        </a:rPr>
                        <m:t>∴</m:t>
                      </m:r>
                      <m:r>
                        <m:rPr>
                          <m:nor/>
                        </m:rPr>
                        <a:rPr lang="en-US" sz="2800" b="1" i="0" dirty="0" smtClean="0">
                          <a:solidFill>
                            <a:srgbClr val="7030A0"/>
                          </a:solidFill>
                        </a:rPr>
                        <m:t>The</m:t>
                      </m:r>
                      <m:r>
                        <m:rPr>
                          <m:nor/>
                        </m:rPr>
                        <a:rPr lang="en-US" sz="2800" b="1" dirty="0">
                          <a:solidFill>
                            <a:srgbClr val="7030A0"/>
                          </a:solidFill>
                        </a:rPr>
                        <m:t> </m:t>
                      </m:r>
                      <m:r>
                        <m:rPr>
                          <m:nor/>
                        </m:rPr>
                        <a:rPr lang="en-US" sz="2800" b="1" i="0" dirty="0" smtClean="0">
                          <a:solidFill>
                            <a:srgbClr val="7030A0"/>
                          </a:solidFill>
                        </a:rPr>
                        <m:t>Regression</m:t>
                      </m:r>
                      <m:r>
                        <m:rPr>
                          <m:nor/>
                        </m:rPr>
                        <a:rPr lang="en-US" sz="2800" b="1" i="0" dirty="0" smtClean="0">
                          <a:solidFill>
                            <a:srgbClr val="7030A0"/>
                          </a:solidFill>
                        </a:rPr>
                        <m:t> </m:t>
                      </m:r>
                      <m:r>
                        <m:rPr>
                          <m:nor/>
                        </m:rPr>
                        <a:rPr lang="en-US" sz="2800" b="1" i="0" dirty="0" smtClean="0">
                          <a:solidFill>
                            <a:srgbClr val="7030A0"/>
                          </a:solidFill>
                        </a:rPr>
                        <m:t>line</m:t>
                      </m:r>
                      <m:r>
                        <m:rPr>
                          <m:nor/>
                        </m:rPr>
                        <a:rPr lang="en-US" sz="2800" b="1" i="0" dirty="0" smtClean="0">
                          <a:solidFill>
                            <a:srgbClr val="7030A0"/>
                          </a:solidFill>
                        </a:rPr>
                        <m:t> </m:t>
                      </m:r>
                      <m:r>
                        <m:rPr>
                          <m:nor/>
                        </m:rPr>
                        <a:rPr lang="en-US" sz="2800" b="1" i="0" dirty="0" smtClean="0">
                          <a:solidFill>
                            <a:srgbClr val="7030A0"/>
                          </a:solidFill>
                        </a:rPr>
                        <m:t>of</m:t>
                      </m:r>
                      <m:r>
                        <m:rPr>
                          <m:nor/>
                        </m:rPr>
                        <a:rPr lang="en-US" sz="2800" b="1" i="0" dirty="0" smtClean="0">
                          <a:solidFill>
                            <a:srgbClr val="7030A0"/>
                          </a:solidFill>
                        </a:rPr>
                        <m:t> </m:t>
                      </m:r>
                      <m:r>
                        <m:rPr>
                          <m:nor/>
                        </m:rPr>
                        <a:rPr lang="en-US" sz="2800" b="1" i="0" dirty="0" smtClean="0">
                          <a:solidFill>
                            <a:srgbClr val="7030A0"/>
                          </a:solidFill>
                        </a:rPr>
                        <m:t>y</m:t>
                      </m:r>
                      <m:r>
                        <m:rPr>
                          <m:nor/>
                        </m:rPr>
                        <a:rPr lang="en-US" sz="2800" b="1" i="0" dirty="0" smtClean="0">
                          <a:solidFill>
                            <a:srgbClr val="7030A0"/>
                          </a:solidFill>
                        </a:rPr>
                        <m:t> </m:t>
                      </m:r>
                      <m:r>
                        <m:rPr>
                          <m:nor/>
                        </m:rPr>
                        <a:rPr lang="en-US" sz="2800" b="1" i="0" dirty="0" smtClean="0">
                          <a:solidFill>
                            <a:srgbClr val="7030A0"/>
                          </a:solidFill>
                        </a:rPr>
                        <m:t>on</m:t>
                      </m:r>
                      <m:r>
                        <m:rPr>
                          <m:nor/>
                        </m:rPr>
                        <a:rPr lang="en-US" sz="2800" b="1" i="0" dirty="0" smtClean="0">
                          <a:solidFill>
                            <a:srgbClr val="7030A0"/>
                          </a:solidFill>
                        </a:rPr>
                        <m:t> </m:t>
                      </m:r>
                      <m:r>
                        <m:rPr>
                          <m:nor/>
                        </m:rPr>
                        <a:rPr lang="en-US" sz="2800" b="1" i="0" dirty="0" smtClean="0">
                          <a:solidFill>
                            <a:srgbClr val="7030A0"/>
                          </a:solidFill>
                        </a:rPr>
                        <m:t>x</m:t>
                      </m:r>
                      <m:r>
                        <m:rPr>
                          <m:nor/>
                        </m:rPr>
                        <a:rPr lang="en-US" sz="2800" b="1" i="0" dirty="0" smtClean="0">
                          <a:solidFill>
                            <a:srgbClr val="7030A0"/>
                          </a:solidFill>
                        </a:rPr>
                        <m:t> </m:t>
                      </m:r>
                      <m:r>
                        <m:rPr>
                          <m:nor/>
                        </m:rPr>
                        <a:rPr lang="en-US" sz="2800" b="1" i="0" dirty="0" smtClean="0">
                          <a:solidFill>
                            <a:srgbClr val="7030A0"/>
                          </a:solidFill>
                        </a:rPr>
                        <m:t>is</m:t>
                      </m:r>
                      <m:r>
                        <m:rPr>
                          <m:nor/>
                        </m:rPr>
                        <a:rPr lang="en-US" sz="2800" b="1" i="0" dirty="0" smtClean="0">
                          <a:solidFill>
                            <a:srgbClr val="7030A0"/>
                          </a:solidFill>
                        </a:rPr>
                        <m:t>  </m:t>
                      </m:r>
                      <m:r>
                        <a:rPr lang="en-US" sz="2800" b="0" i="0" dirty="0" smtClean="0">
                          <a:solidFill>
                            <a:srgbClr val="7030A0"/>
                          </a:solidFill>
                          <a:latin typeface="Cambria Math" panose="02040503050406030204" pitchFamily="18" charset="0"/>
                        </a:rPr>
                        <m:t>   </m:t>
                      </m:r>
                      <m:r>
                        <a:rPr lang="en-US" sz="2800" b="1" i="1">
                          <a:solidFill>
                            <a:srgbClr val="7030A0"/>
                          </a:solidFill>
                          <a:latin typeface="Cambria Math" panose="02040503050406030204" pitchFamily="18" charset="0"/>
                        </a:rPr>
                        <m:t>𝐲</m:t>
                      </m:r>
                      <m:r>
                        <a:rPr lang="en-US" sz="2800" b="1">
                          <a:solidFill>
                            <a:srgbClr val="7030A0"/>
                          </a:solidFill>
                          <a:latin typeface="Cambria Math" panose="02040503050406030204" pitchFamily="18" charset="0"/>
                        </a:rPr>
                        <m:t>=</m:t>
                      </m:r>
                      <m:r>
                        <a:rPr lang="en-US" sz="2800" b="1" i="1">
                          <a:solidFill>
                            <a:srgbClr val="7030A0"/>
                          </a:solidFill>
                          <a:latin typeface="Cambria Math" panose="02040503050406030204" pitchFamily="18" charset="0"/>
                        </a:rPr>
                        <m:t>𝟎</m:t>
                      </m:r>
                      <m:r>
                        <a:rPr lang="en-US" sz="2800" b="1" i="1">
                          <a:solidFill>
                            <a:srgbClr val="7030A0"/>
                          </a:solidFill>
                          <a:latin typeface="Cambria Math" panose="02040503050406030204" pitchFamily="18" charset="0"/>
                        </a:rPr>
                        <m:t>.</m:t>
                      </m:r>
                      <m:r>
                        <a:rPr lang="en-US" sz="2800" b="1" i="1">
                          <a:solidFill>
                            <a:srgbClr val="7030A0"/>
                          </a:solidFill>
                          <a:latin typeface="Cambria Math" panose="02040503050406030204" pitchFamily="18" charset="0"/>
                        </a:rPr>
                        <m:t>𝟏𝟕𝟔𝟔</m:t>
                      </m:r>
                      <m:r>
                        <a:rPr lang="en-US" sz="2800" b="1">
                          <a:solidFill>
                            <a:srgbClr val="7030A0"/>
                          </a:solidFill>
                          <a:latin typeface="Cambria Math" panose="02040503050406030204" pitchFamily="18" charset="0"/>
                        </a:rPr>
                        <m:t> </m:t>
                      </m:r>
                      <m:r>
                        <a:rPr lang="en-US" sz="2800" b="1" i="1">
                          <a:solidFill>
                            <a:srgbClr val="7030A0"/>
                          </a:solidFill>
                          <a:latin typeface="Cambria Math" panose="02040503050406030204" pitchFamily="18" charset="0"/>
                        </a:rPr>
                        <m:t>𝐱</m:t>
                      </m:r>
                      <m:r>
                        <a:rPr lang="en-US" sz="2800" b="1">
                          <a:solidFill>
                            <a:srgbClr val="7030A0"/>
                          </a:solidFill>
                          <a:latin typeface="Cambria Math" panose="02040503050406030204" pitchFamily="18" charset="0"/>
                        </a:rPr>
                        <m:t>−</m:t>
                      </m:r>
                      <m:r>
                        <a:rPr lang="en-US" sz="2800" b="1" i="1">
                          <a:solidFill>
                            <a:srgbClr val="7030A0"/>
                          </a:solidFill>
                          <a:latin typeface="Cambria Math" panose="02040503050406030204" pitchFamily="18" charset="0"/>
                        </a:rPr>
                        <m:t>𝟑𝟎</m:t>
                      </m:r>
                      <m:r>
                        <a:rPr lang="en-US" sz="2800" b="1" i="1">
                          <a:solidFill>
                            <a:srgbClr val="7030A0"/>
                          </a:solidFill>
                          <a:latin typeface="Cambria Math" panose="02040503050406030204" pitchFamily="18" charset="0"/>
                        </a:rPr>
                        <m:t>.</m:t>
                      </m:r>
                      <m:r>
                        <a:rPr lang="en-US" sz="2800" b="1" i="1">
                          <a:solidFill>
                            <a:srgbClr val="7030A0"/>
                          </a:solidFill>
                          <a:latin typeface="Cambria Math" panose="02040503050406030204" pitchFamily="18" charset="0"/>
                        </a:rPr>
                        <m:t>𝟒𝟐𝟐𝟏</m:t>
                      </m:r>
                    </m:oMath>
                  </m:oMathPara>
                </a14:m>
                <a:endParaRPr lang="en-US" sz="2800" b="1" dirty="0">
                  <a:solidFill>
                    <a:srgbClr val="7030A0"/>
                  </a:solidFill>
                </a:endParaRPr>
              </a:p>
            </p:txBody>
          </p:sp>
        </mc:Choice>
        <mc:Fallback xmlns="">
          <p:sp>
            <p:nvSpPr>
              <p:cNvPr id="38" name="Rectangle 37"/>
              <p:cNvSpPr>
                <a:spLocks noRot="1" noChangeAspect="1" noMove="1" noResize="1" noEditPoints="1" noAdjustHandles="1" noChangeArrowheads="1" noChangeShapeType="1" noTextEdit="1"/>
              </p:cNvSpPr>
              <p:nvPr/>
            </p:nvSpPr>
            <p:spPr>
              <a:xfrm>
                <a:off x="137270" y="5874375"/>
                <a:ext cx="9533187" cy="523220"/>
              </a:xfrm>
              <a:prstGeom prst="rect">
                <a:avLst/>
              </a:prstGeom>
              <a:blipFill rotWithShape="0">
                <a:blip r:embed="rId8"/>
                <a:stretch>
                  <a:fillRect/>
                </a:stretch>
              </a:blipFill>
              <a:ln>
                <a:solidFill>
                  <a:srgbClr val="FF00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Rectangle 38"/>
              <p:cNvSpPr/>
              <p:nvPr/>
            </p:nvSpPr>
            <p:spPr>
              <a:xfrm>
                <a:off x="2759388" y="2735047"/>
                <a:ext cx="1334020"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FF0000"/>
                          </a:solidFill>
                          <a:latin typeface="Cambria Math" panose="02040503050406030204" pitchFamily="18" charset="0"/>
                          <a:ea typeface="Cambria Math" panose="02040503050406030204" pitchFamily="18" charset="0"/>
                        </a:rPr>
                        <m:t>0</m:t>
                      </m:r>
                      <m:r>
                        <a:rPr lang="en-US" sz="2800" b="0" i="1" smtClean="0">
                          <a:solidFill>
                            <a:srgbClr val="FF0000"/>
                          </a:solidFill>
                          <a:latin typeface="Cambria Math" panose="02040503050406030204" pitchFamily="18" charset="0"/>
                          <a:ea typeface="Cambria Math" panose="02040503050406030204" pitchFamily="18" charset="0"/>
                        </a:rPr>
                        <m:t>.1766</m:t>
                      </m:r>
                    </m:oMath>
                  </m:oMathPara>
                </a14:m>
                <a:endParaRPr lang="en-US" sz="2800" dirty="0">
                  <a:solidFill>
                    <a:srgbClr val="FF0000"/>
                  </a:solidFill>
                </a:endParaRPr>
              </a:p>
            </p:txBody>
          </p:sp>
        </mc:Choice>
        <mc:Fallback xmlns="">
          <p:sp>
            <p:nvSpPr>
              <p:cNvPr id="39" name="Rectangle 38"/>
              <p:cNvSpPr>
                <a:spLocks noRot="1" noChangeAspect="1" noMove="1" noResize="1" noEditPoints="1" noAdjustHandles="1" noChangeArrowheads="1" noChangeShapeType="1" noTextEdit="1"/>
              </p:cNvSpPr>
              <p:nvPr/>
            </p:nvSpPr>
            <p:spPr>
              <a:xfrm>
                <a:off x="2759388" y="2735047"/>
                <a:ext cx="1334020" cy="523220"/>
              </a:xfrm>
              <a:prstGeom prst="rect">
                <a:avLst/>
              </a:prstGeom>
              <a:blipFill rotWithShape="0">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Rectangle 39"/>
              <p:cNvSpPr/>
              <p:nvPr/>
            </p:nvSpPr>
            <p:spPr>
              <a:xfrm>
                <a:off x="2759388" y="3508577"/>
                <a:ext cx="1334020"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FF0000"/>
                          </a:solidFill>
                          <a:latin typeface="Cambria Math" panose="02040503050406030204" pitchFamily="18" charset="0"/>
                          <a:ea typeface="Cambria Math" panose="02040503050406030204" pitchFamily="18" charset="0"/>
                        </a:rPr>
                        <m:t>0</m:t>
                      </m:r>
                      <m:r>
                        <a:rPr lang="en-US" sz="2800" b="0" i="1" smtClean="0">
                          <a:solidFill>
                            <a:srgbClr val="FF0000"/>
                          </a:solidFill>
                          <a:latin typeface="Cambria Math" panose="02040503050406030204" pitchFamily="18" charset="0"/>
                          <a:ea typeface="Cambria Math" panose="02040503050406030204" pitchFamily="18" charset="0"/>
                        </a:rPr>
                        <m:t>.1766</m:t>
                      </m:r>
                    </m:oMath>
                  </m:oMathPara>
                </a14:m>
                <a:endParaRPr lang="en-US" sz="2800" dirty="0">
                  <a:solidFill>
                    <a:srgbClr val="FF0000"/>
                  </a:solidFill>
                </a:endParaRPr>
              </a:p>
            </p:txBody>
          </p:sp>
        </mc:Choice>
        <mc:Fallback xmlns="">
          <p:sp>
            <p:nvSpPr>
              <p:cNvPr id="40" name="Rectangle 39"/>
              <p:cNvSpPr>
                <a:spLocks noRot="1" noChangeAspect="1" noMove="1" noResize="1" noEditPoints="1" noAdjustHandles="1" noChangeArrowheads="1" noChangeShapeType="1" noTextEdit="1"/>
              </p:cNvSpPr>
              <p:nvPr/>
            </p:nvSpPr>
            <p:spPr>
              <a:xfrm>
                <a:off x="2759388" y="3508577"/>
                <a:ext cx="1334020" cy="523220"/>
              </a:xfrm>
              <a:prstGeom prst="rect">
                <a:avLst/>
              </a:prstGeom>
              <a:blipFill rotWithShape="0">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Rectangle 40"/>
              <p:cNvSpPr/>
              <p:nvPr/>
            </p:nvSpPr>
            <p:spPr>
              <a:xfrm>
                <a:off x="4481117" y="3508577"/>
                <a:ext cx="1532792"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FF0000"/>
                          </a:solidFill>
                          <a:latin typeface="Cambria Math" panose="02040503050406030204" pitchFamily="18" charset="0"/>
                          <a:ea typeface="Cambria Math" panose="02040503050406030204" pitchFamily="18" charset="0"/>
                        </a:rPr>
                        <m:t>4</m:t>
                      </m:r>
                      <m:r>
                        <a:rPr lang="en-US" sz="2800" b="0" i="1" smtClean="0">
                          <a:solidFill>
                            <a:srgbClr val="FF0000"/>
                          </a:solidFill>
                          <a:latin typeface="Cambria Math" panose="02040503050406030204" pitchFamily="18" charset="0"/>
                          <a:ea typeface="Cambria Math" panose="02040503050406030204" pitchFamily="18" charset="0"/>
                        </a:rPr>
                        <m:t>8.5650</m:t>
                      </m:r>
                    </m:oMath>
                  </m:oMathPara>
                </a14:m>
                <a:endParaRPr lang="en-US" sz="2800" dirty="0">
                  <a:solidFill>
                    <a:srgbClr val="FF0000"/>
                  </a:solidFill>
                </a:endParaRPr>
              </a:p>
            </p:txBody>
          </p:sp>
        </mc:Choice>
        <mc:Fallback xmlns="">
          <p:sp>
            <p:nvSpPr>
              <p:cNvPr id="41" name="Rectangle 40"/>
              <p:cNvSpPr>
                <a:spLocks noRot="1" noChangeAspect="1" noMove="1" noResize="1" noEditPoints="1" noAdjustHandles="1" noChangeArrowheads="1" noChangeShapeType="1" noTextEdit="1"/>
              </p:cNvSpPr>
              <p:nvPr/>
            </p:nvSpPr>
            <p:spPr>
              <a:xfrm>
                <a:off x="4481117" y="3508577"/>
                <a:ext cx="1532792" cy="523220"/>
              </a:xfrm>
              <a:prstGeom prst="rect">
                <a:avLst/>
              </a:prstGeom>
              <a:blipFill rotWithShape="0">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Rectangle 41"/>
              <p:cNvSpPr/>
              <p:nvPr/>
            </p:nvSpPr>
            <p:spPr>
              <a:xfrm>
                <a:off x="4140087" y="4302601"/>
                <a:ext cx="1879041"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FF0000"/>
                          </a:solidFill>
                          <a:latin typeface="Cambria Math" panose="02040503050406030204" pitchFamily="18" charset="0"/>
                          <a:ea typeface="Cambria Math" panose="02040503050406030204" pitchFamily="18" charset="0"/>
                        </a:rPr>
                        <m:t>+</m:t>
                      </m:r>
                      <m:r>
                        <a:rPr lang="en-US" sz="2800" b="0" i="1" smtClean="0">
                          <a:solidFill>
                            <a:srgbClr val="FF0000"/>
                          </a:solidFill>
                          <a:latin typeface="Cambria Math" panose="02040503050406030204" pitchFamily="18" charset="0"/>
                          <a:ea typeface="Cambria Math" panose="02040503050406030204" pitchFamily="18" charset="0"/>
                        </a:rPr>
                        <m:t> 18.1429</m:t>
                      </m:r>
                    </m:oMath>
                  </m:oMathPara>
                </a14:m>
                <a:endParaRPr lang="en-US" sz="2800" dirty="0">
                  <a:solidFill>
                    <a:srgbClr val="FF0000"/>
                  </a:solidFill>
                </a:endParaRPr>
              </a:p>
            </p:txBody>
          </p:sp>
        </mc:Choice>
        <mc:Fallback xmlns="">
          <p:sp>
            <p:nvSpPr>
              <p:cNvPr id="42" name="Rectangle 41"/>
              <p:cNvSpPr>
                <a:spLocks noRot="1" noChangeAspect="1" noMove="1" noResize="1" noEditPoints="1" noAdjustHandles="1" noChangeArrowheads="1" noChangeShapeType="1" noTextEdit="1"/>
              </p:cNvSpPr>
              <p:nvPr/>
            </p:nvSpPr>
            <p:spPr>
              <a:xfrm>
                <a:off x="4140087" y="4302601"/>
                <a:ext cx="1879041" cy="523220"/>
              </a:xfrm>
              <a:prstGeom prst="rect">
                <a:avLst/>
              </a:prstGeom>
              <a:blipFill rotWithShape="0">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Rectangle 42"/>
              <p:cNvSpPr/>
              <p:nvPr/>
            </p:nvSpPr>
            <p:spPr>
              <a:xfrm>
                <a:off x="2812398" y="5088488"/>
                <a:ext cx="1532792"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FF0000"/>
                          </a:solidFill>
                          <a:latin typeface="Cambria Math" panose="02040503050406030204" pitchFamily="18" charset="0"/>
                          <a:ea typeface="Cambria Math" panose="02040503050406030204" pitchFamily="18" charset="0"/>
                        </a:rPr>
                        <m:t>3</m:t>
                      </m:r>
                      <m:r>
                        <a:rPr lang="en-US" sz="2800" b="0" i="1" smtClean="0">
                          <a:solidFill>
                            <a:srgbClr val="FF0000"/>
                          </a:solidFill>
                          <a:latin typeface="Cambria Math" panose="02040503050406030204" pitchFamily="18" charset="0"/>
                          <a:ea typeface="Cambria Math" panose="02040503050406030204" pitchFamily="18" charset="0"/>
                        </a:rPr>
                        <m:t>0.4221</m:t>
                      </m:r>
                    </m:oMath>
                  </m:oMathPara>
                </a14:m>
                <a:endParaRPr lang="en-US" sz="2800" dirty="0">
                  <a:solidFill>
                    <a:srgbClr val="FF0000"/>
                  </a:solidFill>
                </a:endParaRPr>
              </a:p>
            </p:txBody>
          </p:sp>
        </mc:Choice>
        <mc:Fallback xmlns="">
          <p:sp>
            <p:nvSpPr>
              <p:cNvPr id="43" name="Rectangle 42"/>
              <p:cNvSpPr>
                <a:spLocks noRot="1" noChangeAspect="1" noMove="1" noResize="1" noEditPoints="1" noAdjustHandles="1" noChangeArrowheads="1" noChangeShapeType="1" noTextEdit="1"/>
              </p:cNvSpPr>
              <p:nvPr/>
            </p:nvSpPr>
            <p:spPr>
              <a:xfrm>
                <a:off x="2812398" y="5088488"/>
                <a:ext cx="1532792" cy="523220"/>
              </a:xfrm>
              <a:prstGeom prst="rect">
                <a:avLst/>
              </a:prstGeom>
              <a:blipFill rotWithShape="0">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Rounded Rectangle 48"/>
              <p:cNvSpPr/>
              <p:nvPr/>
            </p:nvSpPr>
            <p:spPr>
              <a:xfrm>
                <a:off x="8441622" y="1458104"/>
                <a:ext cx="3750377" cy="1099450"/>
              </a:xfrm>
              <a:prstGeom prst="roundRect">
                <a:avLst/>
              </a:prstGeom>
              <a:solidFill>
                <a:schemeClr val="accent6">
                  <a:lumMod val="20000"/>
                  <a:lumOff val="8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r>
                  <a:rPr lang="en-US" sz="2800" dirty="0">
                    <a:solidFill>
                      <a:srgbClr val="7030A0"/>
                    </a:solidFill>
                  </a:rPr>
                  <a:t>Calculation in calculator</a:t>
                </a:r>
              </a:p>
              <a:p>
                <a:pPr algn="ctr"/>
                <a14:m>
                  <m:oMathPara xmlns:m="http://schemas.openxmlformats.org/officeDocument/2006/math">
                    <m:oMathParaPr>
                      <m:jc m:val="centerGroup"/>
                    </m:oMathParaPr>
                    <m:oMath xmlns:m="http://schemas.openxmlformats.org/officeDocument/2006/math">
                      <m:r>
                        <m:rPr>
                          <m:sty m:val="p"/>
                        </m:rPr>
                        <a:rPr lang="en-US" sz="2800">
                          <a:solidFill>
                            <a:srgbClr val="7030A0"/>
                          </a:solidFill>
                          <a:latin typeface="Cambria Math" panose="02040503050406030204" pitchFamily="18" charset="0"/>
                        </a:rPr>
                        <m:t>r</m:t>
                      </m:r>
                      <m:r>
                        <a:rPr lang="en-US" sz="2800" i="1" smtClean="0">
                          <a:solidFill>
                            <a:srgbClr val="7030A0"/>
                          </a:solidFill>
                          <a:latin typeface="Cambria Math" panose="02040503050406030204" pitchFamily="18" charset="0"/>
                          <a:ea typeface="Cambria Math" panose="02040503050406030204" pitchFamily="18" charset="0"/>
                        </a:rPr>
                        <m:t>×</m:t>
                      </m:r>
                      <m:sSub>
                        <m:sSubPr>
                          <m:ctrlPr>
                            <a:rPr lang="en-US" sz="2800" i="1">
                              <a:solidFill>
                                <a:srgbClr val="7030A0"/>
                              </a:solidFill>
                              <a:latin typeface="Cambria Math" panose="02040503050406030204" pitchFamily="18" charset="0"/>
                            </a:rPr>
                          </m:ctrlPr>
                        </m:sSubPr>
                        <m:e>
                          <m:r>
                            <m:rPr>
                              <m:sty m:val="p"/>
                            </m:rPr>
                            <a:rPr lang="en-US" sz="2800">
                              <a:solidFill>
                                <a:srgbClr val="7030A0"/>
                              </a:solidFill>
                              <a:latin typeface="Cambria Math" panose="02040503050406030204" pitchFamily="18" charset="0"/>
                            </a:rPr>
                            <m:t>σ</m:t>
                          </m:r>
                        </m:e>
                        <m:sub>
                          <m:r>
                            <m:rPr>
                              <m:sty m:val="p"/>
                            </m:rPr>
                            <a:rPr lang="en-US" sz="2800" b="0" i="0" smtClean="0">
                              <a:solidFill>
                                <a:srgbClr val="7030A0"/>
                              </a:solidFill>
                              <a:latin typeface="Cambria Math" panose="02040503050406030204" pitchFamily="18" charset="0"/>
                            </a:rPr>
                            <m:t>y</m:t>
                          </m:r>
                        </m:sub>
                      </m:sSub>
                      <m:r>
                        <a:rPr lang="en-US" sz="2800" i="1" smtClean="0">
                          <a:solidFill>
                            <a:srgbClr val="7030A0"/>
                          </a:solidFill>
                          <a:latin typeface="Cambria Math" panose="02040503050406030204" pitchFamily="18" charset="0"/>
                          <a:ea typeface="Cambria Math" panose="02040503050406030204" pitchFamily="18" charset="0"/>
                        </a:rPr>
                        <m:t>÷</m:t>
                      </m:r>
                      <m:sSub>
                        <m:sSubPr>
                          <m:ctrlPr>
                            <a:rPr lang="en-US" sz="2800" i="1">
                              <a:solidFill>
                                <a:srgbClr val="7030A0"/>
                              </a:solidFill>
                              <a:latin typeface="Cambria Math" panose="02040503050406030204" pitchFamily="18" charset="0"/>
                            </a:rPr>
                          </m:ctrlPr>
                        </m:sSubPr>
                        <m:e>
                          <m:r>
                            <m:rPr>
                              <m:sty m:val="p"/>
                            </m:rPr>
                            <a:rPr lang="en-US" sz="2800">
                              <a:solidFill>
                                <a:srgbClr val="7030A0"/>
                              </a:solidFill>
                              <a:latin typeface="Cambria Math" panose="02040503050406030204" pitchFamily="18" charset="0"/>
                            </a:rPr>
                            <m:t>σ</m:t>
                          </m:r>
                        </m:e>
                        <m:sub>
                          <m:r>
                            <m:rPr>
                              <m:sty m:val="p"/>
                            </m:rPr>
                            <a:rPr lang="en-US" sz="2800" b="0" i="0" smtClean="0">
                              <a:solidFill>
                                <a:srgbClr val="7030A0"/>
                              </a:solidFill>
                              <a:latin typeface="Cambria Math" panose="02040503050406030204" pitchFamily="18" charset="0"/>
                            </a:rPr>
                            <m:t>x</m:t>
                          </m:r>
                        </m:sub>
                      </m:sSub>
                    </m:oMath>
                  </m:oMathPara>
                </a14:m>
                <a:endParaRPr lang="en-US" sz="2800" dirty="0">
                  <a:solidFill>
                    <a:srgbClr val="7030A0"/>
                  </a:solidFill>
                </a:endParaRPr>
              </a:p>
            </p:txBody>
          </p:sp>
        </mc:Choice>
        <mc:Fallback xmlns="">
          <p:sp>
            <p:nvSpPr>
              <p:cNvPr id="49" name="Rounded Rectangle 48"/>
              <p:cNvSpPr>
                <a:spLocks noRot="1" noChangeAspect="1" noMove="1" noResize="1" noEditPoints="1" noAdjustHandles="1" noChangeArrowheads="1" noChangeShapeType="1" noTextEdit="1"/>
              </p:cNvSpPr>
              <p:nvPr/>
            </p:nvSpPr>
            <p:spPr>
              <a:xfrm>
                <a:off x="8441622" y="1458104"/>
                <a:ext cx="3750377" cy="1099450"/>
              </a:xfrm>
              <a:prstGeom prst="roundRect">
                <a:avLst/>
              </a:prstGeom>
              <a:blipFill rotWithShape="0">
                <a:blip r:embed="rId14"/>
                <a:stretch>
                  <a:fillRect l="-810" r="-486"/>
                </a:stretch>
              </a:blipFill>
              <a:ln>
                <a:solidFill>
                  <a:srgbClr val="7030A0"/>
                </a:solidFill>
              </a:ln>
            </p:spPr>
            <p:txBody>
              <a:bodyPr/>
              <a:lstStyle/>
              <a:p>
                <a:r>
                  <a:rPr lang="en-US">
                    <a:noFill/>
                  </a:rPr>
                  <a:t> </a:t>
                </a:r>
              </a:p>
            </p:txBody>
          </p:sp>
        </mc:Fallback>
      </mc:AlternateContent>
    </p:spTree>
    <p:extLst>
      <p:ext uri="{BB962C8B-B14F-4D97-AF65-F5344CB8AC3E}">
        <p14:creationId xmlns:p14="http://schemas.microsoft.com/office/powerpoint/2010/main" val="947374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34" grpId="0"/>
      <p:bldP spid="35" grpId="0"/>
      <p:bldP spid="36" grpId="0"/>
      <p:bldP spid="37" grpId="0"/>
      <p:bldP spid="38" grpId="0" animBg="1"/>
      <p:bldP spid="39" grpId="0"/>
      <p:bldP spid="40" grpId="0"/>
      <p:bldP spid="41" grpId="0"/>
      <p:bldP spid="42" grpId="0"/>
      <p:bldP spid="43" grpId="0"/>
      <p:bldP spid="49" grpId="0" animBg="1"/>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3 ⇝ Example 1(</a:t>
            </a:r>
            <a:r>
              <a:rPr lang="en-GB" dirty="0">
                <a:solidFill>
                  <a:srgbClr val="FF0000"/>
                </a:solidFill>
              </a:rPr>
              <a:t>Continue</a:t>
            </a:r>
            <a:r>
              <a:rPr lang="en-GB" dirty="0"/>
              <a:t>)</a:t>
            </a:r>
            <a:endParaRPr lang="en-US" dirty="0"/>
          </a:p>
        </p:txBody>
      </p:sp>
      <p:sp>
        <p:nvSpPr>
          <p:cNvPr id="11" name="Rectangle 10"/>
          <p:cNvSpPr/>
          <p:nvPr/>
        </p:nvSpPr>
        <p:spPr>
          <a:xfrm>
            <a:off x="137270" y="3186233"/>
            <a:ext cx="4758034" cy="523220"/>
          </a:xfrm>
          <a:prstGeom prst="rect">
            <a:avLst/>
          </a:prstGeom>
        </p:spPr>
        <p:txBody>
          <a:bodyPr wrap="none">
            <a:spAutoFit/>
          </a:bodyPr>
          <a:lstStyle/>
          <a:p>
            <a:r>
              <a:rPr lang="en-US" sz="2800" dirty="0">
                <a:solidFill>
                  <a:srgbClr val="002060"/>
                </a:solidFill>
                <a:latin typeface="+mj-lt"/>
              </a:rPr>
              <a:t>Now Regression Line of x on y is</a:t>
            </a:r>
            <a:endParaRPr lang="en-US" sz="2800" dirty="0">
              <a:solidFill>
                <a:srgbClr val="002060"/>
              </a:solidFill>
              <a:latin typeface="Cambria Math" panose="02040503050406030204" pitchFamily="18" charset="0"/>
              <a:ea typeface="Cambria Math" panose="02040503050406030204" pitchFamily="18" charset="0"/>
            </a:endParaRPr>
          </a:p>
        </p:txBody>
      </p:sp>
      <mc:AlternateContent xmlns:mc="http://schemas.openxmlformats.org/markup-compatibility/2006" xmlns:a14="http://schemas.microsoft.com/office/drawing/2010/main">
        <mc:Choice Requires="a14">
          <p:sp>
            <p:nvSpPr>
              <p:cNvPr id="15" name="Rectangle 14"/>
              <p:cNvSpPr/>
              <p:nvPr/>
            </p:nvSpPr>
            <p:spPr>
              <a:xfrm>
                <a:off x="137270" y="862943"/>
                <a:ext cx="4039888" cy="523220"/>
              </a:xfrm>
              <a:prstGeom prst="rect">
                <a:avLst/>
              </a:prstGeom>
            </p:spPr>
            <p:txBody>
              <a:bodyPr wrap="none">
                <a:spAutoFit/>
              </a:bodyPr>
              <a:lstStyle/>
              <a:p>
                <a:r>
                  <a:rPr lang="en-US" sz="2800" b="1" u="sng" dirty="0">
                    <a:solidFill>
                      <a:srgbClr val="002060"/>
                    </a:solidFill>
                  </a:rPr>
                  <a:t>Regression Line of	</a:t>
                </a:r>
                <a14:m>
                  <m:oMath xmlns:m="http://schemas.openxmlformats.org/officeDocument/2006/math">
                    <m:r>
                      <a:rPr lang="en-US" sz="2800" b="1" i="0" u="sng" dirty="0" smtClean="0">
                        <a:solidFill>
                          <a:srgbClr val="FF0000"/>
                        </a:solidFill>
                        <a:latin typeface="Cambria Math" panose="02040503050406030204" pitchFamily="18" charset="0"/>
                      </a:rPr>
                      <m:t>𝐱</m:t>
                    </m:r>
                  </m:oMath>
                </a14:m>
                <a:r>
                  <a:rPr lang="en-US" sz="2800" b="1" u="sng" dirty="0">
                    <a:solidFill>
                      <a:srgbClr val="FF0000"/>
                    </a:solidFill>
                  </a:rPr>
                  <a:t> on </a:t>
                </a:r>
                <a14:m>
                  <m:oMath xmlns:m="http://schemas.openxmlformats.org/officeDocument/2006/math">
                    <m:r>
                      <a:rPr lang="en-US" sz="2800" b="1" i="0" u="sng" dirty="0" smtClean="0">
                        <a:solidFill>
                          <a:srgbClr val="FF0000"/>
                        </a:solidFill>
                        <a:latin typeface="Cambria Math" panose="02040503050406030204" pitchFamily="18" charset="0"/>
                      </a:rPr>
                      <m:t>𝐲</m:t>
                    </m:r>
                  </m:oMath>
                </a14:m>
                <a:r>
                  <a:rPr lang="en-US" sz="2800" b="1" u="sng" dirty="0">
                    <a:solidFill>
                      <a:srgbClr val="002060"/>
                    </a:solidFill>
                  </a:rPr>
                  <a:t> :</a:t>
                </a:r>
              </a:p>
            </p:txBody>
          </p:sp>
        </mc:Choice>
        <mc:Fallback xmlns="">
          <p:sp>
            <p:nvSpPr>
              <p:cNvPr id="15" name="Rectangle 14"/>
              <p:cNvSpPr>
                <a:spLocks noRot="1" noChangeAspect="1" noMove="1" noResize="1" noEditPoints="1" noAdjustHandles="1" noChangeArrowheads="1" noChangeShapeType="1" noTextEdit="1"/>
              </p:cNvSpPr>
              <p:nvPr/>
            </p:nvSpPr>
            <p:spPr>
              <a:xfrm>
                <a:off x="137270" y="862943"/>
                <a:ext cx="4039888" cy="523220"/>
              </a:xfrm>
              <a:prstGeom prst="rect">
                <a:avLst/>
              </a:prstGeom>
              <a:blipFill rotWithShape="0">
                <a:blip r:embed="rId2"/>
                <a:stretch>
                  <a:fillRect l="-3172" t="-12941" r="-2266" b="-329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148572" y="5190047"/>
                <a:ext cx="7254422" cy="1045992"/>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r>
                        <m:rPr>
                          <m:sty m:val="p"/>
                        </m:rPr>
                        <a:rPr lang="en-US" sz="2800" b="0" i="0" smtClean="0">
                          <a:solidFill>
                            <a:srgbClr val="002060"/>
                          </a:solidFill>
                          <a:latin typeface="Cambria Math" panose="02040503050406030204" pitchFamily="18" charset="0"/>
                        </a:rPr>
                        <m:t>x</m:t>
                      </m:r>
                      <m:r>
                        <a:rPr lang="en-US" sz="2800" smtClean="0">
                          <a:solidFill>
                            <a:srgbClr val="002060"/>
                          </a:solidFill>
                          <a:latin typeface="Cambria Math" panose="02040503050406030204" pitchFamily="18" charset="0"/>
                        </a:rPr>
                        <m:t>−</m:t>
                      </m:r>
                      <m:r>
                        <a:rPr lang="en-US" sz="2800" b="0" i="0" smtClean="0">
                          <a:solidFill>
                            <a:schemeClr val="bg1"/>
                          </a:solidFill>
                          <a:latin typeface="Cambria Math" panose="02040503050406030204" pitchFamily="18" charset="0"/>
                        </a:rPr>
                        <m:t>275</m:t>
                      </m:r>
                      <m:r>
                        <a:rPr lang="en-US" sz="2800">
                          <a:solidFill>
                            <a:srgbClr val="002060"/>
                          </a:solidFill>
                          <a:latin typeface="Cambria Math" panose="02040503050406030204" pitchFamily="18" charset="0"/>
                        </a:rPr>
                        <m:t>=</m:t>
                      </m:r>
                      <m:r>
                        <a:rPr lang="en-US" sz="2800" smtClean="0">
                          <a:solidFill>
                            <a:schemeClr val="bg1"/>
                          </a:solidFill>
                          <a:latin typeface="Cambria Math" panose="02040503050406030204" pitchFamily="18" charset="0"/>
                        </a:rPr>
                        <m:t>0.9144</m:t>
                      </m:r>
                      <m:r>
                        <a:rPr lang="en-US" sz="2800" b="0" i="0" smtClean="0">
                          <a:solidFill>
                            <a:srgbClr val="002060"/>
                          </a:solidFill>
                          <a:latin typeface="Cambria Math" panose="02040503050406030204" pitchFamily="18" charset="0"/>
                        </a:rPr>
                        <m:t> </m:t>
                      </m:r>
                      <m:f>
                        <m:fPr>
                          <m:ctrlPr>
                            <a:rPr lang="en-US" sz="2800" i="1" smtClean="0">
                              <a:solidFill>
                                <a:srgbClr val="7030A0"/>
                              </a:solidFill>
                              <a:latin typeface="Cambria Math" panose="02040503050406030204" pitchFamily="18" charset="0"/>
                            </a:rPr>
                          </m:ctrlPr>
                        </m:fPr>
                        <m:num>
                          <m:r>
                            <a:rPr lang="en-US" sz="2800" b="0" i="1" smtClean="0">
                              <a:solidFill>
                                <a:schemeClr val="bg1"/>
                              </a:solidFill>
                              <a:latin typeface="Cambria Math" panose="02040503050406030204" pitchFamily="18" charset="0"/>
                            </a:rPr>
                            <m:t> </m:t>
                          </m:r>
                          <m:r>
                            <a:rPr lang="en-US" sz="2800" b="0" i="0" smtClean="0">
                              <a:solidFill>
                                <a:schemeClr val="bg1"/>
                              </a:solidFill>
                              <a:latin typeface="Cambria Math" panose="02040503050406030204" pitchFamily="18" charset="0"/>
                            </a:rPr>
                            <m:t>46.521</m:t>
                          </m:r>
                          <m:r>
                            <a:rPr lang="en-US" sz="2800" b="0" i="1" smtClean="0">
                              <a:solidFill>
                                <a:schemeClr val="bg1"/>
                              </a:solidFill>
                              <a:latin typeface="Cambria Math" panose="02040503050406030204" pitchFamily="18" charset="0"/>
                            </a:rPr>
                            <m:t>9</m:t>
                          </m:r>
                          <m:r>
                            <a:rPr lang="en-US" sz="2800" b="0" i="1" smtClean="0">
                              <a:solidFill>
                                <a:srgbClr val="7030A0"/>
                              </a:solidFill>
                              <a:latin typeface="Cambria Math" panose="02040503050406030204" pitchFamily="18" charset="0"/>
                            </a:rPr>
                            <m:t> </m:t>
                          </m:r>
                        </m:num>
                        <m:den>
                          <m:eqArr>
                            <m:eqArrPr>
                              <m:ctrlPr>
                                <a:rPr lang="en-US" sz="2800" b="0" i="1" smtClean="0">
                                  <a:solidFill>
                                    <a:srgbClr val="7030A0"/>
                                  </a:solidFill>
                                  <a:latin typeface="Cambria Math" panose="02040503050406030204" pitchFamily="18" charset="0"/>
                                </a:rPr>
                              </m:ctrlPr>
                            </m:eqArrPr>
                            <m:e>
                              <m:r>
                                <a:rPr lang="en-US" sz="2800" b="0" i="1" smtClean="0">
                                  <a:solidFill>
                                    <a:srgbClr val="7030A0"/>
                                  </a:solidFill>
                                  <a:latin typeface="Cambria Math" panose="02040503050406030204" pitchFamily="18" charset="0"/>
                                </a:rPr>
                                <m:t> </m:t>
                              </m:r>
                            </m:e>
                            <m:e>
                              <m:r>
                                <a:rPr lang="en-US" sz="2800" b="0" i="1" smtClean="0">
                                  <a:solidFill>
                                    <a:schemeClr val="bg1"/>
                                  </a:solidFill>
                                  <a:latin typeface="Cambria Math" panose="02040503050406030204" pitchFamily="18" charset="0"/>
                                </a:rPr>
                                <m:t>8.9830</m:t>
                              </m:r>
                            </m:e>
                          </m:eqArr>
                        </m:den>
                      </m:f>
                      <m:d>
                        <m:dPr>
                          <m:ctrlPr>
                            <a:rPr lang="en-US"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 </m:t>
                          </m:r>
                          <m:r>
                            <m:rPr>
                              <m:sty m:val="p"/>
                            </m:rPr>
                            <a:rPr lang="en-US" sz="2800" b="0" i="0" smtClean="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m:t>
                          </m:r>
                          <m:r>
                            <a:rPr lang="en-US" sz="2800" b="0" i="1" smtClean="0">
                              <a:solidFill>
                                <a:schemeClr val="bg1"/>
                              </a:solidFill>
                              <a:latin typeface="Cambria Math" panose="02040503050406030204" pitchFamily="18" charset="0"/>
                            </a:rPr>
                            <m:t>18.1429</m:t>
                          </m:r>
                          <m:r>
                            <a:rPr lang="en-US" sz="2800" b="0" i="1" smtClean="0">
                              <a:solidFill>
                                <a:srgbClr val="002060"/>
                              </a:solidFill>
                              <a:latin typeface="Cambria Math" panose="02040503050406030204" pitchFamily="18" charset="0"/>
                            </a:rPr>
                            <m:t> </m:t>
                          </m:r>
                        </m:e>
                      </m:d>
                    </m:oMath>
                  </m:oMathPara>
                </a14:m>
                <a:endParaRPr lang="en-US" sz="2800" dirty="0">
                  <a:solidFill>
                    <a:srgbClr val="002060"/>
                  </a:solidFill>
                </a:endParaRPr>
              </a:p>
            </p:txBody>
          </p:sp>
        </mc:Choice>
        <mc:Fallback xmlns="">
          <p:sp>
            <p:nvSpPr>
              <p:cNvPr id="16" name="Rectangle 15"/>
              <p:cNvSpPr>
                <a:spLocks noRot="1" noChangeAspect="1" noMove="1" noResize="1" noEditPoints="1" noAdjustHandles="1" noChangeArrowheads="1" noChangeShapeType="1" noTextEdit="1"/>
              </p:cNvSpPr>
              <p:nvPr/>
            </p:nvSpPr>
            <p:spPr>
              <a:xfrm>
                <a:off x="148572" y="5190047"/>
                <a:ext cx="7254422" cy="1045992"/>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Rectangle 26"/>
              <p:cNvSpPr/>
              <p:nvPr/>
            </p:nvSpPr>
            <p:spPr>
              <a:xfrm>
                <a:off x="137270" y="1572249"/>
                <a:ext cx="4771627" cy="523220"/>
              </a:xfrm>
              <a:prstGeom prst="rect">
                <a:avLst/>
              </a:prstGeom>
            </p:spPr>
            <p:txBody>
              <a:bodyPr wrap="none">
                <a:spAutoFit/>
              </a:bodyPr>
              <a:lstStyle/>
              <a:p>
                <a:r>
                  <a:rPr lang="en-US" sz="2800" b="0" i="0" dirty="0">
                    <a:solidFill>
                      <a:srgbClr val="002060"/>
                    </a:solidFill>
                    <a:latin typeface="+mj-lt"/>
                    <a:ea typeface="Cambria Math" panose="02040503050406030204" pitchFamily="18" charset="0"/>
                  </a:rPr>
                  <a:t>From the given data</a:t>
                </a:r>
                <a14:m>
                  <m:oMath xmlns:m="http://schemas.openxmlformats.org/officeDocument/2006/math">
                    <m:r>
                      <a:rPr lang="en-US" sz="2800" b="0" i="0" smtClean="0">
                        <a:solidFill>
                          <a:srgbClr val="002060"/>
                        </a:solidFill>
                        <a:latin typeface="Cambria Math" panose="02040503050406030204" pitchFamily="18" charset="0"/>
                        <a:ea typeface="Cambria Math" panose="02040503050406030204" pitchFamily="18" charset="0"/>
                      </a:rPr>
                      <m:t>   </m:t>
                    </m:r>
                    <m:r>
                      <a:rPr lang="en-US" sz="2800" b="0" i="1" smtClean="0">
                        <a:solidFill>
                          <a:srgbClr val="002060"/>
                        </a:solidFill>
                        <a:latin typeface="Cambria Math" panose="02040503050406030204" pitchFamily="18" charset="0"/>
                        <a:ea typeface="Cambria Math" panose="02040503050406030204" pitchFamily="18" charset="0"/>
                      </a:rPr>
                      <m:t> </m:t>
                    </m:r>
                    <m:acc>
                      <m:accPr>
                        <m:chr m:val="̅"/>
                        <m:ctrlPr>
                          <a:rPr lang="en-US" sz="2800" i="1">
                            <a:solidFill>
                              <a:srgbClr val="002060"/>
                            </a:solidFill>
                            <a:latin typeface="Cambria Math" panose="02040503050406030204" pitchFamily="18" charset="0"/>
                          </a:rPr>
                        </m:ctrlPr>
                      </m:accPr>
                      <m:e>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 </m:t>
                        </m:r>
                      </m:e>
                    </m:acc>
                    <m:r>
                      <a:rPr lang="en-US" sz="2800" b="0" i="1" smtClean="0">
                        <a:solidFill>
                          <a:srgbClr val="002060"/>
                        </a:solidFill>
                        <a:latin typeface="Cambria Math" panose="02040503050406030204" pitchFamily="18" charset="0"/>
                      </a:rPr>
                      <m:t>=275</m:t>
                    </m:r>
                    <m:r>
                      <a:rPr lang="en-US" sz="2800" b="0" i="0" smtClean="0">
                        <a:solidFill>
                          <a:srgbClr val="002060"/>
                        </a:solidFill>
                        <a:latin typeface="Cambria Math" panose="02040503050406030204" pitchFamily="18" charset="0"/>
                      </a:rPr>
                      <m:t>,</m:t>
                    </m:r>
                  </m:oMath>
                </a14:m>
                <a:endParaRPr lang="en-US" sz="2800" dirty="0"/>
              </a:p>
            </p:txBody>
          </p:sp>
        </mc:Choice>
        <mc:Fallback xmlns="">
          <p:sp>
            <p:nvSpPr>
              <p:cNvPr id="27" name="Rectangle 26"/>
              <p:cNvSpPr>
                <a:spLocks noRot="1" noChangeAspect="1" noMove="1" noResize="1" noEditPoints="1" noAdjustHandles="1" noChangeArrowheads="1" noChangeShapeType="1" noTextEdit="1"/>
              </p:cNvSpPr>
              <p:nvPr/>
            </p:nvSpPr>
            <p:spPr>
              <a:xfrm>
                <a:off x="137270" y="1572249"/>
                <a:ext cx="4771627" cy="523220"/>
              </a:xfrm>
              <a:prstGeom prst="rect">
                <a:avLst/>
              </a:prstGeom>
              <a:blipFill rotWithShape="0">
                <a:blip r:embed="rId4"/>
                <a:stretch>
                  <a:fillRect l="-2685" t="-12791"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Rectangle 27"/>
              <p:cNvSpPr/>
              <p:nvPr/>
            </p:nvSpPr>
            <p:spPr>
              <a:xfrm>
                <a:off x="153790" y="2380502"/>
                <a:ext cx="5598777"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m:rPr>
                          <m:nor/>
                        </m:rPr>
                        <a:rPr lang="en-US" sz="2800" dirty="0" smtClean="0">
                          <a:solidFill>
                            <a:schemeClr val="bg1"/>
                          </a:solidFill>
                          <a:ea typeface="Cambria Math" panose="02040503050406030204" pitchFamily="18" charset="0"/>
                        </a:rPr>
                        <m:t>From</m:t>
                      </m:r>
                      <m:r>
                        <m:rPr>
                          <m:nor/>
                        </m:rPr>
                        <a:rPr lang="en-US" sz="2800" dirty="0" smtClean="0">
                          <a:solidFill>
                            <a:schemeClr val="bg1"/>
                          </a:solidFill>
                          <a:ea typeface="Cambria Math" panose="02040503050406030204" pitchFamily="18" charset="0"/>
                        </a:rPr>
                        <m:t> </m:t>
                      </m:r>
                      <m:r>
                        <m:rPr>
                          <m:nor/>
                        </m:rPr>
                        <a:rPr lang="en-US" sz="2800" dirty="0" smtClean="0">
                          <a:solidFill>
                            <a:schemeClr val="bg1"/>
                          </a:solidFill>
                          <a:ea typeface="Cambria Math" panose="02040503050406030204" pitchFamily="18" charset="0"/>
                        </a:rPr>
                        <m:t>the</m:t>
                      </m:r>
                      <m:r>
                        <m:rPr>
                          <m:nor/>
                        </m:rPr>
                        <a:rPr lang="en-US" sz="2800" dirty="0" smtClean="0">
                          <a:solidFill>
                            <a:schemeClr val="bg1"/>
                          </a:solidFill>
                          <a:ea typeface="Cambria Math" panose="02040503050406030204" pitchFamily="18" charset="0"/>
                        </a:rPr>
                        <m:t> </m:t>
                      </m:r>
                      <m:r>
                        <m:rPr>
                          <m:nor/>
                        </m:rPr>
                        <a:rPr lang="en-US" sz="2800" dirty="0" smtClean="0">
                          <a:solidFill>
                            <a:schemeClr val="bg1"/>
                          </a:solidFill>
                          <a:ea typeface="Cambria Math" panose="02040503050406030204" pitchFamily="18" charset="0"/>
                        </a:rPr>
                        <m:t>given</m:t>
                      </m:r>
                      <m:r>
                        <m:rPr>
                          <m:nor/>
                        </m:rPr>
                        <a:rPr lang="en-US" sz="2800" dirty="0" smtClean="0">
                          <a:solidFill>
                            <a:schemeClr val="bg1"/>
                          </a:solidFill>
                          <a:ea typeface="Cambria Math" panose="02040503050406030204" pitchFamily="18" charset="0"/>
                        </a:rPr>
                        <m:t> </m:t>
                      </m:r>
                      <m:r>
                        <m:rPr>
                          <m:nor/>
                        </m:rPr>
                        <a:rPr lang="en-US" sz="2800" dirty="0" smtClean="0">
                          <a:solidFill>
                            <a:schemeClr val="bg1"/>
                          </a:solidFill>
                          <a:ea typeface="Cambria Math" panose="02040503050406030204" pitchFamily="18" charset="0"/>
                        </a:rPr>
                        <m:t>data</m:t>
                      </m:r>
                      <m:r>
                        <a:rPr lang="en-US" sz="2800" b="0" i="1" dirty="0" smtClean="0">
                          <a:solidFill>
                            <a:schemeClr val="bg1"/>
                          </a:solidFill>
                          <a:latin typeface="Cambria Math" panose="02040503050406030204" pitchFamily="18" charset="0"/>
                          <a:ea typeface="Cambria Math" panose="02040503050406030204" pitchFamily="18" charset="0"/>
                        </a:rPr>
                        <m:t>    </m:t>
                      </m:r>
                      <m:acc>
                        <m:accPr>
                          <m:chr m:val="̅"/>
                          <m:ctrlPr>
                            <a:rPr lang="en-US" sz="2800" i="1" smtClean="0">
                              <a:solidFill>
                                <a:srgbClr val="002060"/>
                              </a:solidFill>
                              <a:latin typeface="Cambria Math" panose="02040503050406030204" pitchFamily="18" charset="0"/>
                            </a:rPr>
                          </m:ctrlPr>
                        </m:accPr>
                        <m:e>
                          <m:r>
                            <a:rPr lang="en-US" sz="2800" smtClean="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 </m:t>
                          </m:r>
                        </m:e>
                      </m:acc>
                      <m:r>
                        <a:rPr lang="en-US" sz="2800" b="0" i="0" smtClean="0">
                          <a:solidFill>
                            <a:srgbClr val="002060"/>
                          </a:solidFill>
                          <a:latin typeface="Cambria Math" panose="02040503050406030204" pitchFamily="18" charset="0"/>
                        </a:rPr>
                        <m:t>=18.1429,</m:t>
                      </m:r>
                    </m:oMath>
                  </m:oMathPara>
                </a14:m>
                <a:endParaRPr lang="en-US" sz="2800" dirty="0"/>
              </a:p>
            </p:txBody>
          </p:sp>
        </mc:Choice>
        <mc:Fallback xmlns="">
          <p:sp>
            <p:nvSpPr>
              <p:cNvPr id="28" name="Rectangle 27"/>
              <p:cNvSpPr>
                <a:spLocks noRot="1" noChangeAspect="1" noMove="1" noResize="1" noEditPoints="1" noAdjustHandles="1" noChangeArrowheads="1" noChangeShapeType="1" noTextEdit="1"/>
              </p:cNvSpPr>
              <p:nvPr/>
            </p:nvSpPr>
            <p:spPr>
              <a:xfrm>
                <a:off x="153790" y="2380502"/>
                <a:ext cx="5598777" cy="523220"/>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Rectangle 28"/>
              <p:cNvSpPr/>
              <p:nvPr/>
            </p:nvSpPr>
            <p:spPr>
              <a:xfrm>
                <a:off x="8483030" y="2375601"/>
                <a:ext cx="1950342"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m:rPr>
                          <m:sty m:val="p"/>
                        </m:rPr>
                        <a:rPr lang="en-US" sz="2800">
                          <a:solidFill>
                            <a:srgbClr val="002060"/>
                          </a:solidFill>
                          <a:latin typeface="Cambria Math" panose="02040503050406030204" pitchFamily="18" charset="0"/>
                        </a:rPr>
                        <m:t>r</m:t>
                      </m:r>
                      <m:r>
                        <a:rPr lang="en-US" sz="2800" b="0" i="0" smtClean="0">
                          <a:solidFill>
                            <a:srgbClr val="002060"/>
                          </a:solidFill>
                          <a:latin typeface="Cambria Math" panose="02040503050406030204" pitchFamily="18" charset="0"/>
                        </a:rPr>
                        <m:t>=0.9144</m:t>
                      </m:r>
                    </m:oMath>
                  </m:oMathPara>
                </a14:m>
                <a:endParaRPr lang="en-US" sz="2800" dirty="0"/>
              </a:p>
            </p:txBody>
          </p:sp>
        </mc:Choice>
        <mc:Fallback xmlns="">
          <p:sp>
            <p:nvSpPr>
              <p:cNvPr id="29" name="Rectangle 28"/>
              <p:cNvSpPr>
                <a:spLocks noRot="1" noChangeAspect="1" noMove="1" noResize="1" noEditPoints="1" noAdjustHandles="1" noChangeArrowheads="1" noChangeShapeType="1" noTextEdit="1"/>
              </p:cNvSpPr>
              <p:nvPr/>
            </p:nvSpPr>
            <p:spPr>
              <a:xfrm>
                <a:off x="8483030" y="2375601"/>
                <a:ext cx="1950342" cy="523220"/>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Rectangle 29"/>
              <p:cNvSpPr/>
              <p:nvPr/>
            </p:nvSpPr>
            <p:spPr>
              <a:xfrm>
                <a:off x="5994927" y="1572249"/>
                <a:ext cx="2438103" cy="523220"/>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sz="2800" i="1" smtClean="0">
                              <a:solidFill>
                                <a:srgbClr val="002060"/>
                              </a:solidFill>
                              <a:latin typeface="Cambria Math" panose="02040503050406030204" pitchFamily="18" charset="0"/>
                            </a:rPr>
                          </m:ctrlPr>
                        </m:sSubPr>
                        <m:e>
                          <m:r>
                            <m:rPr>
                              <m:sty m:val="p"/>
                            </m:rPr>
                            <a:rPr lang="en-US" sz="2800">
                              <a:solidFill>
                                <a:srgbClr val="002060"/>
                              </a:solidFill>
                              <a:latin typeface="Cambria Math" panose="02040503050406030204" pitchFamily="18" charset="0"/>
                            </a:rPr>
                            <m:t>σ</m:t>
                          </m:r>
                        </m:e>
                        <m:sub>
                          <m:r>
                            <m:rPr>
                              <m:sty m:val="p"/>
                            </m:rPr>
                            <a:rPr lang="en-US" sz="2800">
                              <a:solidFill>
                                <a:srgbClr val="002060"/>
                              </a:solidFill>
                              <a:latin typeface="Cambria Math" panose="02040503050406030204" pitchFamily="18" charset="0"/>
                            </a:rPr>
                            <m:t>x</m:t>
                          </m:r>
                        </m:sub>
                      </m:sSub>
                      <m:r>
                        <a:rPr lang="en-US" sz="2800" b="0" i="1" smtClean="0">
                          <a:solidFill>
                            <a:srgbClr val="002060"/>
                          </a:solidFill>
                          <a:latin typeface="Cambria Math" panose="02040503050406030204" pitchFamily="18" charset="0"/>
                        </a:rPr>
                        <m:t>=46.5219,</m:t>
                      </m:r>
                    </m:oMath>
                  </m:oMathPara>
                </a14:m>
                <a:endParaRPr lang="en-US" sz="2800" dirty="0"/>
              </a:p>
            </p:txBody>
          </p:sp>
        </mc:Choice>
        <mc:Fallback xmlns="">
          <p:sp>
            <p:nvSpPr>
              <p:cNvPr id="30" name="Rectangle 29"/>
              <p:cNvSpPr>
                <a:spLocks noRot="1" noChangeAspect="1" noMove="1" noResize="1" noEditPoints="1" noAdjustHandles="1" noChangeArrowheads="1" noChangeShapeType="1" noTextEdit="1"/>
              </p:cNvSpPr>
              <p:nvPr/>
            </p:nvSpPr>
            <p:spPr>
              <a:xfrm>
                <a:off x="5994927" y="1572249"/>
                <a:ext cx="2438103" cy="523220"/>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Rectangle 30"/>
              <p:cNvSpPr/>
              <p:nvPr/>
            </p:nvSpPr>
            <p:spPr>
              <a:xfrm>
                <a:off x="5994927" y="2360689"/>
                <a:ext cx="2245743" cy="562846"/>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sz="2800" i="1" smtClean="0">
                              <a:solidFill>
                                <a:srgbClr val="002060"/>
                              </a:solidFill>
                              <a:latin typeface="Cambria Math" panose="02040503050406030204" pitchFamily="18" charset="0"/>
                            </a:rPr>
                          </m:ctrlPr>
                        </m:sSubPr>
                        <m:e>
                          <m:r>
                            <m:rPr>
                              <m:sty m:val="p"/>
                            </m:rPr>
                            <a:rPr lang="en-US" sz="2800">
                              <a:solidFill>
                                <a:srgbClr val="002060"/>
                              </a:solidFill>
                              <a:latin typeface="Cambria Math" panose="02040503050406030204" pitchFamily="18" charset="0"/>
                            </a:rPr>
                            <m:t>σ</m:t>
                          </m:r>
                        </m:e>
                        <m:sub>
                          <m:r>
                            <m:rPr>
                              <m:sty m:val="p"/>
                            </m:rPr>
                            <a:rPr lang="en-US" sz="2800">
                              <a:solidFill>
                                <a:srgbClr val="002060"/>
                              </a:solidFill>
                              <a:latin typeface="Cambria Math" panose="02040503050406030204" pitchFamily="18" charset="0"/>
                            </a:rPr>
                            <m:t>y</m:t>
                          </m:r>
                        </m:sub>
                      </m:sSub>
                      <m:r>
                        <a:rPr lang="en-US" sz="2800" b="0" i="0" smtClean="0">
                          <a:solidFill>
                            <a:srgbClr val="002060"/>
                          </a:solidFill>
                          <a:latin typeface="Cambria Math" panose="02040503050406030204" pitchFamily="18" charset="0"/>
                        </a:rPr>
                        <m:t>=8.9830,</m:t>
                      </m:r>
                    </m:oMath>
                  </m:oMathPara>
                </a14:m>
                <a:endParaRPr lang="en-US" sz="2800" dirty="0"/>
              </a:p>
            </p:txBody>
          </p:sp>
        </mc:Choice>
        <mc:Fallback xmlns="">
          <p:sp>
            <p:nvSpPr>
              <p:cNvPr id="31" name="Rectangle 30"/>
              <p:cNvSpPr>
                <a:spLocks noRot="1" noChangeAspect="1" noMove="1" noResize="1" noEditPoints="1" noAdjustHandles="1" noChangeArrowheads="1" noChangeShapeType="1" noTextEdit="1"/>
              </p:cNvSpPr>
              <p:nvPr/>
            </p:nvSpPr>
            <p:spPr>
              <a:xfrm>
                <a:off x="5994927" y="2360689"/>
                <a:ext cx="2245743" cy="562846"/>
              </a:xfrm>
              <a:prstGeom prst="rect">
                <a:avLst/>
              </a:prstGeom>
              <a:blipFill rotWithShape="0">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Rectangle 31"/>
              <p:cNvSpPr/>
              <p:nvPr/>
            </p:nvSpPr>
            <p:spPr>
              <a:xfrm>
                <a:off x="153790" y="3991964"/>
                <a:ext cx="4072910" cy="954172"/>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chemeClr val="bg1"/>
                          </a:solidFill>
                          <a:latin typeface="Cambria Math" panose="02040503050406030204" pitchFamily="18" charset="0"/>
                          <a:ea typeface="Cambria Math" panose="02040503050406030204" pitchFamily="18" charset="0"/>
                        </a:rPr>
                        <m:t>∴</m:t>
                      </m:r>
                      <m:r>
                        <m:rPr>
                          <m:sty m:val="p"/>
                        </m:rPr>
                        <a:rPr lang="en-US" sz="2800" b="0" i="0" smtClean="0">
                          <a:solidFill>
                            <a:srgbClr val="002060"/>
                          </a:solidFill>
                          <a:latin typeface="Cambria Math" panose="02040503050406030204" pitchFamily="18" charset="0"/>
                        </a:rPr>
                        <m:t>x</m:t>
                      </m:r>
                      <m:r>
                        <a:rPr lang="en-US" sz="2800" smtClean="0">
                          <a:solidFill>
                            <a:srgbClr val="002060"/>
                          </a:solidFill>
                          <a:latin typeface="Cambria Math" panose="02040503050406030204" pitchFamily="18" charset="0"/>
                        </a:rPr>
                        <m:t>−</m:t>
                      </m:r>
                      <m:acc>
                        <m:accPr>
                          <m:chr m:val="̅"/>
                          <m:ctrlPr>
                            <a:rPr lang="en-US" sz="2800" i="1">
                              <a:solidFill>
                                <a:srgbClr val="002060"/>
                              </a:solidFill>
                              <a:latin typeface="Cambria Math" panose="02040503050406030204" pitchFamily="18" charset="0"/>
                            </a:rPr>
                          </m:ctrlPr>
                        </m:accPr>
                        <m:e>
                          <m:r>
                            <a:rPr lang="en-US" sz="2800">
                              <a:solidFill>
                                <a:srgbClr val="002060"/>
                              </a:solidFill>
                              <a:latin typeface="Cambria Math" panose="02040503050406030204" pitchFamily="18" charset="0"/>
                            </a:rPr>
                            <m:t> </m:t>
                          </m:r>
                          <m:r>
                            <m:rPr>
                              <m:sty m:val="p"/>
                            </m:rPr>
                            <a:rPr lang="en-US" sz="2800" b="0" i="0" smtClean="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 </m:t>
                          </m:r>
                        </m:e>
                      </m:acc>
                      <m:r>
                        <a:rPr lang="en-US" sz="2800">
                          <a:solidFill>
                            <a:srgbClr val="002060"/>
                          </a:solidFill>
                          <a:latin typeface="Cambria Math" panose="02040503050406030204" pitchFamily="18" charset="0"/>
                        </a:rPr>
                        <m:t>=</m:t>
                      </m:r>
                      <m:r>
                        <m:rPr>
                          <m:sty m:val="p"/>
                        </m:rPr>
                        <a:rPr lang="en-US" sz="2800">
                          <a:solidFill>
                            <a:srgbClr val="7030A0"/>
                          </a:solidFill>
                          <a:latin typeface="Cambria Math" panose="02040503050406030204" pitchFamily="18" charset="0"/>
                        </a:rPr>
                        <m:t>r</m:t>
                      </m:r>
                      <m:f>
                        <m:fPr>
                          <m:ctrlPr>
                            <a:rPr lang="en-US" sz="2800" i="1">
                              <a:solidFill>
                                <a:srgbClr val="7030A0"/>
                              </a:solidFill>
                              <a:latin typeface="Cambria Math" panose="02040503050406030204" pitchFamily="18" charset="0"/>
                            </a:rPr>
                          </m:ctrlPr>
                        </m:fPr>
                        <m:num>
                          <m:r>
                            <a:rPr lang="en-US" sz="2800">
                              <a:solidFill>
                                <a:srgbClr val="7030A0"/>
                              </a:solidFill>
                              <a:latin typeface="Cambria Math" panose="02040503050406030204" pitchFamily="18" charset="0"/>
                            </a:rPr>
                            <m:t> </m:t>
                          </m:r>
                          <m:sSub>
                            <m:sSubPr>
                              <m:ctrlPr>
                                <a:rPr lang="en-US" sz="2800" i="1">
                                  <a:solidFill>
                                    <a:srgbClr val="7030A0"/>
                                  </a:solidFill>
                                  <a:latin typeface="Cambria Math" panose="02040503050406030204" pitchFamily="18" charset="0"/>
                                </a:rPr>
                              </m:ctrlPr>
                            </m:sSubPr>
                            <m:e>
                              <m:r>
                                <m:rPr>
                                  <m:sty m:val="p"/>
                                </m:rPr>
                                <a:rPr lang="en-US" sz="2800">
                                  <a:solidFill>
                                    <a:srgbClr val="7030A0"/>
                                  </a:solidFill>
                                  <a:latin typeface="Cambria Math" panose="02040503050406030204" pitchFamily="18" charset="0"/>
                                </a:rPr>
                                <m:t>σ</m:t>
                              </m:r>
                            </m:e>
                            <m:sub>
                              <m:r>
                                <m:rPr>
                                  <m:sty m:val="p"/>
                                </m:rPr>
                                <a:rPr lang="en-US" sz="2800" b="0" i="0" smtClean="0">
                                  <a:solidFill>
                                    <a:srgbClr val="7030A0"/>
                                  </a:solidFill>
                                  <a:latin typeface="Cambria Math" panose="02040503050406030204" pitchFamily="18" charset="0"/>
                                </a:rPr>
                                <m:t>x</m:t>
                              </m:r>
                            </m:sub>
                          </m:sSub>
                          <m:r>
                            <a:rPr lang="en-US" sz="2800">
                              <a:solidFill>
                                <a:srgbClr val="7030A0"/>
                              </a:solidFill>
                              <a:latin typeface="Cambria Math" panose="02040503050406030204" pitchFamily="18" charset="0"/>
                            </a:rPr>
                            <m:t> </m:t>
                          </m:r>
                        </m:num>
                        <m:den>
                          <m:r>
                            <a:rPr lang="en-US" sz="2800">
                              <a:solidFill>
                                <a:srgbClr val="7030A0"/>
                              </a:solidFill>
                              <a:latin typeface="Cambria Math" panose="02040503050406030204" pitchFamily="18" charset="0"/>
                            </a:rPr>
                            <m:t> </m:t>
                          </m:r>
                          <m:sSub>
                            <m:sSubPr>
                              <m:ctrlPr>
                                <a:rPr lang="en-US" sz="2800" i="1">
                                  <a:solidFill>
                                    <a:srgbClr val="7030A0"/>
                                  </a:solidFill>
                                  <a:latin typeface="Cambria Math" panose="02040503050406030204" pitchFamily="18" charset="0"/>
                                </a:rPr>
                              </m:ctrlPr>
                            </m:sSubPr>
                            <m:e>
                              <m:r>
                                <m:rPr>
                                  <m:sty m:val="p"/>
                                </m:rPr>
                                <a:rPr lang="en-US" sz="2800">
                                  <a:solidFill>
                                    <a:srgbClr val="7030A0"/>
                                  </a:solidFill>
                                  <a:latin typeface="Cambria Math" panose="02040503050406030204" pitchFamily="18" charset="0"/>
                                </a:rPr>
                                <m:t>σ</m:t>
                              </m:r>
                            </m:e>
                            <m:sub>
                              <m:r>
                                <m:rPr>
                                  <m:sty m:val="p"/>
                                </m:rPr>
                                <a:rPr lang="en-US" sz="2800" b="0" i="0" smtClean="0">
                                  <a:solidFill>
                                    <a:srgbClr val="7030A0"/>
                                  </a:solidFill>
                                  <a:latin typeface="Cambria Math" panose="02040503050406030204" pitchFamily="18" charset="0"/>
                                </a:rPr>
                                <m:t>y</m:t>
                              </m:r>
                            </m:sub>
                          </m:sSub>
                          <m:r>
                            <a:rPr lang="en-US" sz="2800">
                              <a:solidFill>
                                <a:srgbClr val="7030A0"/>
                              </a:solidFill>
                              <a:latin typeface="Cambria Math" panose="02040503050406030204" pitchFamily="18" charset="0"/>
                            </a:rPr>
                            <m:t> </m:t>
                          </m:r>
                        </m:den>
                      </m:f>
                      <m:d>
                        <m:dPr>
                          <m:ctrlPr>
                            <a:rPr lang="en-US"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 </m:t>
                          </m:r>
                          <m:r>
                            <m:rPr>
                              <m:sty m:val="p"/>
                            </m:rPr>
                            <a:rPr lang="en-US" sz="2800" b="0" i="0" smtClean="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m:t>
                          </m:r>
                          <m:acc>
                            <m:accPr>
                              <m:chr m:val="̅"/>
                              <m:ctrlPr>
                                <a:rPr lang="en-US" sz="2800" i="1">
                                  <a:solidFill>
                                    <a:srgbClr val="002060"/>
                                  </a:solidFill>
                                  <a:latin typeface="Cambria Math" panose="02040503050406030204" pitchFamily="18" charset="0"/>
                                </a:rPr>
                              </m:ctrlPr>
                            </m:accPr>
                            <m:e>
                              <m:r>
                                <a:rPr lang="en-US" sz="2800">
                                  <a:solidFill>
                                    <a:srgbClr val="002060"/>
                                  </a:solidFill>
                                  <a:latin typeface="Cambria Math" panose="02040503050406030204" pitchFamily="18" charset="0"/>
                                </a:rPr>
                                <m:t> </m:t>
                              </m:r>
                              <m:r>
                                <m:rPr>
                                  <m:sty m:val="p"/>
                                </m:rPr>
                                <a:rPr lang="en-US" sz="2800" b="0" i="0" smtClean="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 </m:t>
                              </m:r>
                            </m:e>
                          </m:acc>
                        </m:e>
                      </m:d>
                    </m:oMath>
                  </m:oMathPara>
                </a14:m>
                <a:endParaRPr lang="en-US" sz="2800" dirty="0">
                  <a:solidFill>
                    <a:srgbClr val="002060"/>
                  </a:solidFill>
                </a:endParaRPr>
              </a:p>
            </p:txBody>
          </p:sp>
        </mc:Choice>
        <mc:Fallback xmlns="">
          <p:sp>
            <p:nvSpPr>
              <p:cNvPr id="32" name="Rectangle 31"/>
              <p:cNvSpPr>
                <a:spLocks noRot="1" noChangeAspect="1" noMove="1" noResize="1" noEditPoints="1" noAdjustHandles="1" noChangeArrowheads="1" noChangeShapeType="1" noTextEdit="1"/>
              </p:cNvSpPr>
              <p:nvPr/>
            </p:nvSpPr>
            <p:spPr>
              <a:xfrm>
                <a:off x="153790" y="3991964"/>
                <a:ext cx="4072910" cy="954172"/>
              </a:xfrm>
              <a:prstGeom prst="rect">
                <a:avLst/>
              </a:prstGeom>
              <a:blipFill rotWithShape="0">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1035803" y="5413333"/>
                <a:ext cx="862737"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2</m:t>
                      </m:r>
                      <m:r>
                        <a:rPr lang="en-US" sz="2800" b="0" i="1" smtClean="0">
                          <a:solidFill>
                            <a:srgbClr val="002060"/>
                          </a:solidFill>
                          <a:latin typeface="Cambria Math" panose="02040503050406030204" pitchFamily="18" charset="0"/>
                          <a:ea typeface="Cambria Math" panose="02040503050406030204" pitchFamily="18" charset="0"/>
                        </a:rPr>
                        <m:t>75</m:t>
                      </m:r>
                    </m:oMath>
                  </m:oMathPara>
                </a14:m>
                <a:endParaRPr lang="en-US" sz="2800" dirty="0">
                  <a:solidFill>
                    <a:srgbClr val="002060"/>
                  </a:solidFill>
                </a:endParaRPr>
              </a:p>
            </p:txBody>
          </p:sp>
        </mc:Choice>
        <mc:Fallback xmlns="">
          <p:sp>
            <p:nvSpPr>
              <p:cNvPr id="13" name="Rectangle 12"/>
              <p:cNvSpPr>
                <a:spLocks noRot="1" noChangeAspect="1" noMove="1" noResize="1" noEditPoints="1" noAdjustHandles="1" noChangeArrowheads="1" noChangeShapeType="1" noTextEdit="1"/>
              </p:cNvSpPr>
              <p:nvPr/>
            </p:nvSpPr>
            <p:spPr>
              <a:xfrm>
                <a:off x="1035803" y="5413333"/>
                <a:ext cx="862737" cy="523220"/>
              </a:xfrm>
              <a:prstGeom prst="rect">
                <a:avLst/>
              </a:prstGeom>
              <a:blipFill rotWithShape="0">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5584501" y="5420803"/>
                <a:ext cx="1532792"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1</m:t>
                      </m:r>
                      <m:r>
                        <a:rPr lang="en-US" sz="2800" b="0" i="1" smtClean="0">
                          <a:solidFill>
                            <a:srgbClr val="002060"/>
                          </a:solidFill>
                          <a:latin typeface="Cambria Math" panose="02040503050406030204" pitchFamily="18" charset="0"/>
                          <a:ea typeface="Cambria Math" panose="02040503050406030204" pitchFamily="18" charset="0"/>
                        </a:rPr>
                        <m:t>8.1429</m:t>
                      </m:r>
                    </m:oMath>
                  </m:oMathPara>
                </a14:m>
                <a:endParaRPr lang="en-US" sz="2800" dirty="0">
                  <a:solidFill>
                    <a:srgbClr val="002060"/>
                  </a:solidFill>
                </a:endParaRPr>
              </a:p>
            </p:txBody>
          </p:sp>
        </mc:Choice>
        <mc:Fallback xmlns="">
          <p:sp>
            <p:nvSpPr>
              <p:cNvPr id="14" name="Rectangle 13"/>
              <p:cNvSpPr>
                <a:spLocks noRot="1" noChangeAspect="1" noMove="1" noResize="1" noEditPoints="1" noAdjustHandles="1" noChangeArrowheads="1" noChangeShapeType="1" noTextEdit="1"/>
              </p:cNvSpPr>
              <p:nvPr/>
            </p:nvSpPr>
            <p:spPr>
              <a:xfrm>
                <a:off x="5584501" y="5420803"/>
                <a:ext cx="1532792" cy="523220"/>
              </a:xfrm>
              <a:prstGeom prst="rect">
                <a:avLst/>
              </a:prstGeom>
              <a:blipFill rotWithShape="0">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p:cNvSpPr/>
              <p:nvPr/>
            </p:nvSpPr>
            <p:spPr>
              <a:xfrm>
                <a:off x="3375212" y="5145674"/>
                <a:ext cx="1532792"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4</m:t>
                      </m:r>
                      <m:r>
                        <a:rPr lang="en-US" sz="2800" b="0" i="1" smtClean="0">
                          <a:solidFill>
                            <a:srgbClr val="002060"/>
                          </a:solidFill>
                          <a:latin typeface="Cambria Math" panose="02040503050406030204" pitchFamily="18" charset="0"/>
                          <a:ea typeface="Cambria Math" panose="02040503050406030204" pitchFamily="18" charset="0"/>
                        </a:rPr>
                        <m:t>6.5219</m:t>
                      </m:r>
                    </m:oMath>
                  </m:oMathPara>
                </a14:m>
                <a:endParaRPr lang="en-US" sz="2800" dirty="0">
                  <a:solidFill>
                    <a:srgbClr val="002060"/>
                  </a:solidFill>
                </a:endParaRPr>
              </a:p>
            </p:txBody>
          </p:sp>
        </mc:Choice>
        <mc:Fallback xmlns="">
          <p:sp>
            <p:nvSpPr>
              <p:cNvPr id="17" name="Rectangle 16"/>
              <p:cNvSpPr>
                <a:spLocks noRot="1" noChangeAspect="1" noMove="1" noResize="1" noEditPoints="1" noAdjustHandles="1" noChangeArrowheads="1" noChangeShapeType="1" noTextEdit="1"/>
              </p:cNvSpPr>
              <p:nvPr/>
            </p:nvSpPr>
            <p:spPr>
              <a:xfrm>
                <a:off x="3375212" y="5145674"/>
                <a:ext cx="1532792" cy="523220"/>
              </a:xfrm>
              <a:prstGeom prst="rect">
                <a:avLst/>
              </a:prstGeom>
              <a:blipFill rotWithShape="0">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p:cNvSpPr/>
              <p:nvPr/>
            </p:nvSpPr>
            <p:spPr>
              <a:xfrm>
                <a:off x="3473473" y="5791384"/>
                <a:ext cx="1334020"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8</m:t>
                      </m:r>
                      <m:r>
                        <a:rPr lang="en-US" sz="2800" b="0" i="1" smtClean="0">
                          <a:solidFill>
                            <a:srgbClr val="002060"/>
                          </a:solidFill>
                          <a:latin typeface="Cambria Math" panose="02040503050406030204" pitchFamily="18" charset="0"/>
                          <a:ea typeface="Cambria Math" panose="02040503050406030204" pitchFamily="18" charset="0"/>
                        </a:rPr>
                        <m:t>.9830</m:t>
                      </m:r>
                    </m:oMath>
                  </m:oMathPara>
                </a14:m>
                <a:endParaRPr lang="en-US" sz="2800" dirty="0">
                  <a:solidFill>
                    <a:srgbClr val="002060"/>
                  </a:solidFill>
                </a:endParaRPr>
              </a:p>
            </p:txBody>
          </p:sp>
        </mc:Choice>
        <mc:Fallback xmlns="">
          <p:sp>
            <p:nvSpPr>
              <p:cNvPr id="18" name="Rectangle 17"/>
              <p:cNvSpPr>
                <a:spLocks noRot="1" noChangeAspect="1" noMove="1" noResize="1" noEditPoints="1" noAdjustHandles="1" noChangeArrowheads="1" noChangeShapeType="1" noTextEdit="1"/>
              </p:cNvSpPr>
              <p:nvPr/>
            </p:nvSpPr>
            <p:spPr>
              <a:xfrm>
                <a:off x="3473473" y="5791384"/>
                <a:ext cx="1334020" cy="523220"/>
              </a:xfrm>
              <a:prstGeom prst="rect">
                <a:avLst/>
              </a:prstGeom>
              <a:blipFill rotWithShape="0">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p:cNvSpPr/>
              <p:nvPr/>
            </p:nvSpPr>
            <p:spPr>
              <a:xfrm>
                <a:off x="2094116" y="5416546"/>
                <a:ext cx="1334020"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0</m:t>
                      </m:r>
                      <m:r>
                        <a:rPr lang="en-US" sz="2800" b="0" i="1" smtClean="0">
                          <a:solidFill>
                            <a:srgbClr val="002060"/>
                          </a:solidFill>
                          <a:latin typeface="Cambria Math" panose="02040503050406030204" pitchFamily="18" charset="0"/>
                          <a:ea typeface="Cambria Math" panose="02040503050406030204" pitchFamily="18" charset="0"/>
                        </a:rPr>
                        <m:t>.9144</m:t>
                      </m:r>
                    </m:oMath>
                  </m:oMathPara>
                </a14:m>
                <a:endParaRPr lang="en-US" sz="2800" dirty="0">
                  <a:solidFill>
                    <a:srgbClr val="002060"/>
                  </a:solidFill>
                </a:endParaRPr>
              </a:p>
            </p:txBody>
          </p:sp>
        </mc:Choice>
        <mc:Fallback xmlns="">
          <p:sp>
            <p:nvSpPr>
              <p:cNvPr id="19" name="Rectangle 18"/>
              <p:cNvSpPr>
                <a:spLocks noRot="1" noChangeAspect="1" noMove="1" noResize="1" noEditPoints="1" noAdjustHandles="1" noChangeArrowheads="1" noChangeShapeType="1" noTextEdit="1"/>
              </p:cNvSpPr>
              <p:nvPr/>
            </p:nvSpPr>
            <p:spPr>
              <a:xfrm>
                <a:off x="2094116" y="5416546"/>
                <a:ext cx="1334020" cy="523220"/>
              </a:xfrm>
              <a:prstGeom prst="rect">
                <a:avLst/>
              </a:prstGeom>
              <a:blipFill rotWithShape="0">
                <a:blip r:embed="rId1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614778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30">
                                            <p:txEl>
                                              <p:pRg st="0" end="0"/>
                                            </p:txEl>
                                          </p:spTgt>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nodeType="afterEffect">
                                  <p:stCondLst>
                                    <p:cond delay="0"/>
                                  </p:stCondLst>
                                  <p:childTnLst>
                                    <p:set>
                                      <p:cBhvr>
                                        <p:cTn id="12" dur="1" fill="hold">
                                          <p:stCondLst>
                                            <p:cond delay="0"/>
                                          </p:stCondLst>
                                        </p:cTn>
                                        <p:tgtEl>
                                          <p:spTgt spid="28">
                                            <p:txEl>
                                              <p:pRg st="0" end="0"/>
                                            </p:txEl>
                                          </p:spTgt>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nodeType="afterEffect">
                                  <p:stCondLst>
                                    <p:cond delay="0"/>
                                  </p:stCondLst>
                                  <p:childTnLst>
                                    <p:set>
                                      <p:cBhvr>
                                        <p:cTn id="15" dur="1" fill="hold">
                                          <p:stCondLst>
                                            <p:cond delay="0"/>
                                          </p:stCondLst>
                                        </p:cTn>
                                        <p:tgtEl>
                                          <p:spTgt spid="31">
                                            <p:txEl>
                                              <p:pRg st="0" end="0"/>
                                            </p:txEl>
                                          </p:spTgt>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nodeType="afterEffect">
                                  <p:stCondLst>
                                    <p:cond delay="0"/>
                                  </p:stCondLst>
                                  <p:childTnLst>
                                    <p:set>
                                      <p:cBhvr>
                                        <p:cTn id="18" dur="1" fill="hold">
                                          <p:stCondLst>
                                            <p:cond delay="0"/>
                                          </p:stCondLst>
                                        </p:cTn>
                                        <p:tgtEl>
                                          <p:spTgt spid="29">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6" grpId="0"/>
      <p:bldP spid="32" grpId="0"/>
      <p:bldP spid="13" grpId="0"/>
      <p:bldP spid="14" grpId="0"/>
      <p:bldP spid="17" grpId="0"/>
      <p:bldP spid="18" grpId="0"/>
      <p:bldP spid="19"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1" name="Rectangle 20"/>
              <p:cNvSpPr/>
              <p:nvPr/>
            </p:nvSpPr>
            <p:spPr>
              <a:xfrm>
                <a:off x="137270" y="3514956"/>
                <a:ext cx="5256182"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−275=</m:t>
                      </m:r>
                      <m:r>
                        <a:rPr lang="en-US" sz="2800" i="1" smtClean="0">
                          <a:solidFill>
                            <a:schemeClr val="bg1"/>
                          </a:solidFill>
                          <a:latin typeface="Cambria Math" panose="02040503050406030204" pitchFamily="18" charset="0"/>
                        </a:rPr>
                        <m:t>4.7357</m:t>
                      </m:r>
                      <m:r>
                        <a:rPr lang="en-US" sz="2800" i="1">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m:t>
                      </m:r>
                      <m:r>
                        <a:rPr lang="en-US" sz="2800" b="0" i="1" smtClean="0">
                          <a:solidFill>
                            <a:schemeClr val="bg1"/>
                          </a:solidFill>
                          <a:latin typeface="Cambria Math" panose="02040503050406030204" pitchFamily="18" charset="0"/>
                        </a:rPr>
                        <m:t>85</m:t>
                      </m:r>
                      <m:r>
                        <a:rPr lang="en-US" sz="2800" i="1">
                          <a:solidFill>
                            <a:schemeClr val="bg1"/>
                          </a:solidFill>
                          <a:latin typeface="Cambria Math" panose="02040503050406030204" pitchFamily="18" charset="0"/>
                        </a:rPr>
                        <m:t>.</m:t>
                      </m:r>
                      <m:r>
                        <a:rPr lang="en-US" sz="2800" b="0" i="1" smtClean="0">
                          <a:solidFill>
                            <a:schemeClr val="bg1"/>
                          </a:solidFill>
                          <a:latin typeface="Cambria Math" panose="02040503050406030204" pitchFamily="18" charset="0"/>
                        </a:rPr>
                        <m:t>9193</m:t>
                      </m:r>
                    </m:oMath>
                  </m:oMathPara>
                </a14:m>
                <a:endParaRPr lang="en-US" sz="2800" dirty="0">
                  <a:solidFill>
                    <a:srgbClr val="002060"/>
                  </a:solidFill>
                </a:endParaRPr>
              </a:p>
            </p:txBody>
          </p:sp>
        </mc:Choice>
        <mc:Fallback xmlns="">
          <p:sp>
            <p:nvSpPr>
              <p:cNvPr id="21" name="Rectangle 20"/>
              <p:cNvSpPr>
                <a:spLocks noRot="1" noChangeAspect="1" noMove="1" noResize="1" noEditPoints="1" noAdjustHandles="1" noChangeArrowheads="1" noChangeShapeType="1" noTextEdit="1"/>
              </p:cNvSpPr>
              <p:nvPr/>
            </p:nvSpPr>
            <p:spPr>
              <a:xfrm>
                <a:off x="137270" y="3514956"/>
                <a:ext cx="5256182" cy="523220"/>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p:cNvSpPr/>
              <p:nvPr/>
            </p:nvSpPr>
            <p:spPr>
              <a:xfrm>
                <a:off x="137270" y="2739124"/>
                <a:ext cx="5711307"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−275=</m:t>
                      </m:r>
                      <m:r>
                        <a:rPr lang="en-US" sz="2800" b="0" i="1" smtClean="0">
                          <a:solidFill>
                            <a:schemeClr val="bg1"/>
                          </a:solidFill>
                          <a:latin typeface="Cambria Math" panose="02040503050406030204" pitchFamily="18" charset="0"/>
                        </a:rPr>
                        <m:t>4.7357</m:t>
                      </m:r>
                      <m:r>
                        <a:rPr lang="en-US" sz="2800" b="0" i="1" smtClean="0">
                          <a:solidFill>
                            <a:srgbClr val="002060"/>
                          </a:solidFill>
                          <a:latin typeface="Cambria Math" panose="02040503050406030204" pitchFamily="18" charset="0"/>
                        </a:rPr>
                        <m:t> </m:t>
                      </m:r>
                      <m:d>
                        <m:dPr>
                          <m:ctrlPr>
                            <a:rPr lang="en-US"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m:t>
                          </m:r>
                          <m:r>
                            <a:rPr lang="en-US" sz="2800" i="1">
                              <a:solidFill>
                                <a:srgbClr val="002060"/>
                              </a:solidFill>
                              <a:latin typeface="Cambria Math" panose="02040503050406030204" pitchFamily="18" charset="0"/>
                            </a:rPr>
                            <m:t>18.1429 </m:t>
                          </m:r>
                        </m:e>
                      </m:d>
                    </m:oMath>
                  </m:oMathPara>
                </a14:m>
                <a:endParaRPr lang="en-US" sz="2800" dirty="0">
                  <a:solidFill>
                    <a:srgbClr val="002060"/>
                  </a:solidFill>
                </a:endParaRPr>
              </a:p>
            </p:txBody>
          </p:sp>
        </mc:Choice>
        <mc:Fallback xmlns="">
          <p:sp>
            <p:nvSpPr>
              <p:cNvPr id="20" name="Rectangle 19"/>
              <p:cNvSpPr>
                <a:spLocks noRot="1" noChangeAspect="1" noMove="1" noResize="1" noEditPoints="1" noAdjustHandles="1" noChangeArrowheads="1" noChangeShapeType="1" noTextEdit="1"/>
              </p:cNvSpPr>
              <p:nvPr/>
            </p:nvSpPr>
            <p:spPr>
              <a:xfrm>
                <a:off x="137270" y="2739124"/>
                <a:ext cx="5711307" cy="523220"/>
              </a:xfrm>
              <a:prstGeom prst="rect">
                <a:avLst/>
              </a:prstGeom>
              <a:blipFill rotWithShape="0">
                <a:blip r:embed="rId3"/>
                <a:stretch>
                  <a:fillRect/>
                </a:stretch>
              </a:blipFill>
            </p:spPr>
            <p:txBody>
              <a:bodyPr/>
              <a:lstStyle/>
              <a:p>
                <a:r>
                  <a:rPr lang="en-US">
                    <a:noFill/>
                  </a:rPr>
                  <a:t> </a:t>
                </a:r>
              </a:p>
            </p:txBody>
          </p:sp>
        </mc:Fallback>
      </mc:AlternateContent>
      <p:sp>
        <p:nvSpPr>
          <p:cNvPr id="2" name="Title 1"/>
          <p:cNvSpPr>
            <a:spLocks noGrp="1"/>
          </p:cNvSpPr>
          <p:nvPr>
            <p:ph type="title"/>
          </p:nvPr>
        </p:nvSpPr>
        <p:spPr/>
        <p:txBody>
          <a:bodyPr/>
          <a:lstStyle/>
          <a:p>
            <a:r>
              <a:rPr lang="en-GB" dirty="0"/>
              <a:t>Method 3 ⇝ Example 1(</a:t>
            </a:r>
            <a:r>
              <a:rPr lang="en-GB" dirty="0">
                <a:solidFill>
                  <a:srgbClr val="FF0000"/>
                </a:solidFill>
              </a:rPr>
              <a:t>Continue</a:t>
            </a:r>
            <a:r>
              <a:rPr lang="en-GB" dirty="0"/>
              <a:t>)</a:t>
            </a:r>
            <a:endParaRPr lang="en-US" dirty="0"/>
          </a:p>
        </p:txBody>
      </p:sp>
      <mc:AlternateContent xmlns:mc="http://schemas.openxmlformats.org/markup-compatibility/2006" xmlns:a14="http://schemas.microsoft.com/office/drawing/2010/main">
        <mc:Choice Requires="a14">
          <p:sp>
            <p:nvSpPr>
              <p:cNvPr id="15" name="Rectangle 14"/>
              <p:cNvSpPr/>
              <p:nvPr/>
            </p:nvSpPr>
            <p:spPr>
              <a:xfrm>
                <a:off x="137270" y="862943"/>
                <a:ext cx="4039888" cy="523220"/>
              </a:xfrm>
              <a:prstGeom prst="rect">
                <a:avLst/>
              </a:prstGeom>
            </p:spPr>
            <p:txBody>
              <a:bodyPr wrap="none">
                <a:spAutoFit/>
              </a:bodyPr>
              <a:lstStyle/>
              <a:p>
                <a:r>
                  <a:rPr lang="en-US" sz="2800" b="1" u="sng" dirty="0">
                    <a:solidFill>
                      <a:srgbClr val="002060"/>
                    </a:solidFill>
                  </a:rPr>
                  <a:t>Regression Line of	</a:t>
                </a:r>
                <a14:m>
                  <m:oMath xmlns:m="http://schemas.openxmlformats.org/officeDocument/2006/math">
                    <m:r>
                      <a:rPr lang="en-US" sz="2800" b="1" u="sng" dirty="0">
                        <a:solidFill>
                          <a:srgbClr val="FF0000"/>
                        </a:solidFill>
                        <a:latin typeface="Cambria Math" panose="02040503050406030204" pitchFamily="18" charset="0"/>
                      </a:rPr>
                      <m:t>𝐱</m:t>
                    </m:r>
                  </m:oMath>
                </a14:m>
                <a:r>
                  <a:rPr lang="en-US" sz="2800" b="1" u="sng" dirty="0">
                    <a:solidFill>
                      <a:srgbClr val="FF0000"/>
                    </a:solidFill>
                  </a:rPr>
                  <a:t> on </a:t>
                </a:r>
                <a14:m>
                  <m:oMath xmlns:m="http://schemas.openxmlformats.org/officeDocument/2006/math">
                    <m:r>
                      <a:rPr lang="en-US" sz="2800" b="1" u="sng" dirty="0">
                        <a:solidFill>
                          <a:srgbClr val="FF0000"/>
                        </a:solidFill>
                        <a:latin typeface="Cambria Math" panose="02040503050406030204" pitchFamily="18" charset="0"/>
                      </a:rPr>
                      <m:t>𝐲</m:t>
                    </m:r>
                  </m:oMath>
                </a14:m>
                <a:r>
                  <a:rPr lang="en-US" sz="2800" b="1" u="sng" dirty="0">
                    <a:solidFill>
                      <a:srgbClr val="002060"/>
                    </a:solidFill>
                  </a:rPr>
                  <a:t> :</a:t>
                </a:r>
              </a:p>
            </p:txBody>
          </p:sp>
        </mc:Choice>
        <mc:Fallback xmlns="">
          <p:sp>
            <p:nvSpPr>
              <p:cNvPr id="15" name="Rectangle 14"/>
              <p:cNvSpPr>
                <a:spLocks noRot="1" noChangeAspect="1" noMove="1" noResize="1" noEditPoints="1" noAdjustHandles="1" noChangeArrowheads="1" noChangeShapeType="1" noTextEdit="1"/>
              </p:cNvSpPr>
              <p:nvPr/>
            </p:nvSpPr>
            <p:spPr>
              <a:xfrm>
                <a:off x="137270" y="862943"/>
                <a:ext cx="4039888" cy="523220"/>
              </a:xfrm>
              <a:prstGeom prst="rect">
                <a:avLst/>
              </a:prstGeom>
              <a:blipFill rotWithShape="0">
                <a:blip r:embed="rId4"/>
                <a:stretch>
                  <a:fillRect l="-3172" t="-12941" r="-2266" b="-329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137270" y="1430953"/>
                <a:ext cx="7254422" cy="1045992"/>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a:solidFill>
                            <a:srgbClr val="002060"/>
                          </a:solidFill>
                          <a:latin typeface="Cambria Math" panose="02040503050406030204" pitchFamily="18" charset="0"/>
                          <a:ea typeface="Cambria Math" panose="02040503050406030204" pitchFamily="18" charset="0"/>
                        </a:rPr>
                        <m:t>∴</m:t>
                      </m:r>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−275=0.9144 </m:t>
                      </m:r>
                      <m:f>
                        <m:fPr>
                          <m:ctrlPr>
                            <a:rPr lang="en-US" sz="2800" i="1" smtClean="0">
                              <a:solidFill>
                                <a:srgbClr val="7030A0"/>
                              </a:solidFill>
                              <a:latin typeface="Cambria Math" panose="02040503050406030204" pitchFamily="18" charset="0"/>
                            </a:rPr>
                          </m:ctrlPr>
                        </m:fPr>
                        <m:num>
                          <m:r>
                            <a:rPr lang="en-US" sz="2800" i="1">
                              <a:solidFill>
                                <a:srgbClr val="7030A0"/>
                              </a:solidFill>
                              <a:latin typeface="Cambria Math" panose="02040503050406030204" pitchFamily="18" charset="0"/>
                            </a:rPr>
                            <m:t> </m:t>
                          </m:r>
                          <m:r>
                            <a:rPr lang="en-US" sz="2800" smtClean="0">
                              <a:solidFill>
                                <a:srgbClr val="002060"/>
                              </a:solidFill>
                              <a:latin typeface="Cambria Math" panose="02040503050406030204" pitchFamily="18" charset="0"/>
                            </a:rPr>
                            <m:t>46.521</m:t>
                          </m:r>
                          <m:r>
                            <a:rPr lang="en-US" sz="2800" i="1">
                              <a:solidFill>
                                <a:srgbClr val="002060"/>
                              </a:solidFill>
                              <a:latin typeface="Cambria Math" panose="02040503050406030204" pitchFamily="18" charset="0"/>
                            </a:rPr>
                            <m:t>9</m:t>
                          </m:r>
                          <m:r>
                            <a:rPr lang="en-US" sz="2800" i="1">
                              <a:solidFill>
                                <a:srgbClr val="7030A0"/>
                              </a:solidFill>
                              <a:latin typeface="Cambria Math" panose="02040503050406030204" pitchFamily="18" charset="0"/>
                            </a:rPr>
                            <m:t> </m:t>
                          </m:r>
                        </m:num>
                        <m:den>
                          <m:eqArr>
                            <m:eqArrPr>
                              <m:ctrlPr>
                                <a:rPr lang="en-US" sz="2800" i="1" smtClean="0">
                                  <a:solidFill>
                                    <a:srgbClr val="002060"/>
                                  </a:solidFill>
                                  <a:latin typeface="Cambria Math" panose="02040503050406030204" pitchFamily="18" charset="0"/>
                                </a:rPr>
                              </m:ctrlPr>
                            </m:eqArrPr>
                            <m:e>
                              <m:r>
                                <a:rPr lang="en-US" sz="2800" i="1">
                                  <a:solidFill>
                                    <a:srgbClr val="002060"/>
                                  </a:solidFill>
                                  <a:latin typeface="Cambria Math" panose="02040503050406030204" pitchFamily="18" charset="0"/>
                                </a:rPr>
                                <m:t> </m:t>
                              </m:r>
                            </m:e>
                            <m:e>
                              <m:r>
                                <a:rPr lang="en-US" sz="2800" i="1">
                                  <a:solidFill>
                                    <a:srgbClr val="002060"/>
                                  </a:solidFill>
                                  <a:latin typeface="Cambria Math" panose="02040503050406030204" pitchFamily="18" charset="0"/>
                                </a:rPr>
                                <m:t>8.9830</m:t>
                              </m:r>
                            </m:e>
                          </m:eqArr>
                        </m:den>
                      </m:f>
                      <m:d>
                        <m:dPr>
                          <m:ctrlPr>
                            <a:rPr lang="en-US"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m:t>
                          </m:r>
                          <m:r>
                            <a:rPr lang="en-US" sz="2800" i="1">
                              <a:solidFill>
                                <a:srgbClr val="002060"/>
                              </a:solidFill>
                              <a:latin typeface="Cambria Math" panose="02040503050406030204" pitchFamily="18" charset="0"/>
                            </a:rPr>
                            <m:t>18.1429 </m:t>
                          </m:r>
                        </m:e>
                      </m:d>
                    </m:oMath>
                  </m:oMathPara>
                </a14:m>
                <a:endParaRPr lang="en-US" sz="2800" dirty="0">
                  <a:solidFill>
                    <a:srgbClr val="002060"/>
                  </a:solidFill>
                </a:endParaRPr>
              </a:p>
            </p:txBody>
          </p:sp>
        </mc:Choice>
        <mc:Fallback xmlns="">
          <p:sp>
            <p:nvSpPr>
              <p:cNvPr id="16" name="Rectangle 15"/>
              <p:cNvSpPr>
                <a:spLocks noRot="1" noChangeAspect="1" noMove="1" noResize="1" noEditPoints="1" noAdjustHandles="1" noChangeArrowheads="1" noChangeShapeType="1" noTextEdit="1"/>
              </p:cNvSpPr>
              <p:nvPr/>
            </p:nvSpPr>
            <p:spPr>
              <a:xfrm>
                <a:off x="137270" y="1430953"/>
                <a:ext cx="7254422" cy="1045992"/>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Rectangle 35"/>
              <p:cNvSpPr/>
              <p:nvPr/>
            </p:nvSpPr>
            <p:spPr>
              <a:xfrm>
                <a:off x="137270" y="4302601"/>
                <a:ext cx="5256182"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a:solidFill>
                            <a:srgbClr val="002060"/>
                          </a:solidFill>
                          <a:latin typeface="Cambria Math" panose="02040503050406030204" pitchFamily="18" charset="0"/>
                          <a:ea typeface="Cambria Math" panose="02040503050406030204" pitchFamily="18" charset="0"/>
                        </a:rPr>
                        <m:t>∴</m:t>
                      </m:r>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=4.7356</m:t>
                      </m:r>
                      <m:r>
                        <a:rPr lang="en-US" sz="2800" i="1">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y</m:t>
                      </m:r>
                      <m:r>
                        <a:rPr lang="en-US" sz="2800" i="1">
                          <a:solidFill>
                            <a:srgbClr val="002060"/>
                          </a:solidFill>
                          <a:latin typeface="Cambria Math" panose="02040503050406030204" pitchFamily="18" charset="0"/>
                        </a:rPr>
                        <m:t>−85.9193</m:t>
                      </m:r>
                      <m:r>
                        <a:rPr lang="en-US" sz="2800" i="1">
                          <a:solidFill>
                            <a:prstClr val="white"/>
                          </a:solidFill>
                          <a:latin typeface="Cambria Math" panose="02040503050406030204" pitchFamily="18" charset="0"/>
                        </a:rPr>
                        <m:t>+275</m:t>
                      </m:r>
                    </m:oMath>
                  </m:oMathPara>
                </a14:m>
                <a:endParaRPr lang="en-US" sz="2800" dirty="0">
                  <a:solidFill>
                    <a:srgbClr val="002060"/>
                  </a:solidFill>
                </a:endParaRPr>
              </a:p>
            </p:txBody>
          </p:sp>
        </mc:Choice>
        <mc:Fallback xmlns="">
          <p:sp>
            <p:nvSpPr>
              <p:cNvPr id="36" name="Rectangle 35"/>
              <p:cNvSpPr>
                <a:spLocks noRot="1" noChangeAspect="1" noMove="1" noResize="1" noEditPoints="1" noAdjustHandles="1" noChangeArrowheads="1" noChangeShapeType="1" noTextEdit="1"/>
              </p:cNvSpPr>
              <p:nvPr/>
            </p:nvSpPr>
            <p:spPr>
              <a:xfrm>
                <a:off x="137270" y="4302601"/>
                <a:ext cx="5256182" cy="523220"/>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Rectangle 36"/>
              <p:cNvSpPr/>
              <p:nvPr/>
            </p:nvSpPr>
            <p:spPr>
              <a:xfrm>
                <a:off x="137270" y="5088488"/>
                <a:ext cx="4431406"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a:solidFill>
                            <a:srgbClr val="002060"/>
                          </a:solidFill>
                          <a:latin typeface="Cambria Math" panose="02040503050406030204" pitchFamily="18" charset="0"/>
                          <a:ea typeface="Cambria Math" panose="02040503050406030204" pitchFamily="18" charset="0"/>
                        </a:rPr>
                        <m:t>∴</m:t>
                      </m:r>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=4.7356</m:t>
                      </m:r>
                      <m:r>
                        <a:rPr lang="en-US" sz="2800" i="1">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y</m:t>
                      </m:r>
                      <m:r>
                        <a:rPr lang="en-US" sz="2800" i="1">
                          <a:solidFill>
                            <a:srgbClr val="002060"/>
                          </a:solidFill>
                          <a:latin typeface="Cambria Math" panose="02040503050406030204" pitchFamily="18" charset="0"/>
                        </a:rPr>
                        <m:t>+</m:t>
                      </m:r>
                      <m:r>
                        <a:rPr lang="en-US" sz="2800" i="1">
                          <a:solidFill>
                            <a:prstClr val="white"/>
                          </a:solidFill>
                          <a:latin typeface="Cambria Math" panose="02040503050406030204" pitchFamily="18" charset="0"/>
                        </a:rPr>
                        <m:t>189.0825</m:t>
                      </m:r>
                    </m:oMath>
                  </m:oMathPara>
                </a14:m>
                <a:endParaRPr lang="en-US" sz="2800" dirty="0">
                  <a:solidFill>
                    <a:srgbClr val="002060"/>
                  </a:solidFill>
                </a:endParaRPr>
              </a:p>
            </p:txBody>
          </p:sp>
        </mc:Choice>
        <mc:Fallback xmlns="">
          <p:sp>
            <p:nvSpPr>
              <p:cNvPr id="37" name="Rectangle 36"/>
              <p:cNvSpPr>
                <a:spLocks noRot="1" noChangeAspect="1" noMove="1" noResize="1" noEditPoints="1" noAdjustHandles="1" noChangeArrowheads="1" noChangeShapeType="1" noTextEdit="1"/>
              </p:cNvSpPr>
              <p:nvPr/>
            </p:nvSpPr>
            <p:spPr>
              <a:xfrm>
                <a:off x="137270" y="5088488"/>
                <a:ext cx="4431406" cy="523220"/>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Rectangle 37"/>
              <p:cNvSpPr/>
              <p:nvPr/>
            </p:nvSpPr>
            <p:spPr>
              <a:xfrm>
                <a:off x="137270" y="5874375"/>
                <a:ext cx="9902711" cy="523220"/>
              </a:xfrm>
              <a:prstGeom prst="rect">
                <a:avLst/>
              </a:prstGeom>
              <a:ln>
                <a:solidFill>
                  <a:srgbClr val="FF0000"/>
                </a:solidFill>
              </a:ln>
            </p:spPr>
            <p:style>
              <a:lnRef idx="2">
                <a:schemeClr val="accent2"/>
              </a:lnRef>
              <a:fillRef idx="1">
                <a:schemeClr val="lt1"/>
              </a:fillRef>
              <a:effectRef idx="0">
                <a:schemeClr val="accent2"/>
              </a:effectRef>
              <a:fontRef idx="minor">
                <a:schemeClr val="dk1"/>
              </a:fontRef>
            </p:style>
            <p:txBody>
              <a:bodyPr wrap="none">
                <a:spAutoFit/>
              </a:bodyPr>
              <a:lstStyle/>
              <a:p>
                <a:pPr/>
                <a14:m>
                  <m:oMathPara xmlns:m="http://schemas.openxmlformats.org/officeDocument/2006/math">
                    <m:oMathParaPr>
                      <m:jc m:val="left"/>
                    </m:oMathParaPr>
                    <m:oMath xmlns:m="http://schemas.openxmlformats.org/officeDocument/2006/math">
                      <m:r>
                        <a:rPr lang="en-US" sz="2800" b="1" i="1">
                          <a:solidFill>
                            <a:srgbClr val="7030A0"/>
                          </a:solidFill>
                          <a:latin typeface="Cambria Math" panose="02040503050406030204" pitchFamily="18" charset="0"/>
                          <a:ea typeface="Cambria Math" panose="02040503050406030204" pitchFamily="18" charset="0"/>
                        </a:rPr>
                        <m:t>∴</m:t>
                      </m:r>
                      <m:r>
                        <m:rPr>
                          <m:nor/>
                        </m:rPr>
                        <a:rPr lang="en-US" sz="2800" b="1" dirty="0">
                          <a:solidFill>
                            <a:srgbClr val="7030A0"/>
                          </a:solidFill>
                        </a:rPr>
                        <m:t>The</m:t>
                      </m:r>
                      <m:r>
                        <m:rPr>
                          <m:nor/>
                        </m:rPr>
                        <a:rPr lang="en-US" sz="2800" b="1" dirty="0">
                          <a:solidFill>
                            <a:srgbClr val="7030A0"/>
                          </a:solidFill>
                        </a:rPr>
                        <m:t> </m:t>
                      </m:r>
                      <m:r>
                        <m:rPr>
                          <m:nor/>
                        </m:rPr>
                        <a:rPr lang="en-US" sz="2800" b="1" dirty="0">
                          <a:solidFill>
                            <a:srgbClr val="7030A0"/>
                          </a:solidFill>
                        </a:rPr>
                        <m:t>Regression</m:t>
                      </m:r>
                      <m:r>
                        <m:rPr>
                          <m:nor/>
                        </m:rPr>
                        <a:rPr lang="en-US" sz="2800" b="1" dirty="0">
                          <a:solidFill>
                            <a:srgbClr val="7030A0"/>
                          </a:solidFill>
                        </a:rPr>
                        <m:t> </m:t>
                      </m:r>
                      <m:r>
                        <m:rPr>
                          <m:nor/>
                        </m:rPr>
                        <a:rPr lang="en-US" sz="2800" b="1" dirty="0">
                          <a:solidFill>
                            <a:srgbClr val="7030A0"/>
                          </a:solidFill>
                        </a:rPr>
                        <m:t>line</m:t>
                      </m:r>
                      <m:r>
                        <m:rPr>
                          <m:nor/>
                        </m:rPr>
                        <a:rPr lang="en-US" sz="2800" b="1" dirty="0">
                          <a:solidFill>
                            <a:srgbClr val="7030A0"/>
                          </a:solidFill>
                        </a:rPr>
                        <m:t> </m:t>
                      </m:r>
                      <m:r>
                        <m:rPr>
                          <m:nor/>
                        </m:rPr>
                        <a:rPr lang="en-US" sz="2800" b="1" dirty="0">
                          <a:solidFill>
                            <a:srgbClr val="7030A0"/>
                          </a:solidFill>
                        </a:rPr>
                        <m:t>of</m:t>
                      </m:r>
                      <m:r>
                        <m:rPr>
                          <m:nor/>
                        </m:rPr>
                        <a:rPr lang="en-US" sz="2800" b="1" dirty="0">
                          <a:solidFill>
                            <a:srgbClr val="7030A0"/>
                          </a:solidFill>
                        </a:rPr>
                        <m:t> </m:t>
                      </m:r>
                      <m:r>
                        <m:rPr>
                          <m:nor/>
                        </m:rPr>
                        <a:rPr lang="en-US" sz="2800" b="1" dirty="0">
                          <a:solidFill>
                            <a:srgbClr val="7030A0"/>
                          </a:solidFill>
                        </a:rPr>
                        <m:t>x</m:t>
                      </m:r>
                      <m:r>
                        <m:rPr>
                          <m:nor/>
                        </m:rPr>
                        <a:rPr lang="en-US" sz="2800" b="1" dirty="0">
                          <a:solidFill>
                            <a:srgbClr val="7030A0"/>
                          </a:solidFill>
                        </a:rPr>
                        <m:t> </m:t>
                      </m:r>
                      <m:r>
                        <m:rPr>
                          <m:nor/>
                        </m:rPr>
                        <a:rPr lang="en-US" sz="2800" b="1" dirty="0">
                          <a:solidFill>
                            <a:srgbClr val="7030A0"/>
                          </a:solidFill>
                        </a:rPr>
                        <m:t>on</m:t>
                      </m:r>
                      <m:r>
                        <m:rPr>
                          <m:nor/>
                        </m:rPr>
                        <a:rPr lang="en-US" sz="2800" b="1" dirty="0">
                          <a:solidFill>
                            <a:srgbClr val="7030A0"/>
                          </a:solidFill>
                        </a:rPr>
                        <m:t> </m:t>
                      </m:r>
                      <m:r>
                        <m:rPr>
                          <m:nor/>
                        </m:rPr>
                        <a:rPr lang="en-US" sz="2800" b="1" dirty="0">
                          <a:solidFill>
                            <a:srgbClr val="7030A0"/>
                          </a:solidFill>
                        </a:rPr>
                        <m:t>y</m:t>
                      </m:r>
                      <m:r>
                        <m:rPr>
                          <m:nor/>
                        </m:rPr>
                        <a:rPr lang="en-US" sz="2800" b="1" dirty="0">
                          <a:solidFill>
                            <a:srgbClr val="7030A0"/>
                          </a:solidFill>
                        </a:rPr>
                        <m:t> </m:t>
                      </m:r>
                      <m:r>
                        <m:rPr>
                          <m:nor/>
                        </m:rPr>
                        <a:rPr lang="en-US" sz="2800" b="1" dirty="0">
                          <a:solidFill>
                            <a:srgbClr val="7030A0"/>
                          </a:solidFill>
                        </a:rPr>
                        <m:t>is</m:t>
                      </m:r>
                      <m:r>
                        <a:rPr lang="en-US" sz="2800" i="1" dirty="0">
                          <a:solidFill>
                            <a:srgbClr val="7030A0"/>
                          </a:solidFill>
                          <a:latin typeface="Cambria Math" panose="02040503050406030204" pitchFamily="18" charset="0"/>
                        </a:rPr>
                        <m:t>     </m:t>
                      </m:r>
                      <m:r>
                        <a:rPr lang="en-US" sz="2800" b="1" i="1">
                          <a:solidFill>
                            <a:srgbClr val="7030A0"/>
                          </a:solidFill>
                          <a:latin typeface="Cambria Math" panose="02040503050406030204" pitchFamily="18" charset="0"/>
                        </a:rPr>
                        <m:t>𝐱</m:t>
                      </m:r>
                      <m:r>
                        <a:rPr lang="en-US" sz="2800" b="1">
                          <a:solidFill>
                            <a:srgbClr val="7030A0"/>
                          </a:solidFill>
                          <a:latin typeface="Cambria Math" panose="02040503050406030204" pitchFamily="18" charset="0"/>
                        </a:rPr>
                        <m:t>=</m:t>
                      </m:r>
                      <m:r>
                        <a:rPr lang="en-US" sz="2800" b="1" i="1">
                          <a:solidFill>
                            <a:srgbClr val="7030A0"/>
                          </a:solidFill>
                          <a:latin typeface="Cambria Math" panose="02040503050406030204" pitchFamily="18" charset="0"/>
                        </a:rPr>
                        <m:t>𝟒</m:t>
                      </m:r>
                      <m:r>
                        <a:rPr lang="en-US" sz="2800" b="1">
                          <a:solidFill>
                            <a:srgbClr val="7030A0"/>
                          </a:solidFill>
                          <a:latin typeface="Cambria Math" panose="02040503050406030204" pitchFamily="18" charset="0"/>
                        </a:rPr>
                        <m:t>.</m:t>
                      </m:r>
                      <m:r>
                        <a:rPr lang="en-US" sz="2800" b="1" i="1">
                          <a:solidFill>
                            <a:srgbClr val="7030A0"/>
                          </a:solidFill>
                          <a:latin typeface="Cambria Math" panose="02040503050406030204" pitchFamily="18" charset="0"/>
                        </a:rPr>
                        <m:t>𝟕𝟑𝟓𝟔</m:t>
                      </m:r>
                      <m:r>
                        <a:rPr lang="en-US" sz="2800" b="1" i="1">
                          <a:solidFill>
                            <a:srgbClr val="7030A0"/>
                          </a:solidFill>
                          <a:latin typeface="Cambria Math" panose="02040503050406030204" pitchFamily="18" charset="0"/>
                        </a:rPr>
                        <m:t> </m:t>
                      </m:r>
                      <m:r>
                        <a:rPr lang="en-US" sz="2800" b="1" i="1">
                          <a:solidFill>
                            <a:srgbClr val="7030A0"/>
                          </a:solidFill>
                          <a:latin typeface="Cambria Math" panose="02040503050406030204" pitchFamily="18" charset="0"/>
                        </a:rPr>
                        <m:t>𝐲</m:t>
                      </m:r>
                      <m:r>
                        <a:rPr lang="en-US" sz="2800" b="1" i="1">
                          <a:solidFill>
                            <a:srgbClr val="7030A0"/>
                          </a:solidFill>
                          <a:latin typeface="Cambria Math" panose="02040503050406030204" pitchFamily="18" charset="0"/>
                        </a:rPr>
                        <m:t>+</m:t>
                      </m:r>
                      <m:r>
                        <a:rPr lang="en-US" sz="2800" b="1" i="1">
                          <a:solidFill>
                            <a:srgbClr val="7030A0"/>
                          </a:solidFill>
                          <a:latin typeface="Cambria Math" panose="02040503050406030204" pitchFamily="18" charset="0"/>
                        </a:rPr>
                        <m:t>𝟏𝟖𝟗</m:t>
                      </m:r>
                      <m:r>
                        <a:rPr lang="en-US" sz="2800" b="1" i="1">
                          <a:solidFill>
                            <a:srgbClr val="7030A0"/>
                          </a:solidFill>
                          <a:latin typeface="Cambria Math" panose="02040503050406030204" pitchFamily="18" charset="0"/>
                        </a:rPr>
                        <m:t>.</m:t>
                      </m:r>
                      <m:r>
                        <a:rPr lang="en-US" sz="2800" b="1" i="1">
                          <a:solidFill>
                            <a:srgbClr val="7030A0"/>
                          </a:solidFill>
                          <a:latin typeface="Cambria Math" panose="02040503050406030204" pitchFamily="18" charset="0"/>
                        </a:rPr>
                        <m:t>𝟎𝟖𝟎𝟕</m:t>
                      </m:r>
                    </m:oMath>
                  </m:oMathPara>
                </a14:m>
                <a:endParaRPr lang="en-US" sz="2800" b="1" dirty="0">
                  <a:solidFill>
                    <a:srgbClr val="7030A0"/>
                  </a:solidFill>
                </a:endParaRPr>
              </a:p>
            </p:txBody>
          </p:sp>
        </mc:Choice>
        <mc:Fallback xmlns="">
          <p:sp>
            <p:nvSpPr>
              <p:cNvPr id="38" name="Rectangle 37"/>
              <p:cNvSpPr>
                <a:spLocks noRot="1" noChangeAspect="1" noMove="1" noResize="1" noEditPoints="1" noAdjustHandles="1" noChangeArrowheads="1" noChangeShapeType="1" noTextEdit="1"/>
              </p:cNvSpPr>
              <p:nvPr/>
            </p:nvSpPr>
            <p:spPr>
              <a:xfrm>
                <a:off x="137270" y="5874375"/>
                <a:ext cx="9902711" cy="523220"/>
              </a:xfrm>
              <a:prstGeom prst="rect">
                <a:avLst/>
              </a:prstGeom>
              <a:blipFill rotWithShape="0">
                <a:blip r:embed="rId8"/>
                <a:stretch>
                  <a:fillRect/>
                </a:stretch>
              </a:blipFill>
              <a:ln>
                <a:solidFill>
                  <a:srgbClr val="FF00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Rectangle 38"/>
              <p:cNvSpPr/>
              <p:nvPr/>
            </p:nvSpPr>
            <p:spPr>
              <a:xfrm>
                <a:off x="2085804" y="2734843"/>
                <a:ext cx="1334020"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a:solidFill>
                            <a:srgbClr val="FF0000"/>
                          </a:solidFill>
                          <a:latin typeface="Cambria Math" panose="02040503050406030204" pitchFamily="18" charset="0"/>
                          <a:ea typeface="Cambria Math" panose="02040503050406030204" pitchFamily="18" charset="0"/>
                        </a:rPr>
                        <m:t>4.7357</m:t>
                      </m:r>
                    </m:oMath>
                  </m:oMathPara>
                </a14:m>
                <a:endParaRPr lang="en-US" sz="2800" dirty="0">
                  <a:solidFill>
                    <a:srgbClr val="FF0000"/>
                  </a:solidFill>
                </a:endParaRPr>
              </a:p>
            </p:txBody>
          </p:sp>
        </mc:Choice>
        <mc:Fallback xmlns="">
          <p:sp>
            <p:nvSpPr>
              <p:cNvPr id="39" name="Rectangle 38"/>
              <p:cNvSpPr>
                <a:spLocks noRot="1" noChangeAspect="1" noMove="1" noResize="1" noEditPoints="1" noAdjustHandles="1" noChangeArrowheads="1" noChangeShapeType="1" noTextEdit="1"/>
              </p:cNvSpPr>
              <p:nvPr/>
            </p:nvSpPr>
            <p:spPr>
              <a:xfrm>
                <a:off x="2085804" y="2734843"/>
                <a:ext cx="1334020" cy="523220"/>
              </a:xfrm>
              <a:prstGeom prst="rect">
                <a:avLst/>
              </a:prstGeom>
              <a:blipFill rotWithShape="0">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Rectangle 39"/>
              <p:cNvSpPr/>
              <p:nvPr/>
            </p:nvSpPr>
            <p:spPr>
              <a:xfrm>
                <a:off x="2086776" y="3516714"/>
                <a:ext cx="1334020"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a:solidFill>
                            <a:srgbClr val="FF0000"/>
                          </a:solidFill>
                          <a:latin typeface="Cambria Math" panose="02040503050406030204" pitchFamily="18" charset="0"/>
                          <a:ea typeface="Cambria Math" panose="02040503050406030204" pitchFamily="18" charset="0"/>
                        </a:rPr>
                        <m:t>4.7357</m:t>
                      </m:r>
                    </m:oMath>
                  </m:oMathPara>
                </a14:m>
                <a:endParaRPr lang="en-US" sz="2800" dirty="0">
                  <a:solidFill>
                    <a:srgbClr val="FF0000"/>
                  </a:solidFill>
                </a:endParaRPr>
              </a:p>
            </p:txBody>
          </p:sp>
        </mc:Choice>
        <mc:Fallback xmlns="">
          <p:sp>
            <p:nvSpPr>
              <p:cNvPr id="40" name="Rectangle 39"/>
              <p:cNvSpPr>
                <a:spLocks noRot="1" noChangeAspect="1" noMove="1" noResize="1" noEditPoints="1" noAdjustHandles="1" noChangeArrowheads="1" noChangeShapeType="1" noTextEdit="1"/>
              </p:cNvSpPr>
              <p:nvPr/>
            </p:nvSpPr>
            <p:spPr>
              <a:xfrm>
                <a:off x="2086776" y="3516714"/>
                <a:ext cx="1334020" cy="523220"/>
              </a:xfrm>
              <a:prstGeom prst="rect">
                <a:avLst/>
              </a:prstGeom>
              <a:blipFill rotWithShape="0">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Rectangle 40"/>
              <p:cNvSpPr/>
              <p:nvPr/>
            </p:nvSpPr>
            <p:spPr>
              <a:xfrm>
                <a:off x="3822356" y="3513924"/>
                <a:ext cx="1532792"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a:solidFill>
                            <a:srgbClr val="FF0000"/>
                          </a:solidFill>
                          <a:latin typeface="Cambria Math" panose="02040503050406030204" pitchFamily="18" charset="0"/>
                          <a:ea typeface="Cambria Math" panose="02040503050406030204" pitchFamily="18" charset="0"/>
                        </a:rPr>
                        <m:t>85.9193</m:t>
                      </m:r>
                    </m:oMath>
                  </m:oMathPara>
                </a14:m>
                <a:endParaRPr lang="en-US" sz="2800" dirty="0">
                  <a:solidFill>
                    <a:srgbClr val="FF0000"/>
                  </a:solidFill>
                </a:endParaRPr>
              </a:p>
            </p:txBody>
          </p:sp>
        </mc:Choice>
        <mc:Fallback xmlns="">
          <p:sp>
            <p:nvSpPr>
              <p:cNvPr id="41" name="Rectangle 40"/>
              <p:cNvSpPr>
                <a:spLocks noRot="1" noChangeAspect="1" noMove="1" noResize="1" noEditPoints="1" noAdjustHandles="1" noChangeArrowheads="1" noChangeShapeType="1" noTextEdit="1"/>
              </p:cNvSpPr>
              <p:nvPr/>
            </p:nvSpPr>
            <p:spPr>
              <a:xfrm>
                <a:off x="3822356" y="3513924"/>
                <a:ext cx="1532792" cy="523220"/>
              </a:xfrm>
              <a:prstGeom prst="rect">
                <a:avLst/>
              </a:prstGeom>
              <a:blipFill rotWithShape="0">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Rectangle 41"/>
              <p:cNvSpPr/>
              <p:nvPr/>
            </p:nvSpPr>
            <p:spPr>
              <a:xfrm>
                <a:off x="4163090" y="4302113"/>
                <a:ext cx="1208985"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a:solidFill>
                            <a:srgbClr val="FF0000"/>
                          </a:solidFill>
                          <a:latin typeface="Cambria Math" panose="02040503050406030204" pitchFamily="18" charset="0"/>
                          <a:ea typeface="Cambria Math" panose="02040503050406030204" pitchFamily="18" charset="0"/>
                        </a:rPr>
                        <m:t>+ 275</m:t>
                      </m:r>
                    </m:oMath>
                  </m:oMathPara>
                </a14:m>
                <a:endParaRPr lang="en-US" sz="2800" dirty="0">
                  <a:solidFill>
                    <a:srgbClr val="FF0000"/>
                  </a:solidFill>
                </a:endParaRPr>
              </a:p>
            </p:txBody>
          </p:sp>
        </mc:Choice>
        <mc:Fallback xmlns="">
          <p:sp>
            <p:nvSpPr>
              <p:cNvPr id="42" name="Rectangle 41"/>
              <p:cNvSpPr>
                <a:spLocks noRot="1" noChangeAspect="1" noMove="1" noResize="1" noEditPoints="1" noAdjustHandles="1" noChangeArrowheads="1" noChangeShapeType="1" noTextEdit="1"/>
              </p:cNvSpPr>
              <p:nvPr/>
            </p:nvSpPr>
            <p:spPr>
              <a:xfrm>
                <a:off x="4163090" y="4302113"/>
                <a:ext cx="1208985" cy="523220"/>
              </a:xfrm>
              <a:prstGeom prst="rect">
                <a:avLst/>
              </a:prstGeom>
              <a:blipFill rotWithShape="0">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Rectangle 42"/>
              <p:cNvSpPr/>
              <p:nvPr/>
            </p:nvSpPr>
            <p:spPr>
              <a:xfrm>
                <a:off x="2880272" y="5088488"/>
                <a:ext cx="1731564"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a:solidFill>
                            <a:srgbClr val="FF0000"/>
                          </a:solidFill>
                          <a:latin typeface="Cambria Math" panose="02040503050406030204" pitchFamily="18" charset="0"/>
                          <a:ea typeface="Cambria Math" panose="02040503050406030204" pitchFamily="18" charset="0"/>
                        </a:rPr>
                        <m:t>189.0807</m:t>
                      </m:r>
                    </m:oMath>
                  </m:oMathPara>
                </a14:m>
                <a:endParaRPr lang="en-US" sz="2800" dirty="0">
                  <a:solidFill>
                    <a:srgbClr val="FF0000"/>
                  </a:solidFill>
                </a:endParaRPr>
              </a:p>
            </p:txBody>
          </p:sp>
        </mc:Choice>
        <mc:Fallback xmlns="">
          <p:sp>
            <p:nvSpPr>
              <p:cNvPr id="43" name="Rectangle 42"/>
              <p:cNvSpPr>
                <a:spLocks noRot="1" noChangeAspect="1" noMove="1" noResize="1" noEditPoints="1" noAdjustHandles="1" noChangeArrowheads="1" noChangeShapeType="1" noTextEdit="1"/>
              </p:cNvSpPr>
              <p:nvPr/>
            </p:nvSpPr>
            <p:spPr>
              <a:xfrm>
                <a:off x="2880272" y="5088488"/>
                <a:ext cx="1731564" cy="523220"/>
              </a:xfrm>
              <a:prstGeom prst="rect">
                <a:avLst/>
              </a:prstGeom>
              <a:blipFill rotWithShape="0">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ounded Rectangle 18"/>
              <p:cNvSpPr/>
              <p:nvPr/>
            </p:nvSpPr>
            <p:spPr>
              <a:xfrm>
                <a:off x="8441622" y="1458104"/>
                <a:ext cx="3750378" cy="1099450"/>
              </a:xfrm>
              <a:prstGeom prst="roundRect">
                <a:avLst/>
              </a:prstGeom>
              <a:solidFill>
                <a:schemeClr val="accent6">
                  <a:lumMod val="20000"/>
                  <a:lumOff val="8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r>
                  <a:rPr lang="en-US" sz="2800" dirty="0">
                    <a:solidFill>
                      <a:srgbClr val="7030A0"/>
                    </a:solidFill>
                  </a:rPr>
                  <a:t>Calculation in calculator:</a:t>
                </a:r>
              </a:p>
              <a:p>
                <a:pPr algn="ctr"/>
                <a14:m>
                  <m:oMathPara xmlns:m="http://schemas.openxmlformats.org/officeDocument/2006/math">
                    <m:oMathParaPr>
                      <m:jc m:val="centerGroup"/>
                    </m:oMathParaPr>
                    <m:oMath xmlns:m="http://schemas.openxmlformats.org/officeDocument/2006/math">
                      <m:r>
                        <m:rPr>
                          <m:sty m:val="p"/>
                        </m:rPr>
                        <a:rPr lang="en-US" sz="2800">
                          <a:solidFill>
                            <a:srgbClr val="7030A0"/>
                          </a:solidFill>
                          <a:latin typeface="Cambria Math" panose="02040503050406030204" pitchFamily="18" charset="0"/>
                        </a:rPr>
                        <m:t>r</m:t>
                      </m:r>
                      <m:r>
                        <a:rPr lang="en-US" sz="2800" i="1">
                          <a:solidFill>
                            <a:srgbClr val="7030A0"/>
                          </a:solidFill>
                          <a:latin typeface="Cambria Math" panose="02040503050406030204" pitchFamily="18" charset="0"/>
                          <a:ea typeface="Cambria Math" panose="02040503050406030204" pitchFamily="18" charset="0"/>
                        </a:rPr>
                        <m:t>×</m:t>
                      </m:r>
                      <m:sSub>
                        <m:sSubPr>
                          <m:ctrlPr>
                            <a:rPr lang="en-US" sz="2800" i="1">
                              <a:solidFill>
                                <a:srgbClr val="7030A0"/>
                              </a:solidFill>
                              <a:latin typeface="Cambria Math" panose="02040503050406030204" pitchFamily="18" charset="0"/>
                            </a:rPr>
                          </m:ctrlPr>
                        </m:sSubPr>
                        <m:e>
                          <m:r>
                            <m:rPr>
                              <m:sty m:val="p"/>
                            </m:rPr>
                            <a:rPr lang="en-US" sz="2800">
                              <a:solidFill>
                                <a:srgbClr val="7030A0"/>
                              </a:solidFill>
                              <a:latin typeface="Cambria Math" panose="02040503050406030204" pitchFamily="18" charset="0"/>
                            </a:rPr>
                            <m:t>σ</m:t>
                          </m:r>
                        </m:e>
                        <m:sub>
                          <m:r>
                            <m:rPr>
                              <m:sty m:val="p"/>
                            </m:rPr>
                            <a:rPr lang="en-US" sz="2800">
                              <a:solidFill>
                                <a:srgbClr val="7030A0"/>
                              </a:solidFill>
                              <a:latin typeface="Cambria Math" panose="02040503050406030204" pitchFamily="18" charset="0"/>
                            </a:rPr>
                            <m:t>x</m:t>
                          </m:r>
                        </m:sub>
                      </m:sSub>
                      <m:r>
                        <a:rPr lang="en-US" sz="2800" i="1">
                          <a:solidFill>
                            <a:srgbClr val="7030A0"/>
                          </a:solidFill>
                          <a:latin typeface="Cambria Math" panose="02040503050406030204" pitchFamily="18" charset="0"/>
                          <a:ea typeface="Cambria Math" panose="02040503050406030204" pitchFamily="18" charset="0"/>
                        </a:rPr>
                        <m:t>÷</m:t>
                      </m:r>
                      <m:sSub>
                        <m:sSubPr>
                          <m:ctrlPr>
                            <a:rPr lang="en-US" sz="2800" i="1">
                              <a:solidFill>
                                <a:srgbClr val="7030A0"/>
                              </a:solidFill>
                              <a:latin typeface="Cambria Math" panose="02040503050406030204" pitchFamily="18" charset="0"/>
                            </a:rPr>
                          </m:ctrlPr>
                        </m:sSubPr>
                        <m:e>
                          <m:r>
                            <m:rPr>
                              <m:sty m:val="p"/>
                            </m:rPr>
                            <a:rPr lang="en-US" sz="2800">
                              <a:solidFill>
                                <a:srgbClr val="7030A0"/>
                              </a:solidFill>
                              <a:latin typeface="Cambria Math" panose="02040503050406030204" pitchFamily="18" charset="0"/>
                            </a:rPr>
                            <m:t>σ</m:t>
                          </m:r>
                        </m:e>
                        <m:sub>
                          <m:r>
                            <m:rPr>
                              <m:sty m:val="p"/>
                            </m:rPr>
                            <a:rPr lang="en-US" sz="2800">
                              <a:solidFill>
                                <a:srgbClr val="7030A0"/>
                              </a:solidFill>
                              <a:latin typeface="Cambria Math" panose="02040503050406030204" pitchFamily="18" charset="0"/>
                            </a:rPr>
                            <m:t>y</m:t>
                          </m:r>
                        </m:sub>
                      </m:sSub>
                    </m:oMath>
                  </m:oMathPara>
                </a14:m>
                <a:endParaRPr lang="en-US" sz="2800" dirty="0">
                  <a:solidFill>
                    <a:srgbClr val="7030A0"/>
                  </a:solidFill>
                </a:endParaRPr>
              </a:p>
            </p:txBody>
          </p:sp>
        </mc:Choice>
        <mc:Fallback xmlns="">
          <p:sp>
            <p:nvSpPr>
              <p:cNvPr id="19" name="Rounded Rectangle 18"/>
              <p:cNvSpPr>
                <a:spLocks noRot="1" noChangeAspect="1" noMove="1" noResize="1" noEditPoints="1" noAdjustHandles="1" noChangeArrowheads="1" noChangeShapeType="1" noTextEdit="1"/>
              </p:cNvSpPr>
              <p:nvPr/>
            </p:nvSpPr>
            <p:spPr>
              <a:xfrm>
                <a:off x="8441622" y="1458104"/>
                <a:ext cx="3750378" cy="1099450"/>
              </a:xfrm>
              <a:prstGeom prst="roundRect">
                <a:avLst/>
              </a:prstGeom>
              <a:blipFill rotWithShape="0">
                <a:blip r:embed="rId14"/>
                <a:stretch>
                  <a:fillRect l="-1783" r="-1783"/>
                </a:stretch>
              </a:blipFill>
              <a:ln>
                <a:solidFill>
                  <a:srgbClr val="7030A0"/>
                </a:solidFill>
              </a:ln>
            </p:spPr>
            <p:txBody>
              <a:bodyPr/>
              <a:lstStyle/>
              <a:p>
                <a:r>
                  <a:rPr lang="en-US">
                    <a:noFill/>
                  </a:rPr>
                  <a:t> </a:t>
                </a:r>
              </a:p>
            </p:txBody>
          </p:sp>
        </mc:Fallback>
      </mc:AlternateContent>
    </p:spTree>
    <p:extLst>
      <p:ext uri="{BB962C8B-B14F-4D97-AF65-F5344CB8AC3E}">
        <p14:creationId xmlns:p14="http://schemas.microsoft.com/office/powerpoint/2010/main" val="4240084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0" grpId="0"/>
      <p:bldP spid="16" grpId="0"/>
      <p:bldP spid="36" grpId="0"/>
      <p:bldP spid="37" grpId="0"/>
      <p:bldP spid="38" grpId="0" animBg="1"/>
      <p:bldP spid="39" grpId="0"/>
      <p:bldP spid="40" grpId="0"/>
      <p:bldP spid="41" grpId="0"/>
      <p:bldP spid="42" grpId="0"/>
      <p:bldP spid="43" grpId="0"/>
      <p:bldP spid="19" grpId="0" animBg="1"/>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7" y="869082"/>
            <a:ext cx="11929643" cy="292608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00000"/>
              </a:lnSpc>
            </a:pPr>
            <a:r>
              <a:rPr lang="en-US" dirty="0"/>
              <a:t>A study of amount of rainfall and quantity of air pollution removed is given by bellow table. </a:t>
            </a:r>
          </a:p>
          <a:p>
            <a:pPr marL="509588" lvl="0" indent="-509588"/>
            <a:r>
              <a:rPr lang="en-US" b="1" dirty="0"/>
              <a:t>(a)</a:t>
            </a:r>
            <a:r>
              <a:rPr lang="en-US" dirty="0"/>
              <a:t> Find the equation of the regression line to predict the particulate removed from    the amount of daily rainfall.</a:t>
            </a:r>
          </a:p>
          <a:p>
            <a:pPr lvl="0"/>
            <a:r>
              <a:rPr lang="en-US" b="1" dirty="0"/>
              <a:t>(b)</a:t>
            </a:r>
            <a:r>
              <a:rPr lang="en-US" dirty="0"/>
              <a:t> Find the amount of particulate removed when daily rainfall is 4.8.</a:t>
            </a:r>
          </a:p>
        </p:txBody>
      </p:sp>
      <p:sp>
        <p:nvSpPr>
          <p:cNvPr id="2" name="Title 1"/>
          <p:cNvSpPr>
            <a:spLocks noGrp="1"/>
          </p:cNvSpPr>
          <p:nvPr>
            <p:ph type="title"/>
          </p:nvPr>
        </p:nvSpPr>
        <p:spPr/>
        <p:txBody>
          <a:bodyPr/>
          <a:lstStyle/>
          <a:p>
            <a:r>
              <a:rPr lang="en-GB" dirty="0"/>
              <a:t>Method 3 ⇝ Example 2</a:t>
            </a:r>
            <a:endParaRPr lang="en-US" dirty="0"/>
          </a:p>
        </p:txBody>
      </p:sp>
      <p:sp>
        <p:nvSpPr>
          <p:cNvPr id="50" name="Rectangle 49">
            <a:extLst>
              <a:ext uri="{FF2B5EF4-FFF2-40B4-BE49-F238E27FC236}">
                <a16:creationId xmlns:a16="http://schemas.microsoft.com/office/drawing/2014/main" id="{B2D3FB0B-D709-43AC-B65F-29361B504B61}"/>
              </a:ext>
            </a:extLst>
          </p:cNvPr>
          <p:cNvSpPr/>
          <p:nvPr/>
        </p:nvSpPr>
        <p:spPr>
          <a:xfrm>
            <a:off x="131177" y="5383269"/>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8" name="Rectangle 7"/>
              <p:cNvSpPr/>
              <p:nvPr/>
            </p:nvSpPr>
            <p:spPr>
              <a:xfrm>
                <a:off x="1625597" y="5383269"/>
                <a:ext cx="9231181" cy="523220"/>
              </a:xfrm>
              <a:prstGeom prst="rect">
                <a:avLst/>
              </a:prstGeom>
            </p:spPr>
            <p:txBody>
              <a:bodyPr wrap="none">
                <a:spAutoFit/>
              </a:bodyPr>
              <a:lstStyle/>
              <a:p>
                <a:r>
                  <a:rPr lang="en-US" sz="2800" dirty="0">
                    <a:solidFill>
                      <a:srgbClr val="002060"/>
                    </a:solidFill>
                  </a:rPr>
                  <a:t>Let us take,     </a:t>
                </a:r>
                <a14:m>
                  <m:oMath xmlns:m="http://schemas.openxmlformats.org/officeDocument/2006/math">
                    <m:r>
                      <m:rPr>
                        <m:sty m:val="p"/>
                      </m:rPr>
                      <a:rPr lang="en-US" sz="2800" b="0" i="0" dirty="0" smtClean="0">
                        <a:solidFill>
                          <a:srgbClr val="002060"/>
                        </a:solidFill>
                        <a:latin typeface="Cambria Math" panose="02040503050406030204" pitchFamily="18" charset="0"/>
                      </a:rPr>
                      <m:t>x</m:t>
                    </m:r>
                    <m:r>
                      <a:rPr lang="en-US" sz="2800" b="0" i="0" dirty="0" smtClean="0">
                        <a:solidFill>
                          <a:srgbClr val="002060"/>
                        </a:solidFill>
                        <a:latin typeface="Cambria Math" panose="02040503050406030204" pitchFamily="18" charset="0"/>
                      </a:rPr>
                      <m:t>=</m:t>
                    </m:r>
                  </m:oMath>
                </a14:m>
                <a:r>
                  <a:rPr lang="en-US" sz="2800" dirty="0">
                    <a:solidFill>
                      <a:srgbClr val="002060"/>
                    </a:solidFill>
                  </a:rPr>
                  <a:t> Daily rainfall,    </a:t>
                </a:r>
                <a14:m>
                  <m:oMath xmlns:m="http://schemas.openxmlformats.org/officeDocument/2006/math">
                    <m:r>
                      <m:rPr>
                        <m:sty m:val="p"/>
                      </m:rPr>
                      <a:rPr lang="en-US" sz="2800" b="0" i="0" dirty="0" smtClean="0">
                        <a:solidFill>
                          <a:srgbClr val="002060"/>
                        </a:solidFill>
                        <a:latin typeface="Cambria Math" panose="02040503050406030204" pitchFamily="18" charset="0"/>
                      </a:rPr>
                      <m:t>y</m:t>
                    </m:r>
                    <m:r>
                      <a:rPr lang="en-US" sz="2800" b="0" dirty="0">
                        <a:solidFill>
                          <a:srgbClr val="002060"/>
                        </a:solidFill>
                        <a:latin typeface="Cambria Math" panose="02040503050406030204" pitchFamily="18" charset="0"/>
                      </a:rPr>
                      <m:t>=</m:t>
                    </m:r>
                  </m:oMath>
                </a14:m>
                <a:r>
                  <a:rPr lang="en-US" sz="2800" dirty="0">
                    <a:solidFill>
                      <a:srgbClr val="002060"/>
                    </a:solidFill>
                  </a:rPr>
                  <a:t> </a:t>
                </a:r>
                <a:r>
                  <a:rPr lang="en-US" sz="2800" dirty="0">
                    <a:solidFill>
                      <a:srgbClr val="002060"/>
                    </a:solidFill>
                    <a:ea typeface="Calibri" panose="020F0502020204030204" pitchFamily="34" charset="0"/>
                    <a:cs typeface="Shruti" panose="020B0502040204020203" pitchFamily="34" charset="0"/>
                  </a:rPr>
                  <a:t>Particulate removed unit</a:t>
                </a:r>
                <a:endParaRPr lang="en-US" sz="2800" dirty="0">
                  <a:solidFill>
                    <a:srgbClr val="002060"/>
                  </a:solidFill>
                </a:endParaRPr>
              </a:p>
            </p:txBody>
          </p:sp>
        </mc:Choice>
        <mc:Fallback xmlns="">
          <p:sp>
            <p:nvSpPr>
              <p:cNvPr id="8" name="Rectangle 7"/>
              <p:cNvSpPr>
                <a:spLocks noRot="1" noChangeAspect="1" noMove="1" noResize="1" noEditPoints="1" noAdjustHandles="1" noChangeArrowheads="1" noChangeShapeType="1" noTextEdit="1"/>
              </p:cNvSpPr>
              <p:nvPr/>
            </p:nvSpPr>
            <p:spPr>
              <a:xfrm>
                <a:off x="1625597" y="5383269"/>
                <a:ext cx="9231181" cy="523220"/>
              </a:xfrm>
              <a:prstGeom prst="rect">
                <a:avLst/>
              </a:prstGeom>
              <a:blipFill rotWithShape="0">
                <a:blip r:embed="rId2"/>
                <a:stretch>
                  <a:fillRect l="-1387" t="-11628" b="-31395"/>
                </a:stretch>
              </a:blipFill>
            </p:spPr>
            <p:txBody>
              <a:bodyPr/>
              <a:lstStyle/>
              <a:p>
                <a:r>
                  <a:rPr lang="en-US">
                    <a:noFill/>
                  </a:rPr>
                  <a:t> </a:t>
                </a:r>
              </a:p>
            </p:txBody>
          </p:sp>
        </mc:Fallback>
      </mc:AlternateContent>
      <p:graphicFrame>
        <p:nvGraphicFramePr>
          <p:cNvPr id="3" name="Table 2"/>
          <p:cNvGraphicFramePr>
            <a:graphicFrameLocks noGrp="1"/>
          </p:cNvGraphicFramePr>
          <p:nvPr>
            <p:extLst>
              <p:ext uri="{D42A27DB-BD31-4B8C-83A1-F6EECF244321}">
                <p14:modId xmlns:p14="http://schemas.microsoft.com/office/powerpoint/2010/main" val="929969107"/>
              </p:ext>
            </p:extLst>
          </p:nvPr>
        </p:nvGraphicFramePr>
        <p:xfrm>
          <a:off x="131177" y="3953043"/>
          <a:ext cx="11932923" cy="1280160"/>
        </p:xfrm>
        <a:graphic>
          <a:graphicData uri="http://schemas.openxmlformats.org/drawingml/2006/table">
            <a:tbl>
              <a:tblPr firstRow="1" firstCol="1" bandRow="1">
                <a:tableStyleId>{E8B1032C-EA38-4F05-BA0D-38AFFFC7BED3}</a:tableStyleId>
              </a:tblPr>
              <a:tblGrid>
                <a:gridCol w="3796842">
                  <a:extLst>
                    <a:ext uri="{9D8B030D-6E8A-4147-A177-3AD203B41FA5}">
                      <a16:colId xmlns:a16="http://schemas.microsoft.com/office/drawing/2014/main" val="20000"/>
                    </a:ext>
                  </a:extLst>
                </a:gridCol>
                <a:gridCol w="904009">
                  <a:extLst>
                    <a:ext uri="{9D8B030D-6E8A-4147-A177-3AD203B41FA5}">
                      <a16:colId xmlns:a16="http://schemas.microsoft.com/office/drawing/2014/main" val="20001"/>
                    </a:ext>
                  </a:extLst>
                </a:gridCol>
                <a:gridCol w="904009">
                  <a:extLst>
                    <a:ext uri="{9D8B030D-6E8A-4147-A177-3AD203B41FA5}">
                      <a16:colId xmlns:a16="http://schemas.microsoft.com/office/drawing/2014/main" val="20002"/>
                    </a:ext>
                  </a:extLst>
                </a:gridCol>
                <a:gridCol w="904009">
                  <a:extLst>
                    <a:ext uri="{9D8B030D-6E8A-4147-A177-3AD203B41FA5}">
                      <a16:colId xmlns:a16="http://schemas.microsoft.com/office/drawing/2014/main" val="20003"/>
                    </a:ext>
                  </a:extLst>
                </a:gridCol>
                <a:gridCol w="904009">
                  <a:extLst>
                    <a:ext uri="{9D8B030D-6E8A-4147-A177-3AD203B41FA5}">
                      <a16:colId xmlns:a16="http://schemas.microsoft.com/office/drawing/2014/main" val="20004"/>
                    </a:ext>
                  </a:extLst>
                </a:gridCol>
                <a:gridCol w="904009">
                  <a:extLst>
                    <a:ext uri="{9D8B030D-6E8A-4147-A177-3AD203B41FA5}">
                      <a16:colId xmlns:a16="http://schemas.microsoft.com/office/drawing/2014/main" val="20005"/>
                    </a:ext>
                  </a:extLst>
                </a:gridCol>
                <a:gridCol w="904009">
                  <a:extLst>
                    <a:ext uri="{9D8B030D-6E8A-4147-A177-3AD203B41FA5}">
                      <a16:colId xmlns:a16="http://schemas.microsoft.com/office/drawing/2014/main" val="20006"/>
                    </a:ext>
                  </a:extLst>
                </a:gridCol>
                <a:gridCol w="904009">
                  <a:extLst>
                    <a:ext uri="{9D8B030D-6E8A-4147-A177-3AD203B41FA5}">
                      <a16:colId xmlns:a16="http://schemas.microsoft.com/office/drawing/2014/main" val="20007"/>
                    </a:ext>
                  </a:extLst>
                </a:gridCol>
                <a:gridCol w="904009">
                  <a:extLst>
                    <a:ext uri="{9D8B030D-6E8A-4147-A177-3AD203B41FA5}">
                      <a16:colId xmlns:a16="http://schemas.microsoft.com/office/drawing/2014/main" val="20008"/>
                    </a:ext>
                  </a:extLst>
                </a:gridCol>
                <a:gridCol w="904009">
                  <a:extLst>
                    <a:ext uri="{9D8B030D-6E8A-4147-A177-3AD203B41FA5}">
                      <a16:colId xmlns:a16="http://schemas.microsoft.com/office/drawing/2014/main" val="20009"/>
                    </a:ext>
                  </a:extLst>
                </a:gridCol>
              </a:tblGrid>
              <a:tr h="640080">
                <a:tc>
                  <a:txBody>
                    <a:bodyPr/>
                    <a:lstStyle/>
                    <a:p>
                      <a:pPr marL="0" marR="0" algn="ctr">
                        <a:lnSpc>
                          <a:spcPct val="100000"/>
                        </a:lnSpc>
                        <a:spcBef>
                          <a:spcPts val="0"/>
                        </a:spcBef>
                        <a:spcAft>
                          <a:spcPts val="0"/>
                        </a:spcAft>
                        <a:tabLst>
                          <a:tab pos="0" algn="l"/>
                          <a:tab pos="447675" algn="l"/>
                        </a:tabLst>
                      </a:pPr>
                      <a:r>
                        <a:rPr lang="en-US" sz="2800" b="1" dirty="0">
                          <a:solidFill>
                            <a:srgbClr val="002060"/>
                          </a:solidFill>
                          <a:effectLst/>
                          <a:latin typeface="+mn-lt"/>
                          <a:ea typeface="Calibri" panose="020F0502020204030204" pitchFamily="34" charset="0"/>
                          <a:cs typeface="Shruti" panose="020B0502040204020203" pitchFamily="34" charset="0"/>
                        </a:rPr>
                        <a:t>Daily rainfall (0.01 cm)</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4.3</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4.5</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5.9</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5.6</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6.1</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5.2</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3.8</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2.1</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7.5</a:t>
                      </a:r>
                    </a:p>
                  </a:txBody>
                  <a:tcPr marL="68580" marR="68580" marT="0" marB="0" anchor="ctr"/>
                </a:tc>
                <a:extLst>
                  <a:ext uri="{0D108BD9-81ED-4DB2-BD59-A6C34878D82A}">
                    <a16:rowId xmlns:a16="http://schemas.microsoft.com/office/drawing/2014/main" val="10000"/>
                  </a:ext>
                </a:extLst>
              </a:tr>
              <a:tr h="640080">
                <a:tc>
                  <a:txBody>
                    <a:bodyPr/>
                    <a:lstStyle/>
                    <a:p>
                      <a:pPr marL="0" marR="0" algn="ctr">
                        <a:lnSpc>
                          <a:spcPct val="100000"/>
                        </a:lnSpc>
                        <a:spcBef>
                          <a:spcPts val="0"/>
                        </a:spcBef>
                        <a:spcAft>
                          <a:spcPts val="0"/>
                        </a:spcAft>
                        <a:tabLst>
                          <a:tab pos="0" algn="l"/>
                          <a:tab pos="447675" algn="l"/>
                        </a:tabLst>
                      </a:pPr>
                      <a:r>
                        <a:rPr lang="en-US" sz="2800" b="1" dirty="0">
                          <a:solidFill>
                            <a:srgbClr val="002060"/>
                          </a:solidFill>
                          <a:effectLst/>
                          <a:latin typeface="+mn-lt"/>
                          <a:ea typeface="Calibri" panose="020F0502020204030204" pitchFamily="34" charset="0"/>
                          <a:cs typeface="Shruti" panose="020B0502040204020203" pitchFamily="34" charset="0"/>
                        </a:rPr>
                        <a:t>Particulate removed unit</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126</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a:solidFill>
                            <a:srgbClr val="002060"/>
                          </a:solidFill>
                          <a:effectLst/>
                          <a:latin typeface="+mn-lt"/>
                          <a:ea typeface="Calibri" panose="020F0502020204030204" pitchFamily="34" charset="0"/>
                          <a:cs typeface="Shruti" panose="020B0502040204020203" pitchFamily="34" charset="0"/>
                        </a:rPr>
                        <a:t>121</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116</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118</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114</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118</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132</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141</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108</a:t>
                      </a:r>
                    </a:p>
                  </a:txBody>
                  <a:tcPr marL="68580" marR="68580" marT="0" marB="0" anchor="ctr"/>
                </a:tc>
                <a:extLst>
                  <a:ext uri="{0D108BD9-81ED-4DB2-BD59-A6C34878D82A}">
                    <a16:rowId xmlns:a16="http://schemas.microsoft.com/office/drawing/2014/main" val="10001"/>
                  </a:ext>
                </a:extLst>
              </a:tr>
            </a:tbl>
          </a:graphicData>
        </a:graphic>
      </p:graphicFrame>
      <mc:AlternateContent xmlns:mc="http://schemas.openxmlformats.org/markup-compatibility/2006" xmlns:a14="http://schemas.microsoft.com/office/drawing/2010/main">
        <mc:Choice Requires="a14">
          <p:sp>
            <p:nvSpPr>
              <p:cNvPr id="12" name="Rectangle 11"/>
              <p:cNvSpPr/>
              <p:nvPr/>
            </p:nvSpPr>
            <p:spPr>
              <a:xfrm>
                <a:off x="1625597" y="6068535"/>
                <a:ext cx="6798336" cy="523220"/>
              </a:xfrm>
              <a:prstGeom prst="rect">
                <a:avLst/>
              </a:prstGeom>
            </p:spPr>
            <p:txBody>
              <a:bodyPr wrap="none">
                <a:spAutoFit/>
              </a:bodyPr>
              <a:lstStyle/>
              <a:p>
                <a14:m>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oMath>
                </a14:m>
                <a:r>
                  <a:rPr lang="en-US" sz="2800" dirty="0">
                    <a:solidFill>
                      <a:srgbClr val="002060"/>
                    </a:solidFill>
                  </a:rPr>
                  <a:t> We have to find the regression line of </a:t>
                </a:r>
                <a14:m>
                  <m:oMath xmlns:m="http://schemas.openxmlformats.org/officeDocument/2006/math">
                    <m:r>
                      <m:rPr>
                        <m:sty m:val="p"/>
                      </m:rPr>
                      <a:rPr lang="en-US" sz="2800" i="0" dirty="0" smtClean="0">
                        <a:solidFill>
                          <a:srgbClr val="002060"/>
                        </a:solidFill>
                        <a:latin typeface="Cambria Math" panose="02040503050406030204" pitchFamily="18" charset="0"/>
                      </a:rPr>
                      <m:t>y</m:t>
                    </m:r>
                  </m:oMath>
                </a14:m>
                <a:r>
                  <a:rPr lang="en-US" sz="2800" dirty="0">
                    <a:solidFill>
                      <a:srgbClr val="002060"/>
                    </a:solidFill>
                  </a:rPr>
                  <a:t> on </a:t>
                </a:r>
                <a14:m>
                  <m:oMath xmlns:m="http://schemas.openxmlformats.org/officeDocument/2006/math">
                    <m:r>
                      <m:rPr>
                        <m:sty m:val="p"/>
                      </m:rPr>
                      <a:rPr lang="en-US" sz="2800" i="1" dirty="0" smtClean="0">
                        <a:solidFill>
                          <a:srgbClr val="002060"/>
                        </a:solidFill>
                        <a:latin typeface="Cambria Math" panose="02040503050406030204" pitchFamily="18" charset="0"/>
                      </a:rPr>
                      <m:t>x</m:t>
                    </m:r>
                  </m:oMath>
                </a14:m>
                <a:r>
                  <a:rPr lang="en-US" sz="2800" dirty="0">
                    <a:solidFill>
                      <a:srgbClr val="002060"/>
                    </a:solidFill>
                  </a:rPr>
                  <a:t>.</a:t>
                </a:r>
              </a:p>
            </p:txBody>
          </p:sp>
        </mc:Choice>
        <mc:Fallback xmlns="">
          <p:sp>
            <p:nvSpPr>
              <p:cNvPr id="12" name="Rectangle 11"/>
              <p:cNvSpPr>
                <a:spLocks noRot="1" noChangeAspect="1" noMove="1" noResize="1" noEditPoints="1" noAdjustHandles="1" noChangeArrowheads="1" noChangeShapeType="1" noTextEdit="1"/>
              </p:cNvSpPr>
              <p:nvPr/>
            </p:nvSpPr>
            <p:spPr>
              <a:xfrm>
                <a:off x="1625597" y="6068535"/>
                <a:ext cx="6798336" cy="523220"/>
              </a:xfrm>
              <a:prstGeom prst="rect">
                <a:avLst/>
              </a:prstGeom>
              <a:blipFill rotWithShape="0">
                <a:blip r:embed="rId3"/>
                <a:stretch>
                  <a:fillRect t="-11628" r="-359" b="-31395"/>
                </a:stretch>
              </a:blipFill>
            </p:spPr>
            <p:txBody>
              <a:bodyPr/>
              <a:lstStyle/>
              <a:p>
                <a:r>
                  <a:rPr lang="en-US">
                    <a:noFill/>
                  </a:rPr>
                  <a:t> </a:t>
                </a:r>
              </a:p>
            </p:txBody>
          </p:sp>
        </mc:Fallback>
      </mc:AlternateContent>
      <p:cxnSp>
        <p:nvCxnSpPr>
          <p:cNvPr id="13" name="Straight Connector 12"/>
          <p:cNvCxnSpPr/>
          <p:nvPr/>
        </p:nvCxnSpPr>
        <p:spPr>
          <a:xfrm flipV="1">
            <a:off x="6799131" y="2392005"/>
            <a:ext cx="4389120" cy="0"/>
          </a:xfrm>
          <a:prstGeom prst="line">
            <a:avLst/>
          </a:prstGeom>
          <a:ln>
            <a:solidFill>
              <a:srgbClr val="FFFF00"/>
            </a:solidFill>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1634439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50"/>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nodeType="afterEffect">
                                  <p:stCondLst>
                                    <p:cond delay="0"/>
                                  </p:stCondLst>
                                  <p:childTnLst>
                                    <p:set>
                                      <p:cBhvr>
                                        <p:cTn id="1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50" grpId="0" animBg="1"/>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0" name="Rectangle 19"/>
              <p:cNvSpPr/>
              <p:nvPr/>
            </p:nvSpPr>
            <p:spPr>
              <a:xfrm>
                <a:off x="137270" y="5187290"/>
                <a:ext cx="7049237" cy="1045992"/>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r>
                        <m:rPr>
                          <m:sty m:val="p"/>
                        </m:rPr>
                        <a:rPr lang="en-US" sz="2800" smtClean="0">
                          <a:solidFill>
                            <a:srgbClr val="002060"/>
                          </a:solidFill>
                          <a:latin typeface="Cambria Math" panose="02040503050406030204" pitchFamily="18" charset="0"/>
                        </a:rPr>
                        <m:t>y</m:t>
                      </m:r>
                      <m:r>
                        <a:rPr lang="en-US" sz="2800" smtClean="0">
                          <a:solidFill>
                            <a:srgbClr val="002060"/>
                          </a:solidFill>
                          <a:latin typeface="Cambria Math" panose="02040503050406030204" pitchFamily="18" charset="0"/>
                        </a:rPr>
                        <m:t>−</m:t>
                      </m:r>
                      <m:r>
                        <a:rPr lang="en-US" sz="2800" i="1" smtClean="0">
                          <a:solidFill>
                            <a:schemeClr val="bg1"/>
                          </a:solidFill>
                          <a:latin typeface="Cambria Math" panose="02040503050406030204" pitchFamily="18" charset="0"/>
                          <a:ea typeface="Cambria Math" panose="02040503050406030204" pitchFamily="18" charset="0"/>
                        </a:rPr>
                        <m:t>121.5556</m:t>
                      </m:r>
                      <m:r>
                        <a:rPr lang="en-US" sz="2800">
                          <a:solidFill>
                            <a:srgbClr val="002060"/>
                          </a:solidFill>
                          <a:latin typeface="Cambria Math" panose="02040503050406030204" pitchFamily="18" charset="0"/>
                        </a:rPr>
                        <m:t>=</m:t>
                      </m:r>
                      <m:r>
                        <a:rPr lang="en-US" sz="2800" i="1" smtClean="0">
                          <a:solidFill>
                            <a:schemeClr val="bg1"/>
                          </a:solidFill>
                          <a:latin typeface="Cambria Math" panose="02040503050406030204" pitchFamily="18" charset="0"/>
                          <a:ea typeface="Cambria Math" panose="02040503050406030204" pitchFamily="18" charset="0"/>
                        </a:rPr>
                        <m:t>−0.9787</m:t>
                      </m:r>
                      <m:r>
                        <a:rPr lang="en-US" sz="2800" b="0" i="0" smtClean="0">
                          <a:solidFill>
                            <a:srgbClr val="002060"/>
                          </a:solidFill>
                          <a:latin typeface="Cambria Math" panose="02040503050406030204" pitchFamily="18" charset="0"/>
                          <a:ea typeface="Cambria Math" panose="02040503050406030204" pitchFamily="18" charset="0"/>
                        </a:rPr>
                        <m:t> </m:t>
                      </m:r>
                      <m:f>
                        <m:fPr>
                          <m:ctrlPr>
                            <a:rPr lang="en-US" sz="2800" i="1" smtClean="0">
                              <a:solidFill>
                                <a:srgbClr val="7030A0"/>
                              </a:solidFill>
                              <a:latin typeface="Cambria Math" panose="02040503050406030204" pitchFamily="18" charset="0"/>
                            </a:rPr>
                          </m:ctrlPr>
                        </m:fPr>
                        <m:num>
                          <m:r>
                            <a:rPr lang="en-US" sz="2800" b="0" i="1" smtClean="0">
                              <a:solidFill>
                                <a:srgbClr val="7030A0"/>
                              </a:solidFill>
                              <a:latin typeface="Cambria Math" panose="02040503050406030204" pitchFamily="18" charset="0"/>
                            </a:rPr>
                            <m:t> </m:t>
                          </m:r>
                          <m:r>
                            <a:rPr lang="en-US" sz="2800" i="1" smtClean="0">
                              <a:solidFill>
                                <a:schemeClr val="bg1"/>
                              </a:solidFill>
                              <a:latin typeface="Cambria Math" panose="02040503050406030204" pitchFamily="18" charset="0"/>
                              <a:ea typeface="Cambria Math" panose="02040503050406030204" pitchFamily="18" charset="0"/>
                            </a:rPr>
                            <m:t>9.4529</m:t>
                          </m:r>
                          <m:r>
                            <m:rPr>
                              <m:nor/>
                            </m:rPr>
                            <a:rPr lang="en-US" sz="2800" dirty="0">
                              <a:solidFill>
                                <a:srgbClr val="002060"/>
                              </a:solidFill>
                            </a:rPr>
                            <m:t> </m:t>
                          </m:r>
                        </m:num>
                        <m:den>
                          <m:eqArr>
                            <m:eqArrPr>
                              <m:ctrlPr>
                                <a:rPr lang="en-US" sz="2800" i="1">
                                  <a:solidFill>
                                    <a:srgbClr val="002060"/>
                                  </a:solidFill>
                                  <a:latin typeface="Cambria Math" panose="02040503050406030204" pitchFamily="18" charset="0"/>
                                  <a:ea typeface="Cambria Math" panose="02040503050406030204" pitchFamily="18" charset="0"/>
                                </a:rPr>
                              </m:ctrlPr>
                            </m:eqArrPr>
                            <m:e>
                              <m:r>
                                <a:rPr lang="en-US" sz="2800" b="0" i="1" smtClean="0">
                                  <a:solidFill>
                                    <a:srgbClr val="002060"/>
                                  </a:solidFill>
                                  <a:latin typeface="Cambria Math" panose="02040503050406030204" pitchFamily="18" charset="0"/>
                                  <a:ea typeface="Cambria Math" panose="02040503050406030204" pitchFamily="18" charset="0"/>
                                </a:rPr>
                                <m:t> </m:t>
                              </m:r>
                            </m:e>
                            <m:e>
                              <m:r>
                                <a:rPr lang="en-US" sz="2800" i="1" smtClean="0">
                                  <a:solidFill>
                                    <a:schemeClr val="bg1"/>
                                  </a:solidFill>
                                  <a:latin typeface="Cambria Math" panose="02040503050406030204" pitchFamily="18" charset="0"/>
                                  <a:ea typeface="Cambria Math" panose="02040503050406030204" pitchFamily="18" charset="0"/>
                                </a:rPr>
                                <m:t>1.4629</m:t>
                              </m:r>
                            </m:e>
                          </m:eqArr>
                        </m:den>
                      </m:f>
                      <m:d>
                        <m:dPr>
                          <m:ctrlPr>
                            <a:rPr lang="en-US"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m:t>
                          </m:r>
                          <m:r>
                            <a:rPr lang="en-US" sz="2800" b="0" i="1" smtClean="0">
                              <a:solidFill>
                                <a:schemeClr val="bg1"/>
                              </a:solidFill>
                              <a:latin typeface="Cambria Math" panose="02040503050406030204" pitchFamily="18" charset="0"/>
                            </a:rPr>
                            <m:t>5</m:t>
                          </m:r>
                        </m:e>
                      </m:d>
                    </m:oMath>
                  </m:oMathPara>
                </a14:m>
                <a:endParaRPr lang="en-US" sz="2800" dirty="0">
                  <a:solidFill>
                    <a:srgbClr val="002060"/>
                  </a:solidFill>
                </a:endParaRPr>
              </a:p>
            </p:txBody>
          </p:sp>
        </mc:Choice>
        <mc:Fallback xmlns="">
          <p:sp>
            <p:nvSpPr>
              <p:cNvPr id="20" name="Rectangle 19"/>
              <p:cNvSpPr>
                <a:spLocks noRot="1" noChangeAspect="1" noMove="1" noResize="1" noEditPoints="1" noAdjustHandles="1" noChangeArrowheads="1" noChangeShapeType="1" noTextEdit="1"/>
              </p:cNvSpPr>
              <p:nvPr/>
            </p:nvSpPr>
            <p:spPr>
              <a:xfrm>
                <a:off x="137270" y="5187290"/>
                <a:ext cx="7049237" cy="1045992"/>
              </a:xfrm>
              <a:prstGeom prst="rect">
                <a:avLst/>
              </a:prstGeom>
              <a:blipFill rotWithShape="0">
                <a:blip r:embed="rId2"/>
                <a:stretch>
                  <a:fillRect/>
                </a:stretch>
              </a:blipFill>
            </p:spPr>
            <p:txBody>
              <a:bodyPr/>
              <a:lstStyle/>
              <a:p>
                <a:r>
                  <a:rPr lang="en-US">
                    <a:noFill/>
                  </a:rPr>
                  <a:t> </a:t>
                </a:r>
              </a:p>
            </p:txBody>
          </p:sp>
        </mc:Fallback>
      </mc:AlternateContent>
      <p:sp>
        <p:nvSpPr>
          <p:cNvPr id="2" name="Title 1"/>
          <p:cNvSpPr>
            <a:spLocks noGrp="1"/>
          </p:cNvSpPr>
          <p:nvPr>
            <p:ph type="title"/>
          </p:nvPr>
        </p:nvSpPr>
        <p:spPr/>
        <p:txBody>
          <a:bodyPr/>
          <a:lstStyle/>
          <a:p>
            <a:r>
              <a:rPr lang="en-GB" dirty="0"/>
              <a:t>Method 3 ⇝ Example 2(</a:t>
            </a:r>
            <a:r>
              <a:rPr lang="en-GB" dirty="0">
                <a:solidFill>
                  <a:srgbClr val="FF0000"/>
                </a:solidFill>
              </a:rPr>
              <a:t>Continue</a:t>
            </a:r>
            <a:r>
              <a:rPr lang="en-GB" dirty="0"/>
              <a:t>)</a:t>
            </a:r>
            <a:endParaRPr lang="en-US" dirty="0"/>
          </a:p>
        </p:txBody>
      </p:sp>
      <p:sp>
        <p:nvSpPr>
          <p:cNvPr id="11" name="Rectangle 10"/>
          <p:cNvSpPr/>
          <p:nvPr/>
        </p:nvSpPr>
        <p:spPr>
          <a:xfrm>
            <a:off x="137270" y="3186233"/>
            <a:ext cx="4758034" cy="523220"/>
          </a:xfrm>
          <a:prstGeom prst="rect">
            <a:avLst/>
          </a:prstGeom>
        </p:spPr>
        <p:txBody>
          <a:bodyPr wrap="none">
            <a:spAutoFit/>
          </a:bodyPr>
          <a:lstStyle/>
          <a:p>
            <a:r>
              <a:rPr lang="en-US" sz="2800" dirty="0">
                <a:solidFill>
                  <a:srgbClr val="002060"/>
                </a:solidFill>
                <a:latin typeface="+mj-lt"/>
              </a:rPr>
              <a:t>Now Regression Line of y on x is</a:t>
            </a:r>
            <a:endParaRPr lang="en-US" sz="2800" dirty="0">
              <a:solidFill>
                <a:srgbClr val="002060"/>
              </a:solidFill>
              <a:latin typeface="Cambria Math" panose="02040503050406030204" pitchFamily="18" charset="0"/>
              <a:ea typeface="Cambria Math" panose="02040503050406030204" pitchFamily="18" charset="0"/>
            </a:endParaRPr>
          </a:p>
        </p:txBody>
      </p:sp>
      <mc:AlternateContent xmlns:mc="http://schemas.openxmlformats.org/markup-compatibility/2006" xmlns:a14="http://schemas.microsoft.com/office/drawing/2010/main">
        <mc:Choice Requires="a14">
          <p:sp>
            <p:nvSpPr>
              <p:cNvPr id="15" name="Rectangle 14"/>
              <p:cNvSpPr/>
              <p:nvPr/>
            </p:nvSpPr>
            <p:spPr>
              <a:xfrm>
                <a:off x="137270" y="862943"/>
                <a:ext cx="4039888" cy="523220"/>
              </a:xfrm>
              <a:prstGeom prst="rect">
                <a:avLst/>
              </a:prstGeom>
            </p:spPr>
            <p:txBody>
              <a:bodyPr wrap="none">
                <a:spAutoFit/>
              </a:bodyPr>
              <a:lstStyle/>
              <a:p>
                <a:r>
                  <a:rPr lang="en-US" sz="2800" b="1" u="sng" dirty="0">
                    <a:solidFill>
                      <a:srgbClr val="002060"/>
                    </a:solidFill>
                  </a:rPr>
                  <a:t>Regression Line of	</a:t>
                </a:r>
                <a14:m>
                  <m:oMath xmlns:m="http://schemas.openxmlformats.org/officeDocument/2006/math">
                    <m:r>
                      <a:rPr lang="en-US" sz="2800" b="1" u="sng" dirty="0">
                        <a:solidFill>
                          <a:srgbClr val="FF0000"/>
                        </a:solidFill>
                        <a:latin typeface="Cambria Math" panose="02040503050406030204" pitchFamily="18" charset="0"/>
                      </a:rPr>
                      <m:t>𝐲</m:t>
                    </m:r>
                  </m:oMath>
                </a14:m>
                <a:r>
                  <a:rPr lang="en-US" sz="2800" b="1" u="sng" dirty="0">
                    <a:solidFill>
                      <a:srgbClr val="FF0000"/>
                    </a:solidFill>
                  </a:rPr>
                  <a:t> on </a:t>
                </a:r>
                <a14:m>
                  <m:oMath xmlns:m="http://schemas.openxmlformats.org/officeDocument/2006/math">
                    <m:r>
                      <a:rPr lang="en-US" sz="2800" b="1" u="sng" dirty="0">
                        <a:solidFill>
                          <a:srgbClr val="FF0000"/>
                        </a:solidFill>
                        <a:latin typeface="Cambria Math" panose="02040503050406030204" pitchFamily="18" charset="0"/>
                      </a:rPr>
                      <m:t>𝐱</m:t>
                    </m:r>
                  </m:oMath>
                </a14:m>
                <a:r>
                  <a:rPr lang="en-US" sz="2800" b="1" u="sng" dirty="0">
                    <a:solidFill>
                      <a:srgbClr val="002060"/>
                    </a:solidFill>
                  </a:rPr>
                  <a:t> :</a:t>
                </a:r>
              </a:p>
            </p:txBody>
          </p:sp>
        </mc:Choice>
        <mc:Fallback xmlns="">
          <p:sp>
            <p:nvSpPr>
              <p:cNvPr id="15" name="Rectangle 14"/>
              <p:cNvSpPr>
                <a:spLocks noRot="1" noChangeAspect="1" noMove="1" noResize="1" noEditPoints="1" noAdjustHandles="1" noChangeArrowheads="1" noChangeShapeType="1" noTextEdit="1"/>
              </p:cNvSpPr>
              <p:nvPr/>
            </p:nvSpPr>
            <p:spPr>
              <a:xfrm>
                <a:off x="137270" y="862943"/>
                <a:ext cx="4039888" cy="523220"/>
              </a:xfrm>
              <a:prstGeom prst="rect">
                <a:avLst/>
              </a:prstGeom>
              <a:blipFill rotWithShape="0">
                <a:blip r:embed="rId3"/>
                <a:stretch>
                  <a:fillRect l="-3172" t="-12941" r="-2266" b="-329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Rectangle 26"/>
              <p:cNvSpPr/>
              <p:nvPr/>
            </p:nvSpPr>
            <p:spPr>
              <a:xfrm>
                <a:off x="137270" y="1572249"/>
                <a:ext cx="4374083" cy="523220"/>
              </a:xfrm>
              <a:prstGeom prst="rect">
                <a:avLst/>
              </a:prstGeom>
            </p:spPr>
            <p:txBody>
              <a:bodyPr wrap="none">
                <a:spAutoFit/>
              </a:bodyPr>
              <a:lstStyle/>
              <a:p>
                <a:r>
                  <a:rPr lang="en-US" sz="2800" b="0" i="0" dirty="0">
                    <a:solidFill>
                      <a:srgbClr val="002060"/>
                    </a:solidFill>
                    <a:latin typeface="+mj-lt"/>
                    <a:ea typeface="Cambria Math" panose="02040503050406030204" pitchFamily="18" charset="0"/>
                  </a:rPr>
                  <a:t>From the given data</a:t>
                </a:r>
                <a14:m>
                  <m:oMath xmlns:m="http://schemas.openxmlformats.org/officeDocument/2006/math">
                    <m:r>
                      <a:rPr lang="en-US" sz="2800" b="0" i="0" smtClean="0">
                        <a:solidFill>
                          <a:srgbClr val="002060"/>
                        </a:solidFill>
                        <a:latin typeface="Cambria Math" panose="02040503050406030204" pitchFamily="18" charset="0"/>
                        <a:ea typeface="Cambria Math" panose="02040503050406030204" pitchFamily="18" charset="0"/>
                      </a:rPr>
                      <m:t>   </m:t>
                    </m:r>
                    <m:r>
                      <a:rPr lang="en-US" sz="2800" b="0" i="1" smtClean="0">
                        <a:solidFill>
                          <a:srgbClr val="002060"/>
                        </a:solidFill>
                        <a:latin typeface="Cambria Math" panose="02040503050406030204" pitchFamily="18" charset="0"/>
                        <a:ea typeface="Cambria Math" panose="02040503050406030204" pitchFamily="18" charset="0"/>
                      </a:rPr>
                      <m:t> </m:t>
                    </m:r>
                    <m:acc>
                      <m:accPr>
                        <m:chr m:val="̅"/>
                        <m:ctrlPr>
                          <a:rPr lang="en-US" sz="2800" i="1">
                            <a:solidFill>
                              <a:srgbClr val="002060"/>
                            </a:solidFill>
                            <a:latin typeface="Cambria Math" panose="02040503050406030204" pitchFamily="18" charset="0"/>
                          </a:rPr>
                        </m:ctrlPr>
                      </m:accPr>
                      <m:e>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 </m:t>
                        </m:r>
                      </m:e>
                    </m:acc>
                    <m:r>
                      <a:rPr lang="en-US" sz="2800" b="0" i="1" smtClean="0">
                        <a:solidFill>
                          <a:srgbClr val="002060"/>
                        </a:solidFill>
                        <a:latin typeface="Cambria Math" panose="02040503050406030204" pitchFamily="18" charset="0"/>
                      </a:rPr>
                      <m:t>=5</m:t>
                    </m:r>
                    <m:r>
                      <a:rPr lang="en-US" sz="2800" b="0" i="0" smtClean="0">
                        <a:solidFill>
                          <a:srgbClr val="002060"/>
                        </a:solidFill>
                        <a:latin typeface="Cambria Math" panose="02040503050406030204" pitchFamily="18" charset="0"/>
                      </a:rPr>
                      <m:t>,</m:t>
                    </m:r>
                  </m:oMath>
                </a14:m>
                <a:endParaRPr lang="en-US" sz="2800" dirty="0"/>
              </a:p>
            </p:txBody>
          </p:sp>
        </mc:Choice>
        <mc:Fallback xmlns="">
          <p:sp>
            <p:nvSpPr>
              <p:cNvPr id="27" name="Rectangle 26"/>
              <p:cNvSpPr>
                <a:spLocks noRot="1" noChangeAspect="1" noMove="1" noResize="1" noEditPoints="1" noAdjustHandles="1" noChangeArrowheads="1" noChangeShapeType="1" noTextEdit="1"/>
              </p:cNvSpPr>
              <p:nvPr/>
            </p:nvSpPr>
            <p:spPr>
              <a:xfrm>
                <a:off x="137270" y="1572249"/>
                <a:ext cx="4374083" cy="523220"/>
              </a:xfrm>
              <a:prstGeom prst="rect">
                <a:avLst/>
              </a:prstGeom>
              <a:blipFill rotWithShape="0">
                <a:blip r:embed="rId4"/>
                <a:stretch>
                  <a:fillRect l="-2929" t="-12791"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Rectangle 27"/>
              <p:cNvSpPr/>
              <p:nvPr/>
            </p:nvSpPr>
            <p:spPr>
              <a:xfrm>
                <a:off x="153790" y="2380502"/>
                <a:ext cx="5719001"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m:rPr>
                          <m:nor/>
                        </m:rPr>
                        <a:rPr lang="en-US" sz="2800" dirty="0" smtClean="0">
                          <a:solidFill>
                            <a:schemeClr val="bg1"/>
                          </a:solidFill>
                          <a:ea typeface="Cambria Math" panose="02040503050406030204" pitchFamily="18" charset="0"/>
                        </a:rPr>
                        <m:t>From</m:t>
                      </m:r>
                      <m:r>
                        <m:rPr>
                          <m:nor/>
                        </m:rPr>
                        <a:rPr lang="en-US" sz="2800" dirty="0" smtClean="0">
                          <a:solidFill>
                            <a:schemeClr val="bg1"/>
                          </a:solidFill>
                          <a:ea typeface="Cambria Math" panose="02040503050406030204" pitchFamily="18" charset="0"/>
                        </a:rPr>
                        <m:t> </m:t>
                      </m:r>
                      <m:r>
                        <m:rPr>
                          <m:nor/>
                        </m:rPr>
                        <a:rPr lang="en-US" sz="2800" dirty="0" smtClean="0">
                          <a:solidFill>
                            <a:schemeClr val="bg1"/>
                          </a:solidFill>
                          <a:ea typeface="Cambria Math" panose="02040503050406030204" pitchFamily="18" charset="0"/>
                        </a:rPr>
                        <m:t>the</m:t>
                      </m:r>
                      <m:r>
                        <m:rPr>
                          <m:nor/>
                        </m:rPr>
                        <a:rPr lang="en-US" sz="2800" dirty="0" smtClean="0">
                          <a:solidFill>
                            <a:schemeClr val="bg1"/>
                          </a:solidFill>
                          <a:ea typeface="Cambria Math" panose="02040503050406030204" pitchFamily="18" charset="0"/>
                        </a:rPr>
                        <m:t> </m:t>
                      </m:r>
                      <m:r>
                        <m:rPr>
                          <m:nor/>
                        </m:rPr>
                        <a:rPr lang="en-US" sz="2800" dirty="0" smtClean="0">
                          <a:solidFill>
                            <a:schemeClr val="bg1"/>
                          </a:solidFill>
                          <a:ea typeface="Cambria Math" panose="02040503050406030204" pitchFamily="18" charset="0"/>
                        </a:rPr>
                        <m:t>given</m:t>
                      </m:r>
                      <m:r>
                        <m:rPr>
                          <m:nor/>
                        </m:rPr>
                        <a:rPr lang="en-US" sz="2800" dirty="0" smtClean="0">
                          <a:solidFill>
                            <a:schemeClr val="bg1"/>
                          </a:solidFill>
                          <a:ea typeface="Cambria Math" panose="02040503050406030204" pitchFamily="18" charset="0"/>
                        </a:rPr>
                        <m:t> </m:t>
                      </m:r>
                      <m:r>
                        <m:rPr>
                          <m:nor/>
                        </m:rPr>
                        <a:rPr lang="en-US" sz="2800" dirty="0" smtClean="0">
                          <a:solidFill>
                            <a:schemeClr val="bg1"/>
                          </a:solidFill>
                          <a:ea typeface="Cambria Math" panose="02040503050406030204" pitchFamily="18" charset="0"/>
                        </a:rPr>
                        <m:t>data</m:t>
                      </m:r>
                      <m:r>
                        <a:rPr lang="en-US" sz="2800" b="0" i="1" dirty="0" smtClean="0">
                          <a:solidFill>
                            <a:schemeClr val="bg1"/>
                          </a:solidFill>
                          <a:latin typeface="Cambria Math" panose="02040503050406030204" pitchFamily="18" charset="0"/>
                          <a:ea typeface="Cambria Math" panose="02040503050406030204" pitchFamily="18" charset="0"/>
                        </a:rPr>
                        <m:t>    </m:t>
                      </m:r>
                      <m:acc>
                        <m:accPr>
                          <m:chr m:val="̅"/>
                          <m:ctrlPr>
                            <a:rPr lang="en-US" sz="2800" i="1" smtClean="0">
                              <a:solidFill>
                                <a:srgbClr val="002060"/>
                              </a:solidFill>
                              <a:latin typeface="Cambria Math" panose="02040503050406030204" pitchFamily="18" charset="0"/>
                            </a:rPr>
                          </m:ctrlPr>
                        </m:accPr>
                        <m:e>
                          <m:r>
                            <a:rPr lang="en-US" sz="2800" smtClean="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 </m:t>
                          </m:r>
                        </m:e>
                      </m:acc>
                      <m:r>
                        <a:rPr lang="en-US" sz="2800" b="0" i="0" smtClean="0">
                          <a:solidFill>
                            <a:srgbClr val="002060"/>
                          </a:solidFill>
                          <a:latin typeface="Cambria Math" panose="02040503050406030204" pitchFamily="18" charset="0"/>
                        </a:rPr>
                        <m:t>=121.5556,</m:t>
                      </m:r>
                    </m:oMath>
                  </m:oMathPara>
                </a14:m>
                <a:endParaRPr lang="en-US" sz="2800" dirty="0"/>
              </a:p>
            </p:txBody>
          </p:sp>
        </mc:Choice>
        <mc:Fallback xmlns="">
          <p:sp>
            <p:nvSpPr>
              <p:cNvPr id="28" name="Rectangle 27"/>
              <p:cNvSpPr>
                <a:spLocks noRot="1" noChangeAspect="1" noMove="1" noResize="1" noEditPoints="1" noAdjustHandles="1" noChangeArrowheads="1" noChangeShapeType="1" noTextEdit="1"/>
              </p:cNvSpPr>
              <p:nvPr/>
            </p:nvSpPr>
            <p:spPr>
              <a:xfrm>
                <a:off x="153790" y="2380502"/>
                <a:ext cx="5719001" cy="523220"/>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Rectangle 28"/>
              <p:cNvSpPr/>
              <p:nvPr/>
            </p:nvSpPr>
            <p:spPr>
              <a:xfrm>
                <a:off x="8483030" y="2375601"/>
                <a:ext cx="2218043"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m:rPr>
                          <m:sty m:val="p"/>
                        </m:rPr>
                        <a:rPr lang="en-US" sz="2800" smtClean="0">
                          <a:solidFill>
                            <a:srgbClr val="002060"/>
                          </a:solidFill>
                          <a:latin typeface="Cambria Math" panose="02040503050406030204" pitchFamily="18" charset="0"/>
                        </a:rPr>
                        <m:t>r</m:t>
                      </m:r>
                      <m:r>
                        <a:rPr lang="en-US" sz="2800" b="0" i="0" smtClean="0">
                          <a:solidFill>
                            <a:srgbClr val="002060"/>
                          </a:solidFill>
                          <a:latin typeface="Cambria Math" panose="02040503050406030204" pitchFamily="18" charset="0"/>
                        </a:rPr>
                        <m:t>=−0.9787</m:t>
                      </m:r>
                    </m:oMath>
                  </m:oMathPara>
                </a14:m>
                <a:endParaRPr lang="en-US" sz="2800" dirty="0"/>
              </a:p>
            </p:txBody>
          </p:sp>
        </mc:Choice>
        <mc:Fallback xmlns="">
          <p:sp>
            <p:nvSpPr>
              <p:cNvPr id="29" name="Rectangle 28"/>
              <p:cNvSpPr>
                <a:spLocks noRot="1" noChangeAspect="1" noMove="1" noResize="1" noEditPoints="1" noAdjustHandles="1" noChangeArrowheads="1" noChangeShapeType="1" noTextEdit="1"/>
              </p:cNvSpPr>
              <p:nvPr/>
            </p:nvSpPr>
            <p:spPr>
              <a:xfrm>
                <a:off x="8483030" y="2375601"/>
                <a:ext cx="2218043" cy="523220"/>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Rectangle 29"/>
              <p:cNvSpPr/>
              <p:nvPr/>
            </p:nvSpPr>
            <p:spPr>
              <a:xfrm>
                <a:off x="5994927" y="1572249"/>
                <a:ext cx="2438103" cy="523220"/>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sz="2800" i="1" smtClean="0">
                              <a:solidFill>
                                <a:srgbClr val="002060"/>
                              </a:solidFill>
                              <a:latin typeface="Cambria Math" panose="02040503050406030204" pitchFamily="18" charset="0"/>
                            </a:rPr>
                          </m:ctrlPr>
                        </m:sSubPr>
                        <m:e>
                          <m:r>
                            <m:rPr>
                              <m:sty m:val="p"/>
                            </m:rPr>
                            <a:rPr lang="en-US" sz="2800">
                              <a:solidFill>
                                <a:srgbClr val="002060"/>
                              </a:solidFill>
                              <a:latin typeface="Cambria Math" panose="02040503050406030204" pitchFamily="18" charset="0"/>
                            </a:rPr>
                            <m:t>σ</m:t>
                          </m:r>
                        </m:e>
                        <m:sub>
                          <m:r>
                            <m:rPr>
                              <m:sty m:val="p"/>
                            </m:rPr>
                            <a:rPr lang="en-US" sz="2800">
                              <a:solidFill>
                                <a:srgbClr val="002060"/>
                              </a:solidFill>
                              <a:latin typeface="Cambria Math" panose="02040503050406030204" pitchFamily="18" charset="0"/>
                            </a:rPr>
                            <m:t>x</m:t>
                          </m:r>
                        </m:sub>
                      </m:sSub>
                      <m:r>
                        <a:rPr lang="en-US" sz="2800" b="0" i="1" smtClean="0">
                          <a:solidFill>
                            <a:srgbClr val="002060"/>
                          </a:solidFill>
                          <a:latin typeface="Cambria Math" panose="02040503050406030204" pitchFamily="18" charset="0"/>
                        </a:rPr>
                        <m:t>=1.4629,</m:t>
                      </m:r>
                    </m:oMath>
                  </m:oMathPara>
                </a14:m>
                <a:endParaRPr lang="en-US" sz="2800" dirty="0"/>
              </a:p>
            </p:txBody>
          </p:sp>
        </mc:Choice>
        <mc:Fallback xmlns="">
          <p:sp>
            <p:nvSpPr>
              <p:cNvPr id="30" name="Rectangle 29"/>
              <p:cNvSpPr>
                <a:spLocks noRot="1" noChangeAspect="1" noMove="1" noResize="1" noEditPoints="1" noAdjustHandles="1" noChangeArrowheads="1" noChangeShapeType="1" noTextEdit="1"/>
              </p:cNvSpPr>
              <p:nvPr/>
            </p:nvSpPr>
            <p:spPr>
              <a:xfrm>
                <a:off x="5994927" y="1572249"/>
                <a:ext cx="2438103" cy="523220"/>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Rectangle 30"/>
              <p:cNvSpPr/>
              <p:nvPr/>
            </p:nvSpPr>
            <p:spPr>
              <a:xfrm>
                <a:off x="5994927" y="2360689"/>
                <a:ext cx="2245743" cy="562846"/>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sz="2800" i="1" smtClean="0">
                              <a:solidFill>
                                <a:srgbClr val="002060"/>
                              </a:solidFill>
                              <a:latin typeface="Cambria Math" panose="02040503050406030204" pitchFamily="18" charset="0"/>
                            </a:rPr>
                          </m:ctrlPr>
                        </m:sSubPr>
                        <m:e>
                          <m:r>
                            <m:rPr>
                              <m:sty m:val="p"/>
                            </m:rPr>
                            <a:rPr lang="en-US" sz="2800">
                              <a:solidFill>
                                <a:srgbClr val="002060"/>
                              </a:solidFill>
                              <a:latin typeface="Cambria Math" panose="02040503050406030204" pitchFamily="18" charset="0"/>
                            </a:rPr>
                            <m:t>σ</m:t>
                          </m:r>
                        </m:e>
                        <m:sub>
                          <m:r>
                            <m:rPr>
                              <m:sty m:val="p"/>
                            </m:rPr>
                            <a:rPr lang="en-US" sz="2800">
                              <a:solidFill>
                                <a:srgbClr val="002060"/>
                              </a:solidFill>
                              <a:latin typeface="Cambria Math" panose="02040503050406030204" pitchFamily="18" charset="0"/>
                            </a:rPr>
                            <m:t>y</m:t>
                          </m:r>
                        </m:sub>
                      </m:sSub>
                      <m:r>
                        <a:rPr lang="en-US" sz="2800" b="0" i="0" smtClean="0">
                          <a:solidFill>
                            <a:srgbClr val="002060"/>
                          </a:solidFill>
                          <a:latin typeface="Cambria Math" panose="02040503050406030204" pitchFamily="18" charset="0"/>
                        </a:rPr>
                        <m:t>=9.4529,</m:t>
                      </m:r>
                    </m:oMath>
                  </m:oMathPara>
                </a14:m>
                <a:endParaRPr lang="en-US" sz="2800" dirty="0"/>
              </a:p>
            </p:txBody>
          </p:sp>
        </mc:Choice>
        <mc:Fallback xmlns="">
          <p:sp>
            <p:nvSpPr>
              <p:cNvPr id="31" name="Rectangle 30"/>
              <p:cNvSpPr>
                <a:spLocks noRot="1" noChangeAspect="1" noMove="1" noResize="1" noEditPoints="1" noAdjustHandles="1" noChangeArrowheads="1" noChangeShapeType="1" noTextEdit="1"/>
              </p:cNvSpPr>
              <p:nvPr/>
            </p:nvSpPr>
            <p:spPr>
              <a:xfrm>
                <a:off x="5994927" y="2360689"/>
                <a:ext cx="2245743" cy="562846"/>
              </a:xfrm>
              <a:prstGeom prst="rect">
                <a:avLst/>
              </a:prstGeom>
              <a:blipFill rotWithShape="0">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Rectangle 31"/>
              <p:cNvSpPr/>
              <p:nvPr/>
            </p:nvSpPr>
            <p:spPr>
              <a:xfrm>
                <a:off x="153790" y="3991964"/>
                <a:ext cx="4088940" cy="915572"/>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chemeClr val="bg1"/>
                          </a:solidFill>
                          <a:latin typeface="Cambria Math" panose="02040503050406030204" pitchFamily="18" charset="0"/>
                          <a:ea typeface="Cambria Math" panose="02040503050406030204" pitchFamily="18" charset="0"/>
                        </a:rPr>
                        <m:t>∴</m:t>
                      </m:r>
                      <m:r>
                        <m:rPr>
                          <m:sty m:val="p"/>
                        </m:rPr>
                        <a:rPr lang="en-US" sz="2800" smtClean="0">
                          <a:solidFill>
                            <a:srgbClr val="002060"/>
                          </a:solidFill>
                          <a:latin typeface="Cambria Math" panose="02040503050406030204" pitchFamily="18" charset="0"/>
                        </a:rPr>
                        <m:t>y</m:t>
                      </m:r>
                      <m:r>
                        <a:rPr lang="en-US" sz="2800" smtClean="0">
                          <a:solidFill>
                            <a:srgbClr val="002060"/>
                          </a:solidFill>
                          <a:latin typeface="Cambria Math" panose="02040503050406030204" pitchFamily="18" charset="0"/>
                        </a:rPr>
                        <m:t>−</m:t>
                      </m:r>
                      <m:acc>
                        <m:accPr>
                          <m:chr m:val="̅"/>
                          <m:ctrlPr>
                            <a:rPr lang="en-US" sz="2800" i="1">
                              <a:solidFill>
                                <a:srgbClr val="002060"/>
                              </a:solidFill>
                              <a:latin typeface="Cambria Math" panose="02040503050406030204" pitchFamily="18" charset="0"/>
                            </a:rPr>
                          </m:ctrlPr>
                        </m:accPr>
                        <m:e>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 </m:t>
                          </m:r>
                        </m:e>
                      </m:acc>
                      <m:r>
                        <a:rPr lang="en-US" sz="2800">
                          <a:solidFill>
                            <a:srgbClr val="002060"/>
                          </a:solidFill>
                          <a:latin typeface="Cambria Math" panose="02040503050406030204" pitchFamily="18" charset="0"/>
                        </a:rPr>
                        <m:t>=</m:t>
                      </m:r>
                      <m:r>
                        <m:rPr>
                          <m:sty m:val="p"/>
                        </m:rPr>
                        <a:rPr lang="en-US" sz="2800">
                          <a:solidFill>
                            <a:srgbClr val="7030A0"/>
                          </a:solidFill>
                          <a:latin typeface="Cambria Math" panose="02040503050406030204" pitchFamily="18" charset="0"/>
                        </a:rPr>
                        <m:t>r</m:t>
                      </m:r>
                      <m:f>
                        <m:fPr>
                          <m:ctrlPr>
                            <a:rPr lang="en-US" sz="2800" i="1">
                              <a:solidFill>
                                <a:srgbClr val="7030A0"/>
                              </a:solidFill>
                              <a:latin typeface="Cambria Math" panose="02040503050406030204" pitchFamily="18" charset="0"/>
                            </a:rPr>
                          </m:ctrlPr>
                        </m:fPr>
                        <m:num>
                          <m:r>
                            <a:rPr lang="en-US" sz="2800">
                              <a:solidFill>
                                <a:srgbClr val="7030A0"/>
                              </a:solidFill>
                              <a:latin typeface="Cambria Math" panose="02040503050406030204" pitchFamily="18" charset="0"/>
                            </a:rPr>
                            <m:t> </m:t>
                          </m:r>
                          <m:sSub>
                            <m:sSubPr>
                              <m:ctrlPr>
                                <a:rPr lang="en-US" sz="2800" i="1">
                                  <a:solidFill>
                                    <a:srgbClr val="7030A0"/>
                                  </a:solidFill>
                                  <a:latin typeface="Cambria Math" panose="02040503050406030204" pitchFamily="18" charset="0"/>
                                </a:rPr>
                              </m:ctrlPr>
                            </m:sSubPr>
                            <m:e>
                              <m:r>
                                <m:rPr>
                                  <m:sty m:val="p"/>
                                </m:rPr>
                                <a:rPr lang="en-US" sz="2800">
                                  <a:solidFill>
                                    <a:srgbClr val="7030A0"/>
                                  </a:solidFill>
                                  <a:latin typeface="Cambria Math" panose="02040503050406030204" pitchFamily="18" charset="0"/>
                                </a:rPr>
                                <m:t>σ</m:t>
                              </m:r>
                            </m:e>
                            <m:sub>
                              <m:r>
                                <m:rPr>
                                  <m:sty m:val="p"/>
                                </m:rPr>
                                <a:rPr lang="en-US" sz="2800">
                                  <a:solidFill>
                                    <a:srgbClr val="7030A0"/>
                                  </a:solidFill>
                                  <a:latin typeface="Cambria Math" panose="02040503050406030204" pitchFamily="18" charset="0"/>
                                </a:rPr>
                                <m:t>y</m:t>
                              </m:r>
                            </m:sub>
                          </m:sSub>
                          <m:r>
                            <a:rPr lang="en-US" sz="2800">
                              <a:solidFill>
                                <a:srgbClr val="7030A0"/>
                              </a:solidFill>
                              <a:latin typeface="Cambria Math" panose="02040503050406030204" pitchFamily="18" charset="0"/>
                            </a:rPr>
                            <m:t> </m:t>
                          </m:r>
                        </m:num>
                        <m:den>
                          <m:r>
                            <a:rPr lang="en-US" sz="2800">
                              <a:solidFill>
                                <a:srgbClr val="7030A0"/>
                              </a:solidFill>
                              <a:latin typeface="Cambria Math" panose="02040503050406030204" pitchFamily="18" charset="0"/>
                            </a:rPr>
                            <m:t> </m:t>
                          </m:r>
                          <m:sSub>
                            <m:sSubPr>
                              <m:ctrlPr>
                                <a:rPr lang="en-US" sz="2800" i="1">
                                  <a:solidFill>
                                    <a:srgbClr val="7030A0"/>
                                  </a:solidFill>
                                  <a:latin typeface="Cambria Math" panose="02040503050406030204" pitchFamily="18" charset="0"/>
                                </a:rPr>
                              </m:ctrlPr>
                            </m:sSubPr>
                            <m:e>
                              <m:r>
                                <m:rPr>
                                  <m:sty m:val="p"/>
                                </m:rPr>
                                <a:rPr lang="en-US" sz="2800">
                                  <a:solidFill>
                                    <a:srgbClr val="7030A0"/>
                                  </a:solidFill>
                                  <a:latin typeface="Cambria Math" panose="02040503050406030204" pitchFamily="18" charset="0"/>
                                </a:rPr>
                                <m:t>σ</m:t>
                              </m:r>
                            </m:e>
                            <m:sub>
                              <m:r>
                                <m:rPr>
                                  <m:sty m:val="p"/>
                                </m:rPr>
                                <a:rPr lang="en-US" sz="2800">
                                  <a:solidFill>
                                    <a:srgbClr val="7030A0"/>
                                  </a:solidFill>
                                  <a:latin typeface="Cambria Math" panose="02040503050406030204" pitchFamily="18" charset="0"/>
                                </a:rPr>
                                <m:t>x</m:t>
                              </m:r>
                            </m:sub>
                          </m:sSub>
                          <m:r>
                            <a:rPr lang="en-US" sz="2800">
                              <a:solidFill>
                                <a:srgbClr val="7030A0"/>
                              </a:solidFill>
                              <a:latin typeface="Cambria Math" panose="02040503050406030204" pitchFamily="18" charset="0"/>
                            </a:rPr>
                            <m:t> </m:t>
                          </m:r>
                        </m:den>
                      </m:f>
                      <m:d>
                        <m:dPr>
                          <m:ctrlPr>
                            <a:rPr lang="en-US"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m:t>
                          </m:r>
                          <m:acc>
                            <m:accPr>
                              <m:chr m:val="̅"/>
                              <m:ctrlPr>
                                <a:rPr lang="en-US" sz="2800" i="1">
                                  <a:solidFill>
                                    <a:srgbClr val="002060"/>
                                  </a:solidFill>
                                  <a:latin typeface="Cambria Math" panose="02040503050406030204" pitchFamily="18" charset="0"/>
                                </a:rPr>
                              </m:ctrlPr>
                            </m:accPr>
                            <m:e>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 </m:t>
                              </m:r>
                            </m:e>
                          </m:acc>
                        </m:e>
                      </m:d>
                    </m:oMath>
                  </m:oMathPara>
                </a14:m>
                <a:endParaRPr lang="en-US" sz="2800" dirty="0">
                  <a:solidFill>
                    <a:srgbClr val="002060"/>
                  </a:solidFill>
                </a:endParaRPr>
              </a:p>
            </p:txBody>
          </p:sp>
        </mc:Choice>
        <mc:Fallback xmlns="">
          <p:sp>
            <p:nvSpPr>
              <p:cNvPr id="32" name="Rectangle 31"/>
              <p:cNvSpPr>
                <a:spLocks noRot="1" noChangeAspect="1" noMove="1" noResize="1" noEditPoints="1" noAdjustHandles="1" noChangeArrowheads="1" noChangeShapeType="1" noTextEdit="1"/>
              </p:cNvSpPr>
              <p:nvPr/>
            </p:nvSpPr>
            <p:spPr>
              <a:xfrm>
                <a:off x="153790" y="3991964"/>
                <a:ext cx="4088940" cy="915572"/>
              </a:xfrm>
              <a:prstGeom prst="rect">
                <a:avLst/>
              </a:prstGeom>
              <a:blipFill rotWithShape="0">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6491728" y="5419162"/>
                <a:ext cx="465192"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b="0" i="1" smtClean="0">
                          <a:solidFill>
                            <a:srgbClr val="002060"/>
                          </a:solidFill>
                          <a:latin typeface="Cambria Math" panose="02040503050406030204" pitchFamily="18" charset="0"/>
                          <a:ea typeface="Cambria Math" panose="02040503050406030204" pitchFamily="18" charset="0"/>
                        </a:rPr>
                        <m:t>5</m:t>
                      </m:r>
                    </m:oMath>
                  </m:oMathPara>
                </a14:m>
                <a:endParaRPr lang="en-US" sz="2800" dirty="0">
                  <a:solidFill>
                    <a:srgbClr val="002060"/>
                  </a:solidFill>
                </a:endParaRPr>
              </a:p>
            </p:txBody>
          </p:sp>
        </mc:Choice>
        <mc:Fallback xmlns="">
          <p:sp>
            <p:nvSpPr>
              <p:cNvPr id="13" name="Rectangle 12"/>
              <p:cNvSpPr>
                <a:spLocks noRot="1" noChangeAspect="1" noMove="1" noResize="1" noEditPoints="1" noAdjustHandles="1" noChangeArrowheads="1" noChangeShapeType="1" noTextEdit="1"/>
              </p:cNvSpPr>
              <p:nvPr/>
            </p:nvSpPr>
            <p:spPr>
              <a:xfrm>
                <a:off x="6491728" y="5419162"/>
                <a:ext cx="465192" cy="523220"/>
              </a:xfrm>
              <a:prstGeom prst="rect">
                <a:avLst/>
              </a:prstGeom>
              <a:blipFill rotWithShape="0">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1052538" y="5419162"/>
                <a:ext cx="1731564"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1</m:t>
                      </m:r>
                      <m:r>
                        <a:rPr lang="en-US" sz="2800" b="0" i="1" smtClean="0">
                          <a:solidFill>
                            <a:srgbClr val="002060"/>
                          </a:solidFill>
                          <a:latin typeface="Cambria Math" panose="02040503050406030204" pitchFamily="18" charset="0"/>
                          <a:ea typeface="Cambria Math" panose="02040503050406030204" pitchFamily="18" charset="0"/>
                        </a:rPr>
                        <m:t>21.5556</m:t>
                      </m:r>
                    </m:oMath>
                  </m:oMathPara>
                </a14:m>
                <a:endParaRPr lang="en-US" sz="2800" dirty="0">
                  <a:solidFill>
                    <a:srgbClr val="002060"/>
                  </a:solidFill>
                </a:endParaRPr>
              </a:p>
            </p:txBody>
          </p:sp>
        </mc:Choice>
        <mc:Fallback xmlns="">
          <p:sp>
            <p:nvSpPr>
              <p:cNvPr id="14" name="Rectangle 13"/>
              <p:cNvSpPr>
                <a:spLocks noRot="1" noChangeAspect="1" noMove="1" noResize="1" noEditPoints="1" noAdjustHandles="1" noChangeArrowheads="1" noChangeShapeType="1" noTextEdit="1"/>
              </p:cNvSpPr>
              <p:nvPr/>
            </p:nvSpPr>
            <p:spPr>
              <a:xfrm>
                <a:off x="1052538" y="5419162"/>
                <a:ext cx="1731564" cy="523220"/>
              </a:xfrm>
              <a:prstGeom prst="rect">
                <a:avLst/>
              </a:prstGeom>
              <a:blipFill rotWithShape="0">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p:cNvSpPr/>
              <p:nvPr/>
            </p:nvSpPr>
            <p:spPr>
              <a:xfrm>
                <a:off x="4464178" y="5804400"/>
                <a:ext cx="1334020"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1</m:t>
                      </m:r>
                      <m:r>
                        <a:rPr lang="en-US" sz="2800" b="0" i="1" smtClean="0">
                          <a:solidFill>
                            <a:srgbClr val="002060"/>
                          </a:solidFill>
                          <a:latin typeface="Cambria Math" panose="02040503050406030204" pitchFamily="18" charset="0"/>
                          <a:ea typeface="Cambria Math" panose="02040503050406030204" pitchFamily="18" charset="0"/>
                        </a:rPr>
                        <m:t>.4629</m:t>
                      </m:r>
                    </m:oMath>
                  </m:oMathPara>
                </a14:m>
                <a:endParaRPr lang="en-US" sz="2800" dirty="0">
                  <a:solidFill>
                    <a:srgbClr val="002060"/>
                  </a:solidFill>
                </a:endParaRPr>
              </a:p>
            </p:txBody>
          </p:sp>
        </mc:Choice>
        <mc:Fallback xmlns="">
          <p:sp>
            <p:nvSpPr>
              <p:cNvPr id="17" name="Rectangle 16"/>
              <p:cNvSpPr>
                <a:spLocks noRot="1" noChangeAspect="1" noMove="1" noResize="1" noEditPoints="1" noAdjustHandles="1" noChangeArrowheads="1" noChangeShapeType="1" noTextEdit="1"/>
              </p:cNvSpPr>
              <p:nvPr/>
            </p:nvSpPr>
            <p:spPr>
              <a:xfrm>
                <a:off x="4464178" y="5804400"/>
                <a:ext cx="1334020" cy="523220"/>
              </a:xfrm>
              <a:prstGeom prst="rect">
                <a:avLst/>
              </a:prstGeom>
              <a:blipFill rotWithShape="0">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p:cNvSpPr/>
              <p:nvPr/>
            </p:nvSpPr>
            <p:spPr>
              <a:xfrm>
                <a:off x="4491375" y="5155120"/>
                <a:ext cx="1334020"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9</m:t>
                      </m:r>
                      <m:r>
                        <a:rPr lang="en-US" sz="2800" b="0" i="1" smtClean="0">
                          <a:solidFill>
                            <a:srgbClr val="002060"/>
                          </a:solidFill>
                          <a:latin typeface="Cambria Math" panose="02040503050406030204" pitchFamily="18" charset="0"/>
                          <a:ea typeface="Cambria Math" panose="02040503050406030204" pitchFamily="18" charset="0"/>
                        </a:rPr>
                        <m:t>.4529</m:t>
                      </m:r>
                    </m:oMath>
                  </m:oMathPara>
                </a14:m>
                <a:endParaRPr lang="en-US" sz="2800" dirty="0">
                  <a:solidFill>
                    <a:srgbClr val="002060"/>
                  </a:solidFill>
                </a:endParaRPr>
              </a:p>
            </p:txBody>
          </p:sp>
        </mc:Choice>
        <mc:Fallback xmlns="">
          <p:sp>
            <p:nvSpPr>
              <p:cNvPr id="18" name="Rectangle 17"/>
              <p:cNvSpPr>
                <a:spLocks noRot="1" noChangeAspect="1" noMove="1" noResize="1" noEditPoints="1" noAdjustHandles="1" noChangeArrowheads="1" noChangeShapeType="1" noTextEdit="1"/>
              </p:cNvSpPr>
              <p:nvPr/>
            </p:nvSpPr>
            <p:spPr>
              <a:xfrm>
                <a:off x="4491375" y="5155120"/>
                <a:ext cx="1334020" cy="523220"/>
              </a:xfrm>
              <a:prstGeom prst="rect">
                <a:avLst/>
              </a:prstGeom>
              <a:blipFill rotWithShape="0">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p:cNvSpPr/>
              <p:nvPr/>
            </p:nvSpPr>
            <p:spPr>
              <a:xfrm>
                <a:off x="2963629" y="5412288"/>
                <a:ext cx="1601721"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r>
                        <a:rPr lang="en-US" sz="2800" b="0" i="1" smtClean="0">
                          <a:solidFill>
                            <a:srgbClr val="002060"/>
                          </a:solidFill>
                          <a:latin typeface="Cambria Math" panose="02040503050406030204" pitchFamily="18" charset="0"/>
                          <a:ea typeface="Cambria Math" panose="02040503050406030204" pitchFamily="18" charset="0"/>
                        </a:rPr>
                        <m:t>0.9787</m:t>
                      </m:r>
                    </m:oMath>
                  </m:oMathPara>
                </a14:m>
                <a:endParaRPr lang="en-US" sz="2800" dirty="0">
                  <a:solidFill>
                    <a:srgbClr val="002060"/>
                  </a:solidFill>
                </a:endParaRPr>
              </a:p>
            </p:txBody>
          </p:sp>
        </mc:Choice>
        <mc:Fallback xmlns="">
          <p:sp>
            <p:nvSpPr>
              <p:cNvPr id="19" name="Rectangle 18"/>
              <p:cNvSpPr>
                <a:spLocks noRot="1" noChangeAspect="1" noMove="1" noResize="1" noEditPoints="1" noAdjustHandles="1" noChangeArrowheads="1" noChangeShapeType="1" noTextEdit="1"/>
              </p:cNvSpPr>
              <p:nvPr/>
            </p:nvSpPr>
            <p:spPr>
              <a:xfrm>
                <a:off x="2963629" y="5412288"/>
                <a:ext cx="1601721" cy="523220"/>
              </a:xfrm>
              <a:prstGeom prst="rect">
                <a:avLst/>
              </a:prstGeom>
              <a:blipFill rotWithShape="0">
                <a:blip r:embed="rId1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790101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11" grpId="0"/>
      <p:bldP spid="32" grpId="0"/>
      <p:bldP spid="13" grpId="0"/>
      <p:bldP spid="14" grpId="0"/>
      <p:bldP spid="17" grpId="0"/>
      <p:bldP spid="18" grpId="0"/>
      <p:bldP spid="19"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3 ⇝ Example 2(</a:t>
            </a:r>
            <a:r>
              <a:rPr lang="en-GB" dirty="0">
                <a:solidFill>
                  <a:srgbClr val="FF0000"/>
                </a:solidFill>
              </a:rPr>
              <a:t>Continue</a:t>
            </a:r>
            <a:r>
              <a:rPr lang="en-GB" dirty="0"/>
              <a:t>)</a:t>
            </a:r>
            <a:endParaRPr lang="en-US" dirty="0"/>
          </a:p>
        </p:txBody>
      </p:sp>
      <mc:AlternateContent xmlns:mc="http://schemas.openxmlformats.org/markup-compatibility/2006" xmlns:a14="http://schemas.microsoft.com/office/drawing/2010/main">
        <mc:Choice Requires="a14">
          <p:sp>
            <p:nvSpPr>
              <p:cNvPr id="15" name="Rectangle 14"/>
              <p:cNvSpPr/>
              <p:nvPr/>
            </p:nvSpPr>
            <p:spPr>
              <a:xfrm>
                <a:off x="137270" y="862943"/>
                <a:ext cx="4039888" cy="523220"/>
              </a:xfrm>
              <a:prstGeom prst="rect">
                <a:avLst/>
              </a:prstGeom>
            </p:spPr>
            <p:txBody>
              <a:bodyPr wrap="none">
                <a:spAutoFit/>
              </a:bodyPr>
              <a:lstStyle/>
              <a:p>
                <a:r>
                  <a:rPr lang="en-US" sz="2800" b="1" u="sng" dirty="0">
                    <a:solidFill>
                      <a:srgbClr val="002060"/>
                    </a:solidFill>
                  </a:rPr>
                  <a:t>Regression Line of	</a:t>
                </a:r>
                <a14:m>
                  <m:oMath xmlns:m="http://schemas.openxmlformats.org/officeDocument/2006/math">
                    <m:r>
                      <a:rPr lang="en-US" sz="2800" b="1" u="sng" dirty="0">
                        <a:solidFill>
                          <a:srgbClr val="FF0000"/>
                        </a:solidFill>
                        <a:latin typeface="Cambria Math" panose="02040503050406030204" pitchFamily="18" charset="0"/>
                      </a:rPr>
                      <m:t>𝐲</m:t>
                    </m:r>
                  </m:oMath>
                </a14:m>
                <a:r>
                  <a:rPr lang="en-US" sz="2800" b="1" u="sng" dirty="0">
                    <a:solidFill>
                      <a:srgbClr val="FF0000"/>
                    </a:solidFill>
                  </a:rPr>
                  <a:t> on </a:t>
                </a:r>
                <a14:m>
                  <m:oMath xmlns:m="http://schemas.openxmlformats.org/officeDocument/2006/math">
                    <m:r>
                      <a:rPr lang="en-US" sz="2800" b="1" u="sng" dirty="0">
                        <a:solidFill>
                          <a:srgbClr val="FF0000"/>
                        </a:solidFill>
                        <a:latin typeface="Cambria Math" panose="02040503050406030204" pitchFamily="18" charset="0"/>
                      </a:rPr>
                      <m:t>𝐱</m:t>
                    </m:r>
                  </m:oMath>
                </a14:m>
                <a:r>
                  <a:rPr lang="en-US" sz="2800" b="1" u="sng" dirty="0">
                    <a:solidFill>
                      <a:srgbClr val="002060"/>
                    </a:solidFill>
                  </a:rPr>
                  <a:t> :</a:t>
                </a:r>
              </a:p>
            </p:txBody>
          </p:sp>
        </mc:Choice>
        <mc:Fallback xmlns="">
          <p:sp>
            <p:nvSpPr>
              <p:cNvPr id="15" name="Rectangle 14"/>
              <p:cNvSpPr>
                <a:spLocks noRot="1" noChangeAspect="1" noMove="1" noResize="1" noEditPoints="1" noAdjustHandles="1" noChangeArrowheads="1" noChangeShapeType="1" noTextEdit="1"/>
              </p:cNvSpPr>
              <p:nvPr/>
            </p:nvSpPr>
            <p:spPr>
              <a:xfrm>
                <a:off x="137270" y="862943"/>
                <a:ext cx="4039888" cy="523220"/>
              </a:xfrm>
              <a:prstGeom prst="rect">
                <a:avLst/>
              </a:prstGeom>
              <a:blipFill rotWithShape="0">
                <a:blip r:embed="rId2"/>
                <a:stretch>
                  <a:fillRect l="-3172" t="-12941" r="-2266" b="-329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137270" y="1430953"/>
                <a:ext cx="7097328" cy="1037207"/>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a:solidFill>
                            <a:srgbClr val="002060"/>
                          </a:solidFill>
                          <a:latin typeface="Cambria Math" panose="02040503050406030204" pitchFamily="18" charset="0"/>
                          <a:ea typeface="Cambria Math" panose="02040503050406030204" pitchFamily="18" charset="0"/>
                        </a:rPr>
                        <m:t>∴</m:t>
                      </m:r>
                      <m:r>
                        <m:rPr>
                          <m:sty m:val="p"/>
                        </m:rPr>
                        <a:rPr lang="en-US" sz="280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−121.5556=−0.9787 </m:t>
                      </m:r>
                      <m:f>
                        <m:fPr>
                          <m:ctrlPr>
                            <a:rPr lang="en-US" sz="2800" i="1" smtClean="0">
                              <a:solidFill>
                                <a:srgbClr val="7030A0"/>
                              </a:solidFill>
                              <a:latin typeface="Cambria Math" panose="02040503050406030204" pitchFamily="18" charset="0"/>
                            </a:rPr>
                          </m:ctrlPr>
                        </m:fPr>
                        <m:num>
                          <m:r>
                            <a:rPr lang="en-US" sz="2800" i="1">
                              <a:solidFill>
                                <a:srgbClr val="7030A0"/>
                              </a:solidFill>
                              <a:latin typeface="Cambria Math" panose="02040503050406030204" pitchFamily="18" charset="0"/>
                            </a:rPr>
                            <m:t> </m:t>
                          </m:r>
                          <m:r>
                            <a:rPr lang="en-US" sz="2800" smtClean="0">
                              <a:solidFill>
                                <a:srgbClr val="002060"/>
                              </a:solidFill>
                              <a:latin typeface="Cambria Math" panose="02040503050406030204" pitchFamily="18" charset="0"/>
                            </a:rPr>
                            <m:t>9.4529</m:t>
                          </m:r>
                          <m:r>
                            <a:rPr lang="en-US" sz="2800">
                              <a:solidFill>
                                <a:srgbClr val="7030A0"/>
                              </a:solidFill>
                              <a:latin typeface="Cambria Math" panose="02040503050406030204" pitchFamily="18" charset="0"/>
                            </a:rPr>
                            <m:t> </m:t>
                          </m:r>
                        </m:num>
                        <m:den>
                          <m:eqArr>
                            <m:eqArrPr>
                              <m:ctrlPr>
                                <a:rPr lang="en-US" sz="2800" i="1">
                                  <a:solidFill>
                                    <a:srgbClr val="7030A0"/>
                                  </a:solidFill>
                                  <a:latin typeface="Cambria Math" panose="02040503050406030204" pitchFamily="18" charset="0"/>
                                </a:rPr>
                              </m:ctrlPr>
                            </m:eqArrPr>
                            <m:e>
                              <m:r>
                                <a:rPr lang="en-US" sz="2800" i="1">
                                  <a:solidFill>
                                    <a:srgbClr val="7030A0"/>
                                  </a:solidFill>
                                  <a:latin typeface="Cambria Math" panose="02040503050406030204" pitchFamily="18" charset="0"/>
                                </a:rPr>
                                <m:t> </m:t>
                              </m:r>
                            </m:e>
                            <m:e>
                              <m:r>
                                <a:rPr lang="en-US" sz="2800" i="1" smtClean="0">
                                  <a:solidFill>
                                    <a:srgbClr val="002060"/>
                                  </a:solidFill>
                                  <a:latin typeface="Cambria Math" panose="02040503050406030204" pitchFamily="18" charset="0"/>
                                </a:rPr>
                                <m:t>1.4629</m:t>
                              </m:r>
                            </m:e>
                          </m:eqArr>
                        </m:den>
                      </m:f>
                      <m:d>
                        <m:dPr>
                          <m:ctrlPr>
                            <a:rPr lang="en-US"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m:t>
                          </m:r>
                          <m:r>
                            <a:rPr lang="en-US" sz="2800" i="1">
                              <a:solidFill>
                                <a:srgbClr val="002060"/>
                              </a:solidFill>
                              <a:latin typeface="Cambria Math" panose="02040503050406030204" pitchFamily="18" charset="0"/>
                            </a:rPr>
                            <m:t>5 </m:t>
                          </m:r>
                        </m:e>
                      </m:d>
                    </m:oMath>
                  </m:oMathPara>
                </a14:m>
                <a:endParaRPr lang="en-US" sz="2800" dirty="0">
                  <a:solidFill>
                    <a:srgbClr val="002060"/>
                  </a:solidFill>
                </a:endParaRPr>
              </a:p>
            </p:txBody>
          </p:sp>
        </mc:Choice>
        <mc:Fallback xmlns="">
          <p:sp>
            <p:nvSpPr>
              <p:cNvPr id="16" name="Rectangle 15"/>
              <p:cNvSpPr>
                <a:spLocks noRot="1" noChangeAspect="1" noMove="1" noResize="1" noEditPoints="1" noAdjustHandles="1" noChangeArrowheads="1" noChangeShapeType="1" noTextEdit="1"/>
              </p:cNvSpPr>
              <p:nvPr/>
            </p:nvSpPr>
            <p:spPr>
              <a:xfrm>
                <a:off x="137270" y="1430953"/>
                <a:ext cx="7097328" cy="1037207"/>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Rectangle 33"/>
              <p:cNvSpPr/>
              <p:nvPr/>
            </p:nvSpPr>
            <p:spPr>
              <a:xfrm>
                <a:off x="137270" y="2730827"/>
                <a:ext cx="5780237"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r>
                        <m:rPr>
                          <m:sty m:val="p"/>
                        </m:rPr>
                        <a:rPr lang="en-US" sz="280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−121.5556=</m:t>
                      </m:r>
                      <m:r>
                        <a:rPr lang="en-US" sz="2800" b="0" i="1" smtClean="0">
                          <a:solidFill>
                            <a:schemeClr val="bg1"/>
                          </a:solidFill>
                          <a:latin typeface="Cambria Math" panose="02040503050406030204" pitchFamily="18" charset="0"/>
                        </a:rPr>
                        <m:t>−6.3240 </m:t>
                      </m:r>
                      <m:d>
                        <m:dPr>
                          <m:ctrlPr>
                            <a:rPr lang="en-US"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m:t>
                          </m:r>
                          <m:r>
                            <a:rPr lang="en-US" sz="2800" i="1">
                              <a:solidFill>
                                <a:srgbClr val="002060"/>
                              </a:solidFill>
                              <a:latin typeface="Cambria Math" panose="02040503050406030204" pitchFamily="18" charset="0"/>
                            </a:rPr>
                            <m:t>5 </m:t>
                          </m:r>
                        </m:e>
                      </m:d>
                    </m:oMath>
                  </m:oMathPara>
                </a14:m>
                <a:endParaRPr lang="en-US" sz="2800" dirty="0">
                  <a:solidFill>
                    <a:srgbClr val="002060"/>
                  </a:solidFill>
                </a:endParaRPr>
              </a:p>
            </p:txBody>
          </p:sp>
        </mc:Choice>
        <mc:Fallback xmlns="">
          <p:sp>
            <p:nvSpPr>
              <p:cNvPr id="34" name="Rectangle 33"/>
              <p:cNvSpPr>
                <a:spLocks noRot="1" noChangeAspect="1" noMove="1" noResize="1" noEditPoints="1" noAdjustHandles="1" noChangeArrowheads="1" noChangeShapeType="1" noTextEdit="1"/>
              </p:cNvSpPr>
              <p:nvPr/>
            </p:nvSpPr>
            <p:spPr>
              <a:xfrm>
                <a:off x="137270" y="2730827"/>
                <a:ext cx="5780237" cy="52322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Rectangle 34"/>
              <p:cNvSpPr/>
              <p:nvPr/>
            </p:nvSpPr>
            <p:spPr>
              <a:xfrm>
                <a:off x="137270" y="3516714"/>
                <a:ext cx="6392712"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r>
                        <m:rPr>
                          <m:sty m:val="p"/>
                        </m:rPr>
                        <a:rPr lang="en-US" sz="280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−121.5556=</m:t>
                      </m:r>
                      <m:r>
                        <a:rPr lang="en-US" sz="2800" i="1" smtClean="0">
                          <a:solidFill>
                            <a:schemeClr val="bg1"/>
                          </a:solidFill>
                          <a:latin typeface="Cambria Math" panose="02040503050406030204" pitchFamily="18" charset="0"/>
                        </a:rPr>
                        <m:t>−6.3240</m:t>
                      </m:r>
                      <m:r>
                        <a:rPr lang="en-US" sz="2800" b="0" i="1" smtClean="0">
                          <a:solidFill>
                            <a:srgbClr val="002060"/>
                          </a:solidFill>
                          <a:latin typeface="Cambria Math" panose="02040503050406030204" pitchFamily="18" charset="0"/>
                        </a:rPr>
                        <m:t> </m:t>
                      </m:r>
                      <m:r>
                        <m:rPr>
                          <m:sty m:val="p"/>
                        </m:rPr>
                        <a:rPr lang="en-US" sz="2800" b="0" i="0" smtClean="0">
                          <a:solidFill>
                            <a:srgbClr val="002060"/>
                          </a:solidFill>
                          <a:latin typeface="Cambria Math" panose="02040503050406030204" pitchFamily="18" charset="0"/>
                        </a:rPr>
                        <m:t>x</m:t>
                      </m:r>
                      <m:r>
                        <a:rPr lang="en-US" sz="2800" b="0" i="1" smtClean="0">
                          <a:solidFill>
                            <a:schemeClr val="bg1"/>
                          </a:solidFill>
                          <a:latin typeface="Cambria Math" panose="02040503050406030204" pitchFamily="18" charset="0"/>
                        </a:rPr>
                        <m:t>+31.6199</m:t>
                      </m:r>
                    </m:oMath>
                  </m:oMathPara>
                </a14:m>
                <a:endParaRPr lang="en-US" sz="2800" dirty="0">
                  <a:solidFill>
                    <a:srgbClr val="002060"/>
                  </a:solidFill>
                </a:endParaRPr>
              </a:p>
            </p:txBody>
          </p:sp>
        </mc:Choice>
        <mc:Fallback xmlns="">
          <p:sp>
            <p:nvSpPr>
              <p:cNvPr id="35" name="Rectangle 34"/>
              <p:cNvSpPr>
                <a:spLocks noRot="1" noChangeAspect="1" noMove="1" noResize="1" noEditPoints="1" noAdjustHandles="1" noChangeArrowheads="1" noChangeShapeType="1" noTextEdit="1"/>
              </p:cNvSpPr>
              <p:nvPr/>
            </p:nvSpPr>
            <p:spPr>
              <a:xfrm>
                <a:off x="137270" y="3516714"/>
                <a:ext cx="6392712" cy="523220"/>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Rectangle 35"/>
              <p:cNvSpPr/>
              <p:nvPr/>
            </p:nvSpPr>
            <p:spPr>
              <a:xfrm>
                <a:off x="137270" y="4302601"/>
                <a:ext cx="6392712"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r>
                        <m:rPr>
                          <m:sty m:val="p"/>
                        </m:rPr>
                        <a:rPr lang="en-US" sz="280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m:t>
                      </m:r>
                      <m:r>
                        <a:rPr lang="en-US" sz="2800" i="1">
                          <a:solidFill>
                            <a:srgbClr val="002060"/>
                          </a:solidFill>
                          <a:latin typeface="Cambria Math" panose="02040503050406030204" pitchFamily="18" charset="0"/>
                        </a:rPr>
                        <m:t>−6.3240 </m:t>
                      </m:r>
                      <m:r>
                        <m:rPr>
                          <m:sty m:val="p"/>
                        </m:rPr>
                        <a:rPr lang="en-US" sz="2800">
                          <a:solidFill>
                            <a:srgbClr val="002060"/>
                          </a:solidFill>
                          <a:latin typeface="Cambria Math" panose="02040503050406030204" pitchFamily="18" charset="0"/>
                        </a:rPr>
                        <m:t>x</m:t>
                      </m:r>
                      <m:r>
                        <a:rPr lang="en-US" sz="2800" i="1">
                          <a:solidFill>
                            <a:srgbClr val="002060"/>
                          </a:solidFill>
                          <a:latin typeface="Cambria Math" panose="02040503050406030204" pitchFamily="18" charset="0"/>
                        </a:rPr>
                        <m:t>+31.6199</m:t>
                      </m:r>
                      <m:r>
                        <a:rPr lang="en-US" sz="2800" b="0" i="1" smtClean="0">
                          <a:solidFill>
                            <a:schemeClr val="bg1"/>
                          </a:solidFill>
                          <a:latin typeface="Cambria Math" panose="02040503050406030204" pitchFamily="18" charset="0"/>
                        </a:rPr>
                        <m:t>+121.5556</m:t>
                      </m:r>
                    </m:oMath>
                  </m:oMathPara>
                </a14:m>
                <a:endParaRPr lang="en-US" sz="2800" dirty="0">
                  <a:solidFill>
                    <a:srgbClr val="002060"/>
                  </a:solidFill>
                </a:endParaRPr>
              </a:p>
            </p:txBody>
          </p:sp>
        </mc:Choice>
        <mc:Fallback xmlns="">
          <p:sp>
            <p:nvSpPr>
              <p:cNvPr id="36" name="Rectangle 35"/>
              <p:cNvSpPr>
                <a:spLocks noRot="1" noChangeAspect="1" noMove="1" noResize="1" noEditPoints="1" noAdjustHandles="1" noChangeArrowheads="1" noChangeShapeType="1" noTextEdit="1"/>
              </p:cNvSpPr>
              <p:nvPr/>
            </p:nvSpPr>
            <p:spPr>
              <a:xfrm>
                <a:off x="137270" y="4302601"/>
                <a:ext cx="6392712" cy="523220"/>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Rectangle 36"/>
              <p:cNvSpPr/>
              <p:nvPr/>
            </p:nvSpPr>
            <p:spPr>
              <a:xfrm>
                <a:off x="137270" y="5088488"/>
                <a:ext cx="4699107"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r>
                        <m:rPr>
                          <m:sty m:val="p"/>
                        </m:rPr>
                        <a:rPr lang="en-US" sz="280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m:t>
                      </m:r>
                      <m:r>
                        <a:rPr lang="en-US" sz="2800" i="1">
                          <a:solidFill>
                            <a:srgbClr val="002060"/>
                          </a:solidFill>
                          <a:latin typeface="Cambria Math" panose="02040503050406030204" pitchFamily="18" charset="0"/>
                        </a:rPr>
                        <m:t>−6.3240 </m:t>
                      </m:r>
                      <m:r>
                        <m:rPr>
                          <m:sty m:val="p"/>
                        </m:rPr>
                        <a:rPr lang="en-US" sz="2800">
                          <a:solidFill>
                            <a:srgbClr val="002060"/>
                          </a:solidFill>
                          <a:latin typeface="Cambria Math" panose="02040503050406030204" pitchFamily="18" charset="0"/>
                        </a:rPr>
                        <m:t>x</m:t>
                      </m:r>
                      <m:r>
                        <a:rPr lang="en-US" sz="2800" i="1">
                          <a:solidFill>
                            <a:srgbClr val="002060"/>
                          </a:solidFill>
                          <a:latin typeface="Cambria Math" panose="02040503050406030204" pitchFamily="18" charset="0"/>
                        </a:rPr>
                        <m:t>+</m:t>
                      </m:r>
                      <m:r>
                        <a:rPr lang="en-US" sz="2800" b="0" i="1" smtClean="0">
                          <a:solidFill>
                            <a:schemeClr val="bg1"/>
                          </a:solidFill>
                          <a:latin typeface="Cambria Math" panose="02040503050406030204" pitchFamily="18" charset="0"/>
                        </a:rPr>
                        <m:t>153.1755</m:t>
                      </m:r>
                    </m:oMath>
                  </m:oMathPara>
                </a14:m>
                <a:endParaRPr lang="en-US" sz="2800" dirty="0">
                  <a:solidFill>
                    <a:srgbClr val="002060"/>
                  </a:solidFill>
                </a:endParaRPr>
              </a:p>
            </p:txBody>
          </p:sp>
        </mc:Choice>
        <mc:Fallback xmlns="">
          <p:sp>
            <p:nvSpPr>
              <p:cNvPr id="37" name="Rectangle 36"/>
              <p:cNvSpPr>
                <a:spLocks noRot="1" noChangeAspect="1" noMove="1" noResize="1" noEditPoints="1" noAdjustHandles="1" noChangeArrowheads="1" noChangeShapeType="1" noTextEdit="1"/>
              </p:cNvSpPr>
              <p:nvPr/>
            </p:nvSpPr>
            <p:spPr>
              <a:xfrm>
                <a:off x="137270" y="5088488"/>
                <a:ext cx="4699107" cy="523220"/>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Rectangle 37"/>
              <p:cNvSpPr/>
              <p:nvPr/>
            </p:nvSpPr>
            <p:spPr>
              <a:xfrm>
                <a:off x="137270" y="5874375"/>
                <a:ext cx="9922716" cy="523220"/>
              </a:xfrm>
              <a:prstGeom prst="rect">
                <a:avLst/>
              </a:prstGeom>
              <a:ln>
                <a:solidFill>
                  <a:srgbClr val="FF0000"/>
                </a:solidFill>
              </a:ln>
            </p:spPr>
            <p:style>
              <a:lnRef idx="2">
                <a:schemeClr val="accent2"/>
              </a:lnRef>
              <a:fillRef idx="1">
                <a:schemeClr val="lt1"/>
              </a:fillRef>
              <a:effectRef idx="0">
                <a:schemeClr val="accent2"/>
              </a:effectRef>
              <a:fontRef idx="minor">
                <a:schemeClr val="dk1"/>
              </a:fontRef>
            </p:style>
            <p:txBody>
              <a:bodyPr wrap="none">
                <a:spAutoFit/>
              </a:bodyPr>
              <a:lstStyle/>
              <a:p>
                <a:pPr/>
                <a14:m>
                  <m:oMathPara xmlns:m="http://schemas.openxmlformats.org/officeDocument/2006/math">
                    <m:oMathParaPr>
                      <m:jc m:val="left"/>
                    </m:oMathParaPr>
                    <m:oMath xmlns:m="http://schemas.openxmlformats.org/officeDocument/2006/math">
                      <m:r>
                        <a:rPr lang="en-US" sz="2800" b="1" i="1" smtClean="0">
                          <a:solidFill>
                            <a:srgbClr val="7030A0"/>
                          </a:solidFill>
                          <a:latin typeface="Cambria Math" panose="02040503050406030204" pitchFamily="18" charset="0"/>
                          <a:ea typeface="Cambria Math" panose="02040503050406030204" pitchFamily="18" charset="0"/>
                        </a:rPr>
                        <m:t>∴</m:t>
                      </m:r>
                      <m:r>
                        <m:rPr>
                          <m:nor/>
                        </m:rPr>
                        <a:rPr lang="en-US" sz="2800" b="1" i="0" dirty="0" smtClean="0">
                          <a:solidFill>
                            <a:srgbClr val="7030A0"/>
                          </a:solidFill>
                        </a:rPr>
                        <m:t>The</m:t>
                      </m:r>
                      <m:r>
                        <m:rPr>
                          <m:nor/>
                        </m:rPr>
                        <a:rPr lang="en-US" sz="2800" b="1" dirty="0">
                          <a:solidFill>
                            <a:srgbClr val="7030A0"/>
                          </a:solidFill>
                        </a:rPr>
                        <m:t> </m:t>
                      </m:r>
                      <m:r>
                        <m:rPr>
                          <m:nor/>
                        </m:rPr>
                        <a:rPr lang="en-US" sz="2800" b="1" i="0" dirty="0" smtClean="0">
                          <a:solidFill>
                            <a:srgbClr val="7030A0"/>
                          </a:solidFill>
                        </a:rPr>
                        <m:t>Regression</m:t>
                      </m:r>
                      <m:r>
                        <m:rPr>
                          <m:nor/>
                        </m:rPr>
                        <a:rPr lang="en-US" sz="2800" b="1" i="0" dirty="0" smtClean="0">
                          <a:solidFill>
                            <a:srgbClr val="7030A0"/>
                          </a:solidFill>
                        </a:rPr>
                        <m:t> </m:t>
                      </m:r>
                      <m:r>
                        <m:rPr>
                          <m:nor/>
                        </m:rPr>
                        <a:rPr lang="en-US" sz="2800" b="1" i="0" dirty="0" smtClean="0">
                          <a:solidFill>
                            <a:srgbClr val="7030A0"/>
                          </a:solidFill>
                        </a:rPr>
                        <m:t>line</m:t>
                      </m:r>
                      <m:r>
                        <m:rPr>
                          <m:nor/>
                        </m:rPr>
                        <a:rPr lang="en-US" sz="2800" b="1" i="0" dirty="0" smtClean="0">
                          <a:solidFill>
                            <a:srgbClr val="7030A0"/>
                          </a:solidFill>
                        </a:rPr>
                        <m:t> </m:t>
                      </m:r>
                      <m:r>
                        <m:rPr>
                          <m:nor/>
                        </m:rPr>
                        <a:rPr lang="en-US" sz="2800" b="1" i="0" dirty="0" smtClean="0">
                          <a:solidFill>
                            <a:srgbClr val="7030A0"/>
                          </a:solidFill>
                        </a:rPr>
                        <m:t>of</m:t>
                      </m:r>
                      <m:r>
                        <m:rPr>
                          <m:nor/>
                        </m:rPr>
                        <a:rPr lang="en-US" sz="2800" b="1" i="0" dirty="0" smtClean="0">
                          <a:solidFill>
                            <a:srgbClr val="7030A0"/>
                          </a:solidFill>
                        </a:rPr>
                        <m:t> </m:t>
                      </m:r>
                      <m:r>
                        <m:rPr>
                          <m:nor/>
                        </m:rPr>
                        <a:rPr lang="en-US" sz="2800" b="1" i="0" dirty="0" smtClean="0">
                          <a:solidFill>
                            <a:srgbClr val="7030A0"/>
                          </a:solidFill>
                        </a:rPr>
                        <m:t>y</m:t>
                      </m:r>
                      <m:r>
                        <m:rPr>
                          <m:nor/>
                        </m:rPr>
                        <a:rPr lang="en-US" sz="2800" b="1" i="0" dirty="0" smtClean="0">
                          <a:solidFill>
                            <a:srgbClr val="7030A0"/>
                          </a:solidFill>
                        </a:rPr>
                        <m:t> </m:t>
                      </m:r>
                      <m:r>
                        <m:rPr>
                          <m:nor/>
                        </m:rPr>
                        <a:rPr lang="en-US" sz="2800" b="1" i="0" dirty="0" smtClean="0">
                          <a:solidFill>
                            <a:srgbClr val="7030A0"/>
                          </a:solidFill>
                        </a:rPr>
                        <m:t>on</m:t>
                      </m:r>
                      <m:r>
                        <m:rPr>
                          <m:nor/>
                        </m:rPr>
                        <a:rPr lang="en-US" sz="2800" b="1" i="0" dirty="0" smtClean="0">
                          <a:solidFill>
                            <a:srgbClr val="7030A0"/>
                          </a:solidFill>
                        </a:rPr>
                        <m:t> </m:t>
                      </m:r>
                      <m:r>
                        <m:rPr>
                          <m:nor/>
                        </m:rPr>
                        <a:rPr lang="en-US" sz="2800" b="1" i="0" dirty="0" smtClean="0">
                          <a:solidFill>
                            <a:srgbClr val="7030A0"/>
                          </a:solidFill>
                        </a:rPr>
                        <m:t>x</m:t>
                      </m:r>
                      <m:r>
                        <m:rPr>
                          <m:nor/>
                        </m:rPr>
                        <a:rPr lang="en-US" sz="2800" b="1" i="0" dirty="0" smtClean="0">
                          <a:solidFill>
                            <a:srgbClr val="7030A0"/>
                          </a:solidFill>
                        </a:rPr>
                        <m:t> </m:t>
                      </m:r>
                      <m:r>
                        <m:rPr>
                          <m:nor/>
                        </m:rPr>
                        <a:rPr lang="en-US" sz="2800" b="1" i="0" dirty="0" smtClean="0">
                          <a:solidFill>
                            <a:srgbClr val="7030A0"/>
                          </a:solidFill>
                        </a:rPr>
                        <m:t>is</m:t>
                      </m:r>
                      <m:r>
                        <a:rPr lang="en-US" sz="2800" b="0" i="1" dirty="0" smtClean="0">
                          <a:solidFill>
                            <a:srgbClr val="7030A0"/>
                          </a:solidFill>
                          <a:latin typeface="Cambria Math" panose="02040503050406030204" pitchFamily="18" charset="0"/>
                        </a:rPr>
                        <m:t>     </m:t>
                      </m:r>
                      <m:r>
                        <a:rPr lang="en-US" sz="2800" b="1" i="0" smtClean="0">
                          <a:solidFill>
                            <a:srgbClr val="7030A0"/>
                          </a:solidFill>
                          <a:latin typeface="Cambria Math" panose="02040503050406030204" pitchFamily="18" charset="0"/>
                        </a:rPr>
                        <m:t>𝐲</m:t>
                      </m:r>
                      <m:r>
                        <a:rPr lang="en-US" sz="2800" b="1" i="0" smtClean="0">
                          <a:solidFill>
                            <a:srgbClr val="7030A0"/>
                          </a:solidFill>
                          <a:latin typeface="Cambria Math" panose="02040503050406030204" pitchFamily="18" charset="0"/>
                        </a:rPr>
                        <m:t>=−</m:t>
                      </m:r>
                      <m:r>
                        <a:rPr lang="en-US" sz="2800" b="1" i="0" smtClean="0">
                          <a:solidFill>
                            <a:srgbClr val="7030A0"/>
                          </a:solidFill>
                          <a:latin typeface="Cambria Math" panose="02040503050406030204" pitchFamily="18" charset="0"/>
                        </a:rPr>
                        <m:t>𝟔</m:t>
                      </m:r>
                      <m:r>
                        <a:rPr lang="en-US" sz="2800" b="1" i="0" smtClean="0">
                          <a:solidFill>
                            <a:srgbClr val="7030A0"/>
                          </a:solidFill>
                          <a:latin typeface="Cambria Math" panose="02040503050406030204" pitchFamily="18" charset="0"/>
                        </a:rPr>
                        <m:t>.</m:t>
                      </m:r>
                      <m:r>
                        <a:rPr lang="en-US" sz="2800" b="1" i="0" smtClean="0">
                          <a:solidFill>
                            <a:srgbClr val="7030A0"/>
                          </a:solidFill>
                          <a:latin typeface="Cambria Math" panose="02040503050406030204" pitchFamily="18" charset="0"/>
                        </a:rPr>
                        <m:t>𝟑𝟐𝟒𝟎</m:t>
                      </m:r>
                      <m:r>
                        <a:rPr lang="en-US" sz="2800" b="1" i="0" smtClean="0">
                          <a:solidFill>
                            <a:srgbClr val="7030A0"/>
                          </a:solidFill>
                          <a:latin typeface="Cambria Math" panose="02040503050406030204" pitchFamily="18" charset="0"/>
                        </a:rPr>
                        <m:t> </m:t>
                      </m:r>
                      <m:r>
                        <a:rPr lang="en-US" sz="2800" b="1" i="0" smtClean="0">
                          <a:solidFill>
                            <a:srgbClr val="7030A0"/>
                          </a:solidFill>
                          <a:latin typeface="Cambria Math" panose="02040503050406030204" pitchFamily="18" charset="0"/>
                        </a:rPr>
                        <m:t>𝐱</m:t>
                      </m:r>
                      <m:r>
                        <a:rPr lang="en-US" sz="2800" b="1" i="0" smtClean="0">
                          <a:solidFill>
                            <a:srgbClr val="7030A0"/>
                          </a:solidFill>
                          <a:latin typeface="Cambria Math" panose="02040503050406030204" pitchFamily="18" charset="0"/>
                        </a:rPr>
                        <m:t>+</m:t>
                      </m:r>
                      <m:r>
                        <a:rPr lang="en-US" sz="2800" b="1" i="0">
                          <a:solidFill>
                            <a:srgbClr val="7030A0"/>
                          </a:solidFill>
                          <a:latin typeface="Cambria Math" panose="02040503050406030204" pitchFamily="18" charset="0"/>
                        </a:rPr>
                        <m:t>𝟏𝟓𝟑</m:t>
                      </m:r>
                      <m:r>
                        <a:rPr lang="en-US" sz="2800" b="1" i="0">
                          <a:solidFill>
                            <a:srgbClr val="7030A0"/>
                          </a:solidFill>
                          <a:latin typeface="Cambria Math" panose="02040503050406030204" pitchFamily="18" charset="0"/>
                        </a:rPr>
                        <m:t>.</m:t>
                      </m:r>
                      <m:r>
                        <a:rPr lang="en-US" sz="2800" b="1" i="0">
                          <a:solidFill>
                            <a:srgbClr val="7030A0"/>
                          </a:solidFill>
                          <a:latin typeface="Cambria Math" panose="02040503050406030204" pitchFamily="18" charset="0"/>
                        </a:rPr>
                        <m:t>𝟏𝟕𝟓𝟓</m:t>
                      </m:r>
                    </m:oMath>
                  </m:oMathPara>
                </a14:m>
                <a:endParaRPr lang="en-US" sz="2800" b="1" dirty="0">
                  <a:solidFill>
                    <a:srgbClr val="002060"/>
                  </a:solidFill>
                </a:endParaRPr>
              </a:p>
            </p:txBody>
          </p:sp>
        </mc:Choice>
        <mc:Fallback xmlns="">
          <p:sp>
            <p:nvSpPr>
              <p:cNvPr id="38" name="Rectangle 37"/>
              <p:cNvSpPr>
                <a:spLocks noRot="1" noChangeAspect="1" noMove="1" noResize="1" noEditPoints="1" noAdjustHandles="1" noChangeArrowheads="1" noChangeShapeType="1" noTextEdit="1"/>
              </p:cNvSpPr>
              <p:nvPr/>
            </p:nvSpPr>
            <p:spPr>
              <a:xfrm>
                <a:off x="137270" y="5874375"/>
                <a:ext cx="9922716" cy="523220"/>
              </a:xfrm>
              <a:prstGeom prst="rect">
                <a:avLst/>
              </a:prstGeom>
              <a:blipFill rotWithShape="0">
                <a:blip r:embed="rId8"/>
                <a:stretch>
                  <a:fillRect/>
                </a:stretch>
              </a:blipFill>
              <a:ln>
                <a:solidFill>
                  <a:srgbClr val="FF00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Rectangle 38"/>
              <p:cNvSpPr/>
              <p:nvPr/>
            </p:nvSpPr>
            <p:spPr>
              <a:xfrm>
                <a:off x="2958198" y="2727478"/>
                <a:ext cx="1601721"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FF0000"/>
                          </a:solidFill>
                          <a:latin typeface="Cambria Math" panose="02040503050406030204" pitchFamily="18" charset="0"/>
                          <a:ea typeface="Cambria Math" panose="02040503050406030204" pitchFamily="18" charset="0"/>
                        </a:rPr>
                        <m:t>−</m:t>
                      </m:r>
                      <m:r>
                        <a:rPr lang="en-US" sz="2800" b="0" i="1" smtClean="0">
                          <a:solidFill>
                            <a:srgbClr val="FF0000"/>
                          </a:solidFill>
                          <a:latin typeface="Cambria Math" panose="02040503050406030204" pitchFamily="18" charset="0"/>
                          <a:ea typeface="Cambria Math" panose="02040503050406030204" pitchFamily="18" charset="0"/>
                        </a:rPr>
                        <m:t>6.3240</m:t>
                      </m:r>
                    </m:oMath>
                  </m:oMathPara>
                </a14:m>
                <a:endParaRPr lang="en-US" sz="2800" dirty="0">
                  <a:solidFill>
                    <a:srgbClr val="FF0000"/>
                  </a:solidFill>
                </a:endParaRPr>
              </a:p>
            </p:txBody>
          </p:sp>
        </mc:Choice>
        <mc:Fallback xmlns="">
          <p:sp>
            <p:nvSpPr>
              <p:cNvPr id="39" name="Rectangle 38"/>
              <p:cNvSpPr>
                <a:spLocks noRot="1" noChangeAspect="1" noMove="1" noResize="1" noEditPoints="1" noAdjustHandles="1" noChangeArrowheads="1" noChangeShapeType="1" noTextEdit="1"/>
              </p:cNvSpPr>
              <p:nvPr/>
            </p:nvSpPr>
            <p:spPr>
              <a:xfrm>
                <a:off x="2958198" y="2727478"/>
                <a:ext cx="1601721" cy="523220"/>
              </a:xfrm>
              <a:prstGeom prst="rect">
                <a:avLst/>
              </a:prstGeom>
              <a:blipFill rotWithShape="0">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Rectangle 39"/>
              <p:cNvSpPr/>
              <p:nvPr/>
            </p:nvSpPr>
            <p:spPr>
              <a:xfrm>
                <a:off x="2958197" y="3515869"/>
                <a:ext cx="1601721"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a:solidFill>
                            <a:srgbClr val="FF0000"/>
                          </a:solidFill>
                          <a:latin typeface="Cambria Math" panose="02040503050406030204" pitchFamily="18" charset="0"/>
                          <a:ea typeface="Cambria Math" panose="02040503050406030204" pitchFamily="18" charset="0"/>
                        </a:rPr>
                        <m:t>−6.3240</m:t>
                      </m:r>
                    </m:oMath>
                  </m:oMathPara>
                </a14:m>
                <a:endParaRPr lang="en-US" sz="2800" dirty="0">
                  <a:solidFill>
                    <a:srgbClr val="FF0000"/>
                  </a:solidFill>
                </a:endParaRPr>
              </a:p>
            </p:txBody>
          </p:sp>
        </mc:Choice>
        <mc:Fallback xmlns="">
          <p:sp>
            <p:nvSpPr>
              <p:cNvPr id="40" name="Rectangle 39"/>
              <p:cNvSpPr>
                <a:spLocks noRot="1" noChangeAspect="1" noMove="1" noResize="1" noEditPoints="1" noAdjustHandles="1" noChangeArrowheads="1" noChangeShapeType="1" noTextEdit="1"/>
              </p:cNvSpPr>
              <p:nvPr/>
            </p:nvSpPr>
            <p:spPr>
              <a:xfrm>
                <a:off x="2958197" y="3515869"/>
                <a:ext cx="1601721" cy="523220"/>
              </a:xfrm>
              <a:prstGeom prst="rect">
                <a:avLst/>
              </a:prstGeom>
              <a:blipFill rotWithShape="0">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Rectangle 40"/>
              <p:cNvSpPr/>
              <p:nvPr/>
            </p:nvSpPr>
            <p:spPr>
              <a:xfrm>
                <a:off x="4604565" y="3515869"/>
                <a:ext cx="1879041"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b="0" i="1" smtClean="0">
                          <a:solidFill>
                            <a:srgbClr val="FF0000"/>
                          </a:solidFill>
                          <a:latin typeface="Cambria Math" panose="02040503050406030204" pitchFamily="18" charset="0"/>
                          <a:ea typeface="Cambria Math" panose="02040503050406030204" pitchFamily="18" charset="0"/>
                        </a:rPr>
                        <m:t>+ </m:t>
                      </m:r>
                      <m:r>
                        <a:rPr lang="en-US" sz="2800" i="1" smtClean="0">
                          <a:solidFill>
                            <a:srgbClr val="FF0000"/>
                          </a:solidFill>
                          <a:latin typeface="Cambria Math" panose="02040503050406030204" pitchFamily="18" charset="0"/>
                          <a:ea typeface="Cambria Math" panose="02040503050406030204" pitchFamily="18" charset="0"/>
                        </a:rPr>
                        <m:t>3</m:t>
                      </m:r>
                      <m:r>
                        <a:rPr lang="en-US" sz="2800" b="0" i="1" smtClean="0">
                          <a:solidFill>
                            <a:srgbClr val="FF0000"/>
                          </a:solidFill>
                          <a:latin typeface="Cambria Math" panose="02040503050406030204" pitchFamily="18" charset="0"/>
                          <a:ea typeface="Cambria Math" panose="02040503050406030204" pitchFamily="18" charset="0"/>
                        </a:rPr>
                        <m:t>1.6199</m:t>
                      </m:r>
                    </m:oMath>
                  </m:oMathPara>
                </a14:m>
                <a:endParaRPr lang="en-US" sz="2800" dirty="0">
                  <a:solidFill>
                    <a:srgbClr val="FF0000"/>
                  </a:solidFill>
                </a:endParaRPr>
              </a:p>
            </p:txBody>
          </p:sp>
        </mc:Choice>
        <mc:Fallback xmlns="">
          <p:sp>
            <p:nvSpPr>
              <p:cNvPr id="41" name="Rectangle 40"/>
              <p:cNvSpPr>
                <a:spLocks noRot="1" noChangeAspect="1" noMove="1" noResize="1" noEditPoints="1" noAdjustHandles="1" noChangeArrowheads="1" noChangeShapeType="1" noTextEdit="1"/>
              </p:cNvSpPr>
              <p:nvPr/>
            </p:nvSpPr>
            <p:spPr>
              <a:xfrm>
                <a:off x="4604565" y="3515869"/>
                <a:ext cx="1879041" cy="523220"/>
              </a:xfrm>
              <a:prstGeom prst="rect">
                <a:avLst/>
              </a:prstGeom>
              <a:blipFill rotWithShape="0">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Rectangle 41"/>
              <p:cNvSpPr/>
              <p:nvPr/>
            </p:nvSpPr>
            <p:spPr>
              <a:xfrm>
                <a:off x="4406787" y="4304328"/>
                <a:ext cx="2077813"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FF0000"/>
                          </a:solidFill>
                          <a:latin typeface="Cambria Math" panose="02040503050406030204" pitchFamily="18" charset="0"/>
                          <a:ea typeface="Cambria Math" panose="02040503050406030204" pitchFamily="18" charset="0"/>
                        </a:rPr>
                        <m:t>+</m:t>
                      </m:r>
                      <m:r>
                        <a:rPr lang="en-US" sz="2800" b="0" i="1" smtClean="0">
                          <a:solidFill>
                            <a:srgbClr val="FF0000"/>
                          </a:solidFill>
                          <a:latin typeface="Cambria Math" panose="02040503050406030204" pitchFamily="18" charset="0"/>
                          <a:ea typeface="Cambria Math" panose="02040503050406030204" pitchFamily="18" charset="0"/>
                        </a:rPr>
                        <m:t> 121.5556</m:t>
                      </m:r>
                    </m:oMath>
                  </m:oMathPara>
                </a14:m>
                <a:endParaRPr lang="en-US" sz="2800" dirty="0">
                  <a:solidFill>
                    <a:srgbClr val="FF0000"/>
                  </a:solidFill>
                </a:endParaRPr>
              </a:p>
            </p:txBody>
          </p:sp>
        </mc:Choice>
        <mc:Fallback xmlns="">
          <p:sp>
            <p:nvSpPr>
              <p:cNvPr id="42" name="Rectangle 41"/>
              <p:cNvSpPr>
                <a:spLocks noRot="1" noChangeAspect="1" noMove="1" noResize="1" noEditPoints="1" noAdjustHandles="1" noChangeArrowheads="1" noChangeShapeType="1" noTextEdit="1"/>
              </p:cNvSpPr>
              <p:nvPr/>
            </p:nvSpPr>
            <p:spPr>
              <a:xfrm>
                <a:off x="4406787" y="4304328"/>
                <a:ext cx="2077813" cy="523220"/>
              </a:xfrm>
              <a:prstGeom prst="rect">
                <a:avLst/>
              </a:prstGeom>
              <a:blipFill rotWithShape="0">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Rectangle 42"/>
              <p:cNvSpPr/>
              <p:nvPr/>
            </p:nvSpPr>
            <p:spPr>
              <a:xfrm>
                <a:off x="3073688" y="5088488"/>
                <a:ext cx="1731564"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FF0000"/>
                          </a:solidFill>
                          <a:latin typeface="Cambria Math" panose="02040503050406030204" pitchFamily="18" charset="0"/>
                          <a:ea typeface="Cambria Math" panose="02040503050406030204" pitchFamily="18" charset="0"/>
                        </a:rPr>
                        <m:t>1</m:t>
                      </m:r>
                      <m:r>
                        <a:rPr lang="en-US" sz="2800" b="0" i="1" smtClean="0">
                          <a:solidFill>
                            <a:srgbClr val="FF0000"/>
                          </a:solidFill>
                          <a:latin typeface="Cambria Math" panose="02040503050406030204" pitchFamily="18" charset="0"/>
                          <a:ea typeface="Cambria Math" panose="02040503050406030204" pitchFamily="18" charset="0"/>
                        </a:rPr>
                        <m:t>53.1755</m:t>
                      </m:r>
                    </m:oMath>
                  </m:oMathPara>
                </a14:m>
                <a:endParaRPr lang="en-US" sz="2800" dirty="0">
                  <a:solidFill>
                    <a:srgbClr val="FF0000"/>
                  </a:solidFill>
                </a:endParaRPr>
              </a:p>
            </p:txBody>
          </p:sp>
        </mc:Choice>
        <mc:Fallback xmlns="">
          <p:sp>
            <p:nvSpPr>
              <p:cNvPr id="43" name="Rectangle 42"/>
              <p:cNvSpPr>
                <a:spLocks noRot="1" noChangeAspect="1" noMove="1" noResize="1" noEditPoints="1" noAdjustHandles="1" noChangeArrowheads="1" noChangeShapeType="1" noTextEdit="1"/>
              </p:cNvSpPr>
              <p:nvPr/>
            </p:nvSpPr>
            <p:spPr>
              <a:xfrm>
                <a:off x="3073688" y="5088488"/>
                <a:ext cx="1731564" cy="523220"/>
              </a:xfrm>
              <a:prstGeom prst="rect">
                <a:avLst/>
              </a:prstGeom>
              <a:blipFill rotWithShape="0">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Rounded Rectangle 48"/>
              <p:cNvSpPr/>
              <p:nvPr/>
            </p:nvSpPr>
            <p:spPr>
              <a:xfrm>
                <a:off x="8441622" y="1458104"/>
                <a:ext cx="3750377" cy="1099450"/>
              </a:xfrm>
              <a:prstGeom prst="roundRect">
                <a:avLst/>
              </a:prstGeom>
              <a:solidFill>
                <a:schemeClr val="accent6">
                  <a:lumMod val="20000"/>
                  <a:lumOff val="8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r>
                  <a:rPr lang="en-US" sz="2800" dirty="0">
                    <a:solidFill>
                      <a:srgbClr val="7030A0"/>
                    </a:solidFill>
                  </a:rPr>
                  <a:t>Calculation in calculator</a:t>
                </a:r>
              </a:p>
              <a:p>
                <a:pPr algn="ctr"/>
                <a14:m>
                  <m:oMathPara xmlns:m="http://schemas.openxmlformats.org/officeDocument/2006/math">
                    <m:oMathParaPr>
                      <m:jc m:val="centerGroup"/>
                    </m:oMathParaPr>
                    <m:oMath xmlns:m="http://schemas.openxmlformats.org/officeDocument/2006/math">
                      <m:r>
                        <m:rPr>
                          <m:sty m:val="p"/>
                        </m:rPr>
                        <a:rPr lang="en-US" sz="2800">
                          <a:solidFill>
                            <a:srgbClr val="7030A0"/>
                          </a:solidFill>
                          <a:latin typeface="Cambria Math" panose="02040503050406030204" pitchFamily="18" charset="0"/>
                        </a:rPr>
                        <m:t>r</m:t>
                      </m:r>
                      <m:r>
                        <a:rPr lang="en-US" sz="2800" i="1" smtClean="0">
                          <a:solidFill>
                            <a:srgbClr val="7030A0"/>
                          </a:solidFill>
                          <a:latin typeface="Cambria Math" panose="02040503050406030204" pitchFamily="18" charset="0"/>
                          <a:ea typeface="Cambria Math" panose="02040503050406030204" pitchFamily="18" charset="0"/>
                        </a:rPr>
                        <m:t>×</m:t>
                      </m:r>
                      <m:sSub>
                        <m:sSubPr>
                          <m:ctrlPr>
                            <a:rPr lang="en-US" sz="2800" i="1">
                              <a:solidFill>
                                <a:srgbClr val="7030A0"/>
                              </a:solidFill>
                              <a:latin typeface="Cambria Math" panose="02040503050406030204" pitchFamily="18" charset="0"/>
                            </a:rPr>
                          </m:ctrlPr>
                        </m:sSubPr>
                        <m:e>
                          <m:r>
                            <m:rPr>
                              <m:sty m:val="p"/>
                            </m:rPr>
                            <a:rPr lang="en-US" sz="2800">
                              <a:solidFill>
                                <a:srgbClr val="7030A0"/>
                              </a:solidFill>
                              <a:latin typeface="Cambria Math" panose="02040503050406030204" pitchFamily="18" charset="0"/>
                            </a:rPr>
                            <m:t>σ</m:t>
                          </m:r>
                        </m:e>
                        <m:sub>
                          <m:r>
                            <m:rPr>
                              <m:sty m:val="p"/>
                            </m:rPr>
                            <a:rPr lang="en-US" sz="2800" b="0" i="0" smtClean="0">
                              <a:solidFill>
                                <a:srgbClr val="7030A0"/>
                              </a:solidFill>
                              <a:latin typeface="Cambria Math" panose="02040503050406030204" pitchFamily="18" charset="0"/>
                            </a:rPr>
                            <m:t>y</m:t>
                          </m:r>
                        </m:sub>
                      </m:sSub>
                      <m:r>
                        <a:rPr lang="en-US" sz="2800" i="1" smtClean="0">
                          <a:solidFill>
                            <a:srgbClr val="7030A0"/>
                          </a:solidFill>
                          <a:latin typeface="Cambria Math" panose="02040503050406030204" pitchFamily="18" charset="0"/>
                          <a:ea typeface="Cambria Math" panose="02040503050406030204" pitchFamily="18" charset="0"/>
                        </a:rPr>
                        <m:t>÷</m:t>
                      </m:r>
                      <m:sSub>
                        <m:sSubPr>
                          <m:ctrlPr>
                            <a:rPr lang="en-US" sz="2800" i="1">
                              <a:solidFill>
                                <a:srgbClr val="7030A0"/>
                              </a:solidFill>
                              <a:latin typeface="Cambria Math" panose="02040503050406030204" pitchFamily="18" charset="0"/>
                            </a:rPr>
                          </m:ctrlPr>
                        </m:sSubPr>
                        <m:e>
                          <m:r>
                            <m:rPr>
                              <m:sty m:val="p"/>
                            </m:rPr>
                            <a:rPr lang="en-US" sz="2800">
                              <a:solidFill>
                                <a:srgbClr val="7030A0"/>
                              </a:solidFill>
                              <a:latin typeface="Cambria Math" panose="02040503050406030204" pitchFamily="18" charset="0"/>
                            </a:rPr>
                            <m:t>σ</m:t>
                          </m:r>
                        </m:e>
                        <m:sub>
                          <m:r>
                            <m:rPr>
                              <m:sty m:val="p"/>
                            </m:rPr>
                            <a:rPr lang="en-US" sz="2800" b="0" i="0" smtClean="0">
                              <a:solidFill>
                                <a:srgbClr val="7030A0"/>
                              </a:solidFill>
                              <a:latin typeface="Cambria Math" panose="02040503050406030204" pitchFamily="18" charset="0"/>
                            </a:rPr>
                            <m:t>x</m:t>
                          </m:r>
                        </m:sub>
                      </m:sSub>
                    </m:oMath>
                  </m:oMathPara>
                </a14:m>
                <a:endParaRPr lang="en-US" sz="2800" dirty="0">
                  <a:solidFill>
                    <a:srgbClr val="7030A0"/>
                  </a:solidFill>
                </a:endParaRPr>
              </a:p>
            </p:txBody>
          </p:sp>
        </mc:Choice>
        <mc:Fallback xmlns="">
          <p:sp>
            <p:nvSpPr>
              <p:cNvPr id="49" name="Rounded Rectangle 48"/>
              <p:cNvSpPr>
                <a:spLocks noRot="1" noChangeAspect="1" noMove="1" noResize="1" noEditPoints="1" noAdjustHandles="1" noChangeArrowheads="1" noChangeShapeType="1" noTextEdit="1"/>
              </p:cNvSpPr>
              <p:nvPr/>
            </p:nvSpPr>
            <p:spPr>
              <a:xfrm>
                <a:off x="8441622" y="1458104"/>
                <a:ext cx="3750377" cy="1099450"/>
              </a:xfrm>
              <a:prstGeom prst="roundRect">
                <a:avLst/>
              </a:prstGeom>
              <a:blipFill rotWithShape="0">
                <a:blip r:embed="rId14"/>
                <a:stretch>
                  <a:fillRect l="-810" r="-486"/>
                </a:stretch>
              </a:blipFill>
              <a:ln>
                <a:solidFill>
                  <a:srgbClr val="7030A0"/>
                </a:solidFill>
              </a:ln>
            </p:spPr>
            <p:txBody>
              <a:bodyPr/>
              <a:lstStyle/>
              <a:p>
                <a:r>
                  <a:rPr lang="en-US">
                    <a:noFill/>
                  </a:rPr>
                  <a:t> </a:t>
                </a:r>
              </a:p>
            </p:txBody>
          </p:sp>
        </mc:Fallback>
      </mc:AlternateContent>
    </p:spTree>
    <p:extLst>
      <p:ext uri="{BB962C8B-B14F-4D97-AF65-F5344CB8AC3E}">
        <p14:creationId xmlns:p14="http://schemas.microsoft.com/office/powerpoint/2010/main" val="1937018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34" grpId="0"/>
      <p:bldP spid="35" grpId="0"/>
      <p:bldP spid="36" grpId="0"/>
      <p:bldP spid="37" grpId="0"/>
      <p:bldP spid="38" grpId="0" animBg="1"/>
      <p:bldP spid="39" grpId="0"/>
      <p:bldP spid="40" grpId="0"/>
      <p:bldP spid="41" grpId="0"/>
      <p:bldP spid="42" grpId="0"/>
      <p:bldP spid="43" grpId="0"/>
      <p:bldP spid="49" grpId="0" animBg="1"/>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3 ⇝ Example 2(</a:t>
            </a:r>
            <a:r>
              <a:rPr lang="en-GB" dirty="0">
                <a:solidFill>
                  <a:srgbClr val="FF0000"/>
                </a:solidFill>
              </a:rPr>
              <a:t>Continue</a:t>
            </a:r>
            <a:r>
              <a:rPr lang="en-GB" dirty="0"/>
              <a:t>)</a:t>
            </a:r>
            <a:endParaRPr lang="en-US" dirty="0"/>
          </a:p>
        </p:txBody>
      </p:sp>
      <p:sp>
        <p:nvSpPr>
          <p:cNvPr id="15" name="Rectangle 14"/>
          <p:cNvSpPr/>
          <p:nvPr/>
        </p:nvSpPr>
        <p:spPr>
          <a:xfrm>
            <a:off x="137270" y="862943"/>
            <a:ext cx="10390986" cy="523220"/>
          </a:xfrm>
          <a:prstGeom prst="rect">
            <a:avLst/>
          </a:prstGeom>
        </p:spPr>
        <p:txBody>
          <a:bodyPr wrap="none">
            <a:spAutoFit/>
          </a:bodyPr>
          <a:lstStyle/>
          <a:p>
            <a:pPr lvl="0"/>
            <a:r>
              <a:rPr lang="en-US" sz="2800" b="1" dirty="0">
                <a:solidFill>
                  <a:srgbClr val="002060"/>
                </a:solidFill>
              </a:rPr>
              <a:t>(b) Find the amount of particulate removed when daily rainfall is 4.8.</a:t>
            </a:r>
          </a:p>
        </p:txBody>
      </p:sp>
      <mc:AlternateContent xmlns:mc="http://schemas.openxmlformats.org/markup-compatibility/2006" xmlns:a14="http://schemas.microsoft.com/office/drawing/2010/main">
        <mc:Choice Requires="a14">
          <p:sp>
            <p:nvSpPr>
              <p:cNvPr id="27" name="Rectangle 26"/>
              <p:cNvSpPr/>
              <p:nvPr/>
            </p:nvSpPr>
            <p:spPr>
              <a:xfrm>
                <a:off x="137270" y="1674906"/>
                <a:ext cx="6894003" cy="523220"/>
              </a:xfrm>
              <a:prstGeom prst="rect">
                <a:avLst/>
              </a:prstGeom>
            </p:spPr>
            <p:txBody>
              <a:bodyPr wrap="none">
                <a:spAutoFit/>
              </a:bodyPr>
              <a:lstStyle/>
              <a:p>
                <a:r>
                  <a:rPr lang="en-US" sz="2800" b="0" i="0" dirty="0">
                    <a:solidFill>
                      <a:srgbClr val="002060"/>
                    </a:solidFill>
                    <a:latin typeface="+mj-lt"/>
                    <a:ea typeface="Cambria Math" panose="02040503050406030204" pitchFamily="18" charset="0"/>
                  </a:rPr>
                  <a:t>That means,   we need to find </a:t>
                </a:r>
                <a14:m>
                  <m:oMath xmlns:m="http://schemas.openxmlformats.org/officeDocument/2006/math">
                    <m:r>
                      <m:rPr>
                        <m:sty m:val="p"/>
                      </m:rPr>
                      <a:rPr lang="en-US" sz="2800" b="0" i="0" dirty="0" smtClean="0">
                        <a:solidFill>
                          <a:srgbClr val="FF0000"/>
                        </a:solidFill>
                        <a:latin typeface="Cambria Math" panose="02040503050406030204" pitchFamily="18" charset="0"/>
                        <a:ea typeface="Cambria Math" panose="02040503050406030204" pitchFamily="18" charset="0"/>
                      </a:rPr>
                      <m:t>y</m:t>
                    </m:r>
                  </m:oMath>
                </a14:m>
                <a:r>
                  <a:rPr lang="en-US" sz="2800" b="0" i="0" dirty="0">
                    <a:solidFill>
                      <a:srgbClr val="002060"/>
                    </a:solidFill>
                    <a:latin typeface="+mj-lt"/>
                    <a:ea typeface="Cambria Math" panose="02040503050406030204" pitchFamily="18" charset="0"/>
                  </a:rPr>
                  <a:t> when </a:t>
                </a:r>
                <a14:m>
                  <m:oMath xmlns:m="http://schemas.openxmlformats.org/officeDocument/2006/math">
                    <m:r>
                      <m:rPr>
                        <m:sty m:val="p"/>
                      </m:rPr>
                      <a:rPr lang="en-US" sz="2800" b="0" i="0" dirty="0" smtClean="0">
                        <a:solidFill>
                          <a:srgbClr val="FF0000"/>
                        </a:solidFill>
                        <a:latin typeface="Cambria Math" panose="02040503050406030204" pitchFamily="18" charset="0"/>
                        <a:ea typeface="Cambria Math" panose="02040503050406030204" pitchFamily="18" charset="0"/>
                      </a:rPr>
                      <m:t>x</m:t>
                    </m:r>
                    <m:r>
                      <a:rPr lang="en-US" sz="2800" b="0" i="0" dirty="0" smtClean="0">
                        <a:solidFill>
                          <a:srgbClr val="FF0000"/>
                        </a:solidFill>
                        <a:latin typeface="Cambria Math" panose="02040503050406030204" pitchFamily="18" charset="0"/>
                        <a:ea typeface="Cambria Math" panose="02040503050406030204" pitchFamily="18" charset="0"/>
                      </a:rPr>
                      <m:t> = 4.8</m:t>
                    </m:r>
                  </m:oMath>
                </a14:m>
                <a:endParaRPr lang="en-US" sz="2800" dirty="0">
                  <a:solidFill>
                    <a:srgbClr val="FF0000"/>
                  </a:solidFill>
                </a:endParaRPr>
              </a:p>
            </p:txBody>
          </p:sp>
        </mc:Choice>
        <mc:Fallback xmlns="">
          <p:sp>
            <p:nvSpPr>
              <p:cNvPr id="27" name="Rectangle 26"/>
              <p:cNvSpPr>
                <a:spLocks noRot="1" noChangeAspect="1" noMove="1" noResize="1" noEditPoints="1" noAdjustHandles="1" noChangeArrowheads="1" noChangeShapeType="1" noTextEdit="1"/>
              </p:cNvSpPr>
              <p:nvPr/>
            </p:nvSpPr>
            <p:spPr>
              <a:xfrm>
                <a:off x="137270" y="1674906"/>
                <a:ext cx="6894003" cy="523220"/>
              </a:xfrm>
              <a:prstGeom prst="rect">
                <a:avLst/>
              </a:prstGeom>
              <a:blipFill rotWithShape="0">
                <a:blip r:embed="rId2"/>
                <a:stretch>
                  <a:fillRect l="-1858" t="-12791" b="-31395"/>
                </a:stretch>
              </a:blipFill>
            </p:spPr>
            <p:txBody>
              <a:bodyPr/>
              <a:lstStyle/>
              <a:p>
                <a:r>
                  <a:rPr lang="en-US">
                    <a:noFill/>
                  </a:rPr>
                  <a:t> </a:t>
                </a:r>
              </a:p>
            </p:txBody>
          </p:sp>
        </mc:Fallback>
      </mc:AlternateContent>
      <p:sp>
        <p:nvSpPr>
          <p:cNvPr id="20" name="Rectangle 19"/>
          <p:cNvSpPr/>
          <p:nvPr/>
        </p:nvSpPr>
        <p:spPr>
          <a:xfrm>
            <a:off x="137270" y="2486869"/>
            <a:ext cx="1375698" cy="523220"/>
          </a:xfrm>
          <a:prstGeom prst="rect">
            <a:avLst/>
          </a:prstGeom>
        </p:spPr>
        <p:txBody>
          <a:bodyPr wrap="none">
            <a:spAutoFit/>
          </a:bodyPr>
          <a:lstStyle/>
          <a:p>
            <a:r>
              <a:rPr lang="en-US" sz="2800" dirty="0">
                <a:solidFill>
                  <a:srgbClr val="002060"/>
                </a:solidFill>
              </a:rPr>
              <a:t>We have</a:t>
            </a:r>
          </a:p>
        </p:txBody>
      </p:sp>
      <mc:AlternateContent xmlns:mc="http://schemas.openxmlformats.org/markup-compatibility/2006" xmlns:a14="http://schemas.microsoft.com/office/drawing/2010/main">
        <mc:Choice Requires="a14">
          <p:sp>
            <p:nvSpPr>
              <p:cNvPr id="21" name="Rectangle 20"/>
              <p:cNvSpPr/>
              <p:nvPr/>
            </p:nvSpPr>
            <p:spPr>
              <a:xfrm>
                <a:off x="137270" y="3298832"/>
                <a:ext cx="4394152"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m:rPr>
                          <m:sty m:val="p"/>
                        </m:rPr>
                        <a:rPr lang="en-US" sz="280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m:t>
                      </m:r>
                      <m:r>
                        <a:rPr lang="en-US" sz="2800" i="1">
                          <a:solidFill>
                            <a:srgbClr val="002060"/>
                          </a:solidFill>
                          <a:latin typeface="Cambria Math" panose="02040503050406030204" pitchFamily="18" charset="0"/>
                        </a:rPr>
                        <m:t>−6.3240 </m:t>
                      </m:r>
                      <m:r>
                        <m:rPr>
                          <m:sty m:val="p"/>
                        </m:rPr>
                        <a:rPr lang="en-US" sz="2800">
                          <a:solidFill>
                            <a:srgbClr val="002060"/>
                          </a:solidFill>
                          <a:latin typeface="Cambria Math" panose="02040503050406030204" pitchFamily="18" charset="0"/>
                        </a:rPr>
                        <m:t>x</m:t>
                      </m:r>
                      <m:r>
                        <a:rPr lang="en-US" sz="2800" i="1">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153.1755</m:t>
                      </m:r>
                    </m:oMath>
                  </m:oMathPara>
                </a14:m>
                <a:endParaRPr lang="en-US" sz="2800" dirty="0">
                  <a:solidFill>
                    <a:srgbClr val="002060"/>
                  </a:solidFill>
                </a:endParaRPr>
              </a:p>
            </p:txBody>
          </p:sp>
        </mc:Choice>
        <mc:Fallback xmlns="">
          <p:sp>
            <p:nvSpPr>
              <p:cNvPr id="21" name="Rectangle 20"/>
              <p:cNvSpPr>
                <a:spLocks noRot="1" noChangeAspect="1" noMove="1" noResize="1" noEditPoints="1" noAdjustHandles="1" noChangeArrowheads="1" noChangeShapeType="1" noTextEdit="1"/>
              </p:cNvSpPr>
              <p:nvPr/>
            </p:nvSpPr>
            <p:spPr>
              <a:xfrm>
                <a:off x="137270" y="3298832"/>
                <a:ext cx="4394152" cy="52322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Rectangle 21"/>
              <p:cNvSpPr/>
              <p:nvPr/>
            </p:nvSpPr>
            <p:spPr>
              <a:xfrm>
                <a:off x="4531422" y="3298832"/>
                <a:ext cx="5401222"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r>
                        <m:rPr>
                          <m:sty m:val="p"/>
                        </m:rPr>
                        <a:rPr lang="en-US" sz="2800" smtClean="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m:t>
                      </m:r>
                      <m:r>
                        <a:rPr lang="en-US" sz="2800" i="1">
                          <a:solidFill>
                            <a:srgbClr val="002060"/>
                          </a:solidFill>
                          <a:latin typeface="Cambria Math" panose="02040503050406030204" pitchFamily="18" charset="0"/>
                        </a:rPr>
                        <m:t>−6.3240 </m:t>
                      </m:r>
                      <m:r>
                        <a:rPr lang="en-US" sz="2800" b="0" i="0" smtClean="0">
                          <a:solidFill>
                            <a:srgbClr val="002060"/>
                          </a:solidFill>
                          <a:latin typeface="Cambria Math" panose="02040503050406030204" pitchFamily="18" charset="0"/>
                        </a:rPr>
                        <m:t>(</m:t>
                      </m:r>
                      <m:r>
                        <a:rPr lang="en-US" sz="2800" b="0" i="0" smtClean="0">
                          <a:solidFill>
                            <a:srgbClr val="FF0000"/>
                          </a:solidFill>
                          <a:latin typeface="Cambria Math" panose="02040503050406030204" pitchFamily="18" charset="0"/>
                        </a:rPr>
                        <m:t>4.8</m:t>
                      </m:r>
                      <m:r>
                        <a:rPr lang="en-US" sz="2800" b="0" i="0" smtClean="0">
                          <a:solidFill>
                            <a:srgbClr val="002060"/>
                          </a:solidFill>
                          <a:latin typeface="Cambria Math" panose="02040503050406030204" pitchFamily="18" charset="0"/>
                        </a:rPr>
                        <m:t>)</m:t>
                      </m:r>
                      <m:r>
                        <a:rPr lang="en-US" sz="2800" i="1">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153.1755</m:t>
                      </m:r>
                    </m:oMath>
                  </m:oMathPara>
                </a14:m>
                <a:endParaRPr lang="en-US" sz="2800" dirty="0">
                  <a:solidFill>
                    <a:srgbClr val="002060"/>
                  </a:solidFill>
                </a:endParaRPr>
              </a:p>
            </p:txBody>
          </p:sp>
        </mc:Choice>
        <mc:Fallback xmlns="">
          <p:sp>
            <p:nvSpPr>
              <p:cNvPr id="22" name="Rectangle 21"/>
              <p:cNvSpPr>
                <a:spLocks noRot="1" noChangeAspect="1" noMove="1" noResize="1" noEditPoints="1" noAdjustHandles="1" noChangeArrowheads="1" noChangeShapeType="1" noTextEdit="1"/>
              </p:cNvSpPr>
              <p:nvPr/>
            </p:nvSpPr>
            <p:spPr>
              <a:xfrm>
                <a:off x="4531422" y="3298832"/>
                <a:ext cx="5401222" cy="52322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p:cNvSpPr/>
              <p:nvPr/>
            </p:nvSpPr>
            <p:spPr>
              <a:xfrm>
                <a:off x="4531422" y="4110795"/>
                <a:ext cx="2790700"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r>
                        <m:rPr>
                          <m:sty m:val="p"/>
                        </m:rPr>
                        <a:rPr lang="en-US" sz="2800" smtClean="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m:t>
                      </m:r>
                      <m:r>
                        <a:rPr lang="en-US" sz="2800" i="1" smtClean="0">
                          <a:solidFill>
                            <a:srgbClr val="002060"/>
                          </a:solidFill>
                          <a:latin typeface="Cambria Math" panose="02040503050406030204" pitchFamily="18" charset="0"/>
                        </a:rPr>
                        <m:t>1</m:t>
                      </m:r>
                      <m:r>
                        <a:rPr lang="en-US" sz="2800" b="0" i="1" smtClean="0">
                          <a:solidFill>
                            <a:srgbClr val="002060"/>
                          </a:solidFill>
                          <a:latin typeface="Cambria Math" panose="02040503050406030204" pitchFamily="18" charset="0"/>
                        </a:rPr>
                        <m:t>22.8203</m:t>
                      </m:r>
                    </m:oMath>
                  </m:oMathPara>
                </a14:m>
                <a:endParaRPr lang="en-US" sz="2800" dirty="0">
                  <a:solidFill>
                    <a:srgbClr val="002060"/>
                  </a:solidFill>
                </a:endParaRPr>
              </a:p>
            </p:txBody>
          </p:sp>
        </mc:Choice>
        <mc:Fallback xmlns="">
          <p:sp>
            <p:nvSpPr>
              <p:cNvPr id="23" name="Rectangle 22"/>
              <p:cNvSpPr>
                <a:spLocks noRot="1" noChangeAspect="1" noMove="1" noResize="1" noEditPoints="1" noAdjustHandles="1" noChangeArrowheads="1" noChangeShapeType="1" noTextEdit="1"/>
              </p:cNvSpPr>
              <p:nvPr/>
            </p:nvSpPr>
            <p:spPr>
              <a:xfrm>
                <a:off x="4531422" y="4110795"/>
                <a:ext cx="2790700" cy="523220"/>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Rectangle 24"/>
              <p:cNvSpPr/>
              <p:nvPr/>
            </p:nvSpPr>
            <p:spPr>
              <a:xfrm>
                <a:off x="137270" y="4922758"/>
                <a:ext cx="11609845" cy="523220"/>
              </a:xfrm>
              <a:prstGeom prst="rect">
                <a:avLst/>
              </a:prstGeom>
              <a:ln>
                <a:solidFill>
                  <a:srgbClr val="FF0000"/>
                </a:solidFill>
              </a:ln>
            </p:spPr>
            <p:style>
              <a:lnRef idx="2">
                <a:schemeClr val="accent2"/>
              </a:lnRef>
              <a:fillRef idx="1">
                <a:schemeClr val="lt1"/>
              </a:fillRef>
              <a:effectRef idx="0">
                <a:schemeClr val="accent2"/>
              </a:effectRef>
              <a:fontRef idx="minor">
                <a:schemeClr val="dk1"/>
              </a:fontRef>
            </p:style>
            <p:txBody>
              <a:bodyPr wrap="none">
                <a:spAutoFit/>
              </a:bodyPr>
              <a:lstStyle/>
              <a:p>
                <a:pPr/>
                <a14:m>
                  <m:oMathPara xmlns:m="http://schemas.openxmlformats.org/officeDocument/2006/math">
                    <m:oMathParaPr>
                      <m:jc m:val="left"/>
                    </m:oMathParaPr>
                    <m:oMath xmlns:m="http://schemas.openxmlformats.org/officeDocument/2006/math">
                      <m:r>
                        <a:rPr lang="en-US" sz="2800" b="1" i="1" smtClean="0">
                          <a:solidFill>
                            <a:srgbClr val="7030A0"/>
                          </a:solidFill>
                          <a:latin typeface="Cambria Math" panose="02040503050406030204" pitchFamily="18" charset="0"/>
                          <a:ea typeface="Cambria Math" panose="02040503050406030204" pitchFamily="18" charset="0"/>
                        </a:rPr>
                        <m:t>∴</m:t>
                      </m:r>
                      <m:r>
                        <m:rPr>
                          <m:nor/>
                        </m:rPr>
                        <a:rPr lang="en-US" sz="2800" b="1" i="0" dirty="0" smtClean="0">
                          <a:solidFill>
                            <a:srgbClr val="7030A0"/>
                          </a:solidFill>
                        </a:rPr>
                        <m:t>W</m:t>
                      </m:r>
                      <m:r>
                        <m:rPr>
                          <m:nor/>
                        </m:rPr>
                        <a:rPr lang="en-US" sz="2800" b="1" dirty="0">
                          <a:solidFill>
                            <a:srgbClr val="7030A0"/>
                          </a:solidFill>
                        </a:rPr>
                        <m:t>hen</m:t>
                      </m:r>
                      <m:r>
                        <m:rPr>
                          <m:nor/>
                        </m:rPr>
                        <a:rPr lang="en-US" sz="2800" b="1" dirty="0">
                          <a:solidFill>
                            <a:srgbClr val="7030A0"/>
                          </a:solidFill>
                        </a:rPr>
                        <m:t> </m:t>
                      </m:r>
                      <m:r>
                        <m:rPr>
                          <m:nor/>
                        </m:rPr>
                        <a:rPr lang="en-US" sz="2800" b="1" dirty="0">
                          <a:solidFill>
                            <a:srgbClr val="7030A0"/>
                          </a:solidFill>
                        </a:rPr>
                        <m:t>daily</m:t>
                      </m:r>
                      <m:r>
                        <m:rPr>
                          <m:nor/>
                        </m:rPr>
                        <a:rPr lang="en-US" sz="2800" b="1" dirty="0">
                          <a:solidFill>
                            <a:srgbClr val="7030A0"/>
                          </a:solidFill>
                        </a:rPr>
                        <m:t> </m:t>
                      </m:r>
                      <m:r>
                        <m:rPr>
                          <m:nor/>
                        </m:rPr>
                        <a:rPr lang="en-US" sz="2800" b="1" dirty="0">
                          <a:solidFill>
                            <a:srgbClr val="7030A0"/>
                          </a:solidFill>
                        </a:rPr>
                        <m:t>rainfall</m:t>
                      </m:r>
                      <m:r>
                        <m:rPr>
                          <m:nor/>
                        </m:rPr>
                        <a:rPr lang="en-US" sz="2800" b="1" i="0" dirty="0" smtClean="0">
                          <a:solidFill>
                            <a:srgbClr val="7030A0"/>
                          </a:solidFill>
                        </a:rPr>
                        <m:t> </m:t>
                      </m:r>
                      <m:r>
                        <m:rPr>
                          <m:nor/>
                        </m:rPr>
                        <a:rPr lang="en-US" sz="2800" b="1" i="0" dirty="0" smtClean="0">
                          <a:solidFill>
                            <a:srgbClr val="7030A0"/>
                          </a:solidFill>
                        </a:rPr>
                        <m:t>is</m:t>
                      </m:r>
                      <m:r>
                        <m:rPr>
                          <m:nor/>
                        </m:rPr>
                        <a:rPr lang="en-US" sz="2800" b="1" i="0" dirty="0" smtClean="0">
                          <a:solidFill>
                            <a:srgbClr val="7030A0"/>
                          </a:solidFill>
                        </a:rPr>
                        <m:t> </m:t>
                      </m:r>
                      <m:r>
                        <a:rPr lang="en-US" sz="2800" b="1" i="1" dirty="0" smtClean="0">
                          <a:solidFill>
                            <a:srgbClr val="7030A0"/>
                          </a:solidFill>
                          <a:latin typeface="Cambria Math" panose="02040503050406030204" pitchFamily="18" charset="0"/>
                        </a:rPr>
                        <m:t>𝟒</m:t>
                      </m:r>
                      <m:r>
                        <a:rPr lang="en-US" sz="2800" b="1" i="1" dirty="0" smtClean="0">
                          <a:solidFill>
                            <a:srgbClr val="7030A0"/>
                          </a:solidFill>
                          <a:latin typeface="Cambria Math" panose="02040503050406030204" pitchFamily="18" charset="0"/>
                        </a:rPr>
                        <m:t>.</m:t>
                      </m:r>
                      <m:r>
                        <a:rPr lang="en-US" sz="2800" b="1" i="1" dirty="0" smtClean="0">
                          <a:solidFill>
                            <a:srgbClr val="7030A0"/>
                          </a:solidFill>
                          <a:latin typeface="Cambria Math" panose="02040503050406030204" pitchFamily="18" charset="0"/>
                        </a:rPr>
                        <m:t>𝟖</m:t>
                      </m:r>
                      <m:r>
                        <m:rPr>
                          <m:nor/>
                        </m:rPr>
                        <a:rPr lang="en-US" sz="2800" b="1" i="0" dirty="0" smtClean="0">
                          <a:solidFill>
                            <a:srgbClr val="7030A0"/>
                          </a:solidFill>
                        </a:rPr>
                        <m:t>, </m:t>
                      </m:r>
                      <m:r>
                        <m:rPr>
                          <m:nor/>
                        </m:rPr>
                        <a:rPr lang="en-US" sz="2800" b="1" i="0" dirty="0" smtClean="0">
                          <a:solidFill>
                            <a:srgbClr val="7030A0"/>
                          </a:solidFill>
                        </a:rPr>
                        <m:t>the</m:t>
                      </m:r>
                      <m:r>
                        <m:rPr>
                          <m:nor/>
                        </m:rPr>
                        <a:rPr lang="en-US" sz="2800" b="1" dirty="0">
                          <a:solidFill>
                            <a:srgbClr val="7030A0"/>
                          </a:solidFill>
                        </a:rPr>
                        <m:t> </m:t>
                      </m:r>
                      <m:r>
                        <m:rPr>
                          <m:nor/>
                        </m:rPr>
                        <a:rPr lang="en-US" sz="2800" b="1" i="0" dirty="0" smtClean="0">
                          <a:solidFill>
                            <a:srgbClr val="7030A0"/>
                          </a:solidFill>
                        </a:rPr>
                        <m:t>amount</m:t>
                      </m:r>
                      <m:r>
                        <m:rPr>
                          <m:nor/>
                        </m:rPr>
                        <a:rPr lang="en-US" sz="2800" b="1" i="0" dirty="0" smtClean="0">
                          <a:solidFill>
                            <a:srgbClr val="7030A0"/>
                          </a:solidFill>
                        </a:rPr>
                        <m:t> </m:t>
                      </m:r>
                      <m:r>
                        <m:rPr>
                          <m:nor/>
                        </m:rPr>
                        <a:rPr lang="en-US" sz="2800" b="1" i="0" dirty="0" smtClean="0">
                          <a:solidFill>
                            <a:srgbClr val="7030A0"/>
                          </a:solidFill>
                        </a:rPr>
                        <m:t>of</m:t>
                      </m:r>
                      <m:r>
                        <m:rPr>
                          <m:nor/>
                        </m:rPr>
                        <a:rPr lang="en-US" sz="2800" b="1" i="0" dirty="0" smtClean="0">
                          <a:solidFill>
                            <a:srgbClr val="7030A0"/>
                          </a:solidFill>
                        </a:rPr>
                        <m:t> </m:t>
                      </m:r>
                      <m:r>
                        <m:rPr>
                          <m:nor/>
                        </m:rPr>
                        <a:rPr lang="en-US" sz="2800" b="1" i="0" dirty="0" smtClean="0">
                          <a:solidFill>
                            <a:srgbClr val="7030A0"/>
                          </a:solidFill>
                        </a:rPr>
                        <m:t>particulate</m:t>
                      </m:r>
                      <m:r>
                        <m:rPr>
                          <m:nor/>
                        </m:rPr>
                        <a:rPr lang="en-US" sz="2800" b="1" i="0" dirty="0" smtClean="0">
                          <a:solidFill>
                            <a:srgbClr val="7030A0"/>
                          </a:solidFill>
                        </a:rPr>
                        <m:t> </m:t>
                      </m:r>
                      <m:r>
                        <m:rPr>
                          <m:nor/>
                        </m:rPr>
                        <a:rPr lang="en-US" sz="2800" b="1" i="0" dirty="0" smtClean="0">
                          <a:solidFill>
                            <a:srgbClr val="7030A0"/>
                          </a:solidFill>
                        </a:rPr>
                        <m:t>removed</m:t>
                      </m:r>
                      <m:r>
                        <m:rPr>
                          <m:nor/>
                        </m:rPr>
                        <a:rPr lang="en-US" sz="2800" b="1" i="0" dirty="0" smtClean="0">
                          <a:solidFill>
                            <a:srgbClr val="7030A0"/>
                          </a:solidFill>
                        </a:rPr>
                        <m:t> </m:t>
                      </m:r>
                      <m:r>
                        <a:rPr lang="en-US" sz="2800" b="1" i="1" dirty="0" smtClean="0">
                          <a:solidFill>
                            <a:srgbClr val="7030A0"/>
                          </a:solidFill>
                          <a:latin typeface="Cambria Math" panose="02040503050406030204" pitchFamily="18" charset="0"/>
                        </a:rPr>
                        <m:t>= </m:t>
                      </m:r>
                      <m:r>
                        <a:rPr lang="en-US" sz="2800" b="1" i="1" dirty="0" smtClean="0">
                          <a:solidFill>
                            <a:srgbClr val="7030A0"/>
                          </a:solidFill>
                          <a:latin typeface="Cambria Math" panose="02040503050406030204" pitchFamily="18" charset="0"/>
                        </a:rPr>
                        <m:t>𝟏𝟐𝟐</m:t>
                      </m:r>
                      <m:r>
                        <a:rPr lang="en-US" sz="2800" b="1" i="1" dirty="0" smtClean="0">
                          <a:solidFill>
                            <a:srgbClr val="7030A0"/>
                          </a:solidFill>
                          <a:latin typeface="Cambria Math" panose="02040503050406030204" pitchFamily="18" charset="0"/>
                        </a:rPr>
                        <m:t>.</m:t>
                      </m:r>
                      <m:r>
                        <a:rPr lang="en-US" sz="2800" b="1" i="1" dirty="0" smtClean="0">
                          <a:solidFill>
                            <a:srgbClr val="7030A0"/>
                          </a:solidFill>
                          <a:latin typeface="Cambria Math" panose="02040503050406030204" pitchFamily="18" charset="0"/>
                        </a:rPr>
                        <m:t>𝟖𝟐𝟎𝟑</m:t>
                      </m:r>
                    </m:oMath>
                  </m:oMathPara>
                </a14:m>
                <a:endParaRPr lang="en-US" sz="2800" b="1" dirty="0">
                  <a:solidFill>
                    <a:srgbClr val="002060"/>
                  </a:solidFill>
                </a:endParaRPr>
              </a:p>
            </p:txBody>
          </p:sp>
        </mc:Choice>
        <mc:Fallback xmlns="">
          <p:sp>
            <p:nvSpPr>
              <p:cNvPr id="25" name="Rectangle 24"/>
              <p:cNvSpPr>
                <a:spLocks noRot="1" noChangeAspect="1" noMove="1" noResize="1" noEditPoints="1" noAdjustHandles="1" noChangeArrowheads="1" noChangeShapeType="1" noTextEdit="1"/>
              </p:cNvSpPr>
              <p:nvPr/>
            </p:nvSpPr>
            <p:spPr>
              <a:xfrm>
                <a:off x="137270" y="4922758"/>
                <a:ext cx="11609845" cy="523220"/>
              </a:xfrm>
              <a:prstGeom prst="rect">
                <a:avLst/>
              </a:prstGeom>
              <a:blipFill rotWithShape="0">
                <a:blip r:embed="rId6"/>
                <a:stretch>
                  <a:fillRect/>
                </a:stretch>
              </a:blipFill>
              <a:ln>
                <a:solidFill>
                  <a:srgbClr val="FF0000"/>
                </a:solidFill>
              </a:ln>
            </p:spPr>
            <p:txBody>
              <a:bodyPr/>
              <a:lstStyle/>
              <a:p>
                <a:r>
                  <a:rPr lang="en-US">
                    <a:noFill/>
                  </a:rPr>
                  <a:t> </a:t>
                </a:r>
              </a:p>
            </p:txBody>
          </p:sp>
        </mc:Fallback>
      </mc:AlternateContent>
    </p:spTree>
    <p:extLst>
      <p:ext uri="{BB962C8B-B14F-4D97-AF65-F5344CB8AC3E}">
        <p14:creationId xmlns:p14="http://schemas.microsoft.com/office/powerpoint/2010/main" val="443631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P spid="23" grpId="0"/>
      <p:bldP spid="25" grpId="0" animBg="1"/>
    </p:bldLst>
  </p:timing>
</p:sld>
</file>

<file path=ppt/slides/slide1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Other form of Regression Coefficient</a:t>
            </a:r>
            <a:endParaRPr lang="en-US" dirty="0">
              <a:solidFill>
                <a:srgbClr val="FF0000"/>
              </a:solidFill>
            </a:endParaRP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marL="265113" lvl="1" indent="-265113">
                  <a:buFont typeface="Wingdings 3" panose="05040102010807070707" pitchFamily="18" charset="2"/>
                  <a:buChar char=""/>
                </a:pPr>
                <a14:m>
                  <m:oMath xmlns:m="http://schemas.openxmlformats.org/officeDocument/2006/math">
                    <m:r>
                      <m:rPr>
                        <m:nor/>
                      </m:rPr>
                      <a:rPr lang="en-US" b="0" i="0" smtClean="0"/>
                      <m:t>Th</m:t>
                    </m:r>
                    <m:r>
                      <m:rPr>
                        <m:nor/>
                      </m:rPr>
                      <a:rPr lang="en-US" smtClean="0"/>
                      <m:t>e</m:t>
                    </m:r>
                    <m:r>
                      <m:rPr>
                        <m:nor/>
                      </m:rPr>
                      <a:rPr lang="en-US" smtClean="0"/>
                      <m:t> </m:t>
                    </m:r>
                    <m:r>
                      <m:rPr>
                        <m:nor/>
                      </m:rPr>
                      <a:rPr lang="en-US" smtClean="0">
                        <a:solidFill>
                          <a:srgbClr val="FF0000"/>
                        </a:solidFill>
                      </a:rPr>
                      <m:t>regreesion</m:t>
                    </m:r>
                    <m:r>
                      <m:rPr>
                        <m:nor/>
                      </m:rPr>
                      <a:rPr lang="en-US" smtClean="0">
                        <a:solidFill>
                          <a:srgbClr val="FF0000"/>
                        </a:solidFill>
                      </a:rPr>
                      <m:t> </m:t>
                    </m:r>
                    <m:r>
                      <m:rPr>
                        <m:nor/>
                      </m:rPr>
                      <a:rPr lang="en-US" smtClean="0">
                        <a:solidFill>
                          <a:srgbClr val="FF0000"/>
                        </a:solidFill>
                      </a:rPr>
                      <m:t>coefficient</m:t>
                    </m:r>
                    <m:r>
                      <m:rPr>
                        <m:nor/>
                      </m:rPr>
                      <a:rPr lang="en-US" smtClean="0">
                        <a:solidFill>
                          <a:srgbClr val="FF0000"/>
                        </a:solidFill>
                      </a:rPr>
                      <m:t> </m:t>
                    </m:r>
                    <m:r>
                      <m:rPr>
                        <m:nor/>
                      </m:rPr>
                      <a:rPr lang="en-US" smtClean="0"/>
                      <m:t>of</m:t>
                    </m:r>
                    <m:r>
                      <m:rPr>
                        <m:nor/>
                      </m:rPr>
                      <a:rPr lang="en-US" smtClean="0"/>
                      <m:t> </m:t>
                    </m:r>
                    <m:r>
                      <m:rPr>
                        <m:sty m:val="p"/>
                      </m:rPr>
                      <a:rPr lang="en-US" i="0">
                        <a:latin typeface="Cambria Math" panose="02040503050406030204" pitchFamily="18" charset="0"/>
                      </a:rPr>
                      <m:t>y</m:t>
                    </m:r>
                    <m:r>
                      <m:rPr>
                        <m:nor/>
                      </m:rPr>
                      <a:rPr lang="en-US"/>
                      <m:t> </m:t>
                    </m:r>
                    <m:r>
                      <m:rPr>
                        <m:nor/>
                      </m:rPr>
                      <a:rPr lang="en-US"/>
                      <m:t>on</m:t>
                    </m:r>
                    <m:r>
                      <m:rPr>
                        <m:nor/>
                      </m:rPr>
                      <a:rPr lang="en-US"/>
                      <m:t> </m:t>
                    </m:r>
                    <m:r>
                      <m:rPr>
                        <m:sty m:val="p"/>
                      </m:rPr>
                      <a:rPr lang="en-US" i="0">
                        <a:latin typeface="Cambria Math" panose="02040503050406030204" pitchFamily="18" charset="0"/>
                      </a:rPr>
                      <m:t>x</m:t>
                    </m:r>
                    <m:r>
                      <a:rPr lang="en-US" b="0" i="0" smtClean="0">
                        <a:latin typeface="Cambria Math" panose="02040503050406030204" pitchFamily="18" charset="0"/>
                      </a:rPr>
                      <m:t> </m:t>
                    </m:r>
                    <m:r>
                      <m:rPr>
                        <m:nor/>
                      </m:rPr>
                      <a:rPr lang="en-US" b="0" i="0" smtClean="0"/>
                      <m:t>is</m:t>
                    </m:r>
                  </m:oMath>
                </a14:m>
                <a:r>
                  <a:rPr lang="en-US" dirty="0"/>
                  <a:t> </a:t>
                </a:r>
                <a14:m>
                  <m:oMath xmlns:m="http://schemas.openxmlformats.org/officeDocument/2006/math">
                    <m:r>
                      <a:rPr lang="en-US" b="0" i="0" smtClean="0">
                        <a:latin typeface="Cambria Math" panose="02040503050406030204" pitchFamily="18" charset="0"/>
                      </a:rPr>
                      <m:t>   </m:t>
                    </m:r>
                  </m:oMath>
                </a14:m>
                <a:endParaRPr lang="en-US" b="0" i="0" dirty="0">
                  <a:latin typeface="Cambria Math" panose="02040503050406030204" pitchFamily="18" charset="0"/>
                </a:endParaRPr>
              </a:p>
              <a:p>
                <a:pPr marL="0" lvl="1" indent="0">
                  <a:buNone/>
                </a:pPr>
                <a14:m>
                  <m:oMathPara xmlns:m="http://schemas.openxmlformats.org/officeDocument/2006/math">
                    <m:oMathParaPr>
                      <m:jc m:val="centerGroup"/>
                    </m:oMathParaPr>
                    <m:oMath xmlns:m="http://schemas.openxmlformats.org/officeDocument/2006/math">
                      <m:sSub>
                        <m:sSubPr>
                          <m:ctrlPr>
                            <a:rPr lang="en-US" sz="3200" i="1">
                              <a:latin typeface="Cambria Math" panose="02040503050406030204" pitchFamily="18" charset="0"/>
                            </a:rPr>
                          </m:ctrlPr>
                        </m:sSubPr>
                        <m:e>
                          <m:r>
                            <m:rPr>
                              <m:sty m:val="p"/>
                            </m:rPr>
                            <a:rPr lang="en-US" sz="3200">
                              <a:latin typeface="Cambria Math" panose="02040503050406030204" pitchFamily="18" charset="0"/>
                            </a:rPr>
                            <m:t>b</m:t>
                          </m:r>
                        </m:e>
                        <m:sub>
                          <m:r>
                            <m:rPr>
                              <m:sty m:val="p"/>
                            </m:rPr>
                            <a:rPr lang="en-US" sz="3200">
                              <a:latin typeface="Cambria Math" panose="02040503050406030204" pitchFamily="18" charset="0"/>
                            </a:rPr>
                            <m:t>yx</m:t>
                          </m:r>
                        </m:sub>
                      </m:sSub>
                      <m:r>
                        <a:rPr lang="en-US" sz="3200">
                          <a:latin typeface="Cambria Math" panose="02040503050406030204" pitchFamily="18" charset="0"/>
                        </a:rPr>
                        <m:t>=</m:t>
                      </m:r>
                      <m:r>
                        <m:rPr>
                          <m:sty m:val="p"/>
                        </m:rPr>
                        <a:rPr lang="en-US" sz="3200">
                          <a:latin typeface="Cambria Math" panose="02040503050406030204" pitchFamily="18" charset="0"/>
                        </a:rPr>
                        <m:t>r</m:t>
                      </m:r>
                      <m:r>
                        <a:rPr lang="en-US" sz="3200">
                          <a:latin typeface="Cambria Math" panose="02040503050406030204" pitchFamily="18" charset="0"/>
                        </a:rPr>
                        <m:t> </m:t>
                      </m:r>
                      <m:f>
                        <m:fPr>
                          <m:ctrlPr>
                            <a:rPr lang="en-US" sz="3200" i="1">
                              <a:latin typeface="Cambria Math" panose="02040503050406030204" pitchFamily="18" charset="0"/>
                            </a:rPr>
                          </m:ctrlPr>
                        </m:fPr>
                        <m:num>
                          <m:r>
                            <a:rPr lang="en-US" sz="3200">
                              <a:latin typeface="Cambria Math" panose="02040503050406030204" pitchFamily="18" charset="0"/>
                            </a:rPr>
                            <m:t> </m:t>
                          </m:r>
                          <m:sSub>
                            <m:sSubPr>
                              <m:ctrlPr>
                                <a:rPr lang="en-US" sz="3200" i="1">
                                  <a:latin typeface="Cambria Math" panose="02040503050406030204" pitchFamily="18" charset="0"/>
                                </a:rPr>
                              </m:ctrlPr>
                            </m:sSubPr>
                            <m:e>
                              <m:r>
                                <m:rPr>
                                  <m:sty m:val="p"/>
                                </m:rPr>
                                <a:rPr lang="en-US" sz="3200">
                                  <a:latin typeface="Cambria Math" panose="02040503050406030204" pitchFamily="18" charset="0"/>
                                </a:rPr>
                                <m:t>σ</m:t>
                              </m:r>
                            </m:e>
                            <m:sub>
                              <m:r>
                                <m:rPr>
                                  <m:sty m:val="p"/>
                                </m:rPr>
                                <a:rPr lang="en-US" sz="3200">
                                  <a:latin typeface="Cambria Math" panose="02040503050406030204" pitchFamily="18" charset="0"/>
                                </a:rPr>
                                <m:t>y</m:t>
                              </m:r>
                            </m:sub>
                          </m:sSub>
                          <m:r>
                            <a:rPr lang="en-US" sz="3200">
                              <a:latin typeface="Cambria Math" panose="02040503050406030204" pitchFamily="18" charset="0"/>
                            </a:rPr>
                            <m:t> </m:t>
                          </m:r>
                        </m:num>
                        <m:den>
                          <m:r>
                            <a:rPr lang="en-US" sz="3200">
                              <a:latin typeface="Cambria Math" panose="02040503050406030204" pitchFamily="18" charset="0"/>
                            </a:rPr>
                            <m:t> </m:t>
                          </m:r>
                          <m:sSub>
                            <m:sSubPr>
                              <m:ctrlPr>
                                <a:rPr lang="en-US" sz="3200" i="1">
                                  <a:latin typeface="Cambria Math" panose="02040503050406030204" pitchFamily="18" charset="0"/>
                                </a:rPr>
                              </m:ctrlPr>
                            </m:sSubPr>
                            <m:e>
                              <m:r>
                                <m:rPr>
                                  <m:sty m:val="p"/>
                                </m:rPr>
                                <a:rPr lang="en-US" sz="3200">
                                  <a:latin typeface="Cambria Math" panose="02040503050406030204" pitchFamily="18" charset="0"/>
                                </a:rPr>
                                <m:t>σ</m:t>
                              </m:r>
                            </m:e>
                            <m:sub>
                              <m:r>
                                <m:rPr>
                                  <m:sty m:val="p"/>
                                </m:rPr>
                                <a:rPr lang="en-US" sz="3200">
                                  <a:latin typeface="Cambria Math" panose="02040503050406030204" pitchFamily="18" charset="0"/>
                                </a:rPr>
                                <m:t>x</m:t>
                              </m:r>
                            </m:sub>
                          </m:sSub>
                          <m:r>
                            <a:rPr lang="en-US" sz="3200">
                              <a:latin typeface="Cambria Math" panose="02040503050406030204" pitchFamily="18" charset="0"/>
                            </a:rPr>
                            <m:t> </m:t>
                          </m:r>
                        </m:den>
                      </m:f>
                      <m:r>
                        <a:rPr lang="en-US" sz="3200" b="0" i="1" smtClean="0">
                          <a:latin typeface="Cambria Math" panose="02040503050406030204" pitchFamily="18" charset="0"/>
                        </a:rPr>
                        <m:t>                            </m:t>
                      </m:r>
                    </m:oMath>
                  </m:oMathPara>
                </a14:m>
                <a:endParaRPr lang="en-US" sz="3200" i="1" dirty="0">
                  <a:latin typeface="Cambria Math" panose="02040503050406030204" pitchFamily="18" charset="0"/>
                </a:endParaRPr>
              </a:p>
              <a:p>
                <a:pPr marL="0" lvl="1" indent="0">
                  <a:buNone/>
                </a:pPr>
                <a14:m>
                  <m:oMathPara xmlns:m="http://schemas.openxmlformats.org/officeDocument/2006/math">
                    <m:oMathParaPr>
                      <m:jc m:val="centerGroup"/>
                    </m:oMathParaPr>
                    <m:oMath xmlns:m="http://schemas.openxmlformats.org/officeDocument/2006/math">
                      <m:r>
                        <a:rPr lang="en-US" sz="3200" i="1" dirty="0" smtClean="0">
                          <a:latin typeface="Cambria Math" panose="02040503050406030204" pitchFamily="18" charset="0"/>
                          <a:ea typeface="Cambria Math" panose="02040503050406030204" pitchFamily="18" charset="0"/>
                        </a:rPr>
                        <m:t>⇒</m:t>
                      </m:r>
                      <m:sSub>
                        <m:sSubPr>
                          <m:ctrlPr>
                            <a:rPr lang="en-US" sz="3200" i="1" dirty="0" smtClean="0">
                              <a:latin typeface="Cambria Math" panose="02040503050406030204" pitchFamily="18" charset="0"/>
                            </a:rPr>
                          </m:ctrlPr>
                        </m:sSubPr>
                        <m:e>
                          <m:r>
                            <m:rPr>
                              <m:sty m:val="p"/>
                            </m:rPr>
                            <a:rPr lang="en-US" sz="3200" i="0" dirty="0" smtClean="0">
                              <a:latin typeface="Cambria Math" panose="02040503050406030204" pitchFamily="18" charset="0"/>
                            </a:rPr>
                            <m:t>b</m:t>
                          </m:r>
                        </m:e>
                        <m:sub>
                          <m:r>
                            <m:rPr>
                              <m:sty m:val="p"/>
                            </m:rPr>
                            <a:rPr lang="en-US" sz="3200" i="0" dirty="0" smtClean="0">
                              <a:latin typeface="Cambria Math" panose="02040503050406030204" pitchFamily="18" charset="0"/>
                            </a:rPr>
                            <m:t>yx</m:t>
                          </m:r>
                        </m:sub>
                      </m:sSub>
                      <m:r>
                        <a:rPr lang="en-US" sz="3200" b="0" i="0" dirty="0" smtClean="0">
                          <a:latin typeface="Cambria Math" panose="02040503050406030204" pitchFamily="18" charset="0"/>
                        </a:rPr>
                        <m:t>=</m:t>
                      </m:r>
                      <m:f>
                        <m:fPr>
                          <m:ctrlPr>
                            <a:rPr lang="en-US" sz="3200" i="1" dirty="0" smtClean="0">
                              <a:latin typeface="Cambria Math" panose="02040503050406030204" pitchFamily="18" charset="0"/>
                            </a:rPr>
                          </m:ctrlPr>
                        </m:fPr>
                        <m:num>
                          <m:r>
                            <a:rPr lang="en-US" sz="3200" b="0" i="0" dirty="0" smtClean="0">
                              <a:latin typeface="Cambria Math" panose="02040503050406030204" pitchFamily="18" charset="0"/>
                            </a:rPr>
                            <m:t> </m:t>
                          </m:r>
                          <m:r>
                            <m:rPr>
                              <m:sty m:val="p"/>
                            </m:rPr>
                            <a:rPr lang="en-US" sz="3200" i="0" dirty="0" smtClean="0">
                              <a:latin typeface="Cambria Math" panose="02040503050406030204" pitchFamily="18" charset="0"/>
                            </a:rPr>
                            <m:t>n</m:t>
                          </m:r>
                          <m:nary>
                            <m:naryPr>
                              <m:chr m:val="∑"/>
                              <m:limLoc m:val="undOvr"/>
                              <m:subHide m:val="on"/>
                              <m:supHide m:val="on"/>
                              <m:ctrlPr>
                                <a:rPr lang="en-US" sz="3200" i="1" dirty="0" smtClean="0">
                                  <a:latin typeface="Cambria Math" panose="02040503050406030204" pitchFamily="18" charset="0"/>
                                </a:rPr>
                              </m:ctrlPr>
                            </m:naryPr>
                            <m:sub/>
                            <m:sup/>
                            <m:e>
                              <m:r>
                                <m:rPr>
                                  <m:sty m:val="p"/>
                                </m:rPr>
                                <a:rPr lang="en-US" sz="3200" i="0" dirty="0" smtClean="0">
                                  <a:latin typeface="Cambria Math" panose="02040503050406030204" pitchFamily="18" charset="0"/>
                                </a:rPr>
                                <m:t>xy</m:t>
                              </m:r>
                            </m:e>
                          </m:nary>
                          <m:r>
                            <a:rPr lang="en-US" sz="3200" i="0" dirty="0" smtClean="0">
                              <a:latin typeface="Cambria Math" panose="02040503050406030204" pitchFamily="18" charset="0"/>
                            </a:rPr>
                            <m:t>−</m:t>
                          </m:r>
                          <m:d>
                            <m:dPr>
                              <m:ctrlPr>
                                <a:rPr lang="en-US" sz="3200" b="0" i="1" dirty="0" smtClean="0">
                                  <a:latin typeface="Cambria Math" panose="02040503050406030204" pitchFamily="18" charset="0"/>
                                </a:rPr>
                              </m:ctrlPr>
                            </m:dPr>
                            <m:e>
                              <m:r>
                                <a:rPr lang="en-US" sz="3200" b="0" i="0" dirty="0" smtClean="0">
                                  <a:latin typeface="Cambria Math" panose="02040503050406030204" pitchFamily="18" charset="0"/>
                                </a:rPr>
                                <m:t> </m:t>
                              </m:r>
                              <m:nary>
                                <m:naryPr>
                                  <m:chr m:val="∑"/>
                                  <m:limLoc m:val="undOvr"/>
                                  <m:subHide m:val="on"/>
                                  <m:supHide m:val="on"/>
                                  <m:ctrlPr>
                                    <a:rPr lang="en-US" sz="3200" i="1" dirty="0">
                                      <a:latin typeface="Cambria Math" panose="02040503050406030204" pitchFamily="18" charset="0"/>
                                    </a:rPr>
                                  </m:ctrlPr>
                                </m:naryPr>
                                <m:sub/>
                                <m:sup/>
                                <m:e>
                                  <m:r>
                                    <m:rPr>
                                      <m:sty m:val="p"/>
                                    </m:rPr>
                                    <a:rPr lang="en-US" sz="3200" i="0" dirty="0">
                                      <a:latin typeface="Cambria Math" panose="02040503050406030204" pitchFamily="18" charset="0"/>
                                    </a:rPr>
                                    <m:t>x</m:t>
                                  </m:r>
                                </m:e>
                              </m:nary>
                              <m:r>
                                <a:rPr lang="en-US" sz="3200" b="0" i="0" dirty="0" smtClean="0">
                                  <a:latin typeface="Cambria Math" panose="02040503050406030204" pitchFamily="18" charset="0"/>
                                </a:rPr>
                                <m:t> </m:t>
                              </m:r>
                            </m:e>
                          </m:d>
                          <m:d>
                            <m:dPr>
                              <m:ctrlPr>
                                <a:rPr lang="en-US" sz="3200" i="1" dirty="0" smtClean="0">
                                  <a:latin typeface="Cambria Math" panose="02040503050406030204" pitchFamily="18" charset="0"/>
                                </a:rPr>
                              </m:ctrlPr>
                            </m:dPr>
                            <m:e>
                              <m:r>
                                <a:rPr lang="en-US" sz="3200" i="0" dirty="0" smtClean="0">
                                  <a:latin typeface="Cambria Math" panose="02040503050406030204" pitchFamily="18" charset="0"/>
                                </a:rPr>
                                <m:t> </m:t>
                              </m:r>
                              <m:nary>
                                <m:naryPr>
                                  <m:chr m:val="∑"/>
                                  <m:limLoc m:val="undOvr"/>
                                  <m:subHide m:val="on"/>
                                  <m:supHide m:val="on"/>
                                  <m:ctrlPr>
                                    <a:rPr lang="en-US" sz="3200" i="1" dirty="0" smtClean="0">
                                      <a:latin typeface="Cambria Math" panose="02040503050406030204" pitchFamily="18" charset="0"/>
                                    </a:rPr>
                                  </m:ctrlPr>
                                </m:naryPr>
                                <m:sub/>
                                <m:sup/>
                                <m:e>
                                  <m:r>
                                    <m:rPr>
                                      <m:sty m:val="p"/>
                                    </m:rPr>
                                    <a:rPr lang="en-US" sz="3200" i="0" dirty="0" smtClean="0">
                                      <a:latin typeface="Cambria Math" panose="02040503050406030204" pitchFamily="18" charset="0"/>
                                    </a:rPr>
                                    <m:t>y</m:t>
                                  </m:r>
                                </m:e>
                              </m:nary>
                              <m:r>
                                <a:rPr lang="en-US" sz="3200" i="0" dirty="0" smtClean="0">
                                  <a:latin typeface="Cambria Math" panose="02040503050406030204" pitchFamily="18" charset="0"/>
                                </a:rPr>
                                <m:t> </m:t>
                              </m:r>
                            </m:e>
                          </m:d>
                          <m:r>
                            <a:rPr lang="en-US" sz="3200" i="0" dirty="0" smtClean="0">
                              <a:latin typeface="Cambria Math" panose="02040503050406030204" pitchFamily="18" charset="0"/>
                            </a:rPr>
                            <m:t> </m:t>
                          </m:r>
                        </m:num>
                        <m:den>
                          <m:eqArr>
                            <m:eqArrPr>
                              <m:ctrlPr>
                                <a:rPr lang="en-US" sz="3200" i="1" dirty="0" smtClean="0">
                                  <a:latin typeface="Cambria Math" panose="02040503050406030204" pitchFamily="18" charset="0"/>
                                </a:rPr>
                              </m:ctrlPr>
                            </m:eqArrPr>
                            <m:e>
                              <m:r>
                                <a:rPr lang="en-US" sz="3200" b="0" i="0" dirty="0" smtClean="0">
                                  <a:latin typeface="Cambria Math" panose="02040503050406030204" pitchFamily="18" charset="0"/>
                                </a:rPr>
                                <m:t> </m:t>
                              </m:r>
                            </m:e>
                            <m:e>
                              <m:r>
                                <m:rPr>
                                  <m:sty m:val="p"/>
                                </m:rPr>
                                <a:rPr lang="en-US" sz="3200" i="0" dirty="0" smtClean="0">
                                  <a:latin typeface="Cambria Math" panose="02040503050406030204" pitchFamily="18" charset="0"/>
                                </a:rPr>
                                <m:t>n</m:t>
                              </m:r>
                              <m:nary>
                                <m:naryPr>
                                  <m:chr m:val="∑"/>
                                  <m:limLoc m:val="undOvr"/>
                                  <m:subHide m:val="on"/>
                                  <m:supHide m:val="on"/>
                                  <m:ctrlPr>
                                    <a:rPr lang="en-US" sz="3200" i="1" dirty="0" smtClean="0">
                                      <a:latin typeface="Cambria Math" panose="02040503050406030204" pitchFamily="18" charset="0"/>
                                    </a:rPr>
                                  </m:ctrlPr>
                                </m:naryPr>
                                <m:sub/>
                                <m:sup/>
                                <m:e>
                                  <m:sSup>
                                    <m:sSupPr>
                                      <m:ctrlPr>
                                        <a:rPr lang="en-US" sz="3200" i="1" dirty="0" smtClean="0">
                                          <a:latin typeface="Cambria Math" panose="02040503050406030204" pitchFamily="18" charset="0"/>
                                        </a:rPr>
                                      </m:ctrlPr>
                                    </m:sSupPr>
                                    <m:e>
                                      <m:r>
                                        <m:rPr>
                                          <m:sty m:val="p"/>
                                        </m:rPr>
                                        <a:rPr lang="en-US" sz="3200" i="0" dirty="0" smtClean="0">
                                          <a:solidFill>
                                            <a:srgbClr val="7030A0"/>
                                          </a:solidFill>
                                          <a:latin typeface="Cambria Math" panose="02040503050406030204" pitchFamily="18" charset="0"/>
                                        </a:rPr>
                                        <m:t>x</m:t>
                                      </m:r>
                                    </m:e>
                                    <m:sup>
                                      <m:r>
                                        <a:rPr lang="en-US" sz="3200" i="0" dirty="0" smtClean="0">
                                          <a:latin typeface="Cambria Math" panose="02040503050406030204" pitchFamily="18" charset="0"/>
                                        </a:rPr>
                                        <m:t>2</m:t>
                                      </m:r>
                                    </m:sup>
                                  </m:sSup>
                                </m:e>
                              </m:nary>
                              <m:r>
                                <a:rPr lang="en-US" sz="3200" i="0" dirty="0" smtClean="0">
                                  <a:latin typeface="Cambria Math" panose="02040503050406030204" pitchFamily="18" charset="0"/>
                                </a:rPr>
                                <m:t>−</m:t>
                              </m:r>
                              <m:sSup>
                                <m:sSupPr>
                                  <m:ctrlPr>
                                    <a:rPr lang="en-US" sz="3200" i="1" dirty="0" smtClean="0">
                                      <a:latin typeface="Cambria Math" panose="02040503050406030204" pitchFamily="18" charset="0"/>
                                    </a:rPr>
                                  </m:ctrlPr>
                                </m:sSupPr>
                                <m:e>
                                  <m:d>
                                    <m:dPr>
                                      <m:ctrlPr>
                                        <a:rPr lang="en-US" sz="3200" i="1" dirty="0" smtClean="0">
                                          <a:latin typeface="Cambria Math" panose="02040503050406030204" pitchFamily="18" charset="0"/>
                                        </a:rPr>
                                      </m:ctrlPr>
                                    </m:dPr>
                                    <m:e>
                                      <m:r>
                                        <a:rPr lang="en-US" sz="3200" i="0" dirty="0" smtClean="0">
                                          <a:latin typeface="Cambria Math" panose="02040503050406030204" pitchFamily="18" charset="0"/>
                                        </a:rPr>
                                        <m:t> </m:t>
                                      </m:r>
                                      <m:nary>
                                        <m:naryPr>
                                          <m:chr m:val="∑"/>
                                          <m:limLoc m:val="undOvr"/>
                                          <m:subHide m:val="on"/>
                                          <m:supHide m:val="on"/>
                                          <m:ctrlPr>
                                            <a:rPr lang="en-US" sz="3200" i="1" dirty="0" smtClean="0">
                                              <a:latin typeface="Cambria Math" panose="02040503050406030204" pitchFamily="18" charset="0"/>
                                            </a:rPr>
                                          </m:ctrlPr>
                                        </m:naryPr>
                                        <m:sub/>
                                        <m:sup/>
                                        <m:e>
                                          <m:r>
                                            <m:rPr>
                                              <m:sty m:val="p"/>
                                            </m:rPr>
                                            <a:rPr lang="en-US" sz="3200" i="0" dirty="0" smtClean="0">
                                              <a:solidFill>
                                                <a:srgbClr val="7030A0"/>
                                              </a:solidFill>
                                              <a:latin typeface="Cambria Math" panose="02040503050406030204" pitchFamily="18" charset="0"/>
                                            </a:rPr>
                                            <m:t>x</m:t>
                                          </m:r>
                                        </m:e>
                                      </m:nary>
                                      <m:r>
                                        <a:rPr lang="en-US" sz="3200" i="0" dirty="0" smtClean="0">
                                          <a:latin typeface="Cambria Math" panose="02040503050406030204" pitchFamily="18" charset="0"/>
                                        </a:rPr>
                                        <m:t> </m:t>
                                      </m:r>
                                    </m:e>
                                  </m:d>
                                </m:e>
                                <m:sup>
                                  <m:r>
                                    <a:rPr lang="en-US" sz="3200" i="0" dirty="0" smtClean="0">
                                      <a:latin typeface="Cambria Math" panose="02040503050406030204" pitchFamily="18" charset="0"/>
                                    </a:rPr>
                                    <m:t>2</m:t>
                                  </m:r>
                                </m:sup>
                              </m:sSup>
                              <m:r>
                                <a:rPr lang="en-US" sz="3200" i="0" dirty="0" smtClean="0">
                                  <a:latin typeface="Cambria Math" panose="02040503050406030204" pitchFamily="18" charset="0"/>
                                </a:rPr>
                                <m:t> </m:t>
                              </m:r>
                            </m:e>
                          </m:eqArr>
                        </m:den>
                      </m:f>
                    </m:oMath>
                  </m:oMathPara>
                </a14:m>
                <a:endParaRPr lang="en-US" sz="3200"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rotWithShape="0">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355368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Other form of Regression Coefficient</a:t>
            </a:r>
            <a:endParaRPr lang="en-US" dirty="0">
              <a:solidFill>
                <a:srgbClr val="FF0000"/>
              </a:solidFill>
            </a:endParaRP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p:txBody>
              <a:bodyPr/>
              <a:lstStyle/>
              <a:p>
                <a:pPr marL="265113" lvl="1" indent="-265113">
                  <a:buFont typeface="Wingdings 3" panose="05040102010807070707" pitchFamily="18" charset="2"/>
                  <a:buChar char=""/>
                </a:pPr>
                <a14:m>
                  <m:oMath xmlns:m="http://schemas.openxmlformats.org/officeDocument/2006/math">
                    <m:r>
                      <m:rPr>
                        <m:nor/>
                      </m:rPr>
                      <a:rPr lang="en-US" b="0" smtClean="0"/>
                      <m:t>Th</m:t>
                    </m:r>
                    <m:r>
                      <m:rPr>
                        <m:nor/>
                      </m:rPr>
                      <a:rPr lang="en-US" smtClean="0"/>
                      <m:t>e</m:t>
                    </m:r>
                    <m:r>
                      <m:rPr>
                        <m:nor/>
                      </m:rPr>
                      <a:rPr lang="en-US" smtClean="0"/>
                      <m:t> </m:t>
                    </m:r>
                    <m:r>
                      <m:rPr>
                        <m:nor/>
                      </m:rPr>
                      <a:rPr lang="en-US" smtClean="0">
                        <a:solidFill>
                          <a:srgbClr val="FF0000"/>
                        </a:solidFill>
                      </a:rPr>
                      <m:t>regreesion</m:t>
                    </m:r>
                    <m:r>
                      <m:rPr>
                        <m:nor/>
                      </m:rPr>
                      <a:rPr lang="en-US" smtClean="0">
                        <a:solidFill>
                          <a:srgbClr val="FF0000"/>
                        </a:solidFill>
                      </a:rPr>
                      <m:t> </m:t>
                    </m:r>
                    <m:r>
                      <m:rPr>
                        <m:nor/>
                      </m:rPr>
                      <a:rPr lang="en-US" smtClean="0">
                        <a:solidFill>
                          <a:srgbClr val="FF0000"/>
                        </a:solidFill>
                      </a:rPr>
                      <m:t>coefficient</m:t>
                    </m:r>
                    <m:r>
                      <m:rPr>
                        <m:nor/>
                      </m:rPr>
                      <a:rPr lang="en-US" smtClean="0">
                        <a:solidFill>
                          <a:srgbClr val="FF0000"/>
                        </a:solidFill>
                      </a:rPr>
                      <m:t> </m:t>
                    </m:r>
                    <m:r>
                      <m:rPr>
                        <m:nor/>
                      </m:rPr>
                      <a:rPr lang="en-US" smtClean="0"/>
                      <m:t>of</m:t>
                    </m:r>
                    <m:r>
                      <m:rPr>
                        <m:nor/>
                      </m:rPr>
                      <a:rPr lang="en-US" smtClean="0"/>
                      <m:t> </m:t>
                    </m:r>
                    <m:r>
                      <m:rPr>
                        <m:sty m:val="p"/>
                      </m:rPr>
                      <a:rPr lang="en-US" b="0" i="0" smtClean="0">
                        <a:latin typeface="Cambria Math" panose="02040503050406030204" pitchFamily="18" charset="0"/>
                      </a:rPr>
                      <m:t>x</m:t>
                    </m:r>
                    <m:r>
                      <m:rPr>
                        <m:nor/>
                      </m:rPr>
                      <a:rPr lang="en-US"/>
                      <m:t> </m:t>
                    </m:r>
                    <m:r>
                      <m:rPr>
                        <m:nor/>
                      </m:rPr>
                      <a:rPr lang="en-US"/>
                      <m:t>on</m:t>
                    </m:r>
                    <m:r>
                      <m:rPr>
                        <m:nor/>
                      </m:rPr>
                      <a:rPr lang="en-US"/>
                      <m:t> </m:t>
                    </m:r>
                    <m:r>
                      <m:rPr>
                        <m:sty m:val="p"/>
                      </m:rPr>
                      <a:rPr lang="en-US" b="0" i="0" smtClean="0">
                        <a:latin typeface="Cambria Math" panose="02040503050406030204" pitchFamily="18" charset="0"/>
                      </a:rPr>
                      <m:t>y</m:t>
                    </m:r>
                    <m:r>
                      <a:rPr lang="en-US" b="0" i="0" smtClean="0">
                        <a:latin typeface="Cambria Math" panose="02040503050406030204" pitchFamily="18" charset="0"/>
                      </a:rPr>
                      <m:t> </m:t>
                    </m:r>
                    <m:r>
                      <m:rPr>
                        <m:nor/>
                      </m:rPr>
                      <a:rPr lang="en-US" b="0" smtClean="0"/>
                      <m:t>is</m:t>
                    </m:r>
                  </m:oMath>
                </a14:m>
                <a:r>
                  <a:rPr lang="en-US" dirty="0"/>
                  <a:t> </a:t>
                </a:r>
                <a14:m>
                  <m:oMath xmlns:m="http://schemas.openxmlformats.org/officeDocument/2006/math">
                    <m:r>
                      <a:rPr lang="en-US" b="0" i="0" smtClean="0">
                        <a:latin typeface="Cambria Math" panose="02040503050406030204" pitchFamily="18" charset="0"/>
                      </a:rPr>
                      <m:t>   </m:t>
                    </m:r>
                  </m:oMath>
                </a14:m>
                <a:endParaRPr lang="en-US" b="0" dirty="0">
                  <a:latin typeface="Cambria Math" panose="02040503050406030204" pitchFamily="18" charset="0"/>
                </a:endParaRPr>
              </a:p>
              <a:p>
                <a:pPr marL="0" lvl="1" indent="0">
                  <a:buNone/>
                </a:pPr>
                <a14:m>
                  <m:oMathPara xmlns:m="http://schemas.openxmlformats.org/officeDocument/2006/math">
                    <m:oMathParaPr>
                      <m:jc m:val="centerGroup"/>
                    </m:oMathParaPr>
                    <m:oMath xmlns:m="http://schemas.openxmlformats.org/officeDocument/2006/math">
                      <m:sSub>
                        <m:sSubPr>
                          <m:ctrlPr>
                            <a:rPr lang="en-US" sz="3200" i="1">
                              <a:latin typeface="Cambria Math" panose="02040503050406030204" pitchFamily="18" charset="0"/>
                            </a:rPr>
                          </m:ctrlPr>
                        </m:sSubPr>
                        <m:e>
                          <m:r>
                            <m:rPr>
                              <m:sty m:val="p"/>
                            </m:rPr>
                            <a:rPr lang="en-US" sz="3200" i="0">
                              <a:latin typeface="Cambria Math" panose="02040503050406030204" pitchFamily="18" charset="0"/>
                            </a:rPr>
                            <m:t>b</m:t>
                          </m:r>
                        </m:e>
                        <m:sub>
                          <m:r>
                            <m:rPr>
                              <m:sty m:val="p"/>
                            </m:rPr>
                            <a:rPr lang="en-US" sz="3200" b="0" i="0" smtClean="0">
                              <a:latin typeface="Cambria Math" panose="02040503050406030204" pitchFamily="18" charset="0"/>
                            </a:rPr>
                            <m:t>x</m:t>
                          </m:r>
                          <m:r>
                            <m:rPr>
                              <m:sty m:val="p"/>
                            </m:rPr>
                            <a:rPr lang="en-US" sz="3200" i="0">
                              <a:latin typeface="Cambria Math" panose="02040503050406030204" pitchFamily="18" charset="0"/>
                            </a:rPr>
                            <m:t>y</m:t>
                          </m:r>
                        </m:sub>
                      </m:sSub>
                      <m:r>
                        <a:rPr lang="en-US" sz="3200" i="0">
                          <a:latin typeface="Cambria Math" panose="02040503050406030204" pitchFamily="18" charset="0"/>
                        </a:rPr>
                        <m:t>=</m:t>
                      </m:r>
                      <m:r>
                        <m:rPr>
                          <m:sty m:val="p"/>
                        </m:rPr>
                        <a:rPr lang="en-US" sz="3200" i="0">
                          <a:latin typeface="Cambria Math" panose="02040503050406030204" pitchFamily="18" charset="0"/>
                        </a:rPr>
                        <m:t>r</m:t>
                      </m:r>
                      <m:r>
                        <a:rPr lang="en-US" sz="3200" i="0">
                          <a:latin typeface="Cambria Math" panose="02040503050406030204" pitchFamily="18" charset="0"/>
                        </a:rPr>
                        <m:t> </m:t>
                      </m:r>
                      <m:f>
                        <m:fPr>
                          <m:ctrlPr>
                            <a:rPr lang="en-US" sz="3200" i="1">
                              <a:latin typeface="Cambria Math" panose="02040503050406030204" pitchFamily="18" charset="0"/>
                            </a:rPr>
                          </m:ctrlPr>
                        </m:fPr>
                        <m:num>
                          <m:r>
                            <a:rPr lang="en-US" sz="3200" i="0">
                              <a:latin typeface="Cambria Math" panose="02040503050406030204" pitchFamily="18" charset="0"/>
                            </a:rPr>
                            <m:t> </m:t>
                          </m:r>
                          <m:sSub>
                            <m:sSubPr>
                              <m:ctrlPr>
                                <a:rPr lang="en-US" sz="3200" i="1">
                                  <a:latin typeface="Cambria Math" panose="02040503050406030204" pitchFamily="18" charset="0"/>
                                </a:rPr>
                              </m:ctrlPr>
                            </m:sSubPr>
                            <m:e>
                              <m:r>
                                <m:rPr>
                                  <m:sty m:val="p"/>
                                </m:rPr>
                                <a:rPr lang="en-US" sz="3200" i="0">
                                  <a:latin typeface="Cambria Math" panose="02040503050406030204" pitchFamily="18" charset="0"/>
                                </a:rPr>
                                <m:t>σ</m:t>
                              </m:r>
                            </m:e>
                            <m:sub>
                              <m:r>
                                <m:rPr>
                                  <m:sty m:val="p"/>
                                </m:rPr>
                                <a:rPr lang="en-US" sz="3200" b="0" i="0" smtClean="0">
                                  <a:latin typeface="Cambria Math" panose="02040503050406030204" pitchFamily="18" charset="0"/>
                                </a:rPr>
                                <m:t>x</m:t>
                              </m:r>
                            </m:sub>
                          </m:sSub>
                          <m:r>
                            <a:rPr lang="en-US" sz="3200" i="0">
                              <a:latin typeface="Cambria Math" panose="02040503050406030204" pitchFamily="18" charset="0"/>
                            </a:rPr>
                            <m:t> </m:t>
                          </m:r>
                        </m:num>
                        <m:den>
                          <m:r>
                            <a:rPr lang="en-US" sz="3200" i="0">
                              <a:latin typeface="Cambria Math" panose="02040503050406030204" pitchFamily="18" charset="0"/>
                            </a:rPr>
                            <m:t> </m:t>
                          </m:r>
                          <m:sSub>
                            <m:sSubPr>
                              <m:ctrlPr>
                                <a:rPr lang="en-US" sz="3200" i="1">
                                  <a:latin typeface="Cambria Math" panose="02040503050406030204" pitchFamily="18" charset="0"/>
                                </a:rPr>
                              </m:ctrlPr>
                            </m:sSubPr>
                            <m:e>
                              <m:r>
                                <m:rPr>
                                  <m:sty m:val="p"/>
                                </m:rPr>
                                <a:rPr lang="en-US" sz="3200" i="0">
                                  <a:latin typeface="Cambria Math" panose="02040503050406030204" pitchFamily="18" charset="0"/>
                                </a:rPr>
                                <m:t>σ</m:t>
                              </m:r>
                            </m:e>
                            <m:sub>
                              <m:r>
                                <m:rPr>
                                  <m:sty m:val="p"/>
                                </m:rPr>
                                <a:rPr lang="en-US" sz="3200" b="0" i="0" smtClean="0">
                                  <a:latin typeface="Cambria Math" panose="02040503050406030204" pitchFamily="18" charset="0"/>
                                </a:rPr>
                                <m:t>y</m:t>
                              </m:r>
                            </m:sub>
                          </m:sSub>
                          <m:r>
                            <a:rPr lang="en-US" sz="3200" i="0">
                              <a:latin typeface="Cambria Math" panose="02040503050406030204" pitchFamily="18" charset="0"/>
                            </a:rPr>
                            <m:t> </m:t>
                          </m:r>
                        </m:den>
                      </m:f>
                      <m:r>
                        <a:rPr lang="en-US" sz="3200" b="0" i="0" smtClean="0">
                          <a:latin typeface="Cambria Math" panose="02040503050406030204" pitchFamily="18" charset="0"/>
                        </a:rPr>
                        <m:t>                            </m:t>
                      </m:r>
                    </m:oMath>
                  </m:oMathPara>
                </a14:m>
                <a:endParaRPr lang="en-US" sz="3200" dirty="0">
                  <a:latin typeface="Cambria Math" panose="02040503050406030204" pitchFamily="18" charset="0"/>
                </a:endParaRPr>
              </a:p>
              <a:p>
                <a:pPr marL="0" lvl="1" indent="0">
                  <a:buNone/>
                </a:pPr>
                <a14:m>
                  <m:oMathPara xmlns:m="http://schemas.openxmlformats.org/officeDocument/2006/math">
                    <m:oMathParaPr>
                      <m:jc m:val="centerGroup"/>
                    </m:oMathParaPr>
                    <m:oMath xmlns:m="http://schemas.openxmlformats.org/officeDocument/2006/math">
                      <m:r>
                        <a:rPr lang="en-US" sz="3200" i="0" dirty="0" smtClean="0">
                          <a:latin typeface="Cambria Math" panose="02040503050406030204" pitchFamily="18" charset="0"/>
                          <a:ea typeface="Cambria Math" panose="02040503050406030204" pitchFamily="18" charset="0"/>
                        </a:rPr>
                        <m:t>⇒</m:t>
                      </m:r>
                      <m:sSub>
                        <m:sSubPr>
                          <m:ctrlPr>
                            <a:rPr lang="en-US" sz="3200" i="1" dirty="0" smtClean="0">
                              <a:latin typeface="Cambria Math" panose="02040503050406030204" pitchFamily="18" charset="0"/>
                            </a:rPr>
                          </m:ctrlPr>
                        </m:sSubPr>
                        <m:e>
                          <m:r>
                            <m:rPr>
                              <m:sty m:val="p"/>
                            </m:rPr>
                            <a:rPr lang="en-US" sz="3200" i="0" dirty="0" smtClean="0">
                              <a:latin typeface="Cambria Math" panose="02040503050406030204" pitchFamily="18" charset="0"/>
                            </a:rPr>
                            <m:t>b</m:t>
                          </m:r>
                        </m:e>
                        <m:sub>
                          <m:r>
                            <m:rPr>
                              <m:sty m:val="p"/>
                            </m:rPr>
                            <a:rPr lang="en-US" sz="3200" i="0" dirty="0" smtClean="0">
                              <a:latin typeface="Cambria Math" panose="02040503050406030204" pitchFamily="18" charset="0"/>
                            </a:rPr>
                            <m:t>x</m:t>
                          </m:r>
                          <m:r>
                            <m:rPr>
                              <m:sty m:val="p"/>
                            </m:rPr>
                            <a:rPr lang="en-US" sz="3200" b="0" i="0" dirty="0" smtClean="0">
                              <a:latin typeface="Cambria Math" panose="02040503050406030204" pitchFamily="18" charset="0"/>
                            </a:rPr>
                            <m:t>y</m:t>
                          </m:r>
                        </m:sub>
                      </m:sSub>
                      <m:r>
                        <a:rPr lang="en-US" sz="3200" b="0" i="0" dirty="0" smtClean="0">
                          <a:latin typeface="Cambria Math" panose="02040503050406030204" pitchFamily="18" charset="0"/>
                        </a:rPr>
                        <m:t>=</m:t>
                      </m:r>
                      <m:f>
                        <m:fPr>
                          <m:ctrlPr>
                            <a:rPr lang="en-US" sz="3200" i="1" dirty="0" smtClean="0">
                              <a:latin typeface="Cambria Math" panose="02040503050406030204" pitchFamily="18" charset="0"/>
                            </a:rPr>
                          </m:ctrlPr>
                        </m:fPr>
                        <m:num>
                          <m:r>
                            <a:rPr lang="en-US" sz="3200" b="0" i="0" dirty="0" smtClean="0">
                              <a:latin typeface="Cambria Math" panose="02040503050406030204" pitchFamily="18" charset="0"/>
                            </a:rPr>
                            <m:t> </m:t>
                          </m:r>
                          <m:r>
                            <m:rPr>
                              <m:sty m:val="p"/>
                            </m:rPr>
                            <a:rPr lang="en-US" sz="3200" i="0" dirty="0" smtClean="0">
                              <a:latin typeface="Cambria Math" panose="02040503050406030204" pitchFamily="18" charset="0"/>
                            </a:rPr>
                            <m:t>n</m:t>
                          </m:r>
                          <m:nary>
                            <m:naryPr>
                              <m:chr m:val="∑"/>
                              <m:limLoc m:val="undOvr"/>
                              <m:subHide m:val="on"/>
                              <m:supHide m:val="on"/>
                              <m:ctrlPr>
                                <a:rPr lang="en-US" sz="3200" i="1" dirty="0" smtClean="0">
                                  <a:latin typeface="Cambria Math" panose="02040503050406030204" pitchFamily="18" charset="0"/>
                                </a:rPr>
                              </m:ctrlPr>
                            </m:naryPr>
                            <m:sub/>
                            <m:sup/>
                            <m:e>
                              <m:r>
                                <m:rPr>
                                  <m:sty m:val="p"/>
                                </m:rPr>
                                <a:rPr lang="en-US" sz="3200" i="0" dirty="0" smtClean="0">
                                  <a:latin typeface="Cambria Math" panose="02040503050406030204" pitchFamily="18" charset="0"/>
                                </a:rPr>
                                <m:t>xy</m:t>
                              </m:r>
                            </m:e>
                          </m:nary>
                          <m:r>
                            <a:rPr lang="en-US" sz="3200" i="0" dirty="0" smtClean="0">
                              <a:latin typeface="Cambria Math" panose="02040503050406030204" pitchFamily="18" charset="0"/>
                            </a:rPr>
                            <m:t>−</m:t>
                          </m:r>
                          <m:d>
                            <m:dPr>
                              <m:ctrlPr>
                                <a:rPr lang="en-US" sz="3200" b="0" i="1" dirty="0" smtClean="0">
                                  <a:latin typeface="Cambria Math" panose="02040503050406030204" pitchFamily="18" charset="0"/>
                                </a:rPr>
                              </m:ctrlPr>
                            </m:dPr>
                            <m:e>
                              <m:r>
                                <a:rPr lang="en-US" sz="3200" b="0" i="0" dirty="0" smtClean="0">
                                  <a:latin typeface="Cambria Math" panose="02040503050406030204" pitchFamily="18" charset="0"/>
                                </a:rPr>
                                <m:t> </m:t>
                              </m:r>
                              <m:nary>
                                <m:naryPr>
                                  <m:chr m:val="∑"/>
                                  <m:limLoc m:val="undOvr"/>
                                  <m:subHide m:val="on"/>
                                  <m:supHide m:val="on"/>
                                  <m:ctrlPr>
                                    <a:rPr lang="en-US" sz="3200" i="1" dirty="0">
                                      <a:latin typeface="Cambria Math" panose="02040503050406030204" pitchFamily="18" charset="0"/>
                                    </a:rPr>
                                  </m:ctrlPr>
                                </m:naryPr>
                                <m:sub/>
                                <m:sup/>
                                <m:e>
                                  <m:r>
                                    <m:rPr>
                                      <m:sty m:val="p"/>
                                    </m:rPr>
                                    <a:rPr lang="en-US" sz="3200" i="0" dirty="0">
                                      <a:latin typeface="Cambria Math" panose="02040503050406030204" pitchFamily="18" charset="0"/>
                                    </a:rPr>
                                    <m:t>x</m:t>
                                  </m:r>
                                </m:e>
                              </m:nary>
                              <m:r>
                                <a:rPr lang="en-US" sz="3200" b="0" i="0" dirty="0" smtClean="0">
                                  <a:latin typeface="Cambria Math" panose="02040503050406030204" pitchFamily="18" charset="0"/>
                                </a:rPr>
                                <m:t> </m:t>
                              </m:r>
                            </m:e>
                          </m:d>
                          <m:d>
                            <m:dPr>
                              <m:ctrlPr>
                                <a:rPr lang="en-US" sz="3200" i="1" dirty="0" smtClean="0">
                                  <a:latin typeface="Cambria Math" panose="02040503050406030204" pitchFamily="18" charset="0"/>
                                </a:rPr>
                              </m:ctrlPr>
                            </m:dPr>
                            <m:e>
                              <m:r>
                                <a:rPr lang="en-US" sz="3200" i="0" dirty="0" smtClean="0">
                                  <a:latin typeface="Cambria Math" panose="02040503050406030204" pitchFamily="18" charset="0"/>
                                </a:rPr>
                                <m:t> </m:t>
                              </m:r>
                              <m:nary>
                                <m:naryPr>
                                  <m:chr m:val="∑"/>
                                  <m:limLoc m:val="undOvr"/>
                                  <m:subHide m:val="on"/>
                                  <m:supHide m:val="on"/>
                                  <m:ctrlPr>
                                    <a:rPr lang="en-US" sz="3200" i="1" dirty="0" smtClean="0">
                                      <a:latin typeface="Cambria Math" panose="02040503050406030204" pitchFamily="18" charset="0"/>
                                    </a:rPr>
                                  </m:ctrlPr>
                                </m:naryPr>
                                <m:sub/>
                                <m:sup/>
                                <m:e>
                                  <m:r>
                                    <m:rPr>
                                      <m:sty m:val="p"/>
                                    </m:rPr>
                                    <a:rPr lang="en-US" sz="3200" i="0" dirty="0" smtClean="0">
                                      <a:latin typeface="Cambria Math" panose="02040503050406030204" pitchFamily="18" charset="0"/>
                                    </a:rPr>
                                    <m:t>y</m:t>
                                  </m:r>
                                </m:e>
                              </m:nary>
                              <m:r>
                                <a:rPr lang="en-US" sz="3200" i="0" dirty="0" smtClean="0">
                                  <a:latin typeface="Cambria Math" panose="02040503050406030204" pitchFamily="18" charset="0"/>
                                </a:rPr>
                                <m:t> </m:t>
                              </m:r>
                            </m:e>
                          </m:d>
                          <m:r>
                            <a:rPr lang="en-US" sz="3200" i="0" dirty="0" smtClean="0">
                              <a:latin typeface="Cambria Math" panose="02040503050406030204" pitchFamily="18" charset="0"/>
                            </a:rPr>
                            <m:t> </m:t>
                          </m:r>
                        </m:num>
                        <m:den>
                          <m:eqArr>
                            <m:eqArrPr>
                              <m:ctrlPr>
                                <a:rPr lang="en-US" sz="3200" i="1" dirty="0" smtClean="0">
                                  <a:latin typeface="Cambria Math" panose="02040503050406030204" pitchFamily="18" charset="0"/>
                                </a:rPr>
                              </m:ctrlPr>
                            </m:eqArrPr>
                            <m:e>
                              <m:r>
                                <a:rPr lang="en-US" sz="3200" b="0" i="0" dirty="0" smtClean="0">
                                  <a:latin typeface="Cambria Math" panose="02040503050406030204" pitchFamily="18" charset="0"/>
                                </a:rPr>
                                <m:t> </m:t>
                              </m:r>
                            </m:e>
                            <m:e>
                              <m:r>
                                <m:rPr>
                                  <m:sty m:val="p"/>
                                </m:rPr>
                                <a:rPr lang="en-US" sz="3200" i="0" dirty="0" smtClean="0">
                                  <a:latin typeface="Cambria Math" panose="02040503050406030204" pitchFamily="18" charset="0"/>
                                </a:rPr>
                                <m:t>n</m:t>
                              </m:r>
                              <m:nary>
                                <m:naryPr>
                                  <m:chr m:val="∑"/>
                                  <m:limLoc m:val="undOvr"/>
                                  <m:subHide m:val="on"/>
                                  <m:supHide m:val="on"/>
                                  <m:ctrlPr>
                                    <a:rPr lang="en-US" sz="3200" i="1" dirty="0" smtClean="0">
                                      <a:latin typeface="Cambria Math" panose="02040503050406030204" pitchFamily="18" charset="0"/>
                                    </a:rPr>
                                  </m:ctrlPr>
                                </m:naryPr>
                                <m:sub/>
                                <m:sup/>
                                <m:e>
                                  <m:sSup>
                                    <m:sSupPr>
                                      <m:ctrlPr>
                                        <a:rPr lang="en-US" sz="3200" i="1" dirty="0" smtClean="0">
                                          <a:latin typeface="Cambria Math" panose="02040503050406030204" pitchFamily="18" charset="0"/>
                                        </a:rPr>
                                      </m:ctrlPr>
                                    </m:sSupPr>
                                    <m:e>
                                      <m:r>
                                        <m:rPr>
                                          <m:sty m:val="p"/>
                                        </m:rPr>
                                        <a:rPr lang="en-US" sz="3200" b="0" i="0" dirty="0" smtClean="0">
                                          <a:solidFill>
                                            <a:srgbClr val="7030A0"/>
                                          </a:solidFill>
                                          <a:latin typeface="Cambria Math" panose="02040503050406030204" pitchFamily="18" charset="0"/>
                                        </a:rPr>
                                        <m:t>y</m:t>
                                      </m:r>
                                    </m:e>
                                    <m:sup>
                                      <m:r>
                                        <a:rPr lang="en-US" sz="3200" i="0" dirty="0" smtClean="0">
                                          <a:latin typeface="Cambria Math" panose="02040503050406030204" pitchFamily="18" charset="0"/>
                                        </a:rPr>
                                        <m:t>2</m:t>
                                      </m:r>
                                    </m:sup>
                                  </m:sSup>
                                </m:e>
                              </m:nary>
                              <m:r>
                                <a:rPr lang="en-US" sz="3200" i="0" dirty="0" smtClean="0">
                                  <a:latin typeface="Cambria Math" panose="02040503050406030204" pitchFamily="18" charset="0"/>
                                </a:rPr>
                                <m:t>−</m:t>
                              </m:r>
                              <m:sSup>
                                <m:sSupPr>
                                  <m:ctrlPr>
                                    <a:rPr lang="en-US" sz="3200" i="1" dirty="0" smtClean="0">
                                      <a:latin typeface="Cambria Math" panose="02040503050406030204" pitchFamily="18" charset="0"/>
                                    </a:rPr>
                                  </m:ctrlPr>
                                </m:sSupPr>
                                <m:e>
                                  <m:d>
                                    <m:dPr>
                                      <m:ctrlPr>
                                        <a:rPr lang="en-US" sz="3200" i="1" dirty="0" smtClean="0">
                                          <a:latin typeface="Cambria Math" panose="02040503050406030204" pitchFamily="18" charset="0"/>
                                        </a:rPr>
                                      </m:ctrlPr>
                                    </m:dPr>
                                    <m:e>
                                      <m:r>
                                        <a:rPr lang="en-US" sz="3200" i="0" dirty="0" smtClean="0">
                                          <a:latin typeface="Cambria Math" panose="02040503050406030204" pitchFamily="18" charset="0"/>
                                        </a:rPr>
                                        <m:t> </m:t>
                                      </m:r>
                                      <m:nary>
                                        <m:naryPr>
                                          <m:chr m:val="∑"/>
                                          <m:limLoc m:val="undOvr"/>
                                          <m:subHide m:val="on"/>
                                          <m:supHide m:val="on"/>
                                          <m:ctrlPr>
                                            <a:rPr lang="en-US" sz="3200" i="1" dirty="0" smtClean="0">
                                              <a:latin typeface="Cambria Math" panose="02040503050406030204" pitchFamily="18" charset="0"/>
                                            </a:rPr>
                                          </m:ctrlPr>
                                        </m:naryPr>
                                        <m:sub/>
                                        <m:sup/>
                                        <m:e>
                                          <m:r>
                                            <m:rPr>
                                              <m:sty m:val="p"/>
                                            </m:rPr>
                                            <a:rPr lang="en-US" sz="3200" b="0" i="0" dirty="0" smtClean="0">
                                              <a:solidFill>
                                                <a:srgbClr val="7030A0"/>
                                              </a:solidFill>
                                              <a:latin typeface="Cambria Math" panose="02040503050406030204" pitchFamily="18" charset="0"/>
                                            </a:rPr>
                                            <m:t>y</m:t>
                                          </m:r>
                                        </m:e>
                                      </m:nary>
                                      <m:r>
                                        <a:rPr lang="en-US" sz="3200" i="0" dirty="0" smtClean="0">
                                          <a:latin typeface="Cambria Math" panose="02040503050406030204" pitchFamily="18" charset="0"/>
                                        </a:rPr>
                                        <m:t> </m:t>
                                      </m:r>
                                    </m:e>
                                  </m:d>
                                </m:e>
                                <m:sup>
                                  <m:r>
                                    <a:rPr lang="en-US" sz="3200" i="0" dirty="0" smtClean="0">
                                      <a:latin typeface="Cambria Math" panose="02040503050406030204" pitchFamily="18" charset="0"/>
                                    </a:rPr>
                                    <m:t>2</m:t>
                                  </m:r>
                                </m:sup>
                              </m:sSup>
                              <m:r>
                                <a:rPr lang="en-US" sz="3200" i="0" dirty="0" smtClean="0">
                                  <a:latin typeface="Cambria Math" panose="02040503050406030204" pitchFamily="18" charset="0"/>
                                </a:rPr>
                                <m:t> </m:t>
                              </m:r>
                            </m:e>
                          </m:eqArr>
                        </m:den>
                      </m:f>
                    </m:oMath>
                  </m:oMathPara>
                </a14:m>
                <a:endParaRPr lang="en-US" sz="3200"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blipFill rotWithShape="0">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939426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7" y="869082"/>
                <a:ext cx="11929643" cy="192024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The following data regarding the height(y) and weight(x) of 100 students are given:  </a:t>
                </a:r>
              </a:p>
              <a:p>
                <a:r>
                  <a:rPr lang="en-US" dirty="0"/>
                  <a:t> </a:t>
                </a:r>
                <a14:m>
                  <m:oMath xmlns:m="http://schemas.openxmlformats.org/officeDocument/2006/math">
                    <m:nary>
                      <m:naryPr>
                        <m:chr m:val="∑"/>
                        <m:limLoc m:val="undOvr"/>
                        <m:subHide m:val="on"/>
                        <m:supHide m:val="on"/>
                        <m:ctrlPr>
                          <a:rPr lang="en-US" i="1">
                            <a:latin typeface="Cambria Math" panose="02040503050406030204" pitchFamily="18" charset="0"/>
                          </a:rPr>
                        </m:ctrlPr>
                      </m:naryPr>
                      <m:sub/>
                      <m:sup/>
                      <m:e>
                        <m:r>
                          <m:rPr>
                            <m:sty m:val="p"/>
                          </m:rPr>
                          <a:rPr lang="en-US">
                            <a:latin typeface="Cambria Math" panose="02040503050406030204" pitchFamily="18" charset="0"/>
                          </a:rPr>
                          <m:t>x</m:t>
                        </m:r>
                      </m:e>
                    </m:nary>
                    <m:r>
                      <a:rPr lang="en-US">
                        <a:latin typeface="Cambria Math" panose="02040503050406030204" pitchFamily="18" charset="0"/>
                      </a:rPr>
                      <m:t>=15000</m:t>
                    </m:r>
                    <m:r>
                      <a:rPr lang="en-US" i="1">
                        <a:latin typeface="Cambria Math" panose="02040503050406030204" pitchFamily="18" charset="0"/>
                      </a:rPr>
                      <m:t>, </m:t>
                    </m:r>
                    <m:r>
                      <a:rPr lang="en-US" b="0" i="1" smtClean="0">
                        <a:latin typeface="Cambria Math" panose="02040503050406030204" pitchFamily="18" charset="0"/>
                      </a:rPr>
                      <m:t>     </m:t>
                    </m:r>
                    <m:nary>
                      <m:naryPr>
                        <m:chr m:val="∑"/>
                        <m:limLoc m:val="undOvr"/>
                        <m:subHide m:val="on"/>
                        <m:supHide m:val="on"/>
                        <m:ctrlPr>
                          <a:rPr lang="en-US" i="1">
                            <a:latin typeface="Cambria Math" panose="02040503050406030204" pitchFamily="18" charset="0"/>
                          </a:rPr>
                        </m:ctrlPr>
                      </m:naryPr>
                      <m:sub/>
                      <m:sup/>
                      <m:e>
                        <m:r>
                          <m:rPr>
                            <m:sty m:val="p"/>
                          </m:rPr>
                          <a:rPr lang="en-US">
                            <a:latin typeface="Cambria Math" panose="02040503050406030204" pitchFamily="18" charset="0"/>
                          </a:rPr>
                          <m:t>y</m:t>
                        </m:r>
                      </m:e>
                    </m:nary>
                    <m:r>
                      <a:rPr lang="en-US">
                        <a:latin typeface="Cambria Math" panose="02040503050406030204" pitchFamily="18" charset="0"/>
                      </a:rPr>
                      <m:t>=6800</m:t>
                    </m:r>
                    <m:r>
                      <a:rPr lang="en-US" i="1">
                        <a:latin typeface="Cambria Math" panose="02040503050406030204" pitchFamily="18" charset="0"/>
                      </a:rPr>
                      <m:t>, </m:t>
                    </m:r>
                    <m:r>
                      <a:rPr lang="en-US" b="0" i="1" smtClean="0">
                        <a:latin typeface="Cambria Math" panose="02040503050406030204" pitchFamily="18" charset="0"/>
                      </a:rPr>
                      <m:t>     </m:t>
                    </m:r>
                    <m:nary>
                      <m:naryPr>
                        <m:chr m:val="∑"/>
                        <m:limLoc m:val="undOvr"/>
                        <m:subHide m:val="on"/>
                        <m:supHide m:val="on"/>
                        <m:ctrlPr>
                          <a:rPr lang="en-US" i="1">
                            <a:latin typeface="Cambria Math" panose="02040503050406030204" pitchFamily="18" charset="0"/>
                          </a:rPr>
                        </m:ctrlPr>
                      </m:naryPr>
                      <m:sub/>
                      <m:sup/>
                      <m:e>
                        <m:sSup>
                          <m:sSupPr>
                            <m:ctrlPr>
                              <a:rPr lang="en-US" i="1">
                                <a:latin typeface="Cambria Math" panose="02040503050406030204" pitchFamily="18" charset="0"/>
                              </a:rPr>
                            </m:ctrlPr>
                          </m:sSupPr>
                          <m:e>
                            <m:r>
                              <m:rPr>
                                <m:sty m:val="p"/>
                              </m:rPr>
                              <a:rPr lang="en-US">
                                <a:latin typeface="Cambria Math" panose="02040503050406030204" pitchFamily="18" charset="0"/>
                              </a:rPr>
                              <m:t>x</m:t>
                            </m:r>
                          </m:e>
                          <m:sup>
                            <m:r>
                              <a:rPr lang="en-US">
                                <a:latin typeface="Cambria Math" panose="02040503050406030204" pitchFamily="18" charset="0"/>
                              </a:rPr>
                              <m:t>2</m:t>
                            </m:r>
                          </m:sup>
                        </m:sSup>
                      </m:e>
                    </m:nary>
                    <m:r>
                      <a:rPr lang="en-US">
                        <a:latin typeface="Cambria Math" panose="02040503050406030204" pitchFamily="18" charset="0"/>
                      </a:rPr>
                      <m:t>=2272500</m:t>
                    </m:r>
                    <m:r>
                      <a:rPr lang="en-US" i="1">
                        <a:latin typeface="Cambria Math" panose="02040503050406030204" pitchFamily="18" charset="0"/>
                      </a:rPr>
                      <m:t>,</m:t>
                    </m:r>
                    <m:r>
                      <a:rPr lang="en-US" b="0" i="1" smtClean="0">
                        <a:latin typeface="Cambria Math" panose="02040503050406030204" pitchFamily="18" charset="0"/>
                      </a:rPr>
                      <m:t>      </m:t>
                    </m:r>
                    <m:nary>
                      <m:naryPr>
                        <m:chr m:val="∑"/>
                        <m:limLoc m:val="undOvr"/>
                        <m:subHide m:val="on"/>
                        <m:supHide m:val="on"/>
                        <m:ctrlPr>
                          <a:rPr lang="en-US" i="1">
                            <a:latin typeface="Cambria Math" panose="02040503050406030204" pitchFamily="18" charset="0"/>
                          </a:rPr>
                        </m:ctrlPr>
                      </m:naryPr>
                      <m:sub/>
                      <m:sup/>
                      <m:e>
                        <m:sSup>
                          <m:sSupPr>
                            <m:ctrlPr>
                              <a:rPr lang="en-US" i="1">
                                <a:latin typeface="Cambria Math" panose="02040503050406030204" pitchFamily="18" charset="0"/>
                              </a:rPr>
                            </m:ctrlPr>
                          </m:sSupPr>
                          <m:e>
                            <m:r>
                              <m:rPr>
                                <m:sty m:val="p"/>
                              </m:rPr>
                              <a:rPr lang="en-US">
                                <a:latin typeface="Cambria Math" panose="02040503050406030204" pitchFamily="18" charset="0"/>
                              </a:rPr>
                              <m:t>y</m:t>
                            </m:r>
                          </m:e>
                          <m:sup>
                            <m:r>
                              <a:rPr lang="en-US">
                                <a:latin typeface="Cambria Math" panose="02040503050406030204" pitchFamily="18" charset="0"/>
                              </a:rPr>
                              <m:t>2</m:t>
                            </m:r>
                          </m:sup>
                        </m:sSup>
                      </m:e>
                    </m:nary>
                    <m:r>
                      <a:rPr lang="en-US">
                        <a:latin typeface="Cambria Math" panose="02040503050406030204" pitchFamily="18" charset="0"/>
                      </a:rPr>
                      <m:t>=463025,</m:t>
                    </m:r>
                    <m:r>
                      <a:rPr lang="en-US" b="0" i="1" smtClean="0">
                        <a:latin typeface="Cambria Math" panose="02040503050406030204" pitchFamily="18" charset="0"/>
                      </a:rPr>
                      <m:t>      </m:t>
                    </m:r>
                  </m:oMath>
                </a14:m>
                <a:endParaRPr lang="en-US" b="0" i="1" dirty="0">
                  <a:latin typeface="Cambria Math" panose="02040503050406030204" pitchFamily="18" charset="0"/>
                </a:endParaRPr>
              </a:p>
              <a:p>
                <a:r>
                  <a:rPr lang="en-US" dirty="0"/>
                  <a:t> </a:t>
                </a:r>
                <a14:m>
                  <m:oMath xmlns:m="http://schemas.openxmlformats.org/officeDocument/2006/math">
                    <m:nary>
                      <m:naryPr>
                        <m:chr m:val="∑"/>
                        <m:limLoc m:val="undOvr"/>
                        <m:subHide m:val="on"/>
                        <m:supHide m:val="on"/>
                        <m:ctrlPr>
                          <a:rPr lang="en-US" i="1">
                            <a:latin typeface="Cambria Math" panose="02040503050406030204" pitchFamily="18" charset="0"/>
                          </a:rPr>
                        </m:ctrlPr>
                      </m:naryPr>
                      <m:sub/>
                      <m:sup/>
                      <m:e>
                        <m:r>
                          <m:rPr>
                            <m:sty m:val="p"/>
                          </m:rPr>
                          <a:rPr lang="en-US">
                            <a:latin typeface="Cambria Math" panose="02040503050406030204" pitchFamily="18" charset="0"/>
                          </a:rPr>
                          <m:t>xy</m:t>
                        </m:r>
                      </m:e>
                    </m:nary>
                    <m:r>
                      <a:rPr lang="en-US">
                        <a:latin typeface="Cambria Math" panose="02040503050406030204" pitchFamily="18" charset="0"/>
                      </a:rPr>
                      <m:t>=1022250. </m:t>
                    </m:r>
                  </m:oMath>
                </a14:m>
                <a:r>
                  <a:rPr lang="en-US" i="0" dirty="0">
                    <a:latin typeface="+mj-lt"/>
                  </a:rPr>
                  <a:t>Find the equation of regression line of height on weight.</a:t>
                </a:r>
                <a:endParaRPr lang="en-US" dirty="0"/>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7" y="869082"/>
                <a:ext cx="11929643" cy="1920240"/>
              </a:xfrm>
              <a:prstGeom prst="rect">
                <a:avLst/>
              </a:prstGeom>
              <a:blipFill rotWithShape="0">
                <a:blip r:embed="rId2"/>
                <a:stretch>
                  <a:fillRect l="-1074" b="-7937"/>
                </a:stretch>
              </a:blipFill>
              <a:ln>
                <a:noFill/>
              </a:ln>
            </p:spPr>
            <p:txBody>
              <a:bodyPr/>
              <a:lstStyle/>
              <a:p>
                <a:r>
                  <a:rPr lang="en-US">
                    <a:noFill/>
                  </a:rPr>
                  <a:t> </a:t>
                </a:r>
              </a:p>
            </p:txBody>
          </p:sp>
        </mc:Fallback>
      </mc:AlternateContent>
      <p:sp>
        <p:nvSpPr>
          <p:cNvPr id="2" name="Title 1"/>
          <p:cNvSpPr>
            <a:spLocks noGrp="1"/>
          </p:cNvSpPr>
          <p:nvPr>
            <p:ph type="title"/>
          </p:nvPr>
        </p:nvSpPr>
        <p:spPr/>
        <p:txBody>
          <a:bodyPr/>
          <a:lstStyle/>
          <a:p>
            <a:r>
              <a:rPr lang="en-GB" dirty="0"/>
              <a:t>Method 3 ⇝ Example 3</a:t>
            </a:r>
            <a:endParaRPr lang="en-US" dirty="0"/>
          </a:p>
        </p:txBody>
      </p:sp>
      <p:sp>
        <p:nvSpPr>
          <p:cNvPr id="50" name="Rectangle 49">
            <a:extLst>
              <a:ext uri="{FF2B5EF4-FFF2-40B4-BE49-F238E27FC236}">
                <a16:creationId xmlns:a16="http://schemas.microsoft.com/office/drawing/2014/main" id="{B2D3FB0B-D709-43AC-B65F-29361B504B61}"/>
              </a:ext>
            </a:extLst>
          </p:cNvPr>
          <p:cNvSpPr/>
          <p:nvPr/>
        </p:nvSpPr>
        <p:spPr>
          <a:xfrm>
            <a:off x="131177" y="2947203"/>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8" name="Rectangle 7"/>
              <p:cNvSpPr/>
              <p:nvPr/>
            </p:nvSpPr>
            <p:spPr>
              <a:xfrm>
                <a:off x="1625597" y="2947203"/>
                <a:ext cx="4800481" cy="523220"/>
              </a:xfrm>
              <a:prstGeom prst="rect">
                <a:avLst/>
              </a:prstGeom>
            </p:spPr>
            <p:txBody>
              <a:bodyPr wrap="none">
                <a:spAutoFit/>
              </a:bodyPr>
              <a:lstStyle/>
              <a:p>
                <a:r>
                  <a:rPr lang="en-US" sz="2800" dirty="0">
                    <a:solidFill>
                      <a:srgbClr val="002060"/>
                    </a:solidFill>
                  </a:rPr>
                  <a:t>Here,     </a:t>
                </a:r>
                <a14:m>
                  <m:oMath xmlns:m="http://schemas.openxmlformats.org/officeDocument/2006/math">
                    <m:r>
                      <m:rPr>
                        <m:sty m:val="p"/>
                      </m:rPr>
                      <a:rPr lang="en-US" sz="2800" b="0" i="0" dirty="0" smtClean="0">
                        <a:solidFill>
                          <a:srgbClr val="002060"/>
                        </a:solidFill>
                        <a:latin typeface="Cambria Math" panose="02040503050406030204" pitchFamily="18" charset="0"/>
                      </a:rPr>
                      <m:t>x</m:t>
                    </m:r>
                    <m:r>
                      <a:rPr lang="en-US" sz="2800" b="0" i="0" dirty="0" smtClean="0">
                        <a:solidFill>
                          <a:srgbClr val="002060"/>
                        </a:solidFill>
                        <a:latin typeface="Cambria Math" panose="02040503050406030204" pitchFamily="18" charset="0"/>
                      </a:rPr>
                      <m:t>=</m:t>
                    </m:r>
                  </m:oMath>
                </a14:m>
                <a:r>
                  <a:rPr lang="en-US" sz="2800" dirty="0">
                    <a:solidFill>
                      <a:srgbClr val="002060"/>
                    </a:solidFill>
                  </a:rPr>
                  <a:t> weight,    </a:t>
                </a:r>
                <a14:m>
                  <m:oMath xmlns:m="http://schemas.openxmlformats.org/officeDocument/2006/math">
                    <m:r>
                      <m:rPr>
                        <m:sty m:val="p"/>
                      </m:rPr>
                      <a:rPr lang="en-US" sz="2800" b="0" i="0" dirty="0" smtClean="0">
                        <a:solidFill>
                          <a:srgbClr val="002060"/>
                        </a:solidFill>
                        <a:latin typeface="Cambria Math" panose="02040503050406030204" pitchFamily="18" charset="0"/>
                      </a:rPr>
                      <m:t>y</m:t>
                    </m:r>
                    <m:r>
                      <a:rPr lang="en-US" sz="2800" b="0" dirty="0">
                        <a:solidFill>
                          <a:srgbClr val="002060"/>
                        </a:solidFill>
                        <a:latin typeface="Cambria Math" panose="02040503050406030204" pitchFamily="18" charset="0"/>
                      </a:rPr>
                      <m:t>=</m:t>
                    </m:r>
                  </m:oMath>
                </a14:m>
                <a:r>
                  <a:rPr lang="en-US" sz="2800" dirty="0">
                    <a:solidFill>
                      <a:srgbClr val="002060"/>
                    </a:solidFill>
                  </a:rPr>
                  <a:t> </a:t>
                </a:r>
                <a:r>
                  <a:rPr lang="en-US" sz="2800" dirty="0">
                    <a:solidFill>
                      <a:srgbClr val="002060"/>
                    </a:solidFill>
                    <a:cs typeface="Shruti" panose="020B0502040204020203" pitchFamily="34" charset="0"/>
                  </a:rPr>
                  <a:t>height</a:t>
                </a:r>
                <a:endParaRPr lang="en-US" sz="2800" dirty="0">
                  <a:solidFill>
                    <a:srgbClr val="002060"/>
                  </a:solidFill>
                </a:endParaRPr>
              </a:p>
            </p:txBody>
          </p:sp>
        </mc:Choice>
        <mc:Fallback xmlns="">
          <p:sp>
            <p:nvSpPr>
              <p:cNvPr id="8" name="Rectangle 7"/>
              <p:cNvSpPr>
                <a:spLocks noRot="1" noChangeAspect="1" noMove="1" noResize="1" noEditPoints="1" noAdjustHandles="1" noChangeArrowheads="1" noChangeShapeType="1" noTextEdit="1"/>
              </p:cNvSpPr>
              <p:nvPr/>
            </p:nvSpPr>
            <p:spPr>
              <a:xfrm>
                <a:off x="1625597" y="2947203"/>
                <a:ext cx="4800481" cy="523220"/>
              </a:xfrm>
              <a:prstGeom prst="rect">
                <a:avLst/>
              </a:prstGeom>
              <a:blipFill rotWithShape="0">
                <a:blip r:embed="rId3"/>
                <a:stretch>
                  <a:fillRect l="-2668" t="-11628" r="-1525"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p:cNvSpPr/>
              <p:nvPr/>
            </p:nvSpPr>
            <p:spPr>
              <a:xfrm>
                <a:off x="1625597" y="3786184"/>
                <a:ext cx="6798336" cy="523220"/>
              </a:xfrm>
              <a:prstGeom prst="rect">
                <a:avLst/>
              </a:prstGeom>
            </p:spPr>
            <p:txBody>
              <a:bodyPr wrap="none">
                <a:spAutoFit/>
              </a:bodyPr>
              <a:lstStyle/>
              <a:p>
                <a14:m>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oMath>
                </a14:m>
                <a:r>
                  <a:rPr lang="en-US" sz="2800" dirty="0">
                    <a:solidFill>
                      <a:srgbClr val="002060"/>
                    </a:solidFill>
                  </a:rPr>
                  <a:t> We have to find the regression line of </a:t>
                </a:r>
                <a14:m>
                  <m:oMath xmlns:m="http://schemas.openxmlformats.org/officeDocument/2006/math">
                    <m:r>
                      <m:rPr>
                        <m:sty m:val="p"/>
                      </m:rPr>
                      <a:rPr lang="en-US" sz="2800" i="0" dirty="0" smtClean="0">
                        <a:solidFill>
                          <a:srgbClr val="002060"/>
                        </a:solidFill>
                        <a:latin typeface="Cambria Math" panose="02040503050406030204" pitchFamily="18" charset="0"/>
                      </a:rPr>
                      <m:t>y</m:t>
                    </m:r>
                  </m:oMath>
                </a14:m>
                <a:r>
                  <a:rPr lang="en-US" sz="2800" dirty="0">
                    <a:solidFill>
                      <a:srgbClr val="002060"/>
                    </a:solidFill>
                  </a:rPr>
                  <a:t> on </a:t>
                </a:r>
                <a14:m>
                  <m:oMath xmlns:m="http://schemas.openxmlformats.org/officeDocument/2006/math">
                    <m:r>
                      <m:rPr>
                        <m:sty m:val="p"/>
                      </m:rPr>
                      <a:rPr lang="en-US" sz="2800" i="0" dirty="0" smtClean="0">
                        <a:solidFill>
                          <a:srgbClr val="002060"/>
                        </a:solidFill>
                        <a:latin typeface="Cambria Math" panose="02040503050406030204" pitchFamily="18" charset="0"/>
                      </a:rPr>
                      <m:t>x</m:t>
                    </m:r>
                  </m:oMath>
                </a14:m>
                <a:r>
                  <a:rPr lang="en-US" sz="2800" dirty="0">
                    <a:solidFill>
                      <a:srgbClr val="002060"/>
                    </a:solidFill>
                  </a:rPr>
                  <a:t>.</a:t>
                </a:r>
              </a:p>
            </p:txBody>
          </p:sp>
        </mc:Choice>
        <mc:Fallback xmlns="">
          <p:sp>
            <p:nvSpPr>
              <p:cNvPr id="12" name="Rectangle 11"/>
              <p:cNvSpPr>
                <a:spLocks noRot="1" noChangeAspect="1" noMove="1" noResize="1" noEditPoints="1" noAdjustHandles="1" noChangeArrowheads="1" noChangeShapeType="1" noTextEdit="1"/>
              </p:cNvSpPr>
              <p:nvPr/>
            </p:nvSpPr>
            <p:spPr>
              <a:xfrm>
                <a:off x="1625597" y="3786184"/>
                <a:ext cx="6798336" cy="523220"/>
              </a:xfrm>
              <a:prstGeom prst="rect">
                <a:avLst/>
              </a:prstGeom>
              <a:blipFill rotWithShape="0">
                <a:blip r:embed="rId4"/>
                <a:stretch>
                  <a:fillRect t="-11628" r="-359"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130764" y="4625166"/>
                <a:ext cx="9630393" cy="523220"/>
              </a:xfrm>
              <a:prstGeom prst="rect">
                <a:avLst/>
              </a:prstGeom>
            </p:spPr>
            <p:txBody>
              <a:bodyPr wrap="none">
                <a:spAutoFit/>
              </a:bodyPr>
              <a:lstStyle/>
              <a:p>
                <a14:m>
                  <m:oMath xmlns:m="http://schemas.openxmlformats.org/officeDocument/2006/math">
                    <m:r>
                      <m:rPr>
                        <m:nor/>
                      </m:rPr>
                      <a:rPr lang="en-US" sz="2800" i="0" dirty="0" smtClean="0">
                        <a:solidFill>
                          <a:srgbClr val="002060"/>
                        </a:solidFill>
                        <a:ea typeface="Cambria Math" panose="02040503050406030204" pitchFamily="18" charset="0"/>
                      </a:rPr>
                      <m:t>W</m:t>
                    </m:r>
                    <m:r>
                      <m:rPr>
                        <m:nor/>
                      </m:rPr>
                      <a:rPr lang="en-US" sz="2800" b="0" i="0" dirty="0" smtClean="0">
                        <a:solidFill>
                          <a:srgbClr val="002060"/>
                        </a:solidFill>
                        <a:ea typeface="Cambria Math" panose="02040503050406030204" pitchFamily="18" charset="0"/>
                      </a:rPr>
                      <m:t>e</m:t>
                    </m:r>
                    <m:r>
                      <m:rPr>
                        <m:nor/>
                      </m:rPr>
                      <a:rPr lang="en-US" sz="2800" b="0" i="0" dirty="0" smtClean="0">
                        <a:solidFill>
                          <a:srgbClr val="002060"/>
                        </a:solidFill>
                        <a:ea typeface="Cambria Math" panose="02040503050406030204" pitchFamily="18" charset="0"/>
                      </a:rPr>
                      <m:t> </m:t>
                    </m:r>
                    <m:r>
                      <m:rPr>
                        <m:nor/>
                      </m:rPr>
                      <a:rPr lang="en-US" sz="2800" b="0" i="0" dirty="0" smtClean="0">
                        <a:solidFill>
                          <a:srgbClr val="002060"/>
                        </a:solidFill>
                        <a:ea typeface="Cambria Math" panose="02040503050406030204" pitchFamily="18" charset="0"/>
                      </a:rPr>
                      <m:t>have</m:t>
                    </m:r>
                    <m:r>
                      <a:rPr lang="en-US" sz="2800" b="0" i="0" dirty="0" smtClean="0">
                        <a:solidFill>
                          <a:srgbClr val="002060"/>
                        </a:solidFill>
                        <a:latin typeface="Cambria Math" panose="02040503050406030204" pitchFamily="18" charset="0"/>
                        <a:ea typeface="Cambria Math" panose="02040503050406030204" pitchFamily="18" charset="0"/>
                      </a:rPr>
                      <m:t>    </m:t>
                    </m:r>
                    <m:r>
                      <m:rPr>
                        <m:sty m:val="p"/>
                      </m:rPr>
                      <a:rPr lang="en-US" sz="2800">
                        <a:solidFill>
                          <a:srgbClr val="002060"/>
                        </a:solidFill>
                        <a:latin typeface="Cambria Math" panose="02040503050406030204" pitchFamily="18" charset="0"/>
                      </a:rPr>
                      <m:t>n</m:t>
                    </m:r>
                    <m:r>
                      <a:rPr lang="en-US" sz="2800">
                        <a:solidFill>
                          <a:srgbClr val="002060"/>
                        </a:solidFill>
                        <a:latin typeface="Cambria Math" panose="02040503050406030204" pitchFamily="18" charset="0"/>
                      </a:rPr>
                      <m:t>=100,                     </m:t>
                    </m:r>
                    <m:nary>
                      <m:naryPr>
                        <m:chr m:val="∑"/>
                        <m:subHide m:val="on"/>
                        <m:supHide m:val="on"/>
                        <m:ctrlPr>
                          <a:rPr lang="en-US" sz="2800" i="1" smtClean="0">
                            <a:solidFill>
                              <a:srgbClr val="002060"/>
                            </a:solidFill>
                            <a:latin typeface="Cambria Math" panose="02040503050406030204" pitchFamily="18" charset="0"/>
                          </a:rPr>
                        </m:ctrlPr>
                      </m:naryPr>
                      <m:sub/>
                      <m:sup/>
                      <m:e>
                        <m:r>
                          <m:rPr>
                            <m:sty m:val="p"/>
                          </m:rPr>
                          <a:rPr lang="en-US" sz="2800" b="0" i="0" smtClean="0">
                            <a:solidFill>
                              <a:srgbClr val="002060"/>
                            </a:solidFill>
                            <a:latin typeface="Cambria Math" panose="02040503050406030204" pitchFamily="18" charset="0"/>
                          </a:rPr>
                          <m:t>x</m:t>
                        </m:r>
                      </m:e>
                    </m:nary>
                    <m:r>
                      <a:rPr lang="en-US" sz="2800">
                        <a:solidFill>
                          <a:srgbClr val="002060"/>
                        </a:solidFill>
                        <a:latin typeface="Cambria Math" panose="02040503050406030204" pitchFamily="18" charset="0"/>
                      </a:rPr>
                      <m:t>=</m:t>
                    </m:r>
                    <m:r>
                      <a:rPr lang="en-US" sz="2800" b="0" i="0" smtClean="0">
                        <a:solidFill>
                          <a:srgbClr val="002060"/>
                        </a:solidFill>
                        <a:latin typeface="Cambria Math" panose="02040503050406030204" pitchFamily="18" charset="0"/>
                      </a:rPr>
                      <m:t>15000</m:t>
                    </m:r>
                    <m:r>
                      <a:rPr lang="en-US" sz="2800">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         </m:t>
                    </m:r>
                    <m:nary>
                      <m:naryPr>
                        <m:chr m:val="∑"/>
                        <m:subHide m:val="on"/>
                        <m:supHide m:val="on"/>
                        <m:ctrlPr>
                          <a:rPr lang="en-US" sz="2800" i="1">
                            <a:solidFill>
                              <a:srgbClr val="002060"/>
                            </a:solidFill>
                            <a:latin typeface="Cambria Math" panose="02040503050406030204" pitchFamily="18" charset="0"/>
                          </a:rPr>
                        </m:ctrlPr>
                      </m:naryPr>
                      <m:sub/>
                      <m:sup/>
                      <m:e>
                        <m:r>
                          <m:rPr>
                            <m:sty m:val="p"/>
                          </m:rPr>
                          <a:rPr lang="en-US" sz="2800" b="0" i="0" smtClean="0">
                            <a:solidFill>
                              <a:srgbClr val="002060"/>
                            </a:solidFill>
                            <a:latin typeface="Cambria Math" panose="02040503050406030204" pitchFamily="18" charset="0"/>
                          </a:rPr>
                          <m:t>y</m:t>
                        </m:r>
                      </m:e>
                    </m:nary>
                    <m:r>
                      <a:rPr lang="en-US" sz="2800">
                        <a:solidFill>
                          <a:srgbClr val="002060"/>
                        </a:solidFill>
                        <a:latin typeface="Cambria Math" panose="02040503050406030204" pitchFamily="18" charset="0"/>
                      </a:rPr>
                      <m:t>=</m:t>
                    </m:r>
                    <m:r>
                      <a:rPr lang="en-US" sz="2800" b="0" i="0" smtClean="0">
                        <a:solidFill>
                          <a:srgbClr val="002060"/>
                        </a:solidFill>
                        <a:latin typeface="Cambria Math" panose="02040503050406030204" pitchFamily="18" charset="0"/>
                      </a:rPr>
                      <m:t>6800</m:t>
                    </m:r>
                    <m:r>
                      <a:rPr lang="en-US" sz="2800">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 </m:t>
                    </m:r>
                  </m:oMath>
                </a14:m>
                <a:r>
                  <a:rPr lang="en-US" sz="2800" dirty="0">
                    <a:solidFill>
                      <a:srgbClr val="002060"/>
                    </a:solidFill>
                  </a:rPr>
                  <a:t> </a:t>
                </a:r>
              </a:p>
            </p:txBody>
          </p:sp>
        </mc:Choice>
        <mc:Fallback xmlns="">
          <p:sp>
            <p:nvSpPr>
              <p:cNvPr id="9" name="Rectangle 8"/>
              <p:cNvSpPr>
                <a:spLocks noRot="1" noChangeAspect="1" noMove="1" noResize="1" noEditPoints="1" noAdjustHandles="1" noChangeArrowheads="1" noChangeShapeType="1" noTextEdit="1"/>
              </p:cNvSpPr>
              <p:nvPr/>
            </p:nvSpPr>
            <p:spPr>
              <a:xfrm>
                <a:off x="130764" y="4625166"/>
                <a:ext cx="9630393" cy="523220"/>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1625597" y="5464147"/>
                <a:ext cx="8597675" cy="523220"/>
              </a:xfrm>
              <a:prstGeom prst="rect">
                <a:avLst/>
              </a:prstGeom>
            </p:spPr>
            <p:txBody>
              <a:bodyPr wrap="none">
                <a:spAutoFit/>
              </a:bodyPr>
              <a:lstStyle/>
              <a:p>
                <a14:m>
                  <m:oMath xmlns:m="http://schemas.openxmlformats.org/officeDocument/2006/math">
                    <m:nary>
                      <m:naryPr>
                        <m:chr m:val="∑"/>
                        <m:limLoc m:val="undOvr"/>
                        <m:subHide m:val="on"/>
                        <m:supHide m:val="on"/>
                        <m:ctrlPr>
                          <a:rPr lang="en-US" sz="2800" i="1" smtClean="0">
                            <a:solidFill>
                              <a:srgbClr val="002060"/>
                            </a:solidFill>
                            <a:latin typeface="Cambria Math" panose="02040503050406030204" pitchFamily="18" charset="0"/>
                          </a:rPr>
                        </m:ctrlPr>
                      </m:naryPr>
                      <m:sub/>
                      <m:sup/>
                      <m:e>
                        <m:sSup>
                          <m:sSupPr>
                            <m:ctrlPr>
                              <a:rPr lang="en-US" sz="2800" i="1">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x</m:t>
                            </m:r>
                          </m:e>
                          <m:sup>
                            <m:r>
                              <a:rPr lang="en-US" sz="2800">
                                <a:solidFill>
                                  <a:srgbClr val="002060"/>
                                </a:solidFill>
                                <a:latin typeface="Cambria Math" panose="02040503050406030204" pitchFamily="18" charset="0"/>
                              </a:rPr>
                              <m:t>2</m:t>
                            </m:r>
                          </m:sup>
                        </m:sSup>
                        <m:r>
                          <a:rPr lang="en-US" sz="2800">
                            <a:solidFill>
                              <a:srgbClr val="002060"/>
                            </a:solidFill>
                            <a:latin typeface="Cambria Math" panose="02040503050406030204" pitchFamily="18" charset="0"/>
                          </a:rPr>
                          <m:t>=2272500</m:t>
                        </m:r>
                      </m:e>
                    </m:nary>
                    <m:r>
                      <a:rPr lang="en-US" sz="2800" b="0" i="1" smtClean="0">
                        <a:solidFill>
                          <a:srgbClr val="002060"/>
                        </a:solidFill>
                        <a:latin typeface="Cambria Math" panose="02040503050406030204" pitchFamily="18" charset="0"/>
                      </a:rPr>
                      <m:t>,    </m:t>
                    </m:r>
                    <m:nary>
                      <m:naryPr>
                        <m:chr m:val="∑"/>
                        <m:limLoc m:val="undOvr"/>
                        <m:subHide m:val="on"/>
                        <m:supHide m:val="on"/>
                        <m:ctrlPr>
                          <a:rPr lang="en-US" sz="2800" i="1">
                            <a:solidFill>
                              <a:srgbClr val="002060"/>
                            </a:solidFill>
                            <a:latin typeface="Cambria Math" panose="02040503050406030204" pitchFamily="18" charset="0"/>
                          </a:rPr>
                        </m:ctrlPr>
                      </m:naryPr>
                      <m:sub/>
                      <m:sup/>
                      <m:e>
                        <m:sSup>
                          <m:sSupPr>
                            <m:ctrlPr>
                              <a:rPr lang="en-US" sz="2800" i="1">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y</m:t>
                            </m:r>
                          </m:e>
                          <m:sup>
                            <m:r>
                              <a:rPr lang="en-US" sz="2800">
                                <a:solidFill>
                                  <a:srgbClr val="002060"/>
                                </a:solidFill>
                                <a:latin typeface="Cambria Math" panose="02040503050406030204" pitchFamily="18" charset="0"/>
                              </a:rPr>
                              <m:t>2</m:t>
                            </m:r>
                          </m:sup>
                        </m:sSup>
                        <m:r>
                          <a:rPr lang="en-US" sz="2800">
                            <a:solidFill>
                              <a:srgbClr val="002060"/>
                            </a:solidFill>
                            <a:latin typeface="Cambria Math" panose="02040503050406030204" pitchFamily="18" charset="0"/>
                          </a:rPr>
                          <m:t>=</m:t>
                        </m:r>
                        <m:r>
                          <a:rPr lang="en-US" sz="2800" b="0" i="0" smtClean="0">
                            <a:solidFill>
                              <a:srgbClr val="002060"/>
                            </a:solidFill>
                            <a:latin typeface="Cambria Math" panose="02040503050406030204" pitchFamily="18" charset="0"/>
                          </a:rPr>
                          <m:t>463025</m:t>
                        </m:r>
                      </m:e>
                    </m:nary>
                    <m:r>
                      <a:rPr lang="en-US" sz="2800">
                        <a:solidFill>
                          <a:srgbClr val="002060"/>
                        </a:solidFill>
                        <a:latin typeface="Cambria Math" panose="02040503050406030204" pitchFamily="18" charset="0"/>
                      </a:rPr>
                      <m:t>,  </m:t>
                    </m:r>
                    <m:r>
                      <a:rPr lang="en-US" sz="2800" b="0" i="1" smtClean="0">
                        <a:solidFill>
                          <a:srgbClr val="002060"/>
                        </a:solidFill>
                        <a:latin typeface="Cambria Math" panose="02040503050406030204" pitchFamily="18" charset="0"/>
                      </a:rPr>
                      <m:t>  </m:t>
                    </m:r>
                    <m:nary>
                      <m:naryPr>
                        <m:chr m:val="∑"/>
                        <m:limLoc m:val="undOvr"/>
                        <m:subHide m:val="on"/>
                        <m:supHide m:val="on"/>
                        <m:ctrlPr>
                          <a:rPr lang="en-US" sz="2800" i="1">
                            <a:solidFill>
                              <a:srgbClr val="002060"/>
                            </a:solidFill>
                            <a:latin typeface="Cambria Math" panose="02040503050406030204" pitchFamily="18" charset="0"/>
                          </a:rPr>
                        </m:ctrlPr>
                      </m:naryPr>
                      <m:sub/>
                      <m:sup/>
                      <m:e>
                        <m:r>
                          <m:rPr>
                            <m:sty m:val="p"/>
                          </m:rPr>
                          <a:rPr lang="en-US" sz="2800">
                            <a:solidFill>
                              <a:srgbClr val="002060"/>
                            </a:solidFill>
                            <a:latin typeface="Cambria Math" panose="02040503050406030204" pitchFamily="18" charset="0"/>
                          </a:rPr>
                          <m:t>xy</m:t>
                        </m:r>
                        <m:r>
                          <a:rPr lang="en-US" sz="2800">
                            <a:solidFill>
                              <a:srgbClr val="002060"/>
                            </a:solidFill>
                            <a:latin typeface="Cambria Math" panose="02040503050406030204" pitchFamily="18" charset="0"/>
                          </a:rPr>
                          <m:t>=1022250</m:t>
                        </m:r>
                      </m:e>
                    </m:nary>
                  </m:oMath>
                </a14:m>
                <a:r>
                  <a:rPr lang="en-US" sz="2800" dirty="0">
                    <a:solidFill>
                      <a:srgbClr val="002060"/>
                    </a:solidFill>
                  </a:rPr>
                  <a:t> </a:t>
                </a:r>
              </a:p>
            </p:txBody>
          </p:sp>
        </mc:Choice>
        <mc:Fallback xmlns="">
          <p:sp>
            <p:nvSpPr>
              <p:cNvPr id="10" name="Rectangle 9"/>
              <p:cNvSpPr>
                <a:spLocks noRot="1" noChangeAspect="1" noMove="1" noResize="1" noEditPoints="1" noAdjustHandles="1" noChangeArrowheads="1" noChangeShapeType="1" noTextEdit="1"/>
              </p:cNvSpPr>
              <p:nvPr/>
            </p:nvSpPr>
            <p:spPr>
              <a:xfrm>
                <a:off x="1625597" y="5464147"/>
                <a:ext cx="8597675" cy="523220"/>
              </a:xfrm>
              <a:prstGeom prst="rect">
                <a:avLst/>
              </a:prstGeom>
              <a:blipFill rotWithShape="0">
                <a:blip r:embed="rId6"/>
                <a:stretch>
                  <a:fillRect/>
                </a:stretch>
              </a:blipFill>
            </p:spPr>
            <p:txBody>
              <a:bodyPr/>
              <a:lstStyle/>
              <a:p>
                <a:r>
                  <a:rPr lang="en-US">
                    <a:noFill/>
                  </a:rPr>
                  <a:t> </a:t>
                </a:r>
              </a:p>
            </p:txBody>
          </p:sp>
        </mc:Fallback>
      </mc:AlternateContent>
      <p:cxnSp>
        <p:nvCxnSpPr>
          <p:cNvPr id="11" name="Straight Connector 10"/>
          <p:cNvCxnSpPr/>
          <p:nvPr/>
        </p:nvCxnSpPr>
        <p:spPr>
          <a:xfrm flipV="1">
            <a:off x="5821452" y="2747605"/>
            <a:ext cx="4937760" cy="0"/>
          </a:xfrm>
          <a:prstGeom prst="line">
            <a:avLst/>
          </a:prstGeom>
          <a:ln>
            <a:solidFill>
              <a:srgbClr val="FFFF00"/>
            </a:solidFill>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2296357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0"/>
                                  </p:stCondLst>
                                  <p:childTnLst>
                                    <p:set>
                                      <p:cBhvr>
                                        <p:cTn id="13"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grpId="0" nodeType="after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50" grpId="0" animBg="1"/>
      <p:bldP spid="9" grpId="0"/>
      <p:bldP spid="10" grpId="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3 ⇝ Example 3(</a:t>
            </a:r>
            <a:r>
              <a:rPr lang="en-GB" dirty="0">
                <a:solidFill>
                  <a:srgbClr val="FF0000"/>
                </a:solidFill>
              </a:rPr>
              <a:t>Continue</a:t>
            </a:r>
            <a:r>
              <a:rPr lang="en-GB" dirty="0"/>
              <a:t>)</a:t>
            </a:r>
            <a:endParaRPr lang="en-US" dirty="0"/>
          </a:p>
        </p:txBody>
      </p:sp>
      <p:sp>
        <p:nvSpPr>
          <p:cNvPr id="11" name="Rectangle 10"/>
          <p:cNvSpPr/>
          <p:nvPr/>
        </p:nvSpPr>
        <p:spPr>
          <a:xfrm>
            <a:off x="137270" y="1668674"/>
            <a:ext cx="4758034" cy="523220"/>
          </a:xfrm>
          <a:prstGeom prst="rect">
            <a:avLst/>
          </a:prstGeom>
        </p:spPr>
        <p:txBody>
          <a:bodyPr wrap="none">
            <a:spAutoFit/>
          </a:bodyPr>
          <a:lstStyle/>
          <a:p>
            <a:r>
              <a:rPr lang="en-US" sz="2800" dirty="0">
                <a:solidFill>
                  <a:srgbClr val="002060"/>
                </a:solidFill>
                <a:latin typeface="+mj-lt"/>
              </a:rPr>
              <a:t>Now Regression Line of y on x is</a:t>
            </a:r>
            <a:endParaRPr lang="en-US" sz="2800" dirty="0">
              <a:solidFill>
                <a:srgbClr val="002060"/>
              </a:solidFill>
              <a:latin typeface="Cambria Math" panose="02040503050406030204" pitchFamily="18" charset="0"/>
              <a:ea typeface="Cambria Math" panose="02040503050406030204" pitchFamily="18" charset="0"/>
            </a:endParaRPr>
          </a:p>
        </p:txBody>
      </p:sp>
      <mc:AlternateContent xmlns:mc="http://schemas.openxmlformats.org/markup-compatibility/2006" xmlns:a14="http://schemas.microsoft.com/office/drawing/2010/main">
        <mc:Choice Requires="a14">
          <p:sp>
            <p:nvSpPr>
              <p:cNvPr id="15" name="Rectangle 14"/>
              <p:cNvSpPr/>
              <p:nvPr/>
            </p:nvSpPr>
            <p:spPr>
              <a:xfrm>
                <a:off x="137270" y="862943"/>
                <a:ext cx="4039888" cy="523220"/>
              </a:xfrm>
              <a:prstGeom prst="rect">
                <a:avLst/>
              </a:prstGeom>
            </p:spPr>
            <p:txBody>
              <a:bodyPr wrap="none">
                <a:spAutoFit/>
              </a:bodyPr>
              <a:lstStyle/>
              <a:p>
                <a:r>
                  <a:rPr lang="en-US" sz="2800" b="1" u="sng" dirty="0">
                    <a:solidFill>
                      <a:srgbClr val="002060"/>
                    </a:solidFill>
                  </a:rPr>
                  <a:t>Regression Line of	</a:t>
                </a:r>
                <a14:m>
                  <m:oMath xmlns:m="http://schemas.openxmlformats.org/officeDocument/2006/math">
                    <m:r>
                      <a:rPr lang="en-US" sz="2800" b="1" u="sng" dirty="0">
                        <a:solidFill>
                          <a:srgbClr val="FF0000"/>
                        </a:solidFill>
                        <a:latin typeface="Cambria Math" panose="02040503050406030204" pitchFamily="18" charset="0"/>
                      </a:rPr>
                      <m:t>𝐲</m:t>
                    </m:r>
                  </m:oMath>
                </a14:m>
                <a:r>
                  <a:rPr lang="en-US" sz="2800" b="1" u="sng" dirty="0">
                    <a:solidFill>
                      <a:srgbClr val="FF0000"/>
                    </a:solidFill>
                  </a:rPr>
                  <a:t> on </a:t>
                </a:r>
                <a14:m>
                  <m:oMath xmlns:m="http://schemas.openxmlformats.org/officeDocument/2006/math">
                    <m:r>
                      <a:rPr lang="en-US" sz="2800" b="1" u="sng" dirty="0">
                        <a:solidFill>
                          <a:srgbClr val="FF0000"/>
                        </a:solidFill>
                        <a:latin typeface="Cambria Math" panose="02040503050406030204" pitchFamily="18" charset="0"/>
                      </a:rPr>
                      <m:t>𝐱</m:t>
                    </m:r>
                  </m:oMath>
                </a14:m>
                <a:r>
                  <a:rPr lang="en-US" sz="2800" b="1" u="sng" dirty="0">
                    <a:solidFill>
                      <a:srgbClr val="002060"/>
                    </a:solidFill>
                  </a:rPr>
                  <a:t> :</a:t>
                </a:r>
              </a:p>
            </p:txBody>
          </p:sp>
        </mc:Choice>
        <mc:Fallback xmlns="">
          <p:sp>
            <p:nvSpPr>
              <p:cNvPr id="15" name="Rectangle 14"/>
              <p:cNvSpPr>
                <a:spLocks noRot="1" noChangeAspect="1" noMove="1" noResize="1" noEditPoints="1" noAdjustHandles="1" noChangeArrowheads="1" noChangeShapeType="1" noTextEdit="1"/>
              </p:cNvSpPr>
              <p:nvPr/>
            </p:nvSpPr>
            <p:spPr>
              <a:xfrm>
                <a:off x="137270" y="862943"/>
                <a:ext cx="4039888" cy="523220"/>
              </a:xfrm>
              <a:prstGeom prst="rect">
                <a:avLst/>
              </a:prstGeom>
              <a:blipFill rotWithShape="0">
                <a:blip r:embed="rId2"/>
                <a:stretch>
                  <a:fillRect l="-3172" t="-12941" r="-2266" b="-329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Rectangle 31"/>
              <p:cNvSpPr/>
              <p:nvPr/>
            </p:nvSpPr>
            <p:spPr>
              <a:xfrm>
                <a:off x="4895304" y="1648861"/>
                <a:ext cx="5633081" cy="562846"/>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sz="2800" smtClean="0">
                          <a:solidFill>
                            <a:srgbClr val="002060"/>
                          </a:solidFill>
                          <a:latin typeface="Cambria Math" panose="02040503050406030204" pitchFamily="18" charset="0"/>
                        </a:rPr>
                        <m:t>y</m:t>
                      </m:r>
                      <m:r>
                        <a:rPr lang="en-US" sz="2800" smtClean="0">
                          <a:solidFill>
                            <a:srgbClr val="002060"/>
                          </a:solidFill>
                          <a:latin typeface="Cambria Math" panose="02040503050406030204" pitchFamily="18" charset="0"/>
                        </a:rPr>
                        <m:t>−</m:t>
                      </m:r>
                      <m:acc>
                        <m:accPr>
                          <m:chr m:val="̅"/>
                          <m:ctrlPr>
                            <a:rPr lang="en-US" sz="2800" i="1">
                              <a:solidFill>
                                <a:srgbClr val="002060"/>
                              </a:solidFill>
                              <a:latin typeface="Cambria Math" panose="02040503050406030204" pitchFamily="18" charset="0"/>
                            </a:rPr>
                          </m:ctrlPr>
                        </m:accPr>
                        <m:e>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 </m:t>
                          </m:r>
                        </m:e>
                      </m:acc>
                      <m:r>
                        <a:rPr lang="en-US" sz="2800">
                          <a:solidFill>
                            <a:srgbClr val="002060"/>
                          </a:solidFill>
                          <a:latin typeface="Cambria Math" panose="02040503050406030204" pitchFamily="18" charset="0"/>
                        </a:rPr>
                        <m:t>=</m:t>
                      </m:r>
                      <m:sSub>
                        <m:sSubPr>
                          <m:ctrlPr>
                            <a:rPr lang="en-US" sz="2800" i="1" smtClean="0">
                              <a:solidFill>
                                <a:srgbClr val="7030A0"/>
                              </a:solidFill>
                              <a:latin typeface="Cambria Math" panose="02040503050406030204" pitchFamily="18" charset="0"/>
                            </a:rPr>
                          </m:ctrlPr>
                        </m:sSubPr>
                        <m:e>
                          <m:r>
                            <m:rPr>
                              <m:sty m:val="p"/>
                            </m:rPr>
                            <a:rPr lang="en-US" sz="2800">
                              <a:solidFill>
                                <a:srgbClr val="7030A0"/>
                              </a:solidFill>
                              <a:latin typeface="Cambria Math" panose="02040503050406030204" pitchFamily="18" charset="0"/>
                            </a:rPr>
                            <m:t>b</m:t>
                          </m:r>
                        </m:e>
                        <m:sub>
                          <m:r>
                            <m:rPr>
                              <m:sty m:val="p"/>
                            </m:rPr>
                            <a:rPr lang="en-US" sz="2800">
                              <a:solidFill>
                                <a:srgbClr val="7030A0"/>
                              </a:solidFill>
                              <a:latin typeface="Cambria Math" panose="02040503050406030204" pitchFamily="18" charset="0"/>
                            </a:rPr>
                            <m:t>yx</m:t>
                          </m:r>
                        </m:sub>
                      </m:sSub>
                      <m:r>
                        <a:rPr lang="en-US" sz="2800" b="0" i="1" smtClean="0">
                          <a:latin typeface="Cambria Math" panose="02040503050406030204" pitchFamily="18" charset="0"/>
                        </a:rPr>
                        <m:t> </m:t>
                      </m:r>
                      <m:d>
                        <m:dPr>
                          <m:ctrlPr>
                            <a:rPr lang="en-US"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m:t>
                          </m:r>
                          <m:acc>
                            <m:accPr>
                              <m:chr m:val="̅"/>
                              <m:ctrlPr>
                                <a:rPr lang="en-US" sz="2800" i="1">
                                  <a:solidFill>
                                    <a:srgbClr val="002060"/>
                                  </a:solidFill>
                                  <a:latin typeface="Cambria Math" panose="02040503050406030204" pitchFamily="18" charset="0"/>
                                </a:rPr>
                              </m:ctrlPr>
                            </m:accPr>
                            <m:e>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 </m:t>
                              </m:r>
                            </m:e>
                          </m:acc>
                        </m:e>
                      </m:d>
                      <m:r>
                        <a:rPr lang="en-US" sz="2800" b="1" i="1" smtClean="0">
                          <a:solidFill>
                            <a:srgbClr val="002060"/>
                          </a:solidFill>
                          <a:latin typeface="Cambria Math" panose="02040503050406030204" pitchFamily="18" charset="0"/>
                        </a:rPr>
                        <m:t>………</m:t>
                      </m:r>
                      <m:d>
                        <m:dPr>
                          <m:ctrlPr>
                            <a:rPr lang="en-US" sz="2800" b="1" i="1" smtClean="0">
                              <a:solidFill>
                                <a:srgbClr val="002060"/>
                              </a:solidFill>
                              <a:latin typeface="Cambria Math" panose="02040503050406030204" pitchFamily="18" charset="0"/>
                            </a:rPr>
                          </m:ctrlPr>
                        </m:dPr>
                        <m:e>
                          <m:r>
                            <a:rPr lang="en-US" sz="2800" b="1" i="1" smtClean="0">
                              <a:solidFill>
                                <a:srgbClr val="002060"/>
                              </a:solidFill>
                              <a:latin typeface="Cambria Math" panose="02040503050406030204" pitchFamily="18" charset="0"/>
                            </a:rPr>
                            <m:t>𝟏</m:t>
                          </m:r>
                        </m:e>
                      </m:d>
                    </m:oMath>
                  </m:oMathPara>
                </a14:m>
                <a:endParaRPr lang="en-US" sz="2800" b="1" dirty="0">
                  <a:solidFill>
                    <a:srgbClr val="002060"/>
                  </a:solidFill>
                </a:endParaRPr>
              </a:p>
            </p:txBody>
          </p:sp>
        </mc:Choice>
        <mc:Fallback xmlns="">
          <p:sp>
            <p:nvSpPr>
              <p:cNvPr id="32" name="Rectangle 31"/>
              <p:cNvSpPr>
                <a:spLocks noRot="1" noChangeAspect="1" noMove="1" noResize="1" noEditPoints="1" noAdjustHandles="1" noChangeArrowheads="1" noChangeShapeType="1" noTextEdit="1"/>
              </p:cNvSpPr>
              <p:nvPr/>
            </p:nvSpPr>
            <p:spPr>
              <a:xfrm>
                <a:off x="4895304" y="1648861"/>
                <a:ext cx="5633081" cy="562846"/>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p:cNvSpPr/>
              <p:nvPr/>
            </p:nvSpPr>
            <p:spPr>
              <a:xfrm>
                <a:off x="137270" y="2474405"/>
                <a:ext cx="9556270" cy="562846"/>
              </a:xfrm>
              <a:prstGeom prst="rect">
                <a:avLst/>
              </a:prstGeom>
            </p:spPr>
            <p:txBody>
              <a:bodyPr wrap="none">
                <a:spAutoFit/>
              </a:bodyPr>
              <a:lstStyle/>
              <a:p>
                <a14:m>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oMath>
                </a14:m>
                <a:r>
                  <a:rPr lang="en-US" sz="2800" dirty="0">
                    <a:solidFill>
                      <a:srgbClr val="002060"/>
                    </a:solidFill>
                  </a:rPr>
                  <a:t> We have to find the values of </a:t>
                </a:r>
                <a14:m>
                  <m:oMath xmlns:m="http://schemas.openxmlformats.org/officeDocument/2006/math">
                    <m:acc>
                      <m:accPr>
                        <m:chr m:val="̅"/>
                        <m:ctrlPr>
                          <a:rPr lang="en-US" sz="2800" i="1">
                            <a:solidFill>
                              <a:srgbClr val="002060"/>
                            </a:solidFill>
                            <a:latin typeface="Cambria Math" panose="02040503050406030204" pitchFamily="18" charset="0"/>
                          </a:rPr>
                        </m:ctrlPr>
                      </m:accPr>
                      <m:e>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 </m:t>
                        </m:r>
                      </m:e>
                    </m:acc>
                    <m:r>
                      <a:rPr lang="en-US" sz="2800">
                        <a:solidFill>
                          <a:srgbClr val="002060"/>
                        </a:solidFill>
                        <a:latin typeface="Cambria Math" panose="02040503050406030204" pitchFamily="18" charset="0"/>
                      </a:rPr>
                      <m:t>,  </m:t>
                    </m:r>
                    <m:r>
                      <a:rPr lang="en-US" sz="2800" b="0" i="0" smtClean="0">
                        <a:solidFill>
                          <a:srgbClr val="002060"/>
                        </a:solidFill>
                        <a:latin typeface="Cambria Math" panose="02040503050406030204" pitchFamily="18" charset="0"/>
                      </a:rPr>
                      <m:t> </m:t>
                    </m:r>
                    <m:r>
                      <a:rPr lang="en-US" sz="2800" b="0" i="1" smtClean="0">
                        <a:solidFill>
                          <a:srgbClr val="002060"/>
                        </a:solidFill>
                        <a:latin typeface="Cambria Math" panose="02040503050406030204" pitchFamily="18" charset="0"/>
                      </a:rPr>
                      <m:t> </m:t>
                    </m:r>
                    <m:acc>
                      <m:accPr>
                        <m:chr m:val="̅"/>
                        <m:ctrlPr>
                          <a:rPr lang="en-US" sz="2800" i="1">
                            <a:solidFill>
                              <a:srgbClr val="002060"/>
                            </a:solidFill>
                            <a:latin typeface="Cambria Math" panose="02040503050406030204" pitchFamily="18" charset="0"/>
                          </a:rPr>
                        </m:ctrlPr>
                      </m:accPr>
                      <m:e>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 </m:t>
                        </m:r>
                      </m:e>
                    </m:acc>
                    <m:r>
                      <a:rPr lang="en-US" sz="2800">
                        <a:solidFill>
                          <a:srgbClr val="002060"/>
                        </a:solidFill>
                        <a:latin typeface="Cambria Math" panose="02040503050406030204" pitchFamily="18" charset="0"/>
                      </a:rPr>
                      <m:t>,</m:t>
                    </m:r>
                    <m:r>
                      <a:rPr lang="en-US" sz="2800" i="1">
                        <a:solidFill>
                          <a:srgbClr val="002060"/>
                        </a:solidFill>
                        <a:latin typeface="Cambria Math" panose="02040503050406030204" pitchFamily="18" charset="0"/>
                      </a:rPr>
                      <m:t>  </m:t>
                    </m:r>
                    <m:r>
                      <a:rPr lang="en-US" sz="2800" b="0" i="1" smtClean="0">
                        <a:solidFill>
                          <a:srgbClr val="002060"/>
                        </a:solidFill>
                        <a:latin typeface="Cambria Math" panose="02040503050406030204" pitchFamily="18" charset="0"/>
                      </a:rPr>
                      <m:t>  </m:t>
                    </m:r>
                    <m:sSub>
                      <m:sSubPr>
                        <m:ctrlPr>
                          <a:rPr lang="en-US" sz="2800" i="1" smtClean="0">
                            <a:solidFill>
                              <a:srgbClr val="002060"/>
                            </a:solidFill>
                            <a:latin typeface="Cambria Math" panose="02040503050406030204" pitchFamily="18" charset="0"/>
                          </a:rPr>
                        </m:ctrlPr>
                      </m:sSubPr>
                      <m:e>
                        <m:r>
                          <m:rPr>
                            <m:sty m:val="p"/>
                          </m:rPr>
                          <a:rPr lang="en-US" sz="2800">
                            <a:solidFill>
                              <a:srgbClr val="002060"/>
                            </a:solidFill>
                            <a:latin typeface="Cambria Math" panose="02040503050406030204" pitchFamily="18" charset="0"/>
                          </a:rPr>
                          <m:t>b</m:t>
                        </m:r>
                      </m:e>
                      <m:sub>
                        <m:r>
                          <m:rPr>
                            <m:sty m:val="p"/>
                          </m:rPr>
                          <a:rPr lang="en-US" sz="2800">
                            <a:solidFill>
                              <a:srgbClr val="002060"/>
                            </a:solidFill>
                            <a:latin typeface="Cambria Math" panose="02040503050406030204" pitchFamily="18" charset="0"/>
                          </a:rPr>
                          <m:t>yx</m:t>
                        </m:r>
                      </m:sub>
                    </m:sSub>
                  </m:oMath>
                </a14:m>
                <a:r>
                  <a:rPr lang="en-US" sz="2800" dirty="0">
                    <a:solidFill>
                      <a:srgbClr val="002060"/>
                    </a:solidFill>
                  </a:rPr>
                  <a:t> from the given data.</a:t>
                </a:r>
              </a:p>
            </p:txBody>
          </p:sp>
        </mc:Choice>
        <mc:Fallback xmlns="">
          <p:sp>
            <p:nvSpPr>
              <p:cNvPr id="20" name="Rectangle 19"/>
              <p:cNvSpPr>
                <a:spLocks noRot="1" noChangeAspect="1" noMove="1" noResize="1" noEditPoints="1" noAdjustHandles="1" noChangeArrowheads="1" noChangeShapeType="1" noTextEdit="1"/>
              </p:cNvSpPr>
              <p:nvPr/>
            </p:nvSpPr>
            <p:spPr>
              <a:xfrm>
                <a:off x="137270" y="2474405"/>
                <a:ext cx="9556270" cy="562846"/>
              </a:xfrm>
              <a:prstGeom prst="rect">
                <a:avLst/>
              </a:prstGeom>
              <a:blipFill rotWithShape="0">
                <a:blip r:embed="rId4"/>
                <a:stretch>
                  <a:fillRect t="-11957" r="-319" b="-228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p:cNvSpPr/>
              <p:nvPr/>
            </p:nvSpPr>
            <p:spPr>
              <a:xfrm>
                <a:off x="137270" y="3433559"/>
                <a:ext cx="3691267" cy="92256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m:rPr>
                          <m:nor/>
                        </m:rPr>
                        <a:rPr lang="en-US" sz="2800" b="0" i="0" dirty="0" smtClean="0">
                          <a:solidFill>
                            <a:srgbClr val="002060"/>
                          </a:solidFill>
                          <a:latin typeface="+mj-lt"/>
                          <a:ea typeface="Cambria Math" panose="02040503050406030204" pitchFamily="18" charset="0"/>
                        </a:rPr>
                        <m:t>We</m:t>
                      </m:r>
                      <m:r>
                        <m:rPr>
                          <m:nor/>
                        </m:rPr>
                        <a:rPr lang="en-US" sz="2800" b="0" i="0" dirty="0" smtClean="0">
                          <a:solidFill>
                            <a:srgbClr val="002060"/>
                          </a:solidFill>
                          <a:latin typeface="+mj-lt"/>
                          <a:ea typeface="Cambria Math" panose="02040503050406030204" pitchFamily="18" charset="0"/>
                        </a:rPr>
                        <m:t> </m:t>
                      </m:r>
                      <m:r>
                        <m:rPr>
                          <m:nor/>
                        </m:rPr>
                        <a:rPr lang="en-US" sz="2800" b="0" i="0" dirty="0" smtClean="0">
                          <a:solidFill>
                            <a:srgbClr val="002060"/>
                          </a:solidFill>
                          <a:latin typeface="+mj-lt"/>
                          <a:ea typeface="Cambria Math" panose="02040503050406030204" pitchFamily="18" charset="0"/>
                        </a:rPr>
                        <m:t>know</m:t>
                      </m:r>
                      <m:r>
                        <m:rPr>
                          <m:nor/>
                        </m:rPr>
                        <a:rPr lang="en-US" sz="2800" b="0" i="0" dirty="0" smtClean="0">
                          <a:solidFill>
                            <a:srgbClr val="002060"/>
                          </a:solidFill>
                          <a:latin typeface="+mj-lt"/>
                          <a:ea typeface="Cambria Math" panose="02040503050406030204" pitchFamily="18" charset="0"/>
                        </a:rPr>
                        <m:t> </m:t>
                      </m:r>
                      <m:r>
                        <m:rPr>
                          <m:nor/>
                        </m:rPr>
                        <a:rPr lang="en-US" sz="2800" b="0" i="0" dirty="0" smtClean="0">
                          <a:solidFill>
                            <a:srgbClr val="002060"/>
                          </a:solidFill>
                          <a:latin typeface="+mj-lt"/>
                          <a:ea typeface="Cambria Math" panose="02040503050406030204" pitchFamily="18" charset="0"/>
                        </a:rPr>
                        <m:t>that</m:t>
                      </m:r>
                      <m:r>
                        <a:rPr lang="en-US" sz="2800" b="0" i="1" dirty="0" smtClean="0">
                          <a:solidFill>
                            <a:srgbClr val="002060"/>
                          </a:solidFill>
                          <a:latin typeface="Cambria Math" panose="02040503050406030204" pitchFamily="18" charset="0"/>
                          <a:ea typeface="Cambria Math" panose="02040503050406030204" pitchFamily="18" charset="0"/>
                        </a:rPr>
                        <m:t> </m:t>
                      </m:r>
                      <m:acc>
                        <m:accPr>
                          <m:chr m:val="̅"/>
                          <m:ctrlPr>
                            <a:rPr lang="en-US" sz="2800" i="1" smtClean="0">
                              <a:solidFill>
                                <a:srgbClr val="002060"/>
                              </a:solidFill>
                              <a:latin typeface="Cambria Math" panose="02040503050406030204" pitchFamily="18" charset="0"/>
                              <a:ea typeface="Cambria Math" panose="02040503050406030204" pitchFamily="18" charset="0"/>
                            </a:rPr>
                          </m:ctrlPr>
                        </m:accPr>
                        <m:e>
                          <m:r>
                            <a:rPr lang="en-US" sz="2800" b="0" i="0" smtClean="0">
                              <a:solidFill>
                                <a:srgbClr val="002060"/>
                              </a:solidFill>
                              <a:latin typeface="Cambria Math" panose="02040503050406030204" pitchFamily="18" charset="0"/>
                              <a:ea typeface="Cambria Math" panose="02040503050406030204" pitchFamily="18" charset="0"/>
                            </a:rPr>
                            <m:t> </m:t>
                          </m:r>
                          <m:r>
                            <m:rPr>
                              <m:sty m:val="p"/>
                            </m:rPr>
                            <a:rPr lang="en-US" sz="2800" b="0" i="0" smtClean="0">
                              <a:solidFill>
                                <a:srgbClr val="002060"/>
                              </a:solidFill>
                              <a:latin typeface="Cambria Math" panose="02040503050406030204" pitchFamily="18" charset="0"/>
                              <a:ea typeface="Cambria Math" panose="02040503050406030204" pitchFamily="18" charset="0"/>
                            </a:rPr>
                            <m:t>x</m:t>
                          </m:r>
                          <m:r>
                            <a:rPr lang="en-US" sz="2800" b="0" i="0" smtClean="0">
                              <a:solidFill>
                                <a:srgbClr val="002060"/>
                              </a:solidFill>
                              <a:latin typeface="Cambria Math" panose="02040503050406030204" pitchFamily="18" charset="0"/>
                              <a:ea typeface="Cambria Math" panose="02040503050406030204" pitchFamily="18" charset="0"/>
                            </a:rPr>
                            <m:t> </m:t>
                          </m:r>
                        </m:e>
                      </m:acc>
                      <m:r>
                        <a:rPr lang="en-US" sz="2800" b="0" i="0" smtClean="0">
                          <a:solidFill>
                            <a:srgbClr val="002060"/>
                          </a:solidFill>
                          <a:latin typeface="Cambria Math" panose="02040503050406030204" pitchFamily="18" charset="0"/>
                          <a:ea typeface="Cambria Math" panose="02040503050406030204" pitchFamily="18" charset="0"/>
                        </a:rPr>
                        <m:t>=</m:t>
                      </m:r>
                      <m:f>
                        <m:fPr>
                          <m:ctrlPr>
                            <a:rPr lang="en-US" sz="2800" b="0" i="1" smtClean="0">
                              <a:solidFill>
                                <a:srgbClr val="002060"/>
                              </a:solidFill>
                              <a:latin typeface="Cambria Math" panose="02040503050406030204" pitchFamily="18" charset="0"/>
                              <a:ea typeface="Cambria Math" panose="02040503050406030204" pitchFamily="18" charset="0"/>
                            </a:rPr>
                          </m:ctrlPr>
                        </m:fPr>
                        <m:num>
                          <m:r>
                            <a:rPr lang="en-US" sz="2800" b="0" i="0" smtClean="0">
                              <a:solidFill>
                                <a:srgbClr val="002060"/>
                              </a:solidFill>
                              <a:latin typeface="Cambria Math" panose="02040503050406030204" pitchFamily="18" charset="0"/>
                              <a:ea typeface="Cambria Math" panose="02040503050406030204" pitchFamily="18" charset="0"/>
                            </a:rPr>
                            <m:t> </m:t>
                          </m:r>
                          <m:nary>
                            <m:naryPr>
                              <m:chr m:val="∑"/>
                              <m:subHide m:val="on"/>
                              <m:supHide m:val="on"/>
                              <m:ctrlPr>
                                <a:rPr lang="en-US" sz="2800" b="0" i="1" smtClean="0">
                                  <a:solidFill>
                                    <a:srgbClr val="002060"/>
                                  </a:solidFill>
                                  <a:latin typeface="Cambria Math" panose="02040503050406030204" pitchFamily="18" charset="0"/>
                                  <a:ea typeface="Cambria Math" panose="02040503050406030204" pitchFamily="18" charset="0"/>
                                </a:rPr>
                              </m:ctrlPr>
                            </m:naryPr>
                            <m:sub/>
                            <m:sup/>
                            <m:e>
                              <m:r>
                                <m:rPr>
                                  <m:sty m:val="p"/>
                                </m:rPr>
                                <a:rPr lang="en-US" sz="2800" b="0" i="0" smtClean="0">
                                  <a:solidFill>
                                    <a:srgbClr val="002060"/>
                                  </a:solidFill>
                                  <a:latin typeface="Cambria Math" panose="02040503050406030204" pitchFamily="18" charset="0"/>
                                  <a:ea typeface="Cambria Math" panose="02040503050406030204" pitchFamily="18" charset="0"/>
                                </a:rPr>
                                <m:t>x</m:t>
                              </m:r>
                              <m:r>
                                <a:rPr lang="en-US" sz="2800" b="0" i="0" smtClean="0">
                                  <a:solidFill>
                                    <a:srgbClr val="002060"/>
                                  </a:solidFill>
                                  <a:latin typeface="Cambria Math" panose="02040503050406030204" pitchFamily="18" charset="0"/>
                                  <a:ea typeface="Cambria Math" panose="02040503050406030204" pitchFamily="18" charset="0"/>
                                </a:rPr>
                                <m:t> </m:t>
                              </m:r>
                            </m:e>
                          </m:nary>
                        </m:num>
                        <m:den>
                          <m:r>
                            <m:rPr>
                              <m:sty m:val="p"/>
                            </m:rPr>
                            <a:rPr lang="en-US" sz="2800" b="0" i="0" smtClean="0">
                              <a:solidFill>
                                <a:srgbClr val="002060"/>
                              </a:solidFill>
                              <a:latin typeface="Cambria Math" panose="02040503050406030204" pitchFamily="18" charset="0"/>
                              <a:ea typeface="Cambria Math" panose="02040503050406030204" pitchFamily="18" charset="0"/>
                            </a:rPr>
                            <m:t>n</m:t>
                          </m:r>
                        </m:den>
                      </m:f>
                    </m:oMath>
                  </m:oMathPara>
                </a14:m>
                <a:endParaRPr lang="en-US" dirty="0">
                  <a:solidFill>
                    <a:srgbClr val="002060"/>
                  </a:solidFill>
                </a:endParaRPr>
              </a:p>
            </p:txBody>
          </p:sp>
        </mc:Choice>
        <mc:Fallback xmlns="">
          <p:sp>
            <p:nvSpPr>
              <p:cNvPr id="23" name="Rectangle 22"/>
              <p:cNvSpPr>
                <a:spLocks noRot="1" noChangeAspect="1" noMove="1" noResize="1" noEditPoints="1" noAdjustHandles="1" noChangeArrowheads="1" noChangeShapeType="1" noTextEdit="1"/>
              </p:cNvSpPr>
              <p:nvPr/>
            </p:nvSpPr>
            <p:spPr>
              <a:xfrm>
                <a:off x="137270" y="3433559"/>
                <a:ext cx="3691267" cy="922560"/>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3961623" y="3433559"/>
                <a:ext cx="2625591" cy="907749"/>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dirty="0" smtClean="0">
                          <a:solidFill>
                            <a:srgbClr val="002060"/>
                          </a:solidFill>
                          <a:latin typeface="Cambria Math" panose="02040503050406030204" pitchFamily="18" charset="0"/>
                          <a:ea typeface="Cambria Math" panose="02040503050406030204" pitchFamily="18" charset="0"/>
                        </a:rPr>
                        <m:t>⇒</m:t>
                      </m:r>
                      <m:acc>
                        <m:accPr>
                          <m:chr m:val="̅"/>
                          <m:ctrlPr>
                            <a:rPr lang="en-US" sz="2800" i="1">
                              <a:solidFill>
                                <a:srgbClr val="002060"/>
                              </a:solidFill>
                              <a:latin typeface="Cambria Math" panose="02040503050406030204" pitchFamily="18" charset="0"/>
                              <a:ea typeface="Cambria Math" panose="02040503050406030204" pitchFamily="18" charset="0"/>
                            </a:rPr>
                          </m:ctrlPr>
                        </m:accPr>
                        <m:e>
                          <m:r>
                            <a:rPr lang="en-US" sz="2800">
                              <a:solidFill>
                                <a:srgbClr val="002060"/>
                              </a:solidFill>
                              <a:latin typeface="Cambria Math" panose="02040503050406030204" pitchFamily="18" charset="0"/>
                              <a:ea typeface="Cambria Math" panose="02040503050406030204" pitchFamily="18" charset="0"/>
                            </a:rPr>
                            <m:t> </m:t>
                          </m:r>
                          <m:r>
                            <m:rPr>
                              <m:sty m:val="p"/>
                            </m:rPr>
                            <a:rPr lang="en-US" sz="2800">
                              <a:solidFill>
                                <a:srgbClr val="002060"/>
                              </a:solidFill>
                              <a:latin typeface="Cambria Math" panose="02040503050406030204" pitchFamily="18" charset="0"/>
                              <a:ea typeface="Cambria Math" panose="02040503050406030204" pitchFamily="18" charset="0"/>
                            </a:rPr>
                            <m:t>x</m:t>
                          </m:r>
                          <m:r>
                            <a:rPr lang="en-US" sz="2800">
                              <a:solidFill>
                                <a:srgbClr val="002060"/>
                              </a:solidFill>
                              <a:latin typeface="Cambria Math" panose="02040503050406030204" pitchFamily="18" charset="0"/>
                              <a:ea typeface="Cambria Math" panose="02040503050406030204" pitchFamily="18" charset="0"/>
                            </a:rPr>
                            <m:t> </m:t>
                          </m:r>
                        </m:e>
                      </m:acc>
                      <m:r>
                        <a:rPr lang="en-US" sz="2800">
                          <a:solidFill>
                            <a:srgbClr val="002060"/>
                          </a:solidFill>
                          <a:latin typeface="Cambria Math" panose="02040503050406030204" pitchFamily="18" charset="0"/>
                          <a:ea typeface="Cambria Math" panose="02040503050406030204" pitchFamily="18" charset="0"/>
                        </a:rPr>
                        <m:t>=</m:t>
                      </m:r>
                      <m:f>
                        <m:fPr>
                          <m:ctrlPr>
                            <a:rPr lang="en-US" sz="2800" i="1">
                              <a:solidFill>
                                <a:srgbClr val="002060"/>
                              </a:solidFill>
                              <a:latin typeface="Cambria Math" panose="02040503050406030204" pitchFamily="18" charset="0"/>
                              <a:ea typeface="Cambria Math" panose="02040503050406030204" pitchFamily="18" charset="0"/>
                            </a:rPr>
                          </m:ctrlPr>
                        </m:fPr>
                        <m:num>
                          <m:r>
                            <a:rPr lang="en-US" sz="2800">
                              <a:solidFill>
                                <a:srgbClr val="002060"/>
                              </a:solidFill>
                              <a:latin typeface="Cambria Math" panose="02040503050406030204" pitchFamily="18" charset="0"/>
                              <a:ea typeface="Cambria Math" panose="02040503050406030204" pitchFamily="18" charset="0"/>
                            </a:rPr>
                            <m:t> </m:t>
                          </m:r>
                          <m:r>
                            <a:rPr lang="en-US" sz="2800" b="0" i="1" smtClean="0">
                              <a:solidFill>
                                <a:srgbClr val="FF0000"/>
                              </a:solidFill>
                              <a:latin typeface="Cambria Math" panose="02040503050406030204" pitchFamily="18" charset="0"/>
                              <a:ea typeface="Cambria Math" panose="02040503050406030204" pitchFamily="18" charset="0"/>
                            </a:rPr>
                            <m:t>15000 </m:t>
                          </m:r>
                        </m:num>
                        <m:den>
                          <m:r>
                            <a:rPr lang="en-US" sz="2800" b="0" i="0" smtClean="0">
                              <a:solidFill>
                                <a:srgbClr val="7030A0"/>
                              </a:solidFill>
                              <a:latin typeface="Cambria Math" panose="02040503050406030204" pitchFamily="18" charset="0"/>
                              <a:ea typeface="Cambria Math" panose="02040503050406030204" pitchFamily="18" charset="0"/>
                            </a:rPr>
                            <m:t>100</m:t>
                          </m:r>
                        </m:den>
                      </m:f>
                    </m:oMath>
                  </m:oMathPara>
                </a14:m>
                <a:endParaRPr lang="en-US" sz="2800" dirty="0">
                  <a:solidFill>
                    <a:srgbClr val="002060"/>
                  </a:solidFill>
                </a:endParaRPr>
              </a:p>
            </p:txBody>
          </p:sp>
        </mc:Choice>
        <mc:Fallback xmlns="">
          <p:sp>
            <p:nvSpPr>
              <p:cNvPr id="16" name="Rectangle 15"/>
              <p:cNvSpPr>
                <a:spLocks noRot="1" noChangeAspect="1" noMove="1" noResize="1" noEditPoints="1" noAdjustHandles="1" noChangeArrowheads="1" noChangeShapeType="1" noTextEdit="1"/>
              </p:cNvSpPr>
              <p:nvPr/>
            </p:nvSpPr>
            <p:spPr>
              <a:xfrm>
                <a:off x="3961623" y="3433559"/>
                <a:ext cx="2625591" cy="907749"/>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p:cNvSpPr/>
              <p:nvPr/>
            </p:nvSpPr>
            <p:spPr>
              <a:xfrm>
                <a:off x="6720300" y="3633229"/>
                <a:ext cx="3631122" cy="523220"/>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a:rPr lang="en-US" sz="2800" i="1" dirty="0" smtClean="0">
                          <a:solidFill>
                            <a:srgbClr val="002060"/>
                          </a:solidFill>
                          <a:latin typeface="Cambria Math" panose="02040503050406030204" pitchFamily="18" charset="0"/>
                          <a:ea typeface="Cambria Math" panose="02040503050406030204" pitchFamily="18" charset="0"/>
                        </a:rPr>
                        <m:t>⇒</m:t>
                      </m:r>
                      <m:acc>
                        <m:accPr>
                          <m:chr m:val="̅"/>
                          <m:ctrlPr>
                            <a:rPr lang="en-US" sz="2800" i="1">
                              <a:solidFill>
                                <a:srgbClr val="002060"/>
                              </a:solidFill>
                              <a:latin typeface="Cambria Math" panose="02040503050406030204" pitchFamily="18" charset="0"/>
                              <a:ea typeface="Cambria Math" panose="02040503050406030204" pitchFamily="18" charset="0"/>
                            </a:rPr>
                          </m:ctrlPr>
                        </m:accPr>
                        <m:e>
                          <m:r>
                            <a:rPr lang="en-US" sz="2800">
                              <a:solidFill>
                                <a:srgbClr val="002060"/>
                              </a:solidFill>
                              <a:latin typeface="Cambria Math" panose="02040503050406030204" pitchFamily="18" charset="0"/>
                              <a:ea typeface="Cambria Math" panose="02040503050406030204" pitchFamily="18" charset="0"/>
                            </a:rPr>
                            <m:t> </m:t>
                          </m:r>
                          <m:r>
                            <m:rPr>
                              <m:sty m:val="p"/>
                            </m:rPr>
                            <a:rPr lang="en-US" sz="2800">
                              <a:solidFill>
                                <a:srgbClr val="002060"/>
                              </a:solidFill>
                              <a:latin typeface="Cambria Math" panose="02040503050406030204" pitchFamily="18" charset="0"/>
                              <a:ea typeface="Cambria Math" panose="02040503050406030204" pitchFamily="18" charset="0"/>
                            </a:rPr>
                            <m:t>x</m:t>
                          </m:r>
                          <m:r>
                            <a:rPr lang="en-US" sz="2800">
                              <a:solidFill>
                                <a:srgbClr val="002060"/>
                              </a:solidFill>
                              <a:latin typeface="Cambria Math" panose="02040503050406030204" pitchFamily="18" charset="0"/>
                              <a:ea typeface="Cambria Math" panose="02040503050406030204" pitchFamily="18" charset="0"/>
                            </a:rPr>
                            <m:t> </m:t>
                          </m:r>
                        </m:e>
                      </m:acc>
                      <m:r>
                        <a:rPr lang="en-US" sz="2800">
                          <a:solidFill>
                            <a:srgbClr val="002060"/>
                          </a:solidFill>
                          <a:latin typeface="Cambria Math" panose="02040503050406030204" pitchFamily="18" charset="0"/>
                          <a:ea typeface="Cambria Math" panose="02040503050406030204" pitchFamily="18" charset="0"/>
                        </a:rPr>
                        <m:t>=</m:t>
                      </m:r>
                      <m:r>
                        <a:rPr lang="en-US" sz="2800" b="1" i="1" smtClean="0">
                          <a:solidFill>
                            <a:srgbClr val="002060"/>
                          </a:solidFill>
                          <a:latin typeface="Cambria Math" panose="02040503050406030204" pitchFamily="18" charset="0"/>
                          <a:ea typeface="Cambria Math" panose="02040503050406030204" pitchFamily="18" charset="0"/>
                        </a:rPr>
                        <m:t>𝟏𝟓𝟎</m:t>
                      </m:r>
                      <m:r>
                        <a:rPr lang="en-US" sz="2800" b="1" i="1">
                          <a:solidFill>
                            <a:srgbClr val="002060"/>
                          </a:solidFill>
                          <a:latin typeface="Cambria Math" panose="02040503050406030204" pitchFamily="18" charset="0"/>
                          <a:ea typeface="Cambria Math" panose="02040503050406030204" pitchFamily="18" charset="0"/>
                        </a:rPr>
                        <m:t>………(</m:t>
                      </m:r>
                      <m:r>
                        <a:rPr lang="en-US" sz="2800" b="1" i="1" smtClean="0">
                          <a:solidFill>
                            <a:srgbClr val="002060"/>
                          </a:solidFill>
                          <a:latin typeface="Cambria Math" panose="02040503050406030204" pitchFamily="18" charset="0"/>
                          <a:ea typeface="Cambria Math" panose="02040503050406030204" pitchFamily="18" charset="0"/>
                        </a:rPr>
                        <m:t>𝟐</m:t>
                      </m:r>
                      <m:r>
                        <a:rPr lang="en-US" sz="2800" b="1" i="1">
                          <a:solidFill>
                            <a:srgbClr val="002060"/>
                          </a:solidFill>
                          <a:latin typeface="Cambria Math" panose="02040503050406030204" pitchFamily="18" charset="0"/>
                          <a:ea typeface="Cambria Math" panose="02040503050406030204" pitchFamily="18" charset="0"/>
                        </a:rPr>
                        <m:t>)</m:t>
                      </m:r>
                    </m:oMath>
                  </m:oMathPara>
                </a14:m>
                <a:endParaRPr lang="en-US" sz="2800" dirty="0">
                  <a:solidFill>
                    <a:srgbClr val="002060"/>
                  </a:solidFill>
                </a:endParaRPr>
              </a:p>
            </p:txBody>
          </p:sp>
        </mc:Choice>
        <mc:Fallback xmlns="">
          <p:sp>
            <p:nvSpPr>
              <p:cNvPr id="17" name="Rectangle 16"/>
              <p:cNvSpPr>
                <a:spLocks noRot="1" noChangeAspect="1" noMove="1" noResize="1" noEditPoints="1" noAdjustHandles="1" noChangeArrowheads="1" noChangeShapeType="1" noTextEdit="1"/>
              </p:cNvSpPr>
              <p:nvPr/>
            </p:nvSpPr>
            <p:spPr>
              <a:xfrm>
                <a:off x="6720300" y="3633229"/>
                <a:ext cx="3631122" cy="523220"/>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Rectangle 23"/>
              <p:cNvSpPr/>
              <p:nvPr/>
            </p:nvSpPr>
            <p:spPr>
              <a:xfrm>
                <a:off x="2104154" y="4942445"/>
                <a:ext cx="1724383" cy="92256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acc>
                        <m:accPr>
                          <m:chr m:val="̅"/>
                          <m:ctrlPr>
                            <a:rPr lang="en-US" sz="2800" i="1" smtClean="0">
                              <a:solidFill>
                                <a:srgbClr val="002060"/>
                              </a:solidFill>
                              <a:latin typeface="Cambria Math" panose="02040503050406030204" pitchFamily="18" charset="0"/>
                              <a:ea typeface="Cambria Math" panose="02040503050406030204" pitchFamily="18" charset="0"/>
                            </a:rPr>
                          </m:ctrlPr>
                        </m:accPr>
                        <m:e>
                          <m:r>
                            <a:rPr lang="en-US" sz="2800" b="0" i="0" smtClean="0">
                              <a:solidFill>
                                <a:srgbClr val="002060"/>
                              </a:solidFill>
                              <a:latin typeface="Cambria Math" panose="02040503050406030204" pitchFamily="18" charset="0"/>
                              <a:ea typeface="Cambria Math" panose="02040503050406030204" pitchFamily="18" charset="0"/>
                            </a:rPr>
                            <m:t> </m:t>
                          </m:r>
                          <m:r>
                            <m:rPr>
                              <m:sty m:val="p"/>
                            </m:rPr>
                            <a:rPr lang="en-US" sz="2800" b="0" i="0" smtClean="0">
                              <a:solidFill>
                                <a:srgbClr val="002060"/>
                              </a:solidFill>
                              <a:latin typeface="Cambria Math" panose="02040503050406030204" pitchFamily="18" charset="0"/>
                              <a:ea typeface="Cambria Math" panose="02040503050406030204" pitchFamily="18" charset="0"/>
                            </a:rPr>
                            <m:t>y</m:t>
                          </m:r>
                          <m:r>
                            <a:rPr lang="en-US" sz="2800" b="0" i="0" smtClean="0">
                              <a:solidFill>
                                <a:srgbClr val="002060"/>
                              </a:solidFill>
                              <a:latin typeface="Cambria Math" panose="02040503050406030204" pitchFamily="18" charset="0"/>
                              <a:ea typeface="Cambria Math" panose="02040503050406030204" pitchFamily="18" charset="0"/>
                            </a:rPr>
                            <m:t> </m:t>
                          </m:r>
                        </m:e>
                      </m:acc>
                      <m:r>
                        <a:rPr lang="en-US" sz="2800" b="0" i="0" smtClean="0">
                          <a:solidFill>
                            <a:srgbClr val="002060"/>
                          </a:solidFill>
                          <a:latin typeface="Cambria Math" panose="02040503050406030204" pitchFamily="18" charset="0"/>
                          <a:ea typeface="Cambria Math" panose="02040503050406030204" pitchFamily="18" charset="0"/>
                        </a:rPr>
                        <m:t>=</m:t>
                      </m:r>
                      <m:f>
                        <m:fPr>
                          <m:ctrlPr>
                            <a:rPr lang="en-US" sz="2800" b="0" i="1" smtClean="0">
                              <a:solidFill>
                                <a:srgbClr val="002060"/>
                              </a:solidFill>
                              <a:latin typeface="Cambria Math" panose="02040503050406030204" pitchFamily="18" charset="0"/>
                              <a:ea typeface="Cambria Math" panose="02040503050406030204" pitchFamily="18" charset="0"/>
                            </a:rPr>
                          </m:ctrlPr>
                        </m:fPr>
                        <m:num>
                          <m:r>
                            <a:rPr lang="en-US" sz="2800" b="0" i="0" smtClean="0">
                              <a:solidFill>
                                <a:srgbClr val="002060"/>
                              </a:solidFill>
                              <a:latin typeface="Cambria Math" panose="02040503050406030204" pitchFamily="18" charset="0"/>
                              <a:ea typeface="Cambria Math" panose="02040503050406030204" pitchFamily="18" charset="0"/>
                            </a:rPr>
                            <m:t> </m:t>
                          </m:r>
                          <m:nary>
                            <m:naryPr>
                              <m:chr m:val="∑"/>
                              <m:subHide m:val="on"/>
                              <m:supHide m:val="on"/>
                              <m:ctrlPr>
                                <a:rPr lang="en-US" sz="2800" b="0" i="1" smtClean="0">
                                  <a:solidFill>
                                    <a:srgbClr val="002060"/>
                                  </a:solidFill>
                                  <a:latin typeface="Cambria Math" panose="02040503050406030204" pitchFamily="18" charset="0"/>
                                  <a:ea typeface="Cambria Math" panose="02040503050406030204" pitchFamily="18" charset="0"/>
                                </a:rPr>
                              </m:ctrlPr>
                            </m:naryPr>
                            <m:sub/>
                            <m:sup/>
                            <m:e>
                              <m:r>
                                <m:rPr>
                                  <m:sty m:val="p"/>
                                </m:rPr>
                                <a:rPr lang="en-US" sz="2800" b="0" i="0" smtClean="0">
                                  <a:solidFill>
                                    <a:srgbClr val="002060"/>
                                  </a:solidFill>
                                  <a:latin typeface="Cambria Math" panose="02040503050406030204" pitchFamily="18" charset="0"/>
                                  <a:ea typeface="Cambria Math" panose="02040503050406030204" pitchFamily="18" charset="0"/>
                                </a:rPr>
                                <m:t>y</m:t>
                              </m:r>
                              <m:r>
                                <a:rPr lang="en-US" sz="2800" b="0" i="0" smtClean="0">
                                  <a:solidFill>
                                    <a:srgbClr val="002060"/>
                                  </a:solidFill>
                                  <a:latin typeface="Cambria Math" panose="02040503050406030204" pitchFamily="18" charset="0"/>
                                  <a:ea typeface="Cambria Math" panose="02040503050406030204" pitchFamily="18" charset="0"/>
                                </a:rPr>
                                <m:t> </m:t>
                              </m:r>
                            </m:e>
                          </m:nary>
                        </m:num>
                        <m:den>
                          <m:r>
                            <m:rPr>
                              <m:sty m:val="p"/>
                            </m:rPr>
                            <a:rPr lang="en-US" sz="2800" b="0" i="0" smtClean="0">
                              <a:solidFill>
                                <a:srgbClr val="002060"/>
                              </a:solidFill>
                              <a:latin typeface="Cambria Math" panose="02040503050406030204" pitchFamily="18" charset="0"/>
                              <a:ea typeface="Cambria Math" panose="02040503050406030204" pitchFamily="18" charset="0"/>
                            </a:rPr>
                            <m:t>n</m:t>
                          </m:r>
                        </m:den>
                      </m:f>
                    </m:oMath>
                  </m:oMathPara>
                </a14:m>
                <a:endParaRPr lang="en-US" dirty="0">
                  <a:solidFill>
                    <a:srgbClr val="002060"/>
                  </a:solidFill>
                </a:endParaRPr>
              </a:p>
            </p:txBody>
          </p:sp>
        </mc:Choice>
        <mc:Fallback xmlns="">
          <p:sp>
            <p:nvSpPr>
              <p:cNvPr id="24" name="Rectangle 23"/>
              <p:cNvSpPr>
                <a:spLocks noRot="1" noChangeAspect="1" noMove="1" noResize="1" noEditPoints="1" noAdjustHandles="1" noChangeArrowheads="1" noChangeShapeType="1" noTextEdit="1"/>
              </p:cNvSpPr>
              <p:nvPr/>
            </p:nvSpPr>
            <p:spPr>
              <a:xfrm>
                <a:off x="2104154" y="4942445"/>
                <a:ext cx="1724383" cy="922560"/>
              </a:xfrm>
              <a:prstGeom prst="rect">
                <a:avLst/>
              </a:prstGeom>
              <a:blipFill rotWithShape="0">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Rectangle 24"/>
              <p:cNvSpPr/>
              <p:nvPr/>
            </p:nvSpPr>
            <p:spPr>
              <a:xfrm>
                <a:off x="3957615" y="4936711"/>
                <a:ext cx="2434834" cy="901785"/>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dirty="0" smtClean="0">
                          <a:solidFill>
                            <a:srgbClr val="002060"/>
                          </a:solidFill>
                          <a:latin typeface="Cambria Math" panose="02040503050406030204" pitchFamily="18" charset="0"/>
                          <a:ea typeface="Cambria Math" panose="02040503050406030204" pitchFamily="18" charset="0"/>
                        </a:rPr>
                        <m:t>⇒</m:t>
                      </m:r>
                      <m:acc>
                        <m:accPr>
                          <m:chr m:val="̅"/>
                          <m:ctrlPr>
                            <a:rPr lang="en-US" sz="2800" i="1">
                              <a:solidFill>
                                <a:srgbClr val="002060"/>
                              </a:solidFill>
                              <a:latin typeface="Cambria Math" panose="02040503050406030204" pitchFamily="18" charset="0"/>
                              <a:ea typeface="Cambria Math" panose="02040503050406030204" pitchFamily="18" charset="0"/>
                            </a:rPr>
                          </m:ctrlPr>
                        </m:accPr>
                        <m:e>
                          <m:r>
                            <a:rPr lang="en-US" sz="2800">
                              <a:solidFill>
                                <a:srgbClr val="002060"/>
                              </a:solidFill>
                              <a:latin typeface="Cambria Math" panose="02040503050406030204" pitchFamily="18" charset="0"/>
                              <a:ea typeface="Cambria Math" panose="02040503050406030204" pitchFamily="18" charset="0"/>
                            </a:rPr>
                            <m:t> </m:t>
                          </m:r>
                          <m:r>
                            <m:rPr>
                              <m:sty m:val="p"/>
                            </m:rPr>
                            <a:rPr lang="en-US" sz="2800" b="0" i="0" smtClean="0">
                              <a:solidFill>
                                <a:srgbClr val="002060"/>
                              </a:solidFill>
                              <a:latin typeface="Cambria Math" panose="02040503050406030204" pitchFamily="18" charset="0"/>
                              <a:ea typeface="Cambria Math" panose="02040503050406030204" pitchFamily="18" charset="0"/>
                            </a:rPr>
                            <m:t>y</m:t>
                          </m:r>
                          <m:r>
                            <a:rPr lang="en-US" sz="2800">
                              <a:solidFill>
                                <a:srgbClr val="002060"/>
                              </a:solidFill>
                              <a:latin typeface="Cambria Math" panose="02040503050406030204" pitchFamily="18" charset="0"/>
                              <a:ea typeface="Cambria Math" panose="02040503050406030204" pitchFamily="18" charset="0"/>
                            </a:rPr>
                            <m:t> </m:t>
                          </m:r>
                        </m:e>
                      </m:acc>
                      <m:r>
                        <a:rPr lang="en-US" sz="2800">
                          <a:solidFill>
                            <a:srgbClr val="002060"/>
                          </a:solidFill>
                          <a:latin typeface="Cambria Math" panose="02040503050406030204" pitchFamily="18" charset="0"/>
                          <a:ea typeface="Cambria Math" panose="02040503050406030204" pitchFamily="18" charset="0"/>
                        </a:rPr>
                        <m:t>=</m:t>
                      </m:r>
                      <m:f>
                        <m:fPr>
                          <m:ctrlPr>
                            <a:rPr lang="en-US" sz="2800" i="1">
                              <a:solidFill>
                                <a:srgbClr val="002060"/>
                              </a:solidFill>
                              <a:latin typeface="Cambria Math" panose="02040503050406030204" pitchFamily="18" charset="0"/>
                              <a:ea typeface="Cambria Math" panose="02040503050406030204" pitchFamily="18" charset="0"/>
                            </a:rPr>
                          </m:ctrlPr>
                        </m:fPr>
                        <m:num>
                          <m:r>
                            <a:rPr lang="en-US" sz="2800">
                              <a:solidFill>
                                <a:srgbClr val="002060"/>
                              </a:solidFill>
                              <a:latin typeface="Cambria Math" panose="02040503050406030204" pitchFamily="18" charset="0"/>
                              <a:ea typeface="Cambria Math" panose="02040503050406030204" pitchFamily="18" charset="0"/>
                            </a:rPr>
                            <m:t> </m:t>
                          </m:r>
                          <m:r>
                            <a:rPr lang="en-US" sz="2800" b="0" i="1" smtClean="0">
                              <a:solidFill>
                                <a:srgbClr val="FF0000"/>
                              </a:solidFill>
                              <a:latin typeface="Cambria Math" panose="02040503050406030204" pitchFamily="18" charset="0"/>
                              <a:ea typeface="Cambria Math" panose="02040503050406030204" pitchFamily="18" charset="0"/>
                            </a:rPr>
                            <m:t>6800 </m:t>
                          </m:r>
                        </m:num>
                        <m:den>
                          <m:r>
                            <a:rPr lang="en-US" sz="2800" b="0" i="0" smtClean="0">
                              <a:solidFill>
                                <a:srgbClr val="7030A0"/>
                              </a:solidFill>
                              <a:latin typeface="Cambria Math" panose="02040503050406030204" pitchFamily="18" charset="0"/>
                              <a:ea typeface="Cambria Math" panose="02040503050406030204" pitchFamily="18" charset="0"/>
                            </a:rPr>
                            <m:t>100</m:t>
                          </m:r>
                        </m:den>
                      </m:f>
                    </m:oMath>
                  </m:oMathPara>
                </a14:m>
                <a:endParaRPr lang="en-US" sz="2800" dirty="0">
                  <a:solidFill>
                    <a:srgbClr val="002060"/>
                  </a:solidFill>
                </a:endParaRPr>
              </a:p>
            </p:txBody>
          </p:sp>
        </mc:Choice>
        <mc:Fallback xmlns="">
          <p:sp>
            <p:nvSpPr>
              <p:cNvPr id="25" name="Rectangle 24"/>
              <p:cNvSpPr>
                <a:spLocks noRot="1" noChangeAspect="1" noMove="1" noResize="1" noEditPoints="1" noAdjustHandles="1" noChangeArrowheads="1" noChangeShapeType="1" noTextEdit="1"/>
              </p:cNvSpPr>
              <p:nvPr/>
            </p:nvSpPr>
            <p:spPr>
              <a:xfrm>
                <a:off x="3957615" y="4936711"/>
                <a:ext cx="2434834" cy="901785"/>
              </a:xfrm>
              <a:prstGeom prst="rect">
                <a:avLst/>
              </a:prstGeom>
              <a:blipFill rotWithShape="0">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Rectangle 25"/>
              <p:cNvSpPr/>
              <p:nvPr/>
            </p:nvSpPr>
            <p:spPr>
              <a:xfrm>
                <a:off x="6720299" y="5142115"/>
                <a:ext cx="3472425"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dirty="0" smtClean="0">
                          <a:solidFill>
                            <a:srgbClr val="002060"/>
                          </a:solidFill>
                          <a:latin typeface="Cambria Math" panose="02040503050406030204" pitchFamily="18" charset="0"/>
                          <a:ea typeface="Cambria Math" panose="02040503050406030204" pitchFamily="18" charset="0"/>
                        </a:rPr>
                        <m:t>⇒</m:t>
                      </m:r>
                      <m:acc>
                        <m:accPr>
                          <m:chr m:val="̅"/>
                          <m:ctrlPr>
                            <a:rPr lang="en-US" sz="2800" i="1">
                              <a:solidFill>
                                <a:srgbClr val="002060"/>
                              </a:solidFill>
                              <a:latin typeface="Cambria Math" panose="02040503050406030204" pitchFamily="18" charset="0"/>
                              <a:ea typeface="Cambria Math" panose="02040503050406030204" pitchFamily="18" charset="0"/>
                            </a:rPr>
                          </m:ctrlPr>
                        </m:accPr>
                        <m:e>
                          <m:r>
                            <a:rPr lang="en-US" sz="2800">
                              <a:solidFill>
                                <a:srgbClr val="002060"/>
                              </a:solidFill>
                              <a:latin typeface="Cambria Math" panose="02040503050406030204" pitchFamily="18" charset="0"/>
                              <a:ea typeface="Cambria Math" panose="02040503050406030204" pitchFamily="18" charset="0"/>
                            </a:rPr>
                            <m:t> </m:t>
                          </m:r>
                          <m:r>
                            <m:rPr>
                              <m:sty m:val="p"/>
                            </m:rPr>
                            <a:rPr lang="en-US" sz="2800" b="0" i="0" smtClean="0">
                              <a:solidFill>
                                <a:srgbClr val="002060"/>
                              </a:solidFill>
                              <a:latin typeface="Cambria Math" panose="02040503050406030204" pitchFamily="18" charset="0"/>
                              <a:ea typeface="Cambria Math" panose="02040503050406030204" pitchFamily="18" charset="0"/>
                            </a:rPr>
                            <m:t>y</m:t>
                          </m:r>
                          <m:r>
                            <a:rPr lang="en-US" sz="2800">
                              <a:solidFill>
                                <a:srgbClr val="002060"/>
                              </a:solidFill>
                              <a:latin typeface="Cambria Math" panose="02040503050406030204" pitchFamily="18" charset="0"/>
                              <a:ea typeface="Cambria Math" panose="02040503050406030204" pitchFamily="18" charset="0"/>
                            </a:rPr>
                            <m:t> </m:t>
                          </m:r>
                        </m:e>
                      </m:acc>
                      <m:r>
                        <a:rPr lang="en-US" sz="2800">
                          <a:solidFill>
                            <a:srgbClr val="002060"/>
                          </a:solidFill>
                          <a:latin typeface="Cambria Math" panose="02040503050406030204" pitchFamily="18" charset="0"/>
                          <a:ea typeface="Cambria Math" panose="02040503050406030204" pitchFamily="18" charset="0"/>
                        </a:rPr>
                        <m:t>=</m:t>
                      </m:r>
                      <m:r>
                        <a:rPr lang="en-US" sz="2800" b="1" i="1" smtClean="0">
                          <a:solidFill>
                            <a:srgbClr val="002060"/>
                          </a:solidFill>
                          <a:latin typeface="Cambria Math" panose="02040503050406030204" pitchFamily="18" charset="0"/>
                          <a:ea typeface="Cambria Math" panose="02040503050406030204" pitchFamily="18" charset="0"/>
                        </a:rPr>
                        <m:t>𝟔𝟖</m:t>
                      </m:r>
                      <m:r>
                        <a:rPr lang="en-US" sz="2800" b="1" i="1">
                          <a:solidFill>
                            <a:srgbClr val="002060"/>
                          </a:solidFill>
                          <a:latin typeface="Cambria Math" panose="02040503050406030204" pitchFamily="18" charset="0"/>
                          <a:ea typeface="Cambria Math" panose="02040503050406030204" pitchFamily="18" charset="0"/>
                        </a:rPr>
                        <m:t>………(</m:t>
                      </m:r>
                      <m:r>
                        <a:rPr lang="en-US" sz="2800" b="1" i="1">
                          <a:solidFill>
                            <a:srgbClr val="002060"/>
                          </a:solidFill>
                          <a:latin typeface="Cambria Math" panose="02040503050406030204" pitchFamily="18" charset="0"/>
                          <a:ea typeface="Cambria Math" panose="02040503050406030204" pitchFamily="18" charset="0"/>
                        </a:rPr>
                        <m:t>𝟑</m:t>
                      </m:r>
                      <m:r>
                        <a:rPr lang="en-US" sz="2800" b="1" i="1">
                          <a:solidFill>
                            <a:srgbClr val="002060"/>
                          </a:solidFill>
                          <a:latin typeface="Cambria Math" panose="02040503050406030204" pitchFamily="18" charset="0"/>
                          <a:ea typeface="Cambria Math" panose="02040503050406030204" pitchFamily="18" charset="0"/>
                        </a:rPr>
                        <m:t>)</m:t>
                      </m:r>
                    </m:oMath>
                  </m:oMathPara>
                </a14:m>
                <a:endParaRPr lang="en-US" sz="2800" dirty="0">
                  <a:solidFill>
                    <a:srgbClr val="002060"/>
                  </a:solidFill>
                </a:endParaRPr>
              </a:p>
            </p:txBody>
          </p:sp>
        </mc:Choice>
        <mc:Fallback xmlns="">
          <p:sp>
            <p:nvSpPr>
              <p:cNvPr id="26" name="Rectangle 25"/>
              <p:cNvSpPr>
                <a:spLocks noRot="1" noChangeAspect="1" noMove="1" noResize="1" noEditPoints="1" noAdjustHandles="1" noChangeArrowheads="1" noChangeShapeType="1" noTextEdit="1"/>
              </p:cNvSpPr>
              <p:nvPr/>
            </p:nvSpPr>
            <p:spPr>
              <a:xfrm>
                <a:off x="6720299" y="5142115"/>
                <a:ext cx="3472425" cy="523220"/>
              </a:xfrm>
              <a:prstGeom prst="rect">
                <a:avLst/>
              </a:prstGeom>
              <a:blipFill rotWithShape="0">
                <a:blip r:embed="rId10"/>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413400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32" grpId="0"/>
      <p:bldP spid="20" grpId="0"/>
      <p:bldP spid="23" grpId="0"/>
      <p:bldP spid="16" grpId="0"/>
      <p:bldP spid="17" grpId="0"/>
      <p:bldP spid="24" grpId="0"/>
      <p:bldP spid="25" grpId="0"/>
      <p:bldP spid="26"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3 ⇝ Example 3(</a:t>
            </a:r>
            <a:r>
              <a:rPr lang="en-GB" dirty="0">
                <a:solidFill>
                  <a:srgbClr val="FF0000"/>
                </a:solidFill>
              </a:rPr>
              <a:t>Continue</a:t>
            </a:r>
            <a:r>
              <a:rPr lang="en-GB" dirty="0"/>
              <a:t>)</a:t>
            </a:r>
            <a:endParaRPr lang="en-US" dirty="0"/>
          </a:p>
        </p:txBody>
      </p:sp>
      <mc:AlternateContent xmlns:mc="http://schemas.openxmlformats.org/markup-compatibility/2006" xmlns:a14="http://schemas.microsoft.com/office/drawing/2010/main">
        <mc:Choice Requires="a14">
          <p:sp>
            <p:nvSpPr>
              <p:cNvPr id="23" name="Rectangle 22"/>
              <p:cNvSpPr/>
              <p:nvPr/>
            </p:nvSpPr>
            <p:spPr>
              <a:xfrm>
                <a:off x="137270" y="862943"/>
                <a:ext cx="5907836" cy="1134541"/>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m:rPr>
                          <m:nor/>
                        </m:rPr>
                        <a:rPr lang="en-US" sz="2800" b="0" i="0" dirty="0" smtClean="0">
                          <a:solidFill>
                            <a:srgbClr val="002060"/>
                          </a:solidFill>
                          <a:latin typeface="+mj-lt"/>
                          <a:ea typeface="Cambria Math" panose="02040503050406030204" pitchFamily="18" charset="0"/>
                        </a:rPr>
                        <m:t>Now</m:t>
                      </m:r>
                      <m:r>
                        <m:rPr>
                          <m:nor/>
                        </m:rPr>
                        <a:rPr lang="en-US" sz="2800" b="0" i="0" dirty="0" smtClean="0">
                          <a:solidFill>
                            <a:srgbClr val="002060"/>
                          </a:solidFill>
                          <a:latin typeface="+mj-lt"/>
                          <a:ea typeface="Cambria Math" panose="02040503050406030204" pitchFamily="18" charset="0"/>
                        </a:rPr>
                        <m:t>  </m:t>
                      </m:r>
                      <m:sSub>
                        <m:sSubPr>
                          <m:ctrlPr>
                            <a:rPr lang="en-US" sz="2800" i="1" dirty="0">
                              <a:solidFill>
                                <a:srgbClr val="002060"/>
                              </a:solidFill>
                              <a:latin typeface="Cambria Math" panose="02040503050406030204" pitchFamily="18" charset="0"/>
                            </a:rPr>
                          </m:ctrlPr>
                        </m:sSubPr>
                        <m:e>
                          <m:r>
                            <m:rPr>
                              <m:sty m:val="p"/>
                            </m:rPr>
                            <a:rPr lang="en-US" sz="2800" dirty="0">
                              <a:solidFill>
                                <a:srgbClr val="002060"/>
                              </a:solidFill>
                              <a:latin typeface="Cambria Math" panose="02040503050406030204" pitchFamily="18" charset="0"/>
                            </a:rPr>
                            <m:t>b</m:t>
                          </m:r>
                        </m:e>
                        <m:sub>
                          <m:r>
                            <m:rPr>
                              <m:sty m:val="p"/>
                            </m:rPr>
                            <a:rPr lang="en-US" sz="2800" dirty="0">
                              <a:solidFill>
                                <a:srgbClr val="002060"/>
                              </a:solidFill>
                              <a:latin typeface="Cambria Math" panose="02040503050406030204" pitchFamily="18" charset="0"/>
                            </a:rPr>
                            <m:t>yx</m:t>
                          </m:r>
                        </m:sub>
                      </m:sSub>
                      <m:r>
                        <a:rPr lang="en-US" sz="2800" dirty="0">
                          <a:solidFill>
                            <a:srgbClr val="002060"/>
                          </a:solidFill>
                          <a:latin typeface="Cambria Math" panose="02040503050406030204" pitchFamily="18" charset="0"/>
                        </a:rPr>
                        <m:t>=</m:t>
                      </m:r>
                      <m:f>
                        <m:fPr>
                          <m:ctrlPr>
                            <a:rPr lang="en-US" sz="2800" i="1" dirty="0">
                              <a:solidFill>
                                <a:srgbClr val="002060"/>
                              </a:solidFill>
                              <a:latin typeface="Cambria Math" panose="02040503050406030204" pitchFamily="18" charset="0"/>
                            </a:rPr>
                          </m:ctrlPr>
                        </m:fPr>
                        <m:num>
                          <m:r>
                            <a:rPr lang="en-US" sz="2800" dirty="0">
                              <a:solidFill>
                                <a:srgbClr val="002060"/>
                              </a:solidFill>
                              <a:latin typeface="Cambria Math" panose="02040503050406030204" pitchFamily="18" charset="0"/>
                            </a:rPr>
                            <m:t> </m:t>
                          </m:r>
                          <m:r>
                            <m:rPr>
                              <m:sty m:val="p"/>
                            </m:rPr>
                            <a:rPr lang="en-US" sz="2800" dirty="0">
                              <a:solidFill>
                                <a:srgbClr val="002060"/>
                              </a:solidFill>
                              <a:latin typeface="Cambria Math" panose="02040503050406030204" pitchFamily="18" charset="0"/>
                            </a:rPr>
                            <m:t>n</m:t>
                          </m:r>
                          <m:r>
                            <m:rPr>
                              <m:brk/>
                            </m:rPr>
                            <a:rPr lang="en-US" sz="2800" i="1" dirty="0">
                              <a:solidFill>
                                <a:srgbClr val="002060"/>
                              </a:solidFill>
                              <a:latin typeface="Cambria Math" panose="02040503050406030204" pitchFamily="18" charset="0"/>
                              <a:ea typeface="Cambria Math" panose="02040503050406030204" pitchFamily="18" charset="0"/>
                            </a:rPr>
                            <m:t>∙</m:t>
                          </m:r>
                          <m:nary>
                            <m:naryPr>
                              <m:chr m:val="∑"/>
                              <m:limLoc m:val="undOvr"/>
                              <m:subHide m:val="on"/>
                              <m:supHide m:val="on"/>
                              <m:ctrlPr>
                                <a:rPr lang="en-US" sz="2800" i="1" dirty="0">
                                  <a:solidFill>
                                    <a:srgbClr val="002060"/>
                                  </a:solidFill>
                                  <a:latin typeface="Cambria Math" panose="02040503050406030204" pitchFamily="18" charset="0"/>
                                </a:rPr>
                              </m:ctrlPr>
                            </m:naryPr>
                            <m:sub/>
                            <m:sup/>
                            <m:e>
                              <m:r>
                                <m:rPr>
                                  <m:sty m:val="p"/>
                                </m:rPr>
                                <a:rPr lang="en-US" sz="2800" dirty="0">
                                  <a:solidFill>
                                    <a:srgbClr val="002060"/>
                                  </a:solidFill>
                                  <a:latin typeface="Cambria Math" panose="02040503050406030204" pitchFamily="18" charset="0"/>
                                </a:rPr>
                                <m:t>xy</m:t>
                              </m:r>
                            </m:e>
                          </m:nary>
                          <m:r>
                            <a:rPr lang="en-US" sz="2800" dirty="0">
                              <a:solidFill>
                                <a:srgbClr val="002060"/>
                              </a:solidFill>
                              <a:latin typeface="Cambria Math" panose="02040503050406030204" pitchFamily="18" charset="0"/>
                            </a:rPr>
                            <m:t>−</m:t>
                          </m:r>
                          <m:d>
                            <m:dPr>
                              <m:ctrlPr>
                                <a:rPr lang="en-US" sz="2800" i="1" dirty="0">
                                  <a:solidFill>
                                    <a:srgbClr val="002060"/>
                                  </a:solidFill>
                                  <a:latin typeface="Cambria Math" panose="02040503050406030204" pitchFamily="18" charset="0"/>
                                </a:rPr>
                              </m:ctrlPr>
                            </m:dPr>
                            <m:e>
                              <m:r>
                                <a:rPr lang="en-US" sz="2800" dirty="0">
                                  <a:solidFill>
                                    <a:srgbClr val="002060"/>
                                  </a:solidFill>
                                  <a:latin typeface="Cambria Math" panose="02040503050406030204" pitchFamily="18" charset="0"/>
                                </a:rPr>
                                <m:t> </m:t>
                              </m:r>
                              <m:nary>
                                <m:naryPr>
                                  <m:chr m:val="∑"/>
                                  <m:limLoc m:val="undOvr"/>
                                  <m:subHide m:val="on"/>
                                  <m:supHide m:val="on"/>
                                  <m:ctrlPr>
                                    <a:rPr lang="en-US" sz="2800" i="1" dirty="0">
                                      <a:solidFill>
                                        <a:srgbClr val="002060"/>
                                      </a:solidFill>
                                      <a:latin typeface="Cambria Math" panose="02040503050406030204" pitchFamily="18" charset="0"/>
                                    </a:rPr>
                                  </m:ctrlPr>
                                </m:naryPr>
                                <m:sub/>
                                <m:sup/>
                                <m:e>
                                  <m:r>
                                    <m:rPr>
                                      <m:sty m:val="p"/>
                                    </m:rPr>
                                    <a:rPr lang="en-US" sz="2800" dirty="0">
                                      <a:solidFill>
                                        <a:srgbClr val="002060"/>
                                      </a:solidFill>
                                      <a:latin typeface="Cambria Math" panose="02040503050406030204" pitchFamily="18" charset="0"/>
                                    </a:rPr>
                                    <m:t>x</m:t>
                                  </m:r>
                                </m:e>
                              </m:nary>
                              <m:r>
                                <a:rPr lang="en-US" sz="2800" dirty="0">
                                  <a:solidFill>
                                    <a:srgbClr val="002060"/>
                                  </a:solidFill>
                                  <a:latin typeface="Cambria Math" panose="02040503050406030204" pitchFamily="18" charset="0"/>
                                </a:rPr>
                                <m:t> </m:t>
                              </m:r>
                            </m:e>
                          </m:d>
                          <m:r>
                            <m:rPr>
                              <m:brk/>
                            </m:rPr>
                            <a:rPr lang="en-US" sz="2800" i="1" dirty="0">
                              <a:solidFill>
                                <a:srgbClr val="002060"/>
                              </a:solidFill>
                              <a:latin typeface="Cambria Math" panose="02040503050406030204" pitchFamily="18" charset="0"/>
                              <a:ea typeface="Cambria Math" panose="02040503050406030204" pitchFamily="18" charset="0"/>
                            </a:rPr>
                            <m:t>∙</m:t>
                          </m:r>
                          <m:d>
                            <m:dPr>
                              <m:ctrlPr>
                                <a:rPr lang="en-US" sz="2800" i="1" dirty="0">
                                  <a:solidFill>
                                    <a:srgbClr val="002060"/>
                                  </a:solidFill>
                                  <a:latin typeface="Cambria Math" panose="02040503050406030204" pitchFamily="18" charset="0"/>
                                </a:rPr>
                              </m:ctrlPr>
                            </m:dPr>
                            <m:e>
                              <m:r>
                                <a:rPr lang="en-US" sz="2800" dirty="0">
                                  <a:solidFill>
                                    <a:srgbClr val="002060"/>
                                  </a:solidFill>
                                  <a:latin typeface="Cambria Math" panose="02040503050406030204" pitchFamily="18" charset="0"/>
                                </a:rPr>
                                <m:t> </m:t>
                              </m:r>
                              <m:nary>
                                <m:naryPr>
                                  <m:chr m:val="∑"/>
                                  <m:limLoc m:val="undOvr"/>
                                  <m:subHide m:val="on"/>
                                  <m:supHide m:val="on"/>
                                  <m:ctrlPr>
                                    <a:rPr lang="en-US" sz="2800" i="1" dirty="0">
                                      <a:solidFill>
                                        <a:srgbClr val="002060"/>
                                      </a:solidFill>
                                      <a:latin typeface="Cambria Math" panose="02040503050406030204" pitchFamily="18" charset="0"/>
                                    </a:rPr>
                                  </m:ctrlPr>
                                </m:naryPr>
                                <m:sub/>
                                <m:sup/>
                                <m:e>
                                  <m:r>
                                    <m:rPr>
                                      <m:sty m:val="p"/>
                                    </m:rPr>
                                    <a:rPr lang="en-US" sz="2800" dirty="0">
                                      <a:solidFill>
                                        <a:srgbClr val="002060"/>
                                      </a:solidFill>
                                      <a:latin typeface="Cambria Math" panose="02040503050406030204" pitchFamily="18" charset="0"/>
                                    </a:rPr>
                                    <m:t>y</m:t>
                                  </m:r>
                                </m:e>
                              </m:nary>
                              <m:r>
                                <a:rPr lang="en-US" sz="2800" dirty="0">
                                  <a:solidFill>
                                    <a:srgbClr val="002060"/>
                                  </a:solidFill>
                                  <a:latin typeface="Cambria Math" panose="02040503050406030204" pitchFamily="18" charset="0"/>
                                </a:rPr>
                                <m:t> </m:t>
                              </m:r>
                            </m:e>
                          </m:d>
                          <m:r>
                            <a:rPr lang="en-US" sz="2800" dirty="0">
                              <a:solidFill>
                                <a:srgbClr val="002060"/>
                              </a:solidFill>
                              <a:latin typeface="Cambria Math" panose="02040503050406030204" pitchFamily="18" charset="0"/>
                            </a:rPr>
                            <m:t> </m:t>
                          </m:r>
                        </m:num>
                        <m:den>
                          <m:eqArr>
                            <m:eqArrPr>
                              <m:ctrlPr>
                                <a:rPr lang="en-US" sz="2800" i="1" dirty="0">
                                  <a:solidFill>
                                    <a:srgbClr val="002060"/>
                                  </a:solidFill>
                                  <a:latin typeface="Cambria Math" panose="02040503050406030204" pitchFamily="18" charset="0"/>
                                </a:rPr>
                              </m:ctrlPr>
                            </m:eqArrPr>
                            <m:e>
                              <m:r>
                                <a:rPr lang="en-US" sz="2800" dirty="0">
                                  <a:solidFill>
                                    <a:srgbClr val="002060"/>
                                  </a:solidFill>
                                  <a:latin typeface="Cambria Math" panose="02040503050406030204" pitchFamily="18" charset="0"/>
                                </a:rPr>
                                <m:t> </m:t>
                              </m:r>
                            </m:e>
                            <m:e>
                              <m:r>
                                <m:rPr>
                                  <m:sty m:val="p"/>
                                </m:rPr>
                                <a:rPr lang="en-US" sz="2800" dirty="0">
                                  <a:solidFill>
                                    <a:srgbClr val="002060"/>
                                  </a:solidFill>
                                  <a:latin typeface="Cambria Math" panose="02040503050406030204" pitchFamily="18" charset="0"/>
                                </a:rPr>
                                <m:t>n</m:t>
                              </m:r>
                              <m:r>
                                <m:rPr>
                                  <m:brk/>
                                </m:rPr>
                                <a:rPr lang="en-US" sz="2800" i="1" dirty="0">
                                  <a:solidFill>
                                    <a:srgbClr val="002060"/>
                                  </a:solidFill>
                                  <a:latin typeface="Cambria Math" panose="02040503050406030204" pitchFamily="18" charset="0"/>
                                  <a:ea typeface="Cambria Math" panose="02040503050406030204" pitchFamily="18" charset="0"/>
                                </a:rPr>
                                <m:t>∙</m:t>
                              </m:r>
                              <m:nary>
                                <m:naryPr>
                                  <m:chr m:val="∑"/>
                                  <m:limLoc m:val="undOvr"/>
                                  <m:subHide m:val="on"/>
                                  <m:supHide m:val="on"/>
                                  <m:ctrlPr>
                                    <a:rPr lang="en-US" sz="2800" i="1" dirty="0">
                                      <a:solidFill>
                                        <a:srgbClr val="002060"/>
                                      </a:solidFill>
                                      <a:latin typeface="Cambria Math" panose="02040503050406030204" pitchFamily="18" charset="0"/>
                                    </a:rPr>
                                  </m:ctrlPr>
                                </m:naryPr>
                                <m:sub/>
                                <m:sup/>
                                <m:e>
                                  <m:sSup>
                                    <m:sSupPr>
                                      <m:ctrlPr>
                                        <a:rPr lang="en-US" sz="2800" i="1" dirty="0">
                                          <a:solidFill>
                                            <a:srgbClr val="002060"/>
                                          </a:solidFill>
                                          <a:latin typeface="Cambria Math" panose="02040503050406030204" pitchFamily="18" charset="0"/>
                                        </a:rPr>
                                      </m:ctrlPr>
                                    </m:sSupPr>
                                    <m:e>
                                      <m:r>
                                        <m:rPr>
                                          <m:sty m:val="p"/>
                                        </m:rPr>
                                        <a:rPr lang="en-US" sz="2800" dirty="0">
                                          <a:solidFill>
                                            <a:srgbClr val="7030A0"/>
                                          </a:solidFill>
                                          <a:latin typeface="Cambria Math" panose="02040503050406030204" pitchFamily="18" charset="0"/>
                                        </a:rPr>
                                        <m:t>x</m:t>
                                      </m:r>
                                    </m:e>
                                    <m:sup>
                                      <m:r>
                                        <a:rPr lang="en-US" sz="2800" dirty="0">
                                          <a:solidFill>
                                            <a:srgbClr val="002060"/>
                                          </a:solidFill>
                                          <a:latin typeface="Cambria Math" panose="02040503050406030204" pitchFamily="18" charset="0"/>
                                        </a:rPr>
                                        <m:t>2</m:t>
                                      </m:r>
                                    </m:sup>
                                  </m:sSup>
                                </m:e>
                              </m:nary>
                              <m:r>
                                <a:rPr lang="en-US" sz="2800" dirty="0">
                                  <a:solidFill>
                                    <a:srgbClr val="002060"/>
                                  </a:solidFill>
                                  <a:latin typeface="Cambria Math" panose="02040503050406030204" pitchFamily="18" charset="0"/>
                                </a:rPr>
                                <m:t>−</m:t>
                              </m:r>
                              <m:sSup>
                                <m:sSupPr>
                                  <m:ctrlPr>
                                    <a:rPr lang="en-US" sz="2800" i="1" dirty="0">
                                      <a:solidFill>
                                        <a:srgbClr val="002060"/>
                                      </a:solidFill>
                                      <a:latin typeface="Cambria Math" panose="02040503050406030204" pitchFamily="18" charset="0"/>
                                    </a:rPr>
                                  </m:ctrlPr>
                                </m:sSupPr>
                                <m:e>
                                  <m:d>
                                    <m:dPr>
                                      <m:ctrlPr>
                                        <a:rPr lang="en-US" sz="2800" i="1" dirty="0">
                                          <a:solidFill>
                                            <a:srgbClr val="002060"/>
                                          </a:solidFill>
                                          <a:latin typeface="Cambria Math" panose="02040503050406030204" pitchFamily="18" charset="0"/>
                                        </a:rPr>
                                      </m:ctrlPr>
                                    </m:dPr>
                                    <m:e>
                                      <m:r>
                                        <a:rPr lang="en-US" sz="2800" dirty="0">
                                          <a:solidFill>
                                            <a:srgbClr val="002060"/>
                                          </a:solidFill>
                                          <a:latin typeface="Cambria Math" panose="02040503050406030204" pitchFamily="18" charset="0"/>
                                        </a:rPr>
                                        <m:t> </m:t>
                                      </m:r>
                                      <m:nary>
                                        <m:naryPr>
                                          <m:chr m:val="∑"/>
                                          <m:limLoc m:val="undOvr"/>
                                          <m:subHide m:val="on"/>
                                          <m:supHide m:val="on"/>
                                          <m:ctrlPr>
                                            <a:rPr lang="en-US" sz="2800" i="1" dirty="0">
                                              <a:solidFill>
                                                <a:srgbClr val="002060"/>
                                              </a:solidFill>
                                              <a:latin typeface="Cambria Math" panose="02040503050406030204" pitchFamily="18" charset="0"/>
                                            </a:rPr>
                                          </m:ctrlPr>
                                        </m:naryPr>
                                        <m:sub/>
                                        <m:sup/>
                                        <m:e>
                                          <m:r>
                                            <m:rPr>
                                              <m:sty m:val="p"/>
                                            </m:rPr>
                                            <a:rPr lang="en-US" sz="2800" dirty="0">
                                              <a:solidFill>
                                                <a:srgbClr val="7030A0"/>
                                              </a:solidFill>
                                              <a:latin typeface="Cambria Math" panose="02040503050406030204" pitchFamily="18" charset="0"/>
                                            </a:rPr>
                                            <m:t>x</m:t>
                                          </m:r>
                                        </m:e>
                                      </m:nary>
                                      <m:r>
                                        <a:rPr lang="en-US" sz="2800" dirty="0">
                                          <a:solidFill>
                                            <a:srgbClr val="002060"/>
                                          </a:solidFill>
                                          <a:latin typeface="Cambria Math" panose="02040503050406030204" pitchFamily="18" charset="0"/>
                                        </a:rPr>
                                        <m:t> </m:t>
                                      </m:r>
                                    </m:e>
                                  </m:d>
                                </m:e>
                                <m:sup>
                                  <m:r>
                                    <a:rPr lang="en-US" sz="2800" dirty="0">
                                      <a:solidFill>
                                        <a:srgbClr val="002060"/>
                                      </a:solidFill>
                                      <a:latin typeface="Cambria Math" panose="02040503050406030204" pitchFamily="18" charset="0"/>
                                    </a:rPr>
                                    <m:t>2</m:t>
                                  </m:r>
                                </m:sup>
                              </m:sSup>
                              <m:r>
                                <a:rPr lang="en-US" sz="2800" dirty="0">
                                  <a:solidFill>
                                    <a:srgbClr val="002060"/>
                                  </a:solidFill>
                                  <a:latin typeface="Cambria Math" panose="02040503050406030204" pitchFamily="18" charset="0"/>
                                </a:rPr>
                                <m:t> </m:t>
                              </m:r>
                            </m:e>
                          </m:eqArr>
                        </m:den>
                      </m:f>
                    </m:oMath>
                  </m:oMathPara>
                </a14:m>
                <a:endParaRPr lang="en-US" sz="2800" dirty="0">
                  <a:solidFill>
                    <a:srgbClr val="002060"/>
                  </a:solidFill>
                </a:endParaRPr>
              </a:p>
            </p:txBody>
          </p:sp>
        </mc:Choice>
        <mc:Fallback xmlns="">
          <p:sp>
            <p:nvSpPr>
              <p:cNvPr id="23" name="Rectangle 22"/>
              <p:cNvSpPr>
                <a:spLocks noRot="1" noChangeAspect="1" noMove="1" noResize="1" noEditPoints="1" noAdjustHandles="1" noChangeArrowheads="1" noChangeShapeType="1" noTextEdit="1"/>
              </p:cNvSpPr>
              <p:nvPr/>
            </p:nvSpPr>
            <p:spPr>
              <a:xfrm>
                <a:off x="137270" y="862943"/>
                <a:ext cx="5907836" cy="1134541"/>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Rectangle 24"/>
              <p:cNvSpPr/>
              <p:nvPr/>
            </p:nvSpPr>
            <p:spPr>
              <a:xfrm>
                <a:off x="137270" y="2356053"/>
                <a:ext cx="7716215" cy="112486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dirty="0" smtClean="0">
                          <a:solidFill>
                            <a:srgbClr val="002060"/>
                          </a:solidFill>
                          <a:latin typeface="Cambria Math" panose="02040503050406030204" pitchFamily="18" charset="0"/>
                          <a:ea typeface="Cambria Math" panose="02040503050406030204" pitchFamily="18" charset="0"/>
                        </a:rPr>
                        <m:t>⇒</m:t>
                      </m:r>
                      <m:sSub>
                        <m:sSubPr>
                          <m:ctrlPr>
                            <a:rPr lang="en-US" sz="2800" i="1" dirty="0">
                              <a:solidFill>
                                <a:srgbClr val="002060"/>
                              </a:solidFill>
                              <a:latin typeface="Cambria Math" panose="02040503050406030204" pitchFamily="18" charset="0"/>
                            </a:rPr>
                          </m:ctrlPr>
                        </m:sSubPr>
                        <m:e>
                          <m:r>
                            <m:rPr>
                              <m:sty m:val="p"/>
                            </m:rPr>
                            <a:rPr lang="en-US" sz="2800" dirty="0">
                              <a:solidFill>
                                <a:srgbClr val="002060"/>
                              </a:solidFill>
                              <a:latin typeface="Cambria Math" panose="02040503050406030204" pitchFamily="18" charset="0"/>
                            </a:rPr>
                            <m:t>b</m:t>
                          </m:r>
                        </m:e>
                        <m:sub>
                          <m:r>
                            <m:rPr>
                              <m:sty m:val="p"/>
                            </m:rPr>
                            <a:rPr lang="en-US" sz="2800" dirty="0">
                              <a:solidFill>
                                <a:srgbClr val="002060"/>
                              </a:solidFill>
                              <a:latin typeface="Cambria Math" panose="02040503050406030204" pitchFamily="18" charset="0"/>
                            </a:rPr>
                            <m:t>yx</m:t>
                          </m:r>
                        </m:sub>
                      </m:sSub>
                      <m:r>
                        <a:rPr lang="en-US" sz="2800" dirty="0">
                          <a:solidFill>
                            <a:srgbClr val="002060"/>
                          </a:solidFill>
                          <a:latin typeface="Cambria Math" panose="02040503050406030204" pitchFamily="18" charset="0"/>
                        </a:rPr>
                        <m:t>=</m:t>
                      </m:r>
                      <m:f>
                        <m:fPr>
                          <m:ctrlPr>
                            <a:rPr lang="en-US" sz="2800" i="1" dirty="0">
                              <a:solidFill>
                                <a:srgbClr val="002060"/>
                              </a:solidFill>
                              <a:latin typeface="Cambria Math" panose="02040503050406030204" pitchFamily="18" charset="0"/>
                            </a:rPr>
                          </m:ctrlPr>
                        </m:fPr>
                        <m:num>
                          <m:r>
                            <a:rPr lang="en-US" sz="2800" dirty="0">
                              <a:solidFill>
                                <a:srgbClr val="002060"/>
                              </a:solidFill>
                              <a:latin typeface="Cambria Math" panose="02040503050406030204" pitchFamily="18" charset="0"/>
                            </a:rPr>
                            <m:t> </m:t>
                          </m:r>
                          <m:r>
                            <m:rPr>
                              <m:brk/>
                            </m:rPr>
                            <a:rPr lang="en-US" sz="2800" b="0" i="0" dirty="0" smtClean="0">
                              <a:solidFill>
                                <a:schemeClr val="bg1"/>
                              </a:solidFill>
                              <a:latin typeface="Cambria Math" panose="02040503050406030204" pitchFamily="18" charset="0"/>
                            </a:rPr>
                            <m:t>1</m:t>
                          </m:r>
                          <m:r>
                            <a:rPr lang="en-US" sz="2800" b="0" i="0" dirty="0" smtClean="0">
                              <a:solidFill>
                                <a:schemeClr val="bg1"/>
                              </a:solidFill>
                              <a:latin typeface="Cambria Math" panose="02040503050406030204" pitchFamily="18" charset="0"/>
                            </a:rPr>
                            <m:t>00</m:t>
                          </m:r>
                          <m:r>
                            <m:rPr>
                              <m:brk/>
                            </m:rPr>
                            <a:rPr lang="en-US" sz="2800" b="0" i="1" dirty="0" smtClean="0">
                              <a:solidFill>
                                <a:srgbClr val="002060"/>
                              </a:solidFill>
                              <a:latin typeface="Cambria Math" panose="02040503050406030204" pitchFamily="18" charset="0"/>
                              <a:ea typeface="Cambria Math" panose="02040503050406030204" pitchFamily="18" charset="0"/>
                            </a:rPr>
                            <m:t>∙</m:t>
                          </m:r>
                          <m:r>
                            <a:rPr lang="en-US" sz="2800" b="0" i="1" smtClean="0">
                              <a:solidFill>
                                <a:schemeClr val="bg1"/>
                              </a:solidFill>
                              <a:latin typeface="Cambria Math" panose="02040503050406030204" pitchFamily="18" charset="0"/>
                              <a:ea typeface="Cambria Math" panose="02040503050406030204" pitchFamily="18" charset="0"/>
                            </a:rPr>
                            <m:t>1022250</m:t>
                          </m:r>
                          <m:r>
                            <a:rPr lang="en-US" sz="2800" dirty="0">
                              <a:solidFill>
                                <a:srgbClr val="002060"/>
                              </a:solidFill>
                              <a:latin typeface="Cambria Math" panose="02040503050406030204" pitchFamily="18" charset="0"/>
                            </a:rPr>
                            <m:t>−</m:t>
                          </m:r>
                          <m:d>
                            <m:dPr>
                              <m:ctrlPr>
                                <a:rPr lang="en-US" sz="2800" i="1" dirty="0">
                                  <a:solidFill>
                                    <a:srgbClr val="002060"/>
                                  </a:solidFill>
                                  <a:latin typeface="Cambria Math" panose="02040503050406030204" pitchFamily="18" charset="0"/>
                                </a:rPr>
                              </m:ctrlPr>
                            </m:dPr>
                            <m:e>
                              <m:r>
                                <a:rPr lang="en-US" sz="2800" dirty="0">
                                  <a:solidFill>
                                    <a:srgbClr val="002060"/>
                                  </a:solidFill>
                                  <a:latin typeface="Cambria Math" panose="02040503050406030204" pitchFamily="18" charset="0"/>
                                </a:rPr>
                                <m:t> </m:t>
                              </m:r>
                              <m:r>
                                <a:rPr lang="en-US" sz="2800" b="0" i="1" dirty="0" smtClean="0">
                                  <a:solidFill>
                                    <a:schemeClr val="bg1"/>
                                  </a:solidFill>
                                  <a:latin typeface="Cambria Math" panose="02040503050406030204" pitchFamily="18" charset="0"/>
                                </a:rPr>
                                <m:t>15000</m:t>
                              </m:r>
                              <m:r>
                                <a:rPr lang="en-US" sz="2800" dirty="0">
                                  <a:solidFill>
                                    <a:srgbClr val="002060"/>
                                  </a:solidFill>
                                  <a:latin typeface="Cambria Math" panose="02040503050406030204" pitchFamily="18" charset="0"/>
                                </a:rPr>
                                <m:t> </m:t>
                              </m:r>
                            </m:e>
                          </m:d>
                          <m:r>
                            <m:rPr>
                              <m:brk/>
                            </m:rPr>
                            <a:rPr lang="en-US" sz="2800" i="1" dirty="0">
                              <a:solidFill>
                                <a:srgbClr val="002060"/>
                              </a:solidFill>
                              <a:latin typeface="Cambria Math" panose="02040503050406030204" pitchFamily="18" charset="0"/>
                              <a:ea typeface="Cambria Math" panose="02040503050406030204" pitchFamily="18" charset="0"/>
                            </a:rPr>
                            <m:t>∙</m:t>
                          </m:r>
                          <m:d>
                            <m:dPr>
                              <m:ctrlPr>
                                <a:rPr lang="en-US" sz="2800" i="1" dirty="0">
                                  <a:solidFill>
                                    <a:srgbClr val="002060"/>
                                  </a:solidFill>
                                  <a:latin typeface="Cambria Math" panose="02040503050406030204" pitchFamily="18" charset="0"/>
                                </a:rPr>
                              </m:ctrlPr>
                            </m:dPr>
                            <m:e>
                              <m:r>
                                <a:rPr lang="en-US" sz="2800" dirty="0" smtClean="0">
                                  <a:solidFill>
                                    <a:schemeClr val="bg1"/>
                                  </a:solidFill>
                                  <a:latin typeface="Cambria Math" panose="02040503050406030204" pitchFamily="18" charset="0"/>
                                </a:rPr>
                                <m:t> </m:t>
                              </m:r>
                              <m:r>
                                <a:rPr lang="en-US" sz="2800" b="0" i="1" dirty="0" smtClean="0">
                                  <a:solidFill>
                                    <a:schemeClr val="bg1"/>
                                  </a:solidFill>
                                  <a:latin typeface="Cambria Math" panose="02040503050406030204" pitchFamily="18" charset="0"/>
                                </a:rPr>
                                <m:t>6800</m:t>
                              </m:r>
                              <m:r>
                                <a:rPr lang="en-US" sz="2800" dirty="0">
                                  <a:solidFill>
                                    <a:srgbClr val="002060"/>
                                  </a:solidFill>
                                  <a:latin typeface="Cambria Math" panose="02040503050406030204" pitchFamily="18" charset="0"/>
                                </a:rPr>
                                <m:t> </m:t>
                              </m:r>
                            </m:e>
                          </m:d>
                          <m:r>
                            <a:rPr lang="en-US" sz="2800" dirty="0">
                              <a:solidFill>
                                <a:srgbClr val="002060"/>
                              </a:solidFill>
                              <a:latin typeface="Cambria Math" panose="02040503050406030204" pitchFamily="18" charset="0"/>
                            </a:rPr>
                            <m:t> </m:t>
                          </m:r>
                        </m:num>
                        <m:den>
                          <m:eqArr>
                            <m:eqArrPr>
                              <m:ctrlPr>
                                <a:rPr lang="en-US" sz="2800" i="1" dirty="0">
                                  <a:solidFill>
                                    <a:srgbClr val="002060"/>
                                  </a:solidFill>
                                  <a:latin typeface="Cambria Math" panose="02040503050406030204" pitchFamily="18" charset="0"/>
                                </a:rPr>
                              </m:ctrlPr>
                            </m:eqArrPr>
                            <m:e>
                              <m:r>
                                <a:rPr lang="en-US" sz="2800" dirty="0">
                                  <a:solidFill>
                                    <a:srgbClr val="002060"/>
                                  </a:solidFill>
                                  <a:latin typeface="Cambria Math" panose="02040503050406030204" pitchFamily="18" charset="0"/>
                                </a:rPr>
                                <m:t> </m:t>
                              </m:r>
                            </m:e>
                            <m:e>
                              <m:r>
                                <m:rPr>
                                  <m:brk/>
                                </m:rPr>
                                <a:rPr lang="en-US" sz="2800" b="0" i="0" dirty="0" smtClean="0">
                                  <a:solidFill>
                                    <a:schemeClr val="bg1"/>
                                  </a:solidFill>
                                  <a:latin typeface="Cambria Math" panose="02040503050406030204" pitchFamily="18" charset="0"/>
                                </a:rPr>
                                <m:t>1</m:t>
                              </m:r>
                              <m:r>
                                <a:rPr lang="en-US" sz="2800" b="0" i="0" dirty="0" smtClean="0">
                                  <a:solidFill>
                                    <a:schemeClr val="bg1"/>
                                  </a:solidFill>
                                  <a:latin typeface="Cambria Math" panose="02040503050406030204" pitchFamily="18" charset="0"/>
                                </a:rPr>
                                <m:t>00</m:t>
                              </m:r>
                              <m:r>
                                <m:rPr>
                                  <m:brk/>
                                </m:rPr>
                                <a:rPr lang="en-US" sz="2800" i="1" dirty="0">
                                  <a:solidFill>
                                    <a:srgbClr val="002060"/>
                                  </a:solidFill>
                                  <a:latin typeface="Cambria Math" panose="02040503050406030204" pitchFamily="18" charset="0"/>
                                  <a:ea typeface="Cambria Math" panose="02040503050406030204" pitchFamily="18" charset="0"/>
                                </a:rPr>
                                <m:t>∙</m:t>
                              </m:r>
                              <m:r>
                                <a:rPr lang="en-US" sz="2800" b="0" i="1" dirty="0" smtClean="0">
                                  <a:solidFill>
                                    <a:schemeClr val="bg1"/>
                                  </a:solidFill>
                                  <a:latin typeface="Cambria Math" panose="02040503050406030204" pitchFamily="18" charset="0"/>
                                </a:rPr>
                                <m:t>2272500</m:t>
                              </m:r>
                              <m:r>
                                <a:rPr lang="en-US" sz="2800" dirty="0">
                                  <a:solidFill>
                                    <a:srgbClr val="002060"/>
                                  </a:solidFill>
                                  <a:latin typeface="Cambria Math" panose="02040503050406030204" pitchFamily="18" charset="0"/>
                                </a:rPr>
                                <m:t>−</m:t>
                              </m:r>
                              <m:sSup>
                                <m:sSupPr>
                                  <m:ctrlPr>
                                    <a:rPr lang="en-US" sz="2800" i="1" dirty="0">
                                      <a:solidFill>
                                        <a:srgbClr val="002060"/>
                                      </a:solidFill>
                                      <a:latin typeface="Cambria Math" panose="02040503050406030204" pitchFamily="18" charset="0"/>
                                    </a:rPr>
                                  </m:ctrlPr>
                                </m:sSupPr>
                                <m:e>
                                  <m:d>
                                    <m:dPr>
                                      <m:ctrlPr>
                                        <a:rPr lang="en-US" sz="2800" i="1" dirty="0">
                                          <a:solidFill>
                                            <a:srgbClr val="002060"/>
                                          </a:solidFill>
                                          <a:latin typeface="Cambria Math" panose="02040503050406030204" pitchFamily="18" charset="0"/>
                                        </a:rPr>
                                      </m:ctrlPr>
                                    </m:dPr>
                                    <m:e>
                                      <m:r>
                                        <a:rPr lang="en-US" sz="2800" dirty="0">
                                          <a:solidFill>
                                            <a:srgbClr val="002060"/>
                                          </a:solidFill>
                                          <a:latin typeface="Cambria Math" panose="02040503050406030204" pitchFamily="18" charset="0"/>
                                        </a:rPr>
                                        <m:t> </m:t>
                                      </m:r>
                                      <m:r>
                                        <a:rPr lang="en-US" sz="2800" b="0" i="1" dirty="0" smtClean="0">
                                          <a:solidFill>
                                            <a:schemeClr val="bg1"/>
                                          </a:solidFill>
                                          <a:latin typeface="Cambria Math" panose="02040503050406030204" pitchFamily="18" charset="0"/>
                                        </a:rPr>
                                        <m:t>15000</m:t>
                                      </m:r>
                                      <m:r>
                                        <a:rPr lang="en-US" sz="2800" dirty="0">
                                          <a:solidFill>
                                            <a:srgbClr val="002060"/>
                                          </a:solidFill>
                                          <a:latin typeface="Cambria Math" panose="02040503050406030204" pitchFamily="18" charset="0"/>
                                        </a:rPr>
                                        <m:t> </m:t>
                                      </m:r>
                                    </m:e>
                                  </m:d>
                                </m:e>
                                <m:sup>
                                  <m:r>
                                    <a:rPr lang="en-US" sz="2800" dirty="0">
                                      <a:solidFill>
                                        <a:srgbClr val="002060"/>
                                      </a:solidFill>
                                      <a:latin typeface="Cambria Math" panose="02040503050406030204" pitchFamily="18" charset="0"/>
                                    </a:rPr>
                                    <m:t>2</m:t>
                                  </m:r>
                                </m:sup>
                              </m:sSup>
                              <m:r>
                                <a:rPr lang="en-US" sz="2800" dirty="0">
                                  <a:solidFill>
                                    <a:srgbClr val="002060"/>
                                  </a:solidFill>
                                  <a:latin typeface="Cambria Math" panose="02040503050406030204" pitchFamily="18" charset="0"/>
                                </a:rPr>
                                <m:t> </m:t>
                              </m:r>
                            </m:e>
                          </m:eqArr>
                        </m:den>
                      </m:f>
                    </m:oMath>
                  </m:oMathPara>
                </a14:m>
                <a:endParaRPr lang="en-US" sz="2800" dirty="0">
                  <a:solidFill>
                    <a:srgbClr val="002060"/>
                  </a:solidFill>
                </a:endParaRPr>
              </a:p>
            </p:txBody>
          </p:sp>
        </mc:Choice>
        <mc:Fallback xmlns="">
          <p:sp>
            <p:nvSpPr>
              <p:cNvPr id="25" name="Rectangle 24"/>
              <p:cNvSpPr>
                <a:spLocks noRot="1" noChangeAspect="1" noMove="1" noResize="1" noEditPoints="1" noAdjustHandles="1" noChangeArrowheads="1" noChangeShapeType="1" noTextEdit="1"/>
              </p:cNvSpPr>
              <p:nvPr/>
            </p:nvSpPr>
            <p:spPr>
              <a:xfrm>
                <a:off x="137270" y="2356053"/>
                <a:ext cx="7716215" cy="112486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137270" y="3898376"/>
                <a:ext cx="5970737" cy="1045992"/>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dirty="0" smtClean="0">
                          <a:solidFill>
                            <a:srgbClr val="002060"/>
                          </a:solidFill>
                          <a:latin typeface="Cambria Math" panose="02040503050406030204" pitchFamily="18" charset="0"/>
                          <a:ea typeface="Cambria Math" panose="02040503050406030204" pitchFamily="18" charset="0"/>
                        </a:rPr>
                        <m:t>⇒</m:t>
                      </m:r>
                      <m:sSub>
                        <m:sSubPr>
                          <m:ctrlPr>
                            <a:rPr lang="en-US" sz="2800" i="1" dirty="0">
                              <a:solidFill>
                                <a:srgbClr val="002060"/>
                              </a:solidFill>
                              <a:latin typeface="Cambria Math" panose="02040503050406030204" pitchFamily="18" charset="0"/>
                            </a:rPr>
                          </m:ctrlPr>
                        </m:sSubPr>
                        <m:e>
                          <m:r>
                            <m:rPr>
                              <m:sty m:val="p"/>
                            </m:rPr>
                            <a:rPr lang="en-US" sz="2800" dirty="0">
                              <a:solidFill>
                                <a:srgbClr val="002060"/>
                              </a:solidFill>
                              <a:latin typeface="Cambria Math" panose="02040503050406030204" pitchFamily="18" charset="0"/>
                            </a:rPr>
                            <m:t>b</m:t>
                          </m:r>
                        </m:e>
                        <m:sub>
                          <m:r>
                            <m:rPr>
                              <m:sty m:val="p"/>
                            </m:rPr>
                            <a:rPr lang="en-US" sz="2800" dirty="0">
                              <a:solidFill>
                                <a:srgbClr val="002060"/>
                              </a:solidFill>
                              <a:latin typeface="Cambria Math" panose="02040503050406030204" pitchFamily="18" charset="0"/>
                            </a:rPr>
                            <m:t>yx</m:t>
                          </m:r>
                        </m:sub>
                      </m:sSub>
                      <m:r>
                        <a:rPr lang="en-US" sz="2800" dirty="0">
                          <a:solidFill>
                            <a:srgbClr val="002060"/>
                          </a:solidFill>
                          <a:latin typeface="Cambria Math" panose="02040503050406030204" pitchFamily="18" charset="0"/>
                        </a:rPr>
                        <m:t>=</m:t>
                      </m:r>
                      <m:f>
                        <m:fPr>
                          <m:ctrlPr>
                            <a:rPr lang="en-US" sz="2800" i="1" dirty="0">
                              <a:solidFill>
                                <a:srgbClr val="002060"/>
                              </a:solidFill>
                              <a:latin typeface="Cambria Math" panose="02040503050406030204" pitchFamily="18" charset="0"/>
                            </a:rPr>
                          </m:ctrlPr>
                        </m:fPr>
                        <m:num>
                          <m:r>
                            <a:rPr lang="en-US" sz="2800" dirty="0">
                              <a:solidFill>
                                <a:srgbClr val="002060"/>
                              </a:solidFill>
                              <a:latin typeface="Cambria Math" panose="02040503050406030204" pitchFamily="18" charset="0"/>
                            </a:rPr>
                            <m:t> </m:t>
                          </m:r>
                          <m:r>
                            <a:rPr lang="en-US" sz="2800" b="0" i="1" dirty="0" smtClean="0">
                              <a:solidFill>
                                <a:schemeClr val="bg1"/>
                              </a:solidFill>
                              <a:latin typeface="Cambria Math" panose="02040503050406030204" pitchFamily="18" charset="0"/>
                            </a:rPr>
                            <m:t>102225000</m:t>
                          </m:r>
                          <m:r>
                            <a:rPr lang="en-US" sz="2800" b="0" i="1" dirty="0" smtClean="0">
                              <a:solidFill>
                                <a:srgbClr val="002060"/>
                              </a:solidFill>
                              <a:latin typeface="Cambria Math" panose="02040503050406030204" pitchFamily="18" charset="0"/>
                            </a:rPr>
                            <m:t> </m:t>
                          </m:r>
                          <m:r>
                            <a:rPr lang="en-US" sz="2800" dirty="0">
                              <a:solidFill>
                                <a:srgbClr val="002060"/>
                              </a:solidFill>
                              <a:latin typeface="Cambria Math" panose="02040503050406030204" pitchFamily="18" charset="0"/>
                            </a:rPr>
                            <m:t>−</m:t>
                          </m:r>
                          <m:r>
                            <a:rPr lang="en-US" sz="2800" i="1" dirty="0" smtClean="0">
                              <a:solidFill>
                                <a:schemeClr val="bg1"/>
                              </a:solidFill>
                              <a:latin typeface="Cambria Math" panose="02040503050406030204" pitchFamily="18" charset="0"/>
                            </a:rPr>
                            <m:t>1</m:t>
                          </m:r>
                          <m:r>
                            <a:rPr lang="en-US" sz="2800" b="0" i="1" dirty="0" smtClean="0">
                              <a:solidFill>
                                <a:schemeClr val="bg1"/>
                              </a:solidFill>
                              <a:latin typeface="Cambria Math" panose="02040503050406030204" pitchFamily="18" charset="0"/>
                            </a:rPr>
                            <m:t>02000000</m:t>
                          </m:r>
                          <m:r>
                            <a:rPr lang="en-US" sz="2800" dirty="0">
                              <a:solidFill>
                                <a:srgbClr val="002060"/>
                              </a:solidFill>
                              <a:latin typeface="Cambria Math" panose="02040503050406030204" pitchFamily="18" charset="0"/>
                            </a:rPr>
                            <m:t> </m:t>
                          </m:r>
                        </m:num>
                        <m:den>
                          <m:eqArr>
                            <m:eqArrPr>
                              <m:ctrlPr>
                                <a:rPr lang="en-US" sz="2800" i="1" dirty="0">
                                  <a:solidFill>
                                    <a:srgbClr val="002060"/>
                                  </a:solidFill>
                                  <a:latin typeface="Cambria Math" panose="02040503050406030204" pitchFamily="18" charset="0"/>
                                </a:rPr>
                              </m:ctrlPr>
                            </m:eqArrPr>
                            <m:e>
                              <m:r>
                                <a:rPr lang="en-US" sz="2800" dirty="0">
                                  <a:solidFill>
                                    <a:srgbClr val="002060"/>
                                  </a:solidFill>
                                  <a:latin typeface="Cambria Math" panose="02040503050406030204" pitchFamily="18" charset="0"/>
                                </a:rPr>
                                <m:t> </m:t>
                              </m:r>
                            </m:e>
                            <m:e>
                              <m:r>
                                <a:rPr lang="en-US" sz="2800" b="0" i="1" dirty="0" smtClean="0">
                                  <a:solidFill>
                                    <a:srgbClr val="002060"/>
                                  </a:solidFill>
                                  <a:latin typeface="Cambria Math" panose="02040503050406030204" pitchFamily="18" charset="0"/>
                                </a:rPr>
                                <m:t> </m:t>
                              </m:r>
                              <m:r>
                                <a:rPr lang="en-US" sz="2800" b="0" i="1" dirty="0" smtClean="0">
                                  <a:solidFill>
                                    <a:schemeClr val="bg1"/>
                                  </a:solidFill>
                                  <a:latin typeface="Cambria Math" panose="02040503050406030204" pitchFamily="18" charset="0"/>
                                </a:rPr>
                                <m:t>227250000 </m:t>
                              </m:r>
                              <m:r>
                                <a:rPr lang="en-US" sz="2800" dirty="0">
                                  <a:solidFill>
                                    <a:srgbClr val="002060"/>
                                  </a:solidFill>
                                  <a:latin typeface="Cambria Math" panose="02040503050406030204" pitchFamily="18" charset="0"/>
                                </a:rPr>
                                <m:t>−</m:t>
                              </m:r>
                              <m:r>
                                <a:rPr lang="en-US" sz="2800" i="1" dirty="0" smtClean="0">
                                  <a:solidFill>
                                    <a:schemeClr val="bg1"/>
                                  </a:solidFill>
                                  <a:latin typeface="Cambria Math" panose="02040503050406030204" pitchFamily="18" charset="0"/>
                                </a:rPr>
                                <m:t>2</m:t>
                              </m:r>
                              <m:r>
                                <a:rPr lang="en-US" sz="2800" b="0" i="1" dirty="0" smtClean="0">
                                  <a:solidFill>
                                    <a:schemeClr val="bg1"/>
                                  </a:solidFill>
                                  <a:latin typeface="Cambria Math" panose="02040503050406030204" pitchFamily="18" charset="0"/>
                                </a:rPr>
                                <m:t>25000000</m:t>
                              </m:r>
                              <m:r>
                                <a:rPr lang="en-US" sz="2800" dirty="0">
                                  <a:solidFill>
                                    <a:srgbClr val="002060"/>
                                  </a:solidFill>
                                  <a:latin typeface="Cambria Math" panose="02040503050406030204" pitchFamily="18" charset="0"/>
                                </a:rPr>
                                <m:t> </m:t>
                              </m:r>
                            </m:e>
                          </m:eqArr>
                        </m:den>
                      </m:f>
                    </m:oMath>
                  </m:oMathPara>
                </a14:m>
                <a:endParaRPr lang="en-US" sz="2800" dirty="0">
                  <a:solidFill>
                    <a:srgbClr val="002060"/>
                  </a:solidFill>
                </a:endParaRPr>
              </a:p>
            </p:txBody>
          </p:sp>
        </mc:Choice>
        <mc:Fallback xmlns="">
          <p:sp>
            <p:nvSpPr>
              <p:cNvPr id="13" name="Rectangle 12"/>
              <p:cNvSpPr>
                <a:spLocks noRot="1" noChangeAspect="1" noMove="1" noResize="1" noEditPoints="1" noAdjustHandles="1" noChangeArrowheads="1" noChangeShapeType="1" noTextEdit="1"/>
              </p:cNvSpPr>
              <p:nvPr/>
            </p:nvSpPr>
            <p:spPr>
              <a:xfrm>
                <a:off x="137270" y="3898376"/>
                <a:ext cx="5970737" cy="1045992"/>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137270" y="5361831"/>
                <a:ext cx="3682868" cy="562846"/>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dirty="0" smtClean="0">
                          <a:solidFill>
                            <a:srgbClr val="002060"/>
                          </a:solidFill>
                          <a:latin typeface="Cambria Math" panose="02040503050406030204" pitchFamily="18" charset="0"/>
                          <a:ea typeface="Cambria Math" panose="02040503050406030204" pitchFamily="18" charset="0"/>
                        </a:rPr>
                        <m:t>⇒</m:t>
                      </m:r>
                      <m:sSub>
                        <m:sSubPr>
                          <m:ctrlPr>
                            <a:rPr lang="en-US" sz="2800" i="1" dirty="0">
                              <a:solidFill>
                                <a:srgbClr val="002060"/>
                              </a:solidFill>
                              <a:latin typeface="Cambria Math" panose="02040503050406030204" pitchFamily="18" charset="0"/>
                            </a:rPr>
                          </m:ctrlPr>
                        </m:sSubPr>
                        <m:e>
                          <m:r>
                            <m:rPr>
                              <m:sty m:val="p"/>
                            </m:rPr>
                            <a:rPr lang="en-US" sz="2800" dirty="0">
                              <a:solidFill>
                                <a:srgbClr val="002060"/>
                              </a:solidFill>
                              <a:latin typeface="Cambria Math" panose="02040503050406030204" pitchFamily="18" charset="0"/>
                            </a:rPr>
                            <m:t>b</m:t>
                          </m:r>
                        </m:e>
                        <m:sub>
                          <m:r>
                            <m:rPr>
                              <m:sty m:val="p"/>
                            </m:rPr>
                            <a:rPr lang="en-US" sz="2800" dirty="0">
                              <a:solidFill>
                                <a:srgbClr val="002060"/>
                              </a:solidFill>
                              <a:latin typeface="Cambria Math" panose="02040503050406030204" pitchFamily="18" charset="0"/>
                            </a:rPr>
                            <m:t>yx</m:t>
                          </m:r>
                        </m:sub>
                      </m:sSub>
                      <m:r>
                        <a:rPr lang="en-US" sz="2800" dirty="0">
                          <a:solidFill>
                            <a:srgbClr val="002060"/>
                          </a:solidFill>
                          <a:latin typeface="Cambria Math" panose="02040503050406030204" pitchFamily="18" charset="0"/>
                        </a:rPr>
                        <m:t>=</m:t>
                      </m:r>
                      <m:r>
                        <a:rPr lang="en-US" sz="2800" b="0" i="1" dirty="0" smtClean="0">
                          <a:solidFill>
                            <a:srgbClr val="002060"/>
                          </a:solidFill>
                          <a:latin typeface="Cambria Math" panose="02040503050406030204" pitchFamily="18" charset="0"/>
                        </a:rPr>
                        <m:t>0.1</m:t>
                      </m:r>
                      <m:r>
                        <a:rPr lang="en-US" sz="2800" b="1" i="1">
                          <a:solidFill>
                            <a:srgbClr val="002060"/>
                          </a:solidFill>
                          <a:latin typeface="Cambria Math" panose="02040503050406030204" pitchFamily="18" charset="0"/>
                          <a:ea typeface="Cambria Math" panose="02040503050406030204" pitchFamily="18" charset="0"/>
                        </a:rPr>
                        <m:t>………(</m:t>
                      </m:r>
                      <m:r>
                        <a:rPr lang="en-US" sz="2800" b="1" i="1" smtClean="0">
                          <a:solidFill>
                            <a:srgbClr val="002060"/>
                          </a:solidFill>
                          <a:latin typeface="Cambria Math" panose="02040503050406030204" pitchFamily="18" charset="0"/>
                          <a:ea typeface="Cambria Math" panose="02040503050406030204" pitchFamily="18" charset="0"/>
                        </a:rPr>
                        <m:t>𝟒</m:t>
                      </m:r>
                      <m:r>
                        <a:rPr lang="en-US" sz="2800" b="1" i="1">
                          <a:solidFill>
                            <a:srgbClr val="002060"/>
                          </a:solidFill>
                          <a:latin typeface="Cambria Math" panose="02040503050406030204" pitchFamily="18" charset="0"/>
                          <a:ea typeface="Cambria Math" panose="02040503050406030204" pitchFamily="18" charset="0"/>
                        </a:rPr>
                        <m:t>)</m:t>
                      </m:r>
                    </m:oMath>
                  </m:oMathPara>
                </a14:m>
                <a:endParaRPr lang="en-US" sz="2800" dirty="0">
                  <a:solidFill>
                    <a:srgbClr val="002060"/>
                  </a:solidFill>
                </a:endParaRPr>
              </a:p>
            </p:txBody>
          </p:sp>
        </mc:Choice>
        <mc:Fallback xmlns="">
          <p:sp>
            <p:nvSpPr>
              <p:cNvPr id="14" name="Rectangle 13"/>
              <p:cNvSpPr>
                <a:spLocks noRot="1" noChangeAspect="1" noMove="1" noResize="1" noEditPoints="1" noAdjustHandles="1" noChangeArrowheads="1" noChangeShapeType="1" noTextEdit="1"/>
              </p:cNvSpPr>
              <p:nvPr/>
            </p:nvSpPr>
            <p:spPr>
              <a:xfrm>
                <a:off x="137270" y="5361831"/>
                <a:ext cx="3682868" cy="562846"/>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p:cNvSpPr/>
              <p:nvPr/>
            </p:nvSpPr>
            <p:spPr>
              <a:xfrm>
                <a:off x="1585435" y="2333535"/>
                <a:ext cx="862737"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b="0" i="1" smtClean="0">
                          <a:solidFill>
                            <a:srgbClr val="7030A0"/>
                          </a:solidFill>
                          <a:latin typeface="Cambria Math" panose="02040503050406030204" pitchFamily="18" charset="0"/>
                        </a:rPr>
                        <m:t>100</m:t>
                      </m:r>
                    </m:oMath>
                  </m:oMathPara>
                </a14:m>
                <a:endParaRPr lang="en-US" sz="2800" dirty="0">
                  <a:solidFill>
                    <a:srgbClr val="7030A0"/>
                  </a:solidFill>
                </a:endParaRPr>
              </a:p>
            </p:txBody>
          </p:sp>
        </mc:Choice>
        <mc:Fallback xmlns="">
          <p:sp>
            <p:nvSpPr>
              <p:cNvPr id="18" name="Rectangle 17"/>
              <p:cNvSpPr>
                <a:spLocks noRot="1" noChangeAspect="1" noMove="1" noResize="1" noEditPoints="1" noAdjustHandles="1" noChangeArrowheads="1" noChangeShapeType="1" noTextEdit="1"/>
              </p:cNvSpPr>
              <p:nvPr/>
            </p:nvSpPr>
            <p:spPr>
              <a:xfrm>
                <a:off x="1585435" y="2333535"/>
                <a:ext cx="862737" cy="523220"/>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p:cNvSpPr/>
              <p:nvPr/>
            </p:nvSpPr>
            <p:spPr>
              <a:xfrm>
                <a:off x="2219454" y="2968315"/>
                <a:ext cx="862737"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b="0" i="1" smtClean="0">
                          <a:solidFill>
                            <a:srgbClr val="7030A0"/>
                          </a:solidFill>
                          <a:latin typeface="Cambria Math" panose="02040503050406030204" pitchFamily="18" charset="0"/>
                        </a:rPr>
                        <m:t>100</m:t>
                      </m:r>
                    </m:oMath>
                  </m:oMathPara>
                </a14:m>
                <a:endParaRPr lang="en-US" sz="2800" dirty="0">
                  <a:solidFill>
                    <a:srgbClr val="7030A0"/>
                  </a:solidFill>
                </a:endParaRPr>
              </a:p>
            </p:txBody>
          </p:sp>
        </mc:Choice>
        <mc:Fallback xmlns="">
          <p:sp>
            <p:nvSpPr>
              <p:cNvPr id="19" name="Rectangle 18"/>
              <p:cNvSpPr>
                <a:spLocks noRot="1" noChangeAspect="1" noMove="1" noResize="1" noEditPoints="1" noAdjustHandles="1" noChangeArrowheads="1" noChangeShapeType="1" noTextEdit="1"/>
              </p:cNvSpPr>
              <p:nvPr/>
            </p:nvSpPr>
            <p:spPr>
              <a:xfrm>
                <a:off x="2219454" y="2968315"/>
                <a:ext cx="862737" cy="523220"/>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Rectangle 20"/>
              <p:cNvSpPr/>
              <p:nvPr/>
            </p:nvSpPr>
            <p:spPr>
              <a:xfrm>
                <a:off x="4454654" y="2333535"/>
                <a:ext cx="1260281"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b="0" i="1" smtClean="0">
                          <a:solidFill>
                            <a:srgbClr val="002060"/>
                          </a:solidFill>
                          <a:latin typeface="Cambria Math" panose="02040503050406030204" pitchFamily="18" charset="0"/>
                        </a:rPr>
                        <m:t>15000</m:t>
                      </m:r>
                    </m:oMath>
                  </m:oMathPara>
                </a14:m>
                <a:endParaRPr lang="en-US" sz="2800" dirty="0">
                  <a:solidFill>
                    <a:srgbClr val="002060"/>
                  </a:solidFill>
                </a:endParaRPr>
              </a:p>
            </p:txBody>
          </p:sp>
        </mc:Choice>
        <mc:Fallback xmlns="">
          <p:sp>
            <p:nvSpPr>
              <p:cNvPr id="21" name="Rectangle 20"/>
              <p:cNvSpPr>
                <a:spLocks noRot="1" noChangeAspect="1" noMove="1" noResize="1" noEditPoints="1" noAdjustHandles="1" noChangeArrowheads="1" noChangeShapeType="1" noTextEdit="1"/>
              </p:cNvSpPr>
              <p:nvPr/>
            </p:nvSpPr>
            <p:spPr>
              <a:xfrm>
                <a:off x="4454654" y="2333535"/>
                <a:ext cx="1260281" cy="523220"/>
              </a:xfrm>
              <a:prstGeom prst="rect">
                <a:avLst/>
              </a:prstGeom>
              <a:blipFill rotWithShape="0">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Rectangle 21"/>
              <p:cNvSpPr/>
              <p:nvPr/>
            </p:nvSpPr>
            <p:spPr>
              <a:xfrm>
                <a:off x="5084794" y="2967511"/>
                <a:ext cx="1260281"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b="0" i="1" smtClean="0">
                          <a:solidFill>
                            <a:srgbClr val="002060"/>
                          </a:solidFill>
                          <a:latin typeface="Cambria Math" panose="02040503050406030204" pitchFamily="18" charset="0"/>
                        </a:rPr>
                        <m:t>15000</m:t>
                      </m:r>
                    </m:oMath>
                  </m:oMathPara>
                </a14:m>
                <a:endParaRPr lang="en-US" sz="2800" dirty="0">
                  <a:solidFill>
                    <a:srgbClr val="002060"/>
                  </a:solidFill>
                </a:endParaRPr>
              </a:p>
            </p:txBody>
          </p:sp>
        </mc:Choice>
        <mc:Fallback xmlns="">
          <p:sp>
            <p:nvSpPr>
              <p:cNvPr id="22" name="Rectangle 21"/>
              <p:cNvSpPr>
                <a:spLocks noRot="1" noChangeAspect="1" noMove="1" noResize="1" noEditPoints="1" noAdjustHandles="1" noChangeArrowheads="1" noChangeShapeType="1" noTextEdit="1"/>
              </p:cNvSpPr>
              <p:nvPr/>
            </p:nvSpPr>
            <p:spPr>
              <a:xfrm>
                <a:off x="5084794" y="2967511"/>
                <a:ext cx="1260281" cy="523220"/>
              </a:xfrm>
              <a:prstGeom prst="rect">
                <a:avLst/>
              </a:prstGeom>
              <a:blipFill rotWithShape="0">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Rectangle 26"/>
              <p:cNvSpPr/>
              <p:nvPr/>
            </p:nvSpPr>
            <p:spPr>
              <a:xfrm>
                <a:off x="6151855" y="2333535"/>
                <a:ext cx="1061509"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b="0" i="1" smtClean="0">
                          <a:solidFill>
                            <a:srgbClr val="002060"/>
                          </a:solidFill>
                          <a:latin typeface="Cambria Math" panose="02040503050406030204" pitchFamily="18" charset="0"/>
                        </a:rPr>
                        <m:t>6800</m:t>
                      </m:r>
                    </m:oMath>
                  </m:oMathPara>
                </a14:m>
                <a:endParaRPr lang="en-US" sz="2800" dirty="0">
                  <a:solidFill>
                    <a:srgbClr val="002060"/>
                  </a:solidFill>
                </a:endParaRPr>
              </a:p>
            </p:txBody>
          </p:sp>
        </mc:Choice>
        <mc:Fallback xmlns="">
          <p:sp>
            <p:nvSpPr>
              <p:cNvPr id="27" name="Rectangle 26"/>
              <p:cNvSpPr>
                <a:spLocks noRot="1" noChangeAspect="1" noMove="1" noResize="1" noEditPoints="1" noAdjustHandles="1" noChangeArrowheads="1" noChangeShapeType="1" noTextEdit="1"/>
              </p:cNvSpPr>
              <p:nvPr/>
            </p:nvSpPr>
            <p:spPr>
              <a:xfrm>
                <a:off x="6151855" y="2333535"/>
                <a:ext cx="1061509" cy="523220"/>
              </a:xfrm>
              <a:prstGeom prst="rect">
                <a:avLst/>
              </a:prstGeom>
              <a:blipFill rotWithShape="0">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Rectangle 27"/>
              <p:cNvSpPr/>
              <p:nvPr/>
            </p:nvSpPr>
            <p:spPr>
              <a:xfrm>
                <a:off x="3061676" y="2969657"/>
                <a:ext cx="1657826"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b="0" i="1" smtClean="0">
                          <a:solidFill>
                            <a:srgbClr val="002060"/>
                          </a:solidFill>
                          <a:latin typeface="Cambria Math" panose="02040503050406030204" pitchFamily="18" charset="0"/>
                        </a:rPr>
                        <m:t>2272500</m:t>
                      </m:r>
                    </m:oMath>
                  </m:oMathPara>
                </a14:m>
                <a:endParaRPr lang="en-US" sz="2800" dirty="0">
                  <a:solidFill>
                    <a:srgbClr val="002060"/>
                  </a:solidFill>
                </a:endParaRPr>
              </a:p>
            </p:txBody>
          </p:sp>
        </mc:Choice>
        <mc:Fallback xmlns="">
          <p:sp>
            <p:nvSpPr>
              <p:cNvPr id="28" name="Rectangle 27"/>
              <p:cNvSpPr>
                <a:spLocks noRot="1" noChangeAspect="1" noMove="1" noResize="1" noEditPoints="1" noAdjustHandles="1" noChangeArrowheads="1" noChangeShapeType="1" noTextEdit="1"/>
              </p:cNvSpPr>
              <p:nvPr/>
            </p:nvSpPr>
            <p:spPr>
              <a:xfrm>
                <a:off x="3061676" y="2969657"/>
                <a:ext cx="1657826" cy="523220"/>
              </a:xfrm>
              <a:prstGeom prst="rect">
                <a:avLst/>
              </a:prstGeom>
              <a:blipFill rotWithShape="0">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Rectangle 28"/>
              <p:cNvSpPr/>
              <p:nvPr/>
            </p:nvSpPr>
            <p:spPr>
              <a:xfrm>
                <a:off x="2436108" y="2330653"/>
                <a:ext cx="1657826"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b="0" i="1" smtClean="0">
                          <a:solidFill>
                            <a:srgbClr val="002060"/>
                          </a:solidFill>
                          <a:latin typeface="Cambria Math" panose="02040503050406030204" pitchFamily="18" charset="0"/>
                        </a:rPr>
                        <m:t>1022250</m:t>
                      </m:r>
                    </m:oMath>
                  </m:oMathPara>
                </a14:m>
                <a:endParaRPr lang="en-US" sz="2800" dirty="0">
                  <a:solidFill>
                    <a:srgbClr val="002060"/>
                  </a:solidFill>
                </a:endParaRPr>
              </a:p>
            </p:txBody>
          </p:sp>
        </mc:Choice>
        <mc:Fallback xmlns="">
          <p:sp>
            <p:nvSpPr>
              <p:cNvPr id="29" name="Rectangle 28"/>
              <p:cNvSpPr>
                <a:spLocks noRot="1" noChangeAspect="1" noMove="1" noResize="1" noEditPoints="1" noAdjustHandles="1" noChangeArrowheads="1" noChangeShapeType="1" noTextEdit="1"/>
              </p:cNvSpPr>
              <p:nvPr/>
            </p:nvSpPr>
            <p:spPr>
              <a:xfrm>
                <a:off x="2436108" y="2330653"/>
                <a:ext cx="1657826" cy="523220"/>
              </a:xfrm>
              <a:prstGeom prst="rect">
                <a:avLst/>
              </a:prstGeom>
              <a:blipFill rotWithShape="0">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Rectangle 29"/>
              <p:cNvSpPr/>
              <p:nvPr/>
            </p:nvSpPr>
            <p:spPr>
              <a:xfrm>
                <a:off x="1585435" y="3852380"/>
                <a:ext cx="2055371"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b="0" i="1" smtClean="0">
                          <a:solidFill>
                            <a:srgbClr val="7030A0"/>
                          </a:solidFill>
                          <a:latin typeface="Cambria Math" panose="02040503050406030204" pitchFamily="18" charset="0"/>
                        </a:rPr>
                        <m:t>102225000</m:t>
                      </m:r>
                    </m:oMath>
                  </m:oMathPara>
                </a14:m>
                <a:endParaRPr lang="en-US" sz="2800" dirty="0">
                  <a:solidFill>
                    <a:srgbClr val="002060"/>
                  </a:solidFill>
                </a:endParaRPr>
              </a:p>
            </p:txBody>
          </p:sp>
        </mc:Choice>
        <mc:Fallback xmlns="">
          <p:sp>
            <p:nvSpPr>
              <p:cNvPr id="30" name="Rectangle 29"/>
              <p:cNvSpPr>
                <a:spLocks noRot="1" noChangeAspect="1" noMove="1" noResize="1" noEditPoints="1" noAdjustHandles="1" noChangeArrowheads="1" noChangeShapeType="1" noTextEdit="1"/>
              </p:cNvSpPr>
              <p:nvPr/>
            </p:nvSpPr>
            <p:spPr>
              <a:xfrm>
                <a:off x="1585435" y="3852380"/>
                <a:ext cx="2055371" cy="523220"/>
              </a:xfrm>
              <a:prstGeom prst="rect">
                <a:avLst/>
              </a:prstGeom>
              <a:blipFill rotWithShape="0">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Rectangle 30"/>
              <p:cNvSpPr/>
              <p:nvPr/>
            </p:nvSpPr>
            <p:spPr>
              <a:xfrm>
                <a:off x="3941389" y="3852380"/>
                <a:ext cx="2055371"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b="0" i="1" smtClean="0">
                          <a:solidFill>
                            <a:srgbClr val="002060"/>
                          </a:solidFill>
                          <a:latin typeface="Cambria Math" panose="02040503050406030204" pitchFamily="18" charset="0"/>
                        </a:rPr>
                        <m:t>102000000</m:t>
                      </m:r>
                    </m:oMath>
                  </m:oMathPara>
                </a14:m>
                <a:endParaRPr lang="en-US" sz="2800" dirty="0">
                  <a:solidFill>
                    <a:srgbClr val="002060"/>
                  </a:solidFill>
                </a:endParaRPr>
              </a:p>
            </p:txBody>
          </p:sp>
        </mc:Choice>
        <mc:Fallback xmlns="">
          <p:sp>
            <p:nvSpPr>
              <p:cNvPr id="31" name="Rectangle 30"/>
              <p:cNvSpPr>
                <a:spLocks noRot="1" noChangeAspect="1" noMove="1" noResize="1" noEditPoints="1" noAdjustHandles="1" noChangeArrowheads="1" noChangeShapeType="1" noTextEdit="1"/>
              </p:cNvSpPr>
              <p:nvPr/>
            </p:nvSpPr>
            <p:spPr>
              <a:xfrm>
                <a:off x="3941389" y="3852380"/>
                <a:ext cx="2055371" cy="523220"/>
              </a:xfrm>
              <a:prstGeom prst="rect">
                <a:avLst/>
              </a:prstGeom>
              <a:blipFill rotWithShape="0">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Rectangle 32"/>
              <p:cNvSpPr/>
              <p:nvPr/>
            </p:nvSpPr>
            <p:spPr>
              <a:xfrm>
                <a:off x="1663167" y="4498725"/>
                <a:ext cx="2055371" cy="523220"/>
              </a:xfrm>
              <a:prstGeom prst="rect">
                <a:avLst/>
              </a:prstGeom>
            </p:spPr>
            <p:txBody>
              <a:bodyPr wrap="none">
                <a:spAutoFit/>
              </a:bodyPr>
              <a:lstStyle/>
              <a:p>
                <a14:m>
                  <m:oMath xmlns:m="http://schemas.openxmlformats.org/officeDocument/2006/math">
                    <m:r>
                      <a:rPr lang="en-US" sz="2800" b="0" i="1" smtClean="0">
                        <a:solidFill>
                          <a:srgbClr val="7030A0"/>
                        </a:solidFill>
                        <a:latin typeface="Cambria Math" panose="02040503050406030204" pitchFamily="18" charset="0"/>
                      </a:rPr>
                      <m:t>227250000</m:t>
                    </m:r>
                  </m:oMath>
                </a14:m>
                <a:r>
                  <a:rPr lang="en-US" sz="2800" dirty="0">
                    <a:solidFill>
                      <a:srgbClr val="002060"/>
                    </a:solidFill>
                  </a:rPr>
                  <a:t> </a:t>
                </a:r>
              </a:p>
            </p:txBody>
          </p:sp>
        </mc:Choice>
        <mc:Fallback xmlns="">
          <p:sp>
            <p:nvSpPr>
              <p:cNvPr id="33" name="Rectangle 32"/>
              <p:cNvSpPr>
                <a:spLocks noRot="1" noChangeAspect="1" noMove="1" noResize="1" noEditPoints="1" noAdjustHandles="1" noChangeArrowheads="1" noChangeShapeType="1" noTextEdit="1"/>
              </p:cNvSpPr>
              <p:nvPr/>
            </p:nvSpPr>
            <p:spPr>
              <a:xfrm>
                <a:off x="1663167" y="4498725"/>
                <a:ext cx="2055371" cy="523220"/>
              </a:xfrm>
              <a:prstGeom prst="rect">
                <a:avLst/>
              </a:prstGeom>
              <a:blipFill rotWithShape="0">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Rectangle 33"/>
              <p:cNvSpPr/>
              <p:nvPr/>
            </p:nvSpPr>
            <p:spPr>
              <a:xfrm>
                <a:off x="3858238" y="4498157"/>
                <a:ext cx="2055371"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b="0" i="1" smtClean="0">
                          <a:solidFill>
                            <a:srgbClr val="002060"/>
                          </a:solidFill>
                          <a:latin typeface="Cambria Math" panose="02040503050406030204" pitchFamily="18" charset="0"/>
                        </a:rPr>
                        <m:t>225000000</m:t>
                      </m:r>
                    </m:oMath>
                  </m:oMathPara>
                </a14:m>
                <a:endParaRPr lang="en-US" sz="2800" dirty="0">
                  <a:solidFill>
                    <a:srgbClr val="002060"/>
                  </a:solidFill>
                </a:endParaRPr>
              </a:p>
            </p:txBody>
          </p:sp>
        </mc:Choice>
        <mc:Fallback xmlns="">
          <p:sp>
            <p:nvSpPr>
              <p:cNvPr id="34" name="Rectangle 33"/>
              <p:cNvSpPr>
                <a:spLocks noRot="1" noChangeAspect="1" noMove="1" noResize="1" noEditPoints="1" noAdjustHandles="1" noChangeArrowheads="1" noChangeShapeType="1" noTextEdit="1"/>
              </p:cNvSpPr>
              <p:nvPr/>
            </p:nvSpPr>
            <p:spPr>
              <a:xfrm>
                <a:off x="3858238" y="4498157"/>
                <a:ext cx="2055371" cy="523220"/>
              </a:xfrm>
              <a:prstGeom prst="rect">
                <a:avLst/>
              </a:prstGeom>
              <a:blipFill rotWithShape="0">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68622B1E-44A3-44A2-B1C1-8D969737DA50}"/>
                  </a:ext>
                </a:extLst>
              </p:cNvPr>
              <p:cNvSpPr txBox="1"/>
              <p:nvPr/>
            </p:nvSpPr>
            <p:spPr>
              <a:xfrm>
                <a:off x="9030878" y="938830"/>
                <a:ext cx="1438022"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r>
                        <m:rPr>
                          <m:sty m:val="p"/>
                        </m:rPr>
                        <a:rPr lang="en-US" sz="2800" i="0" dirty="0" smtClean="0">
                          <a:solidFill>
                            <a:srgbClr val="FF0000"/>
                          </a:solidFill>
                          <a:latin typeface="Cambria Math" panose="02040503050406030204" pitchFamily="18" charset="0"/>
                        </a:rPr>
                        <m:t>n</m:t>
                      </m:r>
                      <m:r>
                        <a:rPr lang="en-US" sz="2800" i="0" dirty="0" smtClean="0">
                          <a:solidFill>
                            <a:srgbClr val="FF0000"/>
                          </a:solidFill>
                          <a:latin typeface="Cambria Math" panose="02040503050406030204" pitchFamily="18" charset="0"/>
                        </a:rPr>
                        <m:t>=100</m:t>
                      </m:r>
                    </m:oMath>
                  </m:oMathPara>
                </a14:m>
                <a:endParaRPr lang="en-IN" sz="2800" dirty="0">
                  <a:solidFill>
                    <a:srgbClr val="FF0000"/>
                  </a:solidFill>
                </a:endParaRPr>
              </a:p>
            </p:txBody>
          </p:sp>
        </mc:Choice>
        <mc:Fallback xmlns="">
          <p:sp>
            <p:nvSpPr>
              <p:cNvPr id="20" name="TextBox 19">
                <a:extLst>
                  <a:ext uri="{FF2B5EF4-FFF2-40B4-BE49-F238E27FC236}">
                    <a16:creationId xmlns:a16="http://schemas.microsoft.com/office/drawing/2014/main" id="{68622B1E-44A3-44A2-B1C1-8D969737DA50}"/>
                  </a:ext>
                </a:extLst>
              </p:cNvPr>
              <p:cNvSpPr txBox="1">
                <a:spLocks noRot="1" noChangeAspect="1" noMove="1" noResize="1" noEditPoints="1" noAdjustHandles="1" noChangeArrowheads="1" noChangeShapeType="1" noTextEdit="1"/>
              </p:cNvSpPr>
              <p:nvPr/>
            </p:nvSpPr>
            <p:spPr>
              <a:xfrm>
                <a:off x="9030878" y="938830"/>
                <a:ext cx="1438022" cy="523220"/>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68622B1E-44A3-44A2-B1C1-8D969737DA50}"/>
                  </a:ext>
                </a:extLst>
              </p:cNvPr>
              <p:cNvSpPr txBox="1"/>
              <p:nvPr/>
            </p:nvSpPr>
            <p:spPr>
              <a:xfrm>
                <a:off x="9030878" y="1462050"/>
                <a:ext cx="2582374" cy="1135696"/>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nary>
                        <m:naryPr>
                          <m:chr m:val="∑"/>
                          <m:subHide m:val="on"/>
                          <m:supHide m:val="on"/>
                          <m:ctrlPr>
                            <a:rPr lang="en-US" sz="2800" i="1" smtClean="0">
                              <a:solidFill>
                                <a:srgbClr val="FF0000"/>
                              </a:solidFill>
                              <a:latin typeface="Cambria Math" panose="02040503050406030204" pitchFamily="18" charset="0"/>
                            </a:rPr>
                          </m:ctrlPr>
                        </m:naryPr>
                        <m:sub/>
                        <m:sup/>
                        <m:e>
                          <m:d>
                            <m:dPr>
                              <m:ctrlPr>
                                <a:rPr lang="en-US" sz="2800" i="1">
                                  <a:solidFill>
                                    <a:srgbClr val="FF0000"/>
                                  </a:solidFill>
                                  <a:latin typeface="Cambria Math" panose="02040503050406030204" pitchFamily="18" charset="0"/>
                                </a:rPr>
                              </m:ctrlPr>
                            </m:dPr>
                            <m:e>
                              <m:r>
                                <m:rPr>
                                  <m:sty m:val="p"/>
                                </m:rPr>
                                <a:rPr lang="en-US" sz="2800">
                                  <a:solidFill>
                                    <a:srgbClr val="FF0000"/>
                                  </a:solidFill>
                                  <a:latin typeface="Cambria Math" panose="02040503050406030204" pitchFamily="18" charset="0"/>
                                </a:rPr>
                                <m:t>x</m:t>
                              </m:r>
                            </m:e>
                          </m:d>
                        </m:e>
                      </m:nary>
                      <m:r>
                        <a:rPr lang="en-US" sz="2800" i="0" dirty="0" smtClean="0">
                          <a:solidFill>
                            <a:srgbClr val="FF0000"/>
                          </a:solidFill>
                          <a:latin typeface="Cambria Math" panose="02040503050406030204" pitchFamily="18" charset="0"/>
                        </a:rPr>
                        <m:t>=</m:t>
                      </m:r>
                      <m:r>
                        <a:rPr lang="en-US" sz="2800" b="0" i="0" dirty="0" smtClean="0">
                          <a:solidFill>
                            <a:srgbClr val="FF0000"/>
                          </a:solidFill>
                          <a:latin typeface="Cambria Math" panose="02040503050406030204" pitchFamily="18" charset="0"/>
                        </a:rPr>
                        <m:t>15000</m:t>
                      </m:r>
                    </m:oMath>
                  </m:oMathPara>
                </a14:m>
                <a:endParaRPr lang="en-IN" sz="2800" dirty="0">
                  <a:solidFill>
                    <a:srgbClr val="FF0000"/>
                  </a:solidFill>
                </a:endParaRPr>
              </a:p>
            </p:txBody>
          </p:sp>
        </mc:Choice>
        <mc:Fallback xmlns="">
          <p:sp>
            <p:nvSpPr>
              <p:cNvPr id="24" name="TextBox 23">
                <a:extLst>
                  <a:ext uri="{FF2B5EF4-FFF2-40B4-BE49-F238E27FC236}">
                    <a16:creationId xmlns:a16="http://schemas.microsoft.com/office/drawing/2014/main" id="{68622B1E-44A3-44A2-B1C1-8D969737DA50}"/>
                  </a:ext>
                </a:extLst>
              </p:cNvPr>
              <p:cNvSpPr txBox="1">
                <a:spLocks noRot="1" noChangeAspect="1" noMove="1" noResize="1" noEditPoints="1" noAdjustHandles="1" noChangeArrowheads="1" noChangeShapeType="1" noTextEdit="1"/>
              </p:cNvSpPr>
              <p:nvPr/>
            </p:nvSpPr>
            <p:spPr>
              <a:xfrm>
                <a:off x="9030878" y="1462050"/>
                <a:ext cx="2582374" cy="1135696"/>
              </a:xfrm>
              <a:prstGeom prst="rect">
                <a:avLst/>
              </a:prstGeom>
              <a:blipFill>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68622B1E-44A3-44A2-B1C1-8D969737DA50}"/>
                  </a:ext>
                </a:extLst>
              </p:cNvPr>
              <p:cNvSpPr txBox="1"/>
              <p:nvPr/>
            </p:nvSpPr>
            <p:spPr>
              <a:xfrm>
                <a:off x="9030878" y="2447760"/>
                <a:ext cx="2391617" cy="1135696"/>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nary>
                        <m:naryPr>
                          <m:chr m:val="∑"/>
                          <m:subHide m:val="on"/>
                          <m:supHide m:val="on"/>
                          <m:ctrlPr>
                            <a:rPr lang="en-US" sz="2800" i="1" smtClean="0">
                              <a:solidFill>
                                <a:srgbClr val="FF0000"/>
                              </a:solidFill>
                              <a:latin typeface="Cambria Math" panose="02040503050406030204" pitchFamily="18" charset="0"/>
                            </a:rPr>
                          </m:ctrlPr>
                        </m:naryPr>
                        <m:sub/>
                        <m:sup/>
                        <m:e>
                          <m:d>
                            <m:dPr>
                              <m:ctrlPr>
                                <a:rPr lang="en-US" sz="2800" i="1">
                                  <a:solidFill>
                                    <a:srgbClr val="FF0000"/>
                                  </a:solidFill>
                                  <a:latin typeface="Cambria Math" panose="02040503050406030204" pitchFamily="18" charset="0"/>
                                </a:rPr>
                              </m:ctrlPr>
                            </m:dPr>
                            <m:e>
                              <m:r>
                                <m:rPr>
                                  <m:sty m:val="p"/>
                                </m:rPr>
                                <a:rPr lang="en-US" sz="2800" b="0" i="0" smtClean="0">
                                  <a:solidFill>
                                    <a:srgbClr val="FF0000"/>
                                  </a:solidFill>
                                  <a:latin typeface="Cambria Math" panose="02040503050406030204" pitchFamily="18" charset="0"/>
                                </a:rPr>
                                <m:t>y</m:t>
                              </m:r>
                            </m:e>
                          </m:d>
                        </m:e>
                      </m:nary>
                      <m:r>
                        <a:rPr lang="en-US" sz="2800" i="0" dirty="0" smtClean="0">
                          <a:solidFill>
                            <a:srgbClr val="FF0000"/>
                          </a:solidFill>
                          <a:latin typeface="Cambria Math" panose="02040503050406030204" pitchFamily="18" charset="0"/>
                        </a:rPr>
                        <m:t>=</m:t>
                      </m:r>
                      <m:r>
                        <a:rPr lang="en-US" sz="2800" b="0" i="0" dirty="0" smtClean="0">
                          <a:solidFill>
                            <a:srgbClr val="FF0000"/>
                          </a:solidFill>
                          <a:latin typeface="Cambria Math" panose="02040503050406030204" pitchFamily="18" charset="0"/>
                        </a:rPr>
                        <m:t>6800</m:t>
                      </m:r>
                    </m:oMath>
                  </m:oMathPara>
                </a14:m>
                <a:endParaRPr lang="en-IN" sz="2800" dirty="0">
                  <a:solidFill>
                    <a:srgbClr val="FF0000"/>
                  </a:solidFill>
                </a:endParaRPr>
              </a:p>
            </p:txBody>
          </p:sp>
        </mc:Choice>
        <mc:Fallback xmlns="">
          <p:sp>
            <p:nvSpPr>
              <p:cNvPr id="26" name="TextBox 25">
                <a:extLst>
                  <a:ext uri="{FF2B5EF4-FFF2-40B4-BE49-F238E27FC236}">
                    <a16:creationId xmlns:a16="http://schemas.microsoft.com/office/drawing/2014/main" id="{68622B1E-44A3-44A2-B1C1-8D969737DA50}"/>
                  </a:ext>
                </a:extLst>
              </p:cNvPr>
              <p:cNvSpPr txBox="1">
                <a:spLocks noRot="1" noChangeAspect="1" noMove="1" noResize="1" noEditPoints="1" noAdjustHandles="1" noChangeArrowheads="1" noChangeShapeType="1" noTextEdit="1"/>
              </p:cNvSpPr>
              <p:nvPr/>
            </p:nvSpPr>
            <p:spPr>
              <a:xfrm>
                <a:off x="9030878" y="2447760"/>
                <a:ext cx="2391617" cy="1135696"/>
              </a:xfrm>
              <a:prstGeom prst="rect">
                <a:avLst/>
              </a:prstGeom>
              <a:blipFill>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68622B1E-44A3-44A2-B1C1-8D969737DA50}"/>
                  </a:ext>
                </a:extLst>
              </p:cNvPr>
              <p:cNvSpPr txBox="1"/>
              <p:nvPr/>
            </p:nvSpPr>
            <p:spPr>
              <a:xfrm>
                <a:off x="9030878" y="3328083"/>
                <a:ext cx="3161122" cy="1135696"/>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nary>
                        <m:naryPr>
                          <m:chr m:val="∑"/>
                          <m:subHide m:val="on"/>
                          <m:supHide m:val="on"/>
                          <m:ctrlPr>
                            <a:rPr lang="en-US" sz="2800" i="1" smtClean="0">
                              <a:solidFill>
                                <a:srgbClr val="FF0000"/>
                              </a:solidFill>
                              <a:latin typeface="Cambria Math" panose="02040503050406030204" pitchFamily="18" charset="0"/>
                            </a:rPr>
                          </m:ctrlPr>
                        </m:naryPr>
                        <m:sub/>
                        <m:sup/>
                        <m:e>
                          <m:d>
                            <m:dPr>
                              <m:ctrlPr>
                                <a:rPr lang="en-US" sz="2800" i="1">
                                  <a:solidFill>
                                    <a:srgbClr val="FF0000"/>
                                  </a:solidFill>
                                  <a:latin typeface="Cambria Math" panose="02040503050406030204" pitchFamily="18" charset="0"/>
                                </a:rPr>
                              </m:ctrlPr>
                            </m:dPr>
                            <m:e>
                              <m:sSup>
                                <m:sSupPr>
                                  <m:ctrlPr>
                                    <a:rPr lang="en-US" sz="2800" b="0" i="1" smtClean="0">
                                      <a:solidFill>
                                        <a:srgbClr val="FF0000"/>
                                      </a:solidFill>
                                      <a:latin typeface="Cambria Math" panose="02040503050406030204" pitchFamily="18" charset="0"/>
                                    </a:rPr>
                                  </m:ctrlPr>
                                </m:sSupPr>
                                <m:e>
                                  <m:r>
                                    <m:rPr>
                                      <m:sty m:val="p"/>
                                    </m:rPr>
                                    <a:rPr lang="en-US" sz="2800" b="0" i="0" smtClean="0">
                                      <a:solidFill>
                                        <a:srgbClr val="FF0000"/>
                                      </a:solidFill>
                                      <a:latin typeface="Cambria Math" panose="02040503050406030204" pitchFamily="18" charset="0"/>
                                    </a:rPr>
                                    <m:t>x</m:t>
                                  </m:r>
                                </m:e>
                                <m:sup>
                                  <m:r>
                                    <a:rPr lang="en-US" sz="2800" b="0" i="0" smtClean="0">
                                      <a:solidFill>
                                        <a:srgbClr val="FF0000"/>
                                      </a:solidFill>
                                      <a:latin typeface="Cambria Math" panose="02040503050406030204" pitchFamily="18" charset="0"/>
                                    </a:rPr>
                                    <m:t>2</m:t>
                                  </m:r>
                                </m:sup>
                              </m:sSup>
                            </m:e>
                          </m:d>
                        </m:e>
                      </m:nary>
                      <m:r>
                        <a:rPr lang="en-US" sz="2800" i="0" dirty="0" smtClean="0">
                          <a:solidFill>
                            <a:srgbClr val="FF0000"/>
                          </a:solidFill>
                          <a:latin typeface="Cambria Math" panose="02040503050406030204" pitchFamily="18" charset="0"/>
                        </a:rPr>
                        <m:t>=</m:t>
                      </m:r>
                      <m:r>
                        <a:rPr lang="en-US" sz="2800" b="0" i="0" dirty="0" smtClean="0">
                          <a:solidFill>
                            <a:srgbClr val="FF0000"/>
                          </a:solidFill>
                          <a:latin typeface="Cambria Math" panose="02040503050406030204" pitchFamily="18" charset="0"/>
                        </a:rPr>
                        <m:t>2272500</m:t>
                      </m:r>
                    </m:oMath>
                  </m:oMathPara>
                </a14:m>
                <a:endParaRPr lang="en-IN" sz="2800" dirty="0">
                  <a:solidFill>
                    <a:srgbClr val="FF0000"/>
                  </a:solidFill>
                </a:endParaRPr>
              </a:p>
            </p:txBody>
          </p:sp>
        </mc:Choice>
        <mc:Fallback xmlns="">
          <p:sp>
            <p:nvSpPr>
              <p:cNvPr id="32" name="TextBox 31">
                <a:extLst>
                  <a:ext uri="{FF2B5EF4-FFF2-40B4-BE49-F238E27FC236}">
                    <a16:creationId xmlns:a16="http://schemas.microsoft.com/office/drawing/2014/main" id="{68622B1E-44A3-44A2-B1C1-8D969737DA50}"/>
                  </a:ext>
                </a:extLst>
              </p:cNvPr>
              <p:cNvSpPr txBox="1">
                <a:spLocks noRot="1" noChangeAspect="1" noMove="1" noResize="1" noEditPoints="1" noAdjustHandles="1" noChangeArrowheads="1" noChangeShapeType="1" noTextEdit="1"/>
              </p:cNvSpPr>
              <p:nvPr/>
            </p:nvSpPr>
            <p:spPr>
              <a:xfrm>
                <a:off x="9030878" y="3328083"/>
                <a:ext cx="3161122" cy="1135696"/>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68622B1E-44A3-44A2-B1C1-8D969737DA50}"/>
                  </a:ext>
                </a:extLst>
              </p:cNvPr>
              <p:cNvSpPr txBox="1"/>
              <p:nvPr/>
            </p:nvSpPr>
            <p:spPr>
              <a:xfrm>
                <a:off x="9030878" y="4313793"/>
                <a:ext cx="3161057" cy="1135696"/>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
                    </m:oMathParaPr>
                    <m:oMath xmlns:m="http://schemas.openxmlformats.org/officeDocument/2006/math">
                      <m:nary>
                        <m:naryPr>
                          <m:chr m:val="∑"/>
                          <m:subHide m:val="on"/>
                          <m:supHide m:val="on"/>
                          <m:ctrlPr>
                            <a:rPr lang="en-US" sz="2800" i="1" smtClean="0">
                              <a:solidFill>
                                <a:srgbClr val="FF0000"/>
                              </a:solidFill>
                              <a:latin typeface="Cambria Math" panose="02040503050406030204" pitchFamily="18" charset="0"/>
                            </a:rPr>
                          </m:ctrlPr>
                        </m:naryPr>
                        <m:sub/>
                        <m:sup/>
                        <m:e>
                          <m:d>
                            <m:dPr>
                              <m:ctrlPr>
                                <a:rPr lang="en-US" sz="2800" i="1">
                                  <a:solidFill>
                                    <a:srgbClr val="FF0000"/>
                                  </a:solidFill>
                                  <a:latin typeface="Cambria Math" panose="02040503050406030204" pitchFamily="18" charset="0"/>
                                </a:rPr>
                              </m:ctrlPr>
                            </m:dPr>
                            <m:e>
                              <m:r>
                                <m:rPr>
                                  <m:sty m:val="p"/>
                                </m:rPr>
                                <a:rPr lang="en-US" sz="2800" b="0" i="0" smtClean="0">
                                  <a:solidFill>
                                    <a:srgbClr val="FF0000"/>
                                  </a:solidFill>
                                  <a:latin typeface="Cambria Math" panose="02040503050406030204" pitchFamily="18" charset="0"/>
                                </a:rPr>
                                <m:t>xy</m:t>
                              </m:r>
                            </m:e>
                          </m:d>
                        </m:e>
                      </m:nary>
                      <m:r>
                        <a:rPr lang="en-US" sz="2800" i="0" dirty="0" smtClean="0">
                          <a:solidFill>
                            <a:srgbClr val="FF0000"/>
                          </a:solidFill>
                          <a:latin typeface="Cambria Math" panose="02040503050406030204" pitchFamily="18" charset="0"/>
                        </a:rPr>
                        <m:t>=</m:t>
                      </m:r>
                      <m:r>
                        <a:rPr lang="en-US" sz="2800" b="0" i="0" dirty="0" smtClean="0">
                          <a:solidFill>
                            <a:srgbClr val="FF0000"/>
                          </a:solidFill>
                          <a:latin typeface="Cambria Math" panose="02040503050406030204" pitchFamily="18" charset="0"/>
                        </a:rPr>
                        <m:t>1022250</m:t>
                      </m:r>
                    </m:oMath>
                  </m:oMathPara>
                </a14:m>
                <a:endParaRPr lang="en-IN" sz="2800" dirty="0">
                  <a:solidFill>
                    <a:srgbClr val="FF0000"/>
                  </a:solidFill>
                </a:endParaRPr>
              </a:p>
            </p:txBody>
          </p:sp>
        </mc:Choice>
        <mc:Fallback xmlns="">
          <p:sp>
            <p:nvSpPr>
              <p:cNvPr id="36" name="TextBox 35">
                <a:extLst>
                  <a:ext uri="{FF2B5EF4-FFF2-40B4-BE49-F238E27FC236}">
                    <a16:creationId xmlns:a16="http://schemas.microsoft.com/office/drawing/2014/main" id="{68622B1E-44A3-44A2-B1C1-8D969737DA50}"/>
                  </a:ext>
                </a:extLst>
              </p:cNvPr>
              <p:cNvSpPr txBox="1">
                <a:spLocks noRot="1" noChangeAspect="1" noMove="1" noResize="1" noEditPoints="1" noAdjustHandles="1" noChangeArrowheads="1" noChangeShapeType="1" noTextEdit="1"/>
              </p:cNvSpPr>
              <p:nvPr/>
            </p:nvSpPr>
            <p:spPr>
              <a:xfrm>
                <a:off x="9030878" y="4313793"/>
                <a:ext cx="3161057" cy="1135696"/>
              </a:xfrm>
              <a:prstGeom prst="rect">
                <a:avLst/>
              </a:prstGeom>
              <a:blipFill>
                <a:blip r:embed="rId21"/>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309503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5" grpId="0"/>
      <p:bldP spid="13" grpId="0"/>
      <p:bldP spid="14" grpId="0"/>
      <p:bldP spid="18" grpId="0"/>
      <p:bldP spid="19" grpId="0"/>
      <p:bldP spid="21" grpId="0"/>
      <p:bldP spid="22" grpId="0"/>
      <p:bldP spid="27" grpId="0"/>
      <p:bldP spid="28" grpId="0"/>
      <p:bldP spid="29" grpId="0"/>
      <p:bldP spid="30" grpId="0"/>
      <p:bldP spid="31" grpId="0"/>
      <p:bldP spid="33" grpId="0"/>
      <p:bldP spid="34" grpId="0"/>
      <p:bldP spid="20" grpId="0"/>
      <p:bldP spid="24" grpId="0"/>
      <p:bldP spid="26" grpId="0"/>
      <p:bldP spid="32" grpId="0"/>
      <p:bldP spid="36" grpId="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2" name="Rectangle 21"/>
              <p:cNvSpPr/>
              <p:nvPr/>
            </p:nvSpPr>
            <p:spPr>
              <a:xfrm>
                <a:off x="137268" y="4082463"/>
                <a:ext cx="3592265"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r>
                        <m:rPr>
                          <m:sty m:val="p"/>
                        </m:rPr>
                        <a:rPr lang="en-US" sz="280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m:t>
                      </m:r>
                      <m:r>
                        <a:rPr lang="en-US" sz="2800" i="1" smtClean="0">
                          <a:solidFill>
                            <a:srgbClr val="002060"/>
                          </a:solidFill>
                          <a:latin typeface="Cambria Math" panose="02040503050406030204" pitchFamily="18" charset="0"/>
                        </a:rPr>
                        <m:t>0.1</m:t>
                      </m:r>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m:t>
                      </m:r>
                      <m:r>
                        <a:rPr lang="en-US" sz="2800" i="1" smtClean="0">
                          <a:solidFill>
                            <a:srgbClr val="002060"/>
                          </a:solidFill>
                          <a:latin typeface="Cambria Math" panose="02040503050406030204" pitchFamily="18" charset="0"/>
                        </a:rPr>
                        <m:t>15</m:t>
                      </m:r>
                      <m:r>
                        <a:rPr lang="en-US" sz="2800" b="0" i="0" smtClean="0">
                          <a:solidFill>
                            <a:schemeClr val="bg1"/>
                          </a:solidFill>
                          <a:latin typeface="Cambria Math" panose="02040503050406030204" pitchFamily="18" charset="0"/>
                        </a:rPr>
                        <m:t>+</m:t>
                      </m:r>
                      <m:r>
                        <a:rPr lang="en-US" sz="2800" i="1">
                          <a:solidFill>
                            <a:schemeClr val="bg1"/>
                          </a:solidFill>
                          <a:latin typeface="Cambria Math" panose="02040503050406030204" pitchFamily="18" charset="0"/>
                        </a:rPr>
                        <m:t>68</m:t>
                      </m:r>
                    </m:oMath>
                  </m:oMathPara>
                </a14:m>
                <a:endParaRPr lang="en-US" sz="2800" dirty="0">
                  <a:solidFill>
                    <a:srgbClr val="002060"/>
                  </a:solidFill>
                </a:endParaRPr>
              </a:p>
            </p:txBody>
          </p:sp>
        </mc:Choice>
        <mc:Fallback xmlns="">
          <p:sp>
            <p:nvSpPr>
              <p:cNvPr id="22" name="Rectangle 21"/>
              <p:cNvSpPr>
                <a:spLocks noRot="1" noChangeAspect="1" noMove="1" noResize="1" noEditPoints="1" noAdjustHandles="1" noChangeArrowheads="1" noChangeShapeType="1" noTextEdit="1"/>
              </p:cNvSpPr>
              <p:nvPr/>
            </p:nvSpPr>
            <p:spPr>
              <a:xfrm>
                <a:off x="137268" y="4082463"/>
                <a:ext cx="3592265" cy="523220"/>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p:cNvSpPr/>
              <p:nvPr/>
            </p:nvSpPr>
            <p:spPr>
              <a:xfrm>
                <a:off x="137269" y="3270208"/>
                <a:ext cx="3592265"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r>
                        <m:rPr>
                          <m:sty m:val="p"/>
                        </m:rPr>
                        <a:rPr lang="en-US" sz="280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68</m:t>
                      </m:r>
                      <m:r>
                        <a:rPr lang="en-US" sz="2800">
                          <a:solidFill>
                            <a:srgbClr val="002060"/>
                          </a:solidFill>
                          <a:latin typeface="Cambria Math" panose="02040503050406030204" pitchFamily="18" charset="0"/>
                        </a:rPr>
                        <m:t>=</m:t>
                      </m:r>
                      <m:r>
                        <a:rPr lang="en-US" sz="2800" i="1" smtClean="0">
                          <a:solidFill>
                            <a:schemeClr val="bg1"/>
                          </a:solidFill>
                          <a:latin typeface="Cambria Math" panose="02040503050406030204" pitchFamily="18" charset="0"/>
                        </a:rPr>
                        <m:t>0.1</m:t>
                      </m:r>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m:t>
                      </m:r>
                      <m:r>
                        <a:rPr lang="en-US" sz="2800" i="1" smtClean="0">
                          <a:solidFill>
                            <a:schemeClr val="bg1"/>
                          </a:solidFill>
                          <a:latin typeface="Cambria Math" panose="02040503050406030204" pitchFamily="18" charset="0"/>
                        </a:rPr>
                        <m:t>15</m:t>
                      </m:r>
                    </m:oMath>
                  </m:oMathPara>
                </a14:m>
                <a:endParaRPr lang="en-US" sz="2800" dirty="0">
                  <a:solidFill>
                    <a:srgbClr val="002060"/>
                  </a:solidFill>
                </a:endParaRPr>
              </a:p>
            </p:txBody>
          </p:sp>
        </mc:Choice>
        <mc:Fallback xmlns="">
          <p:sp>
            <p:nvSpPr>
              <p:cNvPr id="20" name="Rectangle 19"/>
              <p:cNvSpPr>
                <a:spLocks noRot="1" noChangeAspect="1" noMove="1" noResize="1" noEditPoints="1" noAdjustHandles="1" noChangeArrowheads="1" noChangeShapeType="1" noTextEdit="1"/>
              </p:cNvSpPr>
              <p:nvPr/>
            </p:nvSpPr>
            <p:spPr>
              <a:xfrm>
                <a:off x="137269" y="3270208"/>
                <a:ext cx="3592265" cy="523220"/>
              </a:xfrm>
              <a:prstGeom prst="rect">
                <a:avLst/>
              </a:prstGeom>
              <a:blipFill rotWithShape="0">
                <a:blip r:embed="rId3"/>
                <a:stretch>
                  <a:fillRect/>
                </a:stretch>
              </a:blipFill>
            </p:spPr>
            <p:txBody>
              <a:bodyPr/>
              <a:lstStyle/>
              <a:p>
                <a:r>
                  <a:rPr lang="en-US">
                    <a:noFill/>
                  </a:rPr>
                  <a:t> </a:t>
                </a:r>
              </a:p>
            </p:txBody>
          </p:sp>
        </mc:Fallback>
      </mc:AlternateContent>
      <p:sp>
        <p:nvSpPr>
          <p:cNvPr id="2" name="Title 1"/>
          <p:cNvSpPr>
            <a:spLocks noGrp="1"/>
          </p:cNvSpPr>
          <p:nvPr>
            <p:ph type="title"/>
          </p:nvPr>
        </p:nvSpPr>
        <p:spPr/>
        <p:txBody>
          <a:bodyPr/>
          <a:lstStyle/>
          <a:p>
            <a:r>
              <a:rPr lang="en-GB" dirty="0"/>
              <a:t>Method 3 ⇝ Example 3(</a:t>
            </a:r>
            <a:r>
              <a:rPr lang="en-GB" dirty="0">
                <a:solidFill>
                  <a:srgbClr val="FF0000"/>
                </a:solidFill>
              </a:rPr>
              <a:t>Continue</a:t>
            </a:r>
            <a:r>
              <a:rPr lang="en-GB" dirty="0"/>
              <a:t>)</a:t>
            </a:r>
            <a:endParaRPr lang="en-US" dirty="0"/>
          </a:p>
        </p:txBody>
      </p:sp>
      <mc:AlternateContent xmlns:mc="http://schemas.openxmlformats.org/markup-compatibility/2006" xmlns:a14="http://schemas.microsoft.com/office/drawing/2010/main">
        <mc:Choice Requires="a14">
          <p:sp>
            <p:nvSpPr>
              <p:cNvPr id="23" name="Rectangle 22"/>
              <p:cNvSpPr/>
              <p:nvPr/>
            </p:nvSpPr>
            <p:spPr>
              <a:xfrm>
                <a:off x="137270" y="862943"/>
                <a:ext cx="7833619"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m:rPr>
                          <m:nor/>
                        </m:rPr>
                        <a:rPr lang="en-US" sz="2800" b="0" i="0" dirty="0" smtClean="0">
                          <a:solidFill>
                            <a:srgbClr val="002060"/>
                          </a:solidFill>
                          <a:latin typeface="+mj-lt"/>
                          <a:ea typeface="Cambria Math" panose="02040503050406030204" pitchFamily="18" charset="0"/>
                        </a:rPr>
                        <m:t>Substitute</m:t>
                      </m:r>
                      <m:r>
                        <m:rPr>
                          <m:nor/>
                        </m:rPr>
                        <a:rPr lang="en-US" sz="2800" b="0" i="0" dirty="0" smtClean="0">
                          <a:solidFill>
                            <a:srgbClr val="002060"/>
                          </a:solidFill>
                          <a:latin typeface="+mj-lt"/>
                          <a:ea typeface="Cambria Math" panose="02040503050406030204" pitchFamily="18" charset="0"/>
                        </a:rPr>
                        <m:t> </m:t>
                      </m:r>
                      <m:r>
                        <m:rPr>
                          <m:nor/>
                        </m:rPr>
                        <a:rPr lang="en-US" sz="2800" b="0" i="0" dirty="0" smtClean="0">
                          <a:solidFill>
                            <a:srgbClr val="002060"/>
                          </a:solidFill>
                          <a:latin typeface="+mj-lt"/>
                          <a:ea typeface="Cambria Math" panose="02040503050406030204" pitchFamily="18" charset="0"/>
                        </a:rPr>
                        <m:t>the</m:t>
                      </m:r>
                      <m:r>
                        <m:rPr>
                          <m:nor/>
                        </m:rPr>
                        <a:rPr lang="en-US" sz="2800" b="0" i="0" dirty="0" smtClean="0">
                          <a:solidFill>
                            <a:srgbClr val="002060"/>
                          </a:solidFill>
                          <a:latin typeface="+mj-lt"/>
                          <a:ea typeface="Cambria Math" panose="02040503050406030204" pitchFamily="18" charset="0"/>
                        </a:rPr>
                        <m:t> </m:t>
                      </m:r>
                      <m:r>
                        <m:rPr>
                          <m:nor/>
                        </m:rPr>
                        <a:rPr lang="en-US" sz="2800" b="0" i="0" dirty="0" smtClean="0">
                          <a:solidFill>
                            <a:srgbClr val="002060"/>
                          </a:solidFill>
                          <a:latin typeface="+mj-lt"/>
                          <a:ea typeface="Cambria Math" panose="02040503050406030204" pitchFamily="18" charset="0"/>
                        </a:rPr>
                        <m:t>vaules</m:t>
                      </m:r>
                      <m:r>
                        <m:rPr>
                          <m:nor/>
                        </m:rPr>
                        <a:rPr lang="en-US" sz="2800" b="0" i="0" dirty="0" smtClean="0">
                          <a:solidFill>
                            <a:srgbClr val="002060"/>
                          </a:solidFill>
                          <a:latin typeface="+mj-lt"/>
                          <a:ea typeface="Cambria Math" panose="02040503050406030204" pitchFamily="18" charset="0"/>
                        </a:rPr>
                        <m:t> </m:t>
                      </m:r>
                      <m:r>
                        <m:rPr>
                          <m:nor/>
                        </m:rPr>
                        <a:rPr lang="en-US" sz="2800" b="0" i="0" dirty="0" smtClean="0">
                          <a:solidFill>
                            <a:srgbClr val="002060"/>
                          </a:solidFill>
                          <a:latin typeface="+mj-lt"/>
                          <a:ea typeface="Cambria Math" panose="02040503050406030204" pitchFamily="18" charset="0"/>
                        </a:rPr>
                        <m:t>of</m:t>
                      </m:r>
                      <m:r>
                        <m:rPr>
                          <m:nor/>
                        </m:rPr>
                        <a:rPr lang="en-US" sz="2800" b="0" i="0" dirty="0" smtClean="0">
                          <a:solidFill>
                            <a:srgbClr val="002060"/>
                          </a:solidFill>
                          <a:latin typeface="+mj-lt"/>
                          <a:ea typeface="Cambria Math" panose="02040503050406030204" pitchFamily="18" charset="0"/>
                        </a:rPr>
                        <m:t> </m:t>
                      </m:r>
                      <m:r>
                        <m:rPr>
                          <m:nor/>
                        </m:rPr>
                        <a:rPr lang="en-US" sz="2800" b="0" i="0" dirty="0" smtClean="0">
                          <a:solidFill>
                            <a:srgbClr val="002060"/>
                          </a:solidFill>
                          <a:latin typeface="+mj-lt"/>
                          <a:ea typeface="Cambria Math" panose="02040503050406030204" pitchFamily="18" charset="0"/>
                        </a:rPr>
                        <m:t>equations</m:t>
                      </m:r>
                      <m:r>
                        <m:rPr>
                          <m:nor/>
                        </m:rPr>
                        <a:rPr lang="en-US" sz="2800" b="0" i="0" dirty="0" smtClean="0">
                          <a:solidFill>
                            <a:srgbClr val="002060"/>
                          </a:solidFill>
                          <a:latin typeface="+mj-lt"/>
                          <a:ea typeface="Cambria Math" panose="02040503050406030204" pitchFamily="18" charset="0"/>
                        </a:rPr>
                        <m:t> </m:t>
                      </m:r>
                      <m:r>
                        <a:rPr lang="en-US" sz="2800" b="0" i="1" dirty="0" smtClean="0">
                          <a:solidFill>
                            <a:srgbClr val="002060"/>
                          </a:solidFill>
                          <a:latin typeface="Cambria Math" panose="02040503050406030204" pitchFamily="18" charset="0"/>
                          <a:ea typeface="Cambria Math" panose="02040503050406030204" pitchFamily="18" charset="0"/>
                        </a:rPr>
                        <m:t>(2), (3), (4)</m:t>
                      </m:r>
                      <m:r>
                        <m:rPr>
                          <m:nor/>
                        </m:rPr>
                        <a:rPr lang="en-US" sz="2800" b="0" i="0" dirty="0" smtClean="0">
                          <a:solidFill>
                            <a:srgbClr val="002060"/>
                          </a:solidFill>
                          <a:latin typeface="+mj-lt"/>
                          <a:ea typeface="Cambria Math" panose="02040503050406030204" pitchFamily="18" charset="0"/>
                        </a:rPr>
                        <m:t> </m:t>
                      </m:r>
                      <m:r>
                        <m:rPr>
                          <m:nor/>
                        </m:rPr>
                        <a:rPr lang="en-US" sz="2800" b="0" i="0" dirty="0" smtClean="0">
                          <a:solidFill>
                            <a:srgbClr val="002060"/>
                          </a:solidFill>
                          <a:latin typeface="+mj-lt"/>
                          <a:ea typeface="Cambria Math" panose="02040503050406030204" pitchFamily="18" charset="0"/>
                        </a:rPr>
                        <m:t>in</m:t>
                      </m:r>
                      <m:r>
                        <m:rPr>
                          <m:nor/>
                        </m:rPr>
                        <a:rPr lang="en-US" sz="2800" b="0" i="0" dirty="0" smtClean="0">
                          <a:solidFill>
                            <a:srgbClr val="002060"/>
                          </a:solidFill>
                          <a:latin typeface="+mj-lt"/>
                          <a:ea typeface="Cambria Math" panose="02040503050406030204" pitchFamily="18" charset="0"/>
                        </a:rPr>
                        <m:t> </m:t>
                      </m:r>
                      <m:r>
                        <a:rPr lang="en-US" sz="2800" b="0" i="1" dirty="0" smtClean="0">
                          <a:solidFill>
                            <a:srgbClr val="002060"/>
                          </a:solidFill>
                          <a:latin typeface="Cambria Math" panose="02040503050406030204" pitchFamily="18" charset="0"/>
                          <a:ea typeface="Cambria Math" panose="02040503050406030204" pitchFamily="18" charset="0"/>
                        </a:rPr>
                        <m:t>(1)</m:t>
                      </m:r>
                    </m:oMath>
                  </m:oMathPara>
                </a14:m>
                <a:endParaRPr lang="en-US" sz="2800" dirty="0">
                  <a:solidFill>
                    <a:srgbClr val="002060"/>
                  </a:solidFill>
                </a:endParaRPr>
              </a:p>
            </p:txBody>
          </p:sp>
        </mc:Choice>
        <mc:Fallback xmlns="">
          <p:sp>
            <p:nvSpPr>
              <p:cNvPr id="23" name="Rectangle 22"/>
              <p:cNvSpPr>
                <a:spLocks noRot="1" noChangeAspect="1" noMove="1" noResize="1" noEditPoints="1" noAdjustHandles="1" noChangeArrowheads="1" noChangeShapeType="1" noTextEdit="1"/>
              </p:cNvSpPr>
              <p:nvPr/>
            </p:nvSpPr>
            <p:spPr>
              <a:xfrm>
                <a:off x="137270" y="862943"/>
                <a:ext cx="7833619" cy="52322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Rectangle 24"/>
              <p:cNvSpPr/>
              <p:nvPr/>
            </p:nvSpPr>
            <p:spPr>
              <a:xfrm>
                <a:off x="137269" y="1597136"/>
                <a:ext cx="3877921" cy="562846"/>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r>
                        <m:rPr>
                          <m:sty m:val="p"/>
                        </m:rPr>
                        <a:rPr lang="en-US" sz="280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m:t>
                      </m:r>
                      <m:acc>
                        <m:accPr>
                          <m:chr m:val="̅"/>
                          <m:ctrlPr>
                            <a:rPr lang="en-US" sz="2800" i="1">
                              <a:solidFill>
                                <a:srgbClr val="002060"/>
                              </a:solidFill>
                              <a:latin typeface="Cambria Math" panose="02040503050406030204" pitchFamily="18" charset="0"/>
                            </a:rPr>
                          </m:ctrlPr>
                        </m:accPr>
                        <m:e>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 </m:t>
                          </m:r>
                        </m:e>
                      </m:acc>
                      <m:r>
                        <a:rPr lang="en-US" sz="2800">
                          <a:solidFill>
                            <a:srgbClr val="002060"/>
                          </a:solidFill>
                          <a:latin typeface="Cambria Math" panose="02040503050406030204" pitchFamily="18" charset="0"/>
                        </a:rPr>
                        <m:t>=</m:t>
                      </m:r>
                      <m:sSub>
                        <m:sSubPr>
                          <m:ctrlPr>
                            <a:rPr lang="en-US" sz="2800" i="1">
                              <a:solidFill>
                                <a:srgbClr val="7030A0"/>
                              </a:solidFill>
                              <a:latin typeface="Cambria Math" panose="02040503050406030204" pitchFamily="18" charset="0"/>
                            </a:rPr>
                          </m:ctrlPr>
                        </m:sSubPr>
                        <m:e>
                          <m:r>
                            <m:rPr>
                              <m:sty m:val="p"/>
                            </m:rPr>
                            <a:rPr lang="en-US" sz="2800">
                              <a:solidFill>
                                <a:srgbClr val="7030A0"/>
                              </a:solidFill>
                              <a:latin typeface="Cambria Math" panose="02040503050406030204" pitchFamily="18" charset="0"/>
                            </a:rPr>
                            <m:t>b</m:t>
                          </m:r>
                        </m:e>
                        <m:sub>
                          <m:r>
                            <m:rPr>
                              <m:sty m:val="p"/>
                            </m:rPr>
                            <a:rPr lang="en-US" sz="2800">
                              <a:solidFill>
                                <a:srgbClr val="7030A0"/>
                              </a:solidFill>
                              <a:latin typeface="Cambria Math" panose="02040503050406030204" pitchFamily="18" charset="0"/>
                            </a:rPr>
                            <m:t>yx</m:t>
                          </m:r>
                        </m:sub>
                      </m:sSub>
                      <m:r>
                        <a:rPr lang="en-US" sz="2800" i="1">
                          <a:latin typeface="Cambria Math" panose="02040503050406030204" pitchFamily="18" charset="0"/>
                        </a:rPr>
                        <m:t> </m:t>
                      </m:r>
                      <m:d>
                        <m:dPr>
                          <m:ctrlPr>
                            <a:rPr lang="en-US"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m:t>
                          </m:r>
                          <m:acc>
                            <m:accPr>
                              <m:chr m:val="̅"/>
                              <m:ctrlPr>
                                <a:rPr lang="en-US" sz="2800" i="1">
                                  <a:solidFill>
                                    <a:srgbClr val="002060"/>
                                  </a:solidFill>
                                  <a:latin typeface="Cambria Math" panose="02040503050406030204" pitchFamily="18" charset="0"/>
                                </a:rPr>
                              </m:ctrlPr>
                            </m:accPr>
                            <m:e>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 </m:t>
                              </m:r>
                            </m:e>
                          </m:acc>
                        </m:e>
                      </m:d>
                    </m:oMath>
                  </m:oMathPara>
                </a14:m>
                <a:endParaRPr lang="en-US" sz="2800" dirty="0">
                  <a:solidFill>
                    <a:srgbClr val="002060"/>
                  </a:solidFill>
                </a:endParaRPr>
              </a:p>
            </p:txBody>
          </p:sp>
        </mc:Choice>
        <mc:Fallback xmlns="">
          <p:sp>
            <p:nvSpPr>
              <p:cNvPr id="25" name="Rectangle 24"/>
              <p:cNvSpPr>
                <a:spLocks noRot="1" noChangeAspect="1" noMove="1" noResize="1" noEditPoints="1" noAdjustHandles="1" noChangeArrowheads="1" noChangeShapeType="1" noTextEdit="1"/>
              </p:cNvSpPr>
              <p:nvPr/>
            </p:nvSpPr>
            <p:spPr>
              <a:xfrm>
                <a:off x="137269" y="1597136"/>
                <a:ext cx="3877921" cy="562846"/>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137269" y="2453103"/>
                <a:ext cx="4167616"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r>
                        <m:rPr>
                          <m:sty m:val="p"/>
                        </m:rPr>
                        <a:rPr lang="en-US" sz="280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m:t>
                      </m:r>
                      <m:r>
                        <a:rPr lang="en-US" sz="2800" b="0" i="1" smtClean="0">
                          <a:solidFill>
                            <a:schemeClr val="bg1"/>
                          </a:solidFill>
                          <a:latin typeface="Cambria Math" panose="02040503050406030204" pitchFamily="18" charset="0"/>
                        </a:rPr>
                        <m:t>68</m:t>
                      </m:r>
                      <m:r>
                        <a:rPr lang="en-US" sz="2800">
                          <a:solidFill>
                            <a:srgbClr val="002060"/>
                          </a:solidFill>
                          <a:latin typeface="Cambria Math" panose="02040503050406030204" pitchFamily="18" charset="0"/>
                        </a:rPr>
                        <m:t>=</m:t>
                      </m:r>
                      <m:r>
                        <a:rPr lang="en-US" sz="2800" b="0" i="1" smtClean="0">
                          <a:solidFill>
                            <a:schemeClr val="bg1"/>
                          </a:solidFill>
                          <a:latin typeface="Cambria Math" panose="02040503050406030204" pitchFamily="18" charset="0"/>
                        </a:rPr>
                        <m:t>0.1</m:t>
                      </m:r>
                      <m:r>
                        <a:rPr lang="en-US" sz="2800" i="1">
                          <a:latin typeface="Cambria Math" panose="02040503050406030204" pitchFamily="18" charset="0"/>
                        </a:rPr>
                        <m:t> </m:t>
                      </m:r>
                      <m:d>
                        <m:dPr>
                          <m:ctrlPr>
                            <a:rPr lang="en-US"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m:t>
                          </m:r>
                          <m:r>
                            <a:rPr lang="en-US" sz="2800" b="0" i="1" smtClean="0">
                              <a:solidFill>
                                <a:schemeClr val="bg1"/>
                              </a:solidFill>
                              <a:latin typeface="Cambria Math" panose="02040503050406030204" pitchFamily="18" charset="0"/>
                            </a:rPr>
                            <m:t>150</m:t>
                          </m:r>
                        </m:e>
                      </m:d>
                    </m:oMath>
                  </m:oMathPara>
                </a14:m>
                <a:endParaRPr lang="en-US" sz="2800" dirty="0">
                  <a:solidFill>
                    <a:srgbClr val="002060"/>
                  </a:solidFill>
                </a:endParaRPr>
              </a:p>
            </p:txBody>
          </p:sp>
        </mc:Choice>
        <mc:Fallback xmlns="">
          <p:sp>
            <p:nvSpPr>
              <p:cNvPr id="7" name="Rectangle 6"/>
              <p:cNvSpPr>
                <a:spLocks noRot="1" noChangeAspect="1" noMove="1" noResize="1" noEditPoints="1" noAdjustHandles="1" noChangeArrowheads="1" noChangeShapeType="1" noTextEdit="1"/>
              </p:cNvSpPr>
              <p:nvPr/>
            </p:nvSpPr>
            <p:spPr>
              <a:xfrm>
                <a:off x="137269" y="2453103"/>
                <a:ext cx="4167616" cy="523220"/>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a:off x="137269" y="5700623"/>
                <a:ext cx="10127388" cy="523220"/>
              </a:xfrm>
              <a:prstGeom prst="rect">
                <a:avLst/>
              </a:prstGeom>
              <a:ln>
                <a:solidFill>
                  <a:srgbClr val="FF0000"/>
                </a:solidFill>
              </a:ln>
            </p:spPr>
            <p:style>
              <a:lnRef idx="2">
                <a:schemeClr val="accent2"/>
              </a:lnRef>
              <a:fillRef idx="1">
                <a:schemeClr val="lt1"/>
              </a:fillRef>
              <a:effectRef idx="0">
                <a:schemeClr val="accent2"/>
              </a:effectRef>
              <a:fontRef idx="minor">
                <a:schemeClr val="dk1"/>
              </a:fontRef>
            </p:style>
            <p:txBody>
              <a:bodyPr wrap="none">
                <a:spAutoFit/>
              </a:bodyPr>
              <a:lstStyle/>
              <a:p>
                <a:pPr/>
                <a14:m>
                  <m:oMathPara xmlns:m="http://schemas.openxmlformats.org/officeDocument/2006/math">
                    <m:oMathParaPr>
                      <m:jc m:val="left"/>
                    </m:oMathParaPr>
                    <m:oMath xmlns:m="http://schemas.openxmlformats.org/officeDocument/2006/math">
                      <m:r>
                        <a:rPr lang="en-US" sz="2800" b="1" i="1" smtClean="0">
                          <a:solidFill>
                            <a:srgbClr val="7030A0"/>
                          </a:solidFill>
                          <a:latin typeface="Cambria Math" panose="02040503050406030204" pitchFamily="18" charset="0"/>
                          <a:ea typeface="Cambria Math" panose="02040503050406030204" pitchFamily="18" charset="0"/>
                        </a:rPr>
                        <m:t>∴</m:t>
                      </m:r>
                      <m:r>
                        <m:rPr>
                          <m:nor/>
                        </m:rPr>
                        <a:rPr lang="en-US" sz="2800" b="1" i="0" dirty="0" smtClean="0">
                          <a:solidFill>
                            <a:srgbClr val="7030A0"/>
                          </a:solidFill>
                        </a:rPr>
                        <m:t>The</m:t>
                      </m:r>
                      <m:r>
                        <m:rPr>
                          <m:nor/>
                        </m:rPr>
                        <a:rPr lang="en-US" sz="2800" b="1" dirty="0">
                          <a:solidFill>
                            <a:srgbClr val="7030A0"/>
                          </a:solidFill>
                        </a:rPr>
                        <m:t> </m:t>
                      </m:r>
                      <m:r>
                        <m:rPr>
                          <m:nor/>
                        </m:rPr>
                        <a:rPr lang="en-US" sz="2800" b="1" i="0" dirty="0" smtClean="0">
                          <a:solidFill>
                            <a:srgbClr val="7030A0"/>
                          </a:solidFill>
                        </a:rPr>
                        <m:t>Regression</m:t>
                      </m:r>
                      <m:r>
                        <m:rPr>
                          <m:nor/>
                        </m:rPr>
                        <a:rPr lang="en-US" sz="2800" b="1" i="0" dirty="0" smtClean="0">
                          <a:solidFill>
                            <a:srgbClr val="7030A0"/>
                          </a:solidFill>
                        </a:rPr>
                        <m:t> </m:t>
                      </m:r>
                      <m:r>
                        <m:rPr>
                          <m:nor/>
                        </m:rPr>
                        <a:rPr lang="en-US" sz="2800" b="1" i="0" dirty="0" smtClean="0">
                          <a:solidFill>
                            <a:srgbClr val="7030A0"/>
                          </a:solidFill>
                        </a:rPr>
                        <m:t>line</m:t>
                      </m:r>
                      <m:r>
                        <m:rPr>
                          <m:nor/>
                        </m:rPr>
                        <a:rPr lang="en-US" sz="2800" b="1" i="0" dirty="0" smtClean="0">
                          <a:solidFill>
                            <a:srgbClr val="7030A0"/>
                          </a:solidFill>
                        </a:rPr>
                        <m:t> </m:t>
                      </m:r>
                      <m:r>
                        <m:rPr>
                          <m:nor/>
                        </m:rPr>
                        <a:rPr lang="en-US" sz="2800" b="1" i="0" dirty="0" smtClean="0">
                          <a:solidFill>
                            <a:srgbClr val="7030A0"/>
                          </a:solidFill>
                        </a:rPr>
                        <m:t>of</m:t>
                      </m:r>
                      <m:r>
                        <m:rPr>
                          <m:nor/>
                        </m:rPr>
                        <a:rPr lang="en-US" sz="2800" b="1" i="0" dirty="0" smtClean="0">
                          <a:solidFill>
                            <a:srgbClr val="7030A0"/>
                          </a:solidFill>
                        </a:rPr>
                        <m:t> </m:t>
                      </m:r>
                      <m:r>
                        <m:rPr>
                          <m:nor/>
                        </m:rPr>
                        <a:rPr lang="en-US" sz="2800" b="1" i="0" dirty="0" smtClean="0">
                          <a:solidFill>
                            <a:srgbClr val="7030A0"/>
                          </a:solidFill>
                        </a:rPr>
                        <m:t>height</m:t>
                      </m:r>
                      <m:r>
                        <m:rPr>
                          <m:nor/>
                        </m:rPr>
                        <a:rPr lang="en-US" sz="2800" b="1" i="0" dirty="0" smtClean="0">
                          <a:solidFill>
                            <a:srgbClr val="7030A0"/>
                          </a:solidFill>
                        </a:rPr>
                        <m:t>(</m:t>
                      </m:r>
                      <m:r>
                        <m:rPr>
                          <m:nor/>
                        </m:rPr>
                        <a:rPr lang="en-US" sz="2800" b="1" i="0" dirty="0" smtClean="0">
                          <a:solidFill>
                            <a:srgbClr val="7030A0"/>
                          </a:solidFill>
                        </a:rPr>
                        <m:t>y</m:t>
                      </m:r>
                      <m:r>
                        <m:rPr>
                          <m:nor/>
                        </m:rPr>
                        <a:rPr lang="en-US" sz="2800" b="1" i="0" dirty="0" smtClean="0">
                          <a:solidFill>
                            <a:srgbClr val="7030A0"/>
                          </a:solidFill>
                        </a:rPr>
                        <m:t>) </m:t>
                      </m:r>
                      <m:r>
                        <m:rPr>
                          <m:nor/>
                        </m:rPr>
                        <a:rPr lang="en-US" sz="2800" b="1" i="0" dirty="0" smtClean="0">
                          <a:solidFill>
                            <a:srgbClr val="7030A0"/>
                          </a:solidFill>
                        </a:rPr>
                        <m:t>on</m:t>
                      </m:r>
                      <m:r>
                        <m:rPr>
                          <m:nor/>
                        </m:rPr>
                        <a:rPr lang="en-US" sz="2800" b="1" i="0" dirty="0" smtClean="0">
                          <a:solidFill>
                            <a:srgbClr val="7030A0"/>
                          </a:solidFill>
                        </a:rPr>
                        <m:t> </m:t>
                      </m:r>
                      <m:r>
                        <m:rPr>
                          <m:nor/>
                        </m:rPr>
                        <a:rPr lang="en-US" sz="2800" b="1" i="0" dirty="0" smtClean="0">
                          <a:solidFill>
                            <a:srgbClr val="7030A0"/>
                          </a:solidFill>
                        </a:rPr>
                        <m:t>weight</m:t>
                      </m:r>
                      <m:r>
                        <m:rPr>
                          <m:nor/>
                        </m:rPr>
                        <a:rPr lang="en-US" sz="2800" b="1" i="0" dirty="0" smtClean="0">
                          <a:solidFill>
                            <a:srgbClr val="7030A0"/>
                          </a:solidFill>
                        </a:rPr>
                        <m:t>(</m:t>
                      </m:r>
                      <m:r>
                        <m:rPr>
                          <m:nor/>
                        </m:rPr>
                        <a:rPr lang="en-US" sz="2800" b="1" i="0" dirty="0" smtClean="0">
                          <a:solidFill>
                            <a:srgbClr val="7030A0"/>
                          </a:solidFill>
                        </a:rPr>
                        <m:t>x</m:t>
                      </m:r>
                      <m:r>
                        <m:rPr>
                          <m:nor/>
                        </m:rPr>
                        <a:rPr lang="en-US" sz="2800" b="1" i="0" dirty="0" smtClean="0">
                          <a:solidFill>
                            <a:srgbClr val="7030A0"/>
                          </a:solidFill>
                        </a:rPr>
                        <m:t>) </m:t>
                      </m:r>
                      <m:r>
                        <m:rPr>
                          <m:nor/>
                        </m:rPr>
                        <a:rPr lang="en-US" sz="2800" b="1" i="0" dirty="0" smtClean="0">
                          <a:solidFill>
                            <a:srgbClr val="7030A0"/>
                          </a:solidFill>
                        </a:rPr>
                        <m:t>is</m:t>
                      </m:r>
                      <m:r>
                        <a:rPr lang="en-US" sz="2800" b="0" i="1" dirty="0" smtClean="0">
                          <a:solidFill>
                            <a:srgbClr val="7030A0"/>
                          </a:solidFill>
                          <a:latin typeface="Cambria Math" panose="02040503050406030204" pitchFamily="18" charset="0"/>
                        </a:rPr>
                        <m:t> </m:t>
                      </m:r>
                      <m:r>
                        <a:rPr lang="en-US" sz="2800" b="1" i="0" smtClean="0">
                          <a:solidFill>
                            <a:srgbClr val="7030A0"/>
                          </a:solidFill>
                          <a:latin typeface="Cambria Math" panose="02040503050406030204" pitchFamily="18" charset="0"/>
                        </a:rPr>
                        <m:t>𝐲</m:t>
                      </m:r>
                      <m:r>
                        <a:rPr lang="en-US" sz="2800" b="1" i="0" smtClean="0">
                          <a:solidFill>
                            <a:srgbClr val="7030A0"/>
                          </a:solidFill>
                          <a:latin typeface="Cambria Math" panose="02040503050406030204" pitchFamily="18" charset="0"/>
                        </a:rPr>
                        <m:t>=</m:t>
                      </m:r>
                      <m:r>
                        <a:rPr lang="en-US" sz="2800" b="1" i="0" smtClean="0">
                          <a:solidFill>
                            <a:srgbClr val="7030A0"/>
                          </a:solidFill>
                          <a:latin typeface="Cambria Math" panose="02040503050406030204" pitchFamily="18" charset="0"/>
                        </a:rPr>
                        <m:t>𝟎</m:t>
                      </m:r>
                      <m:r>
                        <a:rPr lang="en-US" sz="2800" b="1" i="0" smtClean="0">
                          <a:solidFill>
                            <a:srgbClr val="7030A0"/>
                          </a:solidFill>
                          <a:latin typeface="Cambria Math" panose="02040503050406030204" pitchFamily="18" charset="0"/>
                        </a:rPr>
                        <m:t>.</m:t>
                      </m:r>
                      <m:r>
                        <a:rPr lang="en-US" sz="2800" b="1" i="0" smtClean="0">
                          <a:solidFill>
                            <a:srgbClr val="7030A0"/>
                          </a:solidFill>
                          <a:latin typeface="Cambria Math" panose="02040503050406030204" pitchFamily="18" charset="0"/>
                        </a:rPr>
                        <m:t>𝟏</m:t>
                      </m:r>
                      <m:r>
                        <a:rPr lang="en-US" sz="2800" b="1" i="0" smtClean="0">
                          <a:solidFill>
                            <a:srgbClr val="7030A0"/>
                          </a:solidFill>
                          <a:latin typeface="Cambria Math" panose="02040503050406030204" pitchFamily="18" charset="0"/>
                        </a:rPr>
                        <m:t> </m:t>
                      </m:r>
                      <m:r>
                        <a:rPr lang="en-US" sz="2800" b="1" i="0" smtClean="0">
                          <a:solidFill>
                            <a:srgbClr val="7030A0"/>
                          </a:solidFill>
                          <a:latin typeface="Cambria Math" panose="02040503050406030204" pitchFamily="18" charset="0"/>
                        </a:rPr>
                        <m:t>𝐱</m:t>
                      </m:r>
                      <m:r>
                        <a:rPr lang="en-US" sz="2800" b="1" i="0" smtClean="0">
                          <a:solidFill>
                            <a:srgbClr val="7030A0"/>
                          </a:solidFill>
                          <a:latin typeface="Cambria Math" panose="02040503050406030204" pitchFamily="18" charset="0"/>
                        </a:rPr>
                        <m:t>+</m:t>
                      </m:r>
                      <m:r>
                        <a:rPr lang="en-US" sz="2800" b="1" i="0">
                          <a:solidFill>
                            <a:srgbClr val="7030A0"/>
                          </a:solidFill>
                          <a:latin typeface="Cambria Math" panose="02040503050406030204" pitchFamily="18" charset="0"/>
                        </a:rPr>
                        <m:t>𝟓𝟑</m:t>
                      </m:r>
                    </m:oMath>
                  </m:oMathPara>
                </a14:m>
                <a:endParaRPr lang="en-US" sz="2800" b="1" dirty="0">
                  <a:solidFill>
                    <a:srgbClr val="002060"/>
                  </a:solidFill>
                </a:endParaRPr>
              </a:p>
            </p:txBody>
          </p:sp>
        </mc:Choice>
        <mc:Fallback xmlns="">
          <p:sp>
            <p:nvSpPr>
              <p:cNvPr id="11" name="Rectangle 10"/>
              <p:cNvSpPr>
                <a:spLocks noRot="1" noChangeAspect="1" noMove="1" noResize="1" noEditPoints="1" noAdjustHandles="1" noChangeArrowheads="1" noChangeShapeType="1" noTextEdit="1"/>
              </p:cNvSpPr>
              <p:nvPr/>
            </p:nvSpPr>
            <p:spPr>
              <a:xfrm>
                <a:off x="137269" y="5700623"/>
                <a:ext cx="10127388" cy="523220"/>
              </a:xfrm>
              <a:prstGeom prst="rect">
                <a:avLst/>
              </a:prstGeom>
              <a:blipFill>
                <a:blip r:embed="rId7"/>
                <a:stretch>
                  <a:fillRect/>
                </a:stretch>
              </a:blipFill>
              <a:ln>
                <a:solidFill>
                  <a:srgbClr val="FF0000"/>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Rectangle 11"/>
              <p:cNvSpPr/>
              <p:nvPr/>
            </p:nvSpPr>
            <p:spPr>
              <a:xfrm>
                <a:off x="1898526" y="2459511"/>
                <a:ext cx="737702"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b="0" i="1" smtClean="0">
                          <a:solidFill>
                            <a:srgbClr val="FF0000"/>
                          </a:solidFill>
                          <a:latin typeface="Cambria Math" panose="02040503050406030204" pitchFamily="18" charset="0"/>
                        </a:rPr>
                        <m:t>0.1</m:t>
                      </m:r>
                    </m:oMath>
                  </m:oMathPara>
                </a14:m>
                <a:endParaRPr lang="en-US" sz="2800" dirty="0">
                  <a:solidFill>
                    <a:srgbClr val="002060"/>
                  </a:solidFill>
                </a:endParaRPr>
              </a:p>
            </p:txBody>
          </p:sp>
        </mc:Choice>
        <mc:Fallback xmlns="">
          <p:sp>
            <p:nvSpPr>
              <p:cNvPr id="12" name="Rectangle 11"/>
              <p:cNvSpPr>
                <a:spLocks noRot="1" noChangeAspect="1" noMove="1" noResize="1" noEditPoints="1" noAdjustHandles="1" noChangeArrowheads="1" noChangeShapeType="1" noTextEdit="1"/>
              </p:cNvSpPr>
              <p:nvPr/>
            </p:nvSpPr>
            <p:spPr>
              <a:xfrm>
                <a:off x="1898526" y="2459511"/>
                <a:ext cx="737702" cy="523220"/>
              </a:xfrm>
              <a:prstGeom prst="rect">
                <a:avLst/>
              </a:prstGeom>
              <a:blipFill rotWithShape="0">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3260792" y="2459511"/>
                <a:ext cx="862737"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b="0" i="1" smtClean="0">
                          <a:solidFill>
                            <a:srgbClr val="FF0000"/>
                          </a:solidFill>
                          <a:latin typeface="Cambria Math" panose="02040503050406030204" pitchFamily="18" charset="0"/>
                        </a:rPr>
                        <m:t>150</m:t>
                      </m:r>
                    </m:oMath>
                  </m:oMathPara>
                </a14:m>
                <a:endParaRPr lang="en-US" sz="2800" dirty="0">
                  <a:solidFill>
                    <a:srgbClr val="002060"/>
                  </a:solidFill>
                </a:endParaRPr>
              </a:p>
            </p:txBody>
          </p:sp>
        </mc:Choice>
        <mc:Fallback xmlns="">
          <p:sp>
            <p:nvSpPr>
              <p:cNvPr id="15" name="Rectangle 14"/>
              <p:cNvSpPr>
                <a:spLocks noRot="1" noChangeAspect="1" noMove="1" noResize="1" noEditPoints="1" noAdjustHandles="1" noChangeArrowheads="1" noChangeShapeType="1" noTextEdit="1"/>
              </p:cNvSpPr>
              <p:nvPr/>
            </p:nvSpPr>
            <p:spPr>
              <a:xfrm>
                <a:off x="3260792" y="2459511"/>
                <a:ext cx="862737" cy="523220"/>
              </a:xfrm>
              <a:prstGeom prst="rect">
                <a:avLst/>
              </a:prstGeom>
              <a:blipFill rotWithShape="0">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1046155" y="2449612"/>
                <a:ext cx="663964"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b="0" i="1" smtClean="0">
                          <a:solidFill>
                            <a:srgbClr val="FF0000"/>
                          </a:solidFill>
                          <a:latin typeface="Cambria Math" panose="02040503050406030204" pitchFamily="18" charset="0"/>
                        </a:rPr>
                        <m:t>68</m:t>
                      </m:r>
                    </m:oMath>
                  </m:oMathPara>
                </a14:m>
                <a:endParaRPr lang="en-US" sz="2800" dirty="0">
                  <a:solidFill>
                    <a:srgbClr val="002060"/>
                  </a:solidFill>
                </a:endParaRPr>
              </a:p>
            </p:txBody>
          </p:sp>
        </mc:Choice>
        <mc:Fallback xmlns="">
          <p:sp>
            <p:nvSpPr>
              <p:cNvPr id="16" name="Rectangle 15"/>
              <p:cNvSpPr>
                <a:spLocks noRot="1" noChangeAspect="1" noMove="1" noResize="1" noEditPoints="1" noAdjustHandles="1" noChangeArrowheads="1" noChangeShapeType="1" noTextEdit="1"/>
              </p:cNvSpPr>
              <p:nvPr/>
            </p:nvSpPr>
            <p:spPr>
              <a:xfrm>
                <a:off x="1046155" y="2449612"/>
                <a:ext cx="663964" cy="523220"/>
              </a:xfrm>
              <a:prstGeom prst="rect">
                <a:avLst/>
              </a:prstGeom>
              <a:blipFill rotWithShape="0">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p:cNvSpPr/>
              <p:nvPr/>
            </p:nvSpPr>
            <p:spPr>
              <a:xfrm>
                <a:off x="3039944" y="3270208"/>
                <a:ext cx="663964"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b="0" i="1" smtClean="0">
                          <a:solidFill>
                            <a:srgbClr val="FF0000"/>
                          </a:solidFill>
                          <a:latin typeface="Cambria Math" panose="02040503050406030204" pitchFamily="18" charset="0"/>
                        </a:rPr>
                        <m:t>15</m:t>
                      </m:r>
                    </m:oMath>
                  </m:oMathPara>
                </a14:m>
                <a:endParaRPr lang="en-US" sz="2800" dirty="0">
                  <a:solidFill>
                    <a:srgbClr val="002060"/>
                  </a:solidFill>
                </a:endParaRPr>
              </a:p>
            </p:txBody>
          </p:sp>
        </mc:Choice>
        <mc:Fallback xmlns="">
          <p:sp>
            <p:nvSpPr>
              <p:cNvPr id="17" name="Rectangle 16"/>
              <p:cNvSpPr>
                <a:spLocks noRot="1" noChangeAspect="1" noMove="1" noResize="1" noEditPoints="1" noAdjustHandles="1" noChangeArrowheads="1" noChangeShapeType="1" noTextEdit="1"/>
              </p:cNvSpPr>
              <p:nvPr/>
            </p:nvSpPr>
            <p:spPr>
              <a:xfrm>
                <a:off x="3039944" y="3270208"/>
                <a:ext cx="663964" cy="523220"/>
              </a:xfrm>
              <a:prstGeom prst="rect">
                <a:avLst/>
              </a:prstGeom>
              <a:blipFill rotWithShape="0">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Rectangle 20"/>
              <p:cNvSpPr/>
              <p:nvPr/>
            </p:nvSpPr>
            <p:spPr>
              <a:xfrm>
                <a:off x="1903436" y="3260309"/>
                <a:ext cx="737702"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b="0" i="1" smtClean="0">
                          <a:solidFill>
                            <a:srgbClr val="FF0000"/>
                          </a:solidFill>
                          <a:latin typeface="Cambria Math" panose="02040503050406030204" pitchFamily="18" charset="0"/>
                        </a:rPr>
                        <m:t>0.1</m:t>
                      </m:r>
                    </m:oMath>
                  </m:oMathPara>
                </a14:m>
                <a:endParaRPr lang="en-US" sz="2800" dirty="0">
                  <a:solidFill>
                    <a:srgbClr val="002060"/>
                  </a:solidFill>
                </a:endParaRPr>
              </a:p>
            </p:txBody>
          </p:sp>
        </mc:Choice>
        <mc:Fallback xmlns="">
          <p:sp>
            <p:nvSpPr>
              <p:cNvPr id="21" name="Rectangle 20"/>
              <p:cNvSpPr>
                <a:spLocks noRot="1" noChangeAspect="1" noMove="1" noResize="1" noEditPoints="1" noAdjustHandles="1" noChangeArrowheads="1" noChangeShapeType="1" noTextEdit="1"/>
              </p:cNvSpPr>
              <p:nvPr/>
            </p:nvSpPr>
            <p:spPr>
              <a:xfrm>
                <a:off x="1903436" y="3260309"/>
                <a:ext cx="737702" cy="523220"/>
              </a:xfrm>
              <a:prstGeom prst="rect">
                <a:avLst/>
              </a:prstGeom>
              <a:blipFill rotWithShape="0">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Rectangle 25"/>
              <p:cNvSpPr/>
              <p:nvPr/>
            </p:nvSpPr>
            <p:spPr>
              <a:xfrm>
                <a:off x="2699619" y="4080550"/>
                <a:ext cx="1010213"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b="0" i="1" smtClean="0">
                          <a:solidFill>
                            <a:srgbClr val="FF0000"/>
                          </a:solidFill>
                          <a:latin typeface="Cambria Math" panose="02040503050406030204" pitchFamily="18" charset="0"/>
                        </a:rPr>
                        <m:t>+ 68</m:t>
                      </m:r>
                    </m:oMath>
                  </m:oMathPara>
                </a14:m>
                <a:endParaRPr lang="en-US" sz="2800" dirty="0">
                  <a:solidFill>
                    <a:srgbClr val="002060"/>
                  </a:solidFill>
                </a:endParaRPr>
              </a:p>
            </p:txBody>
          </p:sp>
        </mc:Choice>
        <mc:Fallback xmlns="">
          <p:sp>
            <p:nvSpPr>
              <p:cNvPr id="26" name="Rectangle 25"/>
              <p:cNvSpPr>
                <a:spLocks noRot="1" noChangeAspect="1" noMove="1" noResize="1" noEditPoints="1" noAdjustHandles="1" noChangeArrowheads="1" noChangeShapeType="1" noTextEdit="1"/>
              </p:cNvSpPr>
              <p:nvPr/>
            </p:nvSpPr>
            <p:spPr>
              <a:xfrm>
                <a:off x="2699619" y="4080550"/>
                <a:ext cx="1010213" cy="523220"/>
              </a:xfrm>
              <a:prstGeom prst="rect">
                <a:avLst/>
              </a:prstGeom>
              <a:blipFill rotWithShape="0">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Rectangle 23"/>
              <p:cNvSpPr/>
              <p:nvPr/>
            </p:nvSpPr>
            <p:spPr>
              <a:xfrm>
                <a:off x="137268" y="4884282"/>
                <a:ext cx="2767489"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r>
                        <m:rPr>
                          <m:sty m:val="p"/>
                        </m:rPr>
                        <a:rPr lang="en-US" sz="280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m:t>
                      </m:r>
                      <m:r>
                        <a:rPr lang="en-US" sz="2800" i="1" smtClean="0">
                          <a:solidFill>
                            <a:srgbClr val="002060"/>
                          </a:solidFill>
                          <a:latin typeface="Cambria Math" panose="02040503050406030204" pitchFamily="18" charset="0"/>
                        </a:rPr>
                        <m:t>0.1</m:t>
                      </m:r>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x</m:t>
                      </m:r>
                      <m:r>
                        <a:rPr lang="en-US" sz="2800" b="0" i="0" smtClean="0">
                          <a:solidFill>
                            <a:srgbClr val="FF0000"/>
                          </a:solidFill>
                          <a:latin typeface="Cambria Math" panose="02040503050406030204" pitchFamily="18" charset="0"/>
                        </a:rPr>
                        <m:t>+53</m:t>
                      </m:r>
                    </m:oMath>
                  </m:oMathPara>
                </a14:m>
                <a:endParaRPr lang="en-US" sz="2800" dirty="0">
                  <a:solidFill>
                    <a:srgbClr val="002060"/>
                  </a:solidFill>
                </a:endParaRPr>
              </a:p>
            </p:txBody>
          </p:sp>
        </mc:Choice>
        <mc:Fallback xmlns="">
          <p:sp>
            <p:nvSpPr>
              <p:cNvPr id="24" name="Rectangle 23"/>
              <p:cNvSpPr>
                <a:spLocks noRot="1" noChangeAspect="1" noMove="1" noResize="1" noEditPoints="1" noAdjustHandles="1" noChangeArrowheads="1" noChangeShapeType="1" noTextEdit="1"/>
              </p:cNvSpPr>
              <p:nvPr/>
            </p:nvSpPr>
            <p:spPr>
              <a:xfrm>
                <a:off x="137268" y="4884282"/>
                <a:ext cx="2767489" cy="523220"/>
              </a:xfrm>
              <a:prstGeom prst="rect">
                <a:avLst/>
              </a:prstGeom>
              <a:blipFill rotWithShape="0">
                <a:blip r:embed="rId1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882923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0" grpId="0"/>
      <p:bldP spid="25" grpId="0"/>
      <p:bldP spid="7" grpId="0"/>
      <p:bldP spid="11" grpId="0" animBg="1"/>
      <p:bldP spid="12" grpId="0"/>
      <p:bldP spid="15" grpId="0"/>
      <p:bldP spid="16" grpId="0"/>
      <p:bldP spid="17" grpId="0"/>
      <p:bldP spid="21" grpId="0"/>
      <p:bldP spid="26" grpId="0"/>
      <p:bldP spid="24" grpId="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7" y="869082"/>
            <a:ext cx="11929643" cy="329184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US" dirty="0"/>
              <a:t>The data for advertising and sale given below. Correlation coefficient between prices is 0.8. </a:t>
            </a:r>
            <a:r>
              <a:rPr lang="en-US" b="1" dirty="0"/>
              <a:t>(a) </a:t>
            </a:r>
            <a:r>
              <a:rPr lang="en-US" dirty="0"/>
              <a:t>Calculate the two regression lines.</a:t>
            </a:r>
          </a:p>
          <a:p>
            <a:pPr marL="1885950" lvl="0"/>
            <a:r>
              <a:rPr lang="en-US" b="1" dirty="0"/>
              <a:t>(b) </a:t>
            </a:r>
            <a:r>
              <a:rPr lang="en-US" dirty="0"/>
              <a:t>Find the likely sales when advertising expenditure is 15 lakhs.</a:t>
            </a:r>
          </a:p>
          <a:p>
            <a:pPr marL="2395538" lvl="0" indent="-509588"/>
            <a:r>
              <a:rPr lang="en-US" b="1" dirty="0"/>
              <a:t>(c) </a:t>
            </a:r>
            <a:r>
              <a:rPr lang="en-US" dirty="0"/>
              <a:t>What should be the advertising expenditure if the company wants to attain a sales target of 120 lakhs?</a:t>
            </a:r>
          </a:p>
        </p:txBody>
      </p:sp>
      <p:sp>
        <p:nvSpPr>
          <p:cNvPr id="2" name="Title 1"/>
          <p:cNvSpPr>
            <a:spLocks noGrp="1"/>
          </p:cNvSpPr>
          <p:nvPr>
            <p:ph type="title"/>
          </p:nvPr>
        </p:nvSpPr>
        <p:spPr/>
        <p:txBody>
          <a:bodyPr/>
          <a:lstStyle/>
          <a:p>
            <a:r>
              <a:rPr lang="en-GB" dirty="0"/>
              <a:t>Method 3 ⇝ Example 4</a:t>
            </a:r>
            <a:endParaRPr lang="en-US" dirty="0"/>
          </a:p>
        </p:txBody>
      </p:sp>
      <p:graphicFrame>
        <p:nvGraphicFramePr>
          <p:cNvPr id="7" name="Table 6"/>
          <p:cNvGraphicFramePr>
            <a:graphicFrameLocks noGrp="1"/>
          </p:cNvGraphicFramePr>
          <p:nvPr/>
        </p:nvGraphicFramePr>
        <p:xfrm>
          <a:off x="131177" y="4328932"/>
          <a:ext cx="9966960" cy="1920240"/>
        </p:xfrm>
        <a:graphic>
          <a:graphicData uri="http://schemas.openxmlformats.org/drawingml/2006/table">
            <a:tbl>
              <a:tblPr firstRow="1" firstCol="1" bandRow="1">
                <a:tableStyleId>{E8B1032C-EA38-4F05-BA0D-38AFFFC7BED3}</a:tableStyleId>
              </a:tblPr>
              <a:tblGrid>
                <a:gridCol w="301752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tblGrid>
              <a:tr h="640080">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 </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1" dirty="0">
                          <a:solidFill>
                            <a:srgbClr val="002060"/>
                          </a:solidFill>
                          <a:effectLst/>
                          <a:latin typeface="+mn-lt"/>
                          <a:ea typeface="Calibri" panose="020F0502020204030204" pitchFamily="34" charset="0"/>
                          <a:cs typeface="Shruti" panose="020B0502040204020203" pitchFamily="34" charset="0"/>
                        </a:rPr>
                        <a:t>Adv. Exp.(x) (Rs. lakh)</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1" dirty="0">
                          <a:solidFill>
                            <a:srgbClr val="002060"/>
                          </a:solidFill>
                          <a:effectLst/>
                          <a:latin typeface="+mn-lt"/>
                          <a:ea typeface="Calibri" panose="020F0502020204030204" pitchFamily="34" charset="0"/>
                          <a:cs typeface="Shruti" panose="020B0502040204020203" pitchFamily="34" charset="0"/>
                        </a:rPr>
                        <a:t>Sales(y) (Rs. lakh)</a:t>
                      </a:r>
                    </a:p>
                  </a:txBody>
                  <a:tcPr marL="68580" marR="68580" marT="0" marB="0" anchor="ctr"/>
                </a:tc>
                <a:extLst>
                  <a:ext uri="{0D108BD9-81ED-4DB2-BD59-A6C34878D82A}">
                    <a16:rowId xmlns:a16="http://schemas.microsoft.com/office/drawing/2014/main" val="10000"/>
                  </a:ext>
                </a:extLst>
              </a:tr>
              <a:tr h="640080">
                <a:tc>
                  <a:txBody>
                    <a:bodyPr/>
                    <a:lstStyle/>
                    <a:p>
                      <a:pPr marL="0" marR="0" algn="ctr">
                        <a:lnSpc>
                          <a:spcPct val="100000"/>
                        </a:lnSpc>
                        <a:spcBef>
                          <a:spcPts val="0"/>
                        </a:spcBef>
                        <a:spcAft>
                          <a:spcPts val="0"/>
                        </a:spcAft>
                        <a:tabLst>
                          <a:tab pos="0" algn="l"/>
                          <a:tab pos="447675" algn="l"/>
                        </a:tabLst>
                      </a:pPr>
                      <a:r>
                        <a:rPr lang="en-US" sz="2800" b="1" dirty="0">
                          <a:solidFill>
                            <a:srgbClr val="002060"/>
                          </a:solidFill>
                          <a:effectLst/>
                          <a:latin typeface="+mn-lt"/>
                          <a:ea typeface="Calibri" panose="020F0502020204030204" pitchFamily="34" charset="0"/>
                          <a:cs typeface="Shruti" panose="020B0502040204020203" pitchFamily="34" charset="0"/>
                        </a:rPr>
                        <a:t>Mean</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10</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90</a:t>
                      </a:r>
                    </a:p>
                  </a:txBody>
                  <a:tcPr marL="68580" marR="68580" marT="0" marB="0" anchor="ctr"/>
                </a:tc>
                <a:extLst>
                  <a:ext uri="{0D108BD9-81ED-4DB2-BD59-A6C34878D82A}">
                    <a16:rowId xmlns:a16="http://schemas.microsoft.com/office/drawing/2014/main" val="10001"/>
                  </a:ext>
                </a:extLst>
              </a:tr>
              <a:tr h="640080">
                <a:tc>
                  <a:txBody>
                    <a:bodyPr/>
                    <a:lstStyle/>
                    <a:p>
                      <a:pPr marL="0" marR="0" algn="ctr">
                        <a:lnSpc>
                          <a:spcPct val="100000"/>
                        </a:lnSpc>
                        <a:spcBef>
                          <a:spcPts val="0"/>
                        </a:spcBef>
                        <a:spcAft>
                          <a:spcPts val="0"/>
                        </a:spcAft>
                        <a:tabLst>
                          <a:tab pos="0" algn="l"/>
                          <a:tab pos="447675" algn="l"/>
                        </a:tabLst>
                      </a:pPr>
                      <a:r>
                        <a:rPr lang="en-US" sz="2800" b="1" dirty="0">
                          <a:solidFill>
                            <a:srgbClr val="002060"/>
                          </a:solidFill>
                          <a:effectLst/>
                          <a:latin typeface="+mn-lt"/>
                          <a:ea typeface="Calibri" panose="020F0502020204030204" pitchFamily="34" charset="0"/>
                          <a:cs typeface="Shruti" panose="020B0502040204020203" pitchFamily="34" charset="0"/>
                        </a:rPr>
                        <a:t>Standard deviation</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3</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12</a:t>
                      </a:r>
                    </a:p>
                  </a:txBody>
                  <a:tcPr marL="68580" marR="68580" marT="0" marB="0" anchor="ctr"/>
                </a:tc>
                <a:extLst>
                  <a:ext uri="{0D108BD9-81ED-4DB2-BD59-A6C34878D82A}">
                    <a16:rowId xmlns:a16="http://schemas.microsoft.com/office/drawing/2014/main" val="10002"/>
                  </a:ext>
                </a:extLst>
              </a:tr>
            </a:tbl>
          </a:graphicData>
        </a:graphic>
      </p:graphicFrame>
      <mc:AlternateContent xmlns:mc="http://schemas.openxmlformats.org/markup-compatibility/2006" xmlns:a14="http://schemas.microsoft.com/office/drawing/2010/main">
        <mc:Choice Requires="a14">
          <p:sp>
            <p:nvSpPr>
              <p:cNvPr id="5" name="Rectangle 4"/>
              <p:cNvSpPr/>
              <p:nvPr/>
            </p:nvSpPr>
            <p:spPr>
              <a:xfrm>
                <a:off x="3737294" y="5017892"/>
                <a:ext cx="964110"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n-US" sz="2800" i="1" smtClean="0">
                              <a:solidFill>
                                <a:srgbClr val="FF0000"/>
                              </a:solidFill>
                              <a:latin typeface="Cambria Math" panose="02040503050406030204" pitchFamily="18" charset="0"/>
                            </a:rPr>
                          </m:ctrlPr>
                        </m:accPr>
                        <m:e>
                          <m:r>
                            <a:rPr lang="en-US" sz="2800">
                              <a:solidFill>
                                <a:srgbClr val="FF0000"/>
                              </a:solidFill>
                              <a:latin typeface="Cambria Math" panose="02040503050406030204" pitchFamily="18" charset="0"/>
                            </a:rPr>
                            <m:t> </m:t>
                          </m:r>
                          <m:r>
                            <m:rPr>
                              <m:sty m:val="p"/>
                            </m:rPr>
                            <a:rPr lang="en-US" sz="2800">
                              <a:solidFill>
                                <a:srgbClr val="FF0000"/>
                              </a:solidFill>
                              <a:latin typeface="Cambria Math" panose="02040503050406030204" pitchFamily="18" charset="0"/>
                            </a:rPr>
                            <m:t>x</m:t>
                          </m:r>
                          <m:r>
                            <a:rPr lang="en-US" sz="2800">
                              <a:solidFill>
                                <a:srgbClr val="FF0000"/>
                              </a:solidFill>
                              <a:latin typeface="Cambria Math" panose="02040503050406030204" pitchFamily="18" charset="0"/>
                            </a:rPr>
                            <m:t> </m:t>
                          </m:r>
                        </m:e>
                      </m:acc>
                      <m:r>
                        <a:rPr lang="en-US" sz="2800" b="0" i="1" smtClean="0">
                          <a:solidFill>
                            <a:srgbClr val="FF0000"/>
                          </a:solidFill>
                          <a:latin typeface="Cambria Math" panose="02040503050406030204" pitchFamily="18" charset="0"/>
                        </a:rPr>
                        <m:t>=</m:t>
                      </m:r>
                    </m:oMath>
                  </m:oMathPara>
                </a14:m>
                <a:endParaRPr lang="en-US" sz="2800" dirty="0">
                  <a:solidFill>
                    <a:srgbClr val="FF0000"/>
                  </a:solidFill>
                </a:endParaRPr>
              </a:p>
            </p:txBody>
          </p:sp>
        </mc:Choice>
        <mc:Fallback xmlns="">
          <p:sp>
            <p:nvSpPr>
              <p:cNvPr id="5" name="Rectangle 4"/>
              <p:cNvSpPr>
                <a:spLocks noRot="1" noChangeAspect="1" noMove="1" noResize="1" noEditPoints="1" noAdjustHandles="1" noChangeArrowheads="1" noChangeShapeType="1" noTextEdit="1"/>
              </p:cNvSpPr>
              <p:nvPr/>
            </p:nvSpPr>
            <p:spPr>
              <a:xfrm>
                <a:off x="3737294" y="5017892"/>
                <a:ext cx="964110" cy="523220"/>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211331" y="5017892"/>
                <a:ext cx="964110"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n-US" sz="2800" i="1" smtClean="0">
                              <a:solidFill>
                                <a:srgbClr val="FF0000"/>
                              </a:solidFill>
                              <a:latin typeface="Cambria Math" panose="02040503050406030204" pitchFamily="18" charset="0"/>
                            </a:rPr>
                          </m:ctrlPr>
                        </m:accPr>
                        <m:e>
                          <m:r>
                            <a:rPr lang="en-US" sz="2800">
                              <a:solidFill>
                                <a:srgbClr val="FF0000"/>
                              </a:solidFill>
                              <a:latin typeface="Cambria Math" panose="02040503050406030204" pitchFamily="18" charset="0"/>
                            </a:rPr>
                            <m:t> </m:t>
                          </m:r>
                          <m:r>
                            <m:rPr>
                              <m:sty m:val="p"/>
                            </m:rPr>
                            <a:rPr lang="en-US" sz="2800" b="0" i="0" smtClean="0">
                              <a:solidFill>
                                <a:srgbClr val="FF0000"/>
                              </a:solidFill>
                              <a:latin typeface="Cambria Math" panose="02040503050406030204" pitchFamily="18" charset="0"/>
                            </a:rPr>
                            <m:t>y</m:t>
                          </m:r>
                          <m:r>
                            <a:rPr lang="en-US" sz="2800">
                              <a:solidFill>
                                <a:srgbClr val="FF0000"/>
                              </a:solidFill>
                              <a:latin typeface="Cambria Math" panose="02040503050406030204" pitchFamily="18" charset="0"/>
                            </a:rPr>
                            <m:t> </m:t>
                          </m:r>
                        </m:e>
                      </m:acc>
                      <m:r>
                        <a:rPr lang="en-US" sz="2800" b="0" i="1" smtClean="0">
                          <a:solidFill>
                            <a:srgbClr val="FF0000"/>
                          </a:solidFill>
                          <a:latin typeface="Cambria Math" panose="02040503050406030204" pitchFamily="18" charset="0"/>
                        </a:rPr>
                        <m:t>=</m:t>
                      </m:r>
                    </m:oMath>
                  </m:oMathPara>
                </a14:m>
                <a:endParaRPr lang="en-US" sz="2800" dirty="0">
                  <a:solidFill>
                    <a:srgbClr val="FF0000"/>
                  </a:solidFill>
                </a:endParaRPr>
              </a:p>
            </p:txBody>
          </p:sp>
        </mc:Choice>
        <mc:Fallback xmlns="">
          <p:sp>
            <p:nvSpPr>
              <p:cNvPr id="6" name="Rectangle 5"/>
              <p:cNvSpPr>
                <a:spLocks noRot="1" noChangeAspect="1" noMove="1" noResize="1" noEditPoints="1" noAdjustHandles="1" noChangeArrowheads="1" noChangeShapeType="1" noTextEdit="1"/>
              </p:cNvSpPr>
              <p:nvPr/>
            </p:nvSpPr>
            <p:spPr>
              <a:xfrm>
                <a:off x="7211331" y="5017892"/>
                <a:ext cx="964110" cy="52322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3737294" y="5627498"/>
                <a:ext cx="998222"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sSub>
                        <m:sSubPr>
                          <m:ctrlPr>
                            <a:rPr lang="en-US" sz="2800" i="1" smtClean="0">
                              <a:solidFill>
                                <a:srgbClr val="FF0000"/>
                              </a:solidFill>
                              <a:latin typeface="Cambria Math" panose="02040503050406030204" pitchFamily="18" charset="0"/>
                            </a:rPr>
                          </m:ctrlPr>
                        </m:sSubPr>
                        <m:e>
                          <m:r>
                            <m:rPr>
                              <m:sty m:val="p"/>
                            </m:rPr>
                            <a:rPr lang="en-US" sz="2800">
                              <a:solidFill>
                                <a:srgbClr val="FF0000"/>
                              </a:solidFill>
                              <a:latin typeface="Cambria Math" panose="02040503050406030204" pitchFamily="18" charset="0"/>
                            </a:rPr>
                            <m:t>σ</m:t>
                          </m:r>
                        </m:e>
                        <m:sub>
                          <m:r>
                            <m:rPr>
                              <m:sty m:val="p"/>
                            </m:rPr>
                            <a:rPr lang="en-US" sz="2800" b="0" i="0" smtClean="0">
                              <a:solidFill>
                                <a:srgbClr val="FF0000"/>
                              </a:solidFill>
                              <a:latin typeface="Cambria Math" panose="02040503050406030204" pitchFamily="18" charset="0"/>
                            </a:rPr>
                            <m:t>x</m:t>
                          </m:r>
                        </m:sub>
                      </m:sSub>
                      <m:r>
                        <a:rPr lang="en-US" sz="2800" b="0" i="0" smtClean="0">
                          <a:solidFill>
                            <a:srgbClr val="FF0000"/>
                          </a:solidFill>
                          <a:latin typeface="Cambria Math" panose="02040503050406030204" pitchFamily="18" charset="0"/>
                        </a:rPr>
                        <m:t>=</m:t>
                      </m:r>
                    </m:oMath>
                  </m:oMathPara>
                </a14:m>
                <a:endParaRPr lang="en-US" sz="2800" dirty="0">
                  <a:solidFill>
                    <a:srgbClr val="FF0000"/>
                  </a:solidFill>
                </a:endParaRPr>
              </a:p>
            </p:txBody>
          </p:sp>
        </mc:Choice>
        <mc:Fallback xmlns="">
          <p:sp>
            <p:nvSpPr>
              <p:cNvPr id="8" name="Rectangle 7"/>
              <p:cNvSpPr>
                <a:spLocks noRot="1" noChangeAspect="1" noMove="1" noResize="1" noEditPoints="1" noAdjustHandles="1" noChangeArrowheads="1" noChangeShapeType="1" noTextEdit="1"/>
              </p:cNvSpPr>
              <p:nvPr/>
            </p:nvSpPr>
            <p:spPr>
              <a:xfrm>
                <a:off x="3737294" y="5627498"/>
                <a:ext cx="998222" cy="52322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7211331" y="5627498"/>
                <a:ext cx="1004634" cy="562846"/>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sSub>
                        <m:sSubPr>
                          <m:ctrlPr>
                            <a:rPr lang="en-US" sz="2800" i="1" smtClean="0">
                              <a:solidFill>
                                <a:srgbClr val="FF0000"/>
                              </a:solidFill>
                              <a:latin typeface="Cambria Math" panose="02040503050406030204" pitchFamily="18" charset="0"/>
                            </a:rPr>
                          </m:ctrlPr>
                        </m:sSubPr>
                        <m:e>
                          <m:r>
                            <m:rPr>
                              <m:sty m:val="p"/>
                            </m:rPr>
                            <a:rPr lang="en-US" sz="2800">
                              <a:solidFill>
                                <a:srgbClr val="FF0000"/>
                              </a:solidFill>
                              <a:latin typeface="Cambria Math" panose="02040503050406030204" pitchFamily="18" charset="0"/>
                            </a:rPr>
                            <m:t>σ</m:t>
                          </m:r>
                        </m:e>
                        <m:sub>
                          <m:r>
                            <m:rPr>
                              <m:sty m:val="p"/>
                            </m:rPr>
                            <a:rPr lang="en-US" sz="2800">
                              <a:solidFill>
                                <a:srgbClr val="FF0000"/>
                              </a:solidFill>
                              <a:latin typeface="Cambria Math" panose="02040503050406030204" pitchFamily="18" charset="0"/>
                            </a:rPr>
                            <m:t>y</m:t>
                          </m:r>
                        </m:sub>
                      </m:sSub>
                      <m:r>
                        <a:rPr lang="en-US" sz="2800" b="0" i="0" smtClean="0">
                          <a:solidFill>
                            <a:srgbClr val="FF0000"/>
                          </a:solidFill>
                          <a:latin typeface="Cambria Math" panose="02040503050406030204" pitchFamily="18" charset="0"/>
                        </a:rPr>
                        <m:t>=</m:t>
                      </m:r>
                    </m:oMath>
                  </m:oMathPara>
                </a14:m>
                <a:endParaRPr lang="en-US" sz="2800" dirty="0">
                  <a:solidFill>
                    <a:srgbClr val="FF0000"/>
                  </a:solidFill>
                </a:endParaRPr>
              </a:p>
            </p:txBody>
          </p:sp>
        </mc:Choice>
        <mc:Fallback xmlns="">
          <p:sp>
            <p:nvSpPr>
              <p:cNvPr id="9" name="Rectangle 8"/>
              <p:cNvSpPr>
                <a:spLocks noRot="1" noChangeAspect="1" noMove="1" noResize="1" noEditPoints="1" noAdjustHandles="1" noChangeArrowheads="1" noChangeShapeType="1" noTextEdit="1"/>
              </p:cNvSpPr>
              <p:nvPr/>
            </p:nvSpPr>
            <p:spPr>
              <a:xfrm>
                <a:off x="7211331" y="5627498"/>
                <a:ext cx="1004634" cy="562846"/>
              </a:xfrm>
              <a:prstGeom prst="rect">
                <a:avLst/>
              </a:prstGeom>
              <a:blipFill rotWithShape="0">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811376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7"/>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0" name="Rectangle 19"/>
              <p:cNvSpPr/>
              <p:nvPr/>
            </p:nvSpPr>
            <p:spPr>
              <a:xfrm>
                <a:off x="137270" y="5187290"/>
                <a:ext cx="4646337" cy="1037207"/>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r>
                        <m:rPr>
                          <m:sty m:val="p"/>
                        </m:rPr>
                        <a:rPr lang="en-US" sz="2800" smtClean="0">
                          <a:solidFill>
                            <a:srgbClr val="002060"/>
                          </a:solidFill>
                          <a:latin typeface="Cambria Math" panose="02040503050406030204" pitchFamily="18" charset="0"/>
                        </a:rPr>
                        <m:t>y</m:t>
                      </m:r>
                      <m:r>
                        <a:rPr lang="en-US" sz="2800" smtClean="0">
                          <a:solidFill>
                            <a:srgbClr val="002060"/>
                          </a:solidFill>
                          <a:latin typeface="Cambria Math" panose="02040503050406030204" pitchFamily="18" charset="0"/>
                        </a:rPr>
                        <m:t>−</m:t>
                      </m:r>
                      <m:r>
                        <a:rPr lang="en-US" sz="2800" b="0" i="1" smtClean="0">
                          <a:solidFill>
                            <a:schemeClr val="bg1"/>
                          </a:solidFill>
                          <a:latin typeface="Cambria Math" panose="02040503050406030204" pitchFamily="18" charset="0"/>
                          <a:ea typeface="Cambria Math" panose="02040503050406030204" pitchFamily="18" charset="0"/>
                        </a:rPr>
                        <m:t>90</m:t>
                      </m:r>
                      <m:r>
                        <a:rPr lang="en-US" sz="2800">
                          <a:solidFill>
                            <a:srgbClr val="002060"/>
                          </a:solidFill>
                          <a:latin typeface="Cambria Math" panose="02040503050406030204" pitchFamily="18" charset="0"/>
                        </a:rPr>
                        <m:t>=</m:t>
                      </m:r>
                      <m:r>
                        <a:rPr lang="en-US" sz="2800" i="1" smtClean="0">
                          <a:solidFill>
                            <a:schemeClr val="bg1"/>
                          </a:solidFill>
                          <a:latin typeface="Cambria Math" panose="02040503050406030204" pitchFamily="18" charset="0"/>
                          <a:ea typeface="Cambria Math" panose="02040503050406030204" pitchFamily="18" charset="0"/>
                        </a:rPr>
                        <m:t>0.</m:t>
                      </m:r>
                      <m:r>
                        <a:rPr lang="en-US" sz="2800" b="0" i="1" smtClean="0">
                          <a:solidFill>
                            <a:schemeClr val="bg1"/>
                          </a:solidFill>
                          <a:latin typeface="Cambria Math" panose="02040503050406030204" pitchFamily="18" charset="0"/>
                          <a:ea typeface="Cambria Math" panose="02040503050406030204" pitchFamily="18" charset="0"/>
                        </a:rPr>
                        <m:t>8</m:t>
                      </m:r>
                      <m:r>
                        <a:rPr lang="en-US" sz="2800" b="0" i="0" smtClean="0">
                          <a:solidFill>
                            <a:srgbClr val="002060"/>
                          </a:solidFill>
                          <a:latin typeface="Cambria Math" panose="02040503050406030204" pitchFamily="18" charset="0"/>
                          <a:ea typeface="Cambria Math" panose="02040503050406030204" pitchFamily="18" charset="0"/>
                        </a:rPr>
                        <m:t> </m:t>
                      </m:r>
                      <m:f>
                        <m:fPr>
                          <m:ctrlPr>
                            <a:rPr lang="en-US" sz="2800" i="1" smtClean="0">
                              <a:solidFill>
                                <a:srgbClr val="7030A0"/>
                              </a:solidFill>
                              <a:latin typeface="Cambria Math" panose="02040503050406030204" pitchFamily="18" charset="0"/>
                            </a:rPr>
                          </m:ctrlPr>
                        </m:fPr>
                        <m:num>
                          <m:r>
                            <a:rPr lang="en-US" sz="2800" b="0" i="1" smtClean="0">
                              <a:solidFill>
                                <a:schemeClr val="bg1"/>
                              </a:solidFill>
                              <a:latin typeface="Cambria Math" panose="02040503050406030204" pitchFamily="18" charset="0"/>
                            </a:rPr>
                            <m:t> </m:t>
                          </m:r>
                          <m:r>
                            <a:rPr lang="en-US" sz="2800" b="0" i="1" smtClean="0">
                              <a:solidFill>
                                <a:schemeClr val="bg1"/>
                              </a:solidFill>
                              <a:latin typeface="Cambria Math" panose="02040503050406030204" pitchFamily="18" charset="0"/>
                              <a:ea typeface="Cambria Math" panose="02040503050406030204" pitchFamily="18" charset="0"/>
                            </a:rPr>
                            <m:t>12</m:t>
                          </m:r>
                          <m:r>
                            <m:rPr>
                              <m:nor/>
                            </m:rPr>
                            <a:rPr lang="en-US" sz="2800" dirty="0">
                              <a:solidFill>
                                <a:schemeClr val="bg1"/>
                              </a:solidFill>
                            </a:rPr>
                            <m:t> </m:t>
                          </m:r>
                        </m:num>
                        <m:den>
                          <m:eqArr>
                            <m:eqArrPr>
                              <m:ctrlPr>
                                <a:rPr lang="en-US" sz="2800" i="1">
                                  <a:solidFill>
                                    <a:srgbClr val="7030A0"/>
                                  </a:solidFill>
                                  <a:latin typeface="Cambria Math" panose="02040503050406030204" pitchFamily="18" charset="0"/>
                                  <a:ea typeface="Cambria Math" panose="02040503050406030204" pitchFamily="18" charset="0"/>
                                </a:rPr>
                              </m:ctrlPr>
                            </m:eqArrPr>
                            <m:e>
                              <m:r>
                                <a:rPr lang="en-US" sz="2800" b="0" i="1" smtClean="0">
                                  <a:solidFill>
                                    <a:srgbClr val="7030A0"/>
                                  </a:solidFill>
                                  <a:latin typeface="Cambria Math" panose="02040503050406030204" pitchFamily="18" charset="0"/>
                                  <a:ea typeface="Cambria Math" panose="02040503050406030204" pitchFamily="18" charset="0"/>
                                </a:rPr>
                                <m:t> </m:t>
                              </m:r>
                            </m:e>
                            <m:e>
                              <m:r>
                                <a:rPr lang="en-US" sz="2800" b="0" i="1" smtClean="0">
                                  <a:solidFill>
                                    <a:schemeClr val="bg1"/>
                                  </a:solidFill>
                                  <a:latin typeface="Cambria Math" panose="02040503050406030204" pitchFamily="18" charset="0"/>
                                  <a:ea typeface="Cambria Math" panose="02040503050406030204" pitchFamily="18" charset="0"/>
                                </a:rPr>
                                <m:t>3</m:t>
                              </m:r>
                            </m:e>
                          </m:eqArr>
                        </m:den>
                      </m:f>
                      <m:d>
                        <m:dPr>
                          <m:ctrlPr>
                            <a:rPr lang="en-US"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m:t>
                          </m:r>
                          <m:r>
                            <a:rPr lang="en-US" sz="2800" b="0" i="1" smtClean="0">
                              <a:solidFill>
                                <a:schemeClr val="bg1"/>
                              </a:solidFill>
                              <a:latin typeface="Cambria Math" panose="02040503050406030204" pitchFamily="18" charset="0"/>
                            </a:rPr>
                            <m:t>10</m:t>
                          </m:r>
                        </m:e>
                      </m:d>
                    </m:oMath>
                  </m:oMathPara>
                </a14:m>
                <a:endParaRPr lang="en-US" sz="2800" dirty="0">
                  <a:solidFill>
                    <a:srgbClr val="002060"/>
                  </a:solidFill>
                </a:endParaRPr>
              </a:p>
            </p:txBody>
          </p:sp>
        </mc:Choice>
        <mc:Fallback xmlns="">
          <p:sp>
            <p:nvSpPr>
              <p:cNvPr id="20" name="Rectangle 19"/>
              <p:cNvSpPr>
                <a:spLocks noRot="1" noChangeAspect="1" noMove="1" noResize="1" noEditPoints="1" noAdjustHandles="1" noChangeArrowheads="1" noChangeShapeType="1" noTextEdit="1"/>
              </p:cNvSpPr>
              <p:nvPr/>
            </p:nvSpPr>
            <p:spPr>
              <a:xfrm>
                <a:off x="137270" y="5187290"/>
                <a:ext cx="4646337" cy="1037207"/>
              </a:xfrm>
              <a:prstGeom prst="rect">
                <a:avLst/>
              </a:prstGeom>
              <a:blipFill rotWithShape="0">
                <a:blip r:embed="rId2"/>
                <a:stretch>
                  <a:fillRect/>
                </a:stretch>
              </a:blipFill>
            </p:spPr>
            <p:txBody>
              <a:bodyPr/>
              <a:lstStyle/>
              <a:p>
                <a:r>
                  <a:rPr lang="en-US">
                    <a:noFill/>
                  </a:rPr>
                  <a:t> </a:t>
                </a:r>
              </a:p>
            </p:txBody>
          </p:sp>
        </mc:Fallback>
      </mc:AlternateContent>
      <p:sp>
        <p:nvSpPr>
          <p:cNvPr id="2" name="Title 1"/>
          <p:cNvSpPr>
            <a:spLocks noGrp="1"/>
          </p:cNvSpPr>
          <p:nvPr>
            <p:ph type="title"/>
          </p:nvPr>
        </p:nvSpPr>
        <p:spPr/>
        <p:txBody>
          <a:bodyPr/>
          <a:lstStyle/>
          <a:p>
            <a:r>
              <a:rPr lang="en-GB" dirty="0"/>
              <a:t>Method 3 ⇝ Example 4(</a:t>
            </a:r>
            <a:r>
              <a:rPr lang="en-GB" dirty="0">
                <a:solidFill>
                  <a:srgbClr val="FF0000"/>
                </a:solidFill>
              </a:rPr>
              <a:t>Continue</a:t>
            </a:r>
            <a:r>
              <a:rPr lang="en-GB" dirty="0"/>
              <a:t>)</a:t>
            </a:r>
            <a:endParaRPr lang="en-US" dirty="0"/>
          </a:p>
        </p:txBody>
      </p:sp>
      <p:sp>
        <p:nvSpPr>
          <p:cNvPr id="11" name="Rectangle 10"/>
          <p:cNvSpPr/>
          <p:nvPr/>
        </p:nvSpPr>
        <p:spPr>
          <a:xfrm>
            <a:off x="137270" y="3186233"/>
            <a:ext cx="4758034" cy="523220"/>
          </a:xfrm>
          <a:prstGeom prst="rect">
            <a:avLst/>
          </a:prstGeom>
        </p:spPr>
        <p:txBody>
          <a:bodyPr wrap="none">
            <a:spAutoFit/>
          </a:bodyPr>
          <a:lstStyle/>
          <a:p>
            <a:r>
              <a:rPr lang="en-US" sz="2800" dirty="0">
                <a:solidFill>
                  <a:srgbClr val="002060"/>
                </a:solidFill>
                <a:latin typeface="+mj-lt"/>
              </a:rPr>
              <a:t>Now Regression Line of </a:t>
            </a:r>
            <a:r>
              <a:rPr lang="en-US" sz="2800" b="1" dirty="0">
                <a:solidFill>
                  <a:srgbClr val="002060"/>
                </a:solidFill>
                <a:latin typeface="+mj-lt"/>
              </a:rPr>
              <a:t>y on x</a:t>
            </a:r>
            <a:r>
              <a:rPr lang="en-US" sz="2800" dirty="0">
                <a:solidFill>
                  <a:srgbClr val="002060"/>
                </a:solidFill>
                <a:latin typeface="+mj-lt"/>
              </a:rPr>
              <a:t> is</a:t>
            </a:r>
            <a:endParaRPr lang="en-US" sz="2800" dirty="0">
              <a:solidFill>
                <a:srgbClr val="002060"/>
              </a:solidFill>
              <a:latin typeface="Cambria Math" panose="02040503050406030204" pitchFamily="18" charset="0"/>
              <a:ea typeface="Cambria Math" panose="02040503050406030204" pitchFamily="18" charset="0"/>
            </a:endParaRPr>
          </a:p>
        </p:txBody>
      </p:sp>
      <mc:AlternateContent xmlns:mc="http://schemas.openxmlformats.org/markup-compatibility/2006" xmlns:a14="http://schemas.microsoft.com/office/drawing/2010/main">
        <mc:Choice Requires="a14">
          <p:sp>
            <p:nvSpPr>
              <p:cNvPr id="32" name="Rectangle 31"/>
              <p:cNvSpPr/>
              <p:nvPr/>
            </p:nvSpPr>
            <p:spPr>
              <a:xfrm>
                <a:off x="153790" y="3991964"/>
                <a:ext cx="4088940" cy="915572"/>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chemeClr val="bg1"/>
                          </a:solidFill>
                          <a:latin typeface="Cambria Math" panose="02040503050406030204" pitchFamily="18" charset="0"/>
                          <a:ea typeface="Cambria Math" panose="02040503050406030204" pitchFamily="18" charset="0"/>
                        </a:rPr>
                        <m:t>∴</m:t>
                      </m:r>
                      <m:r>
                        <m:rPr>
                          <m:sty m:val="p"/>
                        </m:rPr>
                        <a:rPr lang="en-US" sz="2800" smtClean="0">
                          <a:solidFill>
                            <a:srgbClr val="002060"/>
                          </a:solidFill>
                          <a:latin typeface="Cambria Math" panose="02040503050406030204" pitchFamily="18" charset="0"/>
                        </a:rPr>
                        <m:t>y</m:t>
                      </m:r>
                      <m:r>
                        <a:rPr lang="en-US" sz="2800" smtClean="0">
                          <a:solidFill>
                            <a:srgbClr val="002060"/>
                          </a:solidFill>
                          <a:latin typeface="Cambria Math" panose="02040503050406030204" pitchFamily="18" charset="0"/>
                        </a:rPr>
                        <m:t>−</m:t>
                      </m:r>
                      <m:acc>
                        <m:accPr>
                          <m:chr m:val="̅"/>
                          <m:ctrlPr>
                            <a:rPr lang="en-US" sz="2800" i="1">
                              <a:solidFill>
                                <a:srgbClr val="002060"/>
                              </a:solidFill>
                              <a:latin typeface="Cambria Math" panose="02040503050406030204" pitchFamily="18" charset="0"/>
                            </a:rPr>
                          </m:ctrlPr>
                        </m:accPr>
                        <m:e>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 </m:t>
                          </m:r>
                        </m:e>
                      </m:acc>
                      <m:r>
                        <a:rPr lang="en-US" sz="2800">
                          <a:solidFill>
                            <a:srgbClr val="002060"/>
                          </a:solidFill>
                          <a:latin typeface="Cambria Math" panose="02040503050406030204" pitchFamily="18" charset="0"/>
                        </a:rPr>
                        <m:t>=</m:t>
                      </m:r>
                      <m:r>
                        <m:rPr>
                          <m:sty m:val="p"/>
                        </m:rPr>
                        <a:rPr lang="en-US" sz="2800">
                          <a:solidFill>
                            <a:srgbClr val="7030A0"/>
                          </a:solidFill>
                          <a:latin typeface="Cambria Math" panose="02040503050406030204" pitchFamily="18" charset="0"/>
                        </a:rPr>
                        <m:t>r</m:t>
                      </m:r>
                      <m:f>
                        <m:fPr>
                          <m:ctrlPr>
                            <a:rPr lang="en-US" sz="2800" i="1">
                              <a:solidFill>
                                <a:srgbClr val="7030A0"/>
                              </a:solidFill>
                              <a:latin typeface="Cambria Math" panose="02040503050406030204" pitchFamily="18" charset="0"/>
                            </a:rPr>
                          </m:ctrlPr>
                        </m:fPr>
                        <m:num>
                          <m:r>
                            <a:rPr lang="en-US" sz="2800">
                              <a:solidFill>
                                <a:srgbClr val="7030A0"/>
                              </a:solidFill>
                              <a:latin typeface="Cambria Math" panose="02040503050406030204" pitchFamily="18" charset="0"/>
                            </a:rPr>
                            <m:t> </m:t>
                          </m:r>
                          <m:sSub>
                            <m:sSubPr>
                              <m:ctrlPr>
                                <a:rPr lang="en-US" sz="2800" i="1">
                                  <a:solidFill>
                                    <a:srgbClr val="7030A0"/>
                                  </a:solidFill>
                                  <a:latin typeface="Cambria Math" panose="02040503050406030204" pitchFamily="18" charset="0"/>
                                </a:rPr>
                              </m:ctrlPr>
                            </m:sSubPr>
                            <m:e>
                              <m:r>
                                <m:rPr>
                                  <m:sty m:val="p"/>
                                </m:rPr>
                                <a:rPr lang="en-US" sz="2800">
                                  <a:solidFill>
                                    <a:srgbClr val="7030A0"/>
                                  </a:solidFill>
                                  <a:latin typeface="Cambria Math" panose="02040503050406030204" pitchFamily="18" charset="0"/>
                                </a:rPr>
                                <m:t>σ</m:t>
                              </m:r>
                            </m:e>
                            <m:sub>
                              <m:r>
                                <m:rPr>
                                  <m:sty m:val="p"/>
                                </m:rPr>
                                <a:rPr lang="en-US" sz="2800">
                                  <a:solidFill>
                                    <a:srgbClr val="7030A0"/>
                                  </a:solidFill>
                                  <a:latin typeface="Cambria Math" panose="02040503050406030204" pitchFamily="18" charset="0"/>
                                </a:rPr>
                                <m:t>y</m:t>
                              </m:r>
                            </m:sub>
                          </m:sSub>
                          <m:r>
                            <a:rPr lang="en-US" sz="2800">
                              <a:solidFill>
                                <a:srgbClr val="7030A0"/>
                              </a:solidFill>
                              <a:latin typeface="Cambria Math" panose="02040503050406030204" pitchFamily="18" charset="0"/>
                            </a:rPr>
                            <m:t> </m:t>
                          </m:r>
                        </m:num>
                        <m:den>
                          <m:r>
                            <a:rPr lang="en-US" sz="2800">
                              <a:solidFill>
                                <a:srgbClr val="7030A0"/>
                              </a:solidFill>
                              <a:latin typeface="Cambria Math" panose="02040503050406030204" pitchFamily="18" charset="0"/>
                            </a:rPr>
                            <m:t> </m:t>
                          </m:r>
                          <m:sSub>
                            <m:sSubPr>
                              <m:ctrlPr>
                                <a:rPr lang="en-US" sz="2800" i="1">
                                  <a:solidFill>
                                    <a:srgbClr val="7030A0"/>
                                  </a:solidFill>
                                  <a:latin typeface="Cambria Math" panose="02040503050406030204" pitchFamily="18" charset="0"/>
                                </a:rPr>
                              </m:ctrlPr>
                            </m:sSubPr>
                            <m:e>
                              <m:r>
                                <m:rPr>
                                  <m:sty m:val="p"/>
                                </m:rPr>
                                <a:rPr lang="en-US" sz="2800">
                                  <a:solidFill>
                                    <a:srgbClr val="7030A0"/>
                                  </a:solidFill>
                                  <a:latin typeface="Cambria Math" panose="02040503050406030204" pitchFamily="18" charset="0"/>
                                </a:rPr>
                                <m:t>σ</m:t>
                              </m:r>
                            </m:e>
                            <m:sub>
                              <m:r>
                                <m:rPr>
                                  <m:sty m:val="p"/>
                                </m:rPr>
                                <a:rPr lang="en-US" sz="2800">
                                  <a:solidFill>
                                    <a:srgbClr val="7030A0"/>
                                  </a:solidFill>
                                  <a:latin typeface="Cambria Math" panose="02040503050406030204" pitchFamily="18" charset="0"/>
                                </a:rPr>
                                <m:t>x</m:t>
                              </m:r>
                            </m:sub>
                          </m:sSub>
                          <m:r>
                            <a:rPr lang="en-US" sz="2800">
                              <a:solidFill>
                                <a:srgbClr val="7030A0"/>
                              </a:solidFill>
                              <a:latin typeface="Cambria Math" panose="02040503050406030204" pitchFamily="18" charset="0"/>
                            </a:rPr>
                            <m:t> </m:t>
                          </m:r>
                        </m:den>
                      </m:f>
                      <m:d>
                        <m:dPr>
                          <m:ctrlPr>
                            <a:rPr lang="en-US"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m:t>
                          </m:r>
                          <m:acc>
                            <m:accPr>
                              <m:chr m:val="̅"/>
                              <m:ctrlPr>
                                <a:rPr lang="en-US" sz="2800" i="1">
                                  <a:solidFill>
                                    <a:srgbClr val="002060"/>
                                  </a:solidFill>
                                  <a:latin typeface="Cambria Math" panose="02040503050406030204" pitchFamily="18" charset="0"/>
                                </a:rPr>
                              </m:ctrlPr>
                            </m:accPr>
                            <m:e>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 </m:t>
                              </m:r>
                            </m:e>
                          </m:acc>
                        </m:e>
                      </m:d>
                    </m:oMath>
                  </m:oMathPara>
                </a14:m>
                <a:endParaRPr lang="en-US" sz="2800" dirty="0">
                  <a:solidFill>
                    <a:srgbClr val="002060"/>
                  </a:solidFill>
                </a:endParaRPr>
              </a:p>
            </p:txBody>
          </p:sp>
        </mc:Choice>
        <mc:Fallback xmlns="">
          <p:sp>
            <p:nvSpPr>
              <p:cNvPr id="32" name="Rectangle 31"/>
              <p:cNvSpPr>
                <a:spLocks noRot="1" noChangeAspect="1" noMove="1" noResize="1" noEditPoints="1" noAdjustHandles="1" noChangeArrowheads="1" noChangeShapeType="1" noTextEdit="1"/>
              </p:cNvSpPr>
              <p:nvPr/>
            </p:nvSpPr>
            <p:spPr>
              <a:xfrm>
                <a:off x="153790" y="3991964"/>
                <a:ext cx="4088940" cy="915572"/>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3933606" y="5406995"/>
                <a:ext cx="663964"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b="0" i="1" smtClean="0">
                          <a:solidFill>
                            <a:srgbClr val="002060"/>
                          </a:solidFill>
                          <a:latin typeface="Cambria Math" panose="02040503050406030204" pitchFamily="18" charset="0"/>
                          <a:ea typeface="Cambria Math" panose="02040503050406030204" pitchFamily="18" charset="0"/>
                        </a:rPr>
                        <m:t>10</m:t>
                      </m:r>
                    </m:oMath>
                  </m:oMathPara>
                </a14:m>
                <a:endParaRPr lang="en-US" sz="2800" dirty="0">
                  <a:solidFill>
                    <a:srgbClr val="002060"/>
                  </a:solidFill>
                </a:endParaRPr>
              </a:p>
            </p:txBody>
          </p:sp>
        </mc:Choice>
        <mc:Fallback xmlns="">
          <p:sp>
            <p:nvSpPr>
              <p:cNvPr id="13" name="Rectangle 12"/>
              <p:cNvSpPr>
                <a:spLocks noRot="1" noChangeAspect="1" noMove="1" noResize="1" noEditPoints="1" noAdjustHandles="1" noChangeArrowheads="1" noChangeShapeType="1" noTextEdit="1"/>
              </p:cNvSpPr>
              <p:nvPr/>
            </p:nvSpPr>
            <p:spPr>
              <a:xfrm>
                <a:off x="3933606" y="5406995"/>
                <a:ext cx="663964" cy="52322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1040962" y="5406995"/>
                <a:ext cx="663964"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9</m:t>
                      </m:r>
                      <m:r>
                        <a:rPr lang="en-US" sz="2800" b="0" i="1" smtClean="0">
                          <a:solidFill>
                            <a:srgbClr val="002060"/>
                          </a:solidFill>
                          <a:latin typeface="Cambria Math" panose="02040503050406030204" pitchFamily="18" charset="0"/>
                          <a:ea typeface="Cambria Math" panose="02040503050406030204" pitchFamily="18" charset="0"/>
                        </a:rPr>
                        <m:t>0</m:t>
                      </m:r>
                    </m:oMath>
                  </m:oMathPara>
                </a14:m>
                <a:endParaRPr lang="en-US" sz="2800" dirty="0">
                  <a:solidFill>
                    <a:srgbClr val="002060"/>
                  </a:solidFill>
                </a:endParaRPr>
              </a:p>
            </p:txBody>
          </p:sp>
        </mc:Choice>
        <mc:Fallback xmlns="">
          <p:sp>
            <p:nvSpPr>
              <p:cNvPr id="14" name="Rectangle 13"/>
              <p:cNvSpPr>
                <a:spLocks noRot="1" noChangeAspect="1" noMove="1" noResize="1" noEditPoints="1" noAdjustHandles="1" noChangeArrowheads="1" noChangeShapeType="1" noTextEdit="1"/>
              </p:cNvSpPr>
              <p:nvPr/>
            </p:nvSpPr>
            <p:spPr>
              <a:xfrm>
                <a:off x="1040962" y="5406995"/>
                <a:ext cx="663964" cy="523220"/>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p:cNvSpPr/>
              <p:nvPr/>
            </p:nvSpPr>
            <p:spPr>
              <a:xfrm>
                <a:off x="2686357" y="5781128"/>
                <a:ext cx="465192"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3</m:t>
                      </m:r>
                    </m:oMath>
                  </m:oMathPara>
                </a14:m>
                <a:endParaRPr lang="en-US" sz="2800" dirty="0">
                  <a:solidFill>
                    <a:srgbClr val="002060"/>
                  </a:solidFill>
                </a:endParaRPr>
              </a:p>
            </p:txBody>
          </p:sp>
        </mc:Choice>
        <mc:Fallback xmlns="">
          <p:sp>
            <p:nvSpPr>
              <p:cNvPr id="17" name="Rectangle 16"/>
              <p:cNvSpPr>
                <a:spLocks noRot="1" noChangeAspect="1" noMove="1" noResize="1" noEditPoints="1" noAdjustHandles="1" noChangeArrowheads="1" noChangeShapeType="1" noTextEdit="1"/>
              </p:cNvSpPr>
              <p:nvPr/>
            </p:nvSpPr>
            <p:spPr>
              <a:xfrm>
                <a:off x="2686357" y="5781128"/>
                <a:ext cx="465192" cy="523220"/>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p:cNvSpPr/>
              <p:nvPr/>
            </p:nvSpPr>
            <p:spPr>
              <a:xfrm>
                <a:off x="2574160" y="5143334"/>
                <a:ext cx="663964"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1</m:t>
                      </m:r>
                      <m:r>
                        <a:rPr lang="en-US" sz="2800" b="0" i="1" smtClean="0">
                          <a:solidFill>
                            <a:srgbClr val="002060"/>
                          </a:solidFill>
                          <a:latin typeface="Cambria Math" panose="02040503050406030204" pitchFamily="18" charset="0"/>
                          <a:ea typeface="Cambria Math" panose="02040503050406030204" pitchFamily="18" charset="0"/>
                        </a:rPr>
                        <m:t>2</m:t>
                      </m:r>
                    </m:oMath>
                  </m:oMathPara>
                </a14:m>
                <a:endParaRPr lang="en-US" sz="2800" dirty="0">
                  <a:solidFill>
                    <a:srgbClr val="002060"/>
                  </a:solidFill>
                </a:endParaRPr>
              </a:p>
            </p:txBody>
          </p:sp>
        </mc:Choice>
        <mc:Fallback xmlns="">
          <p:sp>
            <p:nvSpPr>
              <p:cNvPr id="18" name="Rectangle 17"/>
              <p:cNvSpPr>
                <a:spLocks noRot="1" noChangeAspect="1" noMove="1" noResize="1" noEditPoints="1" noAdjustHandles="1" noChangeArrowheads="1" noChangeShapeType="1" noTextEdit="1"/>
              </p:cNvSpPr>
              <p:nvPr/>
            </p:nvSpPr>
            <p:spPr>
              <a:xfrm>
                <a:off x="2574160" y="5143334"/>
                <a:ext cx="663964" cy="523220"/>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p:cNvSpPr/>
              <p:nvPr/>
            </p:nvSpPr>
            <p:spPr>
              <a:xfrm>
                <a:off x="1905641" y="5406995"/>
                <a:ext cx="737702"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0</m:t>
                      </m:r>
                      <m:r>
                        <a:rPr lang="en-US" sz="2800" b="0" i="1" smtClean="0">
                          <a:solidFill>
                            <a:srgbClr val="002060"/>
                          </a:solidFill>
                          <a:latin typeface="Cambria Math" panose="02040503050406030204" pitchFamily="18" charset="0"/>
                          <a:ea typeface="Cambria Math" panose="02040503050406030204" pitchFamily="18" charset="0"/>
                        </a:rPr>
                        <m:t>.8</m:t>
                      </m:r>
                    </m:oMath>
                  </m:oMathPara>
                </a14:m>
                <a:endParaRPr lang="en-US" sz="2800" dirty="0">
                  <a:solidFill>
                    <a:srgbClr val="002060"/>
                  </a:solidFill>
                </a:endParaRPr>
              </a:p>
            </p:txBody>
          </p:sp>
        </mc:Choice>
        <mc:Fallback xmlns="">
          <p:sp>
            <p:nvSpPr>
              <p:cNvPr id="19" name="Rectangle 18"/>
              <p:cNvSpPr>
                <a:spLocks noRot="1" noChangeAspect="1" noMove="1" noResize="1" noEditPoints="1" noAdjustHandles="1" noChangeArrowheads="1" noChangeShapeType="1" noTextEdit="1"/>
              </p:cNvSpPr>
              <p:nvPr/>
            </p:nvSpPr>
            <p:spPr>
              <a:xfrm>
                <a:off x="1905641" y="5406995"/>
                <a:ext cx="737702" cy="523220"/>
              </a:xfrm>
              <a:prstGeom prst="rect">
                <a:avLst/>
              </a:prstGeom>
              <a:blipFill rotWithShape="0">
                <a:blip r:embed="rId8"/>
                <a:stretch>
                  <a:fillRect/>
                </a:stretch>
              </a:blipFill>
            </p:spPr>
            <p:txBody>
              <a:bodyPr/>
              <a:lstStyle/>
              <a:p>
                <a:r>
                  <a:rPr lang="en-US">
                    <a:noFill/>
                  </a:rPr>
                  <a:t> </a:t>
                </a:r>
              </a:p>
            </p:txBody>
          </p:sp>
        </mc:Fallback>
      </mc:AlternateContent>
      <p:sp>
        <p:nvSpPr>
          <p:cNvPr id="21" name="Rectangle 20">
            <a:extLst>
              <a:ext uri="{FF2B5EF4-FFF2-40B4-BE49-F238E27FC236}">
                <a16:creationId xmlns:a16="http://schemas.microsoft.com/office/drawing/2014/main" id="{B2D3FB0B-D709-43AC-B65F-29361B504B61}"/>
              </a:ext>
            </a:extLst>
          </p:cNvPr>
          <p:cNvSpPr/>
          <p:nvPr/>
        </p:nvSpPr>
        <p:spPr>
          <a:xfrm>
            <a:off x="137270" y="880115"/>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22" name="Rectangle 21"/>
              <p:cNvSpPr/>
              <p:nvPr/>
            </p:nvSpPr>
            <p:spPr>
              <a:xfrm>
                <a:off x="137270" y="1572249"/>
                <a:ext cx="4572855" cy="523220"/>
              </a:xfrm>
              <a:prstGeom prst="rect">
                <a:avLst/>
              </a:prstGeom>
            </p:spPr>
            <p:txBody>
              <a:bodyPr wrap="none">
                <a:spAutoFit/>
              </a:bodyPr>
              <a:lstStyle/>
              <a:p>
                <a:r>
                  <a:rPr lang="en-US" sz="2800" b="0" i="0" dirty="0">
                    <a:solidFill>
                      <a:srgbClr val="002060"/>
                    </a:solidFill>
                    <a:latin typeface="+mj-lt"/>
                    <a:ea typeface="Cambria Math" panose="02040503050406030204" pitchFamily="18" charset="0"/>
                  </a:rPr>
                  <a:t>From the given data</a:t>
                </a:r>
                <a14:m>
                  <m:oMath xmlns:m="http://schemas.openxmlformats.org/officeDocument/2006/math">
                    <m:r>
                      <a:rPr lang="en-US" sz="2800" b="0" i="0" smtClean="0">
                        <a:solidFill>
                          <a:srgbClr val="002060"/>
                        </a:solidFill>
                        <a:latin typeface="Cambria Math" panose="02040503050406030204" pitchFamily="18" charset="0"/>
                        <a:ea typeface="Cambria Math" panose="02040503050406030204" pitchFamily="18" charset="0"/>
                      </a:rPr>
                      <m:t>   </m:t>
                    </m:r>
                    <m:r>
                      <a:rPr lang="en-US" sz="2800" b="0" i="1" smtClean="0">
                        <a:solidFill>
                          <a:srgbClr val="002060"/>
                        </a:solidFill>
                        <a:latin typeface="Cambria Math" panose="02040503050406030204" pitchFamily="18" charset="0"/>
                        <a:ea typeface="Cambria Math" panose="02040503050406030204" pitchFamily="18" charset="0"/>
                      </a:rPr>
                      <m:t> </m:t>
                    </m:r>
                    <m:acc>
                      <m:accPr>
                        <m:chr m:val="̅"/>
                        <m:ctrlPr>
                          <a:rPr lang="en-US" sz="2800" i="1">
                            <a:solidFill>
                              <a:srgbClr val="002060"/>
                            </a:solidFill>
                            <a:latin typeface="Cambria Math" panose="02040503050406030204" pitchFamily="18" charset="0"/>
                          </a:rPr>
                        </m:ctrlPr>
                      </m:accPr>
                      <m:e>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 </m:t>
                        </m:r>
                      </m:e>
                    </m:acc>
                    <m:r>
                      <a:rPr lang="en-US" sz="2800" b="0" i="1" smtClean="0">
                        <a:solidFill>
                          <a:srgbClr val="002060"/>
                        </a:solidFill>
                        <a:latin typeface="Cambria Math" panose="02040503050406030204" pitchFamily="18" charset="0"/>
                      </a:rPr>
                      <m:t>=10</m:t>
                    </m:r>
                    <m:r>
                      <a:rPr lang="en-US" sz="2800" b="0" i="0" smtClean="0">
                        <a:solidFill>
                          <a:srgbClr val="002060"/>
                        </a:solidFill>
                        <a:latin typeface="Cambria Math" panose="02040503050406030204" pitchFamily="18" charset="0"/>
                      </a:rPr>
                      <m:t>,</m:t>
                    </m:r>
                  </m:oMath>
                </a14:m>
                <a:endParaRPr lang="en-US" sz="2800" dirty="0"/>
              </a:p>
            </p:txBody>
          </p:sp>
        </mc:Choice>
        <mc:Fallback xmlns="">
          <p:sp>
            <p:nvSpPr>
              <p:cNvPr id="22" name="Rectangle 21"/>
              <p:cNvSpPr>
                <a:spLocks noRot="1" noChangeAspect="1" noMove="1" noResize="1" noEditPoints="1" noAdjustHandles="1" noChangeArrowheads="1" noChangeShapeType="1" noTextEdit="1"/>
              </p:cNvSpPr>
              <p:nvPr/>
            </p:nvSpPr>
            <p:spPr>
              <a:xfrm>
                <a:off x="137270" y="1572249"/>
                <a:ext cx="4572855" cy="523220"/>
              </a:xfrm>
              <a:prstGeom prst="rect">
                <a:avLst/>
              </a:prstGeom>
              <a:blipFill rotWithShape="0">
                <a:blip r:embed="rId9"/>
                <a:stretch>
                  <a:fillRect l="-2800" t="-12791"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p:cNvSpPr/>
              <p:nvPr/>
            </p:nvSpPr>
            <p:spPr>
              <a:xfrm>
                <a:off x="153790" y="2380502"/>
                <a:ext cx="4651402"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m:rPr>
                          <m:nor/>
                        </m:rPr>
                        <a:rPr lang="en-US" sz="2800" dirty="0" smtClean="0">
                          <a:solidFill>
                            <a:schemeClr val="bg1"/>
                          </a:solidFill>
                          <a:ea typeface="Cambria Math" panose="02040503050406030204" pitchFamily="18" charset="0"/>
                        </a:rPr>
                        <m:t>From</m:t>
                      </m:r>
                      <m:r>
                        <m:rPr>
                          <m:nor/>
                        </m:rPr>
                        <a:rPr lang="en-US" sz="2800" dirty="0" smtClean="0">
                          <a:solidFill>
                            <a:schemeClr val="bg1"/>
                          </a:solidFill>
                          <a:ea typeface="Cambria Math" panose="02040503050406030204" pitchFamily="18" charset="0"/>
                        </a:rPr>
                        <m:t> </m:t>
                      </m:r>
                      <m:r>
                        <m:rPr>
                          <m:nor/>
                        </m:rPr>
                        <a:rPr lang="en-US" sz="2800" dirty="0" smtClean="0">
                          <a:solidFill>
                            <a:schemeClr val="bg1"/>
                          </a:solidFill>
                          <a:ea typeface="Cambria Math" panose="02040503050406030204" pitchFamily="18" charset="0"/>
                        </a:rPr>
                        <m:t>the</m:t>
                      </m:r>
                      <m:r>
                        <m:rPr>
                          <m:nor/>
                        </m:rPr>
                        <a:rPr lang="en-US" sz="2800" dirty="0" smtClean="0">
                          <a:solidFill>
                            <a:schemeClr val="bg1"/>
                          </a:solidFill>
                          <a:ea typeface="Cambria Math" panose="02040503050406030204" pitchFamily="18" charset="0"/>
                        </a:rPr>
                        <m:t> </m:t>
                      </m:r>
                      <m:r>
                        <m:rPr>
                          <m:nor/>
                        </m:rPr>
                        <a:rPr lang="en-US" sz="2800" dirty="0" smtClean="0">
                          <a:solidFill>
                            <a:schemeClr val="bg1"/>
                          </a:solidFill>
                          <a:ea typeface="Cambria Math" panose="02040503050406030204" pitchFamily="18" charset="0"/>
                        </a:rPr>
                        <m:t>given</m:t>
                      </m:r>
                      <m:r>
                        <m:rPr>
                          <m:nor/>
                        </m:rPr>
                        <a:rPr lang="en-US" sz="2800" dirty="0" smtClean="0">
                          <a:solidFill>
                            <a:schemeClr val="bg1"/>
                          </a:solidFill>
                          <a:ea typeface="Cambria Math" panose="02040503050406030204" pitchFamily="18" charset="0"/>
                        </a:rPr>
                        <m:t> </m:t>
                      </m:r>
                      <m:r>
                        <m:rPr>
                          <m:nor/>
                        </m:rPr>
                        <a:rPr lang="en-US" sz="2800" dirty="0" smtClean="0">
                          <a:solidFill>
                            <a:schemeClr val="bg1"/>
                          </a:solidFill>
                          <a:ea typeface="Cambria Math" panose="02040503050406030204" pitchFamily="18" charset="0"/>
                        </a:rPr>
                        <m:t>data</m:t>
                      </m:r>
                      <m:r>
                        <a:rPr lang="en-US" sz="2800" b="0" i="1" dirty="0" smtClean="0">
                          <a:solidFill>
                            <a:schemeClr val="bg1"/>
                          </a:solidFill>
                          <a:latin typeface="Cambria Math" panose="02040503050406030204" pitchFamily="18" charset="0"/>
                          <a:ea typeface="Cambria Math" panose="02040503050406030204" pitchFamily="18" charset="0"/>
                        </a:rPr>
                        <m:t>    </m:t>
                      </m:r>
                      <m:acc>
                        <m:accPr>
                          <m:chr m:val="̅"/>
                          <m:ctrlPr>
                            <a:rPr lang="en-US" sz="2800" i="1" smtClean="0">
                              <a:solidFill>
                                <a:srgbClr val="002060"/>
                              </a:solidFill>
                              <a:latin typeface="Cambria Math" panose="02040503050406030204" pitchFamily="18" charset="0"/>
                            </a:rPr>
                          </m:ctrlPr>
                        </m:accPr>
                        <m:e>
                          <m:r>
                            <a:rPr lang="en-US" sz="2800" smtClean="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 </m:t>
                          </m:r>
                        </m:e>
                      </m:acc>
                      <m:r>
                        <a:rPr lang="en-US" sz="2800" b="0" i="0" smtClean="0">
                          <a:solidFill>
                            <a:srgbClr val="002060"/>
                          </a:solidFill>
                          <a:latin typeface="Cambria Math" panose="02040503050406030204" pitchFamily="18" charset="0"/>
                        </a:rPr>
                        <m:t>=90,</m:t>
                      </m:r>
                    </m:oMath>
                  </m:oMathPara>
                </a14:m>
                <a:endParaRPr lang="en-US" sz="2800" dirty="0"/>
              </a:p>
            </p:txBody>
          </p:sp>
        </mc:Choice>
        <mc:Fallback xmlns="">
          <p:sp>
            <p:nvSpPr>
              <p:cNvPr id="23" name="Rectangle 22"/>
              <p:cNvSpPr>
                <a:spLocks noRot="1" noChangeAspect="1" noMove="1" noResize="1" noEditPoints="1" noAdjustHandles="1" noChangeArrowheads="1" noChangeShapeType="1" noTextEdit="1"/>
              </p:cNvSpPr>
              <p:nvPr/>
            </p:nvSpPr>
            <p:spPr>
              <a:xfrm>
                <a:off x="153790" y="2380502"/>
                <a:ext cx="4651402" cy="523220"/>
              </a:xfrm>
              <a:prstGeom prst="rect">
                <a:avLst/>
              </a:prstGeom>
              <a:blipFill rotWithShape="0">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Rectangle 23"/>
              <p:cNvSpPr/>
              <p:nvPr/>
            </p:nvSpPr>
            <p:spPr>
              <a:xfrm>
                <a:off x="8483030" y="2375601"/>
                <a:ext cx="1354025"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m:rPr>
                          <m:sty m:val="p"/>
                        </m:rPr>
                        <a:rPr lang="en-US" sz="2800" smtClean="0">
                          <a:solidFill>
                            <a:srgbClr val="002060"/>
                          </a:solidFill>
                          <a:latin typeface="Cambria Math" panose="02040503050406030204" pitchFamily="18" charset="0"/>
                        </a:rPr>
                        <m:t>r</m:t>
                      </m:r>
                      <m:r>
                        <a:rPr lang="en-US" sz="2800" b="0" i="0" smtClean="0">
                          <a:solidFill>
                            <a:srgbClr val="002060"/>
                          </a:solidFill>
                          <a:latin typeface="Cambria Math" panose="02040503050406030204" pitchFamily="18" charset="0"/>
                        </a:rPr>
                        <m:t>=0.8</m:t>
                      </m:r>
                    </m:oMath>
                  </m:oMathPara>
                </a14:m>
                <a:endParaRPr lang="en-US" sz="2800" dirty="0"/>
              </a:p>
            </p:txBody>
          </p:sp>
        </mc:Choice>
        <mc:Fallback xmlns="">
          <p:sp>
            <p:nvSpPr>
              <p:cNvPr id="24" name="Rectangle 23"/>
              <p:cNvSpPr>
                <a:spLocks noRot="1" noChangeAspect="1" noMove="1" noResize="1" noEditPoints="1" noAdjustHandles="1" noChangeArrowheads="1" noChangeShapeType="1" noTextEdit="1"/>
              </p:cNvSpPr>
              <p:nvPr/>
            </p:nvSpPr>
            <p:spPr>
              <a:xfrm>
                <a:off x="8483030" y="2375601"/>
                <a:ext cx="1354025" cy="523220"/>
              </a:xfrm>
              <a:prstGeom prst="rect">
                <a:avLst/>
              </a:prstGeom>
              <a:blipFill rotWithShape="0">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Rectangle 24"/>
              <p:cNvSpPr/>
              <p:nvPr/>
            </p:nvSpPr>
            <p:spPr>
              <a:xfrm>
                <a:off x="5994927" y="1572249"/>
                <a:ext cx="2438103" cy="523220"/>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sz="2800" i="1" smtClean="0">
                              <a:solidFill>
                                <a:srgbClr val="002060"/>
                              </a:solidFill>
                              <a:latin typeface="Cambria Math" panose="02040503050406030204" pitchFamily="18" charset="0"/>
                            </a:rPr>
                          </m:ctrlPr>
                        </m:sSubPr>
                        <m:e>
                          <m:r>
                            <m:rPr>
                              <m:sty m:val="p"/>
                            </m:rPr>
                            <a:rPr lang="en-US" sz="2800">
                              <a:solidFill>
                                <a:srgbClr val="002060"/>
                              </a:solidFill>
                              <a:latin typeface="Cambria Math" panose="02040503050406030204" pitchFamily="18" charset="0"/>
                            </a:rPr>
                            <m:t>σ</m:t>
                          </m:r>
                        </m:e>
                        <m:sub>
                          <m:r>
                            <m:rPr>
                              <m:sty m:val="p"/>
                            </m:rPr>
                            <a:rPr lang="en-US" sz="2800">
                              <a:solidFill>
                                <a:srgbClr val="002060"/>
                              </a:solidFill>
                              <a:latin typeface="Cambria Math" panose="02040503050406030204" pitchFamily="18" charset="0"/>
                            </a:rPr>
                            <m:t>x</m:t>
                          </m:r>
                        </m:sub>
                      </m:sSub>
                      <m:r>
                        <a:rPr lang="en-US" sz="2800" b="0" i="1" smtClean="0">
                          <a:solidFill>
                            <a:srgbClr val="002060"/>
                          </a:solidFill>
                          <a:latin typeface="Cambria Math" panose="02040503050406030204" pitchFamily="18" charset="0"/>
                        </a:rPr>
                        <m:t>=3,</m:t>
                      </m:r>
                    </m:oMath>
                  </m:oMathPara>
                </a14:m>
                <a:endParaRPr lang="en-US" sz="2800" dirty="0"/>
              </a:p>
            </p:txBody>
          </p:sp>
        </mc:Choice>
        <mc:Fallback xmlns="">
          <p:sp>
            <p:nvSpPr>
              <p:cNvPr id="25" name="Rectangle 24"/>
              <p:cNvSpPr>
                <a:spLocks noRot="1" noChangeAspect="1" noMove="1" noResize="1" noEditPoints="1" noAdjustHandles="1" noChangeArrowheads="1" noChangeShapeType="1" noTextEdit="1"/>
              </p:cNvSpPr>
              <p:nvPr/>
            </p:nvSpPr>
            <p:spPr>
              <a:xfrm>
                <a:off x="5994927" y="1572249"/>
                <a:ext cx="2438103" cy="523220"/>
              </a:xfrm>
              <a:prstGeom prst="rect">
                <a:avLst/>
              </a:prstGeom>
              <a:blipFill rotWithShape="0">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Rectangle 25"/>
              <p:cNvSpPr/>
              <p:nvPr/>
            </p:nvSpPr>
            <p:spPr>
              <a:xfrm>
                <a:off x="5994927" y="2360689"/>
                <a:ext cx="2245743" cy="562846"/>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sz="2800" i="1" smtClean="0">
                              <a:solidFill>
                                <a:srgbClr val="002060"/>
                              </a:solidFill>
                              <a:latin typeface="Cambria Math" panose="02040503050406030204" pitchFamily="18" charset="0"/>
                            </a:rPr>
                          </m:ctrlPr>
                        </m:sSubPr>
                        <m:e>
                          <m:r>
                            <m:rPr>
                              <m:sty m:val="p"/>
                            </m:rPr>
                            <a:rPr lang="en-US" sz="2800">
                              <a:solidFill>
                                <a:srgbClr val="002060"/>
                              </a:solidFill>
                              <a:latin typeface="Cambria Math" panose="02040503050406030204" pitchFamily="18" charset="0"/>
                            </a:rPr>
                            <m:t>σ</m:t>
                          </m:r>
                        </m:e>
                        <m:sub>
                          <m:r>
                            <m:rPr>
                              <m:sty m:val="p"/>
                            </m:rPr>
                            <a:rPr lang="en-US" sz="2800">
                              <a:solidFill>
                                <a:srgbClr val="002060"/>
                              </a:solidFill>
                              <a:latin typeface="Cambria Math" panose="02040503050406030204" pitchFamily="18" charset="0"/>
                            </a:rPr>
                            <m:t>y</m:t>
                          </m:r>
                        </m:sub>
                      </m:sSub>
                      <m:r>
                        <a:rPr lang="en-US" sz="2800" b="0" i="0" smtClean="0">
                          <a:solidFill>
                            <a:srgbClr val="002060"/>
                          </a:solidFill>
                          <a:latin typeface="Cambria Math" panose="02040503050406030204" pitchFamily="18" charset="0"/>
                        </a:rPr>
                        <m:t>=12,</m:t>
                      </m:r>
                    </m:oMath>
                  </m:oMathPara>
                </a14:m>
                <a:endParaRPr lang="en-US" sz="2800" dirty="0"/>
              </a:p>
            </p:txBody>
          </p:sp>
        </mc:Choice>
        <mc:Fallback xmlns="">
          <p:sp>
            <p:nvSpPr>
              <p:cNvPr id="26" name="Rectangle 25"/>
              <p:cNvSpPr>
                <a:spLocks noRot="1" noChangeAspect="1" noMove="1" noResize="1" noEditPoints="1" noAdjustHandles="1" noChangeArrowheads="1" noChangeShapeType="1" noTextEdit="1"/>
              </p:cNvSpPr>
              <p:nvPr/>
            </p:nvSpPr>
            <p:spPr>
              <a:xfrm>
                <a:off x="5994927" y="2360689"/>
                <a:ext cx="2245743" cy="562846"/>
              </a:xfrm>
              <a:prstGeom prst="rect">
                <a:avLst/>
              </a:prstGeom>
              <a:blipFill rotWithShape="0">
                <a:blip r:embed="rId1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825901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11" grpId="0"/>
      <p:bldP spid="32" grpId="0"/>
      <p:bldP spid="13" grpId="0"/>
      <p:bldP spid="14" grpId="0"/>
      <p:bldP spid="17" grpId="0"/>
      <p:bldP spid="18" grpId="0"/>
      <p:bldP spid="19" grpId="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3 ⇝ Example 4(</a:t>
            </a:r>
            <a:r>
              <a:rPr lang="en-GB" dirty="0">
                <a:solidFill>
                  <a:srgbClr val="FF0000"/>
                </a:solidFill>
              </a:rPr>
              <a:t>Continue</a:t>
            </a:r>
            <a:r>
              <a:rPr lang="en-GB" dirty="0"/>
              <a:t>)</a:t>
            </a:r>
            <a:endParaRPr lang="en-US" dirty="0"/>
          </a:p>
        </p:txBody>
      </p:sp>
      <mc:AlternateContent xmlns:mc="http://schemas.openxmlformats.org/markup-compatibility/2006" xmlns:a14="http://schemas.microsoft.com/office/drawing/2010/main">
        <mc:Choice Requires="a14">
          <p:sp>
            <p:nvSpPr>
              <p:cNvPr id="15" name="Rectangle 14"/>
              <p:cNvSpPr/>
              <p:nvPr/>
            </p:nvSpPr>
            <p:spPr>
              <a:xfrm>
                <a:off x="137270" y="862943"/>
                <a:ext cx="4039888" cy="523220"/>
              </a:xfrm>
              <a:prstGeom prst="rect">
                <a:avLst/>
              </a:prstGeom>
            </p:spPr>
            <p:txBody>
              <a:bodyPr wrap="none">
                <a:spAutoFit/>
              </a:bodyPr>
              <a:lstStyle/>
              <a:p>
                <a:r>
                  <a:rPr lang="en-US" sz="2800" b="1" u="sng" dirty="0">
                    <a:solidFill>
                      <a:srgbClr val="002060"/>
                    </a:solidFill>
                  </a:rPr>
                  <a:t>Regression Line of	</a:t>
                </a:r>
                <a14:m>
                  <m:oMath xmlns:m="http://schemas.openxmlformats.org/officeDocument/2006/math">
                    <m:r>
                      <a:rPr lang="en-US" sz="2800" b="1" u="sng" dirty="0">
                        <a:solidFill>
                          <a:srgbClr val="FF0000"/>
                        </a:solidFill>
                        <a:latin typeface="Cambria Math" panose="02040503050406030204" pitchFamily="18" charset="0"/>
                      </a:rPr>
                      <m:t>𝐲</m:t>
                    </m:r>
                  </m:oMath>
                </a14:m>
                <a:r>
                  <a:rPr lang="en-US" sz="2800" b="1" u="sng" dirty="0">
                    <a:solidFill>
                      <a:srgbClr val="FF0000"/>
                    </a:solidFill>
                  </a:rPr>
                  <a:t> on </a:t>
                </a:r>
                <a14:m>
                  <m:oMath xmlns:m="http://schemas.openxmlformats.org/officeDocument/2006/math">
                    <m:r>
                      <a:rPr lang="en-US" sz="2800" b="1" u="sng" dirty="0">
                        <a:solidFill>
                          <a:srgbClr val="FF0000"/>
                        </a:solidFill>
                        <a:latin typeface="Cambria Math" panose="02040503050406030204" pitchFamily="18" charset="0"/>
                      </a:rPr>
                      <m:t>𝐱</m:t>
                    </m:r>
                  </m:oMath>
                </a14:m>
                <a:r>
                  <a:rPr lang="en-US" sz="2800" b="1" u="sng" dirty="0">
                    <a:solidFill>
                      <a:srgbClr val="002060"/>
                    </a:solidFill>
                  </a:rPr>
                  <a:t> :</a:t>
                </a:r>
              </a:p>
            </p:txBody>
          </p:sp>
        </mc:Choice>
        <mc:Fallback xmlns="">
          <p:sp>
            <p:nvSpPr>
              <p:cNvPr id="15" name="Rectangle 14"/>
              <p:cNvSpPr>
                <a:spLocks noRot="1" noChangeAspect="1" noMove="1" noResize="1" noEditPoints="1" noAdjustHandles="1" noChangeArrowheads="1" noChangeShapeType="1" noTextEdit="1"/>
              </p:cNvSpPr>
              <p:nvPr/>
            </p:nvSpPr>
            <p:spPr>
              <a:xfrm>
                <a:off x="137270" y="862943"/>
                <a:ext cx="4039888" cy="523220"/>
              </a:xfrm>
              <a:prstGeom prst="rect">
                <a:avLst/>
              </a:prstGeom>
              <a:blipFill rotWithShape="0">
                <a:blip r:embed="rId2"/>
                <a:stretch>
                  <a:fillRect l="-3172" t="-12941" r="-2266" b="-329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137270" y="1430953"/>
                <a:ext cx="4646337" cy="1037207"/>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a:solidFill>
                            <a:srgbClr val="002060"/>
                          </a:solidFill>
                          <a:latin typeface="Cambria Math" panose="02040503050406030204" pitchFamily="18" charset="0"/>
                          <a:ea typeface="Cambria Math" panose="02040503050406030204" pitchFamily="18" charset="0"/>
                        </a:rPr>
                        <m:t>∴</m:t>
                      </m:r>
                      <m:r>
                        <m:rPr>
                          <m:sty m:val="p"/>
                        </m:rPr>
                        <a:rPr lang="en-US" sz="280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m:t>
                      </m:r>
                      <m:r>
                        <a:rPr lang="en-US" sz="2800" i="1">
                          <a:solidFill>
                            <a:srgbClr val="002060"/>
                          </a:solidFill>
                          <a:latin typeface="Cambria Math" panose="02040503050406030204" pitchFamily="18" charset="0"/>
                          <a:ea typeface="Cambria Math" panose="02040503050406030204" pitchFamily="18" charset="0"/>
                        </a:rPr>
                        <m:t>90</m:t>
                      </m:r>
                      <m:r>
                        <a:rPr lang="en-US" sz="2800">
                          <a:solidFill>
                            <a:srgbClr val="002060"/>
                          </a:solidFill>
                          <a:latin typeface="Cambria Math" panose="02040503050406030204" pitchFamily="18" charset="0"/>
                        </a:rPr>
                        <m:t>=</m:t>
                      </m:r>
                      <m:r>
                        <a:rPr lang="en-US" sz="2800" i="1">
                          <a:solidFill>
                            <a:srgbClr val="002060"/>
                          </a:solidFill>
                          <a:latin typeface="Cambria Math" panose="02040503050406030204" pitchFamily="18" charset="0"/>
                          <a:ea typeface="Cambria Math" panose="02040503050406030204" pitchFamily="18" charset="0"/>
                        </a:rPr>
                        <m:t>0.8</m:t>
                      </m:r>
                      <m:r>
                        <a:rPr lang="en-US" sz="2800">
                          <a:solidFill>
                            <a:srgbClr val="002060"/>
                          </a:solidFill>
                          <a:latin typeface="Cambria Math" panose="02040503050406030204" pitchFamily="18" charset="0"/>
                          <a:ea typeface="Cambria Math" panose="02040503050406030204" pitchFamily="18" charset="0"/>
                        </a:rPr>
                        <m:t> </m:t>
                      </m:r>
                      <m:f>
                        <m:fPr>
                          <m:ctrlPr>
                            <a:rPr lang="en-US" sz="2800" i="1">
                              <a:solidFill>
                                <a:srgbClr val="7030A0"/>
                              </a:solidFill>
                              <a:latin typeface="Cambria Math" panose="02040503050406030204" pitchFamily="18" charset="0"/>
                            </a:rPr>
                          </m:ctrlPr>
                        </m:fPr>
                        <m:num>
                          <m:r>
                            <a:rPr lang="en-US" sz="2800" i="1">
                              <a:solidFill>
                                <a:srgbClr val="7030A0"/>
                              </a:solidFill>
                              <a:latin typeface="Cambria Math" panose="02040503050406030204" pitchFamily="18" charset="0"/>
                            </a:rPr>
                            <m:t> </m:t>
                          </m:r>
                          <m:r>
                            <a:rPr lang="en-US" sz="2800" i="1" smtClean="0">
                              <a:solidFill>
                                <a:srgbClr val="002060"/>
                              </a:solidFill>
                              <a:latin typeface="Cambria Math" panose="02040503050406030204" pitchFamily="18" charset="0"/>
                              <a:ea typeface="Cambria Math" panose="02040503050406030204" pitchFamily="18" charset="0"/>
                            </a:rPr>
                            <m:t>12</m:t>
                          </m:r>
                          <m:r>
                            <m:rPr>
                              <m:nor/>
                            </m:rPr>
                            <a:rPr lang="en-US" sz="2800" dirty="0">
                              <a:solidFill>
                                <a:srgbClr val="7030A0"/>
                              </a:solidFill>
                            </a:rPr>
                            <m:t> </m:t>
                          </m:r>
                        </m:num>
                        <m:den>
                          <m:eqArr>
                            <m:eqArrPr>
                              <m:ctrlPr>
                                <a:rPr lang="en-US" sz="2800" i="1">
                                  <a:solidFill>
                                    <a:srgbClr val="7030A0"/>
                                  </a:solidFill>
                                  <a:latin typeface="Cambria Math" panose="02040503050406030204" pitchFamily="18" charset="0"/>
                                  <a:ea typeface="Cambria Math" panose="02040503050406030204" pitchFamily="18" charset="0"/>
                                </a:rPr>
                              </m:ctrlPr>
                            </m:eqArrPr>
                            <m:e>
                              <m:r>
                                <a:rPr lang="en-US" sz="2800" i="1">
                                  <a:solidFill>
                                    <a:srgbClr val="7030A0"/>
                                  </a:solidFill>
                                  <a:latin typeface="Cambria Math" panose="02040503050406030204" pitchFamily="18" charset="0"/>
                                  <a:ea typeface="Cambria Math" panose="02040503050406030204" pitchFamily="18" charset="0"/>
                                </a:rPr>
                                <m:t> </m:t>
                              </m:r>
                            </m:e>
                            <m:e>
                              <m:r>
                                <a:rPr lang="en-US" sz="2800" i="1" smtClean="0">
                                  <a:solidFill>
                                    <a:srgbClr val="002060"/>
                                  </a:solidFill>
                                  <a:latin typeface="Cambria Math" panose="02040503050406030204" pitchFamily="18" charset="0"/>
                                  <a:ea typeface="Cambria Math" panose="02040503050406030204" pitchFamily="18" charset="0"/>
                                </a:rPr>
                                <m:t>3</m:t>
                              </m:r>
                            </m:e>
                          </m:eqArr>
                        </m:den>
                      </m:f>
                      <m:d>
                        <m:dPr>
                          <m:ctrlPr>
                            <a:rPr lang="en-US"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m:t>
                          </m:r>
                          <m:r>
                            <a:rPr lang="en-US" sz="2800" i="1">
                              <a:solidFill>
                                <a:srgbClr val="002060"/>
                              </a:solidFill>
                              <a:latin typeface="Cambria Math" panose="02040503050406030204" pitchFamily="18" charset="0"/>
                            </a:rPr>
                            <m:t>10</m:t>
                          </m:r>
                        </m:e>
                      </m:d>
                    </m:oMath>
                  </m:oMathPara>
                </a14:m>
                <a:endParaRPr lang="en-US" sz="2800" dirty="0">
                  <a:solidFill>
                    <a:srgbClr val="002060"/>
                  </a:solidFill>
                </a:endParaRPr>
              </a:p>
            </p:txBody>
          </p:sp>
        </mc:Choice>
        <mc:Fallback xmlns="">
          <p:sp>
            <p:nvSpPr>
              <p:cNvPr id="16" name="Rectangle 15"/>
              <p:cNvSpPr>
                <a:spLocks noRot="1" noChangeAspect="1" noMove="1" noResize="1" noEditPoints="1" noAdjustHandles="1" noChangeArrowheads="1" noChangeShapeType="1" noTextEdit="1"/>
              </p:cNvSpPr>
              <p:nvPr/>
            </p:nvSpPr>
            <p:spPr>
              <a:xfrm>
                <a:off x="137270" y="1430953"/>
                <a:ext cx="4646337" cy="1037207"/>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Rectangle 33"/>
              <p:cNvSpPr/>
              <p:nvPr/>
            </p:nvSpPr>
            <p:spPr>
              <a:xfrm>
                <a:off x="137270" y="2730827"/>
                <a:ext cx="4047390"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r>
                        <m:rPr>
                          <m:sty m:val="p"/>
                        </m:rPr>
                        <a:rPr lang="en-US" sz="280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−90=</m:t>
                      </m:r>
                      <m:r>
                        <a:rPr lang="en-US" sz="2800" b="0" i="1" smtClean="0">
                          <a:solidFill>
                            <a:schemeClr val="bg1"/>
                          </a:solidFill>
                          <a:latin typeface="Cambria Math" panose="02040503050406030204" pitchFamily="18" charset="0"/>
                        </a:rPr>
                        <m:t>3.2 </m:t>
                      </m:r>
                      <m:d>
                        <m:dPr>
                          <m:ctrlPr>
                            <a:rPr lang="en-US"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10</m:t>
                          </m:r>
                          <m:r>
                            <a:rPr lang="en-US" sz="2800" i="1">
                              <a:solidFill>
                                <a:srgbClr val="002060"/>
                              </a:solidFill>
                              <a:latin typeface="Cambria Math" panose="02040503050406030204" pitchFamily="18" charset="0"/>
                            </a:rPr>
                            <m:t> </m:t>
                          </m:r>
                        </m:e>
                      </m:d>
                    </m:oMath>
                  </m:oMathPara>
                </a14:m>
                <a:endParaRPr lang="en-US" sz="2800" dirty="0">
                  <a:solidFill>
                    <a:srgbClr val="002060"/>
                  </a:solidFill>
                </a:endParaRPr>
              </a:p>
            </p:txBody>
          </p:sp>
        </mc:Choice>
        <mc:Fallback xmlns="">
          <p:sp>
            <p:nvSpPr>
              <p:cNvPr id="34" name="Rectangle 33"/>
              <p:cNvSpPr>
                <a:spLocks noRot="1" noChangeAspect="1" noMove="1" noResize="1" noEditPoints="1" noAdjustHandles="1" noChangeArrowheads="1" noChangeShapeType="1" noTextEdit="1"/>
              </p:cNvSpPr>
              <p:nvPr/>
            </p:nvSpPr>
            <p:spPr>
              <a:xfrm>
                <a:off x="137270" y="2730827"/>
                <a:ext cx="4047390" cy="52322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Rectangle 34"/>
              <p:cNvSpPr/>
              <p:nvPr/>
            </p:nvSpPr>
            <p:spPr>
              <a:xfrm>
                <a:off x="137270" y="3516714"/>
                <a:ext cx="3592265"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r>
                        <m:rPr>
                          <m:sty m:val="p"/>
                        </m:rPr>
                        <a:rPr lang="en-US" sz="280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−90=</m:t>
                      </m:r>
                      <m:r>
                        <a:rPr lang="en-US" sz="2800" b="0" i="1" smtClean="0">
                          <a:solidFill>
                            <a:schemeClr val="bg1"/>
                          </a:solidFill>
                          <a:latin typeface="Cambria Math" panose="02040503050406030204" pitchFamily="18" charset="0"/>
                        </a:rPr>
                        <m:t>3.2</m:t>
                      </m:r>
                      <m:r>
                        <a:rPr lang="en-US" sz="2800" b="0" i="1" smtClean="0">
                          <a:solidFill>
                            <a:srgbClr val="002060"/>
                          </a:solidFill>
                          <a:latin typeface="Cambria Math" panose="02040503050406030204" pitchFamily="18" charset="0"/>
                        </a:rPr>
                        <m:t> </m:t>
                      </m:r>
                      <m:r>
                        <m:rPr>
                          <m:sty m:val="p"/>
                        </m:rPr>
                        <a:rPr lang="en-US" sz="2800" b="0" i="0" smtClean="0">
                          <a:solidFill>
                            <a:srgbClr val="002060"/>
                          </a:solidFill>
                          <a:latin typeface="Cambria Math" panose="02040503050406030204" pitchFamily="18" charset="0"/>
                        </a:rPr>
                        <m:t>x</m:t>
                      </m:r>
                      <m:r>
                        <a:rPr lang="en-US" sz="2800" b="0" i="1" smtClean="0">
                          <a:solidFill>
                            <a:srgbClr val="002060"/>
                          </a:solidFill>
                          <a:latin typeface="Cambria Math" panose="02040503050406030204" pitchFamily="18" charset="0"/>
                        </a:rPr>
                        <m:t>−</m:t>
                      </m:r>
                      <m:r>
                        <a:rPr lang="en-US" sz="2800" b="0" i="1" smtClean="0">
                          <a:solidFill>
                            <a:schemeClr val="bg1"/>
                          </a:solidFill>
                          <a:latin typeface="Cambria Math" panose="02040503050406030204" pitchFamily="18" charset="0"/>
                        </a:rPr>
                        <m:t>32</m:t>
                      </m:r>
                    </m:oMath>
                  </m:oMathPara>
                </a14:m>
                <a:endParaRPr lang="en-US" sz="2800" dirty="0">
                  <a:solidFill>
                    <a:srgbClr val="002060"/>
                  </a:solidFill>
                </a:endParaRPr>
              </a:p>
            </p:txBody>
          </p:sp>
        </mc:Choice>
        <mc:Fallback xmlns="">
          <p:sp>
            <p:nvSpPr>
              <p:cNvPr id="35" name="Rectangle 34"/>
              <p:cNvSpPr>
                <a:spLocks noRot="1" noChangeAspect="1" noMove="1" noResize="1" noEditPoints="1" noAdjustHandles="1" noChangeArrowheads="1" noChangeShapeType="1" noTextEdit="1"/>
              </p:cNvSpPr>
              <p:nvPr/>
            </p:nvSpPr>
            <p:spPr>
              <a:xfrm>
                <a:off x="137270" y="3516714"/>
                <a:ext cx="3592265" cy="523220"/>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Rectangle 35"/>
              <p:cNvSpPr/>
              <p:nvPr/>
            </p:nvSpPr>
            <p:spPr>
              <a:xfrm>
                <a:off x="137270" y="4302601"/>
                <a:ext cx="3592265"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r>
                        <m:rPr>
                          <m:sty m:val="p"/>
                        </m:rPr>
                        <a:rPr lang="en-US" sz="280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3.2</m:t>
                      </m:r>
                      <m:r>
                        <a:rPr lang="en-US" sz="2800" i="1">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x</m:t>
                      </m:r>
                      <m:r>
                        <a:rPr lang="en-US" sz="2800" b="0" i="1" smtClean="0">
                          <a:solidFill>
                            <a:srgbClr val="002060"/>
                          </a:solidFill>
                          <a:latin typeface="Cambria Math" panose="02040503050406030204" pitchFamily="18" charset="0"/>
                        </a:rPr>
                        <m:t>−</m:t>
                      </m:r>
                      <m:r>
                        <a:rPr lang="en-US" sz="2800" i="1">
                          <a:solidFill>
                            <a:srgbClr val="002060"/>
                          </a:solidFill>
                          <a:latin typeface="Cambria Math" panose="02040503050406030204" pitchFamily="18" charset="0"/>
                        </a:rPr>
                        <m:t>3</m:t>
                      </m:r>
                      <m:r>
                        <a:rPr lang="en-US" sz="2800" b="0" i="1" smtClean="0">
                          <a:solidFill>
                            <a:srgbClr val="002060"/>
                          </a:solidFill>
                          <a:latin typeface="Cambria Math" panose="02040503050406030204" pitchFamily="18" charset="0"/>
                        </a:rPr>
                        <m:t>2</m:t>
                      </m:r>
                      <m:r>
                        <a:rPr lang="en-US" sz="2800" b="0" i="1" smtClean="0">
                          <a:solidFill>
                            <a:schemeClr val="bg1"/>
                          </a:solidFill>
                          <a:latin typeface="Cambria Math" panose="02040503050406030204" pitchFamily="18" charset="0"/>
                        </a:rPr>
                        <m:t>+90</m:t>
                      </m:r>
                    </m:oMath>
                  </m:oMathPara>
                </a14:m>
                <a:endParaRPr lang="en-US" sz="2800" dirty="0">
                  <a:solidFill>
                    <a:srgbClr val="002060"/>
                  </a:solidFill>
                </a:endParaRPr>
              </a:p>
            </p:txBody>
          </p:sp>
        </mc:Choice>
        <mc:Fallback xmlns="">
          <p:sp>
            <p:nvSpPr>
              <p:cNvPr id="36" name="Rectangle 35"/>
              <p:cNvSpPr>
                <a:spLocks noRot="1" noChangeAspect="1" noMove="1" noResize="1" noEditPoints="1" noAdjustHandles="1" noChangeArrowheads="1" noChangeShapeType="1" noTextEdit="1"/>
              </p:cNvSpPr>
              <p:nvPr/>
            </p:nvSpPr>
            <p:spPr>
              <a:xfrm>
                <a:off x="137270" y="4302601"/>
                <a:ext cx="3592265" cy="523220"/>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Rectangle 36"/>
              <p:cNvSpPr/>
              <p:nvPr/>
            </p:nvSpPr>
            <p:spPr>
              <a:xfrm>
                <a:off x="137270" y="5088488"/>
                <a:ext cx="2767489"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r>
                        <m:rPr>
                          <m:sty m:val="p"/>
                        </m:rPr>
                        <a:rPr lang="en-US" sz="280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3.2</m:t>
                      </m:r>
                      <m:r>
                        <a:rPr lang="en-US" sz="2800" i="1">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x</m:t>
                      </m:r>
                      <m:r>
                        <a:rPr lang="en-US" sz="2800" i="1">
                          <a:solidFill>
                            <a:srgbClr val="002060"/>
                          </a:solidFill>
                          <a:latin typeface="Cambria Math" panose="02040503050406030204" pitchFamily="18" charset="0"/>
                        </a:rPr>
                        <m:t>+</m:t>
                      </m:r>
                      <m:r>
                        <a:rPr lang="en-US" sz="2800" b="0" i="1" smtClean="0">
                          <a:solidFill>
                            <a:srgbClr val="FF0000"/>
                          </a:solidFill>
                          <a:latin typeface="Cambria Math" panose="02040503050406030204" pitchFamily="18" charset="0"/>
                        </a:rPr>
                        <m:t>58</m:t>
                      </m:r>
                    </m:oMath>
                  </m:oMathPara>
                </a14:m>
                <a:endParaRPr lang="en-US" sz="2800" dirty="0">
                  <a:solidFill>
                    <a:srgbClr val="002060"/>
                  </a:solidFill>
                </a:endParaRPr>
              </a:p>
            </p:txBody>
          </p:sp>
        </mc:Choice>
        <mc:Fallback xmlns="">
          <p:sp>
            <p:nvSpPr>
              <p:cNvPr id="37" name="Rectangle 36"/>
              <p:cNvSpPr>
                <a:spLocks noRot="1" noChangeAspect="1" noMove="1" noResize="1" noEditPoints="1" noAdjustHandles="1" noChangeArrowheads="1" noChangeShapeType="1" noTextEdit="1"/>
              </p:cNvSpPr>
              <p:nvPr/>
            </p:nvSpPr>
            <p:spPr>
              <a:xfrm>
                <a:off x="137270" y="5088488"/>
                <a:ext cx="2767489" cy="523220"/>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Rectangle 37"/>
              <p:cNvSpPr/>
              <p:nvPr/>
            </p:nvSpPr>
            <p:spPr>
              <a:xfrm>
                <a:off x="137270" y="5874375"/>
                <a:ext cx="7820667" cy="523220"/>
              </a:xfrm>
              <a:prstGeom prst="rect">
                <a:avLst/>
              </a:prstGeom>
              <a:ln>
                <a:solidFill>
                  <a:srgbClr val="FF0000"/>
                </a:solidFill>
              </a:ln>
            </p:spPr>
            <p:style>
              <a:lnRef idx="2">
                <a:schemeClr val="accent2"/>
              </a:lnRef>
              <a:fillRef idx="1">
                <a:schemeClr val="lt1"/>
              </a:fillRef>
              <a:effectRef idx="0">
                <a:schemeClr val="accent2"/>
              </a:effectRef>
              <a:fontRef idx="minor">
                <a:schemeClr val="dk1"/>
              </a:fontRef>
            </p:style>
            <p:txBody>
              <a:bodyPr wrap="none">
                <a:spAutoFit/>
              </a:bodyPr>
              <a:lstStyle/>
              <a:p>
                <a:pPr/>
                <a14:m>
                  <m:oMathPara xmlns:m="http://schemas.openxmlformats.org/officeDocument/2006/math">
                    <m:oMathParaPr>
                      <m:jc m:val="left"/>
                    </m:oMathParaPr>
                    <m:oMath xmlns:m="http://schemas.openxmlformats.org/officeDocument/2006/math">
                      <m:r>
                        <a:rPr lang="en-US" sz="2800" b="1" i="1" smtClean="0">
                          <a:solidFill>
                            <a:srgbClr val="7030A0"/>
                          </a:solidFill>
                          <a:latin typeface="Cambria Math" panose="02040503050406030204" pitchFamily="18" charset="0"/>
                          <a:ea typeface="Cambria Math" panose="02040503050406030204" pitchFamily="18" charset="0"/>
                        </a:rPr>
                        <m:t>∴</m:t>
                      </m:r>
                      <m:r>
                        <m:rPr>
                          <m:nor/>
                        </m:rPr>
                        <a:rPr lang="en-US" sz="2800" b="1" i="0" dirty="0" smtClean="0">
                          <a:solidFill>
                            <a:srgbClr val="7030A0"/>
                          </a:solidFill>
                        </a:rPr>
                        <m:t>The</m:t>
                      </m:r>
                      <m:r>
                        <m:rPr>
                          <m:nor/>
                        </m:rPr>
                        <a:rPr lang="en-US" sz="2800" b="1" dirty="0">
                          <a:solidFill>
                            <a:srgbClr val="7030A0"/>
                          </a:solidFill>
                        </a:rPr>
                        <m:t> </m:t>
                      </m:r>
                      <m:r>
                        <m:rPr>
                          <m:nor/>
                        </m:rPr>
                        <a:rPr lang="en-US" sz="2800" b="1" i="0" dirty="0" smtClean="0">
                          <a:solidFill>
                            <a:srgbClr val="7030A0"/>
                          </a:solidFill>
                        </a:rPr>
                        <m:t>Regression</m:t>
                      </m:r>
                      <m:r>
                        <m:rPr>
                          <m:nor/>
                        </m:rPr>
                        <a:rPr lang="en-US" sz="2800" b="1" i="0" dirty="0" smtClean="0">
                          <a:solidFill>
                            <a:srgbClr val="7030A0"/>
                          </a:solidFill>
                        </a:rPr>
                        <m:t> </m:t>
                      </m:r>
                      <m:r>
                        <m:rPr>
                          <m:nor/>
                        </m:rPr>
                        <a:rPr lang="en-US" sz="2800" b="1" i="0" dirty="0" smtClean="0">
                          <a:solidFill>
                            <a:srgbClr val="7030A0"/>
                          </a:solidFill>
                        </a:rPr>
                        <m:t>line</m:t>
                      </m:r>
                      <m:r>
                        <m:rPr>
                          <m:nor/>
                        </m:rPr>
                        <a:rPr lang="en-US" sz="2800" b="1" i="0" dirty="0" smtClean="0">
                          <a:solidFill>
                            <a:srgbClr val="7030A0"/>
                          </a:solidFill>
                        </a:rPr>
                        <m:t> </m:t>
                      </m:r>
                      <m:r>
                        <m:rPr>
                          <m:nor/>
                        </m:rPr>
                        <a:rPr lang="en-US" sz="2800" b="1" i="0" dirty="0" smtClean="0">
                          <a:solidFill>
                            <a:srgbClr val="7030A0"/>
                          </a:solidFill>
                        </a:rPr>
                        <m:t>of</m:t>
                      </m:r>
                      <m:r>
                        <m:rPr>
                          <m:nor/>
                        </m:rPr>
                        <a:rPr lang="en-US" sz="2800" b="1" i="0" dirty="0" smtClean="0">
                          <a:solidFill>
                            <a:srgbClr val="7030A0"/>
                          </a:solidFill>
                        </a:rPr>
                        <m:t> </m:t>
                      </m:r>
                      <m:r>
                        <m:rPr>
                          <m:nor/>
                        </m:rPr>
                        <a:rPr lang="en-US" sz="2800" b="1" i="0" dirty="0" smtClean="0">
                          <a:solidFill>
                            <a:srgbClr val="7030A0"/>
                          </a:solidFill>
                        </a:rPr>
                        <m:t>y</m:t>
                      </m:r>
                      <m:r>
                        <m:rPr>
                          <m:nor/>
                        </m:rPr>
                        <a:rPr lang="en-US" sz="2800" b="1" i="0" dirty="0" smtClean="0">
                          <a:solidFill>
                            <a:srgbClr val="7030A0"/>
                          </a:solidFill>
                        </a:rPr>
                        <m:t> </m:t>
                      </m:r>
                      <m:r>
                        <m:rPr>
                          <m:nor/>
                        </m:rPr>
                        <a:rPr lang="en-US" sz="2800" b="1" i="0" dirty="0" smtClean="0">
                          <a:solidFill>
                            <a:srgbClr val="7030A0"/>
                          </a:solidFill>
                        </a:rPr>
                        <m:t>on</m:t>
                      </m:r>
                      <m:r>
                        <m:rPr>
                          <m:nor/>
                        </m:rPr>
                        <a:rPr lang="en-US" sz="2800" b="1" i="0" dirty="0" smtClean="0">
                          <a:solidFill>
                            <a:srgbClr val="7030A0"/>
                          </a:solidFill>
                        </a:rPr>
                        <m:t> </m:t>
                      </m:r>
                      <m:r>
                        <m:rPr>
                          <m:nor/>
                        </m:rPr>
                        <a:rPr lang="en-US" sz="2800" b="1" i="0" dirty="0" smtClean="0">
                          <a:solidFill>
                            <a:srgbClr val="7030A0"/>
                          </a:solidFill>
                        </a:rPr>
                        <m:t>x</m:t>
                      </m:r>
                      <m:r>
                        <m:rPr>
                          <m:nor/>
                        </m:rPr>
                        <a:rPr lang="en-US" sz="2800" b="1" i="0" dirty="0" smtClean="0">
                          <a:solidFill>
                            <a:srgbClr val="7030A0"/>
                          </a:solidFill>
                        </a:rPr>
                        <m:t> </m:t>
                      </m:r>
                      <m:r>
                        <m:rPr>
                          <m:nor/>
                        </m:rPr>
                        <a:rPr lang="en-US" sz="2800" b="1" i="0" dirty="0" smtClean="0">
                          <a:solidFill>
                            <a:srgbClr val="7030A0"/>
                          </a:solidFill>
                        </a:rPr>
                        <m:t>is</m:t>
                      </m:r>
                      <m:r>
                        <a:rPr lang="en-US" sz="2800" b="0" i="1" dirty="0" smtClean="0">
                          <a:solidFill>
                            <a:srgbClr val="7030A0"/>
                          </a:solidFill>
                          <a:latin typeface="Cambria Math" panose="02040503050406030204" pitchFamily="18" charset="0"/>
                        </a:rPr>
                        <m:t>     </m:t>
                      </m:r>
                      <m:r>
                        <a:rPr lang="en-US" sz="2800" b="1" i="0" smtClean="0">
                          <a:solidFill>
                            <a:srgbClr val="7030A0"/>
                          </a:solidFill>
                          <a:latin typeface="Cambria Math" panose="02040503050406030204" pitchFamily="18" charset="0"/>
                        </a:rPr>
                        <m:t>𝐲</m:t>
                      </m:r>
                      <m:r>
                        <a:rPr lang="en-US" sz="2800" b="1" i="0" smtClean="0">
                          <a:solidFill>
                            <a:srgbClr val="7030A0"/>
                          </a:solidFill>
                          <a:latin typeface="Cambria Math" panose="02040503050406030204" pitchFamily="18" charset="0"/>
                        </a:rPr>
                        <m:t>=</m:t>
                      </m:r>
                      <m:r>
                        <a:rPr lang="en-US" sz="2800" b="1" i="0" smtClean="0">
                          <a:solidFill>
                            <a:srgbClr val="7030A0"/>
                          </a:solidFill>
                          <a:latin typeface="Cambria Math" panose="02040503050406030204" pitchFamily="18" charset="0"/>
                        </a:rPr>
                        <m:t>𝟑</m:t>
                      </m:r>
                      <m:r>
                        <a:rPr lang="en-US" sz="2800" b="1" i="0" smtClean="0">
                          <a:solidFill>
                            <a:srgbClr val="7030A0"/>
                          </a:solidFill>
                          <a:latin typeface="Cambria Math" panose="02040503050406030204" pitchFamily="18" charset="0"/>
                        </a:rPr>
                        <m:t>.</m:t>
                      </m:r>
                      <m:r>
                        <a:rPr lang="en-US" sz="2800" b="1" i="0" smtClean="0">
                          <a:solidFill>
                            <a:srgbClr val="7030A0"/>
                          </a:solidFill>
                          <a:latin typeface="Cambria Math" panose="02040503050406030204" pitchFamily="18" charset="0"/>
                        </a:rPr>
                        <m:t>𝟐</m:t>
                      </m:r>
                      <m:r>
                        <a:rPr lang="en-US" sz="2800" b="1" i="0">
                          <a:solidFill>
                            <a:srgbClr val="7030A0"/>
                          </a:solidFill>
                          <a:latin typeface="Cambria Math" panose="02040503050406030204" pitchFamily="18" charset="0"/>
                        </a:rPr>
                        <m:t> </m:t>
                      </m:r>
                      <m:r>
                        <a:rPr lang="en-US" sz="2800" b="1" i="0">
                          <a:solidFill>
                            <a:srgbClr val="7030A0"/>
                          </a:solidFill>
                          <a:latin typeface="Cambria Math" panose="02040503050406030204" pitchFamily="18" charset="0"/>
                        </a:rPr>
                        <m:t>𝐱</m:t>
                      </m:r>
                      <m:r>
                        <a:rPr lang="en-US" sz="2800" b="1" i="0">
                          <a:solidFill>
                            <a:srgbClr val="7030A0"/>
                          </a:solidFill>
                          <a:latin typeface="Cambria Math" panose="02040503050406030204" pitchFamily="18" charset="0"/>
                        </a:rPr>
                        <m:t>+</m:t>
                      </m:r>
                      <m:r>
                        <a:rPr lang="en-US" sz="2800" b="1" i="0">
                          <a:solidFill>
                            <a:srgbClr val="7030A0"/>
                          </a:solidFill>
                          <a:latin typeface="Cambria Math" panose="02040503050406030204" pitchFamily="18" charset="0"/>
                        </a:rPr>
                        <m:t>𝟓𝟖</m:t>
                      </m:r>
                    </m:oMath>
                  </m:oMathPara>
                </a14:m>
                <a:endParaRPr lang="en-US" sz="2800" b="1" dirty="0">
                  <a:solidFill>
                    <a:srgbClr val="7030A0"/>
                  </a:solidFill>
                </a:endParaRPr>
              </a:p>
            </p:txBody>
          </p:sp>
        </mc:Choice>
        <mc:Fallback xmlns="">
          <p:sp>
            <p:nvSpPr>
              <p:cNvPr id="38" name="Rectangle 37"/>
              <p:cNvSpPr>
                <a:spLocks noRot="1" noChangeAspect="1" noMove="1" noResize="1" noEditPoints="1" noAdjustHandles="1" noChangeArrowheads="1" noChangeShapeType="1" noTextEdit="1"/>
              </p:cNvSpPr>
              <p:nvPr/>
            </p:nvSpPr>
            <p:spPr>
              <a:xfrm>
                <a:off x="137270" y="5874375"/>
                <a:ext cx="7820667" cy="523220"/>
              </a:xfrm>
              <a:prstGeom prst="rect">
                <a:avLst/>
              </a:prstGeom>
              <a:blipFill rotWithShape="0">
                <a:blip r:embed="rId8"/>
                <a:stretch>
                  <a:fillRect/>
                </a:stretch>
              </a:blipFill>
              <a:ln>
                <a:solidFill>
                  <a:srgbClr val="FF00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Rectangle 38"/>
              <p:cNvSpPr/>
              <p:nvPr/>
            </p:nvSpPr>
            <p:spPr>
              <a:xfrm>
                <a:off x="1898677" y="2730827"/>
                <a:ext cx="737702"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FF0000"/>
                          </a:solidFill>
                          <a:latin typeface="Cambria Math" panose="02040503050406030204" pitchFamily="18" charset="0"/>
                          <a:ea typeface="Cambria Math" panose="02040503050406030204" pitchFamily="18" charset="0"/>
                        </a:rPr>
                        <m:t>3</m:t>
                      </m:r>
                      <m:r>
                        <a:rPr lang="en-US" sz="2800" b="0" i="1" smtClean="0">
                          <a:solidFill>
                            <a:srgbClr val="FF0000"/>
                          </a:solidFill>
                          <a:latin typeface="Cambria Math" panose="02040503050406030204" pitchFamily="18" charset="0"/>
                          <a:ea typeface="Cambria Math" panose="02040503050406030204" pitchFamily="18" charset="0"/>
                        </a:rPr>
                        <m:t>.2</m:t>
                      </m:r>
                    </m:oMath>
                  </m:oMathPara>
                </a14:m>
                <a:endParaRPr lang="en-US" sz="2800" dirty="0">
                  <a:solidFill>
                    <a:srgbClr val="FF0000"/>
                  </a:solidFill>
                </a:endParaRPr>
              </a:p>
            </p:txBody>
          </p:sp>
        </mc:Choice>
        <mc:Fallback xmlns="">
          <p:sp>
            <p:nvSpPr>
              <p:cNvPr id="39" name="Rectangle 38"/>
              <p:cNvSpPr>
                <a:spLocks noRot="1" noChangeAspect="1" noMove="1" noResize="1" noEditPoints="1" noAdjustHandles="1" noChangeArrowheads="1" noChangeShapeType="1" noTextEdit="1"/>
              </p:cNvSpPr>
              <p:nvPr/>
            </p:nvSpPr>
            <p:spPr>
              <a:xfrm>
                <a:off x="1898677" y="2730827"/>
                <a:ext cx="737702" cy="523220"/>
              </a:xfrm>
              <a:prstGeom prst="rect">
                <a:avLst/>
              </a:prstGeom>
              <a:blipFill rotWithShape="0">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Rectangle 39"/>
              <p:cNvSpPr/>
              <p:nvPr/>
            </p:nvSpPr>
            <p:spPr>
              <a:xfrm>
                <a:off x="1902514" y="3522556"/>
                <a:ext cx="737702"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b="0" i="1" smtClean="0">
                          <a:solidFill>
                            <a:srgbClr val="FF0000"/>
                          </a:solidFill>
                          <a:latin typeface="Cambria Math" panose="02040503050406030204" pitchFamily="18" charset="0"/>
                          <a:ea typeface="Cambria Math" panose="02040503050406030204" pitchFamily="18" charset="0"/>
                        </a:rPr>
                        <m:t>3.2</m:t>
                      </m:r>
                    </m:oMath>
                  </m:oMathPara>
                </a14:m>
                <a:endParaRPr lang="en-US" sz="2800" dirty="0">
                  <a:solidFill>
                    <a:srgbClr val="FF0000"/>
                  </a:solidFill>
                </a:endParaRPr>
              </a:p>
            </p:txBody>
          </p:sp>
        </mc:Choice>
        <mc:Fallback xmlns="">
          <p:sp>
            <p:nvSpPr>
              <p:cNvPr id="40" name="Rectangle 39"/>
              <p:cNvSpPr>
                <a:spLocks noRot="1" noChangeAspect="1" noMove="1" noResize="1" noEditPoints="1" noAdjustHandles="1" noChangeArrowheads="1" noChangeShapeType="1" noTextEdit="1"/>
              </p:cNvSpPr>
              <p:nvPr/>
            </p:nvSpPr>
            <p:spPr>
              <a:xfrm>
                <a:off x="1902514" y="3522556"/>
                <a:ext cx="737702" cy="523220"/>
              </a:xfrm>
              <a:prstGeom prst="rect">
                <a:avLst/>
              </a:prstGeom>
              <a:blipFill rotWithShape="0">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Rectangle 40"/>
              <p:cNvSpPr/>
              <p:nvPr/>
            </p:nvSpPr>
            <p:spPr>
              <a:xfrm>
                <a:off x="2698091" y="3517996"/>
                <a:ext cx="1010213"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b="0" i="1" smtClean="0">
                          <a:solidFill>
                            <a:srgbClr val="FF0000"/>
                          </a:solidFill>
                          <a:latin typeface="Cambria Math" panose="02040503050406030204" pitchFamily="18" charset="0"/>
                          <a:ea typeface="Cambria Math" panose="02040503050406030204" pitchFamily="18" charset="0"/>
                        </a:rPr>
                        <m:t>− </m:t>
                      </m:r>
                      <m:r>
                        <a:rPr lang="en-US" sz="2800" i="1" smtClean="0">
                          <a:solidFill>
                            <a:srgbClr val="FF0000"/>
                          </a:solidFill>
                          <a:latin typeface="Cambria Math" panose="02040503050406030204" pitchFamily="18" charset="0"/>
                          <a:ea typeface="Cambria Math" panose="02040503050406030204" pitchFamily="18" charset="0"/>
                        </a:rPr>
                        <m:t>3</m:t>
                      </m:r>
                      <m:r>
                        <a:rPr lang="en-US" sz="2800" b="0" i="1" smtClean="0">
                          <a:solidFill>
                            <a:srgbClr val="FF0000"/>
                          </a:solidFill>
                          <a:latin typeface="Cambria Math" panose="02040503050406030204" pitchFamily="18" charset="0"/>
                          <a:ea typeface="Cambria Math" panose="02040503050406030204" pitchFamily="18" charset="0"/>
                        </a:rPr>
                        <m:t>2</m:t>
                      </m:r>
                    </m:oMath>
                  </m:oMathPara>
                </a14:m>
                <a:endParaRPr lang="en-US" sz="2800" dirty="0">
                  <a:solidFill>
                    <a:srgbClr val="FF0000"/>
                  </a:solidFill>
                </a:endParaRPr>
              </a:p>
            </p:txBody>
          </p:sp>
        </mc:Choice>
        <mc:Fallback xmlns="">
          <p:sp>
            <p:nvSpPr>
              <p:cNvPr id="41" name="Rectangle 40"/>
              <p:cNvSpPr>
                <a:spLocks noRot="1" noChangeAspect="1" noMove="1" noResize="1" noEditPoints="1" noAdjustHandles="1" noChangeArrowheads="1" noChangeShapeType="1" noTextEdit="1"/>
              </p:cNvSpPr>
              <p:nvPr/>
            </p:nvSpPr>
            <p:spPr>
              <a:xfrm>
                <a:off x="2698091" y="3517996"/>
                <a:ext cx="1010213" cy="523220"/>
              </a:xfrm>
              <a:prstGeom prst="rect">
                <a:avLst/>
              </a:prstGeom>
              <a:blipFill rotWithShape="0">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Rectangle 41"/>
              <p:cNvSpPr/>
              <p:nvPr/>
            </p:nvSpPr>
            <p:spPr>
              <a:xfrm>
                <a:off x="2696172" y="4303105"/>
                <a:ext cx="1010213"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FF0000"/>
                          </a:solidFill>
                          <a:latin typeface="Cambria Math" panose="02040503050406030204" pitchFamily="18" charset="0"/>
                          <a:ea typeface="Cambria Math" panose="02040503050406030204" pitchFamily="18" charset="0"/>
                        </a:rPr>
                        <m:t>+</m:t>
                      </m:r>
                      <m:r>
                        <a:rPr lang="en-US" sz="2800" b="0" i="1" smtClean="0">
                          <a:solidFill>
                            <a:srgbClr val="FF0000"/>
                          </a:solidFill>
                          <a:latin typeface="Cambria Math" panose="02040503050406030204" pitchFamily="18" charset="0"/>
                          <a:ea typeface="Cambria Math" panose="02040503050406030204" pitchFamily="18" charset="0"/>
                        </a:rPr>
                        <m:t> 90</m:t>
                      </m:r>
                    </m:oMath>
                  </m:oMathPara>
                </a14:m>
                <a:endParaRPr lang="en-US" sz="2800" dirty="0">
                  <a:solidFill>
                    <a:srgbClr val="FF0000"/>
                  </a:solidFill>
                </a:endParaRPr>
              </a:p>
            </p:txBody>
          </p:sp>
        </mc:Choice>
        <mc:Fallback xmlns="">
          <p:sp>
            <p:nvSpPr>
              <p:cNvPr id="42" name="Rectangle 41"/>
              <p:cNvSpPr>
                <a:spLocks noRot="1" noChangeAspect="1" noMove="1" noResize="1" noEditPoints="1" noAdjustHandles="1" noChangeArrowheads="1" noChangeShapeType="1" noTextEdit="1"/>
              </p:cNvSpPr>
              <p:nvPr/>
            </p:nvSpPr>
            <p:spPr>
              <a:xfrm>
                <a:off x="2696172" y="4303105"/>
                <a:ext cx="1010213" cy="523220"/>
              </a:xfrm>
              <a:prstGeom prst="rect">
                <a:avLst/>
              </a:prstGeom>
              <a:blipFill rotWithShape="0">
                <a:blip r:embed="rId1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834439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5" grpId="0"/>
      <p:bldP spid="36" grpId="0"/>
      <p:bldP spid="37" grpId="0"/>
      <p:bldP spid="38" grpId="0" animBg="1"/>
      <p:bldP spid="39" grpId="0"/>
      <p:bldP spid="40" grpId="0"/>
      <p:bldP spid="41" grpId="0"/>
      <p:bldP spid="42" grpId="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0" name="Rectangle 19"/>
              <p:cNvSpPr/>
              <p:nvPr/>
            </p:nvSpPr>
            <p:spPr>
              <a:xfrm>
                <a:off x="153790" y="5228647"/>
                <a:ext cx="4643131" cy="1034579"/>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r>
                        <m:rPr>
                          <m:sty m:val="p"/>
                        </m:rPr>
                        <a:rPr lang="en-US" sz="2800" b="0" i="0" smtClean="0">
                          <a:solidFill>
                            <a:srgbClr val="002060"/>
                          </a:solidFill>
                          <a:latin typeface="Cambria Math" panose="02040503050406030204" pitchFamily="18" charset="0"/>
                        </a:rPr>
                        <m:t>x</m:t>
                      </m:r>
                      <m:r>
                        <a:rPr lang="en-US" sz="2800" smtClean="0">
                          <a:solidFill>
                            <a:srgbClr val="002060"/>
                          </a:solidFill>
                          <a:latin typeface="Cambria Math" panose="02040503050406030204" pitchFamily="18" charset="0"/>
                        </a:rPr>
                        <m:t>−</m:t>
                      </m:r>
                      <m:r>
                        <a:rPr lang="en-US" sz="2800" b="0" i="1" smtClean="0">
                          <a:solidFill>
                            <a:schemeClr val="bg1"/>
                          </a:solidFill>
                          <a:latin typeface="Cambria Math" panose="02040503050406030204" pitchFamily="18" charset="0"/>
                          <a:ea typeface="Cambria Math" panose="02040503050406030204" pitchFamily="18" charset="0"/>
                        </a:rPr>
                        <m:t>10</m:t>
                      </m:r>
                      <m:r>
                        <a:rPr lang="en-US" sz="2800" smtClean="0">
                          <a:solidFill>
                            <a:srgbClr val="002060"/>
                          </a:solidFill>
                          <a:latin typeface="Cambria Math" panose="02040503050406030204" pitchFamily="18" charset="0"/>
                        </a:rPr>
                        <m:t>=</m:t>
                      </m:r>
                      <m:r>
                        <a:rPr lang="en-US" sz="2800" i="1" smtClean="0">
                          <a:solidFill>
                            <a:schemeClr val="bg1"/>
                          </a:solidFill>
                          <a:latin typeface="Cambria Math" panose="02040503050406030204" pitchFamily="18" charset="0"/>
                          <a:ea typeface="Cambria Math" panose="02040503050406030204" pitchFamily="18" charset="0"/>
                        </a:rPr>
                        <m:t>0.</m:t>
                      </m:r>
                      <m:r>
                        <a:rPr lang="en-US" sz="2800" b="0" i="1" smtClean="0">
                          <a:solidFill>
                            <a:schemeClr val="bg1"/>
                          </a:solidFill>
                          <a:latin typeface="Cambria Math" panose="02040503050406030204" pitchFamily="18" charset="0"/>
                          <a:ea typeface="Cambria Math" panose="02040503050406030204" pitchFamily="18" charset="0"/>
                        </a:rPr>
                        <m:t>8</m:t>
                      </m:r>
                      <m:r>
                        <a:rPr lang="en-US" sz="2800" b="0" i="0" smtClean="0">
                          <a:solidFill>
                            <a:srgbClr val="7030A0"/>
                          </a:solidFill>
                          <a:latin typeface="Cambria Math" panose="02040503050406030204" pitchFamily="18" charset="0"/>
                          <a:ea typeface="Cambria Math" panose="02040503050406030204" pitchFamily="18" charset="0"/>
                        </a:rPr>
                        <m:t> </m:t>
                      </m:r>
                      <m:f>
                        <m:fPr>
                          <m:ctrlPr>
                            <a:rPr lang="en-US" sz="2800" i="1" smtClean="0">
                              <a:solidFill>
                                <a:srgbClr val="7030A0"/>
                              </a:solidFill>
                              <a:latin typeface="Cambria Math" panose="02040503050406030204" pitchFamily="18" charset="0"/>
                            </a:rPr>
                          </m:ctrlPr>
                        </m:fPr>
                        <m:num>
                          <m:r>
                            <a:rPr lang="en-US" sz="2800" b="0" i="1" smtClean="0">
                              <a:solidFill>
                                <a:srgbClr val="7030A0"/>
                              </a:solidFill>
                              <a:latin typeface="Cambria Math" panose="02040503050406030204" pitchFamily="18" charset="0"/>
                            </a:rPr>
                            <m:t> </m:t>
                          </m:r>
                          <m:r>
                            <a:rPr lang="en-US" sz="2800" b="0" i="1" smtClean="0">
                              <a:solidFill>
                                <a:schemeClr val="bg1"/>
                              </a:solidFill>
                              <a:latin typeface="Cambria Math" panose="02040503050406030204" pitchFamily="18" charset="0"/>
                              <a:ea typeface="Cambria Math" panose="02040503050406030204" pitchFamily="18" charset="0"/>
                            </a:rPr>
                            <m:t>3</m:t>
                          </m:r>
                          <m:r>
                            <m:rPr>
                              <m:nor/>
                            </m:rPr>
                            <a:rPr lang="en-US" sz="2800" dirty="0">
                              <a:solidFill>
                                <a:srgbClr val="002060"/>
                              </a:solidFill>
                            </a:rPr>
                            <m:t> </m:t>
                          </m:r>
                        </m:num>
                        <m:den>
                          <m:eqArr>
                            <m:eqArrPr>
                              <m:ctrlPr>
                                <a:rPr lang="en-US" sz="2800" i="1">
                                  <a:solidFill>
                                    <a:srgbClr val="7030A0"/>
                                  </a:solidFill>
                                  <a:latin typeface="Cambria Math" panose="02040503050406030204" pitchFamily="18" charset="0"/>
                                  <a:ea typeface="Cambria Math" panose="02040503050406030204" pitchFamily="18" charset="0"/>
                                </a:rPr>
                              </m:ctrlPr>
                            </m:eqArrPr>
                            <m:e>
                              <m:r>
                                <a:rPr lang="en-US" sz="2800" b="0" i="1" smtClean="0">
                                  <a:solidFill>
                                    <a:srgbClr val="7030A0"/>
                                  </a:solidFill>
                                  <a:latin typeface="Cambria Math" panose="02040503050406030204" pitchFamily="18" charset="0"/>
                                  <a:ea typeface="Cambria Math" panose="02040503050406030204" pitchFamily="18" charset="0"/>
                                </a:rPr>
                                <m:t> </m:t>
                              </m:r>
                            </m:e>
                            <m:e>
                              <m:r>
                                <a:rPr lang="en-US" sz="2800" b="0" i="1" smtClean="0">
                                  <a:solidFill>
                                    <a:srgbClr val="7030A0"/>
                                  </a:solidFill>
                                  <a:latin typeface="Cambria Math" panose="02040503050406030204" pitchFamily="18" charset="0"/>
                                  <a:ea typeface="Cambria Math" panose="02040503050406030204" pitchFamily="18" charset="0"/>
                                </a:rPr>
                                <m:t> </m:t>
                              </m:r>
                              <m:r>
                                <a:rPr lang="en-US" sz="2800" b="0" i="1" smtClean="0">
                                  <a:solidFill>
                                    <a:schemeClr val="bg1"/>
                                  </a:solidFill>
                                  <a:latin typeface="Cambria Math" panose="02040503050406030204" pitchFamily="18" charset="0"/>
                                  <a:ea typeface="Cambria Math" panose="02040503050406030204" pitchFamily="18" charset="0"/>
                                </a:rPr>
                                <m:t>12</m:t>
                              </m:r>
                              <m:r>
                                <a:rPr lang="en-US" sz="2800" b="0" i="1" smtClean="0">
                                  <a:solidFill>
                                    <a:srgbClr val="7030A0"/>
                                  </a:solidFill>
                                  <a:latin typeface="Cambria Math" panose="02040503050406030204" pitchFamily="18" charset="0"/>
                                  <a:ea typeface="Cambria Math" panose="02040503050406030204" pitchFamily="18" charset="0"/>
                                </a:rPr>
                                <m:t> </m:t>
                              </m:r>
                            </m:e>
                          </m:eqArr>
                        </m:den>
                      </m:f>
                      <m:d>
                        <m:dPr>
                          <m:ctrlPr>
                            <a:rPr lang="en-US" sz="2800" i="1">
                              <a:solidFill>
                                <a:srgbClr val="7030A0"/>
                              </a:solidFill>
                              <a:latin typeface="Cambria Math" panose="02040503050406030204" pitchFamily="18" charset="0"/>
                            </a:rPr>
                          </m:ctrlPr>
                        </m:dPr>
                        <m:e>
                          <m:r>
                            <a:rPr lang="en-US" sz="2800">
                              <a:solidFill>
                                <a:srgbClr val="7030A0"/>
                              </a:solidFill>
                              <a:latin typeface="Cambria Math" panose="02040503050406030204" pitchFamily="18" charset="0"/>
                            </a:rPr>
                            <m:t> </m:t>
                          </m:r>
                          <m:r>
                            <m:rPr>
                              <m:sty m:val="p"/>
                            </m:rPr>
                            <a:rPr lang="en-US" sz="2800" b="0" i="0" smtClean="0">
                              <a:solidFill>
                                <a:srgbClr val="002060"/>
                              </a:solidFill>
                              <a:latin typeface="Cambria Math" panose="02040503050406030204" pitchFamily="18" charset="0"/>
                            </a:rPr>
                            <m:t>y</m:t>
                          </m:r>
                          <m:r>
                            <a:rPr lang="en-US" sz="2800" smtClean="0">
                              <a:solidFill>
                                <a:srgbClr val="002060"/>
                              </a:solidFill>
                              <a:latin typeface="Cambria Math" panose="02040503050406030204" pitchFamily="18" charset="0"/>
                            </a:rPr>
                            <m:t>−</m:t>
                          </m:r>
                          <m:r>
                            <a:rPr lang="en-US" sz="2800" b="0" i="1" smtClean="0">
                              <a:solidFill>
                                <a:schemeClr val="bg1"/>
                              </a:solidFill>
                              <a:latin typeface="Cambria Math" panose="02040503050406030204" pitchFamily="18" charset="0"/>
                            </a:rPr>
                            <m:t>90</m:t>
                          </m:r>
                        </m:e>
                      </m:d>
                    </m:oMath>
                  </m:oMathPara>
                </a14:m>
                <a:endParaRPr lang="en-US" sz="2800" dirty="0">
                  <a:solidFill>
                    <a:srgbClr val="7030A0"/>
                  </a:solidFill>
                </a:endParaRPr>
              </a:p>
            </p:txBody>
          </p:sp>
        </mc:Choice>
        <mc:Fallback xmlns="">
          <p:sp>
            <p:nvSpPr>
              <p:cNvPr id="20" name="Rectangle 19"/>
              <p:cNvSpPr>
                <a:spLocks noRot="1" noChangeAspect="1" noMove="1" noResize="1" noEditPoints="1" noAdjustHandles="1" noChangeArrowheads="1" noChangeShapeType="1" noTextEdit="1"/>
              </p:cNvSpPr>
              <p:nvPr/>
            </p:nvSpPr>
            <p:spPr>
              <a:xfrm>
                <a:off x="153790" y="5228647"/>
                <a:ext cx="4643131" cy="1034579"/>
              </a:xfrm>
              <a:prstGeom prst="rect">
                <a:avLst/>
              </a:prstGeom>
              <a:blipFill rotWithShape="0">
                <a:blip r:embed="rId2"/>
                <a:stretch>
                  <a:fillRect/>
                </a:stretch>
              </a:blipFill>
            </p:spPr>
            <p:txBody>
              <a:bodyPr/>
              <a:lstStyle/>
              <a:p>
                <a:r>
                  <a:rPr lang="en-US">
                    <a:noFill/>
                  </a:rPr>
                  <a:t> </a:t>
                </a:r>
              </a:p>
            </p:txBody>
          </p:sp>
        </mc:Fallback>
      </mc:AlternateContent>
      <p:sp>
        <p:nvSpPr>
          <p:cNvPr id="2" name="Title 1"/>
          <p:cNvSpPr>
            <a:spLocks noGrp="1"/>
          </p:cNvSpPr>
          <p:nvPr>
            <p:ph type="title"/>
          </p:nvPr>
        </p:nvSpPr>
        <p:spPr/>
        <p:txBody>
          <a:bodyPr/>
          <a:lstStyle/>
          <a:p>
            <a:r>
              <a:rPr lang="en-GB" dirty="0"/>
              <a:t>Method 3 ⇝ Example 4(</a:t>
            </a:r>
            <a:r>
              <a:rPr lang="en-GB" dirty="0">
                <a:solidFill>
                  <a:srgbClr val="FF0000"/>
                </a:solidFill>
              </a:rPr>
              <a:t>Continue</a:t>
            </a:r>
            <a:r>
              <a:rPr lang="en-GB" dirty="0"/>
              <a:t>)</a:t>
            </a:r>
            <a:endParaRPr lang="en-US" dirty="0"/>
          </a:p>
        </p:txBody>
      </p:sp>
      <p:sp>
        <p:nvSpPr>
          <p:cNvPr id="11" name="Rectangle 10"/>
          <p:cNvSpPr/>
          <p:nvPr/>
        </p:nvSpPr>
        <p:spPr>
          <a:xfrm>
            <a:off x="137270" y="3186233"/>
            <a:ext cx="4758034" cy="523220"/>
          </a:xfrm>
          <a:prstGeom prst="rect">
            <a:avLst/>
          </a:prstGeom>
        </p:spPr>
        <p:txBody>
          <a:bodyPr wrap="none">
            <a:spAutoFit/>
          </a:bodyPr>
          <a:lstStyle/>
          <a:p>
            <a:r>
              <a:rPr lang="en-US" sz="2800" dirty="0">
                <a:solidFill>
                  <a:srgbClr val="002060"/>
                </a:solidFill>
                <a:latin typeface="+mj-lt"/>
              </a:rPr>
              <a:t>Now Regression Line of </a:t>
            </a:r>
            <a:r>
              <a:rPr lang="en-US" sz="2800" b="1" dirty="0">
                <a:solidFill>
                  <a:srgbClr val="002060"/>
                </a:solidFill>
                <a:latin typeface="+mj-lt"/>
              </a:rPr>
              <a:t>x on y </a:t>
            </a:r>
            <a:r>
              <a:rPr lang="en-US" sz="2800" dirty="0">
                <a:solidFill>
                  <a:srgbClr val="002060"/>
                </a:solidFill>
                <a:latin typeface="+mj-lt"/>
              </a:rPr>
              <a:t>is</a:t>
            </a:r>
            <a:endParaRPr lang="en-US" sz="2800" dirty="0">
              <a:solidFill>
                <a:srgbClr val="002060"/>
              </a:solidFill>
              <a:latin typeface="Cambria Math" panose="02040503050406030204" pitchFamily="18" charset="0"/>
              <a:ea typeface="Cambria Math" panose="02040503050406030204" pitchFamily="18" charset="0"/>
            </a:endParaRPr>
          </a:p>
        </p:txBody>
      </p:sp>
      <mc:AlternateContent xmlns:mc="http://schemas.openxmlformats.org/markup-compatibility/2006" xmlns:a14="http://schemas.microsoft.com/office/drawing/2010/main">
        <mc:Choice Requires="a14">
          <p:sp>
            <p:nvSpPr>
              <p:cNvPr id="32" name="Rectangle 31"/>
              <p:cNvSpPr/>
              <p:nvPr/>
            </p:nvSpPr>
            <p:spPr>
              <a:xfrm>
                <a:off x="153790" y="3991964"/>
                <a:ext cx="4072910" cy="954172"/>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chemeClr val="bg1"/>
                          </a:solidFill>
                          <a:latin typeface="Cambria Math" panose="02040503050406030204" pitchFamily="18" charset="0"/>
                          <a:ea typeface="Cambria Math" panose="02040503050406030204" pitchFamily="18" charset="0"/>
                        </a:rPr>
                        <m:t>∴</m:t>
                      </m:r>
                      <m:r>
                        <m:rPr>
                          <m:sty m:val="p"/>
                        </m:rPr>
                        <a:rPr lang="en-US" sz="2800" b="0" i="0" smtClean="0">
                          <a:solidFill>
                            <a:srgbClr val="002060"/>
                          </a:solidFill>
                          <a:latin typeface="Cambria Math" panose="02040503050406030204" pitchFamily="18" charset="0"/>
                        </a:rPr>
                        <m:t>x</m:t>
                      </m:r>
                      <m:r>
                        <a:rPr lang="en-US" sz="2800" smtClean="0">
                          <a:solidFill>
                            <a:srgbClr val="002060"/>
                          </a:solidFill>
                          <a:latin typeface="Cambria Math" panose="02040503050406030204" pitchFamily="18" charset="0"/>
                        </a:rPr>
                        <m:t>−</m:t>
                      </m:r>
                      <m:acc>
                        <m:accPr>
                          <m:chr m:val="̅"/>
                          <m:ctrlPr>
                            <a:rPr lang="en-US" sz="2800" i="1">
                              <a:solidFill>
                                <a:srgbClr val="002060"/>
                              </a:solidFill>
                              <a:latin typeface="Cambria Math" panose="02040503050406030204" pitchFamily="18" charset="0"/>
                            </a:rPr>
                          </m:ctrlPr>
                        </m:accPr>
                        <m:e>
                          <m:r>
                            <a:rPr lang="en-US" sz="2800">
                              <a:solidFill>
                                <a:srgbClr val="002060"/>
                              </a:solidFill>
                              <a:latin typeface="Cambria Math" panose="02040503050406030204" pitchFamily="18" charset="0"/>
                            </a:rPr>
                            <m:t> </m:t>
                          </m:r>
                          <m:r>
                            <m:rPr>
                              <m:sty m:val="p"/>
                            </m:rPr>
                            <a:rPr lang="en-US" sz="2800" b="0" i="0" smtClean="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 </m:t>
                          </m:r>
                        </m:e>
                      </m:acc>
                      <m:r>
                        <a:rPr lang="en-US" sz="2800">
                          <a:solidFill>
                            <a:srgbClr val="002060"/>
                          </a:solidFill>
                          <a:latin typeface="Cambria Math" panose="02040503050406030204" pitchFamily="18" charset="0"/>
                        </a:rPr>
                        <m:t>=</m:t>
                      </m:r>
                      <m:r>
                        <m:rPr>
                          <m:sty m:val="p"/>
                        </m:rPr>
                        <a:rPr lang="en-US" sz="2800">
                          <a:solidFill>
                            <a:srgbClr val="7030A0"/>
                          </a:solidFill>
                          <a:latin typeface="Cambria Math" panose="02040503050406030204" pitchFamily="18" charset="0"/>
                        </a:rPr>
                        <m:t>r</m:t>
                      </m:r>
                      <m:f>
                        <m:fPr>
                          <m:ctrlPr>
                            <a:rPr lang="en-US" sz="2800" i="1">
                              <a:solidFill>
                                <a:srgbClr val="7030A0"/>
                              </a:solidFill>
                              <a:latin typeface="Cambria Math" panose="02040503050406030204" pitchFamily="18" charset="0"/>
                            </a:rPr>
                          </m:ctrlPr>
                        </m:fPr>
                        <m:num>
                          <m:r>
                            <a:rPr lang="en-US" sz="2800">
                              <a:solidFill>
                                <a:srgbClr val="7030A0"/>
                              </a:solidFill>
                              <a:latin typeface="Cambria Math" panose="02040503050406030204" pitchFamily="18" charset="0"/>
                            </a:rPr>
                            <m:t> </m:t>
                          </m:r>
                          <m:sSub>
                            <m:sSubPr>
                              <m:ctrlPr>
                                <a:rPr lang="en-US" sz="2800" i="1">
                                  <a:solidFill>
                                    <a:srgbClr val="7030A0"/>
                                  </a:solidFill>
                                  <a:latin typeface="Cambria Math" panose="02040503050406030204" pitchFamily="18" charset="0"/>
                                </a:rPr>
                              </m:ctrlPr>
                            </m:sSubPr>
                            <m:e>
                              <m:r>
                                <m:rPr>
                                  <m:sty m:val="p"/>
                                </m:rPr>
                                <a:rPr lang="en-US" sz="2800">
                                  <a:solidFill>
                                    <a:srgbClr val="7030A0"/>
                                  </a:solidFill>
                                  <a:latin typeface="Cambria Math" panose="02040503050406030204" pitchFamily="18" charset="0"/>
                                </a:rPr>
                                <m:t>σ</m:t>
                              </m:r>
                            </m:e>
                            <m:sub>
                              <m:r>
                                <m:rPr>
                                  <m:sty m:val="p"/>
                                </m:rPr>
                                <a:rPr lang="en-US" sz="2800" b="0" i="0" smtClean="0">
                                  <a:solidFill>
                                    <a:srgbClr val="7030A0"/>
                                  </a:solidFill>
                                  <a:latin typeface="Cambria Math" panose="02040503050406030204" pitchFamily="18" charset="0"/>
                                </a:rPr>
                                <m:t>x</m:t>
                              </m:r>
                            </m:sub>
                          </m:sSub>
                          <m:r>
                            <a:rPr lang="en-US" sz="2800">
                              <a:solidFill>
                                <a:srgbClr val="7030A0"/>
                              </a:solidFill>
                              <a:latin typeface="Cambria Math" panose="02040503050406030204" pitchFamily="18" charset="0"/>
                            </a:rPr>
                            <m:t> </m:t>
                          </m:r>
                        </m:num>
                        <m:den>
                          <m:r>
                            <a:rPr lang="en-US" sz="2800">
                              <a:solidFill>
                                <a:srgbClr val="7030A0"/>
                              </a:solidFill>
                              <a:latin typeface="Cambria Math" panose="02040503050406030204" pitchFamily="18" charset="0"/>
                            </a:rPr>
                            <m:t> </m:t>
                          </m:r>
                          <m:sSub>
                            <m:sSubPr>
                              <m:ctrlPr>
                                <a:rPr lang="en-US" sz="2800" i="1">
                                  <a:solidFill>
                                    <a:srgbClr val="7030A0"/>
                                  </a:solidFill>
                                  <a:latin typeface="Cambria Math" panose="02040503050406030204" pitchFamily="18" charset="0"/>
                                </a:rPr>
                              </m:ctrlPr>
                            </m:sSubPr>
                            <m:e>
                              <m:r>
                                <m:rPr>
                                  <m:sty m:val="p"/>
                                </m:rPr>
                                <a:rPr lang="en-US" sz="2800">
                                  <a:solidFill>
                                    <a:srgbClr val="7030A0"/>
                                  </a:solidFill>
                                  <a:latin typeface="Cambria Math" panose="02040503050406030204" pitchFamily="18" charset="0"/>
                                </a:rPr>
                                <m:t>σ</m:t>
                              </m:r>
                            </m:e>
                            <m:sub>
                              <m:r>
                                <m:rPr>
                                  <m:sty m:val="p"/>
                                </m:rPr>
                                <a:rPr lang="en-US" sz="2800" b="0" i="0" smtClean="0">
                                  <a:solidFill>
                                    <a:srgbClr val="7030A0"/>
                                  </a:solidFill>
                                  <a:latin typeface="Cambria Math" panose="02040503050406030204" pitchFamily="18" charset="0"/>
                                </a:rPr>
                                <m:t>y</m:t>
                              </m:r>
                            </m:sub>
                          </m:sSub>
                          <m:r>
                            <a:rPr lang="en-US" sz="2800">
                              <a:solidFill>
                                <a:srgbClr val="7030A0"/>
                              </a:solidFill>
                              <a:latin typeface="Cambria Math" panose="02040503050406030204" pitchFamily="18" charset="0"/>
                            </a:rPr>
                            <m:t> </m:t>
                          </m:r>
                        </m:den>
                      </m:f>
                      <m:d>
                        <m:dPr>
                          <m:ctrlPr>
                            <a:rPr lang="en-US"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 </m:t>
                          </m:r>
                          <m:r>
                            <m:rPr>
                              <m:sty m:val="p"/>
                            </m:rPr>
                            <a:rPr lang="en-US" sz="2800" b="0" i="0" smtClean="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m:t>
                          </m:r>
                          <m:acc>
                            <m:accPr>
                              <m:chr m:val="̅"/>
                              <m:ctrlPr>
                                <a:rPr lang="en-US" sz="2800" i="1">
                                  <a:solidFill>
                                    <a:srgbClr val="002060"/>
                                  </a:solidFill>
                                  <a:latin typeface="Cambria Math" panose="02040503050406030204" pitchFamily="18" charset="0"/>
                                </a:rPr>
                              </m:ctrlPr>
                            </m:accPr>
                            <m:e>
                              <m:r>
                                <a:rPr lang="en-US" sz="2800">
                                  <a:solidFill>
                                    <a:srgbClr val="002060"/>
                                  </a:solidFill>
                                  <a:latin typeface="Cambria Math" panose="02040503050406030204" pitchFamily="18" charset="0"/>
                                </a:rPr>
                                <m:t> </m:t>
                              </m:r>
                              <m:r>
                                <m:rPr>
                                  <m:sty m:val="p"/>
                                </m:rPr>
                                <a:rPr lang="en-US" sz="2800" b="0" i="0" smtClean="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 </m:t>
                              </m:r>
                            </m:e>
                          </m:acc>
                        </m:e>
                      </m:d>
                    </m:oMath>
                  </m:oMathPara>
                </a14:m>
                <a:endParaRPr lang="en-US" sz="2800" dirty="0">
                  <a:solidFill>
                    <a:srgbClr val="002060"/>
                  </a:solidFill>
                </a:endParaRPr>
              </a:p>
            </p:txBody>
          </p:sp>
        </mc:Choice>
        <mc:Fallback xmlns="">
          <p:sp>
            <p:nvSpPr>
              <p:cNvPr id="32" name="Rectangle 31"/>
              <p:cNvSpPr>
                <a:spLocks noRot="1" noChangeAspect="1" noMove="1" noResize="1" noEditPoints="1" noAdjustHandles="1" noChangeArrowheads="1" noChangeShapeType="1" noTextEdit="1"/>
              </p:cNvSpPr>
              <p:nvPr/>
            </p:nvSpPr>
            <p:spPr>
              <a:xfrm>
                <a:off x="153790" y="3991964"/>
                <a:ext cx="4072910" cy="954172"/>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3946161" y="5456279"/>
                <a:ext cx="663964"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a:solidFill>
                            <a:srgbClr val="002060"/>
                          </a:solidFill>
                          <a:latin typeface="Cambria Math" panose="02040503050406030204" pitchFamily="18" charset="0"/>
                          <a:ea typeface="Cambria Math" panose="02040503050406030204" pitchFamily="18" charset="0"/>
                        </a:rPr>
                        <m:t>9</m:t>
                      </m:r>
                      <m:r>
                        <a:rPr lang="en-US" sz="2800" b="0" i="1" smtClean="0">
                          <a:solidFill>
                            <a:srgbClr val="002060"/>
                          </a:solidFill>
                          <a:latin typeface="Cambria Math" panose="02040503050406030204" pitchFamily="18" charset="0"/>
                          <a:ea typeface="Cambria Math" panose="02040503050406030204" pitchFamily="18" charset="0"/>
                        </a:rPr>
                        <m:t>0</m:t>
                      </m:r>
                    </m:oMath>
                  </m:oMathPara>
                </a14:m>
                <a:endParaRPr lang="en-US" sz="2800" dirty="0">
                  <a:solidFill>
                    <a:srgbClr val="002060"/>
                  </a:solidFill>
                </a:endParaRPr>
              </a:p>
            </p:txBody>
          </p:sp>
        </mc:Choice>
        <mc:Fallback xmlns="">
          <p:sp>
            <p:nvSpPr>
              <p:cNvPr id="13" name="Rectangle 12"/>
              <p:cNvSpPr>
                <a:spLocks noRot="1" noChangeAspect="1" noMove="1" noResize="1" noEditPoints="1" noAdjustHandles="1" noChangeArrowheads="1" noChangeShapeType="1" noTextEdit="1"/>
              </p:cNvSpPr>
              <p:nvPr/>
            </p:nvSpPr>
            <p:spPr>
              <a:xfrm>
                <a:off x="3946161" y="5456279"/>
                <a:ext cx="663964" cy="52322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1053374" y="5456279"/>
                <a:ext cx="663964"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1</m:t>
                      </m:r>
                      <m:r>
                        <a:rPr lang="en-US" sz="2800" b="0" i="1" smtClean="0">
                          <a:solidFill>
                            <a:srgbClr val="002060"/>
                          </a:solidFill>
                          <a:latin typeface="Cambria Math" panose="02040503050406030204" pitchFamily="18" charset="0"/>
                          <a:ea typeface="Cambria Math" panose="02040503050406030204" pitchFamily="18" charset="0"/>
                        </a:rPr>
                        <m:t>0</m:t>
                      </m:r>
                    </m:oMath>
                  </m:oMathPara>
                </a14:m>
                <a:endParaRPr lang="en-US" sz="2800" dirty="0">
                  <a:solidFill>
                    <a:srgbClr val="002060"/>
                  </a:solidFill>
                </a:endParaRPr>
              </a:p>
            </p:txBody>
          </p:sp>
        </mc:Choice>
        <mc:Fallback xmlns="">
          <p:sp>
            <p:nvSpPr>
              <p:cNvPr id="14" name="Rectangle 13"/>
              <p:cNvSpPr>
                <a:spLocks noRot="1" noChangeAspect="1" noMove="1" noResize="1" noEditPoints="1" noAdjustHandles="1" noChangeArrowheads="1" noChangeShapeType="1" noTextEdit="1"/>
              </p:cNvSpPr>
              <p:nvPr/>
            </p:nvSpPr>
            <p:spPr>
              <a:xfrm>
                <a:off x="1053374" y="5456279"/>
                <a:ext cx="663964" cy="523220"/>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p:cNvSpPr/>
              <p:nvPr/>
            </p:nvSpPr>
            <p:spPr>
              <a:xfrm>
                <a:off x="2585737" y="5826342"/>
                <a:ext cx="663964"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b="0" i="1" smtClean="0">
                          <a:solidFill>
                            <a:srgbClr val="002060"/>
                          </a:solidFill>
                          <a:latin typeface="Cambria Math" panose="02040503050406030204" pitchFamily="18" charset="0"/>
                          <a:ea typeface="Cambria Math" panose="02040503050406030204" pitchFamily="18" charset="0"/>
                        </a:rPr>
                        <m:t>12</m:t>
                      </m:r>
                    </m:oMath>
                  </m:oMathPara>
                </a14:m>
                <a:endParaRPr lang="en-US" sz="2800" dirty="0">
                  <a:solidFill>
                    <a:srgbClr val="002060"/>
                  </a:solidFill>
                </a:endParaRPr>
              </a:p>
            </p:txBody>
          </p:sp>
        </mc:Choice>
        <mc:Fallback xmlns="">
          <p:sp>
            <p:nvSpPr>
              <p:cNvPr id="17" name="Rectangle 16"/>
              <p:cNvSpPr>
                <a:spLocks noRot="1" noChangeAspect="1" noMove="1" noResize="1" noEditPoints="1" noAdjustHandles="1" noChangeArrowheads="1" noChangeShapeType="1" noTextEdit="1"/>
              </p:cNvSpPr>
              <p:nvPr/>
            </p:nvSpPr>
            <p:spPr>
              <a:xfrm>
                <a:off x="2585737" y="5826342"/>
                <a:ext cx="663964" cy="523220"/>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p:cNvSpPr/>
              <p:nvPr/>
            </p:nvSpPr>
            <p:spPr>
              <a:xfrm>
                <a:off x="2690337" y="5176859"/>
                <a:ext cx="422844" cy="531378"/>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3</m:t>
                      </m:r>
                    </m:oMath>
                  </m:oMathPara>
                </a14:m>
                <a:endParaRPr lang="en-US" sz="2800" dirty="0">
                  <a:solidFill>
                    <a:srgbClr val="002060"/>
                  </a:solidFill>
                </a:endParaRPr>
              </a:p>
            </p:txBody>
          </p:sp>
        </mc:Choice>
        <mc:Fallback xmlns="">
          <p:sp>
            <p:nvSpPr>
              <p:cNvPr id="18" name="Rectangle 17"/>
              <p:cNvSpPr>
                <a:spLocks noRot="1" noChangeAspect="1" noMove="1" noResize="1" noEditPoints="1" noAdjustHandles="1" noChangeArrowheads="1" noChangeShapeType="1" noTextEdit="1"/>
              </p:cNvSpPr>
              <p:nvPr/>
            </p:nvSpPr>
            <p:spPr>
              <a:xfrm>
                <a:off x="2690337" y="5176859"/>
                <a:ext cx="422844" cy="531378"/>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p:cNvSpPr/>
              <p:nvPr/>
            </p:nvSpPr>
            <p:spPr>
              <a:xfrm>
                <a:off x="1905320" y="5456279"/>
                <a:ext cx="737702"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0</m:t>
                      </m:r>
                      <m:r>
                        <a:rPr lang="en-US" sz="2800" b="0" i="1" smtClean="0">
                          <a:solidFill>
                            <a:srgbClr val="002060"/>
                          </a:solidFill>
                          <a:latin typeface="Cambria Math" panose="02040503050406030204" pitchFamily="18" charset="0"/>
                          <a:ea typeface="Cambria Math" panose="02040503050406030204" pitchFamily="18" charset="0"/>
                        </a:rPr>
                        <m:t>.8</m:t>
                      </m:r>
                    </m:oMath>
                  </m:oMathPara>
                </a14:m>
                <a:endParaRPr lang="en-US" sz="2800" dirty="0">
                  <a:solidFill>
                    <a:srgbClr val="002060"/>
                  </a:solidFill>
                </a:endParaRPr>
              </a:p>
            </p:txBody>
          </p:sp>
        </mc:Choice>
        <mc:Fallback xmlns="">
          <p:sp>
            <p:nvSpPr>
              <p:cNvPr id="19" name="Rectangle 18"/>
              <p:cNvSpPr>
                <a:spLocks noRot="1" noChangeAspect="1" noMove="1" noResize="1" noEditPoints="1" noAdjustHandles="1" noChangeArrowheads="1" noChangeShapeType="1" noTextEdit="1"/>
              </p:cNvSpPr>
              <p:nvPr/>
            </p:nvSpPr>
            <p:spPr>
              <a:xfrm>
                <a:off x="1905320" y="5456279"/>
                <a:ext cx="737702" cy="523220"/>
              </a:xfrm>
              <a:prstGeom prst="rect">
                <a:avLst/>
              </a:prstGeom>
              <a:blipFill rotWithShape="0">
                <a:blip r:embed="rId8"/>
                <a:stretch>
                  <a:fillRect/>
                </a:stretch>
              </a:blipFill>
            </p:spPr>
            <p:txBody>
              <a:bodyPr/>
              <a:lstStyle/>
              <a:p>
                <a:r>
                  <a:rPr lang="en-US">
                    <a:noFill/>
                  </a:rPr>
                  <a:t> </a:t>
                </a:r>
              </a:p>
            </p:txBody>
          </p:sp>
        </mc:Fallback>
      </mc:AlternateContent>
      <p:sp>
        <p:nvSpPr>
          <p:cNvPr id="21" name="Rectangle 20">
            <a:extLst>
              <a:ext uri="{FF2B5EF4-FFF2-40B4-BE49-F238E27FC236}">
                <a16:creationId xmlns:a16="http://schemas.microsoft.com/office/drawing/2014/main" id="{B2D3FB0B-D709-43AC-B65F-29361B504B61}"/>
              </a:ext>
            </a:extLst>
          </p:cNvPr>
          <p:cNvSpPr/>
          <p:nvPr/>
        </p:nvSpPr>
        <p:spPr>
          <a:xfrm>
            <a:off x="137270" y="880115"/>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22" name="Rectangle 21"/>
              <p:cNvSpPr/>
              <p:nvPr/>
            </p:nvSpPr>
            <p:spPr>
              <a:xfrm>
                <a:off x="137270" y="1572249"/>
                <a:ext cx="4572855" cy="523220"/>
              </a:xfrm>
              <a:prstGeom prst="rect">
                <a:avLst/>
              </a:prstGeom>
            </p:spPr>
            <p:txBody>
              <a:bodyPr wrap="none">
                <a:spAutoFit/>
              </a:bodyPr>
              <a:lstStyle/>
              <a:p>
                <a:r>
                  <a:rPr lang="en-US" sz="2800" b="0" i="0" dirty="0">
                    <a:solidFill>
                      <a:srgbClr val="002060"/>
                    </a:solidFill>
                    <a:latin typeface="+mj-lt"/>
                    <a:ea typeface="Cambria Math" panose="02040503050406030204" pitchFamily="18" charset="0"/>
                  </a:rPr>
                  <a:t>From the given data</a:t>
                </a:r>
                <a14:m>
                  <m:oMath xmlns:m="http://schemas.openxmlformats.org/officeDocument/2006/math">
                    <m:r>
                      <a:rPr lang="en-US" sz="2800" b="0" i="0" smtClean="0">
                        <a:solidFill>
                          <a:srgbClr val="002060"/>
                        </a:solidFill>
                        <a:latin typeface="Cambria Math" panose="02040503050406030204" pitchFamily="18" charset="0"/>
                        <a:ea typeface="Cambria Math" panose="02040503050406030204" pitchFamily="18" charset="0"/>
                      </a:rPr>
                      <m:t>   </m:t>
                    </m:r>
                    <m:r>
                      <a:rPr lang="en-US" sz="2800" b="0" i="1" smtClean="0">
                        <a:solidFill>
                          <a:srgbClr val="002060"/>
                        </a:solidFill>
                        <a:latin typeface="Cambria Math" panose="02040503050406030204" pitchFamily="18" charset="0"/>
                        <a:ea typeface="Cambria Math" panose="02040503050406030204" pitchFamily="18" charset="0"/>
                      </a:rPr>
                      <m:t> </m:t>
                    </m:r>
                    <m:acc>
                      <m:accPr>
                        <m:chr m:val="̅"/>
                        <m:ctrlPr>
                          <a:rPr lang="en-US" sz="2800" i="1">
                            <a:solidFill>
                              <a:srgbClr val="002060"/>
                            </a:solidFill>
                            <a:latin typeface="Cambria Math" panose="02040503050406030204" pitchFamily="18" charset="0"/>
                          </a:rPr>
                        </m:ctrlPr>
                      </m:accPr>
                      <m:e>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 </m:t>
                        </m:r>
                      </m:e>
                    </m:acc>
                    <m:r>
                      <a:rPr lang="en-US" sz="2800" b="0" i="1" smtClean="0">
                        <a:solidFill>
                          <a:srgbClr val="002060"/>
                        </a:solidFill>
                        <a:latin typeface="Cambria Math" panose="02040503050406030204" pitchFamily="18" charset="0"/>
                      </a:rPr>
                      <m:t>=10</m:t>
                    </m:r>
                    <m:r>
                      <a:rPr lang="en-US" sz="2800" b="0" i="0" smtClean="0">
                        <a:solidFill>
                          <a:srgbClr val="002060"/>
                        </a:solidFill>
                        <a:latin typeface="Cambria Math" panose="02040503050406030204" pitchFamily="18" charset="0"/>
                      </a:rPr>
                      <m:t>,</m:t>
                    </m:r>
                  </m:oMath>
                </a14:m>
                <a:endParaRPr lang="en-US" sz="2800" dirty="0"/>
              </a:p>
            </p:txBody>
          </p:sp>
        </mc:Choice>
        <mc:Fallback xmlns="">
          <p:sp>
            <p:nvSpPr>
              <p:cNvPr id="22" name="Rectangle 21"/>
              <p:cNvSpPr>
                <a:spLocks noRot="1" noChangeAspect="1" noMove="1" noResize="1" noEditPoints="1" noAdjustHandles="1" noChangeArrowheads="1" noChangeShapeType="1" noTextEdit="1"/>
              </p:cNvSpPr>
              <p:nvPr/>
            </p:nvSpPr>
            <p:spPr>
              <a:xfrm>
                <a:off x="137270" y="1572249"/>
                <a:ext cx="4572855" cy="523220"/>
              </a:xfrm>
              <a:prstGeom prst="rect">
                <a:avLst/>
              </a:prstGeom>
              <a:blipFill rotWithShape="0">
                <a:blip r:embed="rId9"/>
                <a:stretch>
                  <a:fillRect l="-2800" t="-12791"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p:cNvSpPr/>
              <p:nvPr/>
            </p:nvSpPr>
            <p:spPr>
              <a:xfrm>
                <a:off x="153790" y="2380502"/>
                <a:ext cx="4651402"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m:rPr>
                          <m:nor/>
                        </m:rPr>
                        <a:rPr lang="en-US" sz="2800" dirty="0" smtClean="0">
                          <a:solidFill>
                            <a:schemeClr val="bg1"/>
                          </a:solidFill>
                          <a:ea typeface="Cambria Math" panose="02040503050406030204" pitchFamily="18" charset="0"/>
                        </a:rPr>
                        <m:t>From</m:t>
                      </m:r>
                      <m:r>
                        <m:rPr>
                          <m:nor/>
                        </m:rPr>
                        <a:rPr lang="en-US" sz="2800" dirty="0" smtClean="0">
                          <a:solidFill>
                            <a:schemeClr val="bg1"/>
                          </a:solidFill>
                          <a:ea typeface="Cambria Math" panose="02040503050406030204" pitchFamily="18" charset="0"/>
                        </a:rPr>
                        <m:t> </m:t>
                      </m:r>
                      <m:r>
                        <m:rPr>
                          <m:nor/>
                        </m:rPr>
                        <a:rPr lang="en-US" sz="2800" dirty="0" smtClean="0">
                          <a:solidFill>
                            <a:schemeClr val="bg1"/>
                          </a:solidFill>
                          <a:ea typeface="Cambria Math" panose="02040503050406030204" pitchFamily="18" charset="0"/>
                        </a:rPr>
                        <m:t>the</m:t>
                      </m:r>
                      <m:r>
                        <m:rPr>
                          <m:nor/>
                        </m:rPr>
                        <a:rPr lang="en-US" sz="2800" dirty="0" smtClean="0">
                          <a:solidFill>
                            <a:schemeClr val="bg1"/>
                          </a:solidFill>
                          <a:ea typeface="Cambria Math" panose="02040503050406030204" pitchFamily="18" charset="0"/>
                        </a:rPr>
                        <m:t> </m:t>
                      </m:r>
                      <m:r>
                        <m:rPr>
                          <m:nor/>
                        </m:rPr>
                        <a:rPr lang="en-US" sz="2800" dirty="0" smtClean="0">
                          <a:solidFill>
                            <a:schemeClr val="bg1"/>
                          </a:solidFill>
                          <a:ea typeface="Cambria Math" panose="02040503050406030204" pitchFamily="18" charset="0"/>
                        </a:rPr>
                        <m:t>given</m:t>
                      </m:r>
                      <m:r>
                        <m:rPr>
                          <m:nor/>
                        </m:rPr>
                        <a:rPr lang="en-US" sz="2800" dirty="0" smtClean="0">
                          <a:solidFill>
                            <a:schemeClr val="bg1"/>
                          </a:solidFill>
                          <a:ea typeface="Cambria Math" panose="02040503050406030204" pitchFamily="18" charset="0"/>
                        </a:rPr>
                        <m:t> </m:t>
                      </m:r>
                      <m:r>
                        <m:rPr>
                          <m:nor/>
                        </m:rPr>
                        <a:rPr lang="en-US" sz="2800" dirty="0" smtClean="0">
                          <a:solidFill>
                            <a:schemeClr val="bg1"/>
                          </a:solidFill>
                          <a:ea typeface="Cambria Math" panose="02040503050406030204" pitchFamily="18" charset="0"/>
                        </a:rPr>
                        <m:t>data</m:t>
                      </m:r>
                      <m:r>
                        <a:rPr lang="en-US" sz="2800" b="0" i="1" dirty="0" smtClean="0">
                          <a:solidFill>
                            <a:schemeClr val="bg1"/>
                          </a:solidFill>
                          <a:latin typeface="Cambria Math" panose="02040503050406030204" pitchFamily="18" charset="0"/>
                          <a:ea typeface="Cambria Math" panose="02040503050406030204" pitchFamily="18" charset="0"/>
                        </a:rPr>
                        <m:t>    </m:t>
                      </m:r>
                      <m:acc>
                        <m:accPr>
                          <m:chr m:val="̅"/>
                          <m:ctrlPr>
                            <a:rPr lang="en-US" sz="2800" i="1" smtClean="0">
                              <a:solidFill>
                                <a:srgbClr val="002060"/>
                              </a:solidFill>
                              <a:latin typeface="Cambria Math" panose="02040503050406030204" pitchFamily="18" charset="0"/>
                            </a:rPr>
                          </m:ctrlPr>
                        </m:accPr>
                        <m:e>
                          <m:r>
                            <a:rPr lang="en-US" sz="2800" smtClean="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 </m:t>
                          </m:r>
                        </m:e>
                      </m:acc>
                      <m:r>
                        <a:rPr lang="en-US" sz="2800" b="0" i="0" smtClean="0">
                          <a:solidFill>
                            <a:srgbClr val="002060"/>
                          </a:solidFill>
                          <a:latin typeface="Cambria Math" panose="02040503050406030204" pitchFamily="18" charset="0"/>
                        </a:rPr>
                        <m:t>=90,</m:t>
                      </m:r>
                    </m:oMath>
                  </m:oMathPara>
                </a14:m>
                <a:endParaRPr lang="en-US" sz="2800" dirty="0"/>
              </a:p>
            </p:txBody>
          </p:sp>
        </mc:Choice>
        <mc:Fallback xmlns="">
          <p:sp>
            <p:nvSpPr>
              <p:cNvPr id="23" name="Rectangle 22"/>
              <p:cNvSpPr>
                <a:spLocks noRot="1" noChangeAspect="1" noMove="1" noResize="1" noEditPoints="1" noAdjustHandles="1" noChangeArrowheads="1" noChangeShapeType="1" noTextEdit="1"/>
              </p:cNvSpPr>
              <p:nvPr/>
            </p:nvSpPr>
            <p:spPr>
              <a:xfrm>
                <a:off x="153790" y="2380502"/>
                <a:ext cx="4651402" cy="523220"/>
              </a:xfrm>
              <a:prstGeom prst="rect">
                <a:avLst/>
              </a:prstGeom>
              <a:blipFill rotWithShape="0">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Rectangle 23"/>
              <p:cNvSpPr/>
              <p:nvPr/>
            </p:nvSpPr>
            <p:spPr>
              <a:xfrm>
                <a:off x="8483030" y="2375601"/>
                <a:ext cx="1354025"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m:rPr>
                          <m:sty m:val="p"/>
                        </m:rPr>
                        <a:rPr lang="en-US" sz="2800" smtClean="0">
                          <a:solidFill>
                            <a:srgbClr val="002060"/>
                          </a:solidFill>
                          <a:latin typeface="Cambria Math" panose="02040503050406030204" pitchFamily="18" charset="0"/>
                        </a:rPr>
                        <m:t>r</m:t>
                      </m:r>
                      <m:r>
                        <a:rPr lang="en-US" sz="2800" b="0" i="0" smtClean="0">
                          <a:solidFill>
                            <a:srgbClr val="002060"/>
                          </a:solidFill>
                          <a:latin typeface="Cambria Math" panose="02040503050406030204" pitchFamily="18" charset="0"/>
                        </a:rPr>
                        <m:t>=0.8</m:t>
                      </m:r>
                    </m:oMath>
                  </m:oMathPara>
                </a14:m>
                <a:endParaRPr lang="en-US" sz="2800" dirty="0"/>
              </a:p>
            </p:txBody>
          </p:sp>
        </mc:Choice>
        <mc:Fallback xmlns="">
          <p:sp>
            <p:nvSpPr>
              <p:cNvPr id="24" name="Rectangle 23"/>
              <p:cNvSpPr>
                <a:spLocks noRot="1" noChangeAspect="1" noMove="1" noResize="1" noEditPoints="1" noAdjustHandles="1" noChangeArrowheads="1" noChangeShapeType="1" noTextEdit="1"/>
              </p:cNvSpPr>
              <p:nvPr/>
            </p:nvSpPr>
            <p:spPr>
              <a:xfrm>
                <a:off x="8483030" y="2375601"/>
                <a:ext cx="1354025" cy="523220"/>
              </a:xfrm>
              <a:prstGeom prst="rect">
                <a:avLst/>
              </a:prstGeom>
              <a:blipFill rotWithShape="0">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Rectangle 24"/>
              <p:cNvSpPr/>
              <p:nvPr/>
            </p:nvSpPr>
            <p:spPr>
              <a:xfrm>
                <a:off x="5994927" y="1572249"/>
                <a:ext cx="2438103" cy="523220"/>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sz="2800" i="1" smtClean="0">
                              <a:solidFill>
                                <a:srgbClr val="002060"/>
                              </a:solidFill>
                              <a:latin typeface="Cambria Math" panose="02040503050406030204" pitchFamily="18" charset="0"/>
                            </a:rPr>
                          </m:ctrlPr>
                        </m:sSubPr>
                        <m:e>
                          <m:r>
                            <m:rPr>
                              <m:sty m:val="p"/>
                            </m:rPr>
                            <a:rPr lang="en-US" sz="2800">
                              <a:solidFill>
                                <a:srgbClr val="002060"/>
                              </a:solidFill>
                              <a:latin typeface="Cambria Math" panose="02040503050406030204" pitchFamily="18" charset="0"/>
                            </a:rPr>
                            <m:t>σ</m:t>
                          </m:r>
                        </m:e>
                        <m:sub>
                          <m:r>
                            <m:rPr>
                              <m:sty m:val="p"/>
                            </m:rPr>
                            <a:rPr lang="en-US" sz="2800">
                              <a:solidFill>
                                <a:srgbClr val="002060"/>
                              </a:solidFill>
                              <a:latin typeface="Cambria Math" panose="02040503050406030204" pitchFamily="18" charset="0"/>
                            </a:rPr>
                            <m:t>x</m:t>
                          </m:r>
                        </m:sub>
                      </m:sSub>
                      <m:r>
                        <a:rPr lang="en-US" sz="2800" b="0" i="1" smtClean="0">
                          <a:solidFill>
                            <a:srgbClr val="002060"/>
                          </a:solidFill>
                          <a:latin typeface="Cambria Math" panose="02040503050406030204" pitchFamily="18" charset="0"/>
                        </a:rPr>
                        <m:t>=3,</m:t>
                      </m:r>
                    </m:oMath>
                  </m:oMathPara>
                </a14:m>
                <a:endParaRPr lang="en-US" sz="2800" dirty="0"/>
              </a:p>
            </p:txBody>
          </p:sp>
        </mc:Choice>
        <mc:Fallback xmlns="">
          <p:sp>
            <p:nvSpPr>
              <p:cNvPr id="25" name="Rectangle 24"/>
              <p:cNvSpPr>
                <a:spLocks noRot="1" noChangeAspect="1" noMove="1" noResize="1" noEditPoints="1" noAdjustHandles="1" noChangeArrowheads="1" noChangeShapeType="1" noTextEdit="1"/>
              </p:cNvSpPr>
              <p:nvPr/>
            </p:nvSpPr>
            <p:spPr>
              <a:xfrm>
                <a:off x="5994927" y="1572249"/>
                <a:ext cx="2438103" cy="523220"/>
              </a:xfrm>
              <a:prstGeom prst="rect">
                <a:avLst/>
              </a:prstGeom>
              <a:blipFill rotWithShape="0">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Rectangle 25"/>
              <p:cNvSpPr/>
              <p:nvPr/>
            </p:nvSpPr>
            <p:spPr>
              <a:xfrm>
                <a:off x="5994927" y="2360689"/>
                <a:ext cx="2245743" cy="562846"/>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sz="2800" i="1" smtClean="0">
                              <a:solidFill>
                                <a:srgbClr val="002060"/>
                              </a:solidFill>
                              <a:latin typeface="Cambria Math" panose="02040503050406030204" pitchFamily="18" charset="0"/>
                            </a:rPr>
                          </m:ctrlPr>
                        </m:sSubPr>
                        <m:e>
                          <m:r>
                            <m:rPr>
                              <m:sty m:val="p"/>
                            </m:rPr>
                            <a:rPr lang="en-US" sz="2800">
                              <a:solidFill>
                                <a:srgbClr val="002060"/>
                              </a:solidFill>
                              <a:latin typeface="Cambria Math" panose="02040503050406030204" pitchFamily="18" charset="0"/>
                            </a:rPr>
                            <m:t>σ</m:t>
                          </m:r>
                        </m:e>
                        <m:sub>
                          <m:r>
                            <m:rPr>
                              <m:sty m:val="p"/>
                            </m:rPr>
                            <a:rPr lang="en-US" sz="2800">
                              <a:solidFill>
                                <a:srgbClr val="002060"/>
                              </a:solidFill>
                              <a:latin typeface="Cambria Math" panose="02040503050406030204" pitchFamily="18" charset="0"/>
                            </a:rPr>
                            <m:t>y</m:t>
                          </m:r>
                        </m:sub>
                      </m:sSub>
                      <m:r>
                        <a:rPr lang="en-US" sz="2800" b="0" i="0" smtClean="0">
                          <a:solidFill>
                            <a:srgbClr val="002060"/>
                          </a:solidFill>
                          <a:latin typeface="Cambria Math" panose="02040503050406030204" pitchFamily="18" charset="0"/>
                        </a:rPr>
                        <m:t>=12,</m:t>
                      </m:r>
                    </m:oMath>
                  </m:oMathPara>
                </a14:m>
                <a:endParaRPr lang="en-US" sz="2800" dirty="0"/>
              </a:p>
            </p:txBody>
          </p:sp>
        </mc:Choice>
        <mc:Fallback xmlns="">
          <p:sp>
            <p:nvSpPr>
              <p:cNvPr id="26" name="Rectangle 25"/>
              <p:cNvSpPr>
                <a:spLocks noRot="1" noChangeAspect="1" noMove="1" noResize="1" noEditPoints="1" noAdjustHandles="1" noChangeArrowheads="1" noChangeShapeType="1" noTextEdit="1"/>
              </p:cNvSpPr>
              <p:nvPr/>
            </p:nvSpPr>
            <p:spPr>
              <a:xfrm>
                <a:off x="5994927" y="2360689"/>
                <a:ext cx="2245743" cy="562846"/>
              </a:xfrm>
              <a:prstGeom prst="rect">
                <a:avLst/>
              </a:prstGeom>
              <a:blipFill rotWithShape="0">
                <a:blip r:embed="rId1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021615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11" grpId="0"/>
      <p:bldP spid="32" grpId="0"/>
      <p:bldP spid="13" grpId="0"/>
      <p:bldP spid="14" grpId="0"/>
      <p:bldP spid="17" grpId="0"/>
      <p:bldP spid="18" grpId="0"/>
      <p:bldP spid="19" grpId="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3 ⇝ Example 4(</a:t>
            </a:r>
            <a:r>
              <a:rPr lang="en-GB" dirty="0">
                <a:solidFill>
                  <a:srgbClr val="FF0000"/>
                </a:solidFill>
              </a:rPr>
              <a:t>Continue</a:t>
            </a:r>
            <a:r>
              <a:rPr lang="en-GB" dirty="0"/>
              <a:t>)</a:t>
            </a:r>
            <a:endParaRPr lang="en-US" dirty="0"/>
          </a:p>
        </p:txBody>
      </p:sp>
      <mc:AlternateContent xmlns:mc="http://schemas.openxmlformats.org/markup-compatibility/2006" xmlns:a14="http://schemas.microsoft.com/office/drawing/2010/main">
        <mc:Choice Requires="a14">
          <p:sp>
            <p:nvSpPr>
              <p:cNvPr id="15" name="Rectangle 14"/>
              <p:cNvSpPr/>
              <p:nvPr/>
            </p:nvSpPr>
            <p:spPr>
              <a:xfrm>
                <a:off x="137270" y="862943"/>
                <a:ext cx="4039888" cy="523220"/>
              </a:xfrm>
              <a:prstGeom prst="rect">
                <a:avLst/>
              </a:prstGeom>
            </p:spPr>
            <p:txBody>
              <a:bodyPr wrap="none">
                <a:spAutoFit/>
              </a:bodyPr>
              <a:lstStyle/>
              <a:p>
                <a:r>
                  <a:rPr lang="en-US" sz="2800" b="1" u="sng" dirty="0">
                    <a:solidFill>
                      <a:srgbClr val="002060"/>
                    </a:solidFill>
                  </a:rPr>
                  <a:t>Regression Line of	</a:t>
                </a:r>
                <a14:m>
                  <m:oMath xmlns:m="http://schemas.openxmlformats.org/officeDocument/2006/math">
                    <m:r>
                      <a:rPr lang="en-US" sz="2800" b="1" i="0" u="sng" dirty="0" smtClean="0">
                        <a:solidFill>
                          <a:srgbClr val="FF0000"/>
                        </a:solidFill>
                        <a:latin typeface="Cambria Math" panose="02040503050406030204" pitchFamily="18" charset="0"/>
                      </a:rPr>
                      <m:t>𝐱</m:t>
                    </m:r>
                  </m:oMath>
                </a14:m>
                <a:r>
                  <a:rPr lang="en-US" sz="2800" b="1" u="sng" dirty="0">
                    <a:solidFill>
                      <a:srgbClr val="FF0000"/>
                    </a:solidFill>
                  </a:rPr>
                  <a:t> on </a:t>
                </a:r>
                <a14:m>
                  <m:oMath xmlns:m="http://schemas.openxmlformats.org/officeDocument/2006/math">
                    <m:r>
                      <a:rPr lang="en-US" sz="2800" b="1" i="0" u="sng" dirty="0" smtClean="0">
                        <a:solidFill>
                          <a:srgbClr val="FF0000"/>
                        </a:solidFill>
                        <a:latin typeface="Cambria Math" panose="02040503050406030204" pitchFamily="18" charset="0"/>
                      </a:rPr>
                      <m:t>𝐲</m:t>
                    </m:r>
                  </m:oMath>
                </a14:m>
                <a:r>
                  <a:rPr lang="en-US" sz="2800" b="1" u="sng" dirty="0">
                    <a:solidFill>
                      <a:srgbClr val="002060"/>
                    </a:solidFill>
                  </a:rPr>
                  <a:t> :</a:t>
                </a:r>
              </a:p>
            </p:txBody>
          </p:sp>
        </mc:Choice>
        <mc:Fallback xmlns="">
          <p:sp>
            <p:nvSpPr>
              <p:cNvPr id="15" name="Rectangle 14"/>
              <p:cNvSpPr>
                <a:spLocks noRot="1" noChangeAspect="1" noMove="1" noResize="1" noEditPoints="1" noAdjustHandles="1" noChangeArrowheads="1" noChangeShapeType="1" noTextEdit="1"/>
              </p:cNvSpPr>
              <p:nvPr/>
            </p:nvSpPr>
            <p:spPr>
              <a:xfrm>
                <a:off x="137270" y="862943"/>
                <a:ext cx="4039888" cy="523220"/>
              </a:xfrm>
              <a:prstGeom prst="rect">
                <a:avLst/>
              </a:prstGeom>
              <a:blipFill>
                <a:blip r:embed="rId2"/>
                <a:stretch>
                  <a:fillRect l="-3172" t="-12941" r="-2266" b="-3294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137270" y="1430953"/>
                <a:ext cx="4643131" cy="1034579"/>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r>
                        <m:rPr>
                          <m:sty m:val="p"/>
                        </m:rPr>
                        <a:rPr lang="en-US" sz="2800" b="0" i="0" smtClean="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ea typeface="Cambria Math" panose="02040503050406030204" pitchFamily="18" charset="0"/>
                        </a:rPr>
                        <m:t>1</m:t>
                      </m:r>
                      <m:r>
                        <a:rPr lang="en-US" sz="2800" i="1">
                          <a:solidFill>
                            <a:srgbClr val="002060"/>
                          </a:solidFill>
                          <a:latin typeface="Cambria Math" panose="02040503050406030204" pitchFamily="18" charset="0"/>
                          <a:ea typeface="Cambria Math" panose="02040503050406030204" pitchFamily="18" charset="0"/>
                        </a:rPr>
                        <m:t>0</m:t>
                      </m:r>
                      <m:r>
                        <a:rPr lang="en-US" sz="2800">
                          <a:solidFill>
                            <a:srgbClr val="002060"/>
                          </a:solidFill>
                          <a:latin typeface="Cambria Math" panose="02040503050406030204" pitchFamily="18" charset="0"/>
                        </a:rPr>
                        <m:t>=</m:t>
                      </m:r>
                      <m:r>
                        <a:rPr lang="en-US" sz="2800" i="1">
                          <a:solidFill>
                            <a:srgbClr val="002060"/>
                          </a:solidFill>
                          <a:latin typeface="Cambria Math" panose="02040503050406030204" pitchFamily="18" charset="0"/>
                          <a:ea typeface="Cambria Math" panose="02040503050406030204" pitchFamily="18" charset="0"/>
                        </a:rPr>
                        <m:t>0.8</m:t>
                      </m:r>
                      <m:r>
                        <a:rPr lang="en-US" sz="2800">
                          <a:solidFill>
                            <a:srgbClr val="002060"/>
                          </a:solidFill>
                          <a:latin typeface="Cambria Math" panose="02040503050406030204" pitchFamily="18" charset="0"/>
                          <a:ea typeface="Cambria Math" panose="02040503050406030204" pitchFamily="18" charset="0"/>
                        </a:rPr>
                        <m:t> </m:t>
                      </m:r>
                      <m:f>
                        <m:fPr>
                          <m:ctrlPr>
                            <a:rPr lang="en-US" sz="2800" i="1">
                              <a:solidFill>
                                <a:srgbClr val="7030A0"/>
                              </a:solidFill>
                              <a:latin typeface="Cambria Math" panose="02040503050406030204" pitchFamily="18" charset="0"/>
                            </a:rPr>
                          </m:ctrlPr>
                        </m:fPr>
                        <m:num>
                          <m:r>
                            <a:rPr lang="en-US" sz="2800" i="1">
                              <a:solidFill>
                                <a:srgbClr val="7030A0"/>
                              </a:solidFill>
                              <a:latin typeface="Cambria Math" panose="02040503050406030204" pitchFamily="18" charset="0"/>
                            </a:rPr>
                            <m:t> </m:t>
                          </m:r>
                          <m:r>
                            <a:rPr lang="en-US" sz="2800" b="0" i="1" smtClean="0">
                              <a:solidFill>
                                <a:srgbClr val="002060"/>
                              </a:solidFill>
                              <a:latin typeface="Cambria Math" panose="02040503050406030204" pitchFamily="18" charset="0"/>
                              <a:ea typeface="Cambria Math" panose="02040503050406030204" pitchFamily="18" charset="0"/>
                            </a:rPr>
                            <m:t>3</m:t>
                          </m:r>
                          <m:r>
                            <m:rPr>
                              <m:nor/>
                            </m:rPr>
                            <a:rPr lang="en-US" sz="2800" dirty="0">
                              <a:solidFill>
                                <a:srgbClr val="7030A0"/>
                              </a:solidFill>
                            </a:rPr>
                            <m:t> </m:t>
                          </m:r>
                        </m:num>
                        <m:den>
                          <m:eqArr>
                            <m:eqArrPr>
                              <m:ctrlPr>
                                <a:rPr lang="en-US" sz="2800" i="1">
                                  <a:solidFill>
                                    <a:srgbClr val="7030A0"/>
                                  </a:solidFill>
                                  <a:latin typeface="Cambria Math" panose="02040503050406030204" pitchFamily="18" charset="0"/>
                                  <a:ea typeface="Cambria Math" panose="02040503050406030204" pitchFamily="18" charset="0"/>
                                </a:rPr>
                              </m:ctrlPr>
                            </m:eqArrPr>
                            <m:e>
                              <m:r>
                                <a:rPr lang="en-US" sz="2800" i="1">
                                  <a:solidFill>
                                    <a:srgbClr val="7030A0"/>
                                  </a:solidFill>
                                  <a:latin typeface="Cambria Math" panose="02040503050406030204" pitchFamily="18" charset="0"/>
                                  <a:ea typeface="Cambria Math" panose="02040503050406030204" pitchFamily="18" charset="0"/>
                                </a:rPr>
                                <m:t> </m:t>
                              </m:r>
                            </m:e>
                            <m:e>
                              <m:r>
                                <a:rPr lang="en-US" sz="2800" b="0" i="1" smtClean="0">
                                  <a:solidFill>
                                    <a:srgbClr val="7030A0"/>
                                  </a:solidFill>
                                  <a:latin typeface="Cambria Math" panose="02040503050406030204" pitchFamily="18" charset="0"/>
                                  <a:ea typeface="Cambria Math" panose="02040503050406030204" pitchFamily="18" charset="0"/>
                                </a:rPr>
                                <m:t> </m:t>
                              </m:r>
                              <m:r>
                                <a:rPr lang="en-US" sz="2800" b="0" i="1" smtClean="0">
                                  <a:solidFill>
                                    <a:srgbClr val="002060"/>
                                  </a:solidFill>
                                  <a:latin typeface="Cambria Math" panose="02040503050406030204" pitchFamily="18" charset="0"/>
                                  <a:ea typeface="Cambria Math" panose="02040503050406030204" pitchFamily="18" charset="0"/>
                                </a:rPr>
                                <m:t>12 </m:t>
                              </m:r>
                            </m:e>
                          </m:eqArr>
                        </m:den>
                      </m:f>
                      <m:d>
                        <m:dPr>
                          <m:ctrlPr>
                            <a:rPr lang="en-US"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 </m:t>
                          </m:r>
                          <m:r>
                            <m:rPr>
                              <m:sty m:val="p"/>
                            </m:rPr>
                            <a:rPr lang="en-US" sz="2800" b="0" i="0" smtClean="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9</m:t>
                          </m:r>
                          <m:r>
                            <a:rPr lang="en-US" sz="2800" i="1">
                              <a:solidFill>
                                <a:srgbClr val="002060"/>
                              </a:solidFill>
                              <a:latin typeface="Cambria Math" panose="02040503050406030204" pitchFamily="18" charset="0"/>
                            </a:rPr>
                            <m:t>0</m:t>
                          </m:r>
                        </m:e>
                      </m:d>
                    </m:oMath>
                  </m:oMathPara>
                </a14:m>
                <a:endParaRPr lang="en-US" sz="2800" dirty="0">
                  <a:solidFill>
                    <a:srgbClr val="002060"/>
                  </a:solidFill>
                </a:endParaRPr>
              </a:p>
            </p:txBody>
          </p:sp>
        </mc:Choice>
        <mc:Fallback xmlns="">
          <p:sp>
            <p:nvSpPr>
              <p:cNvPr id="16" name="Rectangle 15"/>
              <p:cNvSpPr>
                <a:spLocks noRot="1" noChangeAspect="1" noMove="1" noResize="1" noEditPoints="1" noAdjustHandles="1" noChangeArrowheads="1" noChangeShapeType="1" noTextEdit="1"/>
              </p:cNvSpPr>
              <p:nvPr/>
            </p:nvSpPr>
            <p:spPr>
              <a:xfrm>
                <a:off x="137270" y="1430953"/>
                <a:ext cx="4643131" cy="1034579"/>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Rectangle 33"/>
              <p:cNvSpPr/>
              <p:nvPr/>
            </p:nvSpPr>
            <p:spPr>
              <a:xfrm>
                <a:off x="137270" y="2730827"/>
                <a:ext cx="4047390"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r>
                        <m:rPr>
                          <m:sty m:val="p"/>
                        </m:rPr>
                        <a:rPr lang="en-US" sz="2800" b="0" i="0" smtClean="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m:t>
                      </m:r>
                      <m:r>
                        <a:rPr lang="en-US" sz="2800" b="0" i="0" smtClean="0">
                          <a:solidFill>
                            <a:srgbClr val="002060"/>
                          </a:solidFill>
                          <a:latin typeface="Cambria Math" panose="02040503050406030204" pitchFamily="18" charset="0"/>
                        </a:rPr>
                        <m:t>1</m:t>
                      </m:r>
                      <m:r>
                        <a:rPr lang="en-US" sz="2800">
                          <a:solidFill>
                            <a:srgbClr val="002060"/>
                          </a:solidFill>
                          <a:latin typeface="Cambria Math" panose="02040503050406030204" pitchFamily="18" charset="0"/>
                        </a:rPr>
                        <m:t>0=</m:t>
                      </m:r>
                      <m:r>
                        <a:rPr lang="en-US" sz="2800" b="0" i="1" smtClean="0">
                          <a:solidFill>
                            <a:schemeClr val="bg1"/>
                          </a:solidFill>
                          <a:latin typeface="Cambria Math" panose="02040503050406030204" pitchFamily="18" charset="0"/>
                        </a:rPr>
                        <m:t>3.2 </m:t>
                      </m:r>
                      <m:d>
                        <m:dPr>
                          <m:ctrlPr>
                            <a:rPr lang="en-US"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 </m:t>
                          </m:r>
                          <m:r>
                            <m:rPr>
                              <m:sty m:val="p"/>
                            </m:rPr>
                            <a:rPr lang="en-US" sz="2800" b="0" i="0" smtClean="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90</m:t>
                          </m:r>
                          <m:r>
                            <a:rPr lang="en-US" sz="2800" i="1">
                              <a:solidFill>
                                <a:srgbClr val="002060"/>
                              </a:solidFill>
                              <a:latin typeface="Cambria Math" panose="02040503050406030204" pitchFamily="18" charset="0"/>
                            </a:rPr>
                            <m:t> </m:t>
                          </m:r>
                        </m:e>
                      </m:d>
                    </m:oMath>
                  </m:oMathPara>
                </a14:m>
                <a:endParaRPr lang="en-US" sz="2800" dirty="0">
                  <a:solidFill>
                    <a:srgbClr val="002060"/>
                  </a:solidFill>
                </a:endParaRPr>
              </a:p>
            </p:txBody>
          </p:sp>
        </mc:Choice>
        <mc:Fallback xmlns="">
          <p:sp>
            <p:nvSpPr>
              <p:cNvPr id="34" name="Rectangle 33"/>
              <p:cNvSpPr>
                <a:spLocks noRot="1" noChangeAspect="1" noMove="1" noResize="1" noEditPoints="1" noAdjustHandles="1" noChangeArrowheads="1" noChangeShapeType="1" noTextEdit="1"/>
              </p:cNvSpPr>
              <p:nvPr/>
            </p:nvSpPr>
            <p:spPr>
              <a:xfrm>
                <a:off x="137270" y="2730827"/>
                <a:ext cx="4047390" cy="52322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Rectangle 34"/>
              <p:cNvSpPr/>
              <p:nvPr/>
            </p:nvSpPr>
            <p:spPr>
              <a:xfrm>
                <a:off x="137270" y="3516714"/>
                <a:ext cx="3592265"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r>
                        <m:rPr>
                          <m:sty m:val="p"/>
                        </m:rPr>
                        <a:rPr lang="en-US" sz="2800" b="0" i="0" smtClean="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m:t>
                      </m:r>
                      <m:r>
                        <a:rPr lang="en-US" sz="2800" b="0" i="0" smtClean="0">
                          <a:solidFill>
                            <a:srgbClr val="002060"/>
                          </a:solidFill>
                          <a:latin typeface="Cambria Math" panose="02040503050406030204" pitchFamily="18" charset="0"/>
                        </a:rPr>
                        <m:t>1</m:t>
                      </m:r>
                      <m:r>
                        <a:rPr lang="en-US" sz="2800">
                          <a:solidFill>
                            <a:srgbClr val="002060"/>
                          </a:solidFill>
                          <a:latin typeface="Cambria Math" panose="02040503050406030204" pitchFamily="18" charset="0"/>
                        </a:rPr>
                        <m:t>0=</m:t>
                      </m:r>
                      <m:r>
                        <a:rPr lang="en-US" sz="2800" b="0" i="1" smtClean="0">
                          <a:solidFill>
                            <a:schemeClr val="bg1"/>
                          </a:solidFill>
                          <a:latin typeface="Cambria Math" panose="02040503050406030204" pitchFamily="18" charset="0"/>
                        </a:rPr>
                        <m:t>3.2</m:t>
                      </m:r>
                      <m:r>
                        <a:rPr lang="en-US" sz="2800" b="0" i="1" smtClean="0">
                          <a:solidFill>
                            <a:srgbClr val="002060"/>
                          </a:solidFill>
                          <a:latin typeface="Cambria Math" panose="02040503050406030204" pitchFamily="18" charset="0"/>
                        </a:rPr>
                        <m:t> </m:t>
                      </m:r>
                      <m:r>
                        <m:rPr>
                          <m:sty m:val="p"/>
                        </m:rPr>
                        <a:rPr lang="en-US" sz="2800" b="0" i="0" smtClean="0">
                          <a:solidFill>
                            <a:srgbClr val="002060"/>
                          </a:solidFill>
                          <a:latin typeface="Cambria Math" panose="02040503050406030204" pitchFamily="18" charset="0"/>
                        </a:rPr>
                        <m:t>y</m:t>
                      </m:r>
                      <m:r>
                        <a:rPr lang="en-US" sz="2800" b="0" i="1" smtClean="0">
                          <a:solidFill>
                            <a:srgbClr val="002060"/>
                          </a:solidFill>
                          <a:latin typeface="Cambria Math" panose="02040503050406030204" pitchFamily="18" charset="0"/>
                        </a:rPr>
                        <m:t>−</m:t>
                      </m:r>
                      <m:r>
                        <a:rPr lang="en-US" sz="2800" b="0" i="1" smtClean="0">
                          <a:solidFill>
                            <a:schemeClr val="bg1"/>
                          </a:solidFill>
                          <a:latin typeface="Cambria Math" panose="02040503050406030204" pitchFamily="18" charset="0"/>
                        </a:rPr>
                        <m:t>32</m:t>
                      </m:r>
                    </m:oMath>
                  </m:oMathPara>
                </a14:m>
                <a:endParaRPr lang="en-US" sz="2800" dirty="0">
                  <a:solidFill>
                    <a:srgbClr val="002060"/>
                  </a:solidFill>
                </a:endParaRPr>
              </a:p>
            </p:txBody>
          </p:sp>
        </mc:Choice>
        <mc:Fallback xmlns="">
          <p:sp>
            <p:nvSpPr>
              <p:cNvPr id="35" name="Rectangle 34"/>
              <p:cNvSpPr>
                <a:spLocks noRot="1" noChangeAspect="1" noMove="1" noResize="1" noEditPoints="1" noAdjustHandles="1" noChangeArrowheads="1" noChangeShapeType="1" noTextEdit="1"/>
              </p:cNvSpPr>
              <p:nvPr/>
            </p:nvSpPr>
            <p:spPr>
              <a:xfrm>
                <a:off x="137270" y="3516714"/>
                <a:ext cx="3592265" cy="523220"/>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Rectangle 35"/>
              <p:cNvSpPr/>
              <p:nvPr/>
            </p:nvSpPr>
            <p:spPr>
              <a:xfrm>
                <a:off x="137270" y="4302601"/>
                <a:ext cx="3592265"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r>
                        <m:rPr>
                          <m:sty m:val="p"/>
                        </m:rPr>
                        <a:rPr lang="en-US" sz="2800" b="0" i="0" smtClean="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0.2</m:t>
                      </m:r>
                      <m:r>
                        <a:rPr lang="en-US" sz="2800" i="1">
                          <a:solidFill>
                            <a:srgbClr val="002060"/>
                          </a:solidFill>
                          <a:latin typeface="Cambria Math" panose="02040503050406030204" pitchFamily="18" charset="0"/>
                        </a:rPr>
                        <m:t> </m:t>
                      </m:r>
                      <m:r>
                        <m:rPr>
                          <m:sty m:val="p"/>
                        </m:rPr>
                        <a:rPr lang="en-US" sz="2800" b="0" i="0" smtClean="0">
                          <a:solidFill>
                            <a:srgbClr val="002060"/>
                          </a:solidFill>
                          <a:latin typeface="Cambria Math" panose="02040503050406030204" pitchFamily="18" charset="0"/>
                        </a:rPr>
                        <m:t>y</m:t>
                      </m:r>
                      <m:r>
                        <a:rPr lang="en-US" sz="2800" b="0" i="1" smtClean="0">
                          <a:solidFill>
                            <a:srgbClr val="002060"/>
                          </a:solidFill>
                          <a:latin typeface="Cambria Math" panose="02040503050406030204" pitchFamily="18" charset="0"/>
                        </a:rPr>
                        <m:t>−18</m:t>
                      </m:r>
                      <m:r>
                        <a:rPr lang="en-US" sz="2800" b="0" i="1" smtClean="0">
                          <a:solidFill>
                            <a:schemeClr val="bg1"/>
                          </a:solidFill>
                          <a:latin typeface="Cambria Math" panose="02040503050406030204" pitchFamily="18" charset="0"/>
                        </a:rPr>
                        <m:t>+90</m:t>
                      </m:r>
                    </m:oMath>
                  </m:oMathPara>
                </a14:m>
                <a:endParaRPr lang="en-US" sz="2800" dirty="0">
                  <a:solidFill>
                    <a:srgbClr val="002060"/>
                  </a:solidFill>
                </a:endParaRPr>
              </a:p>
            </p:txBody>
          </p:sp>
        </mc:Choice>
        <mc:Fallback xmlns="">
          <p:sp>
            <p:nvSpPr>
              <p:cNvPr id="36" name="Rectangle 35"/>
              <p:cNvSpPr>
                <a:spLocks noRot="1" noChangeAspect="1" noMove="1" noResize="1" noEditPoints="1" noAdjustHandles="1" noChangeArrowheads="1" noChangeShapeType="1" noTextEdit="1"/>
              </p:cNvSpPr>
              <p:nvPr/>
            </p:nvSpPr>
            <p:spPr>
              <a:xfrm>
                <a:off x="137270" y="4302601"/>
                <a:ext cx="3592265" cy="523220"/>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Rectangle 36"/>
              <p:cNvSpPr/>
              <p:nvPr/>
            </p:nvSpPr>
            <p:spPr>
              <a:xfrm>
                <a:off x="137270" y="5088488"/>
                <a:ext cx="2568717"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r>
                        <m:rPr>
                          <m:sty m:val="p"/>
                        </m:rPr>
                        <a:rPr lang="en-US" sz="2800" b="0" i="0" smtClean="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0.2</m:t>
                      </m:r>
                      <m:r>
                        <a:rPr lang="en-US" sz="2800" i="1">
                          <a:solidFill>
                            <a:srgbClr val="002060"/>
                          </a:solidFill>
                          <a:latin typeface="Cambria Math" panose="02040503050406030204" pitchFamily="18" charset="0"/>
                        </a:rPr>
                        <m:t> </m:t>
                      </m:r>
                      <m:r>
                        <m:rPr>
                          <m:sty m:val="p"/>
                        </m:rPr>
                        <a:rPr lang="en-US" sz="2800" b="0" i="0" smtClean="0">
                          <a:solidFill>
                            <a:srgbClr val="002060"/>
                          </a:solidFill>
                          <a:latin typeface="Cambria Math" panose="02040503050406030204" pitchFamily="18" charset="0"/>
                        </a:rPr>
                        <m:t>y</m:t>
                      </m:r>
                      <m:r>
                        <a:rPr lang="en-US" sz="2800" b="0" i="1" smtClean="0">
                          <a:solidFill>
                            <a:srgbClr val="002060"/>
                          </a:solidFill>
                          <a:latin typeface="Cambria Math" panose="02040503050406030204" pitchFamily="18" charset="0"/>
                        </a:rPr>
                        <m:t>−</m:t>
                      </m:r>
                      <m:r>
                        <a:rPr lang="en-US" sz="2800" b="0" i="1" smtClean="0">
                          <a:solidFill>
                            <a:srgbClr val="FF0000"/>
                          </a:solidFill>
                          <a:latin typeface="Cambria Math" panose="02040503050406030204" pitchFamily="18" charset="0"/>
                        </a:rPr>
                        <m:t>8</m:t>
                      </m:r>
                    </m:oMath>
                  </m:oMathPara>
                </a14:m>
                <a:endParaRPr lang="en-US" sz="2800" dirty="0">
                  <a:solidFill>
                    <a:srgbClr val="002060"/>
                  </a:solidFill>
                </a:endParaRPr>
              </a:p>
            </p:txBody>
          </p:sp>
        </mc:Choice>
        <mc:Fallback xmlns="">
          <p:sp>
            <p:nvSpPr>
              <p:cNvPr id="37" name="Rectangle 36"/>
              <p:cNvSpPr>
                <a:spLocks noRot="1" noChangeAspect="1" noMove="1" noResize="1" noEditPoints="1" noAdjustHandles="1" noChangeArrowheads="1" noChangeShapeType="1" noTextEdit="1"/>
              </p:cNvSpPr>
              <p:nvPr/>
            </p:nvSpPr>
            <p:spPr>
              <a:xfrm>
                <a:off x="137270" y="5088488"/>
                <a:ext cx="2568717" cy="523220"/>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Rectangle 37"/>
              <p:cNvSpPr/>
              <p:nvPr/>
            </p:nvSpPr>
            <p:spPr>
              <a:xfrm>
                <a:off x="137270" y="5874375"/>
                <a:ext cx="7355796" cy="523220"/>
              </a:xfrm>
              <a:prstGeom prst="rect">
                <a:avLst/>
              </a:prstGeom>
              <a:ln>
                <a:solidFill>
                  <a:srgbClr val="FF0000"/>
                </a:solidFill>
              </a:ln>
            </p:spPr>
            <p:style>
              <a:lnRef idx="2">
                <a:schemeClr val="accent2"/>
              </a:lnRef>
              <a:fillRef idx="1">
                <a:schemeClr val="lt1"/>
              </a:fillRef>
              <a:effectRef idx="0">
                <a:schemeClr val="accent2"/>
              </a:effectRef>
              <a:fontRef idx="minor">
                <a:schemeClr val="dk1"/>
              </a:fontRef>
            </p:style>
            <p:txBody>
              <a:bodyPr wrap="none">
                <a:spAutoFit/>
              </a:bodyPr>
              <a:lstStyle/>
              <a:p>
                <a:pPr/>
                <a14:m>
                  <m:oMathPara xmlns:m="http://schemas.openxmlformats.org/officeDocument/2006/math">
                    <m:oMathParaPr>
                      <m:jc m:val="left"/>
                    </m:oMathParaPr>
                    <m:oMath xmlns:m="http://schemas.openxmlformats.org/officeDocument/2006/math">
                      <m:r>
                        <a:rPr lang="en-US" sz="2800" b="1" i="1" smtClean="0">
                          <a:solidFill>
                            <a:srgbClr val="7030A0"/>
                          </a:solidFill>
                          <a:latin typeface="Cambria Math" panose="02040503050406030204" pitchFamily="18" charset="0"/>
                          <a:ea typeface="Cambria Math" panose="02040503050406030204" pitchFamily="18" charset="0"/>
                        </a:rPr>
                        <m:t>∴</m:t>
                      </m:r>
                      <m:r>
                        <m:rPr>
                          <m:nor/>
                        </m:rPr>
                        <a:rPr lang="en-US" sz="2800" b="1" i="0" dirty="0" smtClean="0">
                          <a:solidFill>
                            <a:srgbClr val="7030A0"/>
                          </a:solidFill>
                        </a:rPr>
                        <m:t>The</m:t>
                      </m:r>
                      <m:r>
                        <m:rPr>
                          <m:nor/>
                        </m:rPr>
                        <a:rPr lang="en-US" sz="2800" b="1" dirty="0">
                          <a:solidFill>
                            <a:srgbClr val="7030A0"/>
                          </a:solidFill>
                        </a:rPr>
                        <m:t> </m:t>
                      </m:r>
                      <m:r>
                        <m:rPr>
                          <m:nor/>
                        </m:rPr>
                        <a:rPr lang="en-US" sz="2800" b="1" i="0" dirty="0" smtClean="0">
                          <a:solidFill>
                            <a:srgbClr val="7030A0"/>
                          </a:solidFill>
                        </a:rPr>
                        <m:t>Regression</m:t>
                      </m:r>
                      <m:r>
                        <m:rPr>
                          <m:nor/>
                        </m:rPr>
                        <a:rPr lang="en-US" sz="2800" b="1" i="0" dirty="0" smtClean="0">
                          <a:solidFill>
                            <a:srgbClr val="7030A0"/>
                          </a:solidFill>
                        </a:rPr>
                        <m:t> </m:t>
                      </m:r>
                      <m:r>
                        <m:rPr>
                          <m:nor/>
                        </m:rPr>
                        <a:rPr lang="en-US" sz="2800" b="1" i="0" dirty="0" smtClean="0">
                          <a:solidFill>
                            <a:srgbClr val="7030A0"/>
                          </a:solidFill>
                        </a:rPr>
                        <m:t>line</m:t>
                      </m:r>
                      <m:r>
                        <m:rPr>
                          <m:nor/>
                        </m:rPr>
                        <a:rPr lang="en-US" sz="2800" b="1" i="0" dirty="0" smtClean="0">
                          <a:solidFill>
                            <a:srgbClr val="7030A0"/>
                          </a:solidFill>
                        </a:rPr>
                        <m:t> </m:t>
                      </m:r>
                      <m:r>
                        <m:rPr>
                          <m:nor/>
                        </m:rPr>
                        <a:rPr lang="en-US" sz="2800" b="1" i="0" dirty="0" smtClean="0">
                          <a:solidFill>
                            <a:srgbClr val="7030A0"/>
                          </a:solidFill>
                        </a:rPr>
                        <m:t>of</m:t>
                      </m:r>
                      <m:r>
                        <m:rPr>
                          <m:nor/>
                        </m:rPr>
                        <a:rPr lang="en-US" sz="2800" b="1" i="0" dirty="0" smtClean="0">
                          <a:solidFill>
                            <a:srgbClr val="7030A0"/>
                          </a:solidFill>
                        </a:rPr>
                        <m:t> </m:t>
                      </m:r>
                      <m:r>
                        <m:rPr>
                          <m:nor/>
                        </m:rPr>
                        <a:rPr lang="en-US" sz="2800" b="1" i="0" dirty="0" smtClean="0">
                          <a:solidFill>
                            <a:srgbClr val="7030A0"/>
                          </a:solidFill>
                        </a:rPr>
                        <m:t>y</m:t>
                      </m:r>
                      <m:r>
                        <m:rPr>
                          <m:nor/>
                        </m:rPr>
                        <a:rPr lang="en-US" sz="2800" b="1" i="0" dirty="0" smtClean="0">
                          <a:solidFill>
                            <a:srgbClr val="7030A0"/>
                          </a:solidFill>
                        </a:rPr>
                        <m:t> </m:t>
                      </m:r>
                      <m:r>
                        <m:rPr>
                          <m:nor/>
                        </m:rPr>
                        <a:rPr lang="en-US" sz="2800" b="1" i="0" dirty="0" smtClean="0">
                          <a:solidFill>
                            <a:srgbClr val="7030A0"/>
                          </a:solidFill>
                        </a:rPr>
                        <m:t>on</m:t>
                      </m:r>
                      <m:r>
                        <m:rPr>
                          <m:nor/>
                        </m:rPr>
                        <a:rPr lang="en-US" sz="2800" b="1" i="0" dirty="0" smtClean="0">
                          <a:solidFill>
                            <a:srgbClr val="7030A0"/>
                          </a:solidFill>
                        </a:rPr>
                        <m:t> </m:t>
                      </m:r>
                      <m:r>
                        <m:rPr>
                          <m:nor/>
                        </m:rPr>
                        <a:rPr lang="en-US" sz="2800" b="1" i="0" dirty="0" smtClean="0">
                          <a:solidFill>
                            <a:srgbClr val="7030A0"/>
                          </a:solidFill>
                        </a:rPr>
                        <m:t>x</m:t>
                      </m:r>
                      <m:r>
                        <m:rPr>
                          <m:nor/>
                        </m:rPr>
                        <a:rPr lang="en-US" sz="2800" b="1" i="0" dirty="0" smtClean="0">
                          <a:solidFill>
                            <a:srgbClr val="7030A0"/>
                          </a:solidFill>
                        </a:rPr>
                        <m:t> </m:t>
                      </m:r>
                      <m:r>
                        <m:rPr>
                          <m:nor/>
                        </m:rPr>
                        <a:rPr lang="en-US" sz="2800" b="1" i="0" dirty="0" smtClean="0">
                          <a:solidFill>
                            <a:srgbClr val="7030A0"/>
                          </a:solidFill>
                        </a:rPr>
                        <m:t>is</m:t>
                      </m:r>
                      <m:r>
                        <a:rPr lang="en-US" sz="2800" b="0" i="1" dirty="0" smtClean="0">
                          <a:solidFill>
                            <a:srgbClr val="7030A0"/>
                          </a:solidFill>
                          <a:latin typeface="Cambria Math" panose="02040503050406030204" pitchFamily="18" charset="0"/>
                        </a:rPr>
                        <m:t> </m:t>
                      </m:r>
                      <m:r>
                        <a:rPr lang="en-US" sz="2800" b="1" i="0" dirty="0" smtClean="0">
                          <a:solidFill>
                            <a:srgbClr val="7030A0"/>
                          </a:solidFill>
                          <a:latin typeface="Cambria Math" panose="02040503050406030204" pitchFamily="18" charset="0"/>
                        </a:rPr>
                        <m:t> </m:t>
                      </m:r>
                      <m:r>
                        <a:rPr lang="en-US" sz="2800" b="1" i="0" smtClean="0">
                          <a:solidFill>
                            <a:srgbClr val="7030A0"/>
                          </a:solidFill>
                          <a:latin typeface="Cambria Math" panose="02040503050406030204" pitchFamily="18" charset="0"/>
                        </a:rPr>
                        <m:t>𝐱</m:t>
                      </m:r>
                      <m:r>
                        <a:rPr lang="en-US" sz="2800" b="1" i="0" smtClean="0">
                          <a:solidFill>
                            <a:srgbClr val="7030A0"/>
                          </a:solidFill>
                          <a:latin typeface="Cambria Math" panose="02040503050406030204" pitchFamily="18" charset="0"/>
                        </a:rPr>
                        <m:t>=</m:t>
                      </m:r>
                      <m:r>
                        <a:rPr lang="en-US" sz="2800" b="1" i="0" smtClean="0">
                          <a:solidFill>
                            <a:srgbClr val="7030A0"/>
                          </a:solidFill>
                          <a:latin typeface="Cambria Math" panose="02040503050406030204" pitchFamily="18" charset="0"/>
                        </a:rPr>
                        <m:t>𝟎</m:t>
                      </m:r>
                      <m:r>
                        <a:rPr lang="en-US" sz="2800" b="1" i="0" smtClean="0">
                          <a:solidFill>
                            <a:srgbClr val="7030A0"/>
                          </a:solidFill>
                          <a:latin typeface="Cambria Math" panose="02040503050406030204" pitchFamily="18" charset="0"/>
                        </a:rPr>
                        <m:t>.</m:t>
                      </m:r>
                      <m:r>
                        <a:rPr lang="en-US" sz="2800" b="1" i="0" smtClean="0">
                          <a:solidFill>
                            <a:srgbClr val="7030A0"/>
                          </a:solidFill>
                          <a:latin typeface="Cambria Math" panose="02040503050406030204" pitchFamily="18" charset="0"/>
                        </a:rPr>
                        <m:t>𝟐</m:t>
                      </m:r>
                      <m:r>
                        <a:rPr lang="en-US" sz="2800" b="1" i="0" smtClean="0">
                          <a:solidFill>
                            <a:srgbClr val="7030A0"/>
                          </a:solidFill>
                          <a:latin typeface="Cambria Math" panose="02040503050406030204" pitchFamily="18" charset="0"/>
                        </a:rPr>
                        <m:t> </m:t>
                      </m:r>
                      <m:r>
                        <a:rPr lang="en-US" sz="2800" b="1" i="0" smtClean="0">
                          <a:solidFill>
                            <a:srgbClr val="7030A0"/>
                          </a:solidFill>
                          <a:latin typeface="Cambria Math" panose="02040503050406030204" pitchFamily="18" charset="0"/>
                        </a:rPr>
                        <m:t>𝐲</m:t>
                      </m:r>
                      <m:r>
                        <a:rPr lang="en-US" sz="2800" b="1" i="0" smtClean="0">
                          <a:solidFill>
                            <a:srgbClr val="7030A0"/>
                          </a:solidFill>
                          <a:latin typeface="Cambria Math" panose="02040503050406030204" pitchFamily="18" charset="0"/>
                        </a:rPr>
                        <m:t>−</m:t>
                      </m:r>
                      <m:r>
                        <a:rPr lang="en-US" sz="2800" b="1" i="0" smtClean="0">
                          <a:solidFill>
                            <a:srgbClr val="7030A0"/>
                          </a:solidFill>
                          <a:latin typeface="Cambria Math" panose="02040503050406030204" pitchFamily="18" charset="0"/>
                        </a:rPr>
                        <m:t>𝟖</m:t>
                      </m:r>
                    </m:oMath>
                  </m:oMathPara>
                </a14:m>
                <a:endParaRPr lang="en-US" sz="2800" b="1" dirty="0">
                  <a:solidFill>
                    <a:srgbClr val="002060"/>
                  </a:solidFill>
                </a:endParaRPr>
              </a:p>
            </p:txBody>
          </p:sp>
        </mc:Choice>
        <mc:Fallback xmlns="">
          <p:sp>
            <p:nvSpPr>
              <p:cNvPr id="38" name="Rectangle 37"/>
              <p:cNvSpPr>
                <a:spLocks noRot="1" noChangeAspect="1" noMove="1" noResize="1" noEditPoints="1" noAdjustHandles="1" noChangeArrowheads="1" noChangeShapeType="1" noTextEdit="1"/>
              </p:cNvSpPr>
              <p:nvPr/>
            </p:nvSpPr>
            <p:spPr>
              <a:xfrm>
                <a:off x="137270" y="5874375"/>
                <a:ext cx="7355796" cy="523220"/>
              </a:xfrm>
              <a:prstGeom prst="rect">
                <a:avLst/>
              </a:prstGeom>
              <a:blipFill>
                <a:blip r:embed="rId8"/>
                <a:stretch>
                  <a:fillRect/>
                </a:stretch>
              </a:blipFill>
              <a:ln>
                <a:solidFill>
                  <a:srgbClr val="FF0000"/>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Rectangle 38"/>
              <p:cNvSpPr/>
              <p:nvPr/>
            </p:nvSpPr>
            <p:spPr>
              <a:xfrm>
                <a:off x="1898677" y="2730827"/>
                <a:ext cx="737702"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a:solidFill>
                            <a:srgbClr val="FF0000"/>
                          </a:solidFill>
                          <a:latin typeface="Cambria Math" panose="02040503050406030204" pitchFamily="18" charset="0"/>
                          <a:ea typeface="Cambria Math" panose="02040503050406030204" pitchFamily="18" charset="0"/>
                        </a:rPr>
                        <m:t>0</m:t>
                      </m:r>
                      <m:r>
                        <a:rPr lang="en-US" sz="2800" b="0" i="1" smtClean="0">
                          <a:solidFill>
                            <a:srgbClr val="FF0000"/>
                          </a:solidFill>
                          <a:latin typeface="Cambria Math" panose="02040503050406030204" pitchFamily="18" charset="0"/>
                          <a:ea typeface="Cambria Math" panose="02040503050406030204" pitchFamily="18" charset="0"/>
                        </a:rPr>
                        <m:t>.2</m:t>
                      </m:r>
                    </m:oMath>
                  </m:oMathPara>
                </a14:m>
                <a:endParaRPr lang="en-US" sz="2800" dirty="0">
                  <a:solidFill>
                    <a:srgbClr val="FF0000"/>
                  </a:solidFill>
                </a:endParaRPr>
              </a:p>
            </p:txBody>
          </p:sp>
        </mc:Choice>
        <mc:Fallback xmlns="">
          <p:sp>
            <p:nvSpPr>
              <p:cNvPr id="39" name="Rectangle 38"/>
              <p:cNvSpPr>
                <a:spLocks noRot="1" noChangeAspect="1" noMove="1" noResize="1" noEditPoints="1" noAdjustHandles="1" noChangeArrowheads="1" noChangeShapeType="1" noTextEdit="1"/>
              </p:cNvSpPr>
              <p:nvPr/>
            </p:nvSpPr>
            <p:spPr>
              <a:xfrm>
                <a:off x="1898677" y="2730827"/>
                <a:ext cx="737702"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Rectangle 39"/>
              <p:cNvSpPr/>
              <p:nvPr/>
            </p:nvSpPr>
            <p:spPr>
              <a:xfrm>
                <a:off x="1902514" y="3522556"/>
                <a:ext cx="737702"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a:solidFill>
                            <a:srgbClr val="FF0000"/>
                          </a:solidFill>
                          <a:latin typeface="Cambria Math" panose="02040503050406030204" pitchFamily="18" charset="0"/>
                          <a:ea typeface="Cambria Math" panose="02040503050406030204" pitchFamily="18" charset="0"/>
                        </a:rPr>
                        <m:t>0</m:t>
                      </m:r>
                      <m:r>
                        <a:rPr lang="en-US" sz="2800" b="0" i="1" smtClean="0">
                          <a:solidFill>
                            <a:srgbClr val="FF0000"/>
                          </a:solidFill>
                          <a:latin typeface="Cambria Math" panose="02040503050406030204" pitchFamily="18" charset="0"/>
                          <a:ea typeface="Cambria Math" panose="02040503050406030204" pitchFamily="18" charset="0"/>
                        </a:rPr>
                        <m:t>.2</m:t>
                      </m:r>
                    </m:oMath>
                  </m:oMathPara>
                </a14:m>
                <a:endParaRPr lang="en-US" sz="2800" dirty="0">
                  <a:solidFill>
                    <a:srgbClr val="FF0000"/>
                  </a:solidFill>
                </a:endParaRPr>
              </a:p>
            </p:txBody>
          </p:sp>
        </mc:Choice>
        <mc:Fallback xmlns="">
          <p:sp>
            <p:nvSpPr>
              <p:cNvPr id="40" name="Rectangle 39"/>
              <p:cNvSpPr>
                <a:spLocks noRot="1" noChangeAspect="1" noMove="1" noResize="1" noEditPoints="1" noAdjustHandles="1" noChangeArrowheads="1" noChangeShapeType="1" noTextEdit="1"/>
              </p:cNvSpPr>
              <p:nvPr/>
            </p:nvSpPr>
            <p:spPr>
              <a:xfrm>
                <a:off x="1902514" y="3522556"/>
                <a:ext cx="737702" cy="523220"/>
              </a:xfrm>
              <a:prstGeom prst="rect">
                <a:avLst/>
              </a:prstGeom>
              <a:blipFill rotWithShape="0">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Rectangle 40"/>
              <p:cNvSpPr/>
              <p:nvPr/>
            </p:nvSpPr>
            <p:spPr>
              <a:xfrm>
                <a:off x="2698091" y="3517996"/>
                <a:ext cx="1010213"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b="0" i="1" smtClean="0">
                          <a:solidFill>
                            <a:srgbClr val="FF0000"/>
                          </a:solidFill>
                          <a:latin typeface="Cambria Math" panose="02040503050406030204" pitchFamily="18" charset="0"/>
                          <a:ea typeface="Cambria Math" panose="02040503050406030204" pitchFamily="18" charset="0"/>
                        </a:rPr>
                        <m:t>− 18</m:t>
                      </m:r>
                    </m:oMath>
                  </m:oMathPara>
                </a14:m>
                <a:endParaRPr lang="en-US" sz="2800" dirty="0">
                  <a:solidFill>
                    <a:srgbClr val="FF0000"/>
                  </a:solidFill>
                </a:endParaRPr>
              </a:p>
            </p:txBody>
          </p:sp>
        </mc:Choice>
        <mc:Fallback xmlns="">
          <p:sp>
            <p:nvSpPr>
              <p:cNvPr id="41" name="Rectangle 40"/>
              <p:cNvSpPr>
                <a:spLocks noRot="1" noChangeAspect="1" noMove="1" noResize="1" noEditPoints="1" noAdjustHandles="1" noChangeArrowheads="1" noChangeShapeType="1" noTextEdit="1"/>
              </p:cNvSpPr>
              <p:nvPr/>
            </p:nvSpPr>
            <p:spPr>
              <a:xfrm>
                <a:off x="2698091" y="3517996"/>
                <a:ext cx="1010213" cy="523220"/>
              </a:xfrm>
              <a:prstGeom prst="rect">
                <a:avLst/>
              </a:prstGeom>
              <a:blipFill rotWithShape="0">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Rectangle 41"/>
              <p:cNvSpPr/>
              <p:nvPr/>
            </p:nvSpPr>
            <p:spPr>
              <a:xfrm>
                <a:off x="2733242" y="4303105"/>
                <a:ext cx="1010213"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FF0000"/>
                          </a:solidFill>
                          <a:latin typeface="Cambria Math" panose="02040503050406030204" pitchFamily="18" charset="0"/>
                          <a:ea typeface="Cambria Math" panose="02040503050406030204" pitchFamily="18" charset="0"/>
                        </a:rPr>
                        <m:t>+</m:t>
                      </m:r>
                      <m:r>
                        <a:rPr lang="en-US" sz="2800" b="0" i="1" smtClean="0">
                          <a:solidFill>
                            <a:srgbClr val="FF0000"/>
                          </a:solidFill>
                          <a:latin typeface="Cambria Math" panose="02040503050406030204" pitchFamily="18" charset="0"/>
                          <a:ea typeface="Cambria Math" panose="02040503050406030204" pitchFamily="18" charset="0"/>
                        </a:rPr>
                        <m:t> 10</m:t>
                      </m:r>
                    </m:oMath>
                  </m:oMathPara>
                </a14:m>
                <a:endParaRPr lang="en-US" sz="2800" dirty="0">
                  <a:solidFill>
                    <a:srgbClr val="FF0000"/>
                  </a:solidFill>
                </a:endParaRPr>
              </a:p>
            </p:txBody>
          </p:sp>
        </mc:Choice>
        <mc:Fallback xmlns="">
          <p:sp>
            <p:nvSpPr>
              <p:cNvPr id="42" name="Rectangle 41"/>
              <p:cNvSpPr>
                <a:spLocks noRot="1" noChangeAspect="1" noMove="1" noResize="1" noEditPoints="1" noAdjustHandles="1" noChangeArrowheads="1" noChangeShapeType="1" noTextEdit="1"/>
              </p:cNvSpPr>
              <p:nvPr/>
            </p:nvSpPr>
            <p:spPr>
              <a:xfrm>
                <a:off x="2733242" y="4303105"/>
                <a:ext cx="1010213" cy="523220"/>
              </a:xfrm>
              <a:prstGeom prst="rect">
                <a:avLst/>
              </a:prstGeom>
              <a:blipFill rotWithShape="0">
                <a:blip r:embed="rId1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894225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5" grpId="0"/>
      <p:bldP spid="36" grpId="0"/>
      <p:bldP spid="37" grpId="0"/>
      <p:bldP spid="38" grpId="0" animBg="1"/>
      <p:bldP spid="39" grpId="0"/>
      <p:bldP spid="40" grpId="0"/>
      <p:bldP spid="41" grpId="0"/>
      <p:bldP spid="42" grpId="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3 ⇝ Example 4(</a:t>
            </a:r>
            <a:r>
              <a:rPr lang="en-GB" dirty="0">
                <a:solidFill>
                  <a:srgbClr val="FF0000"/>
                </a:solidFill>
              </a:rPr>
              <a:t>Continue</a:t>
            </a:r>
            <a:r>
              <a:rPr lang="en-GB" dirty="0"/>
              <a:t>)</a:t>
            </a:r>
            <a:endParaRPr lang="en-US" dirty="0"/>
          </a:p>
        </p:txBody>
      </p:sp>
      <p:sp>
        <p:nvSpPr>
          <p:cNvPr id="15" name="Rectangle 14"/>
          <p:cNvSpPr/>
          <p:nvPr/>
        </p:nvSpPr>
        <p:spPr>
          <a:xfrm>
            <a:off x="137270" y="862943"/>
            <a:ext cx="9584675" cy="523220"/>
          </a:xfrm>
          <a:prstGeom prst="rect">
            <a:avLst/>
          </a:prstGeom>
        </p:spPr>
        <p:txBody>
          <a:bodyPr wrap="none">
            <a:spAutoFit/>
          </a:bodyPr>
          <a:lstStyle/>
          <a:p>
            <a:pPr lvl="0"/>
            <a:r>
              <a:rPr lang="en-US" sz="2800" b="1" dirty="0">
                <a:solidFill>
                  <a:srgbClr val="002060"/>
                </a:solidFill>
              </a:rPr>
              <a:t>(b) Find the likely sales when advertising expenditure is 15 lakhs.</a:t>
            </a:r>
          </a:p>
        </p:txBody>
      </p:sp>
      <mc:AlternateContent xmlns:mc="http://schemas.openxmlformats.org/markup-compatibility/2006" xmlns:a14="http://schemas.microsoft.com/office/drawing/2010/main">
        <mc:Choice Requires="a14">
          <p:sp>
            <p:nvSpPr>
              <p:cNvPr id="27" name="Rectangle 26"/>
              <p:cNvSpPr/>
              <p:nvPr/>
            </p:nvSpPr>
            <p:spPr>
              <a:xfrm>
                <a:off x="137270" y="1674906"/>
                <a:ext cx="6626301" cy="523220"/>
              </a:xfrm>
              <a:prstGeom prst="rect">
                <a:avLst/>
              </a:prstGeom>
            </p:spPr>
            <p:txBody>
              <a:bodyPr wrap="none">
                <a:spAutoFit/>
              </a:bodyPr>
              <a:lstStyle/>
              <a:p>
                <a:r>
                  <a:rPr lang="en-US" sz="2800" b="0" i="0" dirty="0">
                    <a:solidFill>
                      <a:srgbClr val="002060"/>
                    </a:solidFill>
                    <a:latin typeface="+mj-lt"/>
                    <a:ea typeface="Cambria Math" panose="02040503050406030204" pitchFamily="18" charset="0"/>
                  </a:rPr>
                  <a:t>That means,   we need to find </a:t>
                </a:r>
                <a14:m>
                  <m:oMath xmlns:m="http://schemas.openxmlformats.org/officeDocument/2006/math">
                    <m:r>
                      <m:rPr>
                        <m:sty m:val="p"/>
                      </m:rPr>
                      <a:rPr lang="en-US" sz="2800" b="0" i="0" dirty="0" smtClean="0">
                        <a:solidFill>
                          <a:srgbClr val="FF0000"/>
                        </a:solidFill>
                        <a:latin typeface="Cambria Math" panose="02040503050406030204" pitchFamily="18" charset="0"/>
                        <a:ea typeface="Cambria Math" panose="02040503050406030204" pitchFamily="18" charset="0"/>
                      </a:rPr>
                      <m:t>y</m:t>
                    </m:r>
                  </m:oMath>
                </a14:m>
                <a:r>
                  <a:rPr lang="en-US" sz="2800" b="0" i="0" dirty="0">
                    <a:solidFill>
                      <a:srgbClr val="002060"/>
                    </a:solidFill>
                    <a:latin typeface="+mj-lt"/>
                    <a:ea typeface="Cambria Math" panose="02040503050406030204" pitchFamily="18" charset="0"/>
                  </a:rPr>
                  <a:t> when </a:t>
                </a:r>
                <a14:m>
                  <m:oMath xmlns:m="http://schemas.openxmlformats.org/officeDocument/2006/math">
                    <m:r>
                      <m:rPr>
                        <m:sty m:val="p"/>
                      </m:rPr>
                      <a:rPr lang="en-US" sz="2800" b="0" i="0" dirty="0" smtClean="0">
                        <a:solidFill>
                          <a:srgbClr val="FF0000"/>
                        </a:solidFill>
                        <a:latin typeface="Cambria Math" panose="02040503050406030204" pitchFamily="18" charset="0"/>
                        <a:ea typeface="Cambria Math" panose="02040503050406030204" pitchFamily="18" charset="0"/>
                      </a:rPr>
                      <m:t>x</m:t>
                    </m:r>
                    <m:r>
                      <a:rPr lang="en-US" sz="2800" b="0" i="0" dirty="0" smtClean="0">
                        <a:solidFill>
                          <a:srgbClr val="FF0000"/>
                        </a:solidFill>
                        <a:latin typeface="Cambria Math" panose="02040503050406030204" pitchFamily="18" charset="0"/>
                        <a:ea typeface="Cambria Math" panose="02040503050406030204" pitchFamily="18" charset="0"/>
                      </a:rPr>
                      <m:t> =15</m:t>
                    </m:r>
                  </m:oMath>
                </a14:m>
                <a:endParaRPr lang="en-US" sz="2800" dirty="0">
                  <a:solidFill>
                    <a:srgbClr val="FF0000"/>
                  </a:solidFill>
                </a:endParaRPr>
              </a:p>
            </p:txBody>
          </p:sp>
        </mc:Choice>
        <mc:Fallback xmlns="">
          <p:sp>
            <p:nvSpPr>
              <p:cNvPr id="27" name="Rectangle 26"/>
              <p:cNvSpPr>
                <a:spLocks noRot="1" noChangeAspect="1" noMove="1" noResize="1" noEditPoints="1" noAdjustHandles="1" noChangeArrowheads="1" noChangeShapeType="1" noTextEdit="1"/>
              </p:cNvSpPr>
              <p:nvPr/>
            </p:nvSpPr>
            <p:spPr>
              <a:xfrm>
                <a:off x="137270" y="1674906"/>
                <a:ext cx="6626301" cy="523220"/>
              </a:xfrm>
              <a:prstGeom prst="rect">
                <a:avLst/>
              </a:prstGeom>
              <a:blipFill rotWithShape="0">
                <a:blip r:embed="rId2"/>
                <a:stretch>
                  <a:fillRect l="-1932" t="-12791"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p:cNvSpPr/>
              <p:nvPr/>
            </p:nvSpPr>
            <p:spPr>
              <a:xfrm>
                <a:off x="137270" y="2486869"/>
                <a:ext cx="4863832" cy="523220"/>
              </a:xfrm>
              <a:prstGeom prst="rect">
                <a:avLst/>
              </a:prstGeom>
            </p:spPr>
            <p:txBody>
              <a:bodyPr wrap="none">
                <a:spAutoFit/>
              </a:bodyPr>
              <a:lstStyle/>
              <a:p>
                <a:r>
                  <a:rPr lang="en-US" sz="2800" dirty="0">
                    <a:solidFill>
                      <a:srgbClr val="002060"/>
                    </a:solidFill>
                  </a:rPr>
                  <a:t>We have regression line of </a:t>
                </a:r>
                <a14:m>
                  <m:oMath xmlns:m="http://schemas.openxmlformats.org/officeDocument/2006/math">
                    <m:r>
                      <m:rPr>
                        <m:sty m:val="p"/>
                      </m:rPr>
                      <a:rPr lang="en-US" sz="2800" i="0" dirty="0" smtClean="0">
                        <a:solidFill>
                          <a:srgbClr val="002060"/>
                        </a:solidFill>
                        <a:latin typeface="Cambria Math" panose="02040503050406030204" pitchFamily="18" charset="0"/>
                      </a:rPr>
                      <m:t>y</m:t>
                    </m:r>
                  </m:oMath>
                </a14:m>
                <a:r>
                  <a:rPr lang="en-US" sz="2800" dirty="0">
                    <a:solidFill>
                      <a:srgbClr val="002060"/>
                    </a:solidFill>
                  </a:rPr>
                  <a:t> on </a:t>
                </a:r>
                <a14:m>
                  <m:oMath xmlns:m="http://schemas.openxmlformats.org/officeDocument/2006/math">
                    <m:r>
                      <m:rPr>
                        <m:sty m:val="p"/>
                      </m:rPr>
                      <a:rPr lang="en-US" sz="2800" i="0" dirty="0" smtClean="0">
                        <a:solidFill>
                          <a:srgbClr val="002060"/>
                        </a:solidFill>
                        <a:latin typeface="Cambria Math" panose="02040503050406030204" pitchFamily="18" charset="0"/>
                      </a:rPr>
                      <m:t>x</m:t>
                    </m:r>
                  </m:oMath>
                </a14:m>
                <a:endParaRPr lang="en-US" sz="2800" dirty="0">
                  <a:solidFill>
                    <a:srgbClr val="002060"/>
                  </a:solidFill>
                </a:endParaRPr>
              </a:p>
            </p:txBody>
          </p:sp>
        </mc:Choice>
        <mc:Fallback xmlns="">
          <p:sp>
            <p:nvSpPr>
              <p:cNvPr id="20" name="Rectangle 19"/>
              <p:cNvSpPr>
                <a:spLocks noRot="1" noChangeAspect="1" noMove="1" noResize="1" noEditPoints="1" noAdjustHandles="1" noChangeArrowheads="1" noChangeShapeType="1" noTextEdit="1"/>
              </p:cNvSpPr>
              <p:nvPr/>
            </p:nvSpPr>
            <p:spPr>
              <a:xfrm>
                <a:off x="137270" y="2486869"/>
                <a:ext cx="4863832" cy="523220"/>
              </a:xfrm>
              <a:prstGeom prst="rect">
                <a:avLst/>
              </a:prstGeom>
              <a:blipFill rotWithShape="0">
                <a:blip r:embed="rId3"/>
                <a:stretch>
                  <a:fillRect l="-2635" t="-12791"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Rectangle 20"/>
              <p:cNvSpPr/>
              <p:nvPr/>
            </p:nvSpPr>
            <p:spPr>
              <a:xfrm>
                <a:off x="137270" y="3298832"/>
                <a:ext cx="2462534"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m:rPr>
                          <m:sty m:val="p"/>
                        </m:rPr>
                        <a:rPr lang="en-US" sz="2800" smtClean="0">
                          <a:solidFill>
                            <a:srgbClr val="002060"/>
                          </a:solidFill>
                          <a:latin typeface="Cambria Math" panose="02040503050406030204" pitchFamily="18" charset="0"/>
                        </a:rPr>
                        <m:t>y</m:t>
                      </m:r>
                      <m:r>
                        <a:rPr lang="en-US" sz="2800" smtClean="0">
                          <a:solidFill>
                            <a:srgbClr val="002060"/>
                          </a:solidFill>
                          <a:latin typeface="Cambria Math" panose="02040503050406030204" pitchFamily="18" charset="0"/>
                        </a:rPr>
                        <m:t>=</m:t>
                      </m:r>
                      <m:r>
                        <a:rPr lang="en-US" sz="2800" i="1">
                          <a:solidFill>
                            <a:srgbClr val="002060"/>
                          </a:solidFill>
                          <a:latin typeface="Cambria Math" panose="02040503050406030204" pitchFamily="18" charset="0"/>
                        </a:rPr>
                        <m:t>3.2 </m:t>
                      </m:r>
                      <m:r>
                        <m:rPr>
                          <m:sty m:val="p"/>
                        </m:rPr>
                        <a:rPr lang="en-US" sz="2800">
                          <a:solidFill>
                            <a:srgbClr val="002060"/>
                          </a:solidFill>
                          <a:latin typeface="Cambria Math" panose="02040503050406030204" pitchFamily="18" charset="0"/>
                        </a:rPr>
                        <m:t>x</m:t>
                      </m:r>
                      <m:r>
                        <a:rPr lang="en-US" sz="2800" i="1">
                          <a:solidFill>
                            <a:srgbClr val="002060"/>
                          </a:solidFill>
                          <a:latin typeface="Cambria Math" panose="02040503050406030204" pitchFamily="18" charset="0"/>
                        </a:rPr>
                        <m:t>+58</m:t>
                      </m:r>
                    </m:oMath>
                  </m:oMathPara>
                </a14:m>
                <a:endParaRPr lang="en-US" sz="2800" dirty="0">
                  <a:solidFill>
                    <a:srgbClr val="002060"/>
                  </a:solidFill>
                </a:endParaRPr>
              </a:p>
            </p:txBody>
          </p:sp>
        </mc:Choice>
        <mc:Fallback xmlns="">
          <p:sp>
            <p:nvSpPr>
              <p:cNvPr id="21" name="Rectangle 20"/>
              <p:cNvSpPr>
                <a:spLocks noRot="1" noChangeAspect="1" noMove="1" noResize="1" noEditPoints="1" noAdjustHandles="1" noChangeArrowheads="1" noChangeShapeType="1" noTextEdit="1"/>
              </p:cNvSpPr>
              <p:nvPr/>
            </p:nvSpPr>
            <p:spPr>
              <a:xfrm>
                <a:off x="137270" y="3298832"/>
                <a:ext cx="2462534" cy="52322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Rectangle 21"/>
              <p:cNvSpPr/>
              <p:nvPr/>
            </p:nvSpPr>
            <p:spPr>
              <a:xfrm>
                <a:off x="2599804" y="3301238"/>
                <a:ext cx="3395866"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r>
                        <m:rPr>
                          <m:sty m:val="p"/>
                        </m:rPr>
                        <a:rPr lang="en-US" sz="2800" smtClean="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3.2</m:t>
                      </m:r>
                      <m:r>
                        <a:rPr lang="en-US" sz="2800" i="1">
                          <a:solidFill>
                            <a:srgbClr val="002060"/>
                          </a:solidFill>
                          <a:latin typeface="Cambria Math" panose="02040503050406030204" pitchFamily="18" charset="0"/>
                        </a:rPr>
                        <m:t> </m:t>
                      </m:r>
                      <m:r>
                        <a:rPr lang="en-US" sz="2800" b="0" i="0" smtClean="0">
                          <a:solidFill>
                            <a:srgbClr val="002060"/>
                          </a:solidFill>
                          <a:latin typeface="Cambria Math" panose="02040503050406030204" pitchFamily="18" charset="0"/>
                        </a:rPr>
                        <m:t>(</m:t>
                      </m:r>
                      <m:r>
                        <a:rPr lang="en-US" sz="2800" b="0" i="0" smtClean="0">
                          <a:solidFill>
                            <a:srgbClr val="FF0000"/>
                          </a:solidFill>
                          <a:latin typeface="Cambria Math" panose="02040503050406030204" pitchFamily="18" charset="0"/>
                        </a:rPr>
                        <m:t>15</m:t>
                      </m:r>
                      <m:r>
                        <a:rPr lang="en-US" sz="2800" b="0" i="0" smtClean="0">
                          <a:solidFill>
                            <a:srgbClr val="002060"/>
                          </a:solidFill>
                          <a:latin typeface="Cambria Math" panose="02040503050406030204" pitchFamily="18" charset="0"/>
                        </a:rPr>
                        <m:t>)</m:t>
                      </m:r>
                      <m:r>
                        <a:rPr lang="en-US" sz="2800" i="1">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58</m:t>
                      </m:r>
                    </m:oMath>
                  </m:oMathPara>
                </a14:m>
                <a:endParaRPr lang="en-US" sz="2800" dirty="0">
                  <a:solidFill>
                    <a:srgbClr val="002060"/>
                  </a:solidFill>
                </a:endParaRPr>
              </a:p>
            </p:txBody>
          </p:sp>
        </mc:Choice>
        <mc:Fallback xmlns="">
          <p:sp>
            <p:nvSpPr>
              <p:cNvPr id="22" name="Rectangle 21"/>
              <p:cNvSpPr>
                <a:spLocks noRot="1" noChangeAspect="1" noMove="1" noResize="1" noEditPoints="1" noAdjustHandles="1" noChangeArrowheads="1" noChangeShapeType="1" noTextEdit="1"/>
              </p:cNvSpPr>
              <p:nvPr/>
            </p:nvSpPr>
            <p:spPr>
              <a:xfrm>
                <a:off x="2599804" y="3301238"/>
                <a:ext cx="3395866" cy="523220"/>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p:cNvSpPr/>
              <p:nvPr/>
            </p:nvSpPr>
            <p:spPr>
              <a:xfrm>
                <a:off x="2599804" y="4109592"/>
                <a:ext cx="1921873"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r>
                        <m:rPr>
                          <m:sty m:val="p"/>
                        </m:rPr>
                        <a:rPr lang="en-US" sz="2800" smtClean="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m:t>
                      </m:r>
                      <m:r>
                        <a:rPr lang="en-US" sz="2800" i="1" smtClean="0">
                          <a:solidFill>
                            <a:srgbClr val="002060"/>
                          </a:solidFill>
                          <a:latin typeface="Cambria Math" panose="02040503050406030204" pitchFamily="18" charset="0"/>
                        </a:rPr>
                        <m:t>1</m:t>
                      </m:r>
                      <m:r>
                        <a:rPr lang="en-US" sz="2800" b="0" i="1" smtClean="0">
                          <a:solidFill>
                            <a:srgbClr val="002060"/>
                          </a:solidFill>
                          <a:latin typeface="Cambria Math" panose="02040503050406030204" pitchFamily="18" charset="0"/>
                        </a:rPr>
                        <m:t>06</m:t>
                      </m:r>
                    </m:oMath>
                  </m:oMathPara>
                </a14:m>
                <a:endParaRPr lang="en-US" sz="2800" dirty="0">
                  <a:solidFill>
                    <a:srgbClr val="002060"/>
                  </a:solidFill>
                </a:endParaRPr>
              </a:p>
            </p:txBody>
          </p:sp>
        </mc:Choice>
        <mc:Fallback xmlns="">
          <p:sp>
            <p:nvSpPr>
              <p:cNvPr id="23" name="Rectangle 22"/>
              <p:cNvSpPr>
                <a:spLocks noRot="1" noChangeAspect="1" noMove="1" noResize="1" noEditPoints="1" noAdjustHandles="1" noChangeArrowheads="1" noChangeShapeType="1" noTextEdit="1"/>
              </p:cNvSpPr>
              <p:nvPr/>
            </p:nvSpPr>
            <p:spPr>
              <a:xfrm>
                <a:off x="2599804" y="4109592"/>
                <a:ext cx="1921873" cy="523220"/>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Rectangle 24"/>
              <p:cNvSpPr/>
              <p:nvPr/>
            </p:nvSpPr>
            <p:spPr>
              <a:xfrm>
                <a:off x="137270" y="4922758"/>
                <a:ext cx="10917925" cy="523220"/>
              </a:xfrm>
              <a:prstGeom prst="rect">
                <a:avLst/>
              </a:prstGeom>
              <a:ln>
                <a:solidFill>
                  <a:srgbClr val="FF0000"/>
                </a:solidFill>
              </a:ln>
            </p:spPr>
            <p:style>
              <a:lnRef idx="2">
                <a:schemeClr val="accent2"/>
              </a:lnRef>
              <a:fillRef idx="1">
                <a:schemeClr val="lt1"/>
              </a:fillRef>
              <a:effectRef idx="0">
                <a:schemeClr val="accent2"/>
              </a:effectRef>
              <a:fontRef idx="minor">
                <a:schemeClr val="dk1"/>
              </a:fontRef>
            </p:style>
            <p:txBody>
              <a:bodyPr wrap="none">
                <a:spAutoFit/>
              </a:bodyPr>
              <a:lstStyle/>
              <a:p>
                <a:pPr/>
                <a14:m>
                  <m:oMathPara xmlns:m="http://schemas.openxmlformats.org/officeDocument/2006/math">
                    <m:oMathParaPr>
                      <m:jc m:val="left"/>
                    </m:oMathParaPr>
                    <m:oMath xmlns:m="http://schemas.openxmlformats.org/officeDocument/2006/math">
                      <m:r>
                        <a:rPr lang="en-US" sz="2800" b="1" i="1" smtClean="0">
                          <a:solidFill>
                            <a:srgbClr val="7030A0"/>
                          </a:solidFill>
                          <a:latin typeface="Cambria Math" panose="02040503050406030204" pitchFamily="18" charset="0"/>
                          <a:ea typeface="Cambria Math" panose="02040503050406030204" pitchFamily="18" charset="0"/>
                        </a:rPr>
                        <m:t>∴</m:t>
                      </m:r>
                      <m:r>
                        <m:rPr>
                          <m:nor/>
                        </m:rPr>
                        <a:rPr lang="en-US" sz="2800" b="1" i="0" dirty="0" smtClean="0">
                          <a:solidFill>
                            <a:srgbClr val="7030A0"/>
                          </a:solidFill>
                        </a:rPr>
                        <m:t>W</m:t>
                      </m:r>
                      <m:r>
                        <m:rPr>
                          <m:nor/>
                        </m:rPr>
                        <a:rPr lang="en-US" sz="2800" b="1" dirty="0">
                          <a:solidFill>
                            <a:srgbClr val="7030A0"/>
                          </a:solidFill>
                        </a:rPr>
                        <m:t>hen</m:t>
                      </m:r>
                      <m:r>
                        <m:rPr>
                          <m:nor/>
                        </m:rPr>
                        <a:rPr lang="en-US" sz="2800" b="1" i="0" dirty="0" smtClean="0">
                          <a:solidFill>
                            <a:srgbClr val="7030A0"/>
                          </a:solidFill>
                        </a:rPr>
                        <m:t> </m:t>
                      </m:r>
                      <m:r>
                        <m:rPr>
                          <m:nor/>
                        </m:rPr>
                        <a:rPr lang="en-US" sz="2800" b="1" dirty="0">
                          <a:solidFill>
                            <a:srgbClr val="7030A0"/>
                          </a:solidFill>
                        </a:rPr>
                        <m:t>advertising</m:t>
                      </m:r>
                      <m:r>
                        <m:rPr>
                          <m:nor/>
                        </m:rPr>
                        <a:rPr lang="en-US" sz="2800" b="1" dirty="0">
                          <a:solidFill>
                            <a:srgbClr val="7030A0"/>
                          </a:solidFill>
                        </a:rPr>
                        <m:t> </m:t>
                      </m:r>
                      <m:r>
                        <m:rPr>
                          <m:nor/>
                        </m:rPr>
                        <a:rPr lang="en-US" sz="2800" b="1" dirty="0">
                          <a:solidFill>
                            <a:srgbClr val="7030A0"/>
                          </a:solidFill>
                        </a:rPr>
                        <m:t>expenditure</m:t>
                      </m:r>
                      <m:r>
                        <m:rPr>
                          <m:nor/>
                        </m:rPr>
                        <a:rPr lang="en-US" sz="2800" b="1" dirty="0">
                          <a:solidFill>
                            <a:srgbClr val="7030A0"/>
                          </a:solidFill>
                        </a:rPr>
                        <m:t> </m:t>
                      </m:r>
                      <m:r>
                        <m:rPr>
                          <m:nor/>
                        </m:rPr>
                        <a:rPr lang="en-US" sz="2800" b="1" dirty="0">
                          <a:solidFill>
                            <a:srgbClr val="7030A0"/>
                          </a:solidFill>
                        </a:rPr>
                        <m:t>is</m:t>
                      </m:r>
                      <m:r>
                        <m:rPr>
                          <m:nor/>
                        </m:rPr>
                        <a:rPr lang="en-US" sz="2800" b="1" dirty="0">
                          <a:solidFill>
                            <a:srgbClr val="7030A0"/>
                          </a:solidFill>
                        </a:rPr>
                        <m:t> </m:t>
                      </m:r>
                      <m:r>
                        <a:rPr lang="en-US" sz="2800" b="1" i="1" dirty="0" smtClean="0">
                          <a:solidFill>
                            <a:srgbClr val="7030A0"/>
                          </a:solidFill>
                          <a:latin typeface="Cambria Math" panose="02040503050406030204" pitchFamily="18" charset="0"/>
                        </a:rPr>
                        <m:t>𝟏𝟓</m:t>
                      </m:r>
                      <m:r>
                        <m:rPr>
                          <m:nor/>
                        </m:rPr>
                        <a:rPr lang="en-US" sz="2800" b="1" dirty="0">
                          <a:solidFill>
                            <a:srgbClr val="7030A0"/>
                          </a:solidFill>
                        </a:rPr>
                        <m:t> </m:t>
                      </m:r>
                      <m:r>
                        <m:rPr>
                          <m:nor/>
                        </m:rPr>
                        <a:rPr lang="en-US" sz="2800" b="1" dirty="0">
                          <a:solidFill>
                            <a:srgbClr val="7030A0"/>
                          </a:solidFill>
                        </a:rPr>
                        <m:t>lakhs</m:t>
                      </m:r>
                      <m:r>
                        <m:rPr>
                          <m:nor/>
                        </m:rPr>
                        <a:rPr lang="en-US" sz="2800" b="1" i="0" dirty="0" smtClean="0">
                          <a:solidFill>
                            <a:srgbClr val="7030A0"/>
                          </a:solidFill>
                        </a:rPr>
                        <m:t>, </m:t>
                      </m:r>
                      <m:r>
                        <m:rPr>
                          <m:nor/>
                        </m:rPr>
                        <a:rPr lang="en-US" sz="2800" b="1" i="0" dirty="0" smtClean="0">
                          <a:solidFill>
                            <a:srgbClr val="7030A0"/>
                          </a:solidFill>
                        </a:rPr>
                        <m:t>the</m:t>
                      </m:r>
                      <m:r>
                        <m:rPr>
                          <m:nor/>
                        </m:rPr>
                        <a:rPr lang="en-US" sz="2800" b="1" dirty="0">
                          <a:solidFill>
                            <a:srgbClr val="7030A0"/>
                          </a:solidFill>
                        </a:rPr>
                        <m:t> </m:t>
                      </m:r>
                      <m:r>
                        <m:rPr>
                          <m:nor/>
                        </m:rPr>
                        <a:rPr lang="en-US" sz="2800" b="1" i="0" dirty="0" smtClean="0">
                          <a:solidFill>
                            <a:srgbClr val="7030A0"/>
                          </a:solidFill>
                        </a:rPr>
                        <m:t>likely</m:t>
                      </m:r>
                      <m:r>
                        <m:rPr>
                          <m:nor/>
                        </m:rPr>
                        <a:rPr lang="en-US" sz="2800" b="1" i="0" dirty="0" smtClean="0">
                          <a:solidFill>
                            <a:srgbClr val="7030A0"/>
                          </a:solidFill>
                        </a:rPr>
                        <m:t> </m:t>
                      </m:r>
                      <m:r>
                        <m:rPr>
                          <m:nor/>
                        </m:rPr>
                        <a:rPr lang="en-US" sz="2800" b="1" i="0" dirty="0" smtClean="0">
                          <a:solidFill>
                            <a:srgbClr val="7030A0"/>
                          </a:solidFill>
                        </a:rPr>
                        <m:t>sales</m:t>
                      </m:r>
                      <m:r>
                        <m:rPr>
                          <m:nor/>
                        </m:rPr>
                        <a:rPr lang="en-US" sz="2800" b="1" i="0" dirty="0" smtClean="0">
                          <a:solidFill>
                            <a:srgbClr val="7030A0"/>
                          </a:solidFill>
                        </a:rPr>
                        <m:t> </m:t>
                      </m:r>
                      <m:r>
                        <a:rPr lang="en-US" sz="2800" b="1" i="1" dirty="0" smtClean="0">
                          <a:solidFill>
                            <a:srgbClr val="7030A0"/>
                          </a:solidFill>
                          <a:latin typeface="Cambria Math" panose="02040503050406030204" pitchFamily="18" charset="0"/>
                        </a:rPr>
                        <m:t>=</m:t>
                      </m:r>
                      <m:r>
                        <a:rPr lang="en-US" sz="2800" b="1" i="1" dirty="0" smtClean="0">
                          <a:solidFill>
                            <a:srgbClr val="7030A0"/>
                          </a:solidFill>
                          <a:latin typeface="Cambria Math" panose="02040503050406030204" pitchFamily="18" charset="0"/>
                        </a:rPr>
                        <m:t>𝟏𝟎𝟔</m:t>
                      </m:r>
                      <m:r>
                        <a:rPr lang="en-US" sz="2800" b="1" i="1" dirty="0" smtClean="0">
                          <a:solidFill>
                            <a:srgbClr val="7030A0"/>
                          </a:solidFill>
                          <a:latin typeface="Cambria Math" panose="02040503050406030204" pitchFamily="18" charset="0"/>
                        </a:rPr>
                        <m:t> </m:t>
                      </m:r>
                      <m:r>
                        <m:rPr>
                          <m:nor/>
                        </m:rPr>
                        <a:rPr lang="en-US" sz="2800" b="1" i="0" dirty="0" smtClean="0">
                          <a:solidFill>
                            <a:srgbClr val="7030A0"/>
                          </a:solidFill>
                        </a:rPr>
                        <m:t>lakhs</m:t>
                      </m:r>
                    </m:oMath>
                  </m:oMathPara>
                </a14:m>
                <a:endParaRPr lang="en-US" sz="2800" b="1" dirty="0">
                  <a:solidFill>
                    <a:srgbClr val="7030A0"/>
                  </a:solidFill>
                </a:endParaRPr>
              </a:p>
            </p:txBody>
          </p:sp>
        </mc:Choice>
        <mc:Fallback xmlns="">
          <p:sp>
            <p:nvSpPr>
              <p:cNvPr id="25" name="Rectangle 24"/>
              <p:cNvSpPr>
                <a:spLocks noRot="1" noChangeAspect="1" noMove="1" noResize="1" noEditPoints="1" noAdjustHandles="1" noChangeArrowheads="1" noChangeShapeType="1" noTextEdit="1"/>
              </p:cNvSpPr>
              <p:nvPr/>
            </p:nvSpPr>
            <p:spPr>
              <a:xfrm>
                <a:off x="137270" y="4922758"/>
                <a:ext cx="10917925" cy="523220"/>
              </a:xfrm>
              <a:prstGeom prst="rect">
                <a:avLst/>
              </a:prstGeom>
              <a:blipFill rotWithShape="0">
                <a:blip r:embed="rId7"/>
                <a:stretch>
                  <a:fillRect/>
                </a:stretch>
              </a:blipFill>
              <a:ln>
                <a:solidFill>
                  <a:srgbClr val="FF0000"/>
                </a:solidFill>
              </a:ln>
            </p:spPr>
            <p:txBody>
              <a:bodyPr/>
              <a:lstStyle/>
              <a:p>
                <a:r>
                  <a:rPr lang="en-US">
                    <a:noFill/>
                  </a:rPr>
                  <a:t> </a:t>
                </a:r>
              </a:p>
            </p:txBody>
          </p:sp>
        </mc:Fallback>
      </mc:AlternateContent>
    </p:spTree>
    <p:extLst>
      <p:ext uri="{BB962C8B-B14F-4D97-AF65-F5344CB8AC3E}">
        <p14:creationId xmlns:p14="http://schemas.microsoft.com/office/powerpoint/2010/main" val="4209094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P spid="23" grpId="0"/>
      <p:bldP spid="25" grpId="0" animBg="1"/>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3 ⇝ Example 4(</a:t>
            </a:r>
            <a:r>
              <a:rPr lang="en-GB" dirty="0">
                <a:solidFill>
                  <a:srgbClr val="FF0000"/>
                </a:solidFill>
              </a:rPr>
              <a:t>Continue</a:t>
            </a:r>
            <a:r>
              <a:rPr lang="en-GB" dirty="0"/>
              <a:t>)</a:t>
            </a:r>
            <a:endParaRPr lang="en-US" dirty="0"/>
          </a:p>
        </p:txBody>
      </p:sp>
      <p:sp>
        <p:nvSpPr>
          <p:cNvPr id="15" name="Rectangle 14"/>
          <p:cNvSpPr/>
          <p:nvPr/>
        </p:nvSpPr>
        <p:spPr>
          <a:xfrm>
            <a:off x="137270" y="862943"/>
            <a:ext cx="11932920" cy="954107"/>
          </a:xfrm>
          <a:prstGeom prst="rect">
            <a:avLst/>
          </a:prstGeom>
        </p:spPr>
        <p:txBody>
          <a:bodyPr wrap="square">
            <a:spAutoFit/>
          </a:bodyPr>
          <a:lstStyle/>
          <a:p>
            <a:pPr marL="509588" lvl="0" indent="-509588" algn="just"/>
            <a:r>
              <a:rPr lang="en-US" sz="2800" b="1" dirty="0">
                <a:solidFill>
                  <a:srgbClr val="002060"/>
                </a:solidFill>
              </a:rPr>
              <a:t>(c) What should be the advertising expenditure if the company wants to attain a sales target of 120 lakhs?</a:t>
            </a:r>
          </a:p>
        </p:txBody>
      </p:sp>
      <mc:AlternateContent xmlns:mc="http://schemas.openxmlformats.org/markup-compatibility/2006" xmlns:a14="http://schemas.microsoft.com/office/drawing/2010/main">
        <mc:Choice Requires="a14">
          <p:sp>
            <p:nvSpPr>
              <p:cNvPr id="27" name="Rectangle 26"/>
              <p:cNvSpPr/>
              <p:nvPr/>
            </p:nvSpPr>
            <p:spPr>
              <a:xfrm>
                <a:off x="137270" y="2079263"/>
                <a:ext cx="6825074" cy="523220"/>
              </a:xfrm>
              <a:prstGeom prst="rect">
                <a:avLst/>
              </a:prstGeom>
            </p:spPr>
            <p:txBody>
              <a:bodyPr wrap="none">
                <a:spAutoFit/>
              </a:bodyPr>
              <a:lstStyle/>
              <a:p>
                <a:r>
                  <a:rPr lang="en-US" sz="2800" b="0" i="0" dirty="0">
                    <a:solidFill>
                      <a:srgbClr val="002060"/>
                    </a:solidFill>
                    <a:latin typeface="+mj-lt"/>
                    <a:ea typeface="Cambria Math" panose="02040503050406030204" pitchFamily="18" charset="0"/>
                  </a:rPr>
                  <a:t>That means,   we need to find </a:t>
                </a:r>
                <a14:m>
                  <m:oMath xmlns:m="http://schemas.openxmlformats.org/officeDocument/2006/math">
                    <m:r>
                      <m:rPr>
                        <m:sty m:val="p"/>
                      </m:rPr>
                      <a:rPr lang="en-US" sz="2800" b="0" i="0" dirty="0" smtClean="0">
                        <a:solidFill>
                          <a:srgbClr val="FF0000"/>
                        </a:solidFill>
                        <a:latin typeface="Cambria Math" panose="02040503050406030204" pitchFamily="18" charset="0"/>
                        <a:ea typeface="Cambria Math" panose="02040503050406030204" pitchFamily="18" charset="0"/>
                      </a:rPr>
                      <m:t>x</m:t>
                    </m:r>
                  </m:oMath>
                </a14:m>
                <a:r>
                  <a:rPr lang="en-US" sz="2800" b="0" i="0" dirty="0">
                    <a:solidFill>
                      <a:srgbClr val="002060"/>
                    </a:solidFill>
                    <a:latin typeface="+mj-lt"/>
                    <a:ea typeface="Cambria Math" panose="02040503050406030204" pitchFamily="18" charset="0"/>
                  </a:rPr>
                  <a:t> when </a:t>
                </a:r>
                <a14:m>
                  <m:oMath xmlns:m="http://schemas.openxmlformats.org/officeDocument/2006/math">
                    <m:r>
                      <m:rPr>
                        <m:sty m:val="p"/>
                      </m:rPr>
                      <a:rPr lang="en-US" sz="2800" b="0" i="0" dirty="0" smtClean="0">
                        <a:solidFill>
                          <a:srgbClr val="FF0000"/>
                        </a:solidFill>
                        <a:latin typeface="Cambria Math" panose="02040503050406030204" pitchFamily="18" charset="0"/>
                        <a:ea typeface="Cambria Math" panose="02040503050406030204" pitchFamily="18" charset="0"/>
                      </a:rPr>
                      <m:t>y</m:t>
                    </m:r>
                    <m:r>
                      <a:rPr lang="en-US" sz="2800" b="0" i="0" dirty="0" smtClean="0">
                        <a:solidFill>
                          <a:srgbClr val="FF0000"/>
                        </a:solidFill>
                        <a:latin typeface="Cambria Math" panose="02040503050406030204" pitchFamily="18" charset="0"/>
                        <a:ea typeface="Cambria Math" panose="02040503050406030204" pitchFamily="18" charset="0"/>
                      </a:rPr>
                      <m:t> =120</m:t>
                    </m:r>
                  </m:oMath>
                </a14:m>
                <a:endParaRPr lang="en-US" sz="2800" dirty="0">
                  <a:solidFill>
                    <a:srgbClr val="FF0000"/>
                  </a:solidFill>
                </a:endParaRPr>
              </a:p>
            </p:txBody>
          </p:sp>
        </mc:Choice>
        <mc:Fallback xmlns="">
          <p:sp>
            <p:nvSpPr>
              <p:cNvPr id="27" name="Rectangle 26"/>
              <p:cNvSpPr>
                <a:spLocks noRot="1" noChangeAspect="1" noMove="1" noResize="1" noEditPoints="1" noAdjustHandles="1" noChangeArrowheads="1" noChangeShapeType="1" noTextEdit="1"/>
              </p:cNvSpPr>
              <p:nvPr/>
            </p:nvSpPr>
            <p:spPr>
              <a:xfrm>
                <a:off x="137270" y="2079263"/>
                <a:ext cx="6825074" cy="523220"/>
              </a:xfrm>
              <a:prstGeom prst="rect">
                <a:avLst/>
              </a:prstGeom>
              <a:blipFill rotWithShape="0">
                <a:blip r:embed="rId2"/>
                <a:stretch>
                  <a:fillRect l="-1877" t="-11628"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p:cNvSpPr/>
              <p:nvPr/>
            </p:nvSpPr>
            <p:spPr>
              <a:xfrm>
                <a:off x="137270" y="2891226"/>
                <a:ext cx="4863832" cy="523220"/>
              </a:xfrm>
              <a:prstGeom prst="rect">
                <a:avLst/>
              </a:prstGeom>
            </p:spPr>
            <p:txBody>
              <a:bodyPr wrap="none">
                <a:spAutoFit/>
              </a:bodyPr>
              <a:lstStyle/>
              <a:p>
                <a:r>
                  <a:rPr lang="en-US" sz="2800" dirty="0">
                    <a:solidFill>
                      <a:srgbClr val="002060"/>
                    </a:solidFill>
                  </a:rPr>
                  <a:t>We have regression line of </a:t>
                </a:r>
                <a14:m>
                  <m:oMath xmlns:m="http://schemas.openxmlformats.org/officeDocument/2006/math">
                    <m:r>
                      <m:rPr>
                        <m:sty m:val="p"/>
                      </m:rPr>
                      <a:rPr lang="en-US" sz="2800" b="0" i="0" dirty="0" smtClean="0">
                        <a:solidFill>
                          <a:srgbClr val="002060"/>
                        </a:solidFill>
                        <a:latin typeface="Cambria Math" panose="02040503050406030204" pitchFamily="18" charset="0"/>
                      </a:rPr>
                      <m:t>x</m:t>
                    </m:r>
                  </m:oMath>
                </a14:m>
                <a:r>
                  <a:rPr lang="en-US" sz="2800" dirty="0">
                    <a:solidFill>
                      <a:srgbClr val="002060"/>
                    </a:solidFill>
                  </a:rPr>
                  <a:t> on </a:t>
                </a:r>
                <a14:m>
                  <m:oMath xmlns:m="http://schemas.openxmlformats.org/officeDocument/2006/math">
                    <m:r>
                      <m:rPr>
                        <m:sty m:val="p"/>
                      </m:rPr>
                      <a:rPr lang="en-US" sz="2800" b="0" i="0" dirty="0" smtClean="0">
                        <a:solidFill>
                          <a:srgbClr val="002060"/>
                        </a:solidFill>
                        <a:latin typeface="Cambria Math" panose="02040503050406030204" pitchFamily="18" charset="0"/>
                      </a:rPr>
                      <m:t>y</m:t>
                    </m:r>
                  </m:oMath>
                </a14:m>
                <a:endParaRPr lang="en-US" sz="2800" dirty="0">
                  <a:solidFill>
                    <a:srgbClr val="002060"/>
                  </a:solidFill>
                </a:endParaRPr>
              </a:p>
            </p:txBody>
          </p:sp>
        </mc:Choice>
        <mc:Fallback xmlns="">
          <p:sp>
            <p:nvSpPr>
              <p:cNvPr id="20" name="Rectangle 19"/>
              <p:cNvSpPr>
                <a:spLocks noRot="1" noChangeAspect="1" noMove="1" noResize="1" noEditPoints="1" noAdjustHandles="1" noChangeArrowheads="1" noChangeShapeType="1" noTextEdit="1"/>
              </p:cNvSpPr>
              <p:nvPr/>
            </p:nvSpPr>
            <p:spPr>
              <a:xfrm>
                <a:off x="137270" y="2891226"/>
                <a:ext cx="4863832" cy="523220"/>
              </a:xfrm>
              <a:prstGeom prst="rect">
                <a:avLst/>
              </a:prstGeom>
              <a:blipFill rotWithShape="0">
                <a:blip r:embed="rId3"/>
                <a:stretch>
                  <a:fillRect l="-2635" t="-11628"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Rectangle 20"/>
              <p:cNvSpPr/>
              <p:nvPr/>
            </p:nvSpPr>
            <p:spPr>
              <a:xfrm>
                <a:off x="137270" y="3703189"/>
                <a:ext cx="2263761"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m:rPr>
                          <m:sty m:val="p"/>
                        </m:rPr>
                        <a:rPr lang="en-US" sz="2800" b="0" i="0" smtClean="0">
                          <a:solidFill>
                            <a:srgbClr val="002060"/>
                          </a:solidFill>
                          <a:latin typeface="Cambria Math" panose="02040503050406030204" pitchFamily="18" charset="0"/>
                        </a:rPr>
                        <m:t>x</m:t>
                      </m:r>
                      <m:r>
                        <a:rPr lang="en-US" sz="2800" smtClean="0">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0</m:t>
                      </m:r>
                      <m:r>
                        <a:rPr lang="en-US" sz="2800" i="1">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2</m:t>
                      </m:r>
                      <m:r>
                        <a:rPr lang="en-US" sz="2800" i="1">
                          <a:solidFill>
                            <a:srgbClr val="002060"/>
                          </a:solidFill>
                          <a:latin typeface="Cambria Math" panose="02040503050406030204" pitchFamily="18" charset="0"/>
                        </a:rPr>
                        <m:t> </m:t>
                      </m:r>
                      <m:r>
                        <m:rPr>
                          <m:sty m:val="p"/>
                        </m:rPr>
                        <a:rPr lang="en-US" sz="2800" b="0" i="0" smtClean="0">
                          <a:solidFill>
                            <a:srgbClr val="002060"/>
                          </a:solidFill>
                          <a:latin typeface="Cambria Math" panose="02040503050406030204" pitchFamily="18" charset="0"/>
                        </a:rPr>
                        <m:t>y</m:t>
                      </m:r>
                      <m:r>
                        <a:rPr lang="en-US" sz="2800" b="0" i="1" smtClean="0">
                          <a:solidFill>
                            <a:srgbClr val="002060"/>
                          </a:solidFill>
                          <a:latin typeface="Cambria Math" panose="02040503050406030204" pitchFamily="18" charset="0"/>
                        </a:rPr>
                        <m:t>−</m:t>
                      </m:r>
                      <m:r>
                        <a:rPr lang="en-US" sz="2800" i="1">
                          <a:solidFill>
                            <a:srgbClr val="002060"/>
                          </a:solidFill>
                          <a:latin typeface="Cambria Math" panose="02040503050406030204" pitchFamily="18" charset="0"/>
                        </a:rPr>
                        <m:t>8</m:t>
                      </m:r>
                    </m:oMath>
                  </m:oMathPara>
                </a14:m>
                <a:endParaRPr lang="en-US" sz="2800" dirty="0">
                  <a:solidFill>
                    <a:srgbClr val="002060"/>
                  </a:solidFill>
                </a:endParaRPr>
              </a:p>
            </p:txBody>
          </p:sp>
        </mc:Choice>
        <mc:Fallback xmlns="">
          <p:sp>
            <p:nvSpPr>
              <p:cNvPr id="21" name="Rectangle 20"/>
              <p:cNvSpPr>
                <a:spLocks noRot="1" noChangeAspect="1" noMove="1" noResize="1" noEditPoints="1" noAdjustHandles="1" noChangeArrowheads="1" noChangeShapeType="1" noTextEdit="1"/>
              </p:cNvSpPr>
              <p:nvPr/>
            </p:nvSpPr>
            <p:spPr>
              <a:xfrm>
                <a:off x="137270" y="3703189"/>
                <a:ext cx="2263761" cy="52322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Rectangle 21"/>
              <p:cNvSpPr/>
              <p:nvPr/>
            </p:nvSpPr>
            <p:spPr>
              <a:xfrm>
                <a:off x="2401031" y="3703189"/>
                <a:ext cx="3387722"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r>
                        <m:rPr>
                          <m:sty m:val="p"/>
                        </m:rPr>
                        <a:rPr lang="en-US" sz="2800" b="0" i="0" smtClean="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0.2</m:t>
                      </m:r>
                      <m:r>
                        <a:rPr lang="en-US" sz="2800" i="1">
                          <a:solidFill>
                            <a:srgbClr val="002060"/>
                          </a:solidFill>
                          <a:latin typeface="Cambria Math" panose="02040503050406030204" pitchFamily="18" charset="0"/>
                        </a:rPr>
                        <m:t> </m:t>
                      </m:r>
                      <m:d>
                        <m:dPr>
                          <m:ctrlPr>
                            <a:rPr lang="en-US" sz="2800" b="0" i="1" smtClean="0">
                              <a:solidFill>
                                <a:srgbClr val="002060"/>
                              </a:solidFill>
                              <a:latin typeface="Cambria Math" panose="02040503050406030204" pitchFamily="18" charset="0"/>
                            </a:rPr>
                          </m:ctrlPr>
                        </m:dPr>
                        <m:e>
                          <m:r>
                            <a:rPr lang="en-US" sz="2800" b="0" i="0" smtClean="0">
                              <a:solidFill>
                                <a:srgbClr val="FF0000"/>
                              </a:solidFill>
                              <a:latin typeface="Cambria Math" panose="02040503050406030204" pitchFamily="18" charset="0"/>
                            </a:rPr>
                            <m:t>120</m:t>
                          </m:r>
                        </m:e>
                      </m:d>
                      <m:r>
                        <a:rPr lang="en-US" sz="2800" i="1" smtClean="0">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8</m:t>
                      </m:r>
                    </m:oMath>
                  </m:oMathPara>
                </a14:m>
                <a:endParaRPr lang="en-US" sz="2800" dirty="0">
                  <a:solidFill>
                    <a:srgbClr val="002060"/>
                  </a:solidFill>
                </a:endParaRPr>
              </a:p>
            </p:txBody>
          </p:sp>
        </mc:Choice>
        <mc:Fallback xmlns="">
          <p:sp>
            <p:nvSpPr>
              <p:cNvPr id="22" name="Rectangle 21"/>
              <p:cNvSpPr>
                <a:spLocks noRot="1" noChangeAspect="1" noMove="1" noResize="1" noEditPoints="1" noAdjustHandles="1" noChangeArrowheads="1" noChangeShapeType="1" noTextEdit="1"/>
              </p:cNvSpPr>
              <p:nvPr/>
            </p:nvSpPr>
            <p:spPr>
              <a:xfrm>
                <a:off x="2401031" y="3703189"/>
                <a:ext cx="3387722" cy="523220"/>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p:cNvSpPr/>
              <p:nvPr/>
            </p:nvSpPr>
            <p:spPr>
              <a:xfrm>
                <a:off x="2401031" y="4511543"/>
                <a:ext cx="1723100"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r>
                        <m:rPr>
                          <m:sty m:val="p"/>
                        </m:rPr>
                        <a:rPr lang="en-US" sz="2800" b="0" i="0" smtClean="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m:t>
                      </m:r>
                      <m:r>
                        <a:rPr lang="en-US" sz="2800" i="1" smtClean="0">
                          <a:solidFill>
                            <a:srgbClr val="002060"/>
                          </a:solidFill>
                          <a:latin typeface="Cambria Math" panose="02040503050406030204" pitchFamily="18" charset="0"/>
                        </a:rPr>
                        <m:t>1</m:t>
                      </m:r>
                      <m:r>
                        <a:rPr lang="en-US" sz="2800" b="0" i="1" smtClean="0">
                          <a:solidFill>
                            <a:srgbClr val="002060"/>
                          </a:solidFill>
                          <a:latin typeface="Cambria Math" panose="02040503050406030204" pitchFamily="18" charset="0"/>
                        </a:rPr>
                        <m:t>6</m:t>
                      </m:r>
                    </m:oMath>
                  </m:oMathPara>
                </a14:m>
                <a:endParaRPr lang="en-US" sz="2800" dirty="0">
                  <a:solidFill>
                    <a:srgbClr val="002060"/>
                  </a:solidFill>
                </a:endParaRPr>
              </a:p>
            </p:txBody>
          </p:sp>
        </mc:Choice>
        <mc:Fallback xmlns="">
          <p:sp>
            <p:nvSpPr>
              <p:cNvPr id="23" name="Rectangle 22"/>
              <p:cNvSpPr>
                <a:spLocks noRot="1" noChangeAspect="1" noMove="1" noResize="1" noEditPoints="1" noAdjustHandles="1" noChangeArrowheads="1" noChangeShapeType="1" noTextEdit="1"/>
              </p:cNvSpPr>
              <p:nvPr/>
            </p:nvSpPr>
            <p:spPr>
              <a:xfrm>
                <a:off x="2401031" y="4511543"/>
                <a:ext cx="1723100" cy="523220"/>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Rectangle 24"/>
              <p:cNvSpPr/>
              <p:nvPr/>
            </p:nvSpPr>
            <p:spPr>
              <a:xfrm>
                <a:off x="137270" y="5327115"/>
                <a:ext cx="11006090" cy="523220"/>
              </a:xfrm>
              <a:prstGeom prst="rect">
                <a:avLst/>
              </a:prstGeom>
              <a:ln>
                <a:solidFill>
                  <a:srgbClr val="FF0000"/>
                </a:solidFill>
              </a:ln>
            </p:spPr>
            <p:style>
              <a:lnRef idx="2">
                <a:schemeClr val="accent2"/>
              </a:lnRef>
              <a:fillRef idx="1">
                <a:schemeClr val="lt1"/>
              </a:fillRef>
              <a:effectRef idx="0">
                <a:schemeClr val="accent2"/>
              </a:effectRef>
              <a:fontRef idx="minor">
                <a:schemeClr val="dk1"/>
              </a:fontRef>
            </p:style>
            <p:txBody>
              <a:bodyPr wrap="none">
                <a:spAutoFit/>
              </a:bodyPr>
              <a:lstStyle/>
              <a:p>
                <a:pPr/>
                <a14:m>
                  <m:oMathPara xmlns:m="http://schemas.openxmlformats.org/officeDocument/2006/math">
                    <m:oMathParaPr>
                      <m:jc m:val="left"/>
                    </m:oMathParaPr>
                    <m:oMath xmlns:m="http://schemas.openxmlformats.org/officeDocument/2006/math">
                      <m:r>
                        <a:rPr lang="en-US" sz="2800" b="1" i="1" smtClean="0">
                          <a:solidFill>
                            <a:srgbClr val="7030A0"/>
                          </a:solidFill>
                          <a:latin typeface="Cambria Math" panose="02040503050406030204" pitchFamily="18" charset="0"/>
                          <a:ea typeface="Cambria Math" panose="02040503050406030204" pitchFamily="18" charset="0"/>
                        </a:rPr>
                        <m:t>∴</m:t>
                      </m:r>
                      <m:r>
                        <m:rPr>
                          <m:nor/>
                        </m:rPr>
                        <a:rPr lang="en-US" sz="2800" b="1" i="0" dirty="0" smtClean="0">
                          <a:solidFill>
                            <a:srgbClr val="7030A0"/>
                          </a:solidFill>
                        </a:rPr>
                        <m:t>W</m:t>
                      </m:r>
                      <m:r>
                        <m:rPr>
                          <m:nor/>
                        </m:rPr>
                        <a:rPr lang="en-US" sz="2800" b="1" dirty="0">
                          <a:solidFill>
                            <a:srgbClr val="7030A0"/>
                          </a:solidFill>
                        </a:rPr>
                        <m:t>hen</m:t>
                      </m:r>
                      <m:r>
                        <m:rPr>
                          <m:nor/>
                        </m:rPr>
                        <a:rPr lang="en-US" sz="2800" b="1" i="0" dirty="0" smtClean="0">
                          <a:solidFill>
                            <a:srgbClr val="7030A0"/>
                          </a:solidFill>
                        </a:rPr>
                        <m:t> </m:t>
                      </m:r>
                      <m:r>
                        <m:rPr>
                          <m:nor/>
                        </m:rPr>
                        <a:rPr lang="en-US" sz="2800" b="1" i="0" dirty="0" smtClean="0">
                          <a:solidFill>
                            <a:srgbClr val="7030A0"/>
                          </a:solidFill>
                        </a:rPr>
                        <m:t>sales</m:t>
                      </m:r>
                      <m:r>
                        <m:rPr>
                          <m:nor/>
                        </m:rPr>
                        <a:rPr lang="en-US" sz="2800" b="1" i="0" dirty="0" smtClean="0">
                          <a:solidFill>
                            <a:srgbClr val="7030A0"/>
                          </a:solidFill>
                        </a:rPr>
                        <m:t> </m:t>
                      </m:r>
                      <m:r>
                        <m:rPr>
                          <m:nor/>
                        </m:rPr>
                        <a:rPr lang="en-US" sz="2800" b="1" i="0" dirty="0" smtClean="0">
                          <a:solidFill>
                            <a:srgbClr val="7030A0"/>
                          </a:solidFill>
                        </a:rPr>
                        <m:t>target</m:t>
                      </m:r>
                      <m:r>
                        <m:rPr>
                          <m:nor/>
                        </m:rPr>
                        <a:rPr lang="en-US" sz="2800" b="1" dirty="0">
                          <a:solidFill>
                            <a:srgbClr val="7030A0"/>
                          </a:solidFill>
                        </a:rPr>
                        <m:t> </m:t>
                      </m:r>
                      <m:r>
                        <m:rPr>
                          <m:nor/>
                        </m:rPr>
                        <a:rPr lang="en-US" sz="2800" b="1" dirty="0">
                          <a:solidFill>
                            <a:srgbClr val="7030A0"/>
                          </a:solidFill>
                        </a:rPr>
                        <m:t>is</m:t>
                      </m:r>
                      <m:r>
                        <m:rPr>
                          <m:nor/>
                        </m:rPr>
                        <a:rPr lang="en-US" sz="2800" b="1" dirty="0">
                          <a:solidFill>
                            <a:srgbClr val="7030A0"/>
                          </a:solidFill>
                        </a:rPr>
                        <m:t> </m:t>
                      </m:r>
                      <m:r>
                        <a:rPr lang="en-US" sz="2800" b="1" i="1" dirty="0" smtClean="0">
                          <a:solidFill>
                            <a:srgbClr val="7030A0"/>
                          </a:solidFill>
                          <a:latin typeface="Cambria Math" panose="02040503050406030204" pitchFamily="18" charset="0"/>
                        </a:rPr>
                        <m:t>𝟏𝟐𝟎</m:t>
                      </m:r>
                      <m:r>
                        <m:rPr>
                          <m:nor/>
                        </m:rPr>
                        <a:rPr lang="en-US" sz="2800" b="1" dirty="0">
                          <a:solidFill>
                            <a:srgbClr val="7030A0"/>
                          </a:solidFill>
                        </a:rPr>
                        <m:t> </m:t>
                      </m:r>
                      <m:r>
                        <m:rPr>
                          <m:nor/>
                        </m:rPr>
                        <a:rPr lang="en-US" sz="2800" b="1" dirty="0">
                          <a:solidFill>
                            <a:srgbClr val="7030A0"/>
                          </a:solidFill>
                        </a:rPr>
                        <m:t>lakhs</m:t>
                      </m:r>
                      <m:r>
                        <m:rPr>
                          <m:nor/>
                        </m:rPr>
                        <a:rPr lang="en-US" sz="2800" b="1" i="0" dirty="0" smtClean="0">
                          <a:solidFill>
                            <a:srgbClr val="7030A0"/>
                          </a:solidFill>
                        </a:rPr>
                        <m:t>, </m:t>
                      </m:r>
                      <m:r>
                        <m:rPr>
                          <m:nor/>
                        </m:rPr>
                        <a:rPr lang="en-US" sz="2800" b="1" i="0" dirty="0" smtClean="0">
                          <a:solidFill>
                            <a:srgbClr val="7030A0"/>
                          </a:solidFill>
                        </a:rPr>
                        <m:t>the</m:t>
                      </m:r>
                      <m:r>
                        <m:rPr>
                          <m:nor/>
                        </m:rPr>
                        <a:rPr lang="en-US" sz="2800" b="1" dirty="0">
                          <a:solidFill>
                            <a:srgbClr val="7030A0"/>
                          </a:solidFill>
                        </a:rPr>
                        <m:t> </m:t>
                      </m:r>
                      <m:r>
                        <m:rPr>
                          <m:nor/>
                        </m:rPr>
                        <a:rPr lang="en-US" sz="2800" b="1" i="0" dirty="0" smtClean="0">
                          <a:solidFill>
                            <a:srgbClr val="7030A0"/>
                          </a:solidFill>
                        </a:rPr>
                        <m:t>advertising</m:t>
                      </m:r>
                      <m:r>
                        <m:rPr>
                          <m:nor/>
                        </m:rPr>
                        <a:rPr lang="en-US" sz="2800" b="1" i="0" dirty="0" smtClean="0">
                          <a:solidFill>
                            <a:srgbClr val="7030A0"/>
                          </a:solidFill>
                        </a:rPr>
                        <m:t> </m:t>
                      </m:r>
                      <m:r>
                        <m:rPr>
                          <m:nor/>
                        </m:rPr>
                        <a:rPr lang="en-US" sz="2800" b="1" i="0" dirty="0" smtClean="0">
                          <a:solidFill>
                            <a:srgbClr val="7030A0"/>
                          </a:solidFill>
                        </a:rPr>
                        <m:t>expenditure</m:t>
                      </m:r>
                      <m:r>
                        <m:rPr>
                          <m:nor/>
                        </m:rPr>
                        <a:rPr lang="en-US" sz="2800" b="1" i="0" dirty="0" smtClean="0">
                          <a:solidFill>
                            <a:srgbClr val="7030A0"/>
                          </a:solidFill>
                        </a:rPr>
                        <m:t> </m:t>
                      </m:r>
                      <m:r>
                        <a:rPr lang="en-US" sz="2800" b="1" i="1" dirty="0" smtClean="0">
                          <a:solidFill>
                            <a:srgbClr val="7030A0"/>
                          </a:solidFill>
                          <a:latin typeface="Cambria Math" panose="02040503050406030204" pitchFamily="18" charset="0"/>
                        </a:rPr>
                        <m:t>=</m:t>
                      </m:r>
                      <m:r>
                        <a:rPr lang="en-US" sz="2800" b="1" i="1" dirty="0" smtClean="0">
                          <a:solidFill>
                            <a:srgbClr val="7030A0"/>
                          </a:solidFill>
                          <a:latin typeface="Cambria Math" panose="02040503050406030204" pitchFamily="18" charset="0"/>
                        </a:rPr>
                        <m:t>𝟏𝟔</m:t>
                      </m:r>
                      <m:r>
                        <a:rPr lang="en-US" sz="2800" b="1" i="1" dirty="0" smtClean="0">
                          <a:solidFill>
                            <a:srgbClr val="7030A0"/>
                          </a:solidFill>
                          <a:latin typeface="Cambria Math" panose="02040503050406030204" pitchFamily="18" charset="0"/>
                        </a:rPr>
                        <m:t> </m:t>
                      </m:r>
                      <m:r>
                        <m:rPr>
                          <m:nor/>
                        </m:rPr>
                        <a:rPr lang="en-US" sz="2800" b="1" i="0" dirty="0" smtClean="0">
                          <a:solidFill>
                            <a:srgbClr val="7030A0"/>
                          </a:solidFill>
                        </a:rPr>
                        <m:t>lakhs</m:t>
                      </m:r>
                    </m:oMath>
                  </m:oMathPara>
                </a14:m>
                <a:endParaRPr lang="en-US" sz="2800" b="1" dirty="0">
                  <a:solidFill>
                    <a:srgbClr val="7030A0"/>
                  </a:solidFill>
                </a:endParaRPr>
              </a:p>
            </p:txBody>
          </p:sp>
        </mc:Choice>
        <mc:Fallback xmlns="">
          <p:sp>
            <p:nvSpPr>
              <p:cNvPr id="25" name="Rectangle 24"/>
              <p:cNvSpPr>
                <a:spLocks noRot="1" noChangeAspect="1" noMove="1" noResize="1" noEditPoints="1" noAdjustHandles="1" noChangeArrowheads="1" noChangeShapeType="1" noTextEdit="1"/>
              </p:cNvSpPr>
              <p:nvPr/>
            </p:nvSpPr>
            <p:spPr>
              <a:xfrm>
                <a:off x="137270" y="5327115"/>
                <a:ext cx="11006090" cy="523220"/>
              </a:xfrm>
              <a:prstGeom prst="rect">
                <a:avLst/>
              </a:prstGeom>
              <a:blipFill rotWithShape="0">
                <a:blip r:embed="rId7"/>
                <a:stretch>
                  <a:fillRect/>
                </a:stretch>
              </a:blipFill>
              <a:ln>
                <a:solidFill>
                  <a:srgbClr val="FF0000"/>
                </a:solidFill>
              </a:ln>
            </p:spPr>
            <p:txBody>
              <a:bodyPr/>
              <a:lstStyle/>
              <a:p>
                <a:r>
                  <a:rPr lang="en-US">
                    <a:noFill/>
                  </a:rPr>
                  <a:t> </a:t>
                </a:r>
              </a:p>
            </p:txBody>
          </p:sp>
        </mc:Fallback>
      </mc:AlternateContent>
    </p:spTree>
    <p:extLst>
      <p:ext uri="{BB962C8B-B14F-4D97-AF65-F5344CB8AC3E}">
        <p14:creationId xmlns:p14="http://schemas.microsoft.com/office/powerpoint/2010/main" val="225186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P spid="23" grpId="0"/>
      <p:bldP spid="25" grpId="0" animBg="1"/>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7" y="869082"/>
            <a:ext cx="11929643" cy="251460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A study of prices of a certain commodity at Raipur and Kanpur yields the below data. Correlation coefficient between prices at Raipur and Kanpur is 0.774.</a:t>
            </a:r>
          </a:p>
          <a:p>
            <a:r>
              <a:rPr lang="en-US" dirty="0"/>
              <a:t>Estimate the most likely price at Raipur corresponding to the price of 3.052 per kilo at Kanpur.</a:t>
            </a:r>
          </a:p>
        </p:txBody>
      </p:sp>
      <p:sp>
        <p:nvSpPr>
          <p:cNvPr id="2" name="Title 1"/>
          <p:cNvSpPr>
            <a:spLocks noGrp="1"/>
          </p:cNvSpPr>
          <p:nvPr>
            <p:ph type="title"/>
          </p:nvPr>
        </p:nvSpPr>
        <p:spPr/>
        <p:txBody>
          <a:bodyPr/>
          <a:lstStyle/>
          <a:p>
            <a:r>
              <a:rPr lang="en-GB" dirty="0"/>
              <a:t>Method 3 ⇝ Example 5</a:t>
            </a:r>
            <a:endParaRPr lang="en-US" dirty="0"/>
          </a:p>
        </p:txBody>
      </p:sp>
      <p:graphicFrame>
        <p:nvGraphicFramePr>
          <p:cNvPr id="7" name="Table 6"/>
          <p:cNvGraphicFramePr>
            <a:graphicFrameLocks noGrp="1"/>
          </p:cNvGraphicFramePr>
          <p:nvPr/>
        </p:nvGraphicFramePr>
        <p:xfrm>
          <a:off x="131177" y="3481972"/>
          <a:ext cx="9966960" cy="1737360"/>
        </p:xfrm>
        <a:graphic>
          <a:graphicData uri="http://schemas.openxmlformats.org/drawingml/2006/table">
            <a:tbl>
              <a:tblPr firstRow="1" firstCol="1" bandRow="1">
                <a:tableStyleId>{E8B1032C-EA38-4F05-BA0D-38AFFFC7BED3}</a:tableStyleId>
              </a:tblPr>
              <a:tblGrid>
                <a:gridCol w="301752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tblGrid>
              <a:tr h="579120">
                <a:tc>
                  <a:txBody>
                    <a:bodyPr/>
                    <a:lstStyle/>
                    <a:p>
                      <a:pPr marL="0" marR="0" algn="ctr">
                        <a:lnSpc>
                          <a:spcPct val="100000"/>
                        </a:lnSpc>
                        <a:spcBef>
                          <a:spcPts val="0"/>
                        </a:spcBef>
                        <a:spcAft>
                          <a:spcPts val="0"/>
                        </a:spcAft>
                        <a:tabLst>
                          <a:tab pos="0" algn="l"/>
                          <a:tab pos="447675" algn="l"/>
                        </a:tabLst>
                      </a:pPr>
                      <a:r>
                        <a:rPr lang="en-US" sz="2800" dirty="0">
                          <a:solidFill>
                            <a:srgbClr val="002060"/>
                          </a:solidFill>
                          <a:effectLst/>
                          <a:latin typeface="+mn-lt"/>
                          <a:ea typeface="Calibri" panose="020F0502020204030204" pitchFamily="34" charset="0"/>
                          <a:cs typeface="Shruti" panose="020B0502040204020203" pitchFamily="34" charset="0"/>
                        </a:rPr>
                        <a:t> </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dirty="0">
                          <a:solidFill>
                            <a:srgbClr val="002060"/>
                          </a:solidFill>
                          <a:effectLst/>
                          <a:latin typeface="+mn-lt"/>
                          <a:ea typeface="Calibri" panose="020F0502020204030204" pitchFamily="34" charset="0"/>
                          <a:cs typeface="Shruti" panose="020B0502040204020203" pitchFamily="34" charset="0"/>
                        </a:rPr>
                        <a:t>Raipur (Rs)</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dirty="0">
                          <a:solidFill>
                            <a:srgbClr val="002060"/>
                          </a:solidFill>
                          <a:effectLst/>
                          <a:latin typeface="+mn-lt"/>
                          <a:ea typeface="Calibri" panose="020F0502020204030204" pitchFamily="34" charset="0"/>
                          <a:cs typeface="Shruti" panose="020B0502040204020203" pitchFamily="34" charset="0"/>
                        </a:rPr>
                        <a:t>Kanpur (Rs)</a:t>
                      </a:r>
                    </a:p>
                  </a:txBody>
                  <a:tcPr marL="68580" marR="68580" marT="0" marB="0" anchor="ctr"/>
                </a:tc>
                <a:extLst>
                  <a:ext uri="{0D108BD9-81ED-4DB2-BD59-A6C34878D82A}">
                    <a16:rowId xmlns:a16="http://schemas.microsoft.com/office/drawing/2014/main" val="10000"/>
                  </a:ext>
                </a:extLst>
              </a:tr>
              <a:tr h="579120">
                <a:tc>
                  <a:txBody>
                    <a:bodyPr/>
                    <a:lstStyle/>
                    <a:p>
                      <a:pPr marL="0" marR="0" algn="ctr">
                        <a:lnSpc>
                          <a:spcPct val="100000"/>
                        </a:lnSpc>
                        <a:spcBef>
                          <a:spcPts val="0"/>
                        </a:spcBef>
                        <a:spcAft>
                          <a:spcPts val="0"/>
                        </a:spcAft>
                        <a:tabLst>
                          <a:tab pos="0" algn="l"/>
                          <a:tab pos="447675" algn="l"/>
                        </a:tabLst>
                      </a:pPr>
                      <a:r>
                        <a:rPr lang="en-US" sz="2800" dirty="0">
                          <a:solidFill>
                            <a:srgbClr val="002060"/>
                          </a:solidFill>
                          <a:effectLst/>
                          <a:latin typeface="+mn-lt"/>
                          <a:ea typeface="Calibri" panose="020F0502020204030204" pitchFamily="34" charset="0"/>
                          <a:cs typeface="Shruti" panose="020B0502040204020203" pitchFamily="34" charset="0"/>
                        </a:rPr>
                        <a:t>Average price/kg</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dirty="0">
                          <a:solidFill>
                            <a:srgbClr val="002060"/>
                          </a:solidFill>
                          <a:effectLst/>
                          <a:latin typeface="+mn-lt"/>
                          <a:ea typeface="Calibri" panose="020F0502020204030204" pitchFamily="34" charset="0"/>
                          <a:cs typeface="Shruti" panose="020B0502040204020203" pitchFamily="34" charset="0"/>
                        </a:rPr>
                        <a:t>2.463</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dirty="0">
                          <a:solidFill>
                            <a:srgbClr val="002060"/>
                          </a:solidFill>
                          <a:effectLst/>
                          <a:latin typeface="+mn-lt"/>
                          <a:ea typeface="Calibri" panose="020F0502020204030204" pitchFamily="34" charset="0"/>
                          <a:cs typeface="Shruti" panose="020B0502040204020203" pitchFamily="34" charset="0"/>
                        </a:rPr>
                        <a:t>2.797</a:t>
                      </a:r>
                    </a:p>
                  </a:txBody>
                  <a:tcPr marL="68580" marR="68580" marT="0" marB="0" anchor="ctr"/>
                </a:tc>
                <a:extLst>
                  <a:ext uri="{0D108BD9-81ED-4DB2-BD59-A6C34878D82A}">
                    <a16:rowId xmlns:a16="http://schemas.microsoft.com/office/drawing/2014/main" val="10001"/>
                  </a:ext>
                </a:extLst>
              </a:tr>
              <a:tr h="579120">
                <a:tc>
                  <a:txBody>
                    <a:bodyPr/>
                    <a:lstStyle/>
                    <a:p>
                      <a:pPr marL="0" marR="0" algn="ctr">
                        <a:lnSpc>
                          <a:spcPct val="100000"/>
                        </a:lnSpc>
                        <a:spcBef>
                          <a:spcPts val="0"/>
                        </a:spcBef>
                        <a:spcAft>
                          <a:spcPts val="0"/>
                        </a:spcAft>
                        <a:tabLst>
                          <a:tab pos="0" algn="l"/>
                          <a:tab pos="447675" algn="l"/>
                        </a:tabLst>
                      </a:pPr>
                      <a:r>
                        <a:rPr lang="en-US" sz="2800" dirty="0">
                          <a:solidFill>
                            <a:srgbClr val="002060"/>
                          </a:solidFill>
                          <a:effectLst/>
                          <a:latin typeface="+mn-lt"/>
                          <a:ea typeface="Calibri" panose="020F0502020204030204" pitchFamily="34" charset="0"/>
                          <a:cs typeface="Shruti" panose="020B0502040204020203" pitchFamily="34" charset="0"/>
                        </a:rPr>
                        <a:t>Standard deviation</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dirty="0">
                          <a:solidFill>
                            <a:srgbClr val="002060"/>
                          </a:solidFill>
                          <a:effectLst/>
                          <a:latin typeface="+mn-lt"/>
                          <a:ea typeface="Calibri" panose="020F0502020204030204" pitchFamily="34" charset="0"/>
                          <a:cs typeface="Shruti" panose="020B0502040204020203" pitchFamily="34" charset="0"/>
                        </a:rPr>
                        <a:t>0.326</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dirty="0">
                          <a:solidFill>
                            <a:srgbClr val="002060"/>
                          </a:solidFill>
                          <a:effectLst/>
                          <a:latin typeface="+mn-lt"/>
                          <a:ea typeface="Calibri" panose="020F0502020204030204" pitchFamily="34" charset="0"/>
                          <a:cs typeface="Shruti" panose="020B0502040204020203" pitchFamily="34" charset="0"/>
                        </a:rPr>
                        <a:t>0.207</a:t>
                      </a:r>
                    </a:p>
                  </a:txBody>
                  <a:tcPr marL="68580" marR="68580" marT="0" marB="0" anchor="ctr"/>
                </a:tc>
                <a:extLst>
                  <a:ext uri="{0D108BD9-81ED-4DB2-BD59-A6C34878D82A}">
                    <a16:rowId xmlns:a16="http://schemas.microsoft.com/office/drawing/2014/main" val="10002"/>
                  </a:ext>
                </a:extLst>
              </a:tr>
            </a:tbl>
          </a:graphicData>
        </a:graphic>
      </p:graphicFrame>
      <mc:AlternateContent xmlns:mc="http://schemas.openxmlformats.org/markup-compatibility/2006" xmlns:a14="http://schemas.microsoft.com/office/drawing/2010/main">
        <mc:Choice Requires="a14">
          <p:sp>
            <p:nvSpPr>
              <p:cNvPr id="5" name="Rectangle 4"/>
              <p:cNvSpPr/>
              <p:nvPr/>
            </p:nvSpPr>
            <p:spPr>
              <a:xfrm>
                <a:off x="3528951" y="4080343"/>
                <a:ext cx="964110"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n-US" sz="2800" i="1" smtClean="0">
                              <a:solidFill>
                                <a:srgbClr val="FF0000"/>
                              </a:solidFill>
                              <a:latin typeface="Cambria Math" panose="02040503050406030204" pitchFamily="18" charset="0"/>
                            </a:rPr>
                          </m:ctrlPr>
                        </m:accPr>
                        <m:e>
                          <m:r>
                            <a:rPr lang="en-US" sz="2800">
                              <a:solidFill>
                                <a:srgbClr val="FF0000"/>
                              </a:solidFill>
                              <a:latin typeface="Cambria Math" panose="02040503050406030204" pitchFamily="18" charset="0"/>
                            </a:rPr>
                            <m:t> </m:t>
                          </m:r>
                          <m:r>
                            <m:rPr>
                              <m:sty m:val="p"/>
                            </m:rPr>
                            <a:rPr lang="en-US" sz="2800">
                              <a:solidFill>
                                <a:srgbClr val="FF0000"/>
                              </a:solidFill>
                              <a:latin typeface="Cambria Math" panose="02040503050406030204" pitchFamily="18" charset="0"/>
                            </a:rPr>
                            <m:t>x</m:t>
                          </m:r>
                          <m:r>
                            <a:rPr lang="en-US" sz="2800">
                              <a:solidFill>
                                <a:srgbClr val="FF0000"/>
                              </a:solidFill>
                              <a:latin typeface="Cambria Math" panose="02040503050406030204" pitchFamily="18" charset="0"/>
                            </a:rPr>
                            <m:t> </m:t>
                          </m:r>
                        </m:e>
                      </m:acc>
                      <m:r>
                        <a:rPr lang="en-US" sz="2800" b="0" i="1" smtClean="0">
                          <a:solidFill>
                            <a:srgbClr val="FF0000"/>
                          </a:solidFill>
                          <a:latin typeface="Cambria Math" panose="02040503050406030204" pitchFamily="18" charset="0"/>
                        </a:rPr>
                        <m:t>=</m:t>
                      </m:r>
                    </m:oMath>
                  </m:oMathPara>
                </a14:m>
                <a:endParaRPr lang="en-US" sz="2800" dirty="0">
                  <a:solidFill>
                    <a:srgbClr val="FF0000"/>
                  </a:solidFill>
                </a:endParaRPr>
              </a:p>
            </p:txBody>
          </p:sp>
        </mc:Choice>
        <mc:Fallback xmlns="">
          <p:sp>
            <p:nvSpPr>
              <p:cNvPr id="5" name="Rectangle 4"/>
              <p:cNvSpPr>
                <a:spLocks noRot="1" noChangeAspect="1" noMove="1" noResize="1" noEditPoints="1" noAdjustHandles="1" noChangeArrowheads="1" noChangeShapeType="1" noTextEdit="1"/>
              </p:cNvSpPr>
              <p:nvPr/>
            </p:nvSpPr>
            <p:spPr>
              <a:xfrm>
                <a:off x="3528951" y="4080343"/>
                <a:ext cx="964110" cy="523220"/>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002988" y="4080342"/>
                <a:ext cx="964110"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n-US" sz="2800" i="1" smtClean="0">
                              <a:solidFill>
                                <a:srgbClr val="FF0000"/>
                              </a:solidFill>
                              <a:latin typeface="Cambria Math" panose="02040503050406030204" pitchFamily="18" charset="0"/>
                            </a:rPr>
                          </m:ctrlPr>
                        </m:accPr>
                        <m:e>
                          <m:r>
                            <a:rPr lang="en-US" sz="2800">
                              <a:solidFill>
                                <a:srgbClr val="FF0000"/>
                              </a:solidFill>
                              <a:latin typeface="Cambria Math" panose="02040503050406030204" pitchFamily="18" charset="0"/>
                            </a:rPr>
                            <m:t> </m:t>
                          </m:r>
                          <m:r>
                            <m:rPr>
                              <m:sty m:val="p"/>
                            </m:rPr>
                            <a:rPr lang="en-US" sz="2800" b="0" i="0" smtClean="0">
                              <a:solidFill>
                                <a:srgbClr val="FF0000"/>
                              </a:solidFill>
                              <a:latin typeface="Cambria Math" panose="02040503050406030204" pitchFamily="18" charset="0"/>
                            </a:rPr>
                            <m:t>y</m:t>
                          </m:r>
                          <m:r>
                            <a:rPr lang="en-US" sz="2800">
                              <a:solidFill>
                                <a:srgbClr val="FF0000"/>
                              </a:solidFill>
                              <a:latin typeface="Cambria Math" panose="02040503050406030204" pitchFamily="18" charset="0"/>
                            </a:rPr>
                            <m:t> </m:t>
                          </m:r>
                        </m:e>
                      </m:acc>
                      <m:r>
                        <a:rPr lang="en-US" sz="2800" b="0" i="1" smtClean="0">
                          <a:solidFill>
                            <a:srgbClr val="FF0000"/>
                          </a:solidFill>
                          <a:latin typeface="Cambria Math" panose="02040503050406030204" pitchFamily="18" charset="0"/>
                        </a:rPr>
                        <m:t>=</m:t>
                      </m:r>
                    </m:oMath>
                  </m:oMathPara>
                </a14:m>
                <a:endParaRPr lang="en-US" sz="2800" dirty="0">
                  <a:solidFill>
                    <a:srgbClr val="FF0000"/>
                  </a:solidFill>
                </a:endParaRPr>
              </a:p>
            </p:txBody>
          </p:sp>
        </mc:Choice>
        <mc:Fallback xmlns="">
          <p:sp>
            <p:nvSpPr>
              <p:cNvPr id="6" name="Rectangle 5"/>
              <p:cNvSpPr>
                <a:spLocks noRot="1" noChangeAspect="1" noMove="1" noResize="1" noEditPoints="1" noAdjustHandles="1" noChangeArrowheads="1" noChangeShapeType="1" noTextEdit="1"/>
              </p:cNvSpPr>
              <p:nvPr/>
            </p:nvSpPr>
            <p:spPr>
              <a:xfrm>
                <a:off x="7002988" y="4080342"/>
                <a:ext cx="964110" cy="52322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3511895" y="4654883"/>
                <a:ext cx="998222"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sSub>
                        <m:sSubPr>
                          <m:ctrlPr>
                            <a:rPr lang="en-US" sz="2800" i="1" smtClean="0">
                              <a:solidFill>
                                <a:srgbClr val="FF0000"/>
                              </a:solidFill>
                              <a:latin typeface="Cambria Math" panose="02040503050406030204" pitchFamily="18" charset="0"/>
                            </a:rPr>
                          </m:ctrlPr>
                        </m:sSubPr>
                        <m:e>
                          <m:r>
                            <m:rPr>
                              <m:sty m:val="p"/>
                            </m:rPr>
                            <a:rPr lang="en-US" sz="2800">
                              <a:solidFill>
                                <a:srgbClr val="FF0000"/>
                              </a:solidFill>
                              <a:latin typeface="Cambria Math" panose="02040503050406030204" pitchFamily="18" charset="0"/>
                            </a:rPr>
                            <m:t>σ</m:t>
                          </m:r>
                        </m:e>
                        <m:sub>
                          <m:r>
                            <m:rPr>
                              <m:sty m:val="p"/>
                            </m:rPr>
                            <a:rPr lang="en-US" sz="2800" b="0" i="0" smtClean="0">
                              <a:solidFill>
                                <a:srgbClr val="FF0000"/>
                              </a:solidFill>
                              <a:latin typeface="Cambria Math" panose="02040503050406030204" pitchFamily="18" charset="0"/>
                            </a:rPr>
                            <m:t>x</m:t>
                          </m:r>
                        </m:sub>
                      </m:sSub>
                      <m:r>
                        <a:rPr lang="en-US" sz="2800" b="0" i="0" smtClean="0">
                          <a:solidFill>
                            <a:srgbClr val="FF0000"/>
                          </a:solidFill>
                          <a:latin typeface="Cambria Math" panose="02040503050406030204" pitchFamily="18" charset="0"/>
                        </a:rPr>
                        <m:t>=</m:t>
                      </m:r>
                    </m:oMath>
                  </m:oMathPara>
                </a14:m>
                <a:endParaRPr lang="en-US" sz="2800" dirty="0">
                  <a:solidFill>
                    <a:srgbClr val="FF0000"/>
                  </a:solidFill>
                </a:endParaRPr>
              </a:p>
            </p:txBody>
          </p:sp>
        </mc:Choice>
        <mc:Fallback xmlns="">
          <p:sp>
            <p:nvSpPr>
              <p:cNvPr id="8" name="Rectangle 7"/>
              <p:cNvSpPr>
                <a:spLocks noRot="1" noChangeAspect="1" noMove="1" noResize="1" noEditPoints="1" noAdjustHandles="1" noChangeArrowheads="1" noChangeShapeType="1" noTextEdit="1"/>
              </p:cNvSpPr>
              <p:nvPr/>
            </p:nvSpPr>
            <p:spPr>
              <a:xfrm>
                <a:off x="3511895" y="4654883"/>
                <a:ext cx="998222" cy="52322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7002988" y="4654883"/>
                <a:ext cx="1004634" cy="562846"/>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sSub>
                        <m:sSubPr>
                          <m:ctrlPr>
                            <a:rPr lang="en-US" sz="2800" i="1" smtClean="0">
                              <a:solidFill>
                                <a:srgbClr val="FF0000"/>
                              </a:solidFill>
                              <a:latin typeface="Cambria Math" panose="02040503050406030204" pitchFamily="18" charset="0"/>
                            </a:rPr>
                          </m:ctrlPr>
                        </m:sSubPr>
                        <m:e>
                          <m:r>
                            <m:rPr>
                              <m:sty m:val="p"/>
                            </m:rPr>
                            <a:rPr lang="en-US" sz="2800">
                              <a:solidFill>
                                <a:srgbClr val="FF0000"/>
                              </a:solidFill>
                              <a:latin typeface="Cambria Math" panose="02040503050406030204" pitchFamily="18" charset="0"/>
                            </a:rPr>
                            <m:t>σ</m:t>
                          </m:r>
                        </m:e>
                        <m:sub>
                          <m:r>
                            <m:rPr>
                              <m:sty m:val="p"/>
                            </m:rPr>
                            <a:rPr lang="en-US" sz="2800">
                              <a:solidFill>
                                <a:srgbClr val="FF0000"/>
                              </a:solidFill>
                              <a:latin typeface="Cambria Math" panose="02040503050406030204" pitchFamily="18" charset="0"/>
                            </a:rPr>
                            <m:t>y</m:t>
                          </m:r>
                        </m:sub>
                      </m:sSub>
                      <m:r>
                        <a:rPr lang="en-US" sz="2800" b="0" i="0" smtClean="0">
                          <a:solidFill>
                            <a:srgbClr val="FF0000"/>
                          </a:solidFill>
                          <a:latin typeface="Cambria Math" panose="02040503050406030204" pitchFamily="18" charset="0"/>
                        </a:rPr>
                        <m:t>=</m:t>
                      </m:r>
                    </m:oMath>
                  </m:oMathPara>
                </a14:m>
                <a:endParaRPr lang="en-US" sz="2800" dirty="0">
                  <a:solidFill>
                    <a:srgbClr val="FF0000"/>
                  </a:solidFill>
                </a:endParaRPr>
              </a:p>
            </p:txBody>
          </p:sp>
        </mc:Choice>
        <mc:Fallback xmlns="">
          <p:sp>
            <p:nvSpPr>
              <p:cNvPr id="9" name="Rectangle 8"/>
              <p:cNvSpPr>
                <a:spLocks noRot="1" noChangeAspect="1" noMove="1" noResize="1" noEditPoints="1" noAdjustHandles="1" noChangeArrowheads="1" noChangeShapeType="1" noTextEdit="1"/>
              </p:cNvSpPr>
              <p:nvPr/>
            </p:nvSpPr>
            <p:spPr>
              <a:xfrm>
                <a:off x="7002988" y="4654883"/>
                <a:ext cx="1004634" cy="562846"/>
              </a:xfrm>
              <a:prstGeom prst="rect">
                <a:avLst/>
              </a:prstGeom>
              <a:blipFill rotWithShape="0">
                <a:blip r:embed="rId5"/>
                <a:stretch>
                  <a:fillRect/>
                </a:stretch>
              </a:blipFill>
            </p:spPr>
            <p:txBody>
              <a:bodyPr/>
              <a:lstStyle/>
              <a:p>
                <a:r>
                  <a:rPr lang="en-US">
                    <a:noFill/>
                  </a:rPr>
                  <a:t> </a:t>
                </a:r>
              </a:p>
            </p:txBody>
          </p:sp>
        </mc:Fallback>
      </mc:AlternateContent>
      <p:sp>
        <p:nvSpPr>
          <p:cNvPr id="13" name="Rectangle 12">
            <a:extLst>
              <a:ext uri="{FF2B5EF4-FFF2-40B4-BE49-F238E27FC236}">
                <a16:creationId xmlns:a16="http://schemas.microsoft.com/office/drawing/2014/main" id="{B2D3FB0B-D709-43AC-B65F-29361B504B61}"/>
              </a:ext>
            </a:extLst>
          </p:cNvPr>
          <p:cNvSpPr/>
          <p:nvPr/>
        </p:nvSpPr>
        <p:spPr>
          <a:xfrm>
            <a:off x="131177" y="5383269"/>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14" name="Rectangle 13"/>
              <p:cNvSpPr/>
              <p:nvPr/>
            </p:nvSpPr>
            <p:spPr>
              <a:xfrm>
                <a:off x="1625597" y="5383269"/>
                <a:ext cx="8421664" cy="523220"/>
              </a:xfrm>
              <a:prstGeom prst="rect">
                <a:avLst/>
              </a:prstGeom>
            </p:spPr>
            <p:txBody>
              <a:bodyPr wrap="none">
                <a:spAutoFit/>
              </a:bodyPr>
              <a:lstStyle/>
              <a:p>
                <a:r>
                  <a:rPr lang="en-US" sz="2800" dirty="0">
                    <a:solidFill>
                      <a:srgbClr val="002060"/>
                    </a:solidFill>
                  </a:rPr>
                  <a:t>Let us take,     </a:t>
                </a:r>
                <a14:m>
                  <m:oMath xmlns:m="http://schemas.openxmlformats.org/officeDocument/2006/math">
                    <m:r>
                      <m:rPr>
                        <m:sty m:val="p"/>
                      </m:rPr>
                      <a:rPr lang="en-US" sz="2800" b="0" i="0" dirty="0" smtClean="0">
                        <a:solidFill>
                          <a:srgbClr val="002060"/>
                        </a:solidFill>
                        <a:latin typeface="Cambria Math" panose="02040503050406030204" pitchFamily="18" charset="0"/>
                      </a:rPr>
                      <m:t>x</m:t>
                    </m:r>
                    <m:r>
                      <a:rPr lang="en-US" sz="2800" b="0" i="0" dirty="0" smtClean="0">
                        <a:solidFill>
                          <a:srgbClr val="002060"/>
                        </a:solidFill>
                        <a:latin typeface="Cambria Math" panose="02040503050406030204" pitchFamily="18" charset="0"/>
                      </a:rPr>
                      <m:t>=</m:t>
                    </m:r>
                  </m:oMath>
                </a14:m>
                <a:r>
                  <a:rPr lang="en-US" sz="2800" dirty="0">
                    <a:solidFill>
                      <a:srgbClr val="002060"/>
                    </a:solidFill>
                  </a:rPr>
                  <a:t> Prices at Raipur,    </a:t>
                </a:r>
                <a14:m>
                  <m:oMath xmlns:m="http://schemas.openxmlformats.org/officeDocument/2006/math">
                    <m:r>
                      <m:rPr>
                        <m:sty m:val="p"/>
                      </m:rPr>
                      <a:rPr lang="en-US" sz="2800" b="0" i="0" dirty="0" smtClean="0">
                        <a:solidFill>
                          <a:srgbClr val="002060"/>
                        </a:solidFill>
                        <a:latin typeface="Cambria Math" panose="02040503050406030204" pitchFamily="18" charset="0"/>
                      </a:rPr>
                      <m:t>y</m:t>
                    </m:r>
                    <m:r>
                      <a:rPr lang="en-US" sz="2800" b="0" dirty="0">
                        <a:solidFill>
                          <a:srgbClr val="002060"/>
                        </a:solidFill>
                        <a:latin typeface="Cambria Math" panose="02040503050406030204" pitchFamily="18" charset="0"/>
                      </a:rPr>
                      <m:t>=</m:t>
                    </m:r>
                  </m:oMath>
                </a14:m>
                <a:r>
                  <a:rPr lang="en-US" sz="2800" dirty="0">
                    <a:solidFill>
                      <a:srgbClr val="002060"/>
                    </a:solidFill>
                  </a:rPr>
                  <a:t> Prices at Kanpur</a:t>
                </a:r>
              </a:p>
            </p:txBody>
          </p:sp>
        </mc:Choice>
        <mc:Fallback xmlns="">
          <p:sp>
            <p:nvSpPr>
              <p:cNvPr id="14" name="Rectangle 13"/>
              <p:cNvSpPr>
                <a:spLocks noRot="1" noChangeAspect="1" noMove="1" noResize="1" noEditPoints="1" noAdjustHandles="1" noChangeArrowheads="1" noChangeShapeType="1" noTextEdit="1"/>
              </p:cNvSpPr>
              <p:nvPr/>
            </p:nvSpPr>
            <p:spPr>
              <a:xfrm>
                <a:off x="1625597" y="5383269"/>
                <a:ext cx="8421664" cy="523220"/>
              </a:xfrm>
              <a:prstGeom prst="rect">
                <a:avLst/>
              </a:prstGeom>
              <a:blipFill rotWithShape="0">
                <a:blip r:embed="rId6"/>
                <a:stretch>
                  <a:fillRect l="-1521" t="-11628" r="-579"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1625597" y="6068535"/>
                <a:ext cx="6795194" cy="523220"/>
              </a:xfrm>
              <a:prstGeom prst="rect">
                <a:avLst/>
              </a:prstGeom>
            </p:spPr>
            <p:txBody>
              <a:bodyPr wrap="none">
                <a:spAutoFit/>
              </a:bodyPr>
              <a:lstStyle/>
              <a:p>
                <a14:m>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oMath>
                </a14:m>
                <a:r>
                  <a:rPr lang="en-US" sz="2800" dirty="0">
                    <a:solidFill>
                      <a:srgbClr val="002060"/>
                    </a:solidFill>
                  </a:rPr>
                  <a:t> We have to find the regression line of </a:t>
                </a:r>
                <a14:m>
                  <m:oMath xmlns:m="http://schemas.openxmlformats.org/officeDocument/2006/math">
                    <m:r>
                      <m:rPr>
                        <m:sty m:val="p"/>
                      </m:rPr>
                      <a:rPr lang="en-US" sz="2800" i="0" dirty="0" smtClean="0">
                        <a:solidFill>
                          <a:srgbClr val="002060"/>
                        </a:solidFill>
                        <a:latin typeface="Cambria Math" panose="02040503050406030204" pitchFamily="18" charset="0"/>
                      </a:rPr>
                      <m:t>x</m:t>
                    </m:r>
                  </m:oMath>
                </a14:m>
                <a:r>
                  <a:rPr lang="en-US" sz="2800" dirty="0">
                    <a:solidFill>
                      <a:srgbClr val="002060"/>
                    </a:solidFill>
                  </a:rPr>
                  <a:t> on </a:t>
                </a:r>
                <a14:m>
                  <m:oMath xmlns:m="http://schemas.openxmlformats.org/officeDocument/2006/math">
                    <m:r>
                      <m:rPr>
                        <m:sty m:val="p"/>
                      </m:rPr>
                      <a:rPr lang="en-US" sz="2800" i="0" dirty="0" smtClean="0">
                        <a:solidFill>
                          <a:srgbClr val="002060"/>
                        </a:solidFill>
                        <a:latin typeface="Cambria Math" panose="02040503050406030204" pitchFamily="18" charset="0"/>
                      </a:rPr>
                      <m:t>y</m:t>
                    </m:r>
                  </m:oMath>
                </a14:m>
                <a:r>
                  <a:rPr lang="en-US" sz="2800" dirty="0">
                    <a:solidFill>
                      <a:srgbClr val="002060"/>
                    </a:solidFill>
                  </a:rPr>
                  <a:t>.</a:t>
                </a:r>
              </a:p>
            </p:txBody>
          </p:sp>
        </mc:Choice>
        <mc:Fallback xmlns="">
          <p:sp>
            <p:nvSpPr>
              <p:cNvPr id="15" name="Rectangle 14"/>
              <p:cNvSpPr>
                <a:spLocks noRot="1" noChangeAspect="1" noMove="1" noResize="1" noEditPoints="1" noAdjustHandles="1" noChangeArrowheads="1" noChangeShapeType="1" noTextEdit="1"/>
              </p:cNvSpPr>
              <p:nvPr/>
            </p:nvSpPr>
            <p:spPr>
              <a:xfrm>
                <a:off x="1625597" y="6068535"/>
                <a:ext cx="6795194" cy="523220"/>
              </a:xfrm>
              <a:prstGeom prst="rect">
                <a:avLst/>
              </a:prstGeom>
              <a:blipFill rotWithShape="0">
                <a:blip r:embed="rId7"/>
                <a:stretch>
                  <a:fillRect t="-11628" r="-449" b="-31395"/>
                </a:stretch>
              </a:blipFill>
            </p:spPr>
            <p:txBody>
              <a:bodyPr/>
              <a:lstStyle/>
              <a:p>
                <a:r>
                  <a:rPr lang="en-US">
                    <a:noFill/>
                  </a:rPr>
                  <a:t> </a:t>
                </a:r>
              </a:p>
            </p:txBody>
          </p:sp>
        </mc:Fallback>
      </mc:AlternateContent>
      <p:cxnSp>
        <p:nvCxnSpPr>
          <p:cNvPr id="12" name="Straight Connector 11"/>
          <p:cNvCxnSpPr/>
          <p:nvPr/>
        </p:nvCxnSpPr>
        <p:spPr>
          <a:xfrm flipV="1">
            <a:off x="245931" y="2734905"/>
            <a:ext cx="5577840" cy="0"/>
          </a:xfrm>
          <a:prstGeom prst="line">
            <a:avLst/>
          </a:prstGeom>
          <a:ln>
            <a:solidFill>
              <a:srgbClr val="FFFF00"/>
            </a:solidFill>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3273634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7"/>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3"/>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nodeType="afterEffect">
                                  <p:stCondLst>
                                    <p:cond delay="0"/>
                                  </p:stCondLst>
                                  <p:childTnLst>
                                    <p:set>
                                      <p:cBhvr>
                                        <p:cTn id="1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3" grpId="0" animBg="1"/>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0" name="Rectangle 19"/>
              <p:cNvSpPr/>
              <p:nvPr/>
            </p:nvSpPr>
            <p:spPr>
              <a:xfrm>
                <a:off x="137270" y="5187290"/>
                <a:ext cx="6457730" cy="1037207"/>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r>
                        <m:rPr>
                          <m:sty m:val="p"/>
                        </m:rPr>
                        <a:rPr lang="en-US" sz="2800" b="0" i="0" smtClean="0">
                          <a:solidFill>
                            <a:srgbClr val="002060"/>
                          </a:solidFill>
                          <a:latin typeface="Cambria Math" panose="02040503050406030204" pitchFamily="18" charset="0"/>
                        </a:rPr>
                        <m:t>x</m:t>
                      </m:r>
                      <m:r>
                        <a:rPr lang="en-US" sz="2800" smtClean="0">
                          <a:solidFill>
                            <a:srgbClr val="002060"/>
                          </a:solidFill>
                          <a:latin typeface="Cambria Math" panose="02040503050406030204" pitchFamily="18" charset="0"/>
                        </a:rPr>
                        <m:t>−</m:t>
                      </m:r>
                      <m:r>
                        <a:rPr lang="en-US" sz="2800" b="0" i="1" smtClean="0">
                          <a:solidFill>
                            <a:schemeClr val="bg1"/>
                          </a:solidFill>
                          <a:latin typeface="Cambria Math" panose="02040503050406030204" pitchFamily="18" charset="0"/>
                          <a:ea typeface="Cambria Math" panose="02040503050406030204" pitchFamily="18" charset="0"/>
                        </a:rPr>
                        <m:t>2.463</m:t>
                      </m:r>
                      <m:r>
                        <a:rPr lang="en-US" sz="2800">
                          <a:solidFill>
                            <a:srgbClr val="002060"/>
                          </a:solidFill>
                          <a:latin typeface="Cambria Math" panose="02040503050406030204" pitchFamily="18" charset="0"/>
                        </a:rPr>
                        <m:t>=</m:t>
                      </m:r>
                      <m:r>
                        <a:rPr lang="en-US" sz="2800" i="1" smtClean="0">
                          <a:solidFill>
                            <a:schemeClr val="bg1"/>
                          </a:solidFill>
                          <a:latin typeface="Cambria Math" panose="02040503050406030204" pitchFamily="18" charset="0"/>
                          <a:ea typeface="Cambria Math" panose="02040503050406030204" pitchFamily="18" charset="0"/>
                        </a:rPr>
                        <m:t>0.</m:t>
                      </m:r>
                      <m:r>
                        <a:rPr lang="en-US" sz="2800" b="0" i="1" smtClean="0">
                          <a:solidFill>
                            <a:schemeClr val="bg1"/>
                          </a:solidFill>
                          <a:latin typeface="Cambria Math" panose="02040503050406030204" pitchFamily="18" charset="0"/>
                          <a:ea typeface="Cambria Math" panose="02040503050406030204" pitchFamily="18" charset="0"/>
                        </a:rPr>
                        <m:t>774</m:t>
                      </m:r>
                      <m:r>
                        <a:rPr lang="en-US" sz="2800" b="0" i="0" smtClean="0">
                          <a:solidFill>
                            <a:srgbClr val="7030A0"/>
                          </a:solidFill>
                          <a:latin typeface="Cambria Math" panose="02040503050406030204" pitchFamily="18" charset="0"/>
                          <a:ea typeface="Cambria Math" panose="02040503050406030204" pitchFamily="18" charset="0"/>
                        </a:rPr>
                        <m:t> </m:t>
                      </m:r>
                      <m:f>
                        <m:fPr>
                          <m:ctrlPr>
                            <a:rPr lang="en-US" sz="2800" i="1" smtClean="0">
                              <a:solidFill>
                                <a:srgbClr val="7030A0"/>
                              </a:solidFill>
                              <a:latin typeface="Cambria Math" panose="02040503050406030204" pitchFamily="18" charset="0"/>
                            </a:rPr>
                          </m:ctrlPr>
                        </m:fPr>
                        <m:num>
                          <m:r>
                            <a:rPr lang="en-US" sz="2800" b="0" i="1" smtClean="0">
                              <a:solidFill>
                                <a:srgbClr val="7030A0"/>
                              </a:solidFill>
                              <a:latin typeface="Cambria Math" panose="02040503050406030204" pitchFamily="18" charset="0"/>
                            </a:rPr>
                            <m:t> </m:t>
                          </m:r>
                          <m:r>
                            <a:rPr lang="en-US" sz="2800" b="0" i="1" smtClean="0">
                              <a:solidFill>
                                <a:schemeClr val="bg1"/>
                              </a:solidFill>
                              <a:latin typeface="Cambria Math" panose="02040503050406030204" pitchFamily="18" charset="0"/>
                              <a:ea typeface="Cambria Math" panose="02040503050406030204" pitchFamily="18" charset="0"/>
                            </a:rPr>
                            <m:t>0.326</m:t>
                          </m:r>
                          <m:r>
                            <m:rPr>
                              <m:nor/>
                            </m:rPr>
                            <a:rPr lang="en-US" sz="2800" dirty="0">
                              <a:solidFill>
                                <a:srgbClr val="7030A0"/>
                              </a:solidFill>
                            </a:rPr>
                            <m:t> </m:t>
                          </m:r>
                        </m:num>
                        <m:den>
                          <m:eqArr>
                            <m:eqArrPr>
                              <m:ctrlPr>
                                <a:rPr lang="en-US" sz="2800" i="1">
                                  <a:solidFill>
                                    <a:srgbClr val="7030A0"/>
                                  </a:solidFill>
                                  <a:latin typeface="Cambria Math" panose="02040503050406030204" pitchFamily="18" charset="0"/>
                                  <a:ea typeface="Cambria Math" panose="02040503050406030204" pitchFamily="18" charset="0"/>
                                </a:rPr>
                              </m:ctrlPr>
                            </m:eqArrPr>
                            <m:e>
                              <m:r>
                                <a:rPr lang="en-US" sz="2800" b="0" i="1" smtClean="0">
                                  <a:solidFill>
                                    <a:srgbClr val="7030A0"/>
                                  </a:solidFill>
                                  <a:latin typeface="Cambria Math" panose="02040503050406030204" pitchFamily="18" charset="0"/>
                                  <a:ea typeface="Cambria Math" panose="02040503050406030204" pitchFamily="18" charset="0"/>
                                </a:rPr>
                                <m:t> </m:t>
                              </m:r>
                            </m:e>
                            <m:e>
                              <m:r>
                                <a:rPr lang="en-US" sz="2800" b="0" i="1" smtClean="0">
                                  <a:solidFill>
                                    <a:srgbClr val="7030A0"/>
                                  </a:solidFill>
                                  <a:latin typeface="Cambria Math" panose="02040503050406030204" pitchFamily="18" charset="0"/>
                                  <a:ea typeface="Cambria Math" panose="02040503050406030204" pitchFamily="18" charset="0"/>
                                </a:rPr>
                                <m:t> </m:t>
                              </m:r>
                              <m:r>
                                <a:rPr lang="en-US" sz="2800" b="0" i="1" smtClean="0">
                                  <a:solidFill>
                                    <a:schemeClr val="bg1"/>
                                  </a:solidFill>
                                  <a:latin typeface="Cambria Math" panose="02040503050406030204" pitchFamily="18" charset="0"/>
                                  <a:ea typeface="Cambria Math" panose="02040503050406030204" pitchFamily="18" charset="0"/>
                                </a:rPr>
                                <m:t>0.207</m:t>
                              </m:r>
                              <m:r>
                                <a:rPr lang="en-US" sz="2800" b="0" i="1" smtClean="0">
                                  <a:solidFill>
                                    <a:srgbClr val="7030A0"/>
                                  </a:solidFill>
                                  <a:latin typeface="Cambria Math" panose="02040503050406030204" pitchFamily="18" charset="0"/>
                                  <a:ea typeface="Cambria Math" panose="02040503050406030204" pitchFamily="18" charset="0"/>
                                </a:rPr>
                                <m:t> </m:t>
                              </m:r>
                            </m:e>
                          </m:eqArr>
                        </m:den>
                      </m:f>
                      <m:d>
                        <m:dPr>
                          <m:ctrlPr>
                            <a:rPr lang="en-US"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 </m:t>
                          </m:r>
                          <m:r>
                            <m:rPr>
                              <m:sty m:val="p"/>
                            </m:rPr>
                            <a:rPr lang="en-US" sz="2800" b="0" i="0" smtClean="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m:t>
                          </m:r>
                          <m:r>
                            <a:rPr lang="en-US" sz="2800" b="0" i="1" smtClean="0">
                              <a:solidFill>
                                <a:schemeClr val="bg1"/>
                              </a:solidFill>
                              <a:latin typeface="Cambria Math" panose="02040503050406030204" pitchFamily="18" charset="0"/>
                            </a:rPr>
                            <m:t>2.797</m:t>
                          </m:r>
                        </m:e>
                      </m:d>
                    </m:oMath>
                  </m:oMathPara>
                </a14:m>
                <a:endParaRPr lang="en-US" sz="2800" dirty="0">
                  <a:solidFill>
                    <a:srgbClr val="002060"/>
                  </a:solidFill>
                </a:endParaRPr>
              </a:p>
            </p:txBody>
          </p:sp>
        </mc:Choice>
        <mc:Fallback xmlns="">
          <p:sp>
            <p:nvSpPr>
              <p:cNvPr id="20" name="Rectangle 19"/>
              <p:cNvSpPr>
                <a:spLocks noRot="1" noChangeAspect="1" noMove="1" noResize="1" noEditPoints="1" noAdjustHandles="1" noChangeArrowheads="1" noChangeShapeType="1" noTextEdit="1"/>
              </p:cNvSpPr>
              <p:nvPr/>
            </p:nvSpPr>
            <p:spPr>
              <a:xfrm>
                <a:off x="137270" y="5187290"/>
                <a:ext cx="6457730" cy="1037207"/>
              </a:xfrm>
              <a:prstGeom prst="rect">
                <a:avLst/>
              </a:prstGeom>
              <a:blipFill rotWithShape="0">
                <a:blip r:embed="rId2"/>
                <a:stretch>
                  <a:fillRect/>
                </a:stretch>
              </a:blipFill>
            </p:spPr>
            <p:txBody>
              <a:bodyPr/>
              <a:lstStyle/>
              <a:p>
                <a:r>
                  <a:rPr lang="en-US">
                    <a:noFill/>
                  </a:rPr>
                  <a:t> </a:t>
                </a:r>
              </a:p>
            </p:txBody>
          </p:sp>
        </mc:Fallback>
      </mc:AlternateContent>
      <p:sp>
        <p:nvSpPr>
          <p:cNvPr id="2" name="Title 1"/>
          <p:cNvSpPr>
            <a:spLocks noGrp="1"/>
          </p:cNvSpPr>
          <p:nvPr>
            <p:ph type="title"/>
          </p:nvPr>
        </p:nvSpPr>
        <p:spPr/>
        <p:txBody>
          <a:bodyPr/>
          <a:lstStyle/>
          <a:p>
            <a:r>
              <a:rPr lang="en-GB" dirty="0"/>
              <a:t>Method 3 ⇝ Example 5(</a:t>
            </a:r>
            <a:r>
              <a:rPr lang="en-GB" dirty="0">
                <a:solidFill>
                  <a:srgbClr val="FF0000"/>
                </a:solidFill>
              </a:rPr>
              <a:t>Continue</a:t>
            </a:r>
            <a:r>
              <a:rPr lang="en-GB" dirty="0"/>
              <a:t>)</a:t>
            </a:r>
            <a:endParaRPr lang="en-US" dirty="0"/>
          </a:p>
        </p:txBody>
      </p:sp>
      <p:sp>
        <p:nvSpPr>
          <p:cNvPr id="11" name="Rectangle 10"/>
          <p:cNvSpPr/>
          <p:nvPr/>
        </p:nvSpPr>
        <p:spPr>
          <a:xfrm>
            <a:off x="137270" y="3186233"/>
            <a:ext cx="4758034" cy="523220"/>
          </a:xfrm>
          <a:prstGeom prst="rect">
            <a:avLst/>
          </a:prstGeom>
        </p:spPr>
        <p:txBody>
          <a:bodyPr wrap="none">
            <a:spAutoFit/>
          </a:bodyPr>
          <a:lstStyle/>
          <a:p>
            <a:r>
              <a:rPr lang="en-US" sz="2800" dirty="0">
                <a:solidFill>
                  <a:srgbClr val="002060"/>
                </a:solidFill>
                <a:latin typeface="+mj-lt"/>
              </a:rPr>
              <a:t>Now Regression Line of </a:t>
            </a:r>
            <a:r>
              <a:rPr lang="en-US" sz="2800" b="1" dirty="0">
                <a:solidFill>
                  <a:srgbClr val="002060"/>
                </a:solidFill>
                <a:latin typeface="+mj-lt"/>
              </a:rPr>
              <a:t>x on y</a:t>
            </a:r>
            <a:r>
              <a:rPr lang="en-US" sz="2800" dirty="0">
                <a:solidFill>
                  <a:srgbClr val="002060"/>
                </a:solidFill>
                <a:latin typeface="+mj-lt"/>
              </a:rPr>
              <a:t> is</a:t>
            </a:r>
            <a:endParaRPr lang="en-US" sz="2800" dirty="0">
              <a:solidFill>
                <a:srgbClr val="002060"/>
              </a:solidFill>
              <a:latin typeface="Cambria Math" panose="02040503050406030204" pitchFamily="18" charset="0"/>
              <a:ea typeface="Cambria Math" panose="02040503050406030204" pitchFamily="18" charset="0"/>
            </a:endParaRPr>
          </a:p>
        </p:txBody>
      </p:sp>
      <mc:AlternateContent xmlns:mc="http://schemas.openxmlformats.org/markup-compatibility/2006" xmlns:a14="http://schemas.microsoft.com/office/drawing/2010/main">
        <mc:Choice Requires="a14">
          <p:sp>
            <p:nvSpPr>
              <p:cNvPr id="32" name="Rectangle 31"/>
              <p:cNvSpPr/>
              <p:nvPr/>
            </p:nvSpPr>
            <p:spPr>
              <a:xfrm>
                <a:off x="153790" y="3991964"/>
                <a:ext cx="4088940" cy="954172"/>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a:solidFill>
                            <a:schemeClr val="bg1"/>
                          </a:solidFill>
                          <a:latin typeface="Cambria Math" panose="02040503050406030204" pitchFamily="18" charset="0"/>
                          <a:ea typeface="Cambria Math" panose="02040503050406030204" pitchFamily="18" charset="0"/>
                        </a:rPr>
                        <m:t>∴</m:t>
                      </m:r>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m:t>
                      </m:r>
                      <m:acc>
                        <m:accPr>
                          <m:chr m:val="̅"/>
                          <m:ctrlPr>
                            <a:rPr lang="en-US" sz="2800" i="1">
                              <a:solidFill>
                                <a:srgbClr val="002060"/>
                              </a:solidFill>
                              <a:latin typeface="Cambria Math" panose="02040503050406030204" pitchFamily="18" charset="0"/>
                            </a:rPr>
                          </m:ctrlPr>
                        </m:accPr>
                        <m:e>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 </m:t>
                          </m:r>
                        </m:e>
                      </m:acc>
                      <m:r>
                        <a:rPr lang="en-US" sz="2800">
                          <a:solidFill>
                            <a:srgbClr val="002060"/>
                          </a:solidFill>
                          <a:latin typeface="Cambria Math" panose="02040503050406030204" pitchFamily="18" charset="0"/>
                        </a:rPr>
                        <m:t>=</m:t>
                      </m:r>
                      <m:r>
                        <m:rPr>
                          <m:sty m:val="p"/>
                        </m:rPr>
                        <a:rPr lang="en-US" sz="2800">
                          <a:solidFill>
                            <a:srgbClr val="7030A0"/>
                          </a:solidFill>
                          <a:latin typeface="Cambria Math" panose="02040503050406030204" pitchFamily="18" charset="0"/>
                        </a:rPr>
                        <m:t>r</m:t>
                      </m:r>
                      <m:f>
                        <m:fPr>
                          <m:ctrlPr>
                            <a:rPr lang="en-US" sz="2800" i="1">
                              <a:solidFill>
                                <a:srgbClr val="7030A0"/>
                              </a:solidFill>
                              <a:latin typeface="Cambria Math" panose="02040503050406030204" pitchFamily="18" charset="0"/>
                            </a:rPr>
                          </m:ctrlPr>
                        </m:fPr>
                        <m:num>
                          <m:r>
                            <a:rPr lang="en-US" sz="2800">
                              <a:solidFill>
                                <a:srgbClr val="7030A0"/>
                              </a:solidFill>
                              <a:latin typeface="Cambria Math" panose="02040503050406030204" pitchFamily="18" charset="0"/>
                            </a:rPr>
                            <m:t> </m:t>
                          </m:r>
                          <m:sSub>
                            <m:sSubPr>
                              <m:ctrlPr>
                                <a:rPr lang="en-US" sz="2800" i="1">
                                  <a:solidFill>
                                    <a:srgbClr val="7030A0"/>
                                  </a:solidFill>
                                  <a:latin typeface="Cambria Math" panose="02040503050406030204" pitchFamily="18" charset="0"/>
                                </a:rPr>
                              </m:ctrlPr>
                            </m:sSubPr>
                            <m:e>
                              <m:r>
                                <m:rPr>
                                  <m:sty m:val="p"/>
                                </m:rPr>
                                <a:rPr lang="en-US" sz="2800">
                                  <a:solidFill>
                                    <a:srgbClr val="7030A0"/>
                                  </a:solidFill>
                                  <a:latin typeface="Cambria Math" panose="02040503050406030204" pitchFamily="18" charset="0"/>
                                </a:rPr>
                                <m:t>σ</m:t>
                              </m:r>
                            </m:e>
                            <m:sub>
                              <m:r>
                                <m:rPr>
                                  <m:sty m:val="p"/>
                                </m:rPr>
                                <a:rPr lang="en-US" sz="2800">
                                  <a:solidFill>
                                    <a:srgbClr val="7030A0"/>
                                  </a:solidFill>
                                  <a:latin typeface="Cambria Math" panose="02040503050406030204" pitchFamily="18" charset="0"/>
                                </a:rPr>
                                <m:t>x</m:t>
                              </m:r>
                            </m:sub>
                          </m:sSub>
                          <m:r>
                            <a:rPr lang="en-US" sz="2800">
                              <a:solidFill>
                                <a:srgbClr val="7030A0"/>
                              </a:solidFill>
                              <a:latin typeface="Cambria Math" panose="02040503050406030204" pitchFamily="18" charset="0"/>
                            </a:rPr>
                            <m:t> </m:t>
                          </m:r>
                        </m:num>
                        <m:den>
                          <m:r>
                            <a:rPr lang="en-US" sz="2800">
                              <a:solidFill>
                                <a:srgbClr val="7030A0"/>
                              </a:solidFill>
                              <a:latin typeface="Cambria Math" panose="02040503050406030204" pitchFamily="18" charset="0"/>
                            </a:rPr>
                            <m:t> </m:t>
                          </m:r>
                          <m:sSub>
                            <m:sSubPr>
                              <m:ctrlPr>
                                <a:rPr lang="en-US" sz="2800" i="1">
                                  <a:solidFill>
                                    <a:srgbClr val="7030A0"/>
                                  </a:solidFill>
                                  <a:latin typeface="Cambria Math" panose="02040503050406030204" pitchFamily="18" charset="0"/>
                                </a:rPr>
                              </m:ctrlPr>
                            </m:sSubPr>
                            <m:e>
                              <m:r>
                                <m:rPr>
                                  <m:sty m:val="p"/>
                                </m:rPr>
                                <a:rPr lang="en-US" sz="2800">
                                  <a:solidFill>
                                    <a:srgbClr val="7030A0"/>
                                  </a:solidFill>
                                  <a:latin typeface="Cambria Math" panose="02040503050406030204" pitchFamily="18" charset="0"/>
                                </a:rPr>
                                <m:t>σ</m:t>
                              </m:r>
                            </m:e>
                            <m:sub>
                              <m:r>
                                <m:rPr>
                                  <m:sty m:val="p"/>
                                </m:rPr>
                                <a:rPr lang="en-US" sz="2800">
                                  <a:solidFill>
                                    <a:srgbClr val="7030A0"/>
                                  </a:solidFill>
                                  <a:latin typeface="Cambria Math" panose="02040503050406030204" pitchFamily="18" charset="0"/>
                                </a:rPr>
                                <m:t>y</m:t>
                              </m:r>
                            </m:sub>
                          </m:sSub>
                          <m:r>
                            <a:rPr lang="en-US" sz="2800">
                              <a:solidFill>
                                <a:srgbClr val="7030A0"/>
                              </a:solidFill>
                              <a:latin typeface="Cambria Math" panose="02040503050406030204" pitchFamily="18" charset="0"/>
                            </a:rPr>
                            <m:t> </m:t>
                          </m:r>
                        </m:den>
                      </m:f>
                      <m:d>
                        <m:dPr>
                          <m:ctrlPr>
                            <a:rPr lang="en-US"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m:t>
                          </m:r>
                          <m:acc>
                            <m:accPr>
                              <m:chr m:val="̅"/>
                              <m:ctrlPr>
                                <a:rPr lang="en-US" sz="2800" i="1">
                                  <a:solidFill>
                                    <a:srgbClr val="002060"/>
                                  </a:solidFill>
                                  <a:latin typeface="Cambria Math" panose="02040503050406030204" pitchFamily="18" charset="0"/>
                                </a:rPr>
                              </m:ctrlPr>
                            </m:accPr>
                            <m:e>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 </m:t>
                              </m:r>
                            </m:e>
                          </m:acc>
                        </m:e>
                      </m:d>
                    </m:oMath>
                  </m:oMathPara>
                </a14:m>
                <a:endParaRPr lang="en-US" sz="2800" dirty="0">
                  <a:solidFill>
                    <a:srgbClr val="002060"/>
                  </a:solidFill>
                </a:endParaRPr>
              </a:p>
            </p:txBody>
          </p:sp>
        </mc:Choice>
        <mc:Fallback xmlns="">
          <p:sp>
            <p:nvSpPr>
              <p:cNvPr id="32" name="Rectangle 31"/>
              <p:cNvSpPr>
                <a:spLocks noRot="1" noChangeAspect="1" noMove="1" noResize="1" noEditPoints="1" noAdjustHandles="1" noChangeArrowheads="1" noChangeShapeType="1" noTextEdit="1"/>
              </p:cNvSpPr>
              <p:nvPr/>
            </p:nvSpPr>
            <p:spPr>
              <a:xfrm>
                <a:off x="153790" y="3991964"/>
                <a:ext cx="4088940" cy="954172"/>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1039863" y="5403263"/>
                <a:ext cx="1135247"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b="0" i="1" smtClean="0">
                          <a:solidFill>
                            <a:srgbClr val="002060"/>
                          </a:solidFill>
                          <a:latin typeface="Cambria Math" panose="02040503050406030204" pitchFamily="18" charset="0"/>
                          <a:ea typeface="Cambria Math" panose="02040503050406030204" pitchFamily="18" charset="0"/>
                        </a:rPr>
                        <m:t>2.463</m:t>
                      </m:r>
                    </m:oMath>
                  </m:oMathPara>
                </a14:m>
                <a:endParaRPr lang="en-US" sz="2800" dirty="0">
                  <a:solidFill>
                    <a:srgbClr val="002060"/>
                  </a:solidFill>
                </a:endParaRPr>
              </a:p>
            </p:txBody>
          </p:sp>
        </mc:Choice>
        <mc:Fallback xmlns="">
          <p:sp>
            <p:nvSpPr>
              <p:cNvPr id="13" name="Rectangle 12"/>
              <p:cNvSpPr>
                <a:spLocks noRot="1" noChangeAspect="1" noMove="1" noResize="1" noEditPoints="1" noAdjustHandles="1" noChangeArrowheads="1" noChangeShapeType="1" noTextEdit="1"/>
              </p:cNvSpPr>
              <p:nvPr/>
            </p:nvSpPr>
            <p:spPr>
              <a:xfrm>
                <a:off x="1039863" y="5403263"/>
                <a:ext cx="1135247" cy="52322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5264899" y="5409558"/>
                <a:ext cx="1135247"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2</m:t>
                      </m:r>
                      <m:r>
                        <a:rPr lang="en-US" sz="2800" b="0" i="1" smtClean="0">
                          <a:solidFill>
                            <a:srgbClr val="002060"/>
                          </a:solidFill>
                          <a:latin typeface="Cambria Math" panose="02040503050406030204" pitchFamily="18" charset="0"/>
                          <a:ea typeface="Cambria Math" panose="02040503050406030204" pitchFamily="18" charset="0"/>
                        </a:rPr>
                        <m:t>.797</m:t>
                      </m:r>
                    </m:oMath>
                  </m:oMathPara>
                </a14:m>
                <a:endParaRPr lang="en-US" sz="2800" dirty="0">
                  <a:solidFill>
                    <a:srgbClr val="002060"/>
                  </a:solidFill>
                </a:endParaRPr>
              </a:p>
            </p:txBody>
          </p:sp>
        </mc:Choice>
        <mc:Fallback xmlns="">
          <p:sp>
            <p:nvSpPr>
              <p:cNvPr id="14" name="Rectangle 13"/>
              <p:cNvSpPr>
                <a:spLocks noRot="1" noChangeAspect="1" noMove="1" noResize="1" noEditPoints="1" noAdjustHandles="1" noChangeArrowheads="1" noChangeShapeType="1" noTextEdit="1"/>
              </p:cNvSpPr>
              <p:nvPr/>
            </p:nvSpPr>
            <p:spPr>
              <a:xfrm>
                <a:off x="5264899" y="5409558"/>
                <a:ext cx="1135247" cy="523220"/>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p:cNvSpPr/>
              <p:nvPr/>
            </p:nvSpPr>
            <p:spPr>
              <a:xfrm>
                <a:off x="3430405" y="5137753"/>
                <a:ext cx="1135247"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b="0" i="1" smtClean="0">
                          <a:solidFill>
                            <a:srgbClr val="002060"/>
                          </a:solidFill>
                          <a:latin typeface="Cambria Math" panose="02040503050406030204" pitchFamily="18" charset="0"/>
                          <a:ea typeface="Cambria Math" panose="02040503050406030204" pitchFamily="18" charset="0"/>
                        </a:rPr>
                        <m:t>0.326</m:t>
                      </m:r>
                    </m:oMath>
                  </m:oMathPara>
                </a14:m>
                <a:endParaRPr lang="en-US" sz="2800" dirty="0">
                  <a:solidFill>
                    <a:srgbClr val="002060"/>
                  </a:solidFill>
                </a:endParaRPr>
              </a:p>
            </p:txBody>
          </p:sp>
        </mc:Choice>
        <mc:Fallback xmlns="">
          <p:sp>
            <p:nvSpPr>
              <p:cNvPr id="17" name="Rectangle 16"/>
              <p:cNvSpPr>
                <a:spLocks noRot="1" noChangeAspect="1" noMove="1" noResize="1" noEditPoints="1" noAdjustHandles="1" noChangeArrowheads="1" noChangeShapeType="1" noTextEdit="1"/>
              </p:cNvSpPr>
              <p:nvPr/>
            </p:nvSpPr>
            <p:spPr>
              <a:xfrm>
                <a:off x="3430405" y="5137753"/>
                <a:ext cx="1135247" cy="523220"/>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p:cNvSpPr/>
              <p:nvPr/>
            </p:nvSpPr>
            <p:spPr>
              <a:xfrm>
                <a:off x="3438668" y="5777711"/>
                <a:ext cx="1135247"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b="0" i="1" smtClean="0">
                          <a:solidFill>
                            <a:srgbClr val="002060"/>
                          </a:solidFill>
                          <a:latin typeface="Cambria Math" panose="02040503050406030204" pitchFamily="18" charset="0"/>
                        </a:rPr>
                        <m:t>0.207</m:t>
                      </m:r>
                    </m:oMath>
                  </m:oMathPara>
                </a14:m>
                <a:endParaRPr lang="en-US" sz="2800" dirty="0">
                  <a:solidFill>
                    <a:srgbClr val="002060"/>
                  </a:solidFill>
                </a:endParaRPr>
              </a:p>
            </p:txBody>
          </p:sp>
        </mc:Choice>
        <mc:Fallback xmlns="">
          <p:sp>
            <p:nvSpPr>
              <p:cNvPr id="18" name="Rectangle 17"/>
              <p:cNvSpPr>
                <a:spLocks noRot="1" noChangeAspect="1" noMove="1" noResize="1" noEditPoints="1" noAdjustHandles="1" noChangeArrowheads="1" noChangeShapeType="1" noTextEdit="1"/>
              </p:cNvSpPr>
              <p:nvPr/>
            </p:nvSpPr>
            <p:spPr>
              <a:xfrm>
                <a:off x="3438668" y="5777711"/>
                <a:ext cx="1135247" cy="523220"/>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p:cNvSpPr/>
              <p:nvPr/>
            </p:nvSpPr>
            <p:spPr>
              <a:xfrm>
                <a:off x="2356345" y="5408049"/>
                <a:ext cx="1135247"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0</m:t>
                      </m:r>
                      <m:r>
                        <a:rPr lang="en-US" sz="2800" b="0" i="1" smtClean="0">
                          <a:solidFill>
                            <a:srgbClr val="002060"/>
                          </a:solidFill>
                          <a:latin typeface="Cambria Math" panose="02040503050406030204" pitchFamily="18" charset="0"/>
                          <a:ea typeface="Cambria Math" panose="02040503050406030204" pitchFamily="18" charset="0"/>
                        </a:rPr>
                        <m:t>.774</m:t>
                      </m:r>
                    </m:oMath>
                  </m:oMathPara>
                </a14:m>
                <a:endParaRPr lang="en-US" sz="2800" dirty="0">
                  <a:solidFill>
                    <a:srgbClr val="002060"/>
                  </a:solidFill>
                </a:endParaRPr>
              </a:p>
            </p:txBody>
          </p:sp>
        </mc:Choice>
        <mc:Fallback xmlns="">
          <p:sp>
            <p:nvSpPr>
              <p:cNvPr id="19" name="Rectangle 18"/>
              <p:cNvSpPr>
                <a:spLocks noRot="1" noChangeAspect="1" noMove="1" noResize="1" noEditPoints="1" noAdjustHandles="1" noChangeArrowheads="1" noChangeShapeType="1" noTextEdit="1"/>
              </p:cNvSpPr>
              <p:nvPr/>
            </p:nvSpPr>
            <p:spPr>
              <a:xfrm>
                <a:off x="2356345" y="5408049"/>
                <a:ext cx="1135247" cy="523220"/>
              </a:xfrm>
              <a:prstGeom prst="rect">
                <a:avLst/>
              </a:prstGeom>
              <a:blipFill rotWithShape="0">
                <a:blip r:embed="rId8"/>
                <a:stretch>
                  <a:fillRect/>
                </a:stretch>
              </a:blipFill>
            </p:spPr>
            <p:txBody>
              <a:bodyPr/>
              <a:lstStyle/>
              <a:p>
                <a:r>
                  <a:rPr lang="en-US">
                    <a:noFill/>
                  </a:rPr>
                  <a:t> </a:t>
                </a:r>
              </a:p>
            </p:txBody>
          </p:sp>
        </mc:Fallback>
      </mc:AlternateContent>
      <p:sp>
        <p:nvSpPr>
          <p:cNvPr id="21" name="Rectangle 20">
            <a:extLst>
              <a:ext uri="{FF2B5EF4-FFF2-40B4-BE49-F238E27FC236}">
                <a16:creationId xmlns:a16="http://schemas.microsoft.com/office/drawing/2014/main" id="{B2D3FB0B-D709-43AC-B65F-29361B504B61}"/>
              </a:ext>
            </a:extLst>
          </p:cNvPr>
          <p:cNvSpPr/>
          <p:nvPr/>
        </p:nvSpPr>
        <p:spPr>
          <a:xfrm>
            <a:off x="137270" y="880115"/>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22" name="Rectangle 21"/>
              <p:cNvSpPr/>
              <p:nvPr/>
            </p:nvSpPr>
            <p:spPr>
              <a:xfrm>
                <a:off x="137270" y="1572249"/>
                <a:ext cx="5044138" cy="523220"/>
              </a:xfrm>
              <a:prstGeom prst="rect">
                <a:avLst/>
              </a:prstGeom>
            </p:spPr>
            <p:txBody>
              <a:bodyPr wrap="none">
                <a:spAutoFit/>
              </a:bodyPr>
              <a:lstStyle/>
              <a:p>
                <a:r>
                  <a:rPr lang="en-US" sz="2800" b="0" i="0" dirty="0">
                    <a:solidFill>
                      <a:srgbClr val="002060"/>
                    </a:solidFill>
                    <a:latin typeface="+mj-lt"/>
                    <a:ea typeface="Cambria Math" panose="02040503050406030204" pitchFamily="18" charset="0"/>
                  </a:rPr>
                  <a:t>From the given data</a:t>
                </a:r>
                <a14:m>
                  <m:oMath xmlns:m="http://schemas.openxmlformats.org/officeDocument/2006/math">
                    <m:r>
                      <a:rPr lang="en-US" sz="2800" b="0" i="0" smtClean="0">
                        <a:solidFill>
                          <a:srgbClr val="002060"/>
                        </a:solidFill>
                        <a:latin typeface="Cambria Math" panose="02040503050406030204" pitchFamily="18" charset="0"/>
                        <a:ea typeface="Cambria Math" panose="02040503050406030204" pitchFamily="18" charset="0"/>
                      </a:rPr>
                      <m:t>   </m:t>
                    </m:r>
                    <m:r>
                      <a:rPr lang="en-US" sz="2800" b="0" i="1" smtClean="0">
                        <a:solidFill>
                          <a:srgbClr val="002060"/>
                        </a:solidFill>
                        <a:latin typeface="Cambria Math" panose="02040503050406030204" pitchFamily="18" charset="0"/>
                        <a:ea typeface="Cambria Math" panose="02040503050406030204" pitchFamily="18" charset="0"/>
                      </a:rPr>
                      <m:t> </m:t>
                    </m:r>
                    <m:acc>
                      <m:accPr>
                        <m:chr m:val="̅"/>
                        <m:ctrlPr>
                          <a:rPr lang="en-US" sz="2800" i="1">
                            <a:solidFill>
                              <a:srgbClr val="002060"/>
                            </a:solidFill>
                            <a:latin typeface="Cambria Math" panose="02040503050406030204" pitchFamily="18" charset="0"/>
                          </a:rPr>
                        </m:ctrlPr>
                      </m:accPr>
                      <m:e>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 </m:t>
                        </m:r>
                      </m:e>
                    </m:acc>
                    <m:r>
                      <a:rPr lang="en-US" sz="2800" b="0" i="1" smtClean="0">
                        <a:solidFill>
                          <a:srgbClr val="002060"/>
                        </a:solidFill>
                        <a:latin typeface="Cambria Math" panose="02040503050406030204" pitchFamily="18" charset="0"/>
                      </a:rPr>
                      <m:t>=2.463</m:t>
                    </m:r>
                    <m:r>
                      <a:rPr lang="en-US" sz="2800" b="0" i="0" smtClean="0">
                        <a:solidFill>
                          <a:srgbClr val="002060"/>
                        </a:solidFill>
                        <a:latin typeface="Cambria Math" panose="02040503050406030204" pitchFamily="18" charset="0"/>
                      </a:rPr>
                      <m:t>,</m:t>
                    </m:r>
                  </m:oMath>
                </a14:m>
                <a:endParaRPr lang="en-US" sz="2800" dirty="0"/>
              </a:p>
            </p:txBody>
          </p:sp>
        </mc:Choice>
        <mc:Fallback xmlns="">
          <p:sp>
            <p:nvSpPr>
              <p:cNvPr id="22" name="Rectangle 21"/>
              <p:cNvSpPr>
                <a:spLocks noRot="1" noChangeAspect="1" noMove="1" noResize="1" noEditPoints="1" noAdjustHandles="1" noChangeArrowheads="1" noChangeShapeType="1" noTextEdit="1"/>
              </p:cNvSpPr>
              <p:nvPr/>
            </p:nvSpPr>
            <p:spPr>
              <a:xfrm>
                <a:off x="137270" y="1572249"/>
                <a:ext cx="5044138" cy="523220"/>
              </a:xfrm>
              <a:prstGeom prst="rect">
                <a:avLst/>
              </a:prstGeom>
              <a:blipFill rotWithShape="0">
                <a:blip r:embed="rId9"/>
                <a:stretch>
                  <a:fillRect l="-2539" t="-12791"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p:cNvSpPr/>
              <p:nvPr/>
            </p:nvSpPr>
            <p:spPr>
              <a:xfrm>
                <a:off x="153790" y="2380502"/>
                <a:ext cx="5122684"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m:rPr>
                          <m:nor/>
                        </m:rPr>
                        <a:rPr lang="en-US" sz="2800" dirty="0" smtClean="0">
                          <a:solidFill>
                            <a:schemeClr val="bg1"/>
                          </a:solidFill>
                          <a:ea typeface="Cambria Math" panose="02040503050406030204" pitchFamily="18" charset="0"/>
                        </a:rPr>
                        <m:t>From</m:t>
                      </m:r>
                      <m:r>
                        <m:rPr>
                          <m:nor/>
                        </m:rPr>
                        <a:rPr lang="en-US" sz="2800" dirty="0" smtClean="0">
                          <a:solidFill>
                            <a:schemeClr val="bg1"/>
                          </a:solidFill>
                          <a:ea typeface="Cambria Math" panose="02040503050406030204" pitchFamily="18" charset="0"/>
                        </a:rPr>
                        <m:t> </m:t>
                      </m:r>
                      <m:r>
                        <m:rPr>
                          <m:nor/>
                        </m:rPr>
                        <a:rPr lang="en-US" sz="2800" dirty="0" smtClean="0">
                          <a:solidFill>
                            <a:schemeClr val="bg1"/>
                          </a:solidFill>
                          <a:ea typeface="Cambria Math" panose="02040503050406030204" pitchFamily="18" charset="0"/>
                        </a:rPr>
                        <m:t>the</m:t>
                      </m:r>
                      <m:r>
                        <m:rPr>
                          <m:nor/>
                        </m:rPr>
                        <a:rPr lang="en-US" sz="2800" dirty="0" smtClean="0">
                          <a:solidFill>
                            <a:schemeClr val="bg1"/>
                          </a:solidFill>
                          <a:ea typeface="Cambria Math" panose="02040503050406030204" pitchFamily="18" charset="0"/>
                        </a:rPr>
                        <m:t> </m:t>
                      </m:r>
                      <m:r>
                        <m:rPr>
                          <m:nor/>
                        </m:rPr>
                        <a:rPr lang="en-US" sz="2800" dirty="0" smtClean="0">
                          <a:solidFill>
                            <a:schemeClr val="bg1"/>
                          </a:solidFill>
                          <a:ea typeface="Cambria Math" panose="02040503050406030204" pitchFamily="18" charset="0"/>
                        </a:rPr>
                        <m:t>given</m:t>
                      </m:r>
                      <m:r>
                        <m:rPr>
                          <m:nor/>
                        </m:rPr>
                        <a:rPr lang="en-US" sz="2800" dirty="0" smtClean="0">
                          <a:solidFill>
                            <a:schemeClr val="bg1"/>
                          </a:solidFill>
                          <a:ea typeface="Cambria Math" panose="02040503050406030204" pitchFamily="18" charset="0"/>
                        </a:rPr>
                        <m:t> </m:t>
                      </m:r>
                      <m:r>
                        <m:rPr>
                          <m:nor/>
                        </m:rPr>
                        <a:rPr lang="en-US" sz="2800" dirty="0" smtClean="0">
                          <a:solidFill>
                            <a:schemeClr val="bg1"/>
                          </a:solidFill>
                          <a:ea typeface="Cambria Math" panose="02040503050406030204" pitchFamily="18" charset="0"/>
                        </a:rPr>
                        <m:t>data</m:t>
                      </m:r>
                      <m:r>
                        <a:rPr lang="en-US" sz="2800" b="0" i="1" dirty="0" smtClean="0">
                          <a:solidFill>
                            <a:schemeClr val="bg1"/>
                          </a:solidFill>
                          <a:latin typeface="Cambria Math" panose="02040503050406030204" pitchFamily="18" charset="0"/>
                          <a:ea typeface="Cambria Math" panose="02040503050406030204" pitchFamily="18" charset="0"/>
                        </a:rPr>
                        <m:t>    </m:t>
                      </m:r>
                      <m:acc>
                        <m:accPr>
                          <m:chr m:val="̅"/>
                          <m:ctrlPr>
                            <a:rPr lang="en-US" sz="2800" i="1" smtClean="0">
                              <a:solidFill>
                                <a:srgbClr val="002060"/>
                              </a:solidFill>
                              <a:latin typeface="Cambria Math" panose="02040503050406030204" pitchFamily="18" charset="0"/>
                            </a:rPr>
                          </m:ctrlPr>
                        </m:accPr>
                        <m:e>
                          <m:r>
                            <a:rPr lang="en-US" sz="2800" smtClean="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 </m:t>
                          </m:r>
                        </m:e>
                      </m:acc>
                      <m:r>
                        <a:rPr lang="en-US" sz="2800" b="0" i="0" smtClean="0">
                          <a:solidFill>
                            <a:srgbClr val="002060"/>
                          </a:solidFill>
                          <a:latin typeface="Cambria Math" panose="02040503050406030204" pitchFamily="18" charset="0"/>
                        </a:rPr>
                        <m:t>=2.797,</m:t>
                      </m:r>
                    </m:oMath>
                  </m:oMathPara>
                </a14:m>
                <a:endParaRPr lang="en-US" sz="2800" dirty="0"/>
              </a:p>
            </p:txBody>
          </p:sp>
        </mc:Choice>
        <mc:Fallback xmlns="">
          <p:sp>
            <p:nvSpPr>
              <p:cNvPr id="23" name="Rectangle 22"/>
              <p:cNvSpPr>
                <a:spLocks noRot="1" noChangeAspect="1" noMove="1" noResize="1" noEditPoints="1" noAdjustHandles="1" noChangeArrowheads="1" noChangeShapeType="1" noTextEdit="1"/>
              </p:cNvSpPr>
              <p:nvPr/>
            </p:nvSpPr>
            <p:spPr>
              <a:xfrm>
                <a:off x="153790" y="2380502"/>
                <a:ext cx="5122684" cy="523220"/>
              </a:xfrm>
              <a:prstGeom prst="rect">
                <a:avLst/>
              </a:prstGeom>
              <a:blipFill rotWithShape="0">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Rectangle 23"/>
              <p:cNvSpPr/>
              <p:nvPr/>
            </p:nvSpPr>
            <p:spPr>
              <a:xfrm>
                <a:off x="8483030" y="2375601"/>
                <a:ext cx="1751570"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m:rPr>
                          <m:sty m:val="p"/>
                        </m:rPr>
                        <a:rPr lang="en-US" sz="2800" smtClean="0">
                          <a:solidFill>
                            <a:srgbClr val="002060"/>
                          </a:solidFill>
                          <a:latin typeface="Cambria Math" panose="02040503050406030204" pitchFamily="18" charset="0"/>
                        </a:rPr>
                        <m:t>r</m:t>
                      </m:r>
                      <m:r>
                        <a:rPr lang="en-US" sz="2800" b="0" i="0" smtClean="0">
                          <a:solidFill>
                            <a:srgbClr val="002060"/>
                          </a:solidFill>
                          <a:latin typeface="Cambria Math" panose="02040503050406030204" pitchFamily="18" charset="0"/>
                        </a:rPr>
                        <m:t>=0.774</m:t>
                      </m:r>
                    </m:oMath>
                  </m:oMathPara>
                </a14:m>
                <a:endParaRPr lang="en-US" sz="2800" dirty="0"/>
              </a:p>
            </p:txBody>
          </p:sp>
        </mc:Choice>
        <mc:Fallback xmlns="">
          <p:sp>
            <p:nvSpPr>
              <p:cNvPr id="24" name="Rectangle 23"/>
              <p:cNvSpPr>
                <a:spLocks noRot="1" noChangeAspect="1" noMove="1" noResize="1" noEditPoints="1" noAdjustHandles="1" noChangeArrowheads="1" noChangeShapeType="1" noTextEdit="1"/>
              </p:cNvSpPr>
              <p:nvPr/>
            </p:nvSpPr>
            <p:spPr>
              <a:xfrm>
                <a:off x="8483030" y="2375601"/>
                <a:ext cx="1751570" cy="523220"/>
              </a:xfrm>
              <a:prstGeom prst="rect">
                <a:avLst/>
              </a:prstGeom>
              <a:blipFill rotWithShape="0">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Rectangle 24"/>
              <p:cNvSpPr/>
              <p:nvPr/>
            </p:nvSpPr>
            <p:spPr>
              <a:xfrm>
                <a:off x="5994927" y="1572249"/>
                <a:ext cx="2438103" cy="523220"/>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sz="2800" i="1" smtClean="0">
                              <a:solidFill>
                                <a:srgbClr val="002060"/>
                              </a:solidFill>
                              <a:latin typeface="Cambria Math" panose="02040503050406030204" pitchFamily="18" charset="0"/>
                            </a:rPr>
                          </m:ctrlPr>
                        </m:sSubPr>
                        <m:e>
                          <m:r>
                            <m:rPr>
                              <m:sty m:val="p"/>
                            </m:rPr>
                            <a:rPr lang="en-US" sz="2800">
                              <a:solidFill>
                                <a:srgbClr val="002060"/>
                              </a:solidFill>
                              <a:latin typeface="Cambria Math" panose="02040503050406030204" pitchFamily="18" charset="0"/>
                            </a:rPr>
                            <m:t>σ</m:t>
                          </m:r>
                        </m:e>
                        <m:sub>
                          <m:r>
                            <m:rPr>
                              <m:sty m:val="p"/>
                            </m:rPr>
                            <a:rPr lang="en-US" sz="2800">
                              <a:solidFill>
                                <a:srgbClr val="002060"/>
                              </a:solidFill>
                              <a:latin typeface="Cambria Math" panose="02040503050406030204" pitchFamily="18" charset="0"/>
                            </a:rPr>
                            <m:t>x</m:t>
                          </m:r>
                        </m:sub>
                      </m:sSub>
                      <m:r>
                        <a:rPr lang="en-US" sz="2800" b="0" i="1" smtClean="0">
                          <a:solidFill>
                            <a:srgbClr val="002060"/>
                          </a:solidFill>
                          <a:latin typeface="Cambria Math" panose="02040503050406030204" pitchFamily="18" charset="0"/>
                        </a:rPr>
                        <m:t>=0.326,</m:t>
                      </m:r>
                    </m:oMath>
                  </m:oMathPara>
                </a14:m>
                <a:endParaRPr lang="en-US" sz="2800" dirty="0"/>
              </a:p>
            </p:txBody>
          </p:sp>
        </mc:Choice>
        <mc:Fallback xmlns="">
          <p:sp>
            <p:nvSpPr>
              <p:cNvPr id="25" name="Rectangle 24"/>
              <p:cNvSpPr>
                <a:spLocks noRot="1" noChangeAspect="1" noMove="1" noResize="1" noEditPoints="1" noAdjustHandles="1" noChangeArrowheads="1" noChangeShapeType="1" noTextEdit="1"/>
              </p:cNvSpPr>
              <p:nvPr/>
            </p:nvSpPr>
            <p:spPr>
              <a:xfrm>
                <a:off x="5994927" y="1572249"/>
                <a:ext cx="2438103" cy="523220"/>
              </a:xfrm>
              <a:prstGeom prst="rect">
                <a:avLst/>
              </a:prstGeom>
              <a:blipFill rotWithShape="0">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Rectangle 25"/>
              <p:cNvSpPr/>
              <p:nvPr/>
            </p:nvSpPr>
            <p:spPr>
              <a:xfrm>
                <a:off x="5994927" y="2360689"/>
                <a:ext cx="2245743" cy="562846"/>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sz="2800" i="1" smtClean="0">
                              <a:solidFill>
                                <a:srgbClr val="002060"/>
                              </a:solidFill>
                              <a:latin typeface="Cambria Math" panose="02040503050406030204" pitchFamily="18" charset="0"/>
                            </a:rPr>
                          </m:ctrlPr>
                        </m:sSubPr>
                        <m:e>
                          <m:r>
                            <m:rPr>
                              <m:sty m:val="p"/>
                            </m:rPr>
                            <a:rPr lang="en-US" sz="2800">
                              <a:solidFill>
                                <a:srgbClr val="002060"/>
                              </a:solidFill>
                              <a:latin typeface="Cambria Math" panose="02040503050406030204" pitchFamily="18" charset="0"/>
                            </a:rPr>
                            <m:t>σ</m:t>
                          </m:r>
                        </m:e>
                        <m:sub>
                          <m:r>
                            <m:rPr>
                              <m:sty m:val="p"/>
                            </m:rPr>
                            <a:rPr lang="en-US" sz="2800">
                              <a:solidFill>
                                <a:srgbClr val="002060"/>
                              </a:solidFill>
                              <a:latin typeface="Cambria Math" panose="02040503050406030204" pitchFamily="18" charset="0"/>
                            </a:rPr>
                            <m:t>y</m:t>
                          </m:r>
                        </m:sub>
                      </m:sSub>
                      <m:r>
                        <a:rPr lang="en-US" sz="2800" b="0" i="0" smtClean="0">
                          <a:solidFill>
                            <a:srgbClr val="002060"/>
                          </a:solidFill>
                          <a:latin typeface="Cambria Math" panose="02040503050406030204" pitchFamily="18" charset="0"/>
                        </a:rPr>
                        <m:t>=0.207,</m:t>
                      </m:r>
                    </m:oMath>
                  </m:oMathPara>
                </a14:m>
                <a:endParaRPr lang="en-US" sz="2800" dirty="0"/>
              </a:p>
            </p:txBody>
          </p:sp>
        </mc:Choice>
        <mc:Fallback xmlns="">
          <p:sp>
            <p:nvSpPr>
              <p:cNvPr id="26" name="Rectangle 25"/>
              <p:cNvSpPr>
                <a:spLocks noRot="1" noChangeAspect="1" noMove="1" noResize="1" noEditPoints="1" noAdjustHandles="1" noChangeArrowheads="1" noChangeShapeType="1" noTextEdit="1"/>
              </p:cNvSpPr>
              <p:nvPr/>
            </p:nvSpPr>
            <p:spPr>
              <a:xfrm>
                <a:off x="5994927" y="2360689"/>
                <a:ext cx="2245743" cy="562846"/>
              </a:xfrm>
              <a:prstGeom prst="rect">
                <a:avLst/>
              </a:prstGeom>
              <a:blipFill rotWithShape="0">
                <a:blip r:embed="rId1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806653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11" grpId="0"/>
      <p:bldP spid="32" grpId="0"/>
      <p:bldP spid="13" grpId="0"/>
      <p:bldP spid="14" grpId="0"/>
      <p:bldP spid="17" grpId="0"/>
      <p:bldP spid="18" grpId="0"/>
      <p:bldP spid="19" grpId="0"/>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3 ⇝ Example 4(</a:t>
            </a:r>
            <a:r>
              <a:rPr lang="en-GB" dirty="0">
                <a:solidFill>
                  <a:srgbClr val="FF0000"/>
                </a:solidFill>
              </a:rPr>
              <a:t>Continue</a:t>
            </a:r>
            <a:r>
              <a:rPr lang="en-GB" dirty="0"/>
              <a:t>)</a:t>
            </a:r>
            <a:endParaRPr lang="en-US" dirty="0"/>
          </a:p>
        </p:txBody>
      </p:sp>
      <mc:AlternateContent xmlns:mc="http://schemas.openxmlformats.org/markup-compatibility/2006" xmlns:a14="http://schemas.microsoft.com/office/drawing/2010/main">
        <mc:Choice Requires="a14">
          <p:sp>
            <p:nvSpPr>
              <p:cNvPr id="16" name="Rectangle 15"/>
              <p:cNvSpPr/>
              <p:nvPr/>
            </p:nvSpPr>
            <p:spPr>
              <a:xfrm>
                <a:off x="137270" y="973868"/>
                <a:ext cx="6457730" cy="1037207"/>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a:solidFill>
                            <a:srgbClr val="002060"/>
                          </a:solidFill>
                          <a:latin typeface="Cambria Math" panose="02040503050406030204" pitchFamily="18" charset="0"/>
                          <a:ea typeface="Cambria Math" panose="02040503050406030204" pitchFamily="18" charset="0"/>
                        </a:rPr>
                        <m:t>∴</m:t>
                      </m:r>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m:t>
                      </m:r>
                      <m:r>
                        <a:rPr lang="en-US" sz="2800" i="1">
                          <a:solidFill>
                            <a:srgbClr val="002060"/>
                          </a:solidFill>
                          <a:latin typeface="Cambria Math" panose="02040503050406030204" pitchFamily="18" charset="0"/>
                          <a:ea typeface="Cambria Math" panose="02040503050406030204" pitchFamily="18" charset="0"/>
                        </a:rPr>
                        <m:t>2.463</m:t>
                      </m:r>
                      <m:r>
                        <a:rPr lang="en-US" sz="2800">
                          <a:solidFill>
                            <a:srgbClr val="002060"/>
                          </a:solidFill>
                          <a:latin typeface="Cambria Math" panose="02040503050406030204" pitchFamily="18" charset="0"/>
                        </a:rPr>
                        <m:t>=</m:t>
                      </m:r>
                      <m:r>
                        <a:rPr lang="en-US" sz="2800" i="1">
                          <a:solidFill>
                            <a:srgbClr val="002060"/>
                          </a:solidFill>
                          <a:latin typeface="Cambria Math" panose="02040503050406030204" pitchFamily="18" charset="0"/>
                          <a:ea typeface="Cambria Math" panose="02040503050406030204" pitchFamily="18" charset="0"/>
                        </a:rPr>
                        <m:t>0.774</m:t>
                      </m:r>
                      <m:r>
                        <a:rPr lang="en-US" sz="2800">
                          <a:solidFill>
                            <a:srgbClr val="002060"/>
                          </a:solidFill>
                          <a:latin typeface="Cambria Math" panose="02040503050406030204" pitchFamily="18" charset="0"/>
                          <a:ea typeface="Cambria Math" panose="02040503050406030204" pitchFamily="18" charset="0"/>
                        </a:rPr>
                        <m:t> </m:t>
                      </m:r>
                      <m:f>
                        <m:fPr>
                          <m:ctrlPr>
                            <a:rPr lang="en-US" sz="2800" i="1">
                              <a:solidFill>
                                <a:srgbClr val="7030A0"/>
                              </a:solidFill>
                              <a:latin typeface="Cambria Math" panose="02040503050406030204" pitchFamily="18" charset="0"/>
                            </a:rPr>
                          </m:ctrlPr>
                        </m:fPr>
                        <m:num>
                          <m:r>
                            <a:rPr lang="en-US" sz="2800" i="1">
                              <a:solidFill>
                                <a:srgbClr val="7030A0"/>
                              </a:solidFill>
                              <a:latin typeface="Cambria Math" panose="02040503050406030204" pitchFamily="18" charset="0"/>
                            </a:rPr>
                            <m:t> </m:t>
                          </m:r>
                          <m:r>
                            <a:rPr lang="en-US" sz="2800" i="1" smtClean="0">
                              <a:solidFill>
                                <a:srgbClr val="002060"/>
                              </a:solidFill>
                              <a:latin typeface="Cambria Math" panose="02040503050406030204" pitchFamily="18" charset="0"/>
                              <a:ea typeface="Cambria Math" panose="02040503050406030204" pitchFamily="18" charset="0"/>
                            </a:rPr>
                            <m:t>0.326</m:t>
                          </m:r>
                          <m:r>
                            <m:rPr>
                              <m:nor/>
                            </m:rPr>
                            <a:rPr lang="en-US" sz="2800" dirty="0">
                              <a:solidFill>
                                <a:srgbClr val="7030A0"/>
                              </a:solidFill>
                            </a:rPr>
                            <m:t> </m:t>
                          </m:r>
                        </m:num>
                        <m:den>
                          <m:eqArr>
                            <m:eqArrPr>
                              <m:ctrlPr>
                                <a:rPr lang="en-US" sz="2800" i="1">
                                  <a:solidFill>
                                    <a:srgbClr val="7030A0"/>
                                  </a:solidFill>
                                  <a:latin typeface="Cambria Math" panose="02040503050406030204" pitchFamily="18" charset="0"/>
                                  <a:ea typeface="Cambria Math" panose="02040503050406030204" pitchFamily="18" charset="0"/>
                                </a:rPr>
                              </m:ctrlPr>
                            </m:eqArrPr>
                            <m:e>
                              <m:r>
                                <a:rPr lang="en-US" sz="2800" i="1">
                                  <a:solidFill>
                                    <a:srgbClr val="7030A0"/>
                                  </a:solidFill>
                                  <a:latin typeface="Cambria Math" panose="02040503050406030204" pitchFamily="18" charset="0"/>
                                  <a:ea typeface="Cambria Math" panose="02040503050406030204" pitchFamily="18" charset="0"/>
                                </a:rPr>
                                <m:t> </m:t>
                              </m:r>
                            </m:e>
                            <m:e>
                              <m:r>
                                <a:rPr lang="en-US" sz="2800" i="1">
                                  <a:solidFill>
                                    <a:srgbClr val="7030A0"/>
                                  </a:solidFill>
                                  <a:latin typeface="Cambria Math" panose="02040503050406030204" pitchFamily="18" charset="0"/>
                                  <a:ea typeface="Cambria Math" panose="02040503050406030204" pitchFamily="18" charset="0"/>
                                </a:rPr>
                                <m:t> </m:t>
                              </m:r>
                              <m:r>
                                <a:rPr lang="en-US" sz="2800" i="1" smtClean="0">
                                  <a:solidFill>
                                    <a:srgbClr val="002060"/>
                                  </a:solidFill>
                                  <a:latin typeface="Cambria Math" panose="02040503050406030204" pitchFamily="18" charset="0"/>
                                  <a:ea typeface="Cambria Math" panose="02040503050406030204" pitchFamily="18" charset="0"/>
                                </a:rPr>
                                <m:t>0.207</m:t>
                              </m:r>
                              <m:r>
                                <a:rPr lang="en-US" sz="2800" i="1">
                                  <a:solidFill>
                                    <a:srgbClr val="7030A0"/>
                                  </a:solidFill>
                                  <a:latin typeface="Cambria Math" panose="02040503050406030204" pitchFamily="18" charset="0"/>
                                  <a:ea typeface="Cambria Math" panose="02040503050406030204" pitchFamily="18" charset="0"/>
                                </a:rPr>
                                <m:t> </m:t>
                              </m:r>
                            </m:e>
                          </m:eqArr>
                        </m:den>
                      </m:f>
                      <m:d>
                        <m:dPr>
                          <m:ctrlPr>
                            <a:rPr lang="en-US"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m:t>
                          </m:r>
                          <m:r>
                            <a:rPr lang="en-US" sz="2800" i="1">
                              <a:solidFill>
                                <a:srgbClr val="002060"/>
                              </a:solidFill>
                              <a:latin typeface="Cambria Math" panose="02040503050406030204" pitchFamily="18" charset="0"/>
                            </a:rPr>
                            <m:t>2.797</m:t>
                          </m:r>
                        </m:e>
                      </m:d>
                    </m:oMath>
                  </m:oMathPara>
                </a14:m>
                <a:endParaRPr lang="en-US" sz="2800" dirty="0">
                  <a:solidFill>
                    <a:srgbClr val="002060"/>
                  </a:solidFill>
                </a:endParaRPr>
              </a:p>
            </p:txBody>
          </p:sp>
        </mc:Choice>
        <mc:Fallback xmlns="">
          <p:sp>
            <p:nvSpPr>
              <p:cNvPr id="16" name="Rectangle 15"/>
              <p:cNvSpPr>
                <a:spLocks noRot="1" noChangeAspect="1" noMove="1" noResize="1" noEditPoints="1" noAdjustHandles="1" noChangeArrowheads="1" noChangeShapeType="1" noTextEdit="1"/>
              </p:cNvSpPr>
              <p:nvPr/>
            </p:nvSpPr>
            <p:spPr>
              <a:xfrm>
                <a:off x="137270" y="973868"/>
                <a:ext cx="6457730" cy="1037207"/>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Rectangle 33"/>
              <p:cNvSpPr/>
              <p:nvPr/>
            </p:nvSpPr>
            <p:spPr>
              <a:xfrm>
                <a:off x="137270" y="2355176"/>
                <a:ext cx="5507726"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m:t>
                      </m:r>
                      <m:r>
                        <a:rPr lang="en-US" sz="2800" i="1">
                          <a:solidFill>
                            <a:srgbClr val="002060"/>
                          </a:solidFill>
                          <a:latin typeface="Cambria Math" panose="02040503050406030204" pitchFamily="18" charset="0"/>
                          <a:ea typeface="Cambria Math" panose="02040503050406030204" pitchFamily="18" charset="0"/>
                        </a:rPr>
                        <m:t>2.463</m:t>
                      </m:r>
                      <m:r>
                        <a:rPr lang="en-US" sz="2800">
                          <a:solidFill>
                            <a:srgbClr val="002060"/>
                          </a:solidFill>
                          <a:latin typeface="Cambria Math" panose="02040503050406030204" pitchFamily="18" charset="0"/>
                        </a:rPr>
                        <m:t>=</m:t>
                      </m:r>
                      <m:r>
                        <a:rPr lang="en-US" sz="2800" b="0" i="1" smtClean="0">
                          <a:solidFill>
                            <a:schemeClr val="bg1"/>
                          </a:solidFill>
                          <a:latin typeface="Cambria Math" panose="02040503050406030204" pitchFamily="18" charset="0"/>
                        </a:rPr>
                        <m:t>1.219 </m:t>
                      </m:r>
                      <m:d>
                        <m:dPr>
                          <m:ctrlPr>
                            <a:rPr lang="en-US"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m:t>
                          </m:r>
                          <m:r>
                            <a:rPr lang="en-US" sz="2800" i="1">
                              <a:solidFill>
                                <a:srgbClr val="002060"/>
                              </a:solidFill>
                              <a:latin typeface="Cambria Math" panose="02040503050406030204" pitchFamily="18" charset="0"/>
                            </a:rPr>
                            <m:t>2.797</m:t>
                          </m:r>
                        </m:e>
                      </m:d>
                    </m:oMath>
                  </m:oMathPara>
                </a14:m>
                <a:endParaRPr lang="en-US" sz="2800" dirty="0">
                  <a:solidFill>
                    <a:srgbClr val="002060"/>
                  </a:solidFill>
                </a:endParaRPr>
              </a:p>
            </p:txBody>
          </p:sp>
        </mc:Choice>
        <mc:Fallback xmlns="">
          <p:sp>
            <p:nvSpPr>
              <p:cNvPr id="34" name="Rectangle 33"/>
              <p:cNvSpPr>
                <a:spLocks noRot="1" noChangeAspect="1" noMove="1" noResize="1" noEditPoints="1" noAdjustHandles="1" noChangeArrowheads="1" noChangeShapeType="1" noTextEdit="1"/>
              </p:cNvSpPr>
              <p:nvPr/>
            </p:nvSpPr>
            <p:spPr>
              <a:xfrm>
                <a:off x="137270" y="2355176"/>
                <a:ext cx="5507726" cy="52322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Rectangle 35"/>
              <p:cNvSpPr/>
              <p:nvPr/>
            </p:nvSpPr>
            <p:spPr>
              <a:xfrm>
                <a:off x="137270" y="4092264"/>
                <a:ext cx="5131148"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r>
                        <m:rPr>
                          <m:sty m:val="p"/>
                        </m:rPr>
                        <a:rPr lang="en-US" sz="2800" b="0" i="0" smtClean="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1.219</m:t>
                      </m:r>
                      <m:r>
                        <a:rPr lang="en-US" sz="2800" i="1">
                          <a:solidFill>
                            <a:srgbClr val="002060"/>
                          </a:solidFill>
                          <a:latin typeface="Cambria Math" panose="02040503050406030204" pitchFamily="18" charset="0"/>
                        </a:rPr>
                        <m:t> </m:t>
                      </m:r>
                      <m:r>
                        <m:rPr>
                          <m:sty m:val="p"/>
                        </m:rPr>
                        <a:rPr lang="en-US" sz="2800" b="0" i="0" smtClean="0">
                          <a:solidFill>
                            <a:srgbClr val="002060"/>
                          </a:solidFill>
                          <a:latin typeface="Cambria Math" panose="02040503050406030204" pitchFamily="18" charset="0"/>
                        </a:rPr>
                        <m:t>y</m:t>
                      </m:r>
                      <m:r>
                        <a:rPr lang="en-US" sz="2800" b="0" i="1" smtClean="0">
                          <a:solidFill>
                            <a:srgbClr val="002060"/>
                          </a:solidFill>
                          <a:latin typeface="Cambria Math" panose="02040503050406030204" pitchFamily="18" charset="0"/>
                        </a:rPr>
                        <m:t>−3.4094</m:t>
                      </m:r>
                      <m:r>
                        <a:rPr lang="en-US" sz="2800" b="0" i="1" smtClean="0">
                          <a:solidFill>
                            <a:schemeClr val="bg1"/>
                          </a:solidFill>
                          <a:latin typeface="Cambria Math" panose="02040503050406030204" pitchFamily="18" charset="0"/>
                        </a:rPr>
                        <m:t>+2.463</m:t>
                      </m:r>
                    </m:oMath>
                  </m:oMathPara>
                </a14:m>
                <a:endParaRPr lang="en-US" sz="2800" dirty="0">
                  <a:solidFill>
                    <a:srgbClr val="002060"/>
                  </a:solidFill>
                </a:endParaRPr>
              </a:p>
            </p:txBody>
          </p:sp>
        </mc:Choice>
        <mc:Fallback xmlns="">
          <p:sp>
            <p:nvSpPr>
              <p:cNvPr id="36" name="Rectangle 35"/>
              <p:cNvSpPr>
                <a:spLocks noRot="1" noChangeAspect="1" noMove="1" noResize="1" noEditPoints="1" noAdjustHandles="1" noChangeArrowheads="1" noChangeShapeType="1" noTextEdit="1"/>
              </p:cNvSpPr>
              <p:nvPr/>
            </p:nvSpPr>
            <p:spPr>
              <a:xfrm>
                <a:off x="137270" y="4092264"/>
                <a:ext cx="5131148" cy="523220"/>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p:cNvSpPr txBox="1"/>
              <p:nvPr/>
            </p:nvSpPr>
            <p:spPr>
              <a:xfrm>
                <a:off x="137270" y="3218872"/>
                <a:ext cx="5131148" cy="523220"/>
              </a:xfrm>
              <a:prstGeom prst="rect">
                <a:avLst/>
              </a:prstGeom>
              <a:noFill/>
            </p:spPr>
            <p:txBody>
              <a:bodyPr wrap="none" rtlCol="0">
                <a:spAutoFit/>
              </a:bodyPr>
              <a:lstStyle/>
              <a:p>
                <a:pPr/>
                <a14:m>
                  <m:oMathPara xmlns:m="http://schemas.openxmlformats.org/officeDocument/2006/math">
                    <m:oMathParaPr>
                      <m:jc m:val="left"/>
                    </m:oMathParaPr>
                    <m:oMath xmlns:m="http://schemas.openxmlformats.org/officeDocument/2006/math">
                      <m:r>
                        <a:rPr lang="en-US" sz="2800" i="0" smtClean="0">
                          <a:solidFill>
                            <a:srgbClr val="002060"/>
                          </a:solidFill>
                          <a:latin typeface="Cambria Math" panose="02040503050406030204" pitchFamily="18" charset="0"/>
                          <a:ea typeface="Cambria Math" panose="02040503050406030204" pitchFamily="18" charset="0"/>
                        </a:rPr>
                        <m:t>∴</m:t>
                      </m:r>
                      <m:r>
                        <m:rPr>
                          <m:sty m:val="p"/>
                        </m:rPr>
                        <a:rPr lang="en-US" sz="2800" b="0" i="0" smtClean="0">
                          <a:solidFill>
                            <a:srgbClr val="002060"/>
                          </a:solidFill>
                          <a:latin typeface="Cambria Math" panose="02040503050406030204" pitchFamily="18" charset="0"/>
                          <a:ea typeface="Cambria Math" panose="02040503050406030204" pitchFamily="18" charset="0"/>
                        </a:rPr>
                        <m:t>x</m:t>
                      </m:r>
                      <m:r>
                        <a:rPr lang="en-US" sz="2800" b="0" i="0" smtClean="0">
                          <a:solidFill>
                            <a:srgbClr val="002060"/>
                          </a:solidFill>
                          <a:latin typeface="Cambria Math" panose="02040503050406030204" pitchFamily="18" charset="0"/>
                          <a:ea typeface="Cambria Math" panose="02040503050406030204" pitchFamily="18" charset="0"/>
                        </a:rPr>
                        <m:t>−2.463=1.219 </m:t>
                      </m:r>
                      <m:r>
                        <m:rPr>
                          <m:sty m:val="p"/>
                        </m:rPr>
                        <a:rPr lang="en-US" sz="2800" b="0" i="0" smtClean="0">
                          <a:solidFill>
                            <a:srgbClr val="002060"/>
                          </a:solidFill>
                          <a:latin typeface="Cambria Math" panose="02040503050406030204" pitchFamily="18" charset="0"/>
                          <a:ea typeface="Cambria Math" panose="02040503050406030204" pitchFamily="18" charset="0"/>
                        </a:rPr>
                        <m:t>y</m:t>
                      </m:r>
                      <m:r>
                        <a:rPr lang="en-US" sz="2800" b="0" i="0" smtClean="0">
                          <a:solidFill>
                            <a:srgbClr val="002060"/>
                          </a:solidFill>
                          <a:latin typeface="Cambria Math" panose="02040503050406030204" pitchFamily="18" charset="0"/>
                          <a:ea typeface="Cambria Math" panose="02040503050406030204" pitchFamily="18" charset="0"/>
                        </a:rPr>
                        <m:t>−3.4094</m:t>
                      </m:r>
                    </m:oMath>
                  </m:oMathPara>
                </a14:m>
                <a:endParaRPr lang="en-US" sz="2800" dirty="0">
                  <a:solidFill>
                    <a:srgbClr val="002060"/>
                  </a:solidFill>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137270" y="3218872"/>
                <a:ext cx="5131148" cy="523220"/>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Rectangle 36"/>
              <p:cNvSpPr/>
              <p:nvPr/>
            </p:nvSpPr>
            <p:spPr>
              <a:xfrm>
                <a:off x="137270" y="5088488"/>
                <a:ext cx="3835089"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a:solidFill>
                            <a:srgbClr val="002060"/>
                          </a:solidFill>
                          <a:latin typeface="Cambria Math" panose="02040503050406030204" pitchFamily="18" charset="0"/>
                          <a:ea typeface="Cambria Math" panose="02040503050406030204" pitchFamily="18" charset="0"/>
                        </a:rPr>
                        <m:t>∴</m:t>
                      </m:r>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m:t>
                      </m:r>
                      <m:r>
                        <a:rPr lang="en-US" sz="2800" i="1">
                          <a:solidFill>
                            <a:srgbClr val="002060"/>
                          </a:solidFill>
                          <a:latin typeface="Cambria Math" panose="02040503050406030204" pitchFamily="18" charset="0"/>
                        </a:rPr>
                        <m:t>1.219 </m:t>
                      </m:r>
                      <m:r>
                        <m:rPr>
                          <m:sty m:val="p"/>
                        </m:rPr>
                        <a:rPr lang="en-US" sz="2800">
                          <a:solidFill>
                            <a:srgbClr val="002060"/>
                          </a:solidFill>
                          <a:latin typeface="Cambria Math" panose="02040503050406030204" pitchFamily="18" charset="0"/>
                        </a:rPr>
                        <m:t>y</m:t>
                      </m:r>
                      <m:r>
                        <a:rPr lang="en-US" sz="2800" i="1" smtClean="0">
                          <a:solidFill>
                            <a:srgbClr val="FF0000"/>
                          </a:solidFill>
                          <a:latin typeface="Cambria Math" panose="02040503050406030204" pitchFamily="18" charset="0"/>
                        </a:rPr>
                        <m:t>−0.9464</m:t>
                      </m:r>
                    </m:oMath>
                  </m:oMathPara>
                </a14:m>
                <a:endParaRPr lang="en-US" sz="2800" dirty="0">
                  <a:solidFill>
                    <a:srgbClr val="002060"/>
                  </a:solidFill>
                </a:endParaRPr>
              </a:p>
            </p:txBody>
          </p:sp>
        </mc:Choice>
        <mc:Fallback xmlns="">
          <p:sp>
            <p:nvSpPr>
              <p:cNvPr id="37" name="Rectangle 36"/>
              <p:cNvSpPr>
                <a:spLocks noRot="1" noChangeAspect="1" noMove="1" noResize="1" noEditPoints="1" noAdjustHandles="1" noChangeArrowheads="1" noChangeShapeType="1" noTextEdit="1"/>
              </p:cNvSpPr>
              <p:nvPr/>
            </p:nvSpPr>
            <p:spPr>
              <a:xfrm>
                <a:off x="137270" y="5088488"/>
                <a:ext cx="3835089" cy="523220"/>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Rectangle 37"/>
              <p:cNvSpPr/>
              <p:nvPr/>
            </p:nvSpPr>
            <p:spPr>
              <a:xfrm>
                <a:off x="137270" y="5874375"/>
                <a:ext cx="9010608" cy="523220"/>
              </a:xfrm>
              <a:prstGeom prst="rect">
                <a:avLst/>
              </a:prstGeom>
              <a:ln>
                <a:solidFill>
                  <a:srgbClr val="FF0000"/>
                </a:solidFill>
              </a:ln>
            </p:spPr>
            <p:style>
              <a:lnRef idx="2">
                <a:schemeClr val="accent2"/>
              </a:lnRef>
              <a:fillRef idx="1">
                <a:schemeClr val="lt1"/>
              </a:fillRef>
              <a:effectRef idx="0">
                <a:schemeClr val="accent2"/>
              </a:effectRef>
              <a:fontRef idx="minor">
                <a:schemeClr val="dk1"/>
              </a:fontRef>
            </p:style>
            <p:txBody>
              <a:bodyPr wrap="none">
                <a:spAutoFit/>
              </a:bodyPr>
              <a:lstStyle/>
              <a:p>
                <a:pPr/>
                <a14:m>
                  <m:oMathPara xmlns:m="http://schemas.openxmlformats.org/officeDocument/2006/math">
                    <m:oMathParaPr>
                      <m:jc m:val="left"/>
                    </m:oMathParaPr>
                    <m:oMath xmlns:m="http://schemas.openxmlformats.org/officeDocument/2006/math">
                      <m:r>
                        <a:rPr lang="en-US" sz="2800" b="1" i="1" smtClean="0">
                          <a:solidFill>
                            <a:srgbClr val="7030A0"/>
                          </a:solidFill>
                          <a:latin typeface="Cambria Math" panose="02040503050406030204" pitchFamily="18" charset="0"/>
                          <a:ea typeface="Cambria Math" panose="02040503050406030204" pitchFamily="18" charset="0"/>
                        </a:rPr>
                        <m:t>∴</m:t>
                      </m:r>
                      <m:r>
                        <m:rPr>
                          <m:nor/>
                        </m:rPr>
                        <a:rPr lang="en-US" sz="2800" b="1" i="0" dirty="0" smtClean="0">
                          <a:solidFill>
                            <a:srgbClr val="7030A0"/>
                          </a:solidFill>
                        </a:rPr>
                        <m:t>The</m:t>
                      </m:r>
                      <m:r>
                        <m:rPr>
                          <m:nor/>
                        </m:rPr>
                        <a:rPr lang="en-US" sz="2800" b="1" dirty="0">
                          <a:solidFill>
                            <a:srgbClr val="7030A0"/>
                          </a:solidFill>
                        </a:rPr>
                        <m:t> </m:t>
                      </m:r>
                      <m:r>
                        <m:rPr>
                          <m:nor/>
                        </m:rPr>
                        <a:rPr lang="en-US" sz="2800" b="1" i="0" dirty="0" smtClean="0">
                          <a:solidFill>
                            <a:srgbClr val="7030A0"/>
                          </a:solidFill>
                        </a:rPr>
                        <m:t>Regression</m:t>
                      </m:r>
                      <m:r>
                        <m:rPr>
                          <m:nor/>
                        </m:rPr>
                        <a:rPr lang="en-US" sz="2800" b="1" i="0" dirty="0" smtClean="0">
                          <a:solidFill>
                            <a:srgbClr val="7030A0"/>
                          </a:solidFill>
                        </a:rPr>
                        <m:t> </m:t>
                      </m:r>
                      <m:r>
                        <m:rPr>
                          <m:nor/>
                        </m:rPr>
                        <a:rPr lang="en-US" sz="2800" b="1" i="0" dirty="0" smtClean="0">
                          <a:solidFill>
                            <a:srgbClr val="7030A0"/>
                          </a:solidFill>
                        </a:rPr>
                        <m:t>line</m:t>
                      </m:r>
                      <m:r>
                        <m:rPr>
                          <m:nor/>
                        </m:rPr>
                        <a:rPr lang="en-US" sz="2800" b="1" i="0" dirty="0" smtClean="0">
                          <a:solidFill>
                            <a:srgbClr val="7030A0"/>
                          </a:solidFill>
                        </a:rPr>
                        <m:t> </m:t>
                      </m:r>
                      <m:r>
                        <m:rPr>
                          <m:nor/>
                        </m:rPr>
                        <a:rPr lang="en-US" sz="2800" b="1" i="0" dirty="0" smtClean="0">
                          <a:solidFill>
                            <a:srgbClr val="7030A0"/>
                          </a:solidFill>
                        </a:rPr>
                        <m:t>of</m:t>
                      </m:r>
                      <m:r>
                        <m:rPr>
                          <m:nor/>
                        </m:rPr>
                        <a:rPr lang="en-US" sz="2800" b="1" i="0" dirty="0" smtClean="0">
                          <a:solidFill>
                            <a:srgbClr val="7030A0"/>
                          </a:solidFill>
                        </a:rPr>
                        <m:t> </m:t>
                      </m:r>
                      <m:r>
                        <m:rPr>
                          <m:nor/>
                        </m:rPr>
                        <a:rPr lang="en-US" sz="2800" b="1" i="0" dirty="0" smtClean="0">
                          <a:solidFill>
                            <a:srgbClr val="7030A0"/>
                          </a:solidFill>
                        </a:rPr>
                        <m:t>x</m:t>
                      </m:r>
                      <m:r>
                        <m:rPr>
                          <m:nor/>
                        </m:rPr>
                        <a:rPr lang="en-US" sz="2800" b="1" i="0" dirty="0" smtClean="0">
                          <a:solidFill>
                            <a:srgbClr val="7030A0"/>
                          </a:solidFill>
                        </a:rPr>
                        <m:t> </m:t>
                      </m:r>
                      <m:r>
                        <m:rPr>
                          <m:nor/>
                        </m:rPr>
                        <a:rPr lang="en-US" sz="2800" b="1" i="0" dirty="0" smtClean="0">
                          <a:solidFill>
                            <a:srgbClr val="7030A0"/>
                          </a:solidFill>
                        </a:rPr>
                        <m:t>on</m:t>
                      </m:r>
                      <m:r>
                        <m:rPr>
                          <m:nor/>
                        </m:rPr>
                        <a:rPr lang="en-US" sz="2800" b="1" i="0" dirty="0" smtClean="0">
                          <a:solidFill>
                            <a:srgbClr val="7030A0"/>
                          </a:solidFill>
                        </a:rPr>
                        <m:t> </m:t>
                      </m:r>
                      <m:r>
                        <m:rPr>
                          <m:nor/>
                        </m:rPr>
                        <a:rPr lang="en-US" sz="2800" b="1" i="0" dirty="0" smtClean="0">
                          <a:solidFill>
                            <a:srgbClr val="7030A0"/>
                          </a:solidFill>
                        </a:rPr>
                        <m:t>y</m:t>
                      </m:r>
                      <m:r>
                        <m:rPr>
                          <m:nor/>
                        </m:rPr>
                        <a:rPr lang="en-US" sz="2800" b="1" i="0" dirty="0" smtClean="0">
                          <a:solidFill>
                            <a:srgbClr val="7030A0"/>
                          </a:solidFill>
                        </a:rPr>
                        <m:t> </m:t>
                      </m:r>
                      <m:r>
                        <m:rPr>
                          <m:nor/>
                        </m:rPr>
                        <a:rPr lang="en-US" sz="2800" b="1" i="0" dirty="0" smtClean="0">
                          <a:solidFill>
                            <a:srgbClr val="7030A0"/>
                          </a:solidFill>
                        </a:rPr>
                        <m:t>is</m:t>
                      </m:r>
                      <m:r>
                        <a:rPr lang="en-US" sz="2800" b="0" i="1" dirty="0" smtClean="0">
                          <a:solidFill>
                            <a:srgbClr val="7030A0"/>
                          </a:solidFill>
                          <a:latin typeface="Cambria Math" panose="02040503050406030204" pitchFamily="18" charset="0"/>
                        </a:rPr>
                        <m:t>     </m:t>
                      </m:r>
                      <m:r>
                        <a:rPr lang="en-US" sz="2800" b="1" i="0" smtClean="0">
                          <a:solidFill>
                            <a:srgbClr val="7030A0"/>
                          </a:solidFill>
                          <a:latin typeface="Cambria Math" panose="02040503050406030204" pitchFamily="18" charset="0"/>
                        </a:rPr>
                        <m:t>𝐱</m:t>
                      </m:r>
                      <m:r>
                        <a:rPr lang="en-US" sz="2800" b="1" i="0" smtClean="0">
                          <a:solidFill>
                            <a:srgbClr val="7030A0"/>
                          </a:solidFill>
                          <a:latin typeface="Cambria Math" panose="02040503050406030204" pitchFamily="18" charset="0"/>
                        </a:rPr>
                        <m:t>=</m:t>
                      </m:r>
                      <m:r>
                        <a:rPr lang="en-US" sz="2800" b="1" i="0" smtClean="0">
                          <a:solidFill>
                            <a:srgbClr val="7030A0"/>
                          </a:solidFill>
                          <a:latin typeface="Cambria Math" panose="02040503050406030204" pitchFamily="18" charset="0"/>
                        </a:rPr>
                        <m:t>𝟏</m:t>
                      </m:r>
                      <m:r>
                        <a:rPr lang="en-US" sz="2800" b="1" i="0" smtClean="0">
                          <a:solidFill>
                            <a:srgbClr val="7030A0"/>
                          </a:solidFill>
                          <a:latin typeface="Cambria Math" panose="02040503050406030204" pitchFamily="18" charset="0"/>
                        </a:rPr>
                        <m:t>.</m:t>
                      </m:r>
                      <m:r>
                        <a:rPr lang="en-US" sz="2800" b="1" i="0" smtClean="0">
                          <a:solidFill>
                            <a:srgbClr val="7030A0"/>
                          </a:solidFill>
                          <a:latin typeface="Cambria Math" panose="02040503050406030204" pitchFamily="18" charset="0"/>
                        </a:rPr>
                        <m:t>𝟐𝟏𝟗</m:t>
                      </m:r>
                      <m:r>
                        <a:rPr lang="en-US" sz="2800" b="1" i="0" smtClean="0">
                          <a:solidFill>
                            <a:srgbClr val="7030A0"/>
                          </a:solidFill>
                          <a:latin typeface="Cambria Math" panose="02040503050406030204" pitchFamily="18" charset="0"/>
                        </a:rPr>
                        <m:t> </m:t>
                      </m:r>
                      <m:r>
                        <a:rPr lang="en-US" sz="2800" b="1" i="0" smtClean="0">
                          <a:solidFill>
                            <a:srgbClr val="7030A0"/>
                          </a:solidFill>
                          <a:latin typeface="Cambria Math" panose="02040503050406030204" pitchFamily="18" charset="0"/>
                        </a:rPr>
                        <m:t>𝐲</m:t>
                      </m:r>
                      <m:r>
                        <a:rPr lang="en-US" sz="2800" b="1" i="0" smtClean="0">
                          <a:solidFill>
                            <a:srgbClr val="7030A0"/>
                          </a:solidFill>
                          <a:latin typeface="Cambria Math" panose="02040503050406030204" pitchFamily="18" charset="0"/>
                        </a:rPr>
                        <m:t>−</m:t>
                      </m:r>
                      <m:r>
                        <a:rPr lang="en-US" sz="2800" b="1" i="0" smtClean="0">
                          <a:solidFill>
                            <a:srgbClr val="7030A0"/>
                          </a:solidFill>
                          <a:latin typeface="Cambria Math" panose="02040503050406030204" pitchFamily="18" charset="0"/>
                        </a:rPr>
                        <m:t>𝟎</m:t>
                      </m:r>
                      <m:r>
                        <a:rPr lang="en-US" sz="2800" b="1" i="0" smtClean="0">
                          <a:solidFill>
                            <a:srgbClr val="7030A0"/>
                          </a:solidFill>
                          <a:latin typeface="Cambria Math" panose="02040503050406030204" pitchFamily="18" charset="0"/>
                        </a:rPr>
                        <m:t>.</m:t>
                      </m:r>
                      <m:r>
                        <a:rPr lang="en-US" sz="2800" b="1" i="0" smtClean="0">
                          <a:solidFill>
                            <a:srgbClr val="7030A0"/>
                          </a:solidFill>
                          <a:latin typeface="Cambria Math" panose="02040503050406030204" pitchFamily="18" charset="0"/>
                        </a:rPr>
                        <m:t>𝟗𝟒𝟔𝟒</m:t>
                      </m:r>
                    </m:oMath>
                  </m:oMathPara>
                </a14:m>
                <a:endParaRPr lang="en-US" sz="2800" b="1" dirty="0">
                  <a:solidFill>
                    <a:srgbClr val="002060"/>
                  </a:solidFill>
                </a:endParaRPr>
              </a:p>
            </p:txBody>
          </p:sp>
        </mc:Choice>
        <mc:Fallback xmlns="">
          <p:sp>
            <p:nvSpPr>
              <p:cNvPr id="38" name="Rectangle 37"/>
              <p:cNvSpPr>
                <a:spLocks noRot="1" noChangeAspect="1" noMove="1" noResize="1" noEditPoints="1" noAdjustHandles="1" noChangeArrowheads="1" noChangeShapeType="1" noTextEdit="1"/>
              </p:cNvSpPr>
              <p:nvPr/>
            </p:nvSpPr>
            <p:spPr>
              <a:xfrm>
                <a:off x="137270" y="5874375"/>
                <a:ext cx="9010608" cy="523220"/>
              </a:xfrm>
              <a:prstGeom prst="rect">
                <a:avLst/>
              </a:prstGeom>
              <a:blipFill rotWithShape="0">
                <a:blip r:embed="rId8"/>
                <a:stretch>
                  <a:fillRect/>
                </a:stretch>
              </a:blipFill>
              <a:ln>
                <a:solidFill>
                  <a:srgbClr val="FF00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Rectangle 38"/>
              <p:cNvSpPr/>
              <p:nvPr/>
            </p:nvSpPr>
            <p:spPr>
              <a:xfrm>
                <a:off x="2358234" y="2353474"/>
                <a:ext cx="1135247"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FF0000"/>
                          </a:solidFill>
                          <a:latin typeface="Cambria Math" panose="02040503050406030204" pitchFamily="18" charset="0"/>
                          <a:ea typeface="Cambria Math" panose="02040503050406030204" pitchFamily="18" charset="0"/>
                        </a:rPr>
                        <m:t>1</m:t>
                      </m:r>
                      <m:r>
                        <a:rPr lang="en-US" sz="2800" b="0" i="1" smtClean="0">
                          <a:solidFill>
                            <a:srgbClr val="FF0000"/>
                          </a:solidFill>
                          <a:latin typeface="Cambria Math" panose="02040503050406030204" pitchFamily="18" charset="0"/>
                          <a:ea typeface="Cambria Math" panose="02040503050406030204" pitchFamily="18" charset="0"/>
                        </a:rPr>
                        <m:t>.219</m:t>
                      </m:r>
                    </m:oMath>
                  </m:oMathPara>
                </a14:m>
                <a:endParaRPr lang="en-US" sz="2800" dirty="0">
                  <a:solidFill>
                    <a:srgbClr val="FF0000"/>
                  </a:solidFill>
                </a:endParaRPr>
              </a:p>
            </p:txBody>
          </p:sp>
        </mc:Choice>
        <mc:Fallback xmlns="">
          <p:sp>
            <p:nvSpPr>
              <p:cNvPr id="39" name="Rectangle 38"/>
              <p:cNvSpPr>
                <a:spLocks noRot="1" noChangeAspect="1" noMove="1" noResize="1" noEditPoints="1" noAdjustHandles="1" noChangeArrowheads="1" noChangeShapeType="1" noTextEdit="1"/>
              </p:cNvSpPr>
              <p:nvPr/>
            </p:nvSpPr>
            <p:spPr>
              <a:xfrm>
                <a:off x="2358234" y="2353474"/>
                <a:ext cx="1135247" cy="523220"/>
              </a:xfrm>
              <a:prstGeom prst="rect">
                <a:avLst/>
              </a:prstGeom>
              <a:blipFill rotWithShape="0">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Rectangle 39"/>
              <p:cNvSpPr/>
              <p:nvPr/>
            </p:nvSpPr>
            <p:spPr>
              <a:xfrm>
                <a:off x="2349412" y="3219129"/>
                <a:ext cx="1135247"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FF0000"/>
                          </a:solidFill>
                          <a:latin typeface="Cambria Math" panose="02040503050406030204" pitchFamily="18" charset="0"/>
                          <a:ea typeface="Cambria Math" panose="02040503050406030204" pitchFamily="18" charset="0"/>
                        </a:rPr>
                        <m:t>1</m:t>
                      </m:r>
                      <m:r>
                        <a:rPr lang="en-US" sz="2800" b="0" i="1" smtClean="0">
                          <a:solidFill>
                            <a:srgbClr val="FF0000"/>
                          </a:solidFill>
                          <a:latin typeface="Cambria Math" panose="02040503050406030204" pitchFamily="18" charset="0"/>
                          <a:ea typeface="Cambria Math" panose="02040503050406030204" pitchFamily="18" charset="0"/>
                        </a:rPr>
                        <m:t>.219</m:t>
                      </m:r>
                    </m:oMath>
                  </m:oMathPara>
                </a14:m>
                <a:endParaRPr lang="en-US" sz="2800" dirty="0">
                  <a:solidFill>
                    <a:srgbClr val="FF0000"/>
                  </a:solidFill>
                </a:endParaRPr>
              </a:p>
            </p:txBody>
          </p:sp>
        </mc:Choice>
        <mc:Fallback xmlns="">
          <p:sp>
            <p:nvSpPr>
              <p:cNvPr id="40" name="Rectangle 39"/>
              <p:cNvSpPr>
                <a:spLocks noRot="1" noChangeAspect="1" noMove="1" noResize="1" noEditPoints="1" noAdjustHandles="1" noChangeArrowheads="1" noChangeShapeType="1" noTextEdit="1"/>
              </p:cNvSpPr>
              <p:nvPr/>
            </p:nvSpPr>
            <p:spPr>
              <a:xfrm>
                <a:off x="2349412" y="3219129"/>
                <a:ext cx="1135247" cy="523220"/>
              </a:xfrm>
              <a:prstGeom prst="rect">
                <a:avLst/>
              </a:prstGeom>
              <a:blipFill rotWithShape="0">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Rectangle 40"/>
              <p:cNvSpPr/>
              <p:nvPr/>
            </p:nvSpPr>
            <p:spPr>
              <a:xfrm>
                <a:off x="3896298" y="3218794"/>
                <a:ext cx="1334020"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b="0" i="1" smtClean="0">
                          <a:solidFill>
                            <a:srgbClr val="FF0000"/>
                          </a:solidFill>
                          <a:latin typeface="Cambria Math" panose="02040503050406030204" pitchFamily="18" charset="0"/>
                        </a:rPr>
                        <m:t>3.4094</m:t>
                      </m:r>
                    </m:oMath>
                  </m:oMathPara>
                </a14:m>
                <a:endParaRPr lang="en-US" sz="2800" dirty="0">
                  <a:solidFill>
                    <a:srgbClr val="FF0000"/>
                  </a:solidFill>
                </a:endParaRPr>
              </a:p>
            </p:txBody>
          </p:sp>
        </mc:Choice>
        <mc:Fallback xmlns="">
          <p:sp>
            <p:nvSpPr>
              <p:cNvPr id="41" name="Rectangle 40"/>
              <p:cNvSpPr>
                <a:spLocks noRot="1" noChangeAspect="1" noMove="1" noResize="1" noEditPoints="1" noAdjustHandles="1" noChangeArrowheads="1" noChangeShapeType="1" noTextEdit="1"/>
              </p:cNvSpPr>
              <p:nvPr/>
            </p:nvSpPr>
            <p:spPr>
              <a:xfrm>
                <a:off x="3896298" y="3218794"/>
                <a:ext cx="1334020" cy="523220"/>
              </a:xfrm>
              <a:prstGeom prst="rect">
                <a:avLst/>
              </a:prstGeom>
              <a:blipFill rotWithShape="0">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Rectangle 41"/>
              <p:cNvSpPr/>
              <p:nvPr/>
            </p:nvSpPr>
            <p:spPr>
              <a:xfrm>
                <a:off x="3752197" y="4092264"/>
                <a:ext cx="1481496"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FF0000"/>
                          </a:solidFill>
                          <a:latin typeface="Cambria Math" panose="02040503050406030204" pitchFamily="18" charset="0"/>
                          <a:ea typeface="Cambria Math" panose="02040503050406030204" pitchFamily="18" charset="0"/>
                        </a:rPr>
                        <m:t>+</m:t>
                      </m:r>
                      <m:r>
                        <a:rPr lang="en-US" sz="2800" b="0" i="1" smtClean="0">
                          <a:solidFill>
                            <a:srgbClr val="FF0000"/>
                          </a:solidFill>
                          <a:latin typeface="Cambria Math" panose="02040503050406030204" pitchFamily="18" charset="0"/>
                          <a:ea typeface="Cambria Math" panose="02040503050406030204" pitchFamily="18" charset="0"/>
                        </a:rPr>
                        <m:t> 2.463</m:t>
                      </m:r>
                    </m:oMath>
                  </m:oMathPara>
                </a14:m>
                <a:endParaRPr lang="en-US" sz="2800" dirty="0">
                  <a:solidFill>
                    <a:srgbClr val="FF0000"/>
                  </a:solidFill>
                </a:endParaRPr>
              </a:p>
            </p:txBody>
          </p:sp>
        </mc:Choice>
        <mc:Fallback xmlns="">
          <p:sp>
            <p:nvSpPr>
              <p:cNvPr id="42" name="Rectangle 41"/>
              <p:cNvSpPr>
                <a:spLocks noRot="1" noChangeAspect="1" noMove="1" noResize="1" noEditPoints="1" noAdjustHandles="1" noChangeArrowheads="1" noChangeShapeType="1" noTextEdit="1"/>
              </p:cNvSpPr>
              <p:nvPr/>
            </p:nvSpPr>
            <p:spPr>
              <a:xfrm>
                <a:off x="3752197" y="4092264"/>
                <a:ext cx="1481496" cy="523220"/>
              </a:xfrm>
              <a:prstGeom prst="rect">
                <a:avLst/>
              </a:prstGeom>
              <a:blipFill rotWithShape="0">
                <a:blip r:embed="rId1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742910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6" grpId="0"/>
      <p:bldP spid="4" grpId="0"/>
      <p:bldP spid="37" grpId="0"/>
      <p:bldP spid="38" grpId="0" animBg="1"/>
      <p:bldP spid="39" grpId="0"/>
      <p:bldP spid="40" grpId="0"/>
      <p:bldP spid="41" grpId="0"/>
      <p:bldP spid="42" grpId="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3 ⇝ Example 4(</a:t>
            </a:r>
            <a:r>
              <a:rPr lang="en-GB" dirty="0">
                <a:solidFill>
                  <a:srgbClr val="FF0000"/>
                </a:solidFill>
              </a:rPr>
              <a:t>Continue</a:t>
            </a:r>
            <a:r>
              <a:rPr lang="en-GB" dirty="0"/>
              <a:t>)</a:t>
            </a:r>
            <a:endParaRPr lang="en-US" dirty="0"/>
          </a:p>
        </p:txBody>
      </p:sp>
      <p:sp>
        <p:nvSpPr>
          <p:cNvPr id="15" name="Rectangle 14"/>
          <p:cNvSpPr/>
          <p:nvPr/>
        </p:nvSpPr>
        <p:spPr>
          <a:xfrm>
            <a:off x="137270" y="862943"/>
            <a:ext cx="11932920" cy="954107"/>
          </a:xfrm>
          <a:prstGeom prst="rect">
            <a:avLst/>
          </a:prstGeom>
        </p:spPr>
        <p:txBody>
          <a:bodyPr wrap="square">
            <a:spAutoFit/>
          </a:bodyPr>
          <a:lstStyle/>
          <a:p>
            <a:pPr lvl="0" algn="just"/>
            <a:r>
              <a:rPr lang="en-US" sz="2800" b="1" dirty="0">
                <a:solidFill>
                  <a:srgbClr val="002060"/>
                </a:solidFill>
              </a:rPr>
              <a:t>Estimate the most likely price at Raipur</a:t>
            </a:r>
            <a:r>
              <a:rPr lang="en-US" sz="2800" b="1" dirty="0">
                <a:solidFill>
                  <a:srgbClr val="FF0000"/>
                </a:solidFill>
              </a:rPr>
              <a:t>(x)</a:t>
            </a:r>
            <a:r>
              <a:rPr lang="en-US" sz="2800" b="1" dirty="0">
                <a:solidFill>
                  <a:srgbClr val="002060"/>
                </a:solidFill>
              </a:rPr>
              <a:t> corresponding to the price of 3.052 per kilo at Kanpur</a:t>
            </a:r>
            <a:r>
              <a:rPr lang="en-US" sz="2800" b="1" dirty="0">
                <a:solidFill>
                  <a:srgbClr val="FF0000"/>
                </a:solidFill>
              </a:rPr>
              <a:t>(y)</a:t>
            </a:r>
            <a:r>
              <a:rPr lang="en-US" sz="2800" b="1" dirty="0">
                <a:solidFill>
                  <a:srgbClr val="002060"/>
                </a:solidFill>
              </a:rPr>
              <a:t>.</a:t>
            </a:r>
          </a:p>
        </p:txBody>
      </p:sp>
      <mc:AlternateContent xmlns:mc="http://schemas.openxmlformats.org/markup-compatibility/2006" xmlns:a14="http://schemas.microsoft.com/office/drawing/2010/main">
        <mc:Choice Requires="a14">
          <p:sp>
            <p:nvSpPr>
              <p:cNvPr id="27" name="Rectangle 26"/>
              <p:cNvSpPr/>
              <p:nvPr/>
            </p:nvSpPr>
            <p:spPr>
              <a:xfrm>
                <a:off x="137270" y="2079263"/>
                <a:ext cx="7097584" cy="523220"/>
              </a:xfrm>
              <a:prstGeom prst="rect">
                <a:avLst/>
              </a:prstGeom>
            </p:spPr>
            <p:txBody>
              <a:bodyPr wrap="none">
                <a:spAutoFit/>
              </a:bodyPr>
              <a:lstStyle/>
              <a:p>
                <a:r>
                  <a:rPr lang="en-US" sz="2800" b="0" i="0" dirty="0">
                    <a:solidFill>
                      <a:srgbClr val="002060"/>
                    </a:solidFill>
                    <a:latin typeface="+mj-lt"/>
                    <a:ea typeface="Cambria Math" panose="02040503050406030204" pitchFamily="18" charset="0"/>
                  </a:rPr>
                  <a:t>That means,   we need to find </a:t>
                </a:r>
                <a14:m>
                  <m:oMath xmlns:m="http://schemas.openxmlformats.org/officeDocument/2006/math">
                    <m:r>
                      <m:rPr>
                        <m:sty m:val="p"/>
                      </m:rPr>
                      <a:rPr lang="en-US" sz="2800" b="0" i="0" dirty="0" smtClean="0">
                        <a:solidFill>
                          <a:srgbClr val="FF0000"/>
                        </a:solidFill>
                        <a:latin typeface="Cambria Math" panose="02040503050406030204" pitchFamily="18" charset="0"/>
                        <a:ea typeface="Cambria Math" panose="02040503050406030204" pitchFamily="18" charset="0"/>
                      </a:rPr>
                      <m:t>x</m:t>
                    </m:r>
                  </m:oMath>
                </a14:m>
                <a:r>
                  <a:rPr lang="en-US" sz="2800" b="0" i="0" dirty="0">
                    <a:solidFill>
                      <a:srgbClr val="002060"/>
                    </a:solidFill>
                    <a:latin typeface="+mj-lt"/>
                    <a:ea typeface="Cambria Math" panose="02040503050406030204" pitchFamily="18" charset="0"/>
                  </a:rPr>
                  <a:t> when </a:t>
                </a:r>
                <a14:m>
                  <m:oMath xmlns:m="http://schemas.openxmlformats.org/officeDocument/2006/math">
                    <m:r>
                      <m:rPr>
                        <m:sty m:val="p"/>
                      </m:rPr>
                      <a:rPr lang="en-US" sz="2800" b="0" i="0" dirty="0" smtClean="0">
                        <a:solidFill>
                          <a:srgbClr val="FF0000"/>
                        </a:solidFill>
                        <a:latin typeface="Cambria Math" panose="02040503050406030204" pitchFamily="18" charset="0"/>
                        <a:ea typeface="Cambria Math" panose="02040503050406030204" pitchFamily="18" charset="0"/>
                      </a:rPr>
                      <m:t>y</m:t>
                    </m:r>
                    <m:r>
                      <a:rPr lang="en-US" sz="2800" b="0" i="0" dirty="0" smtClean="0">
                        <a:solidFill>
                          <a:srgbClr val="FF0000"/>
                        </a:solidFill>
                        <a:latin typeface="Cambria Math" panose="02040503050406030204" pitchFamily="18" charset="0"/>
                        <a:ea typeface="Cambria Math" panose="02040503050406030204" pitchFamily="18" charset="0"/>
                      </a:rPr>
                      <m:t> =3.052</m:t>
                    </m:r>
                  </m:oMath>
                </a14:m>
                <a:endParaRPr lang="en-US" sz="2800" dirty="0">
                  <a:solidFill>
                    <a:srgbClr val="FF0000"/>
                  </a:solidFill>
                </a:endParaRPr>
              </a:p>
            </p:txBody>
          </p:sp>
        </mc:Choice>
        <mc:Fallback xmlns="">
          <p:sp>
            <p:nvSpPr>
              <p:cNvPr id="27" name="Rectangle 26"/>
              <p:cNvSpPr>
                <a:spLocks noRot="1" noChangeAspect="1" noMove="1" noResize="1" noEditPoints="1" noAdjustHandles="1" noChangeArrowheads="1" noChangeShapeType="1" noTextEdit="1"/>
              </p:cNvSpPr>
              <p:nvPr/>
            </p:nvSpPr>
            <p:spPr>
              <a:xfrm>
                <a:off x="137270" y="2079263"/>
                <a:ext cx="7097584" cy="523220"/>
              </a:xfrm>
              <a:prstGeom prst="rect">
                <a:avLst/>
              </a:prstGeom>
              <a:blipFill rotWithShape="0">
                <a:blip r:embed="rId2"/>
                <a:stretch>
                  <a:fillRect l="-1804" t="-11628"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p:cNvSpPr/>
              <p:nvPr/>
            </p:nvSpPr>
            <p:spPr>
              <a:xfrm>
                <a:off x="137270" y="2891226"/>
                <a:ext cx="4863832" cy="523220"/>
              </a:xfrm>
              <a:prstGeom prst="rect">
                <a:avLst/>
              </a:prstGeom>
            </p:spPr>
            <p:txBody>
              <a:bodyPr wrap="none">
                <a:spAutoFit/>
              </a:bodyPr>
              <a:lstStyle/>
              <a:p>
                <a:r>
                  <a:rPr lang="en-US" sz="2800" dirty="0">
                    <a:solidFill>
                      <a:srgbClr val="002060"/>
                    </a:solidFill>
                  </a:rPr>
                  <a:t>We have regression line of </a:t>
                </a:r>
                <a14:m>
                  <m:oMath xmlns:m="http://schemas.openxmlformats.org/officeDocument/2006/math">
                    <m:r>
                      <m:rPr>
                        <m:sty m:val="p"/>
                      </m:rPr>
                      <a:rPr lang="en-US" sz="2800" b="0" i="0" dirty="0" smtClean="0">
                        <a:solidFill>
                          <a:srgbClr val="002060"/>
                        </a:solidFill>
                        <a:latin typeface="Cambria Math" panose="02040503050406030204" pitchFamily="18" charset="0"/>
                      </a:rPr>
                      <m:t>x</m:t>
                    </m:r>
                  </m:oMath>
                </a14:m>
                <a:r>
                  <a:rPr lang="en-US" sz="2800" dirty="0">
                    <a:solidFill>
                      <a:srgbClr val="002060"/>
                    </a:solidFill>
                  </a:rPr>
                  <a:t> on </a:t>
                </a:r>
                <a14:m>
                  <m:oMath xmlns:m="http://schemas.openxmlformats.org/officeDocument/2006/math">
                    <m:r>
                      <m:rPr>
                        <m:sty m:val="p"/>
                      </m:rPr>
                      <a:rPr lang="en-US" sz="2800" b="0" i="0" dirty="0" smtClean="0">
                        <a:solidFill>
                          <a:srgbClr val="002060"/>
                        </a:solidFill>
                        <a:latin typeface="Cambria Math" panose="02040503050406030204" pitchFamily="18" charset="0"/>
                      </a:rPr>
                      <m:t>y</m:t>
                    </m:r>
                  </m:oMath>
                </a14:m>
                <a:endParaRPr lang="en-US" sz="2800" dirty="0">
                  <a:solidFill>
                    <a:srgbClr val="002060"/>
                  </a:solidFill>
                </a:endParaRPr>
              </a:p>
            </p:txBody>
          </p:sp>
        </mc:Choice>
        <mc:Fallback xmlns="">
          <p:sp>
            <p:nvSpPr>
              <p:cNvPr id="20" name="Rectangle 19"/>
              <p:cNvSpPr>
                <a:spLocks noRot="1" noChangeAspect="1" noMove="1" noResize="1" noEditPoints="1" noAdjustHandles="1" noChangeArrowheads="1" noChangeShapeType="1" noTextEdit="1"/>
              </p:cNvSpPr>
              <p:nvPr/>
            </p:nvSpPr>
            <p:spPr>
              <a:xfrm>
                <a:off x="137270" y="2891226"/>
                <a:ext cx="4863832" cy="523220"/>
              </a:xfrm>
              <a:prstGeom prst="rect">
                <a:avLst/>
              </a:prstGeom>
              <a:blipFill rotWithShape="0">
                <a:blip r:embed="rId3"/>
                <a:stretch>
                  <a:fillRect l="-2635" t="-11628"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Rectangle 20"/>
              <p:cNvSpPr/>
              <p:nvPr/>
            </p:nvSpPr>
            <p:spPr>
              <a:xfrm>
                <a:off x="137270" y="3703189"/>
                <a:ext cx="3530134"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m:rPr>
                          <m:sty m:val="p"/>
                        </m:rPr>
                        <a:rPr lang="en-US" sz="2800" smtClean="0">
                          <a:solidFill>
                            <a:srgbClr val="002060"/>
                          </a:solidFill>
                          <a:latin typeface="Cambria Math" panose="02040503050406030204" pitchFamily="18" charset="0"/>
                        </a:rPr>
                        <m:t>x</m:t>
                      </m:r>
                      <m:r>
                        <a:rPr lang="en-US" sz="2800" smtClean="0">
                          <a:solidFill>
                            <a:srgbClr val="002060"/>
                          </a:solidFill>
                          <a:latin typeface="Cambria Math" panose="02040503050406030204" pitchFamily="18" charset="0"/>
                        </a:rPr>
                        <m:t>=</m:t>
                      </m:r>
                      <m:r>
                        <a:rPr lang="en-US" sz="2800" i="1">
                          <a:solidFill>
                            <a:srgbClr val="002060"/>
                          </a:solidFill>
                          <a:latin typeface="Cambria Math" panose="02040503050406030204" pitchFamily="18" charset="0"/>
                        </a:rPr>
                        <m:t>1.219 </m:t>
                      </m:r>
                      <m:r>
                        <m:rPr>
                          <m:sty m:val="p"/>
                        </m:rPr>
                        <a:rPr lang="en-US" sz="2800">
                          <a:solidFill>
                            <a:srgbClr val="002060"/>
                          </a:solidFill>
                          <a:latin typeface="Cambria Math" panose="02040503050406030204" pitchFamily="18" charset="0"/>
                        </a:rPr>
                        <m:t>y</m:t>
                      </m:r>
                      <m:r>
                        <a:rPr lang="en-US" sz="2800" i="1">
                          <a:solidFill>
                            <a:srgbClr val="002060"/>
                          </a:solidFill>
                          <a:latin typeface="Cambria Math" panose="02040503050406030204" pitchFamily="18" charset="0"/>
                        </a:rPr>
                        <m:t>−0.9464</m:t>
                      </m:r>
                    </m:oMath>
                  </m:oMathPara>
                </a14:m>
                <a:endParaRPr lang="en-US" sz="2800" dirty="0">
                  <a:solidFill>
                    <a:srgbClr val="002060"/>
                  </a:solidFill>
                </a:endParaRPr>
              </a:p>
            </p:txBody>
          </p:sp>
        </mc:Choice>
        <mc:Fallback xmlns="">
          <p:sp>
            <p:nvSpPr>
              <p:cNvPr id="21" name="Rectangle 20"/>
              <p:cNvSpPr>
                <a:spLocks noRot="1" noChangeAspect="1" noMove="1" noResize="1" noEditPoints="1" noAdjustHandles="1" noChangeArrowheads="1" noChangeShapeType="1" noTextEdit="1"/>
              </p:cNvSpPr>
              <p:nvPr/>
            </p:nvSpPr>
            <p:spPr>
              <a:xfrm>
                <a:off x="137270" y="3703189"/>
                <a:ext cx="3530134" cy="52322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Rectangle 21"/>
              <p:cNvSpPr/>
              <p:nvPr/>
            </p:nvSpPr>
            <p:spPr>
              <a:xfrm>
                <a:off x="3667404" y="3703189"/>
                <a:ext cx="4926605"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r>
                        <m:rPr>
                          <m:sty m:val="p"/>
                        </m:rPr>
                        <a:rPr lang="en-US" sz="2800" b="0" i="0" smtClean="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1.219</m:t>
                      </m:r>
                      <m:r>
                        <a:rPr lang="en-US" sz="2800" i="1">
                          <a:solidFill>
                            <a:srgbClr val="002060"/>
                          </a:solidFill>
                          <a:latin typeface="Cambria Math" panose="02040503050406030204" pitchFamily="18" charset="0"/>
                        </a:rPr>
                        <m:t> </m:t>
                      </m:r>
                      <m:d>
                        <m:dPr>
                          <m:ctrlPr>
                            <a:rPr lang="en-US" sz="2800" b="0" i="1" smtClean="0">
                              <a:solidFill>
                                <a:srgbClr val="002060"/>
                              </a:solidFill>
                              <a:latin typeface="Cambria Math" panose="02040503050406030204" pitchFamily="18" charset="0"/>
                            </a:rPr>
                          </m:ctrlPr>
                        </m:dPr>
                        <m:e>
                          <m:r>
                            <a:rPr lang="en-US" sz="2800" b="0" i="0" smtClean="0">
                              <a:solidFill>
                                <a:srgbClr val="FF0000"/>
                              </a:solidFill>
                              <a:latin typeface="Cambria Math" panose="02040503050406030204" pitchFamily="18" charset="0"/>
                            </a:rPr>
                            <m:t>3.052</m:t>
                          </m:r>
                        </m:e>
                      </m:d>
                      <m:r>
                        <a:rPr lang="en-US" sz="2800" i="1" smtClean="0">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0.9464</m:t>
                      </m:r>
                    </m:oMath>
                  </m:oMathPara>
                </a14:m>
                <a:endParaRPr lang="en-US" sz="2800" dirty="0">
                  <a:solidFill>
                    <a:srgbClr val="002060"/>
                  </a:solidFill>
                </a:endParaRPr>
              </a:p>
            </p:txBody>
          </p:sp>
        </mc:Choice>
        <mc:Fallback xmlns="">
          <p:sp>
            <p:nvSpPr>
              <p:cNvPr id="22" name="Rectangle 21"/>
              <p:cNvSpPr>
                <a:spLocks noRot="1" noChangeAspect="1" noMove="1" noResize="1" noEditPoints="1" noAdjustHandles="1" noChangeArrowheads="1" noChangeShapeType="1" noTextEdit="1"/>
              </p:cNvSpPr>
              <p:nvPr/>
            </p:nvSpPr>
            <p:spPr>
              <a:xfrm>
                <a:off x="3667404" y="3703189"/>
                <a:ext cx="4926605" cy="523220"/>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p:cNvSpPr/>
              <p:nvPr/>
            </p:nvSpPr>
            <p:spPr>
              <a:xfrm>
                <a:off x="3667404" y="4515152"/>
                <a:ext cx="2385140"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r>
                        <m:rPr>
                          <m:sty m:val="p"/>
                        </m:rPr>
                        <a:rPr lang="en-US" sz="2800" b="0" i="0" smtClean="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m:t>
                      </m:r>
                      <m:r>
                        <a:rPr lang="en-US" sz="2800" i="1" smtClean="0">
                          <a:solidFill>
                            <a:srgbClr val="002060"/>
                          </a:solidFill>
                          <a:latin typeface="Cambria Math" panose="02040503050406030204" pitchFamily="18" charset="0"/>
                        </a:rPr>
                        <m:t>2</m:t>
                      </m:r>
                      <m:r>
                        <a:rPr lang="en-US" sz="2800" b="0" i="1" smtClean="0">
                          <a:solidFill>
                            <a:srgbClr val="002060"/>
                          </a:solidFill>
                          <a:latin typeface="Cambria Math" panose="02040503050406030204" pitchFamily="18" charset="0"/>
                        </a:rPr>
                        <m:t>.7740</m:t>
                      </m:r>
                    </m:oMath>
                  </m:oMathPara>
                </a14:m>
                <a:endParaRPr lang="en-US" sz="2800" dirty="0">
                  <a:solidFill>
                    <a:srgbClr val="002060"/>
                  </a:solidFill>
                </a:endParaRPr>
              </a:p>
            </p:txBody>
          </p:sp>
        </mc:Choice>
        <mc:Fallback xmlns="">
          <p:sp>
            <p:nvSpPr>
              <p:cNvPr id="23" name="Rectangle 22"/>
              <p:cNvSpPr>
                <a:spLocks noRot="1" noChangeAspect="1" noMove="1" noResize="1" noEditPoints="1" noAdjustHandles="1" noChangeArrowheads="1" noChangeShapeType="1" noTextEdit="1"/>
              </p:cNvSpPr>
              <p:nvPr/>
            </p:nvSpPr>
            <p:spPr>
              <a:xfrm>
                <a:off x="3667404" y="4515152"/>
                <a:ext cx="2385140" cy="523220"/>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Rectangle 24"/>
              <p:cNvSpPr/>
              <p:nvPr/>
            </p:nvSpPr>
            <p:spPr>
              <a:xfrm>
                <a:off x="137270" y="5327115"/>
                <a:ext cx="10159128" cy="523220"/>
              </a:xfrm>
              <a:prstGeom prst="rect">
                <a:avLst/>
              </a:prstGeom>
              <a:ln>
                <a:solidFill>
                  <a:srgbClr val="FF0000"/>
                </a:solidFill>
              </a:ln>
            </p:spPr>
            <p:style>
              <a:lnRef idx="2">
                <a:schemeClr val="accent2"/>
              </a:lnRef>
              <a:fillRef idx="1">
                <a:schemeClr val="lt1"/>
              </a:fillRef>
              <a:effectRef idx="0">
                <a:schemeClr val="accent2"/>
              </a:effectRef>
              <a:fontRef idx="minor">
                <a:schemeClr val="dk1"/>
              </a:fontRef>
            </p:style>
            <p:txBody>
              <a:bodyPr wrap="none">
                <a:spAutoFit/>
              </a:bodyPr>
              <a:lstStyle/>
              <a:p>
                <a:pPr/>
                <a14:m>
                  <m:oMathPara xmlns:m="http://schemas.openxmlformats.org/officeDocument/2006/math">
                    <m:oMathParaPr>
                      <m:jc m:val="left"/>
                    </m:oMathParaPr>
                    <m:oMath xmlns:m="http://schemas.openxmlformats.org/officeDocument/2006/math">
                      <m:r>
                        <a:rPr lang="en-US" sz="2800" b="1" i="1" smtClean="0">
                          <a:solidFill>
                            <a:srgbClr val="7030A0"/>
                          </a:solidFill>
                          <a:latin typeface="Cambria Math" panose="02040503050406030204" pitchFamily="18" charset="0"/>
                          <a:ea typeface="Cambria Math" panose="02040503050406030204" pitchFamily="18" charset="0"/>
                        </a:rPr>
                        <m:t>∴</m:t>
                      </m:r>
                      <m:r>
                        <m:rPr>
                          <m:nor/>
                        </m:rPr>
                        <a:rPr lang="en-US" sz="2800" b="1" i="0" dirty="0" smtClean="0">
                          <a:solidFill>
                            <a:srgbClr val="7030A0"/>
                          </a:solidFill>
                        </a:rPr>
                        <m:t>W</m:t>
                      </m:r>
                      <m:r>
                        <m:rPr>
                          <m:nor/>
                        </m:rPr>
                        <a:rPr lang="en-US" sz="2800" b="1" dirty="0">
                          <a:solidFill>
                            <a:srgbClr val="7030A0"/>
                          </a:solidFill>
                        </a:rPr>
                        <m:t>hen</m:t>
                      </m:r>
                      <m:r>
                        <m:rPr>
                          <m:nor/>
                        </m:rPr>
                        <a:rPr lang="en-US" sz="2800" b="1" i="0" dirty="0" smtClean="0">
                          <a:solidFill>
                            <a:srgbClr val="7030A0"/>
                          </a:solidFill>
                        </a:rPr>
                        <m:t> </m:t>
                      </m:r>
                      <m:r>
                        <m:rPr>
                          <m:nor/>
                        </m:rPr>
                        <a:rPr lang="en-US" sz="2800" b="1" i="0" dirty="0" smtClean="0">
                          <a:solidFill>
                            <a:srgbClr val="7030A0"/>
                          </a:solidFill>
                        </a:rPr>
                        <m:t>the</m:t>
                      </m:r>
                      <m:r>
                        <m:rPr>
                          <m:nor/>
                        </m:rPr>
                        <a:rPr lang="en-US" sz="2800" b="1" i="0" dirty="0" smtClean="0">
                          <a:solidFill>
                            <a:srgbClr val="7030A0"/>
                          </a:solidFill>
                        </a:rPr>
                        <m:t> </m:t>
                      </m:r>
                      <m:r>
                        <m:rPr>
                          <m:nor/>
                        </m:rPr>
                        <a:rPr lang="en-US" sz="2800" b="1" i="0" dirty="0" smtClean="0">
                          <a:solidFill>
                            <a:srgbClr val="7030A0"/>
                          </a:solidFill>
                        </a:rPr>
                        <m:t>price</m:t>
                      </m:r>
                      <m:r>
                        <m:rPr>
                          <m:nor/>
                        </m:rPr>
                        <a:rPr lang="en-US" sz="2800" b="1" i="0" dirty="0" smtClean="0">
                          <a:solidFill>
                            <a:srgbClr val="7030A0"/>
                          </a:solidFill>
                        </a:rPr>
                        <m:t> </m:t>
                      </m:r>
                      <m:r>
                        <m:rPr>
                          <m:nor/>
                        </m:rPr>
                        <a:rPr lang="en-US" sz="2800" b="1" i="0" dirty="0" smtClean="0">
                          <a:solidFill>
                            <a:srgbClr val="7030A0"/>
                          </a:solidFill>
                        </a:rPr>
                        <m:t>at</m:t>
                      </m:r>
                      <m:r>
                        <m:rPr>
                          <m:nor/>
                        </m:rPr>
                        <a:rPr lang="en-US" sz="2800" b="1" i="0" dirty="0" smtClean="0">
                          <a:solidFill>
                            <a:srgbClr val="7030A0"/>
                          </a:solidFill>
                        </a:rPr>
                        <m:t> </m:t>
                      </m:r>
                      <m:r>
                        <m:rPr>
                          <m:nor/>
                        </m:rPr>
                        <a:rPr lang="en-US" sz="2800" b="1" i="0" dirty="0" smtClean="0">
                          <a:solidFill>
                            <a:srgbClr val="7030A0"/>
                          </a:solidFill>
                        </a:rPr>
                        <m:t>Kanpur</m:t>
                      </m:r>
                      <m:r>
                        <m:rPr>
                          <m:nor/>
                        </m:rPr>
                        <a:rPr lang="en-US" sz="2800" b="1" dirty="0">
                          <a:solidFill>
                            <a:srgbClr val="7030A0"/>
                          </a:solidFill>
                        </a:rPr>
                        <m:t> </m:t>
                      </m:r>
                      <m:r>
                        <m:rPr>
                          <m:nor/>
                        </m:rPr>
                        <a:rPr lang="en-US" sz="2800" b="1" dirty="0">
                          <a:solidFill>
                            <a:srgbClr val="7030A0"/>
                          </a:solidFill>
                        </a:rPr>
                        <m:t>is</m:t>
                      </m:r>
                      <m:r>
                        <m:rPr>
                          <m:nor/>
                        </m:rPr>
                        <a:rPr lang="en-US" sz="2800" b="1" dirty="0">
                          <a:solidFill>
                            <a:srgbClr val="7030A0"/>
                          </a:solidFill>
                        </a:rPr>
                        <m:t> </m:t>
                      </m:r>
                      <m:r>
                        <a:rPr lang="en-US" sz="2800" b="1" i="1" dirty="0" smtClean="0">
                          <a:solidFill>
                            <a:srgbClr val="7030A0"/>
                          </a:solidFill>
                          <a:latin typeface="Cambria Math" panose="02040503050406030204" pitchFamily="18" charset="0"/>
                        </a:rPr>
                        <m:t>𝟑</m:t>
                      </m:r>
                      <m:r>
                        <a:rPr lang="en-US" sz="2800" b="1" i="1" dirty="0" smtClean="0">
                          <a:solidFill>
                            <a:srgbClr val="7030A0"/>
                          </a:solidFill>
                          <a:latin typeface="Cambria Math" panose="02040503050406030204" pitchFamily="18" charset="0"/>
                        </a:rPr>
                        <m:t>.</m:t>
                      </m:r>
                      <m:r>
                        <a:rPr lang="en-US" sz="2800" b="1" i="1" dirty="0" smtClean="0">
                          <a:solidFill>
                            <a:srgbClr val="7030A0"/>
                          </a:solidFill>
                          <a:latin typeface="Cambria Math" panose="02040503050406030204" pitchFamily="18" charset="0"/>
                        </a:rPr>
                        <m:t>𝟎𝟓𝟐</m:t>
                      </m:r>
                      <m:r>
                        <m:rPr>
                          <m:nor/>
                        </m:rPr>
                        <a:rPr lang="en-US" sz="2800" b="1" i="0" dirty="0" smtClean="0">
                          <a:solidFill>
                            <a:srgbClr val="7030A0"/>
                          </a:solidFill>
                        </a:rPr>
                        <m:t>, </m:t>
                      </m:r>
                      <m:r>
                        <m:rPr>
                          <m:nor/>
                        </m:rPr>
                        <a:rPr lang="en-US" sz="2800" b="1" i="0" dirty="0" smtClean="0">
                          <a:solidFill>
                            <a:srgbClr val="7030A0"/>
                          </a:solidFill>
                        </a:rPr>
                        <m:t>the</m:t>
                      </m:r>
                      <m:r>
                        <m:rPr>
                          <m:nor/>
                        </m:rPr>
                        <a:rPr lang="en-US" sz="2800" b="1" dirty="0">
                          <a:solidFill>
                            <a:srgbClr val="7030A0"/>
                          </a:solidFill>
                        </a:rPr>
                        <m:t> </m:t>
                      </m:r>
                      <m:r>
                        <m:rPr>
                          <m:nor/>
                        </m:rPr>
                        <a:rPr lang="en-US" sz="2800" b="1" i="0" dirty="0" smtClean="0">
                          <a:solidFill>
                            <a:srgbClr val="7030A0"/>
                          </a:solidFill>
                        </a:rPr>
                        <m:t>price</m:t>
                      </m:r>
                      <m:r>
                        <m:rPr>
                          <m:nor/>
                        </m:rPr>
                        <a:rPr lang="en-US" sz="2800" b="1" i="0" dirty="0" smtClean="0">
                          <a:solidFill>
                            <a:srgbClr val="7030A0"/>
                          </a:solidFill>
                        </a:rPr>
                        <m:t> </m:t>
                      </m:r>
                      <m:r>
                        <m:rPr>
                          <m:nor/>
                        </m:rPr>
                        <a:rPr lang="en-US" sz="2800" b="1" i="0" dirty="0" smtClean="0">
                          <a:solidFill>
                            <a:srgbClr val="7030A0"/>
                          </a:solidFill>
                        </a:rPr>
                        <m:t>at</m:t>
                      </m:r>
                      <m:r>
                        <m:rPr>
                          <m:nor/>
                        </m:rPr>
                        <a:rPr lang="en-US" sz="2800" b="1" i="0" dirty="0" smtClean="0">
                          <a:solidFill>
                            <a:srgbClr val="7030A0"/>
                          </a:solidFill>
                        </a:rPr>
                        <m:t> </m:t>
                      </m:r>
                      <m:r>
                        <m:rPr>
                          <m:nor/>
                        </m:rPr>
                        <a:rPr lang="en-US" sz="2800" b="1" i="0" dirty="0" smtClean="0">
                          <a:solidFill>
                            <a:srgbClr val="7030A0"/>
                          </a:solidFill>
                        </a:rPr>
                        <m:t>Raipur</m:t>
                      </m:r>
                      <m:r>
                        <m:rPr>
                          <m:nor/>
                        </m:rPr>
                        <a:rPr lang="en-US" sz="2800" b="1" i="0" dirty="0" smtClean="0">
                          <a:solidFill>
                            <a:srgbClr val="7030A0"/>
                          </a:solidFill>
                        </a:rPr>
                        <m:t> </m:t>
                      </m:r>
                      <m:r>
                        <a:rPr lang="en-US" sz="2800" b="1" i="1" dirty="0" smtClean="0">
                          <a:solidFill>
                            <a:srgbClr val="7030A0"/>
                          </a:solidFill>
                          <a:latin typeface="Cambria Math" panose="02040503050406030204" pitchFamily="18" charset="0"/>
                        </a:rPr>
                        <m:t>=</m:t>
                      </m:r>
                      <m:r>
                        <a:rPr lang="en-US" sz="2800" b="1" i="1" dirty="0" smtClean="0">
                          <a:solidFill>
                            <a:srgbClr val="7030A0"/>
                          </a:solidFill>
                          <a:latin typeface="Cambria Math" panose="02040503050406030204" pitchFamily="18" charset="0"/>
                        </a:rPr>
                        <m:t>𝟐</m:t>
                      </m:r>
                      <m:r>
                        <a:rPr lang="en-US" sz="2800" b="1" i="1" dirty="0" smtClean="0">
                          <a:solidFill>
                            <a:srgbClr val="7030A0"/>
                          </a:solidFill>
                          <a:latin typeface="Cambria Math" panose="02040503050406030204" pitchFamily="18" charset="0"/>
                        </a:rPr>
                        <m:t>.</m:t>
                      </m:r>
                      <m:r>
                        <a:rPr lang="en-US" sz="2800" b="1" i="1" dirty="0" smtClean="0">
                          <a:solidFill>
                            <a:srgbClr val="7030A0"/>
                          </a:solidFill>
                          <a:latin typeface="Cambria Math" panose="02040503050406030204" pitchFamily="18" charset="0"/>
                        </a:rPr>
                        <m:t>𝟕𝟕𝟒𝟎</m:t>
                      </m:r>
                    </m:oMath>
                  </m:oMathPara>
                </a14:m>
                <a:endParaRPr lang="en-US" sz="2800" b="1" dirty="0">
                  <a:solidFill>
                    <a:srgbClr val="7030A0"/>
                  </a:solidFill>
                </a:endParaRPr>
              </a:p>
            </p:txBody>
          </p:sp>
        </mc:Choice>
        <mc:Fallback xmlns="">
          <p:sp>
            <p:nvSpPr>
              <p:cNvPr id="25" name="Rectangle 24"/>
              <p:cNvSpPr>
                <a:spLocks noRot="1" noChangeAspect="1" noMove="1" noResize="1" noEditPoints="1" noAdjustHandles="1" noChangeArrowheads="1" noChangeShapeType="1" noTextEdit="1"/>
              </p:cNvSpPr>
              <p:nvPr/>
            </p:nvSpPr>
            <p:spPr>
              <a:xfrm>
                <a:off x="137270" y="5327115"/>
                <a:ext cx="10159128" cy="523220"/>
              </a:xfrm>
              <a:prstGeom prst="rect">
                <a:avLst/>
              </a:prstGeom>
              <a:blipFill rotWithShape="0">
                <a:blip r:embed="rId7"/>
                <a:stretch>
                  <a:fillRect/>
                </a:stretch>
              </a:blipFill>
              <a:ln>
                <a:solidFill>
                  <a:srgbClr val="FF0000"/>
                </a:solidFill>
              </a:ln>
            </p:spPr>
            <p:txBody>
              <a:bodyPr/>
              <a:lstStyle/>
              <a:p>
                <a:r>
                  <a:rPr lang="en-US">
                    <a:noFill/>
                  </a:rPr>
                  <a:t> </a:t>
                </a:r>
              </a:p>
            </p:txBody>
          </p:sp>
        </mc:Fallback>
      </mc:AlternateContent>
    </p:spTree>
    <p:extLst>
      <p:ext uri="{BB962C8B-B14F-4D97-AF65-F5344CB8AC3E}">
        <p14:creationId xmlns:p14="http://schemas.microsoft.com/office/powerpoint/2010/main" val="934020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P spid="23" grpId="0"/>
      <p:bldP spid="25" grpId="0" animBg="1"/>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Curve Fitting</a:t>
            </a:r>
            <a:endParaRPr lang="en-IN" dirty="0"/>
          </a:p>
        </p:txBody>
      </p:sp>
      <p:sp>
        <p:nvSpPr>
          <p:cNvPr id="4" name="Text Placeholder 3">
            <a:extLst>
              <a:ext uri="{FF2B5EF4-FFF2-40B4-BE49-F238E27FC236}">
                <a16:creationId xmlns:a16="http://schemas.microsoft.com/office/drawing/2014/main" id="{4AF66629-F349-43A0-B5A5-A51D2BBB7435}"/>
              </a:ext>
            </a:extLst>
          </p:cNvPr>
          <p:cNvSpPr>
            <a:spLocks noGrp="1"/>
          </p:cNvSpPr>
          <p:nvPr>
            <p:ph type="body" idx="1"/>
          </p:nvPr>
        </p:nvSpPr>
        <p:spPr/>
        <p:txBody>
          <a:bodyPr/>
          <a:lstStyle/>
          <a:p>
            <a:pPr lvl="0"/>
            <a:r>
              <a:rPr lang="en-US" dirty="0"/>
              <a:t>Least Square Method</a:t>
            </a:r>
          </a:p>
        </p:txBody>
      </p:sp>
    </p:spTree>
    <p:extLst>
      <p:ext uri="{BB962C8B-B14F-4D97-AF65-F5344CB8AC3E}">
        <p14:creationId xmlns:p14="http://schemas.microsoft.com/office/powerpoint/2010/main" val="668181767"/>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p:cNvSpPr>
            <a:spLocks noGrp="1"/>
          </p:cNvSpPr>
          <p:nvPr>
            <p:ph idx="1"/>
          </p:nvPr>
        </p:nvSpPr>
        <p:spPr/>
        <p:txBody>
          <a:bodyPr/>
          <a:lstStyle/>
          <a:p>
            <a:pPr lvl="0">
              <a:lnSpc>
                <a:spcPct val="145000"/>
              </a:lnSpc>
            </a:pPr>
            <a:r>
              <a:rPr lang="en-US" dirty="0"/>
              <a:t>We come across many situations where we often require to find a </a:t>
            </a:r>
            <a:r>
              <a:rPr lang="en-US" dirty="0">
                <a:solidFill>
                  <a:srgbClr val="FF0000"/>
                </a:solidFill>
              </a:rPr>
              <a:t>relationship</a:t>
            </a:r>
            <a:r>
              <a:rPr lang="en-US" dirty="0"/>
              <a:t> between two or more variables. </a:t>
            </a:r>
          </a:p>
          <a:p>
            <a:pPr lvl="0">
              <a:lnSpc>
                <a:spcPct val="145000"/>
              </a:lnSpc>
            </a:pPr>
            <a:r>
              <a:rPr lang="en-US" b="1" dirty="0">
                <a:solidFill>
                  <a:schemeClr val="accent6">
                    <a:lumMod val="75000"/>
                  </a:schemeClr>
                </a:solidFill>
              </a:rPr>
              <a:t>For example:</a:t>
            </a:r>
          </a:p>
          <a:p>
            <a:pPr lvl="1">
              <a:lnSpc>
                <a:spcPct val="145000"/>
              </a:lnSpc>
            </a:pPr>
            <a:r>
              <a:rPr lang="en-US" dirty="0"/>
              <a:t>Weight and Height of a person,</a:t>
            </a:r>
          </a:p>
          <a:p>
            <a:pPr lvl="1">
              <a:lnSpc>
                <a:spcPct val="145000"/>
              </a:lnSpc>
            </a:pPr>
            <a:r>
              <a:rPr lang="en-US" dirty="0"/>
              <a:t>Demand and Supply, etc. </a:t>
            </a:r>
          </a:p>
          <a:p>
            <a:pPr>
              <a:lnSpc>
                <a:spcPct val="145000"/>
              </a:lnSpc>
            </a:pPr>
            <a:r>
              <a:rPr lang="en-US" dirty="0"/>
              <a:t>This relation may be </a:t>
            </a:r>
            <a:r>
              <a:rPr lang="en-US" dirty="0">
                <a:solidFill>
                  <a:srgbClr val="FF0000"/>
                </a:solidFill>
              </a:rPr>
              <a:t>expresses</a:t>
            </a:r>
            <a:r>
              <a:rPr lang="en-US" dirty="0"/>
              <a:t> by polynomial or exponential or logarithmic relationship. </a:t>
            </a:r>
          </a:p>
          <a:p>
            <a:pPr>
              <a:lnSpc>
                <a:spcPct val="145000"/>
              </a:lnSpc>
            </a:pPr>
            <a:r>
              <a:rPr lang="en-US" dirty="0"/>
              <a:t>In order to determine such relationship, first it is requiring to </a:t>
            </a:r>
            <a:r>
              <a:rPr lang="en-US" dirty="0">
                <a:solidFill>
                  <a:srgbClr val="FF0000"/>
                </a:solidFill>
              </a:rPr>
              <a:t>collect</a:t>
            </a:r>
            <a:r>
              <a:rPr lang="en-US" dirty="0"/>
              <a:t> </a:t>
            </a:r>
            <a:r>
              <a:rPr lang="en-US" dirty="0">
                <a:solidFill>
                  <a:srgbClr val="FF0000"/>
                </a:solidFill>
              </a:rPr>
              <a:t>the</a:t>
            </a:r>
            <a:r>
              <a:rPr lang="en-US" dirty="0"/>
              <a:t> </a:t>
            </a:r>
            <a:r>
              <a:rPr lang="en-US" dirty="0">
                <a:solidFill>
                  <a:srgbClr val="FF0000"/>
                </a:solidFill>
              </a:rPr>
              <a:t>data</a:t>
            </a:r>
            <a:r>
              <a:rPr lang="en-US" dirty="0"/>
              <a:t> showing corresponding values of the variables under consideration.</a:t>
            </a:r>
          </a:p>
        </p:txBody>
      </p:sp>
    </p:spTree>
    <p:extLst>
      <p:ext uri="{BB962C8B-B14F-4D97-AF65-F5344CB8AC3E}">
        <p14:creationId xmlns:p14="http://schemas.microsoft.com/office/powerpoint/2010/main" val="2990663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grpId="0" nodeType="after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lvl="0"/>
                <a:r>
                  <a:rPr lang="en-US" dirty="0"/>
                  <a:t>Suppose a set of </a:t>
                </a:r>
                <a14:m>
                  <m:oMath xmlns:m="http://schemas.openxmlformats.org/officeDocument/2006/math">
                    <m:r>
                      <m:rPr>
                        <m:sty m:val="p"/>
                      </m:rPr>
                      <a:rPr lang="en-US" i="0" dirty="0" smtClean="0">
                        <a:solidFill>
                          <a:srgbClr val="FF0000"/>
                        </a:solidFill>
                        <a:latin typeface="Cambria Math" panose="02040503050406030204" pitchFamily="18" charset="0"/>
                      </a:rPr>
                      <m:t>n</m:t>
                    </m:r>
                  </m:oMath>
                </a14:m>
                <a:r>
                  <a:rPr lang="en-US" dirty="0"/>
                  <a:t> points </a:t>
                </a:r>
                <a14:m>
                  <m:oMath xmlns:m="http://schemas.openxmlformats.org/officeDocument/2006/math">
                    <m:d>
                      <m:dPr>
                        <m:ctrlPr>
                          <a:rPr lang="en-US" i="1">
                            <a:latin typeface="Cambria Math" panose="02040503050406030204" pitchFamily="18" charset="0"/>
                          </a:rPr>
                        </m:ctrlPr>
                      </m:dPr>
                      <m:e>
                        <m:sSub>
                          <m:sSubPr>
                            <m:ctrlPr>
                              <a:rPr lang="en-US" i="1">
                                <a:latin typeface="Cambria Math" panose="02040503050406030204" pitchFamily="18" charset="0"/>
                              </a:rPr>
                            </m:ctrlPr>
                          </m:sSubPr>
                          <m:e>
                            <m:r>
                              <m:rPr>
                                <m:sty m:val="p"/>
                              </m:rPr>
                              <a:rPr lang="en-US">
                                <a:latin typeface="Cambria Math" panose="02040503050406030204" pitchFamily="18" charset="0"/>
                              </a:rPr>
                              <m:t>x</m:t>
                            </m:r>
                          </m:e>
                          <m:sub>
                            <m:r>
                              <a:rPr lang="en-US">
                                <a:latin typeface="Cambria Math" panose="02040503050406030204" pitchFamily="18" charset="0"/>
                              </a:rPr>
                              <m:t>1</m:t>
                            </m:r>
                          </m:sub>
                        </m:sSub>
                        <m:r>
                          <a:rPr lang="en-US">
                            <a:latin typeface="Cambria Math" panose="02040503050406030204" pitchFamily="18" charset="0"/>
                          </a:rPr>
                          <m:t>, </m:t>
                        </m:r>
                        <m:sSub>
                          <m:sSubPr>
                            <m:ctrlPr>
                              <a:rPr lang="en-US" i="1">
                                <a:latin typeface="Cambria Math" panose="02040503050406030204" pitchFamily="18" charset="0"/>
                              </a:rPr>
                            </m:ctrlPr>
                          </m:sSubPr>
                          <m:e>
                            <m:r>
                              <m:rPr>
                                <m:sty m:val="p"/>
                              </m:rPr>
                              <a:rPr lang="en-US">
                                <a:latin typeface="Cambria Math" panose="02040503050406030204" pitchFamily="18" charset="0"/>
                              </a:rPr>
                              <m:t>y</m:t>
                            </m:r>
                          </m:e>
                          <m:sub>
                            <m:r>
                              <a:rPr lang="en-US">
                                <a:latin typeface="Cambria Math" panose="02040503050406030204" pitchFamily="18" charset="0"/>
                              </a:rPr>
                              <m:t>1</m:t>
                            </m:r>
                          </m:sub>
                        </m:sSub>
                      </m:e>
                    </m:d>
                    <m:r>
                      <a:rPr lang="en-US">
                        <a:latin typeface="Cambria Math" panose="02040503050406030204" pitchFamily="18" charset="0"/>
                      </a:rPr>
                      <m:t>, </m:t>
                    </m:r>
                    <m:r>
                      <a:rPr lang="en-US" b="0" i="1" smtClean="0">
                        <a:latin typeface="Cambria Math" panose="02040503050406030204" pitchFamily="18" charset="0"/>
                      </a:rPr>
                      <m:t> </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m:rPr>
                                <m:sty m:val="p"/>
                              </m:rPr>
                              <a:rPr lang="en-US">
                                <a:latin typeface="Cambria Math" panose="02040503050406030204" pitchFamily="18" charset="0"/>
                              </a:rPr>
                              <m:t>x</m:t>
                            </m:r>
                          </m:e>
                          <m:sub>
                            <m:r>
                              <a:rPr lang="en-US">
                                <a:latin typeface="Cambria Math" panose="02040503050406030204" pitchFamily="18" charset="0"/>
                              </a:rPr>
                              <m:t>2</m:t>
                            </m:r>
                          </m:sub>
                        </m:sSub>
                        <m:r>
                          <a:rPr lang="en-US">
                            <a:latin typeface="Cambria Math" panose="02040503050406030204" pitchFamily="18" charset="0"/>
                          </a:rPr>
                          <m:t>, </m:t>
                        </m:r>
                        <m:sSub>
                          <m:sSubPr>
                            <m:ctrlPr>
                              <a:rPr lang="en-US" i="1">
                                <a:latin typeface="Cambria Math" panose="02040503050406030204" pitchFamily="18" charset="0"/>
                              </a:rPr>
                            </m:ctrlPr>
                          </m:sSubPr>
                          <m:e>
                            <m:r>
                              <m:rPr>
                                <m:sty m:val="p"/>
                              </m:rPr>
                              <a:rPr lang="en-US">
                                <a:latin typeface="Cambria Math" panose="02040503050406030204" pitchFamily="18" charset="0"/>
                              </a:rPr>
                              <m:t>y</m:t>
                            </m:r>
                          </m:e>
                          <m:sub>
                            <m:r>
                              <a:rPr lang="en-US">
                                <a:latin typeface="Cambria Math" panose="02040503050406030204" pitchFamily="18" charset="0"/>
                              </a:rPr>
                              <m:t>2</m:t>
                            </m:r>
                          </m:sub>
                        </m:sSub>
                      </m:e>
                    </m:d>
                    <m:r>
                      <a:rPr lang="en-US">
                        <a:latin typeface="Cambria Math" panose="02040503050406030204" pitchFamily="18" charset="0"/>
                      </a:rPr>
                      <m:t>, </m:t>
                    </m:r>
                    <m:r>
                      <a:rPr lang="en-US" b="0" i="0" smtClean="0">
                        <a:latin typeface="Cambria Math" panose="02040503050406030204" pitchFamily="18" charset="0"/>
                      </a:rPr>
                      <m:t> …</m:t>
                    </m:r>
                    <m:r>
                      <a:rPr lang="en-US">
                        <a:latin typeface="Cambria Math" panose="02040503050406030204" pitchFamily="18" charset="0"/>
                      </a:rPr>
                      <m:t>…, </m:t>
                    </m:r>
                    <m:r>
                      <a:rPr lang="en-US" b="0" i="0" smtClean="0">
                        <a:latin typeface="Cambria Math" panose="02040503050406030204" pitchFamily="18" charset="0"/>
                      </a:rPr>
                      <m:t> </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m:rPr>
                                <m:sty m:val="p"/>
                              </m:rPr>
                              <a:rPr lang="en-US">
                                <a:latin typeface="Cambria Math" panose="02040503050406030204" pitchFamily="18" charset="0"/>
                              </a:rPr>
                              <m:t>x</m:t>
                            </m:r>
                          </m:e>
                          <m:sub>
                            <m:r>
                              <m:rPr>
                                <m:sty m:val="p"/>
                              </m:rPr>
                              <a:rPr lang="en-US">
                                <a:latin typeface="Cambria Math" panose="02040503050406030204" pitchFamily="18" charset="0"/>
                              </a:rPr>
                              <m:t>n</m:t>
                            </m:r>
                          </m:sub>
                        </m:sSub>
                        <m:r>
                          <a:rPr lang="en-US">
                            <a:latin typeface="Cambria Math" panose="02040503050406030204" pitchFamily="18" charset="0"/>
                          </a:rPr>
                          <m:t>, </m:t>
                        </m:r>
                        <m:sSub>
                          <m:sSubPr>
                            <m:ctrlPr>
                              <a:rPr lang="en-US" i="1">
                                <a:latin typeface="Cambria Math" panose="02040503050406030204" pitchFamily="18" charset="0"/>
                              </a:rPr>
                            </m:ctrlPr>
                          </m:sSubPr>
                          <m:e>
                            <m:r>
                              <m:rPr>
                                <m:sty m:val="p"/>
                              </m:rPr>
                              <a:rPr lang="en-US">
                                <a:latin typeface="Cambria Math" panose="02040503050406030204" pitchFamily="18" charset="0"/>
                              </a:rPr>
                              <m:t>y</m:t>
                            </m:r>
                          </m:e>
                          <m:sub>
                            <m:r>
                              <m:rPr>
                                <m:sty m:val="p"/>
                              </m:rPr>
                              <a:rPr lang="en-US">
                                <a:latin typeface="Cambria Math" panose="02040503050406030204" pitchFamily="18" charset="0"/>
                              </a:rPr>
                              <m:t>n</m:t>
                            </m:r>
                          </m:sub>
                        </m:sSub>
                      </m:e>
                    </m:d>
                  </m:oMath>
                </a14:m>
                <a:r>
                  <a:rPr lang="en-US" dirty="0"/>
                  <a:t> be the given data of the </a:t>
                </a:r>
                <a:r>
                  <a:rPr lang="en-US" dirty="0">
                    <a:solidFill>
                      <a:srgbClr val="FF0000"/>
                    </a:solidFill>
                  </a:rPr>
                  <a:t>variables </a:t>
                </a:r>
                <a14:m>
                  <m:oMath xmlns:m="http://schemas.openxmlformats.org/officeDocument/2006/math">
                    <m:r>
                      <m:rPr>
                        <m:sty m:val="p"/>
                      </m:rPr>
                      <a:rPr lang="en-US" i="0" dirty="0" smtClean="0">
                        <a:solidFill>
                          <a:srgbClr val="FF0000"/>
                        </a:solidFill>
                        <a:latin typeface="Cambria Math" panose="02040503050406030204" pitchFamily="18" charset="0"/>
                      </a:rPr>
                      <m:t>x</m:t>
                    </m:r>
                  </m:oMath>
                </a14:m>
                <a:r>
                  <a:rPr lang="en-US" dirty="0"/>
                  <a:t> and </a:t>
                </a:r>
                <a14:m>
                  <m:oMath xmlns:m="http://schemas.openxmlformats.org/officeDocument/2006/math">
                    <m:r>
                      <m:rPr>
                        <m:sty m:val="p"/>
                      </m:rPr>
                      <a:rPr lang="en-US" i="0" dirty="0" smtClean="0">
                        <a:solidFill>
                          <a:srgbClr val="FF0000"/>
                        </a:solidFill>
                        <a:latin typeface="Cambria Math" panose="02040503050406030204" pitchFamily="18" charset="0"/>
                      </a:rPr>
                      <m:t>y</m:t>
                    </m:r>
                  </m:oMath>
                </a14:m>
                <a:r>
                  <a:rPr lang="en-US" dirty="0"/>
                  <a:t>.</a:t>
                </a:r>
              </a:p>
              <a:p>
                <a:pPr lvl="0"/>
                <a:r>
                  <a:rPr lang="en-US" dirty="0"/>
                  <a:t>If we </a:t>
                </a:r>
                <a:r>
                  <a:rPr lang="en-US" dirty="0">
                    <a:solidFill>
                      <a:srgbClr val="FF0000"/>
                    </a:solidFill>
                  </a:rPr>
                  <a:t>plot</a:t>
                </a:r>
                <a:r>
                  <a:rPr lang="en-US" dirty="0"/>
                  <a:t> the above </a:t>
                </a:r>
                <a:r>
                  <a:rPr lang="en-US" dirty="0">
                    <a:solidFill>
                      <a:srgbClr val="FF0000"/>
                    </a:solidFill>
                  </a:rPr>
                  <a:t>data</a:t>
                </a:r>
                <a:r>
                  <a:rPr lang="en-US" dirty="0"/>
                  <a:t> on a coordinate system(</a:t>
                </a:r>
                <a14:m>
                  <m:oMath xmlns:m="http://schemas.openxmlformats.org/officeDocument/2006/math">
                    <m:r>
                      <m:rPr>
                        <m:sty m:val="p"/>
                      </m:rPr>
                      <a:rPr lang="en-US" i="0" dirty="0" smtClean="0">
                        <a:latin typeface="Cambria Math" panose="02040503050406030204" pitchFamily="18" charset="0"/>
                      </a:rPr>
                      <m:t>xy</m:t>
                    </m:r>
                  </m:oMath>
                </a14:m>
                <a:r>
                  <a:rPr lang="en-US" dirty="0"/>
                  <a:t> plan), then it </a:t>
                </a:r>
                <a:r>
                  <a:rPr lang="en-US" dirty="0">
                    <a:solidFill>
                      <a:srgbClr val="FF0000"/>
                    </a:solidFill>
                  </a:rPr>
                  <a:t>forms</a:t>
                </a:r>
                <a:r>
                  <a:rPr lang="en-US" dirty="0"/>
                  <a:t> a scatter diagram.</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71" r="-1074"/>
                </a:stretch>
              </a:blipFill>
            </p:spPr>
            <p:txBody>
              <a:bodyPr/>
              <a:lstStyle/>
              <a:p>
                <a:r>
                  <a:rPr lang="en-US">
                    <a:noFill/>
                  </a:rPr>
                  <a:t> </a:t>
                </a:r>
              </a:p>
            </p:txBody>
          </p:sp>
        </mc:Fallback>
      </mc:AlternateContent>
      <p:grpSp>
        <p:nvGrpSpPr>
          <p:cNvPr id="9" name="Group 8"/>
          <p:cNvGrpSpPr/>
          <p:nvPr/>
        </p:nvGrpSpPr>
        <p:grpSpPr>
          <a:xfrm>
            <a:off x="1613124" y="3600858"/>
            <a:ext cx="8965753" cy="2743200"/>
            <a:chOff x="483726" y="3438807"/>
            <a:chExt cx="8965753" cy="2743200"/>
          </a:xfrm>
        </p:grpSpPr>
        <p:pic>
          <p:nvPicPr>
            <p:cNvPr id="10" name="Picture 9"/>
            <p:cNvPicPr>
              <a:picLocks noChangeAspect="1"/>
            </p:cNvPicPr>
            <p:nvPr/>
          </p:nvPicPr>
          <p:blipFill rotWithShape="1">
            <a:blip r:embed="rId3">
              <a:duotone>
                <a:schemeClr val="accent6">
                  <a:shade val="45000"/>
                  <a:satMod val="135000"/>
                </a:schemeClr>
                <a:prstClr val="white"/>
              </a:duotone>
              <a:extLst>
                <a:ext uri="{28A0092B-C50C-407E-A947-70E740481C1C}">
                  <a14:useLocalDpi xmlns:a14="http://schemas.microsoft.com/office/drawing/2010/main" val="0"/>
                </a:ext>
              </a:extLst>
            </a:blip>
            <a:srcRect t="5421" r="53376" b="54710"/>
            <a:stretch/>
          </p:blipFill>
          <p:spPr>
            <a:xfrm>
              <a:off x="483726" y="3438807"/>
              <a:ext cx="4325392" cy="2743200"/>
            </a:xfrm>
            <a:prstGeom prst="rect">
              <a:avLst/>
            </a:prstGeom>
          </p:spPr>
        </p:pic>
        <p:pic>
          <p:nvPicPr>
            <p:cNvPr id="11" name="Picture 10"/>
            <p:cNvPicPr>
              <a:picLocks noChangeAspect="1"/>
            </p:cNvPicPr>
            <p:nvPr/>
          </p:nvPicPr>
          <p:blipFill rotWithShape="1">
            <a:blip r:embed="rId3">
              <a:duotone>
                <a:schemeClr val="accent6">
                  <a:shade val="45000"/>
                  <a:satMod val="135000"/>
                </a:schemeClr>
                <a:prstClr val="white"/>
              </a:duotone>
              <a:extLst>
                <a:ext uri="{28A0092B-C50C-407E-A947-70E740481C1C}">
                  <a14:useLocalDpi xmlns:a14="http://schemas.microsoft.com/office/drawing/2010/main" val="0"/>
                </a:ext>
              </a:extLst>
            </a:blip>
            <a:srcRect t="55326" r="53781" b="4805"/>
            <a:stretch/>
          </p:blipFill>
          <p:spPr>
            <a:xfrm>
              <a:off x="5161664" y="3438807"/>
              <a:ext cx="4287815" cy="2743200"/>
            </a:xfrm>
            <a:prstGeom prst="rect">
              <a:avLst/>
            </a:prstGeom>
          </p:spPr>
        </p:pic>
      </p:grpSp>
    </p:spTree>
    <p:extLst>
      <p:ext uri="{BB962C8B-B14F-4D97-AF65-F5344CB8AC3E}">
        <p14:creationId xmlns:p14="http://schemas.microsoft.com/office/powerpoint/2010/main" val="3367013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p:cNvSpPr>
            <a:spLocks noGrp="1"/>
          </p:cNvSpPr>
          <p:nvPr>
            <p:ph idx="1"/>
          </p:nvPr>
        </p:nvSpPr>
        <p:spPr/>
        <p:txBody>
          <a:bodyPr/>
          <a:lstStyle/>
          <a:p>
            <a:r>
              <a:rPr lang="en-US" dirty="0"/>
              <a:t>From this diagram, it is sometimes possible to </a:t>
            </a:r>
            <a:r>
              <a:rPr lang="en-US" dirty="0">
                <a:solidFill>
                  <a:srgbClr val="FF0000"/>
                </a:solidFill>
              </a:rPr>
              <a:t>visualize</a:t>
            </a:r>
            <a:r>
              <a:rPr lang="en-US" dirty="0"/>
              <a:t> a smooth curve approximating the data. </a:t>
            </a:r>
          </a:p>
          <a:p>
            <a:r>
              <a:rPr lang="en-US" dirty="0"/>
              <a:t>Such a curve is known as an </a:t>
            </a:r>
            <a:r>
              <a:rPr lang="en-US" dirty="0">
                <a:solidFill>
                  <a:srgbClr val="FF0000"/>
                </a:solidFill>
              </a:rPr>
              <a:t>approximating curve</a:t>
            </a:r>
            <a:r>
              <a:rPr lang="en-US" dirty="0"/>
              <a:t>.</a:t>
            </a:r>
          </a:p>
          <a:p>
            <a:pPr lvl="0"/>
            <a:endParaRPr lang="en-US" dirty="0"/>
          </a:p>
        </p:txBody>
      </p:sp>
      <p:grpSp>
        <p:nvGrpSpPr>
          <p:cNvPr id="7" name="Group 6"/>
          <p:cNvGrpSpPr/>
          <p:nvPr/>
        </p:nvGrpSpPr>
        <p:grpSpPr>
          <a:xfrm>
            <a:off x="1613124" y="3600858"/>
            <a:ext cx="8965753" cy="2743200"/>
            <a:chOff x="483726" y="3438807"/>
            <a:chExt cx="8965753" cy="2743200"/>
          </a:xfrm>
        </p:grpSpPr>
        <p:pic>
          <p:nvPicPr>
            <p:cNvPr id="8" name="Picture 7"/>
            <p:cNvPicPr>
              <a:picLocks noChangeAspect="1"/>
            </p:cNvPicPr>
            <p:nvPr/>
          </p:nvPicPr>
          <p:blipFill rotWithShape="1">
            <a:blip r:embed="rId2">
              <a:duotone>
                <a:schemeClr val="accent6">
                  <a:shade val="45000"/>
                  <a:satMod val="135000"/>
                </a:schemeClr>
                <a:prstClr val="white"/>
              </a:duotone>
              <a:extLst>
                <a:ext uri="{28A0092B-C50C-407E-A947-70E740481C1C}">
                  <a14:useLocalDpi xmlns:a14="http://schemas.microsoft.com/office/drawing/2010/main" val="0"/>
                </a:ext>
              </a:extLst>
            </a:blip>
            <a:srcRect t="5421" r="53376" b="54710"/>
            <a:stretch/>
          </p:blipFill>
          <p:spPr>
            <a:xfrm>
              <a:off x="483726" y="3438807"/>
              <a:ext cx="4325392" cy="2743200"/>
            </a:xfrm>
            <a:prstGeom prst="rect">
              <a:avLst/>
            </a:prstGeom>
          </p:spPr>
        </p:pic>
        <p:pic>
          <p:nvPicPr>
            <p:cNvPr id="9" name="Picture 8"/>
            <p:cNvPicPr>
              <a:picLocks noChangeAspect="1"/>
            </p:cNvPicPr>
            <p:nvPr/>
          </p:nvPicPr>
          <p:blipFill rotWithShape="1">
            <a:blip r:embed="rId2">
              <a:duotone>
                <a:schemeClr val="accent6">
                  <a:shade val="45000"/>
                  <a:satMod val="135000"/>
                </a:schemeClr>
                <a:prstClr val="white"/>
              </a:duotone>
              <a:extLst>
                <a:ext uri="{28A0092B-C50C-407E-A947-70E740481C1C}">
                  <a14:useLocalDpi xmlns:a14="http://schemas.microsoft.com/office/drawing/2010/main" val="0"/>
                </a:ext>
              </a:extLst>
            </a:blip>
            <a:srcRect t="55326" r="53781" b="4805"/>
            <a:stretch/>
          </p:blipFill>
          <p:spPr>
            <a:xfrm>
              <a:off x="5161664" y="3438807"/>
              <a:ext cx="4287815" cy="2743200"/>
            </a:xfrm>
            <a:prstGeom prst="rect">
              <a:avLst/>
            </a:prstGeom>
          </p:spPr>
        </p:pic>
      </p:grpSp>
    </p:spTree>
    <p:extLst>
      <p:ext uri="{BB962C8B-B14F-4D97-AF65-F5344CB8AC3E}">
        <p14:creationId xmlns:p14="http://schemas.microsoft.com/office/powerpoint/2010/main" val="2918936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lvl="0"/>
                <a:r>
                  <a:rPr lang="en-US" dirty="0"/>
                  <a:t>If the data approximate well to a </a:t>
                </a:r>
                <a:r>
                  <a:rPr lang="en-US" dirty="0">
                    <a:solidFill>
                      <a:srgbClr val="FF0000"/>
                    </a:solidFill>
                  </a:rPr>
                  <a:t>straight line</a:t>
                </a:r>
                <a:r>
                  <a:rPr lang="en-US" dirty="0"/>
                  <a:t>, then we say that a </a:t>
                </a:r>
                <a:r>
                  <a:rPr lang="en-US" dirty="0">
                    <a:solidFill>
                      <a:srgbClr val="FF0000"/>
                    </a:solidFill>
                  </a:rPr>
                  <a:t>linear</a:t>
                </a:r>
                <a:r>
                  <a:rPr lang="en-US" dirty="0"/>
                  <a:t> </a:t>
                </a:r>
                <a:r>
                  <a:rPr lang="en-US" dirty="0">
                    <a:solidFill>
                      <a:srgbClr val="FF0000"/>
                    </a:solidFill>
                  </a:rPr>
                  <a:t>relationship</a:t>
                </a:r>
                <a:r>
                  <a:rPr lang="en-US" dirty="0"/>
                  <a:t> exists between the variables. </a:t>
                </a:r>
              </a:p>
              <a:p>
                <a:pPr lvl="0"/>
                <a:r>
                  <a:rPr lang="en-US" dirty="0"/>
                  <a:t>It is quite possible that the relationship of the form </a:t>
                </a:r>
                <a14:m>
                  <m:oMath xmlns:m="http://schemas.openxmlformats.org/officeDocument/2006/math">
                    <m:r>
                      <m:rPr>
                        <m:sty m:val="p"/>
                      </m:rPr>
                      <a:rPr lang="en-US">
                        <a:latin typeface="Cambria Math" panose="02040503050406030204" pitchFamily="18" charset="0"/>
                      </a:rPr>
                      <m:t>y</m:t>
                    </m:r>
                    <m:r>
                      <a:rPr lang="en-US">
                        <a:latin typeface="Cambria Math" panose="02040503050406030204" pitchFamily="18" charset="0"/>
                      </a:rPr>
                      <m:t>=</m:t>
                    </m:r>
                    <m:r>
                      <m:rPr>
                        <m:sty m:val="p"/>
                      </m:rPr>
                      <a:rPr lang="en-US">
                        <a:latin typeface="Cambria Math" panose="02040503050406030204" pitchFamily="18" charset="0"/>
                      </a:rPr>
                      <m:t>f</m:t>
                    </m:r>
                    <m:d>
                      <m:dPr>
                        <m:ctrlPr>
                          <a:rPr lang="en-US" i="1">
                            <a:latin typeface="Cambria Math" panose="02040503050406030204" pitchFamily="18" charset="0"/>
                          </a:rPr>
                        </m:ctrlPr>
                      </m:dPr>
                      <m:e>
                        <m:r>
                          <m:rPr>
                            <m:sty m:val="p"/>
                          </m:rPr>
                          <a:rPr lang="en-US">
                            <a:latin typeface="Cambria Math" panose="02040503050406030204" pitchFamily="18" charset="0"/>
                          </a:rPr>
                          <m:t>x</m:t>
                        </m:r>
                      </m:e>
                    </m:d>
                  </m:oMath>
                </a14:m>
                <a:r>
                  <a:rPr lang="en-US" dirty="0"/>
                  <a:t> between two variables x and y, giving the </a:t>
                </a:r>
                <a:r>
                  <a:rPr lang="en-US" dirty="0">
                    <a:solidFill>
                      <a:srgbClr val="FF0000"/>
                    </a:solidFill>
                  </a:rPr>
                  <a:t>approximating</a:t>
                </a:r>
                <a:r>
                  <a:rPr lang="en-US" dirty="0"/>
                  <a:t> </a:t>
                </a:r>
                <a:r>
                  <a:rPr lang="en-US" dirty="0">
                    <a:solidFill>
                      <a:srgbClr val="FF0000"/>
                    </a:solidFill>
                  </a:rPr>
                  <a:t>curve</a:t>
                </a:r>
                <a:r>
                  <a:rPr lang="en-US" dirty="0"/>
                  <a:t> which fit the given data of x and y.</a:t>
                </a:r>
              </a:p>
              <a:p>
                <a:r>
                  <a:rPr lang="en-US" dirty="0"/>
                  <a:t>Finding equations of approximating curve that fits given sets of data is known as </a:t>
                </a:r>
                <a:r>
                  <a:rPr lang="en-US" dirty="0">
                    <a:solidFill>
                      <a:srgbClr val="FF0000"/>
                    </a:solidFill>
                  </a:rPr>
                  <a:t>curve fitting</a:t>
                </a:r>
                <a:r>
                  <a:rPr lang="en-US" dirty="0"/>
                  <a:t>.</a:t>
                </a:r>
              </a:p>
              <a:p>
                <a:pPr lvl="0"/>
                <a:r>
                  <a:rPr lang="en-US" dirty="0"/>
                  <a:t>We will learn </a:t>
                </a:r>
                <a:r>
                  <a:rPr lang="en-US" dirty="0">
                    <a:solidFill>
                      <a:srgbClr val="FF0000"/>
                    </a:solidFill>
                  </a:rPr>
                  <a:t>Least Square Method</a:t>
                </a:r>
                <a:r>
                  <a:rPr lang="en-US" dirty="0"/>
                  <a:t> to find the equation of approximating curve.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71" r="-1074"/>
                </a:stretch>
              </a:blipFill>
            </p:spPr>
            <p:txBody>
              <a:bodyPr/>
              <a:lstStyle/>
              <a:p>
                <a:r>
                  <a:rPr lang="en-US">
                    <a:noFill/>
                  </a:rPr>
                  <a:t> </a:t>
                </a:r>
              </a:p>
            </p:txBody>
          </p:sp>
        </mc:Fallback>
      </mc:AlternateContent>
    </p:spTree>
    <p:extLst>
      <p:ext uri="{BB962C8B-B14F-4D97-AF65-F5344CB8AC3E}">
        <p14:creationId xmlns:p14="http://schemas.microsoft.com/office/powerpoint/2010/main" val="1442391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Least Square Method</a:t>
            </a:r>
          </a:p>
        </p:txBody>
      </p:sp>
      <p:sp>
        <p:nvSpPr>
          <p:cNvPr id="3" name="Content Placeholder 2"/>
          <p:cNvSpPr>
            <a:spLocks noGrp="1"/>
          </p:cNvSpPr>
          <p:nvPr>
            <p:ph idx="1"/>
          </p:nvPr>
        </p:nvSpPr>
        <p:spPr/>
        <p:txBody>
          <a:bodyPr/>
          <a:lstStyle/>
          <a:p>
            <a:pPr lvl="0"/>
            <a:r>
              <a:rPr lang="en-US" dirty="0"/>
              <a:t>From the scatter diagram, It is possible to have </a:t>
            </a:r>
            <a:r>
              <a:rPr lang="en-US" dirty="0">
                <a:solidFill>
                  <a:srgbClr val="FF0000"/>
                </a:solidFill>
              </a:rPr>
              <a:t>more than one curve </a:t>
            </a:r>
            <a:r>
              <a:rPr lang="en-US" dirty="0"/>
              <a:t>which is appropriate for the given data.</a:t>
            </a:r>
          </a:p>
          <a:p>
            <a:pPr lvl="0"/>
            <a:r>
              <a:rPr lang="en-US" dirty="0"/>
              <a:t>Least Square Method is used to find a curve which is </a:t>
            </a:r>
            <a:r>
              <a:rPr lang="en-US" dirty="0">
                <a:solidFill>
                  <a:srgbClr val="FF0000"/>
                </a:solidFill>
              </a:rPr>
              <a:t>passes</a:t>
            </a:r>
            <a:r>
              <a:rPr lang="en-US" dirty="0"/>
              <a:t> </a:t>
            </a:r>
            <a:r>
              <a:rPr lang="en-US" dirty="0">
                <a:solidFill>
                  <a:srgbClr val="FF0000"/>
                </a:solidFill>
              </a:rPr>
              <a:t>through</a:t>
            </a:r>
            <a:r>
              <a:rPr lang="en-US" dirty="0"/>
              <a:t> the </a:t>
            </a:r>
            <a:r>
              <a:rPr lang="en-US" dirty="0">
                <a:solidFill>
                  <a:srgbClr val="FF0000"/>
                </a:solidFill>
              </a:rPr>
              <a:t>maximum</a:t>
            </a:r>
            <a:r>
              <a:rPr lang="en-US" dirty="0"/>
              <a:t> number of points.</a:t>
            </a:r>
          </a:p>
        </p:txBody>
      </p:sp>
      <p:pic>
        <p:nvPicPr>
          <p:cNvPr id="4" name="Picture 3"/>
          <p:cNvPicPr>
            <a:picLocks noChangeAspect="1"/>
          </p:cNvPicPr>
          <p:nvPr/>
        </p:nvPicPr>
        <p:blipFill rotWithShape="1">
          <a:blip r:embed="rId2">
            <a:duotone>
              <a:schemeClr val="accent6">
                <a:shade val="45000"/>
                <a:satMod val="135000"/>
              </a:schemeClr>
              <a:prstClr val="white"/>
            </a:duotone>
            <a:extLst>
              <a:ext uri="{28A0092B-C50C-407E-A947-70E740481C1C}">
                <a14:useLocalDpi xmlns:a14="http://schemas.microsoft.com/office/drawing/2010/main" val="0"/>
              </a:ext>
            </a:extLst>
          </a:blip>
          <a:srcRect l="14408" t="13805" r="15273" b="11201"/>
          <a:stretch/>
        </p:blipFill>
        <p:spPr>
          <a:xfrm>
            <a:off x="3340100" y="3669176"/>
            <a:ext cx="5511800" cy="2743200"/>
          </a:xfrm>
          <a:prstGeom prst="rect">
            <a:avLst/>
          </a:prstGeom>
        </p:spPr>
      </p:pic>
    </p:spTree>
    <p:extLst>
      <p:ext uri="{BB962C8B-B14F-4D97-AF65-F5344CB8AC3E}">
        <p14:creationId xmlns:p14="http://schemas.microsoft.com/office/powerpoint/2010/main" val="192864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Arc 35"/>
          <p:cNvSpPr>
            <a:spLocks/>
          </p:cNvSpPr>
          <p:nvPr/>
        </p:nvSpPr>
        <p:spPr bwMode="auto">
          <a:xfrm flipV="1">
            <a:off x="6247499" y="1452714"/>
            <a:ext cx="4321602" cy="2568705"/>
          </a:xfrm>
          <a:custGeom>
            <a:avLst/>
            <a:gdLst>
              <a:gd name="T0" fmla="*/ 725684 w 1873250"/>
              <a:gd name="T1" fmla="*/ 14111 h 1098551"/>
              <a:gd name="T2" fmla="*/ 1279961 w 1873250"/>
              <a:gd name="T3" fmla="*/ 38234 h 1098551"/>
              <a:gd name="T4" fmla="*/ 1873048 w 1873250"/>
              <a:gd name="T5" fmla="*/ 537861 h 1098551"/>
              <a:gd name="T6" fmla="*/ 0 60000 65536"/>
              <a:gd name="T7" fmla="*/ 0 60000 65536"/>
              <a:gd name="T8" fmla="*/ 0 60000 65536"/>
            </a:gdLst>
            <a:ahLst/>
            <a:cxnLst>
              <a:cxn ang="T6">
                <a:pos x="T0" y="T1"/>
              </a:cxn>
              <a:cxn ang="T7">
                <a:pos x="T2" y="T3"/>
              </a:cxn>
              <a:cxn ang="T8">
                <a:pos x="T4" y="T5"/>
              </a:cxn>
            </a:cxnLst>
            <a:rect l="0" t="0" r="r" b="b"/>
            <a:pathLst>
              <a:path w="1873250" h="1098551" stroke="0">
                <a:moveTo>
                  <a:pt x="725684" y="14111"/>
                </a:moveTo>
                <a:cubicBezTo>
                  <a:pt x="910349" y="-10922"/>
                  <a:pt x="1103620" y="-2510"/>
                  <a:pt x="1279961" y="38234"/>
                </a:cubicBezTo>
                <a:cubicBezTo>
                  <a:pt x="1631342" y="119422"/>
                  <a:pt x="1865199" y="316427"/>
                  <a:pt x="1873048" y="537861"/>
                </a:cubicBezTo>
                <a:lnTo>
                  <a:pt x="936625" y="549276"/>
                </a:lnTo>
                <a:lnTo>
                  <a:pt x="725684" y="14111"/>
                </a:lnTo>
                <a:close/>
              </a:path>
              <a:path w="1873250" h="1098551" fill="none">
                <a:moveTo>
                  <a:pt x="725684" y="14111"/>
                </a:moveTo>
                <a:cubicBezTo>
                  <a:pt x="910349" y="-10922"/>
                  <a:pt x="1103620" y="-2510"/>
                  <a:pt x="1279961" y="38234"/>
                </a:cubicBezTo>
                <a:cubicBezTo>
                  <a:pt x="1631342" y="119422"/>
                  <a:pt x="1865199" y="316427"/>
                  <a:pt x="1873048" y="537861"/>
                </a:cubicBezTo>
              </a:path>
            </a:pathLst>
          </a:custGeom>
          <a:noFill/>
          <a:ln w="38100">
            <a:solidFill>
              <a:srgbClr val="7030A0"/>
            </a:solidFill>
            <a:miter lim="800000"/>
            <a:headEnd/>
            <a:tailEnd/>
          </a:ln>
        </p:spPr>
        <p:txBody>
          <a:bodyPr rot="0" vert="horz" wrap="square" lIns="91440" tIns="45720" rIns="91440" bIns="45720" anchor="ctr" anchorCtr="0" upright="1">
            <a:noAutofit/>
          </a:bodyPr>
          <a:lstStyle/>
          <a:p>
            <a:endParaRPr lang="en-US"/>
          </a:p>
        </p:txBody>
      </p:sp>
      <p:sp>
        <p:nvSpPr>
          <p:cNvPr id="2" name="Title 1"/>
          <p:cNvSpPr>
            <a:spLocks noGrp="1"/>
          </p:cNvSpPr>
          <p:nvPr>
            <p:ph type="title"/>
          </p:nvPr>
        </p:nvSpPr>
        <p:spPr/>
        <p:txBody>
          <a:bodyPr/>
          <a:lstStyle/>
          <a:p>
            <a:r>
              <a:rPr lang="en-US" dirty="0"/>
              <a:t>Least Square Method</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31179" y="863444"/>
                <a:ext cx="6126480" cy="5590565"/>
              </a:xfrm>
            </p:spPr>
            <p:txBody>
              <a:bodyPr/>
              <a:lstStyle/>
              <a:p>
                <a:pPr lvl="0" algn="l"/>
                <a14:m>
                  <m:oMath xmlns:m="http://schemas.openxmlformats.org/officeDocument/2006/math">
                    <m:d>
                      <m:dPr>
                        <m:ctrlPr>
                          <a:rPr lang="en-US" i="1" smtClean="0">
                            <a:latin typeface="Cambria Math" panose="02040503050406030204" pitchFamily="18" charset="0"/>
                          </a:rPr>
                        </m:ctrlPr>
                      </m:dPr>
                      <m:e>
                        <m:sSub>
                          <m:sSubPr>
                            <m:ctrlPr>
                              <a:rPr lang="en-US" i="1">
                                <a:latin typeface="Cambria Math" panose="02040503050406030204" pitchFamily="18" charset="0"/>
                              </a:rPr>
                            </m:ctrlPr>
                          </m:sSubPr>
                          <m:e>
                            <m:r>
                              <m:rPr>
                                <m:sty m:val="p"/>
                              </m:rPr>
                              <a:rPr lang="en-US">
                                <a:latin typeface="Cambria Math" panose="02040503050406030204" pitchFamily="18" charset="0"/>
                              </a:rPr>
                              <m:t>x</m:t>
                            </m:r>
                          </m:e>
                          <m:sub>
                            <m:r>
                              <a:rPr lang="en-US">
                                <a:latin typeface="Cambria Math" panose="02040503050406030204" pitchFamily="18" charset="0"/>
                              </a:rPr>
                              <m:t>1</m:t>
                            </m:r>
                          </m:sub>
                        </m:sSub>
                        <m:r>
                          <a:rPr lang="en-US">
                            <a:latin typeface="Cambria Math" panose="02040503050406030204" pitchFamily="18" charset="0"/>
                          </a:rPr>
                          <m:t>, </m:t>
                        </m:r>
                        <m:sSub>
                          <m:sSubPr>
                            <m:ctrlPr>
                              <a:rPr lang="en-US" i="1">
                                <a:latin typeface="Cambria Math" panose="02040503050406030204" pitchFamily="18" charset="0"/>
                              </a:rPr>
                            </m:ctrlPr>
                          </m:sSubPr>
                          <m:e>
                            <m:r>
                              <m:rPr>
                                <m:sty m:val="p"/>
                              </m:rPr>
                              <a:rPr lang="en-US">
                                <a:latin typeface="Cambria Math" panose="02040503050406030204" pitchFamily="18" charset="0"/>
                              </a:rPr>
                              <m:t>y</m:t>
                            </m:r>
                          </m:e>
                          <m:sub>
                            <m:r>
                              <a:rPr lang="en-US">
                                <a:latin typeface="Cambria Math" panose="02040503050406030204" pitchFamily="18" charset="0"/>
                              </a:rPr>
                              <m:t>1</m:t>
                            </m:r>
                          </m:sub>
                        </m:sSub>
                      </m:e>
                    </m:d>
                    <m:r>
                      <a:rPr lang="en-US">
                        <a:latin typeface="Cambria Math" panose="02040503050406030204" pitchFamily="18" charset="0"/>
                      </a:rPr>
                      <m:t>, </m:t>
                    </m:r>
                    <m:r>
                      <a:rPr lang="en-US" i="1">
                        <a:latin typeface="Cambria Math" panose="02040503050406030204" pitchFamily="18" charset="0"/>
                      </a:rPr>
                      <m:t> </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m:rPr>
                                <m:sty m:val="p"/>
                              </m:rPr>
                              <a:rPr lang="en-US">
                                <a:latin typeface="Cambria Math" panose="02040503050406030204" pitchFamily="18" charset="0"/>
                              </a:rPr>
                              <m:t>x</m:t>
                            </m:r>
                          </m:e>
                          <m:sub>
                            <m:r>
                              <a:rPr lang="en-US">
                                <a:latin typeface="Cambria Math" panose="02040503050406030204" pitchFamily="18" charset="0"/>
                              </a:rPr>
                              <m:t>2</m:t>
                            </m:r>
                          </m:sub>
                        </m:sSub>
                        <m:r>
                          <a:rPr lang="en-US">
                            <a:latin typeface="Cambria Math" panose="02040503050406030204" pitchFamily="18" charset="0"/>
                          </a:rPr>
                          <m:t>, </m:t>
                        </m:r>
                        <m:sSub>
                          <m:sSubPr>
                            <m:ctrlPr>
                              <a:rPr lang="en-US" i="1">
                                <a:latin typeface="Cambria Math" panose="02040503050406030204" pitchFamily="18" charset="0"/>
                              </a:rPr>
                            </m:ctrlPr>
                          </m:sSubPr>
                          <m:e>
                            <m:r>
                              <m:rPr>
                                <m:sty m:val="p"/>
                              </m:rPr>
                              <a:rPr lang="en-US">
                                <a:latin typeface="Cambria Math" panose="02040503050406030204" pitchFamily="18" charset="0"/>
                              </a:rPr>
                              <m:t>y</m:t>
                            </m:r>
                          </m:e>
                          <m:sub>
                            <m:r>
                              <a:rPr lang="en-US">
                                <a:latin typeface="Cambria Math" panose="02040503050406030204" pitchFamily="18" charset="0"/>
                              </a:rPr>
                              <m:t>2</m:t>
                            </m:r>
                          </m:sub>
                        </m:sSub>
                      </m:e>
                    </m:d>
                    <m:r>
                      <a:rPr lang="en-US">
                        <a:latin typeface="Cambria Math" panose="02040503050406030204" pitchFamily="18" charset="0"/>
                      </a:rPr>
                      <m:t>,  ……,  </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m:rPr>
                                <m:sty m:val="p"/>
                              </m:rPr>
                              <a:rPr lang="en-US">
                                <a:latin typeface="Cambria Math" panose="02040503050406030204" pitchFamily="18" charset="0"/>
                              </a:rPr>
                              <m:t>x</m:t>
                            </m:r>
                          </m:e>
                          <m:sub>
                            <m:r>
                              <m:rPr>
                                <m:sty m:val="p"/>
                              </m:rPr>
                              <a:rPr lang="en-US">
                                <a:latin typeface="Cambria Math" panose="02040503050406030204" pitchFamily="18" charset="0"/>
                              </a:rPr>
                              <m:t>n</m:t>
                            </m:r>
                          </m:sub>
                        </m:sSub>
                        <m:r>
                          <a:rPr lang="en-US">
                            <a:latin typeface="Cambria Math" panose="02040503050406030204" pitchFamily="18" charset="0"/>
                          </a:rPr>
                          <m:t>, </m:t>
                        </m:r>
                        <m:sSub>
                          <m:sSubPr>
                            <m:ctrlPr>
                              <a:rPr lang="en-US" i="1">
                                <a:latin typeface="Cambria Math" panose="02040503050406030204" pitchFamily="18" charset="0"/>
                              </a:rPr>
                            </m:ctrlPr>
                          </m:sSubPr>
                          <m:e>
                            <m:r>
                              <m:rPr>
                                <m:sty m:val="p"/>
                              </m:rPr>
                              <a:rPr lang="en-US">
                                <a:latin typeface="Cambria Math" panose="02040503050406030204" pitchFamily="18" charset="0"/>
                              </a:rPr>
                              <m:t>y</m:t>
                            </m:r>
                          </m:e>
                          <m:sub>
                            <m:r>
                              <m:rPr>
                                <m:sty m:val="p"/>
                              </m:rPr>
                              <a:rPr lang="en-US">
                                <a:latin typeface="Cambria Math" panose="02040503050406030204" pitchFamily="18" charset="0"/>
                              </a:rPr>
                              <m:t>n</m:t>
                            </m:r>
                          </m:sub>
                        </m:sSub>
                      </m:e>
                    </m:d>
                  </m:oMath>
                </a14:m>
                <a:r>
                  <a:rPr lang="en-US" dirty="0"/>
                  <a:t>      be the given data. </a:t>
                </a:r>
              </a:p>
              <a:p>
                <a:pPr lvl="0"/>
                <a:r>
                  <a:rPr lang="en-US" dirty="0"/>
                  <a:t>Where x is independent variable</a:t>
                </a:r>
              </a:p>
              <a:p>
                <a:pPr marL="1203325" lvl="0" indent="0">
                  <a:buNone/>
                </a:pPr>
                <a:r>
                  <a:rPr lang="en-US" dirty="0"/>
                  <a:t>y is dependent variable.</a:t>
                </a:r>
              </a:p>
              <a:p>
                <a:pPr algn="l"/>
                <a:r>
                  <a:rPr lang="en-US" dirty="0"/>
                  <a:t>Let us assume that </a:t>
                </a:r>
                <a14:m>
                  <m:oMath xmlns:m="http://schemas.openxmlformats.org/officeDocument/2006/math">
                    <m:r>
                      <m:rPr>
                        <m:sty m:val="p"/>
                      </m:rPr>
                      <a:rPr lang="en-US" i="0" dirty="0" smtClean="0">
                        <a:solidFill>
                          <a:srgbClr val="FF0000"/>
                        </a:solidFill>
                        <a:latin typeface="Cambria Math" panose="02040503050406030204" pitchFamily="18" charset="0"/>
                      </a:rPr>
                      <m:t>y</m:t>
                    </m:r>
                    <m:r>
                      <a:rPr lang="en-US" i="0" dirty="0" smtClean="0">
                        <a:solidFill>
                          <a:srgbClr val="FF0000"/>
                        </a:solidFill>
                        <a:latin typeface="Cambria Math" panose="02040503050406030204" pitchFamily="18" charset="0"/>
                      </a:rPr>
                      <m:t> = </m:t>
                    </m:r>
                    <m:r>
                      <m:rPr>
                        <m:sty m:val="p"/>
                      </m:rPr>
                      <a:rPr lang="en-US" i="0" dirty="0" smtClean="0">
                        <a:solidFill>
                          <a:srgbClr val="FF0000"/>
                        </a:solidFill>
                        <a:latin typeface="Cambria Math" panose="02040503050406030204" pitchFamily="18" charset="0"/>
                      </a:rPr>
                      <m:t>f</m:t>
                    </m:r>
                    <m:d>
                      <m:dPr>
                        <m:ctrlPr>
                          <a:rPr lang="en-US" i="1" dirty="0" smtClean="0">
                            <a:solidFill>
                              <a:srgbClr val="FF0000"/>
                            </a:solidFill>
                            <a:latin typeface="Cambria Math" panose="02040503050406030204" pitchFamily="18" charset="0"/>
                          </a:rPr>
                        </m:ctrlPr>
                      </m:dPr>
                      <m:e>
                        <m:r>
                          <m:rPr>
                            <m:sty m:val="p"/>
                          </m:rPr>
                          <a:rPr lang="en-US" i="0" dirty="0" smtClean="0">
                            <a:solidFill>
                              <a:srgbClr val="FF0000"/>
                            </a:solidFill>
                            <a:latin typeface="Cambria Math" panose="02040503050406030204" pitchFamily="18" charset="0"/>
                          </a:rPr>
                          <m:t>x</m:t>
                        </m:r>
                      </m:e>
                    </m:d>
                  </m:oMath>
                </a14:m>
                <a:r>
                  <a:rPr lang="en-US" dirty="0"/>
                  <a:t> is the approximating curve.</a:t>
                </a:r>
              </a:p>
              <a:p>
                <a:pPr algn="l"/>
                <a14:m>
                  <m:oMath xmlns:m="http://schemas.openxmlformats.org/officeDocument/2006/math">
                    <m:d>
                      <m:dPr>
                        <m:ctrlPr>
                          <a:rPr lang="en-US" i="1">
                            <a:latin typeface="Cambria Math" panose="02040503050406030204" pitchFamily="18" charset="0"/>
                          </a:rPr>
                        </m:ctrlPr>
                      </m:dPr>
                      <m:e>
                        <m:sSub>
                          <m:sSubPr>
                            <m:ctrlPr>
                              <a:rPr lang="en-US" i="1">
                                <a:latin typeface="Cambria Math" panose="02040503050406030204" pitchFamily="18" charset="0"/>
                              </a:rPr>
                            </m:ctrlPr>
                          </m:sSubPr>
                          <m:e>
                            <m:r>
                              <m:rPr>
                                <m:sty m:val="p"/>
                              </m:rPr>
                              <a:rPr lang="en-US">
                                <a:latin typeface="Cambria Math" panose="02040503050406030204" pitchFamily="18" charset="0"/>
                              </a:rPr>
                              <m:t>x</m:t>
                            </m:r>
                          </m:e>
                          <m:sub>
                            <m:r>
                              <a:rPr lang="en-US">
                                <a:latin typeface="Cambria Math" panose="02040503050406030204" pitchFamily="18" charset="0"/>
                              </a:rPr>
                              <m:t>1</m:t>
                            </m:r>
                          </m:sub>
                        </m:sSub>
                        <m:r>
                          <a:rPr lang="en-US">
                            <a:latin typeface="Cambria Math" panose="02040503050406030204" pitchFamily="18" charset="0"/>
                          </a:rPr>
                          <m:t>, </m:t>
                        </m:r>
                        <m:sSub>
                          <m:sSubPr>
                            <m:ctrlPr>
                              <a:rPr lang="en-US" i="1">
                                <a:latin typeface="Cambria Math" panose="02040503050406030204" pitchFamily="18" charset="0"/>
                              </a:rPr>
                            </m:ctrlPr>
                          </m:sSubPr>
                          <m:e>
                            <m:r>
                              <m:rPr>
                                <m:sty m:val="p"/>
                              </m:rPr>
                              <a:rPr lang="en-US">
                                <a:latin typeface="Cambria Math" panose="02040503050406030204" pitchFamily="18" charset="0"/>
                              </a:rPr>
                              <m:t>y</m:t>
                            </m:r>
                          </m:e>
                          <m:sub>
                            <m:r>
                              <a:rPr lang="en-US">
                                <a:latin typeface="Cambria Math" panose="02040503050406030204" pitchFamily="18" charset="0"/>
                              </a:rPr>
                              <m:t>1</m:t>
                            </m:r>
                          </m:sub>
                        </m:sSub>
                      </m:e>
                    </m:d>
                  </m:oMath>
                </a14:m>
                <a:r>
                  <a:rPr lang="en-US" dirty="0"/>
                  <a:t> is the </a:t>
                </a:r>
                <a:r>
                  <a:rPr lang="en-US" dirty="0">
                    <a:solidFill>
                      <a:srgbClr val="FF0000"/>
                    </a:solidFill>
                  </a:rPr>
                  <a:t>actual</a:t>
                </a:r>
                <a:r>
                  <a:rPr lang="en-US" dirty="0"/>
                  <a:t> point.</a:t>
                </a:r>
              </a:p>
              <a:p>
                <a:pPr algn="l"/>
                <a:r>
                  <a:rPr lang="en-US" dirty="0"/>
                  <a:t>But curve is </a:t>
                </a:r>
                <a:r>
                  <a:rPr lang="en-US" dirty="0">
                    <a:solidFill>
                      <a:srgbClr val="FF0000"/>
                    </a:solidFill>
                  </a:rPr>
                  <a:t>passing</a:t>
                </a:r>
                <a:r>
                  <a:rPr lang="en-US" dirty="0"/>
                  <a:t> through </a:t>
                </a:r>
                <a14:m>
                  <m:oMath xmlns:m="http://schemas.openxmlformats.org/officeDocument/2006/math">
                    <m:d>
                      <m:dPr>
                        <m:ctrlPr>
                          <a:rPr lang="en-US" i="1">
                            <a:latin typeface="Cambria Math" panose="02040503050406030204" pitchFamily="18" charset="0"/>
                          </a:rPr>
                        </m:ctrlPr>
                      </m:dPr>
                      <m:e>
                        <m:sSub>
                          <m:sSubPr>
                            <m:ctrlPr>
                              <a:rPr lang="en-US" i="1">
                                <a:latin typeface="Cambria Math" panose="02040503050406030204" pitchFamily="18" charset="0"/>
                              </a:rPr>
                            </m:ctrlPr>
                          </m:sSubPr>
                          <m:e>
                            <m:r>
                              <m:rPr>
                                <m:sty m:val="p"/>
                              </m:rPr>
                              <a:rPr lang="en-US">
                                <a:latin typeface="Cambria Math" panose="02040503050406030204" pitchFamily="18" charset="0"/>
                              </a:rPr>
                              <m:t>x</m:t>
                            </m:r>
                          </m:e>
                          <m:sub>
                            <m:r>
                              <a:rPr lang="en-US">
                                <a:latin typeface="Cambria Math" panose="02040503050406030204" pitchFamily="18" charset="0"/>
                              </a:rPr>
                              <m:t>1</m:t>
                            </m:r>
                          </m:sub>
                        </m:sSub>
                        <m:r>
                          <a:rPr lang="en-US">
                            <a:latin typeface="Cambria Math" panose="02040503050406030204" pitchFamily="18" charset="0"/>
                          </a:rPr>
                          <m:t>,</m:t>
                        </m:r>
                        <m:r>
                          <m:rPr>
                            <m:sty m:val="p"/>
                          </m:rPr>
                          <a:rPr lang="en-US">
                            <a:latin typeface="Cambria Math" panose="02040503050406030204" pitchFamily="18" charset="0"/>
                          </a:rPr>
                          <m:t>f</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m:rPr>
                                    <m:sty m:val="p"/>
                                  </m:rPr>
                                  <a:rPr lang="en-US">
                                    <a:latin typeface="Cambria Math" panose="02040503050406030204" pitchFamily="18" charset="0"/>
                                  </a:rPr>
                                  <m:t>x</m:t>
                                </m:r>
                              </m:e>
                              <m:sub>
                                <m:r>
                                  <a:rPr lang="en-US">
                                    <a:latin typeface="Cambria Math" panose="02040503050406030204" pitchFamily="18" charset="0"/>
                                  </a:rPr>
                                  <m:t>1</m:t>
                                </m:r>
                              </m:sub>
                            </m:sSub>
                          </m:e>
                        </m:d>
                      </m:e>
                    </m:d>
                  </m:oMath>
                </a14:m>
                <a:r>
                  <a:rPr lang="en-US"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31179" y="863444"/>
                <a:ext cx="6126480" cy="5590565"/>
              </a:xfrm>
              <a:blipFill rotWithShape="0">
                <a:blip r:embed="rId2"/>
                <a:stretch>
                  <a:fillRect l="-1891" r="-1891"/>
                </a:stretch>
              </a:blipFill>
            </p:spPr>
            <p:txBody>
              <a:bodyPr/>
              <a:lstStyle/>
              <a:p>
                <a:r>
                  <a:rPr lang="en-US">
                    <a:noFill/>
                  </a:rPr>
                  <a:t> </a:t>
                </a:r>
              </a:p>
            </p:txBody>
          </p:sp>
        </mc:Fallback>
      </mc:AlternateContent>
      <p:cxnSp>
        <p:nvCxnSpPr>
          <p:cNvPr id="37" name="Straight Arrow Connector 36"/>
          <p:cNvCxnSpPr/>
          <p:nvPr/>
        </p:nvCxnSpPr>
        <p:spPr>
          <a:xfrm flipV="1">
            <a:off x="7034578" y="4940011"/>
            <a:ext cx="4572000" cy="0"/>
          </a:xfrm>
          <a:prstGeom prst="straightConnector1">
            <a:avLst/>
          </a:prstGeom>
          <a:ln w="38100">
            <a:headEnd type="triangle"/>
            <a:tailEnd type="triangle"/>
          </a:ln>
        </p:spPr>
        <p:style>
          <a:lnRef idx="3">
            <a:schemeClr val="accent6"/>
          </a:lnRef>
          <a:fillRef idx="0">
            <a:schemeClr val="accent6"/>
          </a:fillRef>
          <a:effectRef idx="2">
            <a:schemeClr val="accent6"/>
          </a:effectRef>
          <a:fontRef idx="minor">
            <a:schemeClr val="tx1"/>
          </a:fontRef>
        </p:style>
      </p:cxnSp>
      <p:cxnSp>
        <p:nvCxnSpPr>
          <p:cNvPr id="38" name="Straight Arrow Connector 37"/>
          <p:cNvCxnSpPr/>
          <p:nvPr/>
        </p:nvCxnSpPr>
        <p:spPr>
          <a:xfrm flipV="1">
            <a:off x="7487920" y="1526409"/>
            <a:ext cx="0" cy="3840480"/>
          </a:xfrm>
          <a:prstGeom prst="straightConnector1">
            <a:avLst/>
          </a:prstGeom>
          <a:ln w="38100">
            <a:headEnd type="triangle"/>
            <a:tailEnd type="triangle"/>
          </a:ln>
        </p:spPr>
        <p:style>
          <a:lnRef idx="3">
            <a:schemeClr val="accent6"/>
          </a:lnRef>
          <a:fillRef idx="0">
            <a:schemeClr val="accent6"/>
          </a:fillRef>
          <a:effectRef idx="2">
            <a:schemeClr val="accent6"/>
          </a:effectRef>
          <a:fontRef idx="minor">
            <a:schemeClr val="tx1"/>
          </a:fontRef>
        </p:style>
      </p:cxnSp>
      <p:sp>
        <p:nvSpPr>
          <p:cNvPr id="41" name="Oval 40"/>
          <p:cNvSpPr/>
          <p:nvPr/>
        </p:nvSpPr>
        <p:spPr>
          <a:xfrm>
            <a:off x="8316860" y="2980192"/>
            <a:ext cx="182880" cy="18288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p:cNvSpPr/>
          <p:nvPr/>
        </p:nvSpPr>
        <p:spPr>
          <a:xfrm>
            <a:off x="8316859" y="3918404"/>
            <a:ext cx="182880" cy="18288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6" name="TextBox 45"/>
              <p:cNvSpPr txBox="1"/>
              <p:nvPr/>
            </p:nvSpPr>
            <p:spPr>
              <a:xfrm>
                <a:off x="10467117" y="2361788"/>
                <a:ext cx="149496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2800" b="0" i="0" smtClean="0">
                          <a:solidFill>
                            <a:srgbClr val="FF0000"/>
                          </a:solidFill>
                          <a:latin typeface="Cambria Math" panose="02040503050406030204" pitchFamily="18" charset="0"/>
                        </a:rPr>
                        <m:t>y</m:t>
                      </m:r>
                      <m:r>
                        <a:rPr lang="en-US" sz="2800" b="0" i="0" smtClean="0">
                          <a:solidFill>
                            <a:srgbClr val="FF0000"/>
                          </a:solidFill>
                          <a:latin typeface="Cambria Math" panose="02040503050406030204" pitchFamily="18" charset="0"/>
                        </a:rPr>
                        <m:t>=</m:t>
                      </m:r>
                      <m:r>
                        <m:rPr>
                          <m:sty m:val="p"/>
                        </m:rPr>
                        <a:rPr lang="en-US" sz="2800" b="0" i="0" smtClean="0">
                          <a:solidFill>
                            <a:srgbClr val="FF0000"/>
                          </a:solidFill>
                          <a:latin typeface="Cambria Math" panose="02040503050406030204" pitchFamily="18" charset="0"/>
                        </a:rPr>
                        <m:t>f</m:t>
                      </m:r>
                      <m:d>
                        <m:dPr>
                          <m:ctrlPr>
                            <a:rPr lang="en-US" sz="2800" b="0" i="1" smtClean="0">
                              <a:solidFill>
                                <a:srgbClr val="FF0000"/>
                              </a:solidFill>
                              <a:latin typeface="Cambria Math" panose="02040503050406030204" pitchFamily="18" charset="0"/>
                            </a:rPr>
                          </m:ctrlPr>
                        </m:dPr>
                        <m:e>
                          <m:r>
                            <m:rPr>
                              <m:sty m:val="p"/>
                            </m:rPr>
                            <a:rPr lang="en-US" sz="2800" b="0" i="0" smtClean="0">
                              <a:solidFill>
                                <a:srgbClr val="FF0000"/>
                              </a:solidFill>
                              <a:latin typeface="Cambria Math" panose="02040503050406030204" pitchFamily="18" charset="0"/>
                            </a:rPr>
                            <m:t>x</m:t>
                          </m:r>
                        </m:e>
                      </m:d>
                    </m:oMath>
                  </m:oMathPara>
                </a14:m>
                <a:endParaRPr lang="en-US" sz="2800" dirty="0">
                  <a:solidFill>
                    <a:srgbClr val="FF0000"/>
                  </a:solidFill>
                </a:endParaRPr>
              </a:p>
            </p:txBody>
          </p:sp>
        </mc:Choice>
        <mc:Fallback xmlns="">
          <p:sp>
            <p:nvSpPr>
              <p:cNvPr id="46" name="TextBox 45"/>
              <p:cNvSpPr txBox="1">
                <a:spLocks noRot="1" noChangeAspect="1" noMove="1" noResize="1" noEditPoints="1" noAdjustHandles="1" noChangeArrowheads="1" noChangeShapeType="1" noTextEdit="1"/>
              </p:cNvSpPr>
              <p:nvPr/>
            </p:nvSpPr>
            <p:spPr>
              <a:xfrm>
                <a:off x="10467117" y="2361788"/>
                <a:ext cx="1494961" cy="52322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p:cNvSpPr txBox="1"/>
              <p:nvPr/>
            </p:nvSpPr>
            <p:spPr>
              <a:xfrm>
                <a:off x="7755781" y="2456972"/>
                <a:ext cx="1377044"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ctrlPr>
                            <a:rPr lang="en-US" sz="2800" b="0" i="1" smtClean="0">
                              <a:solidFill>
                                <a:srgbClr val="002060"/>
                              </a:solidFill>
                              <a:latin typeface="Cambria Math" panose="02040503050406030204" pitchFamily="18" charset="0"/>
                            </a:rPr>
                          </m:ctrlPr>
                        </m:dPr>
                        <m:e>
                          <m:sSub>
                            <m:sSubPr>
                              <m:ctrlPr>
                                <a:rPr lang="en-US" sz="2800" b="0" i="1" smtClean="0">
                                  <a:solidFill>
                                    <a:srgbClr val="002060"/>
                                  </a:solidFill>
                                  <a:latin typeface="Cambria Math" panose="02040503050406030204" pitchFamily="18" charset="0"/>
                                </a:rPr>
                              </m:ctrlPr>
                            </m:sSubPr>
                            <m:e>
                              <m:r>
                                <m:rPr>
                                  <m:sty m:val="p"/>
                                </m:rPr>
                                <a:rPr lang="en-US" sz="2800" b="0" i="0" smtClean="0">
                                  <a:solidFill>
                                    <a:srgbClr val="002060"/>
                                  </a:solidFill>
                                  <a:latin typeface="Cambria Math" panose="02040503050406030204" pitchFamily="18" charset="0"/>
                                </a:rPr>
                                <m:t>x</m:t>
                              </m:r>
                            </m:e>
                            <m:sub>
                              <m:r>
                                <a:rPr lang="en-US" sz="2800" b="0" i="0" smtClean="0">
                                  <a:solidFill>
                                    <a:srgbClr val="002060"/>
                                  </a:solidFill>
                                  <a:latin typeface="Cambria Math" panose="02040503050406030204" pitchFamily="18" charset="0"/>
                                </a:rPr>
                                <m:t>1</m:t>
                              </m:r>
                            </m:sub>
                          </m:sSub>
                          <m:r>
                            <a:rPr lang="en-US" sz="2800" b="0" i="0" smtClean="0">
                              <a:solidFill>
                                <a:srgbClr val="002060"/>
                              </a:solidFill>
                              <a:latin typeface="Cambria Math" panose="02040503050406030204" pitchFamily="18" charset="0"/>
                            </a:rPr>
                            <m:t>, </m:t>
                          </m:r>
                          <m:sSub>
                            <m:sSubPr>
                              <m:ctrlPr>
                                <a:rPr lang="en-US" sz="2800" b="0" i="1" smtClean="0">
                                  <a:solidFill>
                                    <a:srgbClr val="002060"/>
                                  </a:solidFill>
                                  <a:latin typeface="Cambria Math" panose="02040503050406030204" pitchFamily="18" charset="0"/>
                                </a:rPr>
                              </m:ctrlPr>
                            </m:sSubPr>
                            <m:e>
                              <m:r>
                                <m:rPr>
                                  <m:sty m:val="p"/>
                                </m:rPr>
                                <a:rPr lang="en-US" sz="2800" b="0" i="0" smtClean="0">
                                  <a:solidFill>
                                    <a:srgbClr val="002060"/>
                                  </a:solidFill>
                                  <a:latin typeface="Cambria Math" panose="02040503050406030204" pitchFamily="18" charset="0"/>
                                </a:rPr>
                                <m:t>y</m:t>
                              </m:r>
                            </m:e>
                            <m:sub>
                              <m:r>
                                <a:rPr lang="en-US" sz="2800" b="0" i="0" smtClean="0">
                                  <a:solidFill>
                                    <a:srgbClr val="002060"/>
                                  </a:solidFill>
                                  <a:latin typeface="Cambria Math" panose="02040503050406030204" pitchFamily="18" charset="0"/>
                                </a:rPr>
                                <m:t>1</m:t>
                              </m:r>
                            </m:sub>
                          </m:sSub>
                        </m:e>
                      </m:d>
                    </m:oMath>
                  </m:oMathPara>
                </a14:m>
                <a:endParaRPr lang="en-US" sz="2800" dirty="0">
                  <a:solidFill>
                    <a:srgbClr val="002060"/>
                  </a:solidFill>
                </a:endParaRPr>
              </a:p>
            </p:txBody>
          </p:sp>
        </mc:Choice>
        <mc:Fallback xmlns="">
          <p:sp>
            <p:nvSpPr>
              <p:cNvPr id="47" name="TextBox 46"/>
              <p:cNvSpPr txBox="1">
                <a:spLocks noRot="1" noChangeAspect="1" noMove="1" noResize="1" noEditPoints="1" noAdjustHandles="1" noChangeArrowheads="1" noChangeShapeType="1" noTextEdit="1"/>
              </p:cNvSpPr>
              <p:nvPr/>
            </p:nvSpPr>
            <p:spPr>
              <a:xfrm>
                <a:off x="7755781" y="2456972"/>
                <a:ext cx="1377044" cy="52322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p:cNvSpPr txBox="1"/>
              <p:nvPr/>
            </p:nvSpPr>
            <p:spPr>
              <a:xfrm>
                <a:off x="11504707" y="4678401"/>
                <a:ext cx="471603"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2800" b="0" i="0" smtClean="0">
                          <a:solidFill>
                            <a:srgbClr val="002060"/>
                          </a:solidFill>
                          <a:latin typeface="Cambria Math" panose="02040503050406030204" pitchFamily="18" charset="0"/>
                        </a:rPr>
                        <m:t>X</m:t>
                      </m:r>
                    </m:oMath>
                  </m:oMathPara>
                </a14:m>
                <a:endParaRPr lang="en-US" sz="2800" dirty="0">
                  <a:solidFill>
                    <a:srgbClr val="002060"/>
                  </a:solidFill>
                </a:endParaRPr>
              </a:p>
            </p:txBody>
          </p:sp>
        </mc:Choice>
        <mc:Fallback xmlns="">
          <p:sp>
            <p:nvSpPr>
              <p:cNvPr id="48" name="TextBox 47"/>
              <p:cNvSpPr txBox="1">
                <a:spLocks noRot="1" noChangeAspect="1" noMove="1" noResize="1" noEditPoints="1" noAdjustHandles="1" noChangeArrowheads="1" noChangeShapeType="1" noTextEdit="1"/>
              </p:cNvSpPr>
              <p:nvPr/>
            </p:nvSpPr>
            <p:spPr>
              <a:xfrm>
                <a:off x="11504707" y="4678401"/>
                <a:ext cx="471603" cy="523220"/>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p:cNvSpPr txBox="1"/>
              <p:nvPr/>
            </p:nvSpPr>
            <p:spPr>
              <a:xfrm>
                <a:off x="7252118" y="5366889"/>
                <a:ext cx="471603"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2800" b="0" i="0" smtClean="0">
                          <a:solidFill>
                            <a:srgbClr val="002060"/>
                          </a:solidFill>
                          <a:latin typeface="Cambria Math" panose="02040503050406030204" pitchFamily="18" charset="0"/>
                        </a:rPr>
                        <m:t>Y</m:t>
                      </m:r>
                    </m:oMath>
                  </m:oMathPara>
                </a14:m>
                <a:endParaRPr lang="en-US" sz="2800" dirty="0">
                  <a:solidFill>
                    <a:srgbClr val="002060"/>
                  </a:solidFill>
                </a:endParaRPr>
              </a:p>
            </p:txBody>
          </p:sp>
        </mc:Choice>
        <mc:Fallback xmlns="">
          <p:sp>
            <p:nvSpPr>
              <p:cNvPr id="49" name="TextBox 48"/>
              <p:cNvSpPr txBox="1">
                <a:spLocks noRot="1" noChangeAspect="1" noMove="1" noResize="1" noEditPoints="1" noAdjustHandles="1" noChangeArrowheads="1" noChangeShapeType="1" noTextEdit="1"/>
              </p:cNvSpPr>
              <p:nvPr/>
            </p:nvSpPr>
            <p:spPr>
              <a:xfrm>
                <a:off x="7252118" y="5366889"/>
                <a:ext cx="471603" cy="523220"/>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p:cNvSpPr txBox="1"/>
              <p:nvPr/>
            </p:nvSpPr>
            <p:spPr>
              <a:xfrm>
                <a:off x="7539953" y="4101797"/>
                <a:ext cx="1808700" cy="57868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ctrlPr>
                            <a:rPr lang="en-US" sz="2800" b="0" i="1" smtClean="0">
                              <a:solidFill>
                                <a:srgbClr val="002060"/>
                              </a:solidFill>
                              <a:latin typeface="Cambria Math" panose="02040503050406030204" pitchFamily="18" charset="0"/>
                            </a:rPr>
                          </m:ctrlPr>
                        </m:dPr>
                        <m:e>
                          <m:sSub>
                            <m:sSubPr>
                              <m:ctrlPr>
                                <a:rPr lang="en-US" sz="2800" b="0" i="1" smtClean="0">
                                  <a:solidFill>
                                    <a:srgbClr val="002060"/>
                                  </a:solidFill>
                                  <a:latin typeface="Cambria Math" panose="02040503050406030204" pitchFamily="18" charset="0"/>
                                </a:rPr>
                              </m:ctrlPr>
                            </m:sSubPr>
                            <m:e>
                              <m:r>
                                <m:rPr>
                                  <m:sty m:val="p"/>
                                </m:rPr>
                                <a:rPr lang="en-US" sz="2800" b="0" i="0" smtClean="0">
                                  <a:solidFill>
                                    <a:srgbClr val="002060"/>
                                  </a:solidFill>
                                  <a:latin typeface="Cambria Math" panose="02040503050406030204" pitchFamily="18" charset="0"/>
                                </a:rPr>
                                <m:t>x</m:t>
                              </m:r>
                            </m:e>
                            <m:sub>
                              <m:r>
                                <a:rPr lang="en-US" sz="2800" b="0" i="0" smtClean="0">
                                  <a:solidFill>
                                    <a:srgbClr val="002060"/>
                                  </a:solidFill>
                                  <a:latin typeface="Cambria Math" panose="02040503050406030204" pitchFamily="18" charset="0"/>
                                </a:rPr>
                                <m:t>1</m:t>
                              </m:r>
                            </m:sub>
                          </m:sSub>
                          <m:r>
                            <a:rPr lang="en-US" sz="2800" b="0" i="0" smtClean="0">
                              <a:solidFill>
                                <a:srgbClr val="002060"/>
                              </a:solidFill>
                              <a:latin typeface="Cambria Math" panose="02040503050406030204" pitchFamily="18" charset="0"/>
                            </a:rPr>
                            <m:t>,</m:t>
                          </m:r>
                          <m:r>
                            <m:rPr>
                              <m:sty m:val="p"/>
                            </m:rPr>
                            <a:rPr lang="en-US" sz="2800">
                              <a:solidFill>
                                <a:srgbClr val="002060"/>
                              </a:solidFill>
                              <a:latin typeface="Cambria Math" panose="02040503050406030204" pitchFamily="18" charset="0"/>
                            </a:rPr>
                            <m:t>f</m:t>
                          </m:r>
                          <m:d>
                            <m:dPr>
                              <m:ctrlPr>
                                <a:rPr lang="en-US" sz="2800" i="1">
                                  <a:solidFill>
                                    <a:srgbClr val="002060"/>
                                  </a:solidFill>
                                  <a:latin typeface="Cambria Math" panose="02040503050406030204" pitchFamily="18" charset="0"/>
                                </a:rPr>
                              </m:ctrlPr>
                            </m:dPr>
                            <m:e>
                              <m:sSub>
                                <m:sSubPr>
                                  <m:ctrlPr>
                                    <a:rPr lang="en-US" sz="2800" i="1">
                                      <a:solidFill>
                                        <a:srgbClr val="002060"/>
                                      </a:solidFill>
                                      <a:latin typeface="Cambria Math" panose="02040503050406030204" pitchFamily="18" charset="0"/>
                                    </a:rPr>
                                  </m:ctrlPr>
                                </m:sSubPr>
                                <m:e>
                                  <m:r>
                                    <m:rPr>
                                      <m:sty m:val="p"/>
                                    </m:rPr>
                                    <a:rPr lang="en-US" sz="2800" b="0" i="0" smtClean="0">
                                      <a:solidFill>
                                        <a:srgbClr val="002060"/>
                                      </a:solidFill>
                                      <a:latin typeface="Cambria Math" panose="02040503050406030204" pitchFamily="18" charset="0"/>
                                    </a:rPr>
                                    <m:t>x</m:t>
                                  </m:r>
                                </m:e>
                                <m:sub>
                                  <m:r>
                                    <a:rPr lang="en-US" sz="2800" b="0" i="0" smtClean="0">
                                      <a:solidFill>
                                        <a:srgbClr val="002060"/>
                                      </a:solidFill>
                                      <a:latin typeface="Cambria Math" panose="02040503050406030204" pitchFamily="18" charset="0"/>
                                    </a:rPr>
                                    <m:t>1</m:t>
                                  </m:r>
                                </m:sub>
                              </m:sSub>
                            </m:e>
                          </m:d>
                        </m:e>
                      </m:d>
                    </m:oMath>
                  </m:oMathPara>
                </a14:m>
                <a:endParaRPr lang="en-US" sz="2800" dirty="0">
                  <a:solidFill>
                    <a:srgbClr val="002060"/>
                  </a:solidFill>
                </a:endParaRPr>
              </a:p>
            </p:txBody>
          </p:sp>
        </mc:Choice>
        <mc:Fallback xmlns="">
          <p:sp>
            <p:nvSpPr>
              <p:cNvPr id="50" name="TextBox 49"/>
              <p:cNvSpPr txBox="1">
                <a:spLocks noRot="1" noChangeAspect="1" noMove="1" noResize="1" noEditPoints="1" noAdjustHandles="1" noChangeArrowheads="1" noChangeShapeType="1" noTextEdit="1"/>
              </p:cNvSpPr>
              <p:nvPr/>
            </p:nvSpPr>
            <p:spPr>
              <a:xfrm>
                <a:off x="7539953" y="4101797"/>
                <a:ext cx="1808700" cy="578685"/>
              </a:xfrm>
              <a:prstGeom prst="rect">
                <a:avLst/>
              </a:prstGeom>
              <a:blipFill rotWithShape="0">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240780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nodeType="afterEffect">
                                  <p:stCondLst>
                                    <p:cond delay="0"/>
                                  </p:stCondLst>
                                  <p:childTnLst>
                                    <p:set>
                                      <p:cBhvr>
                                        <p:cTn id="21" dur="1" fill="hold">
                                          <p:stCondLst>
                                            <p:cond delay="0"/>
                                          </p:stCondLst>
                                        </p:cTn>
                                        <p:tgtEl>
                                          <p:spTgt spid="38"/>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grpId="0" nodeType="afterEffect">
                                  <p:stCondLst>
                                    <p:cond delay="0"/>
                                  </p:stCondLst>
                                  <p:childTnLst>
                                    <p:set>
                                      <p:cBhvr>
                                        <p:cTn id="24" dur="1" fill="hold">
                                          <p:stCondLst>
                                            <p:cond delay="0"/>
                                          </p:stCondLst>
                                        </p:cTn>
                                        <p:tgtEl>
                                          <p:spTgt spid="48"/>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grpId="0" nodeType="afterEffect">
                                  <p:stCondLst>
                                    <p:cond delay="0"/>
                                  </p:stCondLst>
                                  <p:childTnLst>
                                    <p:set>
                                      <p:cBhvr>
                                        <p:cTn id="27" dur="1" fill="hold">
                                          <p:stCondLst>
                                            <p:cond delay="0"/>
                                          </p:stCondLst>
                                        </p:cTn>
                                        <p:tgtEl>
                                          <p:spTgt spid="49"/>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44"/>
                                        </p:tgtEl>
                                        <p:attrNameLst>
                                          <p:attrName>style.visibility</p:attrName>
                                        </p:attrNameLst>
                                      </p:cBhvr>
                                      <p:to>
                                        <p:strVal val="visible"/>
                                      </p:to>
                                    </p:set>
                                  </p:childTnLst>
                                </p:cTn>
                              </p:par>
                            </p:childTnLst>
                          </p:cTn>
                        </p:par>
                        <p:par>
                          <p:cTn id="36" fill="hold">
                            <p:stCondLst>
                              <p:cond delay="0"/>
                            </p:stCondLst>
                            <p:childTnLst>
                              <p:par>
                                <p:cTn id="37" presetID="1" presetClass="entr" presetSubtype="0" fill="hold" grpId="0" nodeType="afterEffect">
                                  <p:stCondLst>
                                    <p:cond delay="0"/>
                                  </p:stCondLst>
                                  <p:childTnLst>
                                    <p:set>
                                      <p:cBhvr>
                                        <p:cTn id="38" dur="1" fill="hold">
                                          <p:stCondLst>
                                            <p:cond delay="0"/>
                                          </p:stCondLst>
                                        </p:cTn>
                                        <p:tgtEl>
                                          <p:spTgt spid="4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7"/>
                                        </p:tgtEl>
                                        <p:attrNameLst>
                                          <p:attrName>style.visibility</p:attrName>
                                        </p:attrNameLst>
                                      </p:cBhvr>
                                      <p:to>
                                        <p:strVal val="visible"/>
                                      </p:to>
                                    </p:set>
                                  </p:childTnLst>
                                </p:cTn>
                              </p:par>
                            </p:childTnLst>
                          </p:cTn>
                        </p:par>
                        <p:par>
                          <p:cTn id="47" fill="hold">
                            <p:stCondLst>
                              <p:cond delay="0"/>
                            </p:stCondLst>
                            <p:childTnLst>
                              <p:par>
                                <p:cTn id="48" presetID="1" presetClass="entr" presetSubtype="0" fill="hold" grpId="0" nodeType="afterEffect">
                                  <p:stCondLst>
                                    <p:cond delay="0"/>
                                  </p:stCondLst>
                                  <p:childTnLst>
                                    <p:set>
                                      <p:cBhvr>
                                        <p:cTn id="49" dur="1" fill="hold">
                                          <p:stCondLst>
                                            <p:cond delay="0"/>
                                          </p:stCondLst>
                                        </p:cTn>
                                        <p:tgtEl>
                                          <p:spTgt spid="41"/>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50"/>
                                        </p:tgtEl>
                                        <p:attrNameLst>
                                          <p:attrName>style.visibility</p:attrName>
                                        </p:attrNameLst>
                                      </p:cBhvr>
                                      <p:to>
                                        <p:strVal val="visible"/>
                                      </p:to>
                                    </p:set>
                                  </p:childTnLst>
                                </p:cTn>
                              </p:par>
                            </p:childTnLst>
                          </p:cTn>
                        </p:par>
                        <p:par>
                          <p:cTn id="58" fill="hold">
                            <p:stCondLst>
                              <p:cond delay="0"/>
                            </p:stCondLst>
                            <p:childTnLst>
                              <p:par>
                                <p:cTn id="59" presetID="1" presetClass="entr" presetSubtype="0" fill="hold" grpId="0" nodeType="afterEffect">
                                  <p:stCondLst>
                                    <p:cond delay="0"/>
                                  </p:stCondLst>
                                  <p:childTnLst>
                                    <p:set>
                                      <p:cBhvr>
                                        <p:cTn id="60"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3" grpId="0" uiExpand="1" build="p"/>
      <p:bldP spid="41" grpId="0" animBg="1"/>
      <p:bldP spid="42" grpId="0" animBg="1"/>
      <p:bldP spid="46" grpId="0"/>
      <p:bldP spid="47" grpId="0"/>
      <p:bldP spid="48" grpId="0"/>
      <p:bldP spid="49" grpId="0"/>
      <p:bldP spid="50" grpId="0"/>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Least Square Method</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31179" y="863444"/>
                <a:ext cx="6126480" cy="5590565"/>
              </a:xfrm>
            </p:spPr>
            <p:txBody>
              <a:bodyPr/>
              <a:lstStyle/>
              <a:p>
                <a:r>
                  <a:rPr lang="en-US" dirty="0"/>
                  <a:t>The distance between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rPr>
                          <m:t>y</m:t>
                        </m:r>
                      </m:e>
                      <m:sub>
                        <m:r>
                          <a:rPr lang="en-US">
                            <a:latin typeface="Cambria Math" panose="02040503050406030204" pitchFamily="18" charset="0"/>
                          </a:rPr>
                          <m:t>1</m:t>
                        </m:r>
                      </m:sub>
                    </m:sSub>
                  </m:oMath>
                </a14:m>
                <a:r>
                  <a:rPr lang="en-US" dirty="0"/>
                  <a:t> and </a:t>
                </a:r>
                <a14:m>
                  <m:oMath xmlns:m="http://schemas.openxmlformats.org/officeDocument/2006/math">
                    <m:r>
                      <m:rPr>
                        <m:sty m:val="p"/>
                      </m:rPr>
                      <a:rPr lang="en-US">
                        <a:latin typeface="Cambria Math" panose="02040503050406030204" pitchFamily="18" charset="0"/>
                      </a:rPr>
                      <m:t>f</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m:rPr>
                                <m:sty m:val="p"/>
                              </m:rPr>
                              <a:rPr lang="en-US">
                                <a:latin typeface="Cambria Math" panose="02040503050406030204" pitchFamily="18" charset="0"/>
                              </a:rPr>
                              <m:t>x</m:t>
                            </m:r>
                          </m:e>
                          <m:sub>
                            <m:r>
                              <a:rPr lang="en-US">
                                <a:latin typeface="Cambria Math" panose="02040503050406030204" pitchFamily="18" charset="0"/>
                              </a:rPr>
                              <m:t>1</m:t>
                            </m:r>
                          </m:sub>
                        </m:sSub>
                      </m:e>
                    </m:d>
                  </m:oMath>
                </a14:m>
                <a:r>
                  <a:rPr lang="en-US" dirty="0"/>
                  <a:t> is known as </a:t>
                </a:r>
                <a:r>
                  <a:rPr lang="en-US" dirty="0">
                    <a:solidFill>
                      <a:srgbClr val="FF0000"/>
                    </a:solidFill>
                  </a:rPr>
                  <a:t>deviation</a:t>
                </a:r>
                <a:r>
                  <a:rPr lang="en-US" dirty="0"/>
                  <a:t> or </a:t>
                </a:r>
                <a:r>
                  <a:rPr lang="en-US" dirty="0">
                    <a:solidFill>
                      <a:srgbClr val="FF0000"/>
                    </a:solidFill>
                  </a:rPr>
                  <a:t>error</a:t>
                </a:r>
                <a:r>
                  <a:rPr lang="en-US" dirty="0"/>
                  <a:t> or </a:t>
                </a:r>
                <a:r>
                  <a:rPr lang="en-US" dirty="0">
                    <a:solidFill>
                      <a:srgbClr val="FF0000"/>
                    </a:solidFill>
                  </a:rPr>
                  <a:t>residual</a:t>
                </a:r>
                <a:r>
                  <a:rPr lang="en-US" dirty="0"/>
                  <a:t> in the point </a:t>
                </a:r>
                <a14:m>
                  <m:oMath xmlns:m="http://schemas.openxmlformats.org/officeDocument/2006/math">
                    <m:d>
                      <m:dPr>
                        <m:ctrlPr>
                          <a:rPr lang="en-US" i="1">
                            <a:latin typeface="Cambria Math" panose="02040503050406030204" pitchFamily="18" charset="0"/>
                          </a:rPr>
                        </m:ctrlPr>
                      </m:dPr>
                      <m:e>
                        <m:sSub>
                          <m:sSubPr>
                            <m:ctrlPr>
                              <a:rPr lang="en-US" i="1">
                                <a:latin typeface="Cambria Math" panose="02040503050406030204" pitchFamily="18" charset="0"/>
                              </a:rPr>
                            </m:ctrlPr>
                          </m:sSubPr>
                          <m:e>
                            <m:r>
                              <m:rPr>
                                <m:sty m:val="p"/>
                              </m:rPr>
                              <a:rPr lang="en-US">
                                <a:latin typeface="Cambria Math" panose="02040503050406030204" pitchFamily="18" charset="0"/>
                              </a:rPr>
                              <m:t>x</m:t>
                            </m:r>
                          </m:e>
                          <m:sub>
                            <m:r>
                              <a:rPr lang="en-US">
                                <a:latin typeface="Cambria Math" panose="02040503050406030204" pitchFamily="18" charset="0"/>
                              </a:rPr>
                              <m:t>1</m:t>
                            </m:r>
                          </m:sub>
                        </m:sSub>
                        <m:r>
                          <a:rPr lang="en-US">
                            <a:latin typeface="Cambria Math" panose="02040503050406030204" pitchFamily="18" charset="0"/>
                          </a:rPr>
                          <m:t>, </m:t>
                        </m:r>
                        <m:sSub>
                          <m:sSubPr>
                            <m:ctrlPr>
                              <a:rPr lang="en-US" i="1">
                                <a:latin typeface="Cambria Math" panose="02040503050406030204" pitchFamily="18" charset="0"/>
                              </a:rPr>
                            </m:ctrlPr>
                          </m:sSubPr>
                          <m:e>
                            <m:r>
                              <m:rPr>
                                <m:sty m:val="p"/>
                              </m:rPr>
                              <a:rPr lang="en-US">
                                <a:latin typeface="Cambria Math" panose="02040503050406030204" pitchFamily="18" charset="0"/>
                              </a:rPr>
                              <m:t>y</m:t>
                            </m:r>
                          </m:e>
                          <m:sub>
                            <m:r>
                              <a:rPr lang="en-US">
                                <a:latin typeface="Cambria Math" panose="02040503050406030204" pitchFamily="18" charset="0"/>
                              </a:rPr>
                              <m:t>1</m:t>
                            </m:r>
                          </m:sub>
                        </m:sSub>
                      </m:e>
                    </m:d>
                  </m:oMath>
                </a14:m>
                <a:r>
                  <a:rPr lang="en-US" dirty="0"/>
                  <a:t>.</a:t>
                </a:r>
              </a:p>
              <a:p>
                <a:pPr marL="0" indent="0">
                  <a:buNone/>
                </a:pPr>
                <a14:m>
                  <m:oMathPara xmlns:m="http://schemas.openxmlformats.org/officeDocument/2006/math">
                    <m:oMathParaPr>
                      <m:jc m:val="centerGroup"/>
                    </m:oMathParaPr>
                    <m:oMath xmlns:m="http://schemas.openxmlformats.org/officeDocument/2006/math">
                      <m:r>
                        <a:rPr lang="en-US" i="0" smtClean="0">
                          <a:latin typeface="Cambria Math" panose="02040503050406030204" pitchFamily="18" charset="0"/>
                          <a:ea typeface="Cambria Math" panose="02040503050406030204" pitchFamily="18" charset="0"/>
                        </a:rPr>
                        <m:t>∴</m:t>
                      </m:r>
                      <m:sSub>
                        <m:sSubPr>
                          <m:ctrlPr>
                            <a:rPr lang="en-US" b="0" i="1" smtClean="0">
                              <a:solidFill>
                                <a:srgbClr val="FF0000"/>
                              </a:solidFill>
                              <a:latin typeface="Cambria Math" panose="02040503050406030204" pitchFamily="18" charset="0"/>
                              <a:ea typeface="Cambria Math" panose="02040503050406030204" pitchFamily="18" charset="0"/>
                            </a:rPr>
                          </m:ctrlPr>
                        </m:sSubPr>
                        <m:e>
                          <m:r>
                            <m:rPr>
                              <m:sty m:val="p"/>
                            </m:rPr>
                            <a:rPr lang="en-US" b="0" i="0" smtClean="0">
                              <a:solidFill>
                                <a:srgbClr val="FF0000"/>
                              </a:solidFill>
                              <a:latin typeface="Cambria Math" panose="02040503050406030204" pitchFamily="18" charset="0"/>
                              <a:ea typeface="Cambria Math" panose="02040503050406030204" pitchFamily="18" charset="0"/>
                            </a:rPr>
                            <m:t>d</m:t>
                          </m:r>
                        </m:e>
                        <m:sub>
                          <m:r>
                            <a:rPr lang="en-US" b="0" i="0" smtClean="0">
                              <a:solidFill>
                                <a:srgbClr val="FF0000"/>
                              </a:solidFill>
                              <a:latin typeface="Cambria Math" panose="02040503050406030204" pitchFamily="18" charset="0"/>
                              <a:ea typeface="Cambria Math" panose="02040503050406030204" pitchFamily="18" charset="0"/>
                            </a:rPr>
                            <m:t>1</m:t>
                          </m:r>
                        </m:sub>
                      </m:sSub>
                      <m:r>
                        <a:rPr lang="en-US" b="0" i="0"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m:rPr>
                              <m:sty m:val="p"/>
                            </m:rPr>
                            <a:rPr lang="en-US" b="0" i="0" smtClean="0">
                              <a:latin typeface="Cambria Math" panose="02040503050406030204" pitchFamily="18" charset="0"/>
                              <a:ea typeface="Cambria Math" panose="02040503050406030204" pitchFamily="18" charset="0"/>
                            </a:rPr>
                            <m:t>y</m:t>
                          </m:r>
                        </m:e>
                        <m:sub>
                          <m:r>
                            <a:rPr lang="en-US" b="0" i="0" smtClean="0">
                              <a:latin typeface="Cambria Math" panose="02040503050406030204" pitchFamily="18" charset="0"/>
                              <a:ea typeface="Cambria Math" panose="02040503050406030204" pitchFamily="18" charset="0"/>
                            </a:rPr>
                            <m:t>1</m:t>
                          </m:r>
                        </m:sub>
                      </m:sSub>
                      <m:r>
                        <a:rPr lang="en-US" b="0" i="0" smtClean="0">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f</m:t>
                      </m:r>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m:rPr>
                                  <m:sty m:val="p"/>
                                </m:rPr>
                                <a:rPr lang="en-US" b="0" i="0" smtClean="0">
                                  <a:latin typeface="Cambria Math" panose="02040503050406030204" pitchFamily="18" charset="0"/>
                                  <a:ea typeface="Cambria Math" panose="02040503050406030204" pitchFamily="18" charset="0"/>
                                </a:rPr>
                                <m:t>x</m:t>
                              </m:r>
                            </m:e>
                            <m:sub>
                              <m:r>
                                <a:rPr lang="en-US" b="0" i="0" smtClean="0">
                                  <a:latin typeface="Cambria Math" panose="02040503050406030204" pitchFamily="18" charset="0"/>
                                  <a:ea typeface="Cambria Math" panose="02040503050406030204" pitchFamily="18" charset="0"/>
                                </a:rPr>
                                <m:t>1</m:t>
                              </m:r>
                            </m:sub>
                          </m:sSub>
                        </m:e>
                      </m:d>
                    </m:oMath>
                  </m:oMathPara>
                </a14:m>
                <a:endParaRPr lang="en-US" dirty="0"/>
              </a:p>
              <a:p>
                <a:r>
                  <a:rPr lang="en-US" dirty="0"/>
                  <a:t>In general, deviation in the point </a:t>
                </a:r>
                <a14:m>
                  <m:oMath xmlns:m="http://schemas.openxmlformats.org/officeDocument/2006/math">
                    <m:d>
                      <m:dPr>
                        <m:ctrlPr>
                          <a:rPr lang="en-US" i="1">
                            <a:latin typeface="Cambria Math" panose="02040503050406030204" pitchFamily="18" charset="0"/>
                          </a:rPr>
                        </m:ctrlPr>
                      </m:dPr>
                      <m:e>
                        <m:sSub>
                          <m:sSubPr>
                            <m:ctrlPr>
                              <a:rPr lang="en-US" i="1">
                                <a:latin typeface="Cambria Math" panose="02040503050406030204" pitchFamily="18" charset="0"/>
                              </a:rPr>
                            </m:ctrlPr>
                          </m:sSubPr>
                          <m:e>
                            <m:r>
                              <m:rPr>
                                <m:sty m:val="p"/>
                              </m:rPr>
                              <a:rPr lang="en-US">
                                <a:latin typeface="Cambria Math" panose="02040503050406030204" pitchFamily="18" charset="0"/>
                              </a:rPr>
                              <m:t>x</m:t>
                            </m:r>
                          </m:e>
                          <m:sub>
                            <m:r>
                              <m:rPr>
                                <m:sty m:val="p"/>
                              </m:rPr>
                              <a:rPr lang="en-US" b="0" i="0" smtClean="0">
                                <a:latin typeface="Cambria Math" panose="02040503050406030204" pitchFamily="18" charset="0"/>
                              </a:rPr>
                              <m:t>i</m:t>
                            </m:r>
                          </m:sub>
                        </m:sSub>
                        <m:r>
                          <a:rPr lang="en-US">
                            <a:latin typeface="Cambria Math" panose="02040503050406030204" pitchFamily="18" charset="0"/>
                          </a:rPr>
                          <m:t>, </m:t>
                        </m:r>
                        <m:sSub>
                          <m:sSubPr>
                            <m:ctrlPr>
                              <a:rPr lang="en-US" i="1">
                                <a:latin typeface="Cambria Math" panose="02040503050406030204" pitchFamily="18" charset="0"/>
                              </a:rPr>
                            </m:ctrlPr>
                          </m:sSubPr>
                          <m:e>
                            <m:r>
                              <m:rPr>
                                <m:sty m:val="p"/>
                              </m:rPr>
                              <a:rPr lang="en-US">
                                <a:latin typeface="Cambria Math" panose="02040503050406030204" pitchFamily="18" charset="0"/>
                              </a:rPr>
                              <m:t>y</m:t>
                            </m:r>
                          </m:e>
                          <m:sub>
                            <m:r>
                              <m:rPr>
                                <m:sty m:val="p"/>
                              </m:rPr>
                              <a:rPr lang="en-US" b="0" i="0" smtClean="0">
                                <a:latin typeface="Cambria Math" panose="02040503050406030204" pitchFamily="18" charset="0"/>
                              </a:rPr>
                              <m:t>i</m:t>
                            </m:r>
                          </m:sub>
                        </m:sSub>
                      </m:e>
                    </m:d>
                  </m:oMath>
                </a14:m>
                <a:r>
                  <a:rPr lang="en-US" dirty="0"/>
                  <a:t> is 		  </a:t>
                </a:r>
                <a14:m>
                  <m:oMath xmlns:m="http://schemas.openxmlformats.org/officeDocument/2006/math">
                    <m:sSub>
                      <m:sSubPr>
                        <m:ctrlPr>
                          <a:rPr lang="en-US" i="1" smtClean="0">
                            <a:solidFill>
                              <a:srgbClr val="FF0000"/>
                            </a:solidFill>
                            <a:latin typeface="Cambria Math" panose="02040503050406030204" pitchFamily="18" charset="0"/>
                            <a:ea typeface="Cambria Math" panose="02040503050406030204" pitchFamily="18" charset="0"/>
                          </a:rPr>
                        </m:ctrlPr>
                      </m:sSubPr>
                      <m:e>
                        <m:r>
                          <m:rPr>
                            <m:sty m:val="p"/>
                          </m:rPr>
                          <a:rPr lang="en-US">
                            <a:solidFill>
                              <a:srgbClr val="FF0000"/>
                            </a:solidFill>
                            <a:latin typeface="Cambria Math" panose="02040503050406030204" pitchFamily="18" charset="0"/>
                            <a:ea typeface="Cambria Math" panose="02040503050406030204" pitchFamily="18" charset="0"/>
                          </a:rPr>
                          <m:t>d</m:t>
                        </m:r>
                      </m:e>
                      <m:sub>
                        <m:r>
                          <m:rPr>
                            <m:sty m:val="p"/>
                          </m:rPr>
                          <a:rPr lang="en-US" b="0" i="0" smtClean="0">
                            <a:solidFill>
                              <a:srgbClr val="FF0000"/>
                            </a:solidFill>
                            <a:latin typeface="Cambria Math" panose="02040503050406030204" pitchFamily="18" charset="0"/>
                            <a:ea typeface="Cambria Math" panose="02040503050406030204" pitchFamily="18" charset="0"/>
                          </a:rPr>
                          <m:t>i</m:t>
                        </m:r>
                      </m:sub>
                    </m:sSub>
                    <m:r>
                      <a:rPr lang="en-US">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m:rPr>
                            <m:sty m:val="p"/>
                          </m:rPr>
                          <a:rPr lang="en-US">
                            <a:latin typeface="Cambria Math" panose="02040503050406030204" pitchFamily="18" charset="0"/>
                            <a:ea typeface="Cambria Math" panose="02040503050406030204" pitchFamily="18" charset="0"/>
                          </a:rPr>
                          <m:t>y</m:t>
                        </m:r>
                      </m:e>
                      <m:sub>
                        <m:r>
                          <m:rPr>
                            <m:sty m:val="p"/>
                          </m:rPr>
                          <a:rPr lang="en-US" b="0" i="0" smtClean="0">
                            <a:latin typeface="Cambria Math" panose="02040503050406030204" pitchFamily="18" charset="0"/>
                            <a:ea typeface="Cambria Math" panose="02040503050406030204" pitchFamily="18" charset="0"/>
                          </a:rPr>
                          <m:t>i</m:t>
                        </m:r>
                      </m:sub>
                    </m:sSub>
                    <m:r>
                      <a:rPr lang="en-US">
                        <a:latin typeface="Cambria Math" panose="02040503050406030204" pitchFamily="18" charset="0"/>
                        <a:ea typeface="Cambria Math" panose="02040503050406030204" pitchFamily="18" charset="0"/>
                      </a:rPr>
                      <m:t>−</m:t>
                    </m:r>
                    <m:r>
                      <m:rPr>
                        <m:sty m:val="p"/>
                      </m:rPr>
                      <a:rPr lang="en-US">
                        <a:latin typeface="Cambria Math" panose="02040503050406030204" pitchFamily="18" charset="0"/>
                        <a:ea typeface="Cambria Math" panose="02040503050406030204" pitchFamily="18" charset="0"/>
                      </a:rPr>
                      <m:t>f</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m:rPr>
                                <m:sty m:val="p"/>
                              </m:rPr>
                              <a:rPr lang="en-US">
                                <a:latin typeface="Cambria Math" panose="02040503050406030204" pitchFamily="18" charset="0"/>
                                <a:ea typeface="Cambria Math" panose="02040503050406030204" pitchFamily="18" charset="0"/>
                              </a:rPr>
                              <m:t>x</m:t>
                            </m:r>
                          </m:e>
                          <m:sub>
                            <m:r>
                              <m:rPr>
                                <m:sty m:val="p"/>
                              </m:rPr>
                              <a:rPr lang="en-US" b="0" i="0" smtClean="0">
                                <a:latin typeface="Cambria Math" panose="02040503050406030204" pitchFamily="18" charset="0"/>
                                <a:ea typeface="Cambria Math" panose="02040503050406030204" pitchFamily="18" charset="0"/>
                              </a:rPr>
                              <m:t>i</m:t>
                            </m:r>
                          </m:sub>
                        </m:sSub>
                      </m:e>
                    </m:d>
                  </m:oMath>
                </a14:m>
                <a:endParaRPr lang="en-US" dirty="0"/>
              </a:p>
              <a:p>
                <a:pPr>
                  <a:lnSpc>
                    <a:spcPct val="100000"/>
                  </a:lnSpc>
                </a:pPr>
                <a:endParaRPr lang="en-US" dirty="0"/>
              </a:p>
              <a:p>
                <a:r>
                  <a:rPr lang="en-US" dirty="0"/>
                  <a:t>Deviation may be </a:t>
                </a:r>
                <a:r>
                  <a:rPr lang="en-US" dirty="0">
                    <a:solidFill>
                      <a:srgbClr val="FF0000"/>
                    </a:solidFill>
                  </a:rPr>
                  <a:t>positive</a:t>
                </a:r>
                <a:r>
                  <a:rPr lang="en-US" dirty="0"/>
                  <a:t> or </a:t>
                </a:r>
                <a:r>
                  <a:rPr lang="en-US" dirty="0">
                    <a:solidFill>
                      <a:srgbClr val="FF0000"/>
                    </a:solidFill>
                  </a:rPr>
                  <a:t>negative</a:t>
                </a:r>
                <a:r>
                  <a:rPr lang="en-US" dirty="0"/>
                  <a:t> or </a:t>
                </a:r>
                <a:r>
                  <a:rPr lang="en-US" dirty="0">
                    <a:solidFill>
                      <a:srgbClr val="FF0000"/>
                    </a:solidFill>
                  </a:rPr>
                  <a:t>zero</a:t>
                </a:r>
                <a:r>
                  <a:rPr lang="en-US"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31179" y="863444"/>
                <a:ext cx="6126480" cy="5590565"/>
              </a:xfrm>
              <a:blipFill rotWithShape="0">
                <a:blip r:embed="rId2"/>
                <a:stretch>
                  <a:fillRect l="-1891" r="-1990" b="-2726"/>
                </a:stretch>
              </a:blipFill>
            </p:spPr>
            <p:txBody>
              <a:bodyPr/>
              <a:lstStyle/>
              <a:p>
                <a:r>
                  <a:rPr lang="en-US">
                    <a:noFill/>
                  </a:rPr>
                  <a:t> </a:t>
                </a:r>
              </a:p>
            </p:txBody>
          </p:sp>
        </mc:Fallback>
      </mc:AlternateContent>
      <p:cxnSp>
        <p:nvCxnSpPr>
          <p:cNvPr id="53" name="Straight Connector 52"/>
          <p:cNvCxnSpPr>
            <a:stCxn id="18" idx="0"/>
            <a:endCxn id="19" idx="4"/>
          </p:cNvCxnSpPr>
          <p:nvPr/>
        </p:nvCxnSpPr>
        <p:spPr>
          <a:xfrm flipH="1">
            <a:off x="8408299" y="2980192"/>
            <a:ext cx="1" cy="1121092"/>
          </a:xfrm>
          <a:prstGeom prst="line">
            <a:avLst/>
          </a:prstGeom>
          <a:ln w="38100">
            <a:solidFill>
              <a:srgbClr val="FF0000"/>
            </a:solidFill>
            <a:prstDash val="sysDash"/>
          </a:ln>
        </p:spPr>
        <p:style>
          <a:lnRef idx="1">
            <a:schemeClr val="accent1"/>
          </a:lnRef>
          <a:fillRef idx="0">
            <a:schemeClr val="accent1"/>
          </a:fillRef>
          <a:effectRef idx="0">
            <a:schemeClr val="accent1"/>
          </a:effectRef>
          <a:fontRef idx="minor">
            <a:schemeClr val="tx1"/>
          </a:fontRef>
        </p:style>
      </p:cxnSp>
      <p:sp>
        <p:nvSpPr>
          <p:cNvPr id="15" name="Arc 35"/>
          <p:cNvSpPr>
            <a:spLocks/>
          </p:cNvSpPr>
          <p:nvPr/>
        </p:nvSpPr>
        <p:spPr bwMode="auto">
          <a:xfrm flipV="1">
            <a:off x="6247499" y="1452714"/>
            <a:ext cx="4321602" cy="2568705"/>
          </a:xfrm>
          <a:custGeom>
            <a:avLst/>
            <a:gdLst>
              <a:gd name="T0" fmla="*/ 725684 w 1873250"/>
              <a:gd name="T1" fmla="*/ 14111 h 1098551"/>
              <a:gd name="T2" fmla="*/ 1279961 w 1873250"/>
              <a:gd name="T3" fmla="*/ 38234 h 1098551"/>
              <a:gd name="T4" fmla="*/ 1873048 w 1873250"/>
              <a:gd name="T5" fmla="*/ 537861 h 1098551"/>
              <a:gd name="T6" fmla="*/ 0 60000 65536"/>
              <a:gd name="T7" fmla="*/ 0 60000 65536"/>
              <a:gd name="T8" fmla="*/ 0 60000 65536"/>
            </a:gdLst>
            <a:ahLst/>
            <a:cxnLst>
              <a:cxn ang="T6">
                <a:pos x="T0" y="T1"/>
              </a:cxn>
              <a:cxn ang="T7">
                <a:pos x="T2" y="T3"/>
              </a:cxn>
              <a:cxn ang="T8">
                <a:pos x="T4" y="T5"/>
              </a:cxn>
            </a:cxnLst>
            <a:rect l="0" t="0" r="r" b="b"/>
            <a:pathLst>
              <a:path w="1873250" h="1098551" stroke="0">
                <a:moveTo>
                  <a:pt x="725684" y="14111"/>
                </a:moveTo>
                <a:cubicBezTo>
                  <a:pt x="910349" y="-10922"/>
                  <a:pt x="1103620" y="-2510"/>
                  <a:pt x="1279961" y="38234"/>
                </a:cubicBezTo>
                <a:cubicBezTo>
                  <a:pt x="1631342" y="119422"/>
                  <a:pt x="1865199" y="316427"/>
                  <a:pt x="1873048" y="537861"/>
                </a:cubicBezTo>
                <a:lnTo>
                  <a:pt x="936625" y="549276"/>
                </a:lnTo>
                <a:lnTo>
                  <a:pt x="725684" y="14111"/>
                </a:lnTo>
                <a:close/>
              </a:path>
              <a:path w="1873250" h="1098551" fill="none">
                <a:moveTo>
                  <a:pt x="725684" y="14111"/>
                </a:moveTo>
                <a:cubicBezTo>
                  <a:pt x="910349" y="-10922"/>
                  <a:pt x="1103620" y="-2510"/>
                  <a:pt x="1279961" y="38234"/>
                </a:cubicBezTo>
                <a:cubicBezTo>
                  <a:pt x="1631342" y="119422"/>
                  <a:pt x="1865199" y="316427"/>
                  <a:pt x="1873048" y="537861"/>
                </a:cubicBezTo>
              </a:path>
            </a:pathLst>
          </a:custGeom>
          <a:noFill/>
          <a:ln w="38100">
            <a:solidFill>
              <a:srgbClr val="7030A0"/>
            </a:solidFill>
            <a:miter lim="800000"/>
            <a:headEnd/>
            <a:tailEnd/>
          </a:ln>
        </p:spPr>
        <p:txBody>
          <a:bodyPr rot="0" vert="horz" wrap="square" lIns="91440" tIns="45720" rIns="91440" bIns="45720" anchor="ctr" anchorCtr="0" upright="1">
            <a:noAutofit/>
          </a:bodyPr>
          <a:lstStyle/>
          <a:p>
            <a:endParaRPr lang="en-US"/>
          </a:p>
        </p:txBody>
      </p:sp>
      <p:cxnSp>
        <p:nvCxnSpPr>
          <p:cNvPr id="16" name="Straight Arrow Connector 15"/>
          <p:cNvCxnSpPr/>
          <p:nvPr/>
        </p:nvCxnSpPr>
        <p:spPr>
          <a:xfrm flipV="1">
            <a:off x="7034578" y="4940011"/>
            <a:ext cx="4572000" cy="0"/>
          </a:xfrm>
          <a:prstGeom prst="straightConnector1">
            <a:avLst/>
          </a:prstGeom>
          <a:ln w="38100">
            <a:headEnd type="triangle"/>
            <a:tailEnd type="triangle"/>
          </a:ln>
        </p:spPr>
        <p:style>
          <a:lnRef idx="3">
            <a:schemeClr val="accent6"/>
          </a:lnRef>
          <a:fillRef idx="0">
            <a:schemeClr val="accent6"/>
          </a:fillRef>
          <a:effectRef idx="2">
            <a:schemeClr val="accent6"/>
          </a:effectRef>
          <a:fontRef idx="minor">
            <a:schemeClr val="tx1"/>
          </a:fontRef>
        </p:style>
      </p:cxnSp>
      <p:cxnSp>
        <p:nvCxnSpPr>
          <p:cNvPr id="17" name="Straight Arrow Connector 16"/>
          <p:cNvCxnSpPr/>
          <p:nvPr/>
        </p:nvCxnSpPr>
        <p:spPr>
          <a:xfrm flipV="1">
            <a:off x="7487920" y="1526409"/>
            <a:ext cx="0" cy="3840480"/>
          </a:xfrm>
          <a:prstGeom prst="straightConnector1">
            <a:avLst/>
          </a:prstGeom>
          <a:ln w="38100">
            <a:headEnd type="triangle"/>
            <a:tailEnd type="triangle"/>
          </a:ln>
        </p:spPr>
        <p:style>
          <a:lnRef idx="3">
            <a:schemeClr val="accent6"/>
          </a:lnRef>
          <a:fillRef idx="0">
            <a:schemeClr val="accent6"/>
          </a:fillRef>
          <a:effectRef idx="2">
            <a:schemeClr val="accent6"/>
          </a:effectRef>
          <a:fontRef idx="minor">
            <a:schemeClr val="tx1"/>
          </a:fontRef>
        </p:style>
      </p:cxnSp>
      <p:sp>
        <p:nvSpPr>
          <p:cNvPr id="18" name="Oval 17"/>
          <p:cNvSpPr/>
          <p:nvPr/>
        </p:nvSpPr>
        <p:spPr>
          <a:xfrm>
            <a:off x="8316860" y="2980192"/>
            <a:ext cx="182880" cy="18288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8316859" y="3918404"/>
            <a:ext cx="182880" cy="18288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0" name="TextBox 19"/>
              <p:cNvSpPr txBox="1"/>
              <p:nvPr/>
            </p:nvSpPr>
            <p:spPr>
              <a:xfrm>
                <a:off x="10467117" y="2361788"/>
                <a:ext cx="149496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2800" b="0" i="0" smtClean="0">
                          <a:solidFill>
                            <a:srgbClr val="FF0000"/>
                          </a:solidFill>
                          <a:latin typeface="Cambria Math" panose="02040503050406030204" pitchFamily="18" charset="0"/>
                        </a:rPr>
                        <m:t>y</m:t>
                      </m:r>
                      <m:r>
                        <a:rPr lang="en-US" sz="2800" b="0" i="0" smtClean="0">
                          <a:solidFill>
                            <a:srgbClr val="FF0000"/>
                          </a:solidFill>
                          <a:latin typeface="Cambria Math" panose="02040503050406030204" pitchFamily="18" charset="0"/>
                        </a:rPr>
                        <m:t>=</m:t>
                      </m:r>
                      <m:r>
                        <m:rPr>
                          <m:sty m:val="p"/>
                        </m:rPr>
                        <a:rPr lang="en-US" sz="2800" b="0" i="0" smtClean="0">
                          <a:solidFill>
                            <a:srgbClr val="FF0000"/>
                          </a:solidFill>
                          <a:latin typeface="Cambria Math" panose="02040503050406030204" pitchFamily="18" charset="0"/>
                        </a:rPr>
                        <m:t>f</m:t>
                      </m:r>
                      <m:d>
                        <m:dPr>
                          <m:ctrlPr>
                            <a:rPr lang="en-US" sz="2800" b="0" i="1" smtClean="0">
                              <a:solidFill>
                                <a:srgbClr val="FF0000"/>
                              </a:solidFill>
                              <a:latin typeface="Cambria Math" panose="02040503050406030204" pitchFamily="18" charset="0"/>
                            </a:rPr>
                          </m:ctrlPr>
                        </m:dPr>
                        <m:e>
                          <m:r>
                            <m:rPr>
                              <m:sty m:val="p"/>
                            </m:rPr>
                            <a:rPr lang="en-US" sz="2800" b="0" i="0" smtClean="0">
                              <a:solidFill>
                                <a:srgbClr val="FF0000"/>
                              </a:solidFill>
                              <a:latin typeface="Cambria Math" panose="02040503050406030204" pitchFamily="18" charset="0"/>
                            </a:rPr>
                            <m:t>x</m:t>
                          </m:r>
                        </m:e>
                      </m:d>
                    </m:oMath>
                  </m:oMathPara>
                </a14:m>
                <a:endParaRPr lang="en-US" sz="2800" dirty="0">
                  <a:solidFill>
                    <a:srgbClr val="FF0000"/>
                  </a:solidFill>
                </a:endParaRPr>
              </a:p>
            </p:txBody>
          </p:sp>
        </mc:Choice>
        <mc:Fallback xmlns="">
          <p:sp>
            <p:nvSpPr>
              <p:cNvPr id="20" name="TextBox 19"/>
              <p:cNvSpPr txBox="1">
                <a:spLocks noRot="1" noChangeAspect="1" noMove="1" noResize="1" noEditPoints="1" noAdjustHandles="1" noChangeArrowheads="1" noChangeShapeType="1" noTextEdit="1"/>
              </p:cNvSpPr>
              <p:nvPr/>
            </p:nvSpPr>
            <p:spPr>
              <a:xfrm>
                <a:off x="10467117" y="2361788"/>
                <a:ext cx="1494961" cy="52322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7755781" y="2456972"/>
                <a:ext cx="1377044"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ctrlPr>
                            <a:rPr lang="en-US" sz="2800" b="0" i="1" smtClean="0">
                              <a:solidFill>
                                <a:srgbClr val="002060"/>
                              </a:solidFill>
                              <a:latin typeface="Cambria Math" panose="02040503050406030204" pitchFamily="18" charset="0"/>
                            </a:rPr>
                          </m:ctrlPr>
                        </m:dPr>
                        <m:e>
                          <m:sSub>
                            <m:sSubPr>
                              <m:ctrlPr>
                                <a:rPr lang="en-US" sz="2800" b="0" i="1" smtClean="0">
                                  <a:solidFill>
                                    <a:srgbClr val="002060"/>
                                  </a:solidFill>
                                  <a:latin typeface="Cambria Math" panose="02040503050406030204" pitchFamily="18" charset="0"/>
                                </a:rPr>
                              </m:ctrlPr>
                            </m:sSubPr>
                            <m:e>
                              <m:r>
                                <m:rPr>
                                  <m:sty m:val="p"/>
                                </m:rPr>
                                <a:rPr lang="en-US" sz="2800" b="0" i="0" smtClean="0">
                                  <a:solidFill>
                                    <a:srgbClr val="002060"/>
                                  </a:solidFill>
                                  <a:latin typeface="Cambria Math" panose="02040503050406030204" pitchFamily="18" charset="0"/>
                                </a:rPr>
                                <m:t>x</m:t>
                              </m:r>
                            </m:e>
                            <m:sub>
                              <m:r>
                                <a:rPr lang="en-US" sz="2800" b="0" i="0" smtClean="0">
                                  <a:solidFill>
                                    <a:srgbClr val="002060"/>
                                  </a:solidFill>
                                  <a:latin typeface="Cambria Math" panose="02040503050406030204" pitchFamily="18" charset="0"/>
                                </a:rPr>
                                <m:t>1</m:t>
                              </m:r>
                            </m:sub>
                          </m:sSub>
                          <m:r>
                            <a:rPr lang="en-US" sz="2800" b="0" i="0" smtClean="0">
                              <a:solidFill>
                                <a:srgbClr val="002060"/>
                              </a:solidFill>
                              <a:latin typeface="Cambria Math" panose="02040503050406030204" pitchFamily="18" charset="0"/>
                            </a:rPr>
                            <m:t>, </m:t>
                          </m:r>
                          <m:sSub>
                            <m:sSubPr>
                              <m:ctrlPr>
                                <a:rPr lang="en-US" sz="2800" b="0" i="1" smtClean="0">
                                  <a:solidFill>
                                    <a:srgbClr val="002060"/>
                                  </a:solidFill>
                                  <a:latin typeface="Cambria Math" panose="02040503050406030204" pitchFamily="18" charset="0"/>
                                </a:rPr>
                              </m:ctrlPr>
                            </m:sSubPr>
                            <m:e>
                              <m:r>
                                <m:rPr>
                                  <m:sty m:val="p"/>
                                </m:rPr>
                                <a:rPr lang="en-US" sz="2800" b="0" i="0" smtClean="0">
                                  <a:solidFill>
                                    <a:srgbClr val="002060"/>
                                  </a:solidFill>
                                  <a:latin typeface="Cambria Math" panose="02040503050406030204" pitchFamily="18" charset="0"/>
                                </a:rPr>
                                <m:t>y</m:t>
                              </m:r>
                            </m:e>
                            <m:sub>
                              <m:r>
                                <a:rPr lang="en-US" sz="2800" b="0" i="0" smtClean="0">
                                  <a:solidFill>
                                    <a:srgbClr val="002060"/>
                                  </a:solidFill>
                                  <a:latin typeface="Cambria Math" panose="02040503050406030204" pitchFamily="18" charset="0"/>
                                </a:rPr>
                                <m:t>1</m:t>
                              </m:r>
                            </m:sub>
                          </m:sSub>
                        </m:e>
                      </m:d>
                    </m:oMath>
                  </m:oMathPara>
                </a14:m>
                <a:endParaRPr lang="en-US" sz="2800" dirty="0">
                  <a:solidFill>
                    <a:srgbClr val="002060"/>
                  </a:solidFill>
                </a:endParaRPr>
              </a:p>
            </p:txBody>
          </p:sp>
        </mc:Choice>
        <mc:Fallback xmlns="">
          <p:sp>
            <p:nvSpPr>
              <p:cNvPr id="21" name="TextBox 20"/>
              <p:cNvSpPr txBox="1">
                <a:spLocks noRot="1" noChangeAspect="1" noMove="1" noResize="1" noEditPoints="1" noAdjustHandles="1" noChangeArrowheads="1" noChangeShapeType="1" noTextEdit="1"/>
              </p:cNvSpPr>
              <p:nvPr/>
            </p:nvSpPr>
            <p:spPr>
              <a:xfrm>
                <a:off x="7755781" y="2456972"/>
                <a:ext cx="1377044" cy="52322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p:cNvSpPr txBox="1"/>
              <p:nvPr/>
            </p:nvSpPr>
            <p:spPr>
              <a:xfrm>
                <a:off x="11504707" y="4678401"/>
                <a:ext cx="471603"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2800" b="0" i="0" smtClean="0">
                          <a:solidFill>
                            <a:srgbClr val="002060"/>
                          </a:solidFill>
                          <a:latin typeface="Cambria Math" panose="02040503050406030204" pitchFamily="18" charset="0"/>
                        </a:rPr>
                        <m:t>X</m:t>
                      </m:r>
                    </m:oMath>
                  </m:oMathPara>
                </a14:m>
                <a:endParaRPr lang="en-US" sz="2800" dirty="0">
                  <a:solidFill>
                    <a:srgbClr val="002060"/>
                  </a:solidFill>
                </a:endParaRPr>
              </a:p>
            </p:txBody>
          </p:sp>
        </mc:Choice>
        <mc:Fallback xmlns="">
          <p:sp>
            <p:nvSpPr>
              <p:cNvPr id="22" name="TextBox 21"/>
              <p:cNvSpPr txBox="1">
                <a:spLocks noRot="1" noChangeAspect="1" noMove="1" noResize="1" noEditPoints="1" noAdjustHandles="1" noChangeArrowheads="1" noChangeShapeType="1" noTextEdit="1"/>
              </p:cNvSpPr>
              <p:nvPr/>
            </p:nvSpPr>
            <p:spPr>
              <a:xfrm>
                <a:off x="11504707" y="4678401"/>
                <a:ext cx="471603" cy="523220"/>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p:cNvSpPr txBox="1"/>
              <p:nvPr/>
            </p:nvSpPr>
            <p:spPr>
              <a:xfrm>
                <a:off x="7252118" y="5366889"/>
                <a:ext cx="471603"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2800" b="0" i="0" smtClean="0">
                          <a:solidFill>
                            <a:srgbClr val="002060"/>
                          </a:solidFill>
                          <a:latin typeface="Cambria Math" panose="02040503050406030204" pitchFamily="18" charset="0"/>
                        </a:rPr>
                        <m:t>Y</m:t>
                      </m:r>
                    </m:oMath>
                  </m:oMathPara>
                </a14:m>
                <a:endParaRPr lang="en-US" sz="2800" dirty="0">
                  <a:solidFill>
                    <a:srgbClr val="002060"/>
                  </a:solidFill>
                </a:endParaRPr>
              </a:p>
            </p:txBody>
          </p:sp>
        </mc:Choice>
        <mc:Fallback xmlns="">
          <p:sp>
            <p:nvSpPr>
              <p:cNvPr id="23" name="TextBox 22"/>
              <p:cNvSpPr txBox="1">
                <a:spLocks noRot="1" noChangeAspect="1" noMove="1" noResize="1" noEditPoints="1" noAdjustHandles="1" noChangeArrowheads="1" noChangeShapeType="1" noTextEdit="1"/>
              </p:cNvSpPr>
              <p:nvPr/>
            </p:nvSpPr>
            <p:spPr>
              <a:xfrm>
                <a:off x="7252118" y="5366889"/>
                <a:ext cx="471603" cy="523220"/>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p:cNvSpPr txBox="1"/>
              <p:nvPr/>
            </p:nvSpPr>
            <p:spPr>
              <a:xfrm>
                <a:off x="7539953" y="4101797"/>
                <a:ext cx="1808700" cy="57868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ctrlPr>
                            <a:rPr lang="en-US" sz="2800" b="0" i="1" smtClean="0">
                              <a:solidFill>
                                <a:srgbClr val="002060"/>
                              </a:solidFill>
                              <a:latin typeface="Cambria Math" panose="02040503050406030204" pitchFamily="18" charset="0"/>
                            </a:rPr>
                          </m:ctrlPr>
                        </m:dPr>
                        <m:e>
                          <m:sSub>
                            <m:sSubPr>
                              <m:ctrlPr>
                                <a:rPr lang="en-US" sz="2800" b="0" i="1" smtClean="0">
                                  <a:solidFill>
                                    <a:srgbClr val="002060"/>
                                  </a:solidFill>
                                  <a:latin typeface="Cambria Math" panose="02040503050406030204" pitchFamily="18" charset="0"/>
                                </a:rPr>
                              </m:ctrlPr>
                            </m:sSubPr>
                            <m:e>
                              <m:r>
                                <m:rPr>
                                  <m:sty m:val="p"/>
                                </m:rPr>
                                <a:rPr lang="en-US" sz="2800" b="0" i="0" smtClean="0">
                                  <a:solidFill>
                                    <a:srgbClr val="002060"/>
                                  </a:solidFill>
                                  <a:latin typeface="Cambria Math" panose="02040503050406030204" pitchFamily="18" charset="0"/>
                                </a:rPr>
                                <m:t>x</m:t>
                              </m:r>
                            </m:e>
                            <m:sub>
                              <m:r>
                                <a:rPr lang="en-US" sz="2800" b="0" i="0" smtClean="0">
                                  <a:solidFill>
                                    <a:srgbClr val="002060"/>
                                  </a:solidFill>
                                  <a:latin typeface="Cambria Math" panose="02040503050406030204" pitchFamily="18" charset="0"/>
                                </a:rPr>
                                <m:t>1</m:t>
                              </m:r>
                            </m:sub>
                          </m:sSub>
                          <m:r>
                            <a:rPr lang="en-US" sz="2800" b="0" i="0" smtClean="0">
                              <a:solidFill>
                                <a:srgbClr val="002060"/>
                              </a:solidFill>
                              <a:latin typeface="Cambria Math" panose="02040503050406030204" pitchFamily="18" charset="0"/>
                            </a:rPr>
                            <m:t>,</m:t>
                          </m:r>
                          <m:r>
                            <m:rPr>
                              <m:sty m:val="p"/>
                            </m:rPr>
                            <a:rPr lang="en-US" sz="2800">
                              <a:solidFill>
                                <a:srgbClr val="002060"/>
                              </a:solidFill>
                              <a:latin typeface="Cambria Math" panose="02040503050406030204" pitchFamily="18" charset="0"/>
                            </a:rPr>
                            <m:t>f</m:t>
                          </m:r>
                          <m:d>
                            <m:dPr>
                              <m:ctrlPr>
                                <a:rPr lang="en-US" sz="2800" i="1">
                                  <a:solidFill>
                                    <a:srgbClr val="002060"/>
                                  </a:solidFill>
                                  <a:latin typeface="Cambria Math" panose="02040503050406030204" pitchFamily="18" charset="0"/>
                                </a:rPr>
                              </m:ctrlPr>
                            </m:dPr>
                            <m:e>
                              <m:sSub>
                                <m:sSubPr>
                                  <m:ctrlPr>
                                    <a:rPr lang="en-US" sz="2800" i="1">
                                      <a:solidFill>
                                        <a:srgbClr val="002060"/>
                                      </a:solidFill>
                                      <a:latin typeface="Cambria Math" panose="02040503050406030204" pitchFamily="18" charset="0"/>
                                    </a:rPr>
                                  </m:ctrlPr>
                                </m:sSubPr>
                                <m:e>
                                  <m:r>
                                    <m:rPr>
                                      <m:sty m:val="p"/>
                                    </m:rPr>
                                    <a:rPr lang="en-US" sz="2800" b="0" i="0" smtClean="0">
                                      <a:solidFill>
                                        <a:srgbClr val="002060"/>
                                      </a:solidFill>
                                      <a:latin typeface="Cambria Math" panose="02040503050406030204" pitchFamily="18" charset="0"/>
                                    </a:rPr>
                                    <m:t>x</m:t>
                                  </m:r>
                                </m:e>
                                <m:sub>
                                  <m:r>
                                    <a:rPr lang="en-US" sz="2800" b="0" i="0" smtClean="0">
                                      <a:solidFill>
                                        <a:srgbClr val="002060"/>
                                      </a:solidFill>
                                      <a:latin typeface="Cambria Math" panose="02040503050406030204" pitchFamily="18" charset="0"/>
                                    </a:rPr>
                                    <m:t>1</m:t>
                                  </m:r>
                                </m:sub>
                              </m:sSub>
                            </m:e>
                          </m:d>
                        </m:e>
                      </m:d>
                    </m:oMath>
                  </m:oMathPara>
                </a14:m>
                <a:endParaRPr lang="en-US" sz="2800" dirty="0">
                  <a:solidFill>
                    <a:srgbClr val="002060"/>
                  </a:solidFill>
                </a:endParaRPr>
              </a:p>
            </p:txBody>
          </p:sp>
        </mc:Choice>
        <mc:Fallback xmlns="">
          <p:sp>
            <p:nvSpPr>
              <p:cNvPr id="24" name="TextBox 23"/>
              <p:cNvSpPr txBox="1">
                <a:spLocks noRot="1" noChangeAspect="1" noMove="1" noResize="1" noEditPoints="1" noAdjustHandles="1" noChangeArrowheads="1" noChangeShapeType="1" noTextEdit="1"/>
              </p:cNvSpPr>
              <p:nvPr/>
            </p:nvSpPr>
            <p:spPr>
              <a:xfrm>
                <a:off x="7539953" y="4101797"/>
                <a:ext cx="1808700" cy="578685"/>
              </a:xfrm>
              <a:prstGeom prst="rect">
                <a:avLst/>
              </a:prstGeom>
              <a:blipFill rotWithShape="0">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058100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Least Square Method</a:t>
            </a:r>
          </a:p>
        </p:txBody>
      </p:sp>
      <p:sp>
        <p:nvSpPr>
          <p:cNvPr id="5" name="Oval 4"/>
          <p:cNvSpPr/>
          <p:nvPr/>
        </p:nvSpPr>
        <p:spPr>
          <a:xfrm>
            <a:off x="9317620" y="2419110"/>
            <a:ext cx="462988" cy="462987"/>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p:cNvPicPr>
          <p:nvPr/>
        </p:nvPicPr>
        <p:blipFill rotWithShape="1">
          <a:blip r:embed="rId2">
            <a:extLst>
              <a:ext uri="{28A0092B-C50C-407E-A947-70E740481C1C}">
                <a14:useLocalDpi xmlns:a14="http://schemas.microsoft.com/office/drawing/2010/main" val="0"/>
              </a:ext>
            </a:extLst>
          </a:blip>
          <a:srcRect l="9742" t="14153" r="60364" b="28292"/>
          <a:stretch/>
        </p:blipFill>
        <p:spPr>
          <a:xfrm>
            <a:off x="609600" y="685800"/>
            <a:ext cx="3634154" cy="5422150"/>
          </a:xfrm>
          <a:prstGeom prst="rect">
            <a:avLst/>
          </a:prstGeom>
        </p:spPr>
      </p:pic>
      <p:pic>
        <p:nvPicPr>
          <p:cNvPr id="17" name="Picture 16"/>
          <p:cNvPicPr>
            <a:picLocks noChangeAspect="1"/>
          </p:cNvPicPr>
          <p:nvPr/>
        </p:nvPicPr>
        <p:blipFill rotWithShape="1">
          <a:blip r:embed="rId2">
            <a:extLst>
              <a:ext uri="{28A0092B-C50C-407E-A947-70E740481C1C}">
                <a14:useLocalDpi xmlns:a14="http://schemas.microsoft.com/office/drawing/2010/main" val="0"/>
              </a:ext>
            </a:extLst>
          </a:blip>
          <a:srcRect l="9742" t="14153" b="28292"/>
          <a:stretch/>
        </p:blipFill>
        <p:spPr>
          <a:xfrm>
            <a:off x="609600" y="685800"/>
            <a:ext cx="10972800" cy="5422150"/>
          </a:xfrm>
          <a:prstGeom prst="rect">
            <a:avLst/>
          </a:prstGeom>
        </p:spPr>
      </p:pic>
    </p:spTree>
    <p:extLst>
      <p:ext uri="{BB962C8B-B14F-4D97-AF65-F5344CB8AC3E}">
        <p14:creationId xmlns:p14="http://schemas.microsoft.com/office/powerpoint/2010/main" val="3874410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Least Square Method</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To give equal weightage to all deviations, we square each of these </a:t>
                </a:r>
                <a14:m>
                  <m:oMath xmlns:m="http://schemas.openxmlformats.org/officeDocument/2006/math">
                    <m:sSub>
                      <m:sSubPr>
                        <m:ctrlPr>
                          <a:rPr lang="en-US" i="1">
                            <a:solidFill>
                              <a:srgbClr val="FF0000"/>
                            </a:solidFill>
                            <a:latin typeface="Cambria Math" panose="02040503050406030204" pitchFamily="18" charset="0"/>
                            <a:ea typeface="Cambria Math" panose="02040503050406030204" pitchFamily="18" charset="0"/>
                          </a:rPr>
                        </m:ctrlPr>
                      </m:sSubPr>
                      <m:e>
                        <m:r>
                          <m:rPr>
                            <m:sty m:val="p"/>
                          </m:rPr>
                          <a:rPr lang="en-US">
                            <a:solidFill>
                              <a:srgbClr val="FF0000"/>
                            </a:solidFill>
                            <a:latin typeface="Cambria Math" panose="02040503050406030204" pitchFamily="18" charset="0"/>
                            <a:ea typeface="Cambria Math" panose="02040503050406030204" pitchFamily="18" charset="0"/>
                          </a:rPr>
                          <m:t>d</m:t>
                        </m:r>
                      </m:e>
                      <m:sub>
                        <m:r>
                          <m:rPr>
                            <m:sty m:val="p"/>
                          </m:rPr>
                          <a:rPr lang="en-US">
                            <a:solidFill>
                              <a:srgbClr val="FF0000"/>
                            </a:solidFill>
                            <a:latin typeface="Cambria Math" panose="02040503050406030204" pitchFamily="18" charset="0"/>
                            <a:ea typeface="Cambria Math" panose="02040503050406030204" pitchFamily="18" charset="0"/>
                          </a:rPr>
                          <m:t>i</m:t>
                        </m:r>
                      </m:sub>
                    </m:sSub>
                  </m:oMath>
                </a14:m>
                <a:r>
                  <a:rPr lang="en-US" dirty="0"/>
                  <a:t>.</a:t>
                </a:r>
              </a:p>
              <a:p>
                <a:r>
                  <a:rPr lang="en-US" dirty="0"/>
                  <a:t>To find the best fitting curve to given data, </a:t>
                </a:r>
                <a14:m>
                  <m:oMath xmlns:m="http://schemas.openxmlformats.org/officeDocument/2006/math">
                    <m:r>
                      <m:rPr>
                        <m:sty m:val="p"/>
                      </m:rPr>
                      <a:rPr lang="en-US" i="0" dirty="0" smtClean="0">
                        <a:solidFill>
                          <a:srgbClr val="FF0000"/>
                        </a:solidFill>
                        <a:latin typeface="Cambria Math" panose="02040503050406030204" pitchFamily="18" charset="0"/>
                      </a:rPr>
                      <m:t>D</m:t>
                    </m:r>
                  </m:oMath>
                </a14:m>
                <a:r>
                  <a:rPr lang="en-US" dirty="0"/>
                  <a:t> must be minimum. </a:t>
                </a:r>
              </a:p>
              <a:p>
                <a:pPr marL="288925" indent="0">
                  <a:buNone/>
                </a:pPr>
                <a:r>
                  <a:rPr lang="en-US" dirty="0"/>
                  <a:t>Where 	</a:t>
                </a:r>
                <a14:m>
                  <m:oMath xmlns:m="http://schemas.openxmlformats.org/officeDocument/2006/math">
                    <m:r>
                      <m:rPr>
                        <m:sty m:val="p"/>
                      </m:rPr>
                      <a:rPr lang="en-US">
                        <a:latin typeface="Cambria Math" panose="02040503050406030204" pitchFamily="18" charset="0"/>
                      </a:rPr>
                      <m:t>D</m:t>
                    </m:r>
                    <m:r>
                      <a:rPr lang="en-US">
                        <a:latin typeface="Cambria Math" panose="02040503050406030204" pitchFamily="18" charset="0"/>
                      </a:rPr>
                      <m:t>=</m:t>
                    </m:r>
                    <m:sSup>
                      <m:sSupPr>
                        <m:ctrlPr>
                          <a:rPr lang="en-US" i="1">
                            <a:latin typeface="Cambria Math" panose="02040503050406030204" pitchFamily="18" charset="0"/>
                          </a:rPr>
                        </m:ctrlPr>
                      </m:sSupPr>
                      <m:e>
                        <m:sSub>
                          <m:sSubPr>
                            <m:ctrlPr>
                              <a:rPr lang="en-US" i="1">
                                <a:latin typeface="Cambria Math" panose="02040503050406030204" pitchFamily="18" charset="0"/>
                              </a:rPr>
                            </m:ctrlPr>
                          </m:sSubPr>
                          <m:e>
                            <m:r>
                              <m:rPr>
                                <m:sty m:val="p"/>
                              </m:rPr>
                              <a:rPr lang="en-US">
                                <a:latin typeface="Cambria Math" panose="02040503050406030204" pitchFamily="18" charset="0"/>
                              </a:rPr>
                              <m:t>d</m:t>
                            </m:r>
                          </m:e>
                          <m:sub>
                            <m:r>
                              <a:rPr lang="en-US">
                                <a:latin typeface="Cambria Math" panose="02040503050406030204" pitchFamily="18" charset="0"/>
                              </a:rPr>
                              <m:t>1</m:t>
                            </m:r>
                          </m:sub>
                        </m:sSub>
                      </m:e>
                      <m:sup>
                        <m:r>
                          <a:rPr lang="en-US">
                            <a:latin typeface="Cambria Math" panose="02040503050406030204" pitchFamily="18" charset="0"/>
                          </a:rPr>
                          <m:t>2</m:t>
                        </m:r>
                      </m:sup>
                    </m:sSup>
                    <m:r>
                      <a:rPr lang="en-US">
                        <a:latin typeface="Cambria Math" panose="02040503050406030204" pitchFamily="18" charset="0"/>
                      </a:rPr>
                      <m:t>+</m:t>
                    </m:r>
                    <m:sSup>
                      <m:sSupPr>
                        <m:ctrlPr>
                          <a:rPr lang="en-US" i="1">
                            <a:latin typeface="Cambria Math" panose="02040503050406030204" pitchFamily="18" charset="0"/>
                          </a:rPr>
                        </m:ctrlPr>
                      </m:sSupPr>
                      <m:e>
                        <m:sSub>
                          <m:sSubPr>
                            <m:ctrlPr>
                              <a:rPr lang="en-US" i="1">
                                <a:latin typeface="Cambria Math" panose="02040503050406030204" pitchFamily="18" charset="0"/>
                              </a:rPr>
                            </m:ctrlPr>
                          </m:sSubPr>
                          <m:e>
                            <m:r>
                              <m:rPr>
                                <m:sty m:val="p"/>
                              </m:rPr>
                              <a:rPr lang="en-US">
                                <a:latin typeface="Cambria Math" panose="02040503050406030204" pitchFamily="18" charset="0"/>
                              </a:rPr>
                              <m:t>d</m:t>
                            </m:r>
                          </m:e>
                          <m:sub>
                            <m:r>
                              <a:rPr lang="en-US">
                                <a:latin typeface="Cambria Math" panose="02040503050406030204" pitchFamily="18" charset="0"/>
                              </a:rPr>
                              <m:t>2</m:t>
                            </m:r>
                          </m:sub>
                        </m:sSub>
                      </m:e>
                      <m:sup>
                        <m:r>
                          <a:rPr lang="en-US">
                            <a:latin typeface="Cambria Math" panose="02040503050406030204" pitchFamily="18" charset="0"/>
                          </a:rPr>
                          <m:t>2</m:t>
                        </m:r>
                      </m:sup>
                    </m:sSup>
                    <m:r>
                      <a:rPr lang="en-US">
                        <a:latin typeface="Cambria Math" panose="02040503050406030204" pitchFamily="18" charset="0"/>
                      </a:rPr>
                      <m:t>+…+</m:t>
                    </m:r>
                    <m:sSup>
                      <m:sSupPr>
                        <m:ctrlPr>
                          <a:rPr lang="en-US" i="1">
                            <a:latin typeface="Cambria Math" panose="02040503050406030204" pitchFamily="18" charset="0"/>
                          </a:rPr>
                        </m:ctrlPr>
                      </m:sSupPr>
                      <m:e>
                        <m:sSub>
                          <m:sSubPr>
                            <m:ctrlPr>
                              <a:rPr lang="en-US" i="1">
                                <a:latin typeface="Cambria Math" panose="02040503050406030204" pitchFamily="18" charset="0"/>
                              </a:rPr>
                            </m:ctrlPr>
                          </m:sSubPr>
                          <m:e>
                            <m:r>
                              <m:rPr>
                                <m:sty m:val="p"/>
                              </m:rPr>
                              <a:rPr lang="en-US">
                                <a:latin typeface="Cambria Math" panose="02040503050406030204" pitchFamily="18" charset="0"/>
                              </a:rPr>
                              <m:t>d</m:t>
                            </m:r>
                          </m:e>
                          <m:sub>
                            <m:r>
                              <m:rPr>
                                <m:sty m:val="p"/>
                              </m:rPr>
                              <a:rPr lang="en-US">
                                <a:latin typeface="Cambria Math" panose="02040503050406030204" pitchFamily="18" charset="0"/>
                              </a:rPr>
                              <m:t>n</m:t>
                            </m:r>
                          </m:sub>
                        </m:sSub>
                      </m:e>
                      <m:sup>
                        <m:r>
                          <a:rPr lang="en-US">
                            <a:latin typeface="Cambria Math" panose="02040503050406030204" pitchFamily="18" charset="0"/>
                          </a:rPr>
                          <m:t>2</m:t>
                        </m:r>
                      </m:sup>
                    </m:sSup>
                  </m:oMath>
                </a14:m>
                <a:endParaRPr lang="en-US" i="1" dirty="0"/>
              </a:p>
              <a:p>
                <a:pPr marL="2176463" indent="0">
                  <a:lnSpc>
                    <a:spcPct val="125000"/>
                  </a:lnSpc>
                  <a:buNone/>
                </a:pPr>
                <a14:m>
                  <m:oMathPara xmlns:m="http://schemas.openxmlformats.org/officeDocument/2006/math">
                    <m:oMathParaPr>
                      <m:jc m:val="left"/>
                    </m:oMathParaPr>
                    <m:oMath xmlns:m="http://schemas.openxmlformats.org/officeDocument/2006/math">
                      <m:r>
                        <a:rPr lang="en-US">
                          <a:latin typeface="Cambria Math" panose="02040503050406030204" pitchFamily="18" charset="0"/>
                        </a:rPr>
                        <m:t>=</m:t>
                      </m:r>
                      <m:r>
                        <a:rPr lang="en-US" b="0" i="1" smtClean="0">
                          <a:latin typeface="Cambria Math" panose="02040503050406030204" pitchFamily="18" charset="0"/>
                        </a:rPr>
                        <m:t>   </m:t>
                      </m:r>
                      <m:nary>
                        <m:naryPr>
                          <m:chr m:val="∑"/>
                          <m:limLoc m:val="undOvr"/>
                          <m:ctrlPr>
                            <a:rPr lang="en-US" i="1">
                              <a:latin typeface="Cambria Math" panose="02040503050406030204" pitchFamily="18" charset="0"/>
                            </a:rPr>
                          </m:ctrlPr>
                        </m:naryPr>
                        <m:sub>
                          <m:r>
                            <m:rPr>
                              <m:sty m:val="p"/>
                            </m:rPr>
                            <a:rPr lang="en-US">
                              <a:latin typeface="Cambria Math" panose="02040503050406030204" pitchFamily="18" charset="0"/>
                            </a:rPr>
                            <m:t>i</m:t>
                          </m:r>
                          <m:r>
                            <a:rPr lang="en-US">
                              <a:latin typeface="Cambria Math" panose="02040503050406030204" pitchFamily="18" charset="0"/>
                            </a:rPr>
                            <m:t>=1</m:t>
                          </m:r>
                        </m:sub>
                        <m:sup>
                          <m:r>
                            <m:rPr>
                              <m:sty m:val="p"/>
                            </m:rPr>
                            <a:rPr lang="en-US">
                              <a:latin typeface="Cambria Math" panose="02040503050406030204" pitchFamily="18" charset="0"/>
                            </a:rPr>
                            <m:t>n</m:t>
                          </m:r>
                        </m:sup>
                        <m:e>
                          <m:sSubSup>
                            <m:sSubSupPr>
                              <m:ctrlPr>
                                <a:rPr lang="en-US" i="1">
                                  <a:latin typeface="Cambria Math" panose="02040503050406030204" pitchFamily="18" charset="0"/>
                                </a:rPr>
                              </m:ctrlPr>
                            </m:sSubSupPr>
                            <m:e>
                              <m:r>
                                <m:rPr>
                                  <m:sty m:val="p"/>
                                </m:rPr>
                                <a:rPr lang="en-US" smtClean="0">
                                  <a:solidFill>
                                    <a:srgbClr val="FF0000"/>
                                  </a:solidFill>
                                  <a:latin typeface="Cambria Math" panose="02040503050406030204" pitchFamily="18" charset="0"/>
                                </a:rPr>
                                <m:t>d</m:t>
                              </m:r>
                            </m:e>
                            <m:sub>
                              <m:r>
                                <m:rPr>
                                  <m:sty m:val="p"/>
                                </m:rPr>
                                <a:rPr lang="en-US" smtClean="0">
                                  <a:solidFill>
                                    <a:srgbClr val="FF0000"/>
                                  </a:solidFill>
                                  <a:latin typeface="Cambria Math" panose="02040503050406030204" pitchFamily="18" charset="0"/>
                                </a:rPr>
                                <m:t>i</m:t>
                              </m:r>
                            </m:sub>
                            <m:sup>
                              <m:r>
                                <a:rPr lang="en-US" b="0" i="0" smtClean="0">
                                  <a:latin typeface="Cambria Math" panose="02040503050406030204" pitchFamily="18" charset="0"/>
                                </a:rPr>
                                <m:t>  </m:t>
                              </m:r>
                              <m:r>
                                <a:rPr lang="en-US">
                                  <a:latin typeface="Cambria Math" panose="02040503050406030204" pitchFamily="18" charset="0"/>
                                </a:rPr>
                                <m:t>2</m:t>
                              </m:r>
                            </m:sup>
                          </m:sSubSup>
                        </m:e>
                      </m:nary>
                      <m:r>
                        <a:rPr lang="en-US" b="0" i="1" smtClean="0">
                          <a:latin typeface="Cambria Math" panose="02040503050406030204" pitchFamily="18" charset="0"/>
                        </a:rPr>
                        <m:t>   </m:t>
                      </m:r>
                      <m:r>
                        <m:rPr>
                          <m:sty m:val="p"/>
                        </m:rPr>
                        <a:rPr lang="en-US" b="0" i="0" smtClean="0">
                          <a:solidFill>
                            <a:schemeClr val="bg1"/>
                          </a:solidFill>
                          <a:latin typeface="Cambria Math" panose="02040503050406030204" pitchFamily="18" charset="0"/>
                        </a:rPr>
                        <m:t>D</m:t>
                      </m:r>
                      <m:r>
                        <a:rPr lang="en-US">
                          <a:latin typeface="Cambria Math" panose="02040503050406030204" pitchFamily="18" charset="0"/>
                        </a:rPr>
                        <m:t>=</m:t>
                      </m:r>
                      <m:r>
                        <a:rPr lang="en-US" b="0" i="0" smtClean="0">
                          <a:latin typeface="Cambria Math" panose="02040503050406030204" pitchFamily="18" charset="0"/>
                        </a:rPr>
                        <m:t>   </m:t>
                      </m:r>
                      <m:nary>
                        <m:naryPr>
                          <m:chr m:val="∑"/>
                          <m:limLoc m:val="undOvr"/>
                          <m:ctrlPr>
                            <a:rPr lang="en-US" i="1">
                              <a:latin typeface="Cambria Math" panose="02040503050406030204" pitchFamily="18" charset="0"/>
                            </a:rPr>
                          </m:ctrlPr>
                        </m:naryPr>
                        <m:sub>
                          <m:r>
                            <m:rPr>
                              <m:sty m:val="p"/>
                            </m:rPr>
                            <a:rPr lang="en-US">
                              <a:latin typeface="Cambria Math" panose="02040503050406030204" pitchFamily="18" charset="0"/>
                            </a:rPr>
                            <m:t>i</m:t>
                          </m:r>
                          <m:r>
                            <a:rPr lang="en-US">
                              <a:latin typeface="Cambria Math" panose="02040503050406030204" pitchFamily="18" charset="0"/>
                            </a:rPr>
                            <m:t>=1</m:t>
                          </m:r>
                        </m:sub>
                        <m:sup>
                          <m:r>
                            <m:rPr>
                              <m:sty m:val="p"/>
                            </m:rPr>
                            <a:rPr lang="en-US">
                              <a:latin typeface="Cambria Math" panose="02040503050406030204" pitchFamily="18" charset="0"/>
                            </a:rPr>
                            <m:t>n</m:t>
                          </m:r>
                        </m:sup>
                        <m:e>
                          <m:sSup>
                            <m:sSupPr>
                              <m:ctrlPr>
                                <a:rPr lang="en-US" i="1">
                                  <a:latin typeface="Cambria Math" panose="02040503050406030204" pitchFamily="18" charset="0"/>
                                </a:rPr>
                              </m:ctrlPr>
                            </m:sSupPr>
                            <m:e>
                              <m:d>
                                <m:dPr>
                                  <m:begChr m:val="["/>
                                  <m:endChr m:val="]"/>
                                  <m:ctrlPr>
                                    <a:rPr lang="en-US" i="1">
                                      <a:latin typeface="Cambria Math" panose="02040503050406030204" pitchFamily="18" charset="0"/>
                                    </a:rPr>
                                  </m:ctrlPr>
                                </m:dPr>
                                <m:e>
                                  <m:sSub>
                                    <m:sSubPr>
                                      <m:ctrlPr>
                                        <a:rPr lang="en-US" i="1" smtClean="0">
                                          <a:solidFill>
                                            <a:srgbClr val="FF0000"/>
                                          </a:solidFill>
                                          <a:latin typeface="Cambria Math" panose="02040503050406030204" pitchFamily="18" charset="0"/>
                                        </a:rPr>
                                      </m:ctrlPr>
                                    </m:sSubPr>
                                    <m:e>
                                      <m:r>
                                        <a:rPr lang="en-US" b="0" i="0" smtClean="0">
                                          <a:solidFill>
                                            <a:srgbClr val="FF0000"/>
                                          </a:solidFill>
                                          <a:latin typeface="Cambria Math" panose="02040503050406030204" pitchFamily="18" charset="0"/>
                                        </a:rPr>
                                        <m:t> </m:t>
                                      </m:r>
                                      <m:r>
                                        <m:rPr>
                                          <m:sty m:val="p"/>
                                        </m:rPr>
                                        <a:rPr lang="en-US">
                                          <a:solidFill>
                                            <a:srgbClr val="FF0000"/>
                                          </a:solidFill>
                                          <a:latin typeface="Cambria Math" panose="02040503050406030204" pitchFamily="18" charset="0"/>
                                        </a:rPr>
                                        <m:t>y</m:t>
                                      </m:r>
                                    </m:e>
                                    <m:sub>
                                      <m:r>
                                        <m:rPr>
                                          <m:sty m:val="p"/>
                                        </m:rPr>
                                        <a:rPr lang="en-US">
                                          <a:solidFill>
                                            <a:srgbClr val="FF0000"/>
                                          </a:solidFill>
                                          <a:latin typeface="Cambria Math" panose="02040503050406030204" pitchFamily="18" charset="0"/>
                                        </a:rPr>
                                        <m:t>i</m:t>
                                      </m:r>
                                    </m:sub>
                                  </m:sSub>
                                  <m:r>
                                    <a:rPr lang="en-US" i="1">
                                      <a:solidFill>
                                        <a:srgbClr val="FF0000"/>
                                      </a:solidFill>
                                      <a:latin typeface="Cambria Math" panose="02040503050406030204" pitchFamily="18" charset="0"/>
                                    </a:rPr>
                                    <m:t>−</m:t>
                                  </m:r>
                                  <m:r>
                                    <m:rPr>
                                      <m:sty m:val="p"/>
                                    </m:rPr>
                                    <a:rPr lang="en-US">
                                      <a:solidFill>
                                        <a:srgbClr val="FF0000"/>
                                      </a:solidFill>
                                      <a:latin typeface="Cambria Math" panose="02040503050406030204" pitchFamily="18" charset="0"/>
                                    </a:rPr>
                                    <m:t>f</m:t>
                                  </m:r>
                                  <m:d>
                                    <m:dPr>
                                      <m:ctrlPr>
                                        <a:rPr lang="en-US" i="1">
                                          <a:solidFill>
                                            <a:srgbClr val="FF0000"/>
                                          </a:solidFill>
                                          <a:latin typeface="Cambria Math" panose="02040503050406030204" pitchFamily="18" charset="0"/>
                                        </a:rPr>
                                      </m:ctrlPr>
                                    </m:dPr>
                                    <m:e>
                                      <m:sSub>
                                        <m:sSubPr>
                                          <m:ctrlPr>
                                            <a:rPr lang="en-US" i="1">
                                              <a:solidFill>
                                                <a:srgbClr val="FF0000"/>
                                              </a:solidFill>
                                              <a:latin typeface="Cambria Math" panose="02040503050406030204" pitchFamily="18" charset="0"/>
                                            </a:rPr>
                                          </m:ctrlPr>
                                        </m:sSubPr>
                                        <m:e>
                                          <m:r>
                                            <m:rPr>
                                              <m:sty m:val="p"/>
                                            </m:rPr>
                                            <a:rPr lang="en-US">
                                              <a:solidFill>
                                                <a:srgbClr val="FF0000"/>
                                              </a:solidFill>
                                              <a:latin typeface="Cambria Math" panose="02040503050406030204" pitchFamily="18" charset="0"/>
                                            </a:rPr>
                                            <m:t>x</m:t>
                                          </m:r>
                                        </m:e>
                                        <m:sub>
                                          <m:r>
                                            <m:rPr>
                                              <m:sty m:val="p"/>
                                            </m:rPr>
                                            <a:rPr lang="en-US">
                                              <a:solidFill>
                                                <a:srgbClr val="FF0000"/>
                                              </a:solidFill>
                                              <a:latin typeface="Cambria Math" panose="02040503050406030204" pitchFamily="18" charset="0"/>
                                            </a:rPr>
                                            <m:t>i</m:t>
                                          </m:r>
                                        </m:sub>
                                      </m:sSub>
                                    </m:e>
                                  </m:d>
                                  <m:r>
                                    <a:rPr lang="en-US" b="0" i="1" smtClean="0">
                                      <a:solidFill>
                                        <a:srgbClr val="FF0000"/>
                                      </a:solidFill>
                                      <a:latin typeface="Cambria Math" panose="02040503050406030204" pitchFamily="18" charset="0"/>
                                    </a:rPr>
                                    <m:t> </m:t>
                                  </m:r>
                                </m:e>
                              </m:d>
                            </m:e>
                            <m:sup>
                              <m:r>
                                <a:rPr lang="en-US">
                                  <a:latin typeface="Cambria Math" panose="02040503050406030204" pitchFamily="18" charset="0"/>
                                </a:rPr>
                                <m:t>2</m:t>
                              </m:r>
                            </m:sup>
                          </m:sSup>
                        </m:e>
                      </m:nary>
                    </m:oMath>
                  </m:oMathPara>
                </a14:m>
                <a:endParaRPr lang="en-US" dirty="0"/>
              </a:p>
              <a:p>
                <a:pPr>
                  <a:lnSpc>
                    <a:spcPct val="100000"/>
                  </a:lnSpc>
                </a:pPr>
                <a:endParaRPr lang="en-US" dirty="0"/>
              </a:p>
              <a:p>
                <a:pPr>
                  <a:lnSpc>
                    <a:spcPct val="200000"/>
                  </a:lnSpc>
                </a:pPr>
                <a:r>
                  <a:rPr lang="en-US" dirty="0"/>
                  <a:t>If </a:t>
                </a:r>
                <a14:m>
                  <m:oMath xmlns:m="http://schemas.openxmlformats.org/officeDocument/2006/math">
                    <m:r>
                      <m:rPr>
                        <m:sty m:val="p"/>
                      </m:rPr>
                      <a:rPr lang="en-US" dirty="0">
                        <a:solidFill>
                          <a:srgbClr val="FF0000"/>
                        </a:solidFill>
                        <a:latin typeface="Cambria Math" panose="02040503050406030204" pitchFamily="18" charset="0"/>
                      </a:rPr>
                      <m:t>D</m:t>
                    </m:r>
                    <m:r>
                      <a:rPr lang="en-US" dirty="0">
                        <a:solidFill>
                          <a:srgbClr val="FF0000"/>
                        </a:solidFill>
                        <a:latin typeface="Cambria Math" panose="02040503050406030204" pitchFamily="18" charset="0"/>
                      </a:rPr>
                      <m:t>=0</m:t>
                    </m:r>
                  </m:oMath>
                </a14:m>
                <a:r>
                  <a:rPr lang="en-US" dirty="0"/>
                  <a:t>, then all </a:t>
                </a:r>
                <a14:m>
                  <m:oMath xmlns:m="http://schemas.openxmlformats.org/officeDocument/2006/math">
                    <m:r>
                      <m:rPr>
                        <m:sty m:val="p"/>
                      </m:rPr>
                      <a:rPr lang="en-US" dirty="0">
                        <a:solidFill>
                          <a:srgbClr val="FF0000"/>
                        </a:solidFill>
                        <a:latin typeface="Cambria Math" panose="02040503050406030204" pitchFamily="18" charset="0"/>
                      </a:rPr>
                      <m:t>n</m:t>
                    </m:r>
                  </m:oMath>
                </a14:m>
                <a:r>
                  <a:rPr lang="en-US" dirty="0"/>
                  <a:t> points will lie on </a:t>
                </a:r>
                <a14:m>
                  <m:oMath xmlns:m="http://schemas.openxmlformats.org/officeDocument/2006/math">
                    <m:r>
                      <m:rPr>
                        <m:sty m:val="p"/>
                      </m:rPr>
                      <a:rPr lang="en-US">
                        <a:solidFill>
                          <a:srgbClr val="FF0000"/>
                        </a:solidFill>
                        <a:latin typeface="Cambria Math" panose="02040503050406030204" pitchFamily="18" charset="0"/>
                      </a:rPr>
                      <m:t>y</m:t>
                    </m:r>
                    <m:r>
                      <a:rPr lang="en-US">
                        <a:solidFill>
                          <a:srgbClr val="FF0000"/>
                        </a:solidFill>
                        <a:latin typeface="Cambria Math" panose="02040503050406030204" pitchFamily="18" charset="0"/>
                      </a:rPr>
                      <m:t>=</m:t>
                    </m:r>
                    <m:r>
                      <m:rPr>
                        <m:sty m:val="p"/>
                      </m:rPr>
                      <a:rPr lang="en-US">
                        <a:solidFill>
                          <a:srgbClr val="FF0000"/>
                        </a:solidFill>
                        <a:latin typeface="Cambria Math" panose="02040503050406030204" pitchFamily="18" charset="0"/>
                      </a:rPr>
                      <m:t>f</m:t>
                    </m:r>
                    <m:d>
                      <m:dPr>
                        <m:ctrlPr>
                          <a:rPr lang="en-US" i="1">
                            <a:solidFill>
                              <a:srgbClr val="FF0000"/>
                            </a:solidFill>
                            <a:latin typeface="Cambria Math" panose="02040503050406030204" pitchFamily="18" charset="0"/>
                          </a:rPr>
                        </m:ctrlPr>
                      </m:dPr>
                      <m:e>
                        <m:r>
                          <m:rPr>
                            <m:sty m:val="p"/>
                          </m:rPr>
                          <a:rPr lang="en-US">
                            <a:solidFill>
                              <a:srgbClr val="FF0000"/>
                            </a:solidFill>
                            <a:latin typeface="Cambria Math" panose="02040503050406030204" pitchFamily="18" charset="0"/>
                          </a:rPr>
                          <m:t>x</m:t>
                        </m:r>
                      </m:e>
                    </m:d>
                  </m:oMath>
                </a14:m>
                <a:r>
                  <a:rPr lang="en-US" dirty="0"/>
                  <a:t>.</a:t>
                </a:r>
              </a:p>
              <a:p>
                <a:r>
                  <a:rPr lang="en-US" dirty="0"/>
                  <a:t>If </a:t>
                </a:r>
                <a14:m>
                  <m:oMath xmlns:m="http://schemas.openxmlformats.org/officeDocument/2006/math">
                    <m:r>
                      <m:rPr>
                        <m:sty m:val="p"/>
                      </m:rPr>
                      <a:rPr lang="en-US" dirty="0">
                        <a:solidFill>
                          <a:srgbClr val="FF0000"/>
                        </a:solidFill>
                        <a:latin typeface="Cambria Math" panose="02040503050406030204" pitchFamily="18" charset="0"/>
                      </a:rPr>
                      <m:t>D</m:t>
                    </m:r>
                    <m:r>
                      <a:rPr lang="en-US" i="1" dirty="0">
                        <a:solidFill>
                          <a:srgbClr val="FF0000"/>
                        </a:solidFill>
                        <a:latin typeface="Cambria Math" panose="02040503050406030204" pitchFamily="18" charset="0"/>
                        <a:ea typeface="Cambria Math" panose="02040503050406030204" pitchFamily="18" charset="0"/>
                      </a:rPr>
                      <m:t>≠</m:t>
                    </m:r>
                    <m:r>
                      <a:rPr lang="en-US" dirty="0">
                        <a:solidFill>
                          <a:srgbClr val="FF0000"/>
                        </a:solidFill>
                        <a:latin typeface="Cambria Math" panose="02040503050406030204" pitchFamily="18" charset="0"/>
                      </a:rPr>
                      <m:t>0</m:t>
                    </m:r>
                  </m:oMath>
                </a14:m>
                <a:r>
                  <a:rPr lang="en-US" dirty="0"/>
                  <a:t>, then We have to choose </a:t>
                </a:r>
                <a14:m>
                  <m:oMath xmlns:m="http://schemas.openxmlformats.org/officeDocument/2006/math">
                    <m:r>
                      <m:rPr>
                        <m:sty m:val="p"/>
                      </m:rPr>
                      <a:rPr lang="en-US">
                        <a:solidFill>
                          <a:srgbClr val="FF0000"/>
                        </a:solidFill>
                        <a:latin typeface="Cambria Math" panose="02040503050406030204" pitchFamily="18" charset="0"/>
                      </a:rPr>
                      <m:t>y</m:t>
                    </m:r>
                    <m:r>
                      <a:rPr lang="en-US">
                        <a:solidFill>
                          <a:srgbClr val="FF0000"/>
                        </a:solidFill>
                        <a:latin typeface="Cambria Math" panose="02040503050406030204" pitchFamily="18" charset="0"/>
                      </a:rPr>
                      <m:t>=</m:t>
                    </m:r>
                    <m:r>
                      <m:rPr>
                        <m:sty m:val="p"/>
                      </m:rPr>
                      <a:rPr lang="en-US">
                        <a:solidFill>
                          <a:srgbClr val="FF0000"/>
                        </a:solidFill>
                        <a:latin typeface="Cambria Math" panose="02040503050406030204" pitchFamily="18" charset="0"/>
                      </a:rPr>
                      <m:t>f</m:t>
                    </m:r>
                    <m:d>
                      <m:dPr>
                        <m:ctrlPr>
                          <a:rPr lang="en-US" i="1">
                            <a:solidFill>
                              <a:srgbClr val="FF0000"/>
                            </a:solidFill>
                            <a:latin typeface="Cambria Math" panose="02040503050406030204" pitchFamily="18" charset="0"/>
                          </a:rPr>
                        </m:ctrlPr>
                      </m:dPr>
                      <m:e>
                        <m:r>
                          <m:rPr>
                            <m:sty m:val="p"/>
                          </m:rPr>
                          <a:rPr lang="en-US">
                            <a:solidFill>
                              <a:srgbClr val="FF0000"/>
                            </a:solidFill>
                            <a:latin typeface="Cambria Math" panose="02040503050406030204" pitchFamily="18" charset="0"/>
                          </a:rPr>
                          <m:t>x</m:t>
                        </m:r>
                      </m:e>
                    </m:d>
                  </m:oMath>
                </a14:m>
                <a:r>
                  <a:rPr lang="en-US" dirty="0"/>
                  <a:t> such that </a:t>
                </a:r>
                <a14:m>
                  <m:oMath xmlns:m="http://schemas.openxmlformats.org/officeDocument/2006/math">
                    <m:r>
                      <m:rPr>
                        <m:sty m:val="p"/>
                      </m:rPr>
                      <a:rPr lang="en-US" dirty="0" smtClean="0">
                        <a:solidFill>
                          <a:srgbClr val="FF0000"/>
                        </a:solidFill>
                        <a:latin typeface="Cambria Math" panose="02040503050406030204" pitchFamily="18" charset="0"/>
                      </a:rPr>
                      <m:t>D</m:t>
                    </m:r>
                  </m:oMath>
                </a14:m>
                <a:r>
                  <a:rPr lang="en-US" dirty="0"/>
                  <a:t> is minimum.</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71"/>
                </a:stretch>
              </a:blipFill>
            </p:spPr>
            <p:txBody>
              <a:bodyPr/>
              <a:lstStyle/>
              <a:p>
                <a:r>
                  <a:rPr lang="en-US">
                    <a:noFill/>
                  </a:rPr>
                  <a:t> </a:t>
                </a:r>
              </a:p>
            </p:txBody>
          </p:sp>
        </mc:Fallback>
      </mc:AlternateContent>
    </p:spTree>
    <p:extLst>
      <p:ext uri="{BB962C8B-B14F-4D97-AF65-F5344CB8AC3E}">
        <p14:creationId xmlns:p14="http://schemas.microsoft.com/office/powerpoint/2010/main" val="3522780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Least Square Method</a:t>
            </a:r>
          </a:p>
        </p:txBody>
      </p:sp>
      <p:sp>
        <p:nvSpPr>
          <p:cNvPr id="3" name="Content Placeholder 2"/>
          <p:cNvSpPr>
            <a:spLocks noGrp="1"/>
          </p:cNvSpPr>
          <p:nvPr>
            <p:ph idx="1"/>
          </p:nvPr>
        </p:nvSpPr>
        <p:spPr/>
        <p:txBody>
          <a:bodyPr/>
          <a:lstStyle/>
          <a:p>
            <a:r>
              <a:rPr lang="en-US" dirty="0"/>
              <a:t>Using this method, we will find the two type of curves:</a:t>
            </a:r>
          </a:p>
          <a:p>
            <a:pPr lvl="1"/>
            <a:endParaRPr lang="en-US" dirty="0"/>
          </a:p>
        </p:txBody>
      </p:sp>
      <mc:AlternateContent xmlns:mc="http://schemas.openxmlformats.org/markup-compatibility/2006" xmlns:a14="http://schemas.microsoft.com/office/drawing/2010/main">
        <mc:Choice Requires="a14">
          <p:graphicFrame>
            <p:nvGraphicFramePr>
              <p:cNvPr id="4" name="Diagram 3"/>
              <p:cNvGraphicFramePr/>
              <p:nvPr>
                <p:extLst>
                  <p:ext uri="{D42A27DB-BD31-4B8C-83A1-F6EECF244321}">
                    <p14:modId xmlns:p14="http://schemas.microsoft.com/office/powerpoint/2010/main" val="2401796876"/>
                  </p:ext>
                </p:extLst>
              </p:nvPr>
            </p:nvGraphicFramePr>
            <p:xfrm>
              <a:off x="106680" y="1832871"/>
              <a:ext cx="11978640" cy="3657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mc:Choice>
        <mc:Fallback xmlns="">
          <p:graphicFrame>
            <p:nvGraphicFramePr>
              <p:cNvPr id="4" name="Diagram 3"/>
              <p:cNvGraphicFramePr/>
              <p:nvPr>
                <p:extLst>
                  <p:ext uri="{D42A27DB-BD31-4B8C-83A1-F6EECF244321}">
                    <p14:modId xmlns:p14="http://schemas.microsoft.com/office/powerpoint/2010/main" val="2401796876"/>
                  </p:ext>
                </p:extLst>
              </p:nvPr>
            </p:nvGraphicFramePr>
            <p:xfrm>
              <a:off x="106680" y="1832871"/>
              <a:ext cx="11978640" cy="36576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mc:Fallback>
      </mc:AlternateContent>
    </p:spTree>
    <p:extLst>
      <p:ext uri="{BB962C8B-B14F-4D97-AF65-F5344CB8AC3E}">
        <p14:creationId xmlns:p14="http://schemas.microsoft.com/office/powerpoint/2010/main" val="973863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graphicEl>
                                              <a:dgm id="{1B949808-C3B1-4B29-BC1D-7C5840D259FD}"/>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graphicEl>
                                              <a:dgm id="{B3C7F712-D1F6-4F71-82C9-DAB6542BD890}"/>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graphicEl>
                                              <a:dgm id="{2F05B29E-1B9F-4DEC-B79A-DC83E4149990}"/>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graphicEl>
                                              <a:dgm id="{469B5CA2-5F0F-4431-B59C-09710A2716AC}"/>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graphicEl>
                                              <a:dgm id="{A4221394-677D-4227-8D4A-248CECEE7FA3}"/>
                                            </p:graphic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graphicEl>
                                              <a:dgm id="{3A484D1E-07BF-47BD-B8E8-A53A4AA025C1}"/>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lvlOne"/>
        </p:bldSub>
      </p:bldGraphic>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Method – 4.1</a:t>
            </a:r>
            <a:br>
              <a:rPr lang="en-US" dirty="0"/>
            </a:br>
            <a:r>
              <a:rPr lang="en-US" dirty="0"/>
              <a:t>Linear Curve Fitting</a:t>
            </a:r>
            <a:endParaRPr lang="en-IN" dirty="0"/>
          </a:p>
        </p:txBody>
      </p:sp>
      <p:sp>
        <p:nvSpPr>
          <p:cNvPr id="4" name="Text Placeholder 3">
            <a:extLst>
              <a:ext uri="{FF2B5EF4-FFF2-40B4-BE49-F238E27FC236}">
                <a16:creationId xmlns:a16="http://schemas.microsoft.com/office/drawing/2014/main" id="{4AF66629-F349-43A0-B5A5-A51D2BBB7435}"/>
              </a:ext>
            </a:extLst>
          </p:cNvPr>
          <p:cNvSpPr>
            <a:spLocks noGrp="1"/>
          </p:cNvSpPr>
          <p:nvPr>
            <p:ph type="body" idx="1"/>
          </p:nvPr>
        </p:nvSpPr>
        <p:spPr/>
        <p:txBody>
          <a:bodyPr/>
          <a:lstStyle/>
          <a:p>
            <a:pPr lvl="0"/>
            <a:r>
              <a:rPr lang="en-US" dirty="0"/>
              <a:t>Fitting of Linear Curves	or</a:t>
            </a:r>
          </a:p>
          <a:p>
            <a:pPr lvl="0">
              <a:lnSpc>
                <a:spcPct val="100000"/>
              </a:lnSpc>
            </a:pPr>
            <a:r>
              <a:rPr lang="en-US" dirty="0"/>
              <a:t>Fitting a Straight Line</a:t>
            </a:r>
          </a:p>
        </p:txBody>
      </p:sp>
    </p:spTree>
    <p:extLst>
      <p:ext uri="{BB962C8B-B14F-4D97-AF65-F5344CB8AC3E}">
        <p14:creationId xmlns:p14="http://schemas.microsoft.com/office/powerpoint/2010/main" val="285025237"/>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Curve Fitting</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lvl="0"/>
                <a:r>
                  <a:rPr lang="en-US" dirty="0"/>
                  <a:t>Let,	</a:t>
                </a:r>
                <a14:m>
                  <m:oMath xmlns:m="http://schemas.openxmlformats.org/officeDocument/2006/math">
                    <m:d>
                      <m:dPr>
                        <m:ctrlPr>
                          <a:rPr lang="en-US" i="1">
                            <a:latin typeface="Cambria Math" panose="02040503050406030204" pitchFamily="18" charset="0"/>
                          </a:rPr>
                        </m:ctrlPr>
                      </m:dPr>
                      <m:e>
                        <m:sSub>
                          <m:sSubPr>
                            <m:ctrlPr>
                              <a:rPr lang="en-US" i="1">
                                <a:latin typeface="Cambria Math" panose="02040503050406030204" pitchFamily="18" charset="0"/>
                              </a:rPr>
                            </m:ctrlPr>
                          </m:sSubPr>
                          <m:e>
                            <m:r>
                              <m:rPr>
                                <m:sty m:val="p"/>
                              </m:rPr>
                              <a:rPr lang="en-US" i="0">
                                <a:latin typeface="Cambria Math" panose="02040503050406030204" pitchFamily="18" charset="0"/>
                              </a:rPr>
                              <m:t>x</m:t>
                            </m:r>
                          </m:e>
                          <m:sub>
                            <m:r>
                              <a:rPr lang="en-US" i="0">
                                <a:latin typeface="Cambria Math" panose="02040503050406030204" pitchFamily="18" charset="0"/>
                              </a:rPr>
                              <m:t>1</m:t>
                            </m:r>
                          </m:sub>
                        </m:sSub>
                        <m:r>
                          <a:rPr lang="en-US" i="0">
                            <a:latin typeface="Cambria Math" panose="02040503050406030204" pitchFamily="18" charset="0"/>
                          </a:rPr>
                          <m:t>, </m:t>
                        </m:r>
                        <m:sSub>
                          <m:sSubPr>
                            <m:ctrlPr>
                              <a:rPr lang="en-US" i="1">
                                <a:latin typeface="Cambria Math" panose="02040503050406030204" pitchFamily="18" charset="0"/>
                              </a:rPr>
                            </m:ctrlPr>
                          </m:sSubPr>
                          <m:e>
                            <m:r>
                              <m:rPr>
                                <m:sty m:val="p"/>
                              </m:rPr>
                              <a:rPr lang="en-US" i="0">
                                <a:latin typeface="Cambria Math" panose="02040503050406030204" pitchFamily="18" charset="0"/>
                              </a:rPr>
                              <m:t>y</m:t>
                            </m:r>
                          </m:e>
                          <m:sub>
                            <m:r>
                              <a:rPr lang="en-US" i="0">
                                <a:latin typeface="Cambria Math" panose="02040503050406030204" pitchFamily="18" charset="0"/>
                              </a:rPr>
                              <m:t>1</m:t>
                            </m:r>
                          </m:sub>
                        </m:sSub>
                      </m:e>
                    </m:d>
                    <m:r>
                      <a:rPr lang="en-US" i="0">
                        <a:latin typeface="Cambria Math" panose="02040503050406030204" pitchFamily="18" charset="0"/>
                      </a:rPr>
                      <m:t>,  </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m:rPr>
                                <m:sty m:val="p"/>
                              </m:rPr>
                              <a:rPr lang="en-US" i="0">
                                <a:latin typeface="Cambria Math" panose="02040503050406030204" pitchFamily="18" charset="0"/>
                              </a:rPr>
                              <m:t>x</m:t>
                            </m:r>
                          </m:e>
                          <m:sub>
                            <m:r>
                              <a:rPr lang="en-US" i="0">
                                <a:latin typeface="Cambria Math" panose="02040503050406030204" pitchFamily="18" charset="0"/>
                              </a:rPr>
                              <m:t>2</m:t>
                            </m:r>
                          </m:sub>
                        </m:sSub>
                        <m:r>
                          <a:rPr lang="en-US" i="0">
                            <a:latin typeface="Cambria Math" panose="02040503050406030204" pitchFamily="18" charset="0"/>
                          </a:rPr>
                          <m:t>, </m:t>
                        </m:r>
                        <m:sSub>
                          <m:sSubPr>
                            <m:ctrlPr>
                              <a:rPr lang="en-US" i="1">
                                <a:latin typeface="Cambria Math" panose="02040503050406030204" pitchFamily="18" charset="0"/>
                              </a:rPr>
                            </m:ctrlPr>
                          </m:sSubPr>
                          <m:e>
                            <m:r>
                              <m:rPr>
                                <m:sty m:val="p"/>
                              </m:rPr>
                              <a:rPr lang="en-US" i="0">
                                <a:latin typeface="Cambria Math" panose="02040503050406030204" pitchFamily="18" charset="0"/>
                              </a:rPr>
                              <m:t>y</m:t>
                            </m:r>
                          </m:e>
                          <m:sub>
                            <m:r>
                              <a:rPr lang="en-US" i="0">
                                <a:latin typeface="Cambria Math" panose="02040503050406030204" pitchFamily="18" charset="0"/>
                              </a:rPr>
                              <m:t>2</m:t>
                            </m:r>
                          </m:sub>
                        </m:sSub>
                      </m:e>
                    </m:d>
                    <m:r>
                      <a:rPr lang="en-US" i="0">
                        <a:latin typeface="Cambria Math" panose="02040503050406030204" pitchFamily="18" charset="0"/>
                      </a:rPr>
                      <m:t>,  ……,  </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m:rPr>
                                <m:sty m:val="p"/>
                              </m:rPr>
                              <a:rPr lang="en-US" i="0">
                                <a:latin typeface="Cambria Math" panose="02040503050406030204" pitchFamily="18" charset="0"/>
                              </a:rPr>
                              <m:t>x</m:t>
                            </m:r>
                          </m:e>
                          <m:sub>
                            <m:r>
                              <m:rPr>
                                <m:sty m:val="p"/>
                              </m:rPr>
                              <a:rPr lang="en-US" i="0">
                                <a:latin typeface="Cambria Math" panose="02040503050406030204" pitchFamily="18" charset="0"/>
                              </a:rPr>
                              <m:t>n</m:t>
                            </m:r>
                          </m:sub>
                        </m:sSub>
                        <m:r>
                          <a:rPr lang="en-US" i="0">
                            <a:latin typeface="Cambria Math" panose="02040503050406030204" pitchFamily="18" charset="0"/>
                          </a:rPr>
                          <m:t>, </m:t>
                        </m:r>
                        <m:sSub>
                          <m:sSubPr>
                            <m:ctrlPr>
                              <a:rPr lang="en-US" i="1">
                                <a:latin typeface="Cambria Math" panose="02040503050406030204" pitchFamily="18" charset="0"/>
                              </a:rPr>
                            </m:ctrlPr>
                          </m:sSubPr>
                          <m:e>
                            <m:r>
                              <m:rPr>
                                <m:sty m:val="p"/>
                              </m:rPr>
                              <a:rPr lang="en-US" i="0">
                                <a:latin typeface="Cambria Math" panose="02040503050406030204" pitchFamily="18" charset="0"/>
                              </a:rPr>
                              <m:t>y</m:t>
                            </m:r>
                          </m:e>
                          <m:sub>
                            <m:r>
                              <m:rPr>
                                <m:sty m:val="p"/>
                              </m:rPr>
                              <a:rPr lang="en-US" i="0">
                                <a:latin typeface="Cambria Math" panose="02040503050406030204" pitchFamily="18" charset="0"/>
                              </a:rPr>
                              <m:t>n</m:t>
                            </m:r>
                          </m:sub>
                        </m:sSub>
                      </m:e>
                    </m:d>
                  </m:oMath>
                </a14:m>
                <a:r>
                  <a:rPr lang="en-US" dirty="0"/>
                  <a:t> be the set of </a:t>
                </a:r>
                <a14:m>
                  <m:oMath xmlns:m="http://schemas.openxmlformats.org/officeDocument/2006/math">
                    <m:r>
                      <m:rPr>
                        <m:sty m:val="p"/>
                      </m:rPr>
                      <a:rPr lang="en-US" i="0" dirty="0" smtClean="0">
                        <a:solidFill>
                          <a:srgbClr val="FF0000"/>
                        </a:solidFill>
                        <a:latin typeface="Cambria Math" panose="02040503050406030204" pitchFamily="18" charset="0"/>
                      </a:rPr>
                      <m:t>n</m:t>
                    </m:r>
                  </m:oMath>
                </a14:m>
                <a:r>
                  <a:rPr lang="en-US" dirty="0"/>
                  <a:t> values.</a:t>
                </a:r>
              </a:p>
              <a:p>
                <a:pPr lvl="0"/>
                <a:r>
                  <a:rPr lang="en-US" dirty="0"/>
                  <a:t>Let,	the relation between </a:t>
                </a:r>
                <a14:m>
                  <m:oMath xmlns:m="http://schemas.openxmlformats.org/officeDocument/2006/math">
                    <m:r>
                      <m:rPr>
                        <m:sty m:val="p"/>
                      </m:rPr>
                      <a:rPr lang="en-US" i="0" dirty="0" smtClean="0">
                        <a:latin typeface="Cambria Math" panose="02040503050406030204" pitchFamily="18" charset="0"/>
                      </a:rPr>
                      <m:t>x</m:t>
                    </m:r>
                  </m:oMath>
                </a14:m>
                <a:r>
                  <a:rPr lang="en-US" dirty="0"/>
                  <a:t> and </a:t>
                </a:r>
                <a14:m>
                  <m:oMath xmlns:m="http://schemas.openxmlformats.org/officeDocument/2006/math">
                    <m:r>
                      <m:rPr>
                        <m:sty m:val="p"/>
                      </m:rPr>
                      <a:rPr lang="en-US" i="0" dirty="0" smtClean="0">
                        <a:latin typeface="Cambria Math" panose="02040503050406030204" pitchFamily="18" charset="0"/>
                      </a:rPr>
                      <m:t>y</m:t>
                    </m:r>
                  </m:oMath>
                </a14:m>
                <a:r>
                  <a:rPr lang="en-US" dirty="0"/>
                  <a:t> be </a:t>
                </a:r>
                <a14:m>
                  <m:oMath xmlns:m="http://schemas.openxmlformats.org/officeDocument/2006/math">
                    <m:r>
                      <m:rPr>
                        <m:sty m:val="p"/>
                      </m:rPr>
                      <a:rPr lang="en-US" b="0" i="0" smtClean="0">
                        <a:solidFill>
                          <a:srgbClr val="FF0000"/>
                        </a:solidFill>
                        <a:latin typeface="Cambria Math" panose="02040503050406030204" pitchFamily="18" charset="0"/>
                      </a:rPr>
                      <m:t>y</m:t>
                    </m:r>
                    <m:r>
                      <a:rPr lang="en-US" b="0" i="0" smtClean="0">
                        <a:solidFill>
                          <a:srgbClr val="FF0000"/>
                        </a:solidFill>
                        <a:latin typeface="Cambria Math" panose="02040503050406030204" pitchFamily="18" charset="0"/>
                      </a:rPr>
                      <m:t>=</m:t>
                    </m:r>
                    <m:r>
                      <m:rPr>
                        <m:sty m:val="p"/>
                      </m:rPr>
                      <a:rPr lang="en-US" b="0" i="0" smtClean="0">
                        <a:solidFill>
                          <a:srgbClr val="FF0000"/>
                        </a:solidFill>
                        <a:latin typeface="Cambria Math" panose="02040503050406030204" pitchFamily="18" charset="0"/>
                      </a:rPr>
                      <m:t>a</m:t>
                    </m:r>
                    <m:r>
                      <a:rPr lang="en-US" b="0" i="0" smtClean="0">
                        <a:solidFill>
                          <a:srgbClr val="FF0000"/>
                        </a:solidFill>
                        <a:latin typeface="Cambria Math" panose="02040503050406030204" pitchFamily="18" charset="0"/>
                      </a:rPr>
                      <m:t>+</m:t>
                    </m:r>
                    <m:r>
                      <m:rPr>
                        <m:sty m:val="p"/>
                      </m:rPr>
                      <a:rPr lang="en-US" b="0" i="0" smtClean="0">
                        <a:solidFill>
                          <a:srgbClr val="FF0000"/>
                        </a:solidFill>
                        <a:latin typeface="Cambria Math" panose="02040503050406030204" pitchFamily="18" charset="0"/>
                      </a:rPr>
                      <m:t>bx</m:t>
                    </m:r>
                    <m:r>
                      <a:rPr lang="en-US" b="1" i="0">
                        <a:latin typeface="Cambria Math" panose="02040503050406030204" pitchFamily="18" charset="0"/>
                      </a:rPr>
                      <m:t>.</m:t>
                    </m:r>
                  </m:oMath>
                </a14:m>
                <a:endParaRPr lang="en-US" dirty="0"/>
              </a:p>
              <a:p>
                <a:pPr lvl="0"/>
                <a:r>
                  <a:rPr lang="en-US" dirty="0"/>
                  <a:t>To find the best fitting straight line to the given data, </a:t>
                </a:r>
              </a:p>
              <a:p>
                <a:pPr marL="288925" lvl="0" indent="0">
                  <a:buNone/>
                </a:pPr>
                <a:r>
                  <a:rPr lang="en-US" dirty="0"/>
                  <a:t>we need to find the best values of </a:t>
                </a:r>
                <a14:m>
                  <m:oMath xmlns:m="http://schemas.openxmlformats.org/officeDocument/2006/math">
                    <m:r>
                      <m:rPr>
                        <m:sty m:val="p"/>
                      </m:rPr>
                      <a:rPr lang="en-US" i="0" dirty="0">
                        <a:solidFill>
                          <a:srgbClr val="FF0000"/>
                        </a:solidFill>
                        <a:latin typeface="Cambria Math" panose="02040503050406030204" pitchFamily="18" charset="0"/>
                      </a:rPr>
                      <m:t>a</m:t>
                    </m:r>
                  </m:oMath>
                </a14:m>
                <a:r>
                  <a:rPr lang="en-US" dirty="0"/>
                  <a:t> &amp; </a:t>
                </a:r>
                <a14:m>
                  <m:oMath xmlns:m="http://schemas.openxmlformats.org/officeDocument/2006/math">
                    <m:r>
                      <m:rPr>
                        <m:sty m:val="p"/>
                      </m:rPr>
                      <a:rPr lang="en-US" i="0" dirty="0">
                        <a:solidFill>
                          <a:srgbClr val="FF0000"/>
                        </a:solidFill>
                        <a:latin typeface="Cambria Math" panose="02040503050406030204" pitchFamily="18" charset="0"/>
                      </a:rPr>
                      <m:t>b</m:t>
                    </m:r>
                  </m:oMath>
                </a14:m>
                <a:r>
                  <a:rPr lang="en-US" dirty="0"/>
                  <a:t> by minimizing </a:t>
                </a:r>
                <a14:m>
                  <m:oMath xmlns:m="http://schemas.openxmlformats.org/officeDocument/2006/math">
                    <m:r>
                      <m:rPr>
                        <m:sty m:val="p"/>
                      </m:rPr>
                      <a:rPr lang="en-US" i="0" dirty="0">
                        <a:solidFill>
                          <a:srgbClr val="FF0000"/>
                        </a:solidFill>
                        <a:latin typeface="Cambria Math" panose="02040503050406030204" pitchFamily="18" charset="0"/>
                      </a:rPr>
                      <m:t>D</m:t>
                    </m:r>
                  </m:oMath>
                </a14:m>
                <a:r>
                  <a:rPr lang="en-US" dirty="0"/>
                  <a:t>.</a:t>
                </a:r>
              </a:p>
              <a:p>
                <a:pPr marL="0" indent="0"/>
                <a:r>
                  <a:rPr lang="en-US" dirty="0"/>
                  <a:t> To minimize D, We have to solve</a:t>
                </a:r>
              </a:p>
              <a:p>
                <a:pPr marL="0" indent="0">
                  <a:lnSpc>
                    <a:spcPct val="125000"/>
                  </a:lnSpc>
                  <a:buNone/>
                </a:pPr>
                <a14:m>
                  <m:oMathPara xmlns:m="http://schemas.openxmlformats.org/officeDocument/2006/math">
                    <m:oMathParaPr>
                      <m:jc m:val="centerGroup"/>
                    </m:oMathParaPr>
                    <m:oMath xmlns:m="http://schemas.openxmlformats.org/officeDocument/2006/math">
                      <m:f>
                        <m:fPr>
                          <m:ctrlPr>
                            <a:rPr lang="en-US" i="1" smtClean="0">
                              <a:solidFill>
                                <a:srgbClr val="FF0000"/>
                              </a:solidFill>
                              <a:latin typeface="Cambria Math" panose="02040503050406030204" pitchFamily="18" charset="0"/>
                            </a:rPr>
                          </m:ctrlPr>
                        </m:fPr>
                        <m:num>
                          <m:r>
                            <a:rPr lang="en-US" i="0" smtClean="0">
                              <a:solidFill>
                                <a:srgbClr val="FF0000"/>
                              </a:solidFill>
                              <a:latin typeface="Cambria Math" panose="02040503050406030204" pitchFamily="18" charset="0"/>
                            </a:rPr>
                            <m:t>𝜕</m:t>
                          </m:r>
                          <m:r>
                            <m:rPr>
                              <m:sty m:val="p"/>
                            </m:rPr>
                            <a:rPr lang="en-US" b="0" i="0" smtClean="0">
                              <a:solidFill>
                                <a:srgbClr val="002060"/>
                              </a:solidFill>
                              <a:latin typeface="Cambria Math" panose="02040503050406030204" pitchFamily="18" charset="0"/>
                            </a:rPr>
                            <m:t>D</m:t>
                          </m:r>
                        </m:num>
                        <m:den>
                          <m:r>
                            <a:rPr lang="en-US" i="0" smtClean="0">
                              <a:solidFill>
                                <a:srgbClr val="FF0000"/>
                              </a:solidFill>
                              <a:latin typeface="Cambria Math" panose="02040503050406030204" pitchFamily="18" charset="0"/>
                            </a:rPr>
                            <m:t>𝜕</m:t>
                          </m:r>
                          <m:r>
                            <m:rPr>
                              <m:sty m:val="p"/>
                            </m:rPr>
                            <a:rPr lang="en-US" b="0" i="0" smtClean="0">
                              <a:solidFill>
                                <a:srgbClr val="FF0000"/>
                              </a:solidFill>
                              <a:latin typeface="Cambria Math" panose="02040503050406030204" pitchFamily="18" charset="0"/>
                            </a:rPr>
                            <m:t>a</m:t>
                          </m:r>
                        </m:den>
                      </m:f>
                      <m:r>
                        <a:rPr lang="en-US" b="0" i="0" smtClean="0">
                          <a:latin typeface="Cambria Math" panose="02040503050406030204" pitchFamily="18" charset="0"/>
                        </a:rPr>
                        <m:t>=0     &amp;     </m:t>
                      </m:r>
                      <m:f>
                        <m:fPr>
                          <m:ctrlPr>
                            <a:rPr lang="en-US" i="1" smtClean="0">
                              <a:solidFill>
                                <a:srgbClr val="FF0000"/>
                              </a:solidFill>
                              <a:latin typeface="Cambria Math" panose="02040503050406030204" pitchFamily="18" charset="0"/>
                            </a:rPr>
                          </m:ctrlPr>
                        </m:fPr>
                        <m:num>
                          <m:r>
                            <a:rPr lang="en-US" i="0">
                              <a:solidFill>
                                <a:srgbClr val="FF0000"/>
                              </a:solidFill>
                              <a:latin typeface="Cambria Math" panose="02040503050406030204" pitchFamily="18" charset="0"/>
                            </a:rPr>
                            <m:t>𝜕</m:t>
                          </m:r>
                          <m:r>
                            <m:rPr>
                              <m:sty m:val="p"/>
                            </m:rPr>
                            <a:rPr lang="en-US">
                              <a:latin typeface="Cambria Math" panose="02040503050406030204" pitchFamily="18" charset="0"/>
                            </a:rPr>
                            <m:t>D</m:t>
                          </m:r>
                        </m:num>
                        <m:den>
                          <m:r>
                            <a:rPr lang="en-US" i="0">
                              <a:solidFill>
                                <a:srgbClr val="FF0000"/>
                              </a:solidFill>
                              <a:latin typeface="Cambria Math" panose="02040503050406030204" pitchFamily="18" charset="0"/>
                            </a:rPr>
                            <m:t>𝜕</m:t>
                          </m:r>
                          <m:r>
                            <m:rPr>
                              <m:sty m:val="p"/>
                            </m:rPr>
                            <a:rPr lang="en-US" b="0" i="0" smtClean="0">
                              <a:solidFill>
                                <a:srgbClr val="FF0000"/>
                              </a:solidFill>
                              <a:latin typeface="Cambria Math" panose="02040503050406030204" pitchFamily="18" charset="0"/>
                            </a:rPr>
                            <m:t>b</m:t>
                          </m:r>
                        </m:den>
                      </m:f>
                      <m:r>
                        <a:rPr lang="en-US" i="0">
                          <a:latin typeface="Cambria Math" panose="02040503050406030204" pitchFamily="18" charset="0"/>
                        </a:rPr>
                        <m:t>=0</m:t>
                      </m:r>
                    </m:oMath>
                  </m:oMathPara>
                </a14:m>
                <a:endParaRPr lang="en-US" dirty="0"/>
              </a:p>
              <a:p>
                <a:r>
                  <a:rPr lang="en-US" dirty="0"/>
                  <a:t>After simplifying above two equations, We will have two normal equations.</a:t>
                </a:r>
              </a:p>
              <a:p>
                <a:pPr lvl="0"/>
                <a:r>
                  <a:rPr lang="en-US" dirty="0"/>
                  <a:t>To find the best values of </a:t>
                </a:r>
                <a14:m>
                  <m:oMath xmlns:m="http://schemas.openxmlformats.org/officeDocument/2006/math">
                    <m:r>
                      <m:rPr>
                        <m:sty m:val="p"/>
                      </m:rPr>
                      <a:rPr lang="en-US" dirty="0">
                        <a:solidFill>
                          <a:srgbClr val="FF0000"/>
                        </a:solidFill>
                        <a:latin typeface="Cambria Math" panose="02040503050406030204" pitchFamily="18" charset="0"/>
                      </a:rPr>
                      <m:t>a</m:t>
                    </m:r>
                  </m:oMath>
                </a14:m>
                <a:r>
                  <a:rPr lang="en-US" dirty="0"/>
                  <a:t> &amp; </a:t>
                </a:r>
                <a14:m>
                  <m:oMath xmlns:m="http://schemas.openxmlformats.org/officeDocument/2006/math">
                    <m:r>
                      <m:rPr>
                        <m:sty m:val="p"/>
                      </m:rPr>
                      <a:rPr lang="en-US" dirty="0">
                        <a:solidFill>
                          <a:srgbClr val="FF0000"/>
                        </a:solidFill>
                        <a:latin typeface="Cambria Math" panose="02040503050406030204" pitchFamily="18" charset="0"/>
                      </a:rPr>
                      <m:t>b</m:t>
                    </m:r>
                  </m:oMath>
                </a14:m>
                <a:r>
                  <a:rPr lang="en-US" dirty="0"/>
                  <a:t>, we have to solve these two normal equations.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71" b="-1745"/>
                </a:stretch>
              </a:blipFill>
            </p:spPr>
            <p:txBody>
              <a:bodyPr/>
              <a:lstStyle/>
              <a:p>
                <a:r>
                  <a:rPr lang="en-US">
                    <a:noFill/>
                  </a:rPr>
                  <a:t> </a:t>
                </a:r>
              </a:p>
            </p:txBody>
          </p:sp>
        </mc:Fallback>
      </mc:AlternateContent>
      <p:sp>
        <p:nvSpPr>
          <p:cNvPr id="4" name="&quot;No&quot; Symbol 3"/>
          <p:cNvSpPr/>
          <p:nvPr/>
        </p:nvSpPr>
        <p:spPr>
          <a:xfrm>
            <a:off x="648182" y="1180618"/>
            <a:ext cx="10023676" cy="4525701"/>
          </a:xfrm>
          <a:prstGeom prst="noSmoking">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973353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Curve Fitting</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lvl="0"/>
                <a:r>
                  <a:rPr lang="en-US" dirty="0"/>
                  <a:t>Let,	</a:t>
                </a:r>
                <a14:m>
                  <m:oMath xmlns:m="http://schemas.openxmlformats.org/officeDocument/2006/math">
                    <m:d>
                      <m:dPr>
                        <m:ctrlPr>
                          <a:rPr lang="en-US" i="1">
                            <a:latin typeface="Cambria Math" panose="02040503050406030204" pitchFamily="18" charset="0"/>
                          </a:rPr>
                        </m:ctrlPr>
                      </m:dPr>
                      <m:e>
                        <m:sSub>
                          <m:sSubPr>
                            <m:ctrlPr>
                              <a:rPr lang="en-US" i="1">
                                <a:latin typeface="Cambria Math" panose="02040503050406030204" pitchFamily="18" charset="0"/>
                              </a:rPr>
                            </m:ctrlPr>
                          </m:sSubPr>
                          <m:e>
                            <m:r>
                              <m:rPr>
                                <m:sty m:val="p"/>
                              </m:rPr>
                              <a:rPr lang="en-US">
                                <a:latin typeface="Cambria Math" panose="02040503050406030204" pitchFamily="18" charset="0"/>
                              </a:rPr>
                              <m:t>x</m:t>
                            </m:r>
                          </m:e>
                          <m:sub>
                            <m:r>
                              <a:rPr lang="en-US">
                                <a:latin typeface="Cambria Math" panose="02040503050406030204" pitchFamily="18" charset="0"/>
                              </a:rPr>
                              <m:t>1</m:t>
                            </m:r>
                          </m:sub>
                        </m:sSub>
                        <m:r>
                          <a:rPr lang="en-US">
                            <a:latin typeface="Cambria Math" panose="02040503050406030204" pitchFamily="18" charset="0"/>
                          </a:rPr>
                          <m:t>, </m:t>
                        </m:r>
                        <m:sSub>
                          <m:sSubPr>
                            <m:ctrlPr>
                              <a:rPr lang="en-US" i="1">
                                <a:latin typeface="Cambria Math" panose="02040503050406030204" pitchFamily="18" charset="0"/>
                              </a:rPr>
                            </m:ctrlPr>
                          </m:sSubPr>
                          <m:e>
                            <m:r>
                              <m:rPr>
                                <m:sty m:val="p"/>
                              </m:rPr>
                              <a:rPr lang="en-US">
                                <a:latin typeface="Cambria Math" panose="02040503050406030204" pitchFamily="18" charset="0"/>
                              </a:rPr>
                              <m:t>y</m:t>
                            </m:r>
                          </m:e>
                          <m:sub>
                            <m:r>
                              <a:rPr lang="en-US">
                                <a:latin typeface="Cambria Math" panose="02040503050406030204" pitchFamily="18" charset="0"/>
                              </a:rPr>
                              <m:t>1</m:t>
                            </m:r>
                          </m:sub>
                        </m:sSub>
                      </m:e>
                    </m:d>
                    <m:r>
                      <a:rPr lang="en-US">
                        <a:latin typeface="Cambria Math" panose="02040503050406030204" pitchFamily="18" charset="0"/>
                      </a:rPr>
                      <m:t>, </m:t>
                    </m:r>
                    <m:r>
                      <a:rPr lang="en-US" i="1">
                        <a:latin typeface="Cambria Math" panose="02040503050406030204" pitchFamily="18" charset="0"/>
                      </a:rPr>
                      <m:t> </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m:rPr>
                                <m:sty m:val="p"/>
                              </m:rPr>
                              <a:rPr lang="en-US">
                                <a:latin typeface="Cambria Math" panose="02040503050406030204" pitchFamily="18" charset="0"/>
                              </a:rPr>
                              <m:t>x</m:t>
                            </m:r>
                          </m:e>
                          <m:sub>
                            <m:r>
                              <a:rPr lang="en-US">
                                <a:latin typeface="Cambria Math" panose="02040503050406030204" pitchFamily="18" charset="0"/>
                              </a:rPr>
                              <m:t>2</m:t>
                            </m:r>
                          </m:sub>
                        </m:sSub>
                        <m:r>
                          <a:rPr lang="en-US">
                            <a:latin typeface="Cambria Math" panose="02040503050406030204" pitchFamily="18" charset="0"/>
                          </a:rPr>
                          <m:t>, </m:t>
                        </m:r>
                        <m:sSub>
                          <m:sSubPr>
                            <m:ctrlPr>
                              <a:rPr lang="en-US" i="1">
                                <a:latin typeface="Cambria Math" panose="02040503050406030204" pitchFamily="18" charset="0"/>
                              </a:rPr>
                            </m:ctrlPr>
                          </m:sSubPr>
                          <m:e>
                            <m:r>
                              <m:rPr>
                                <m:sty m:val="p"/>
                              </m:rPr>
                              <a:rPr lang="en-US">
                                <a:latin typeface="Cambria Math" panose="02040503050406030204" pitchFamily="18" charset="0"/>
                              </a:rPr>
                              <m:t>y</m:t>
                            </m:r>
                          </m:e>
                          <m:sub>
                            <m:r>
                              <a:rPr lang="en-US">
                                <a:latin typeface="Cambria Math" panose="02040503050406030204" pitchFamily="18" charset="0"/>
                              </a:rPr>
                              <m:t>2</m:t>
                            </m:r>
                          </m:sub>
                        </m:sSub>
                      </m:e>
                    </m:d>
                    <m:r>
                      <a:rPr lang="en-US">
                        <a:latin typeface="Cambria Math" panose="02040503050406030204" pitchFamily="18" charset="0"/>
                      </a:rPr>
                      <m:t>,  ……,  </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m:rPr>
                                <m:sty m:val="p"/>
                              </m:rPr>
                              <a:rPr lang="en-US">
                                <a:latin typeface="Cambria Math" panose="02040503050406030204" pitchFamily="18" charset="0"/>
                              </a:rPr>
                              <m:t>x</m:t>
                            </m:r>
                          </m:e>
                          <m:sub>
                            <m:r>
                              <m:rPr>
                                <m:sty m:val="p"/>
                              </m:rPr>
                              <a:rPr lang="en-US">
                                <a:latin typeface="Cambria Math" panose="02040503050406030204" pitchFamily="18" charset="0"/>
                              </a:rPr>
                              <m:t>n</m:t>
                            </m:r>
                          </m:sub>
                        </m:sSub>
                        <m:r>
                          <a:rPr lang="en-US">
                            <a:latin typeface="Cambria Math" panose="02040503050406030204" pitchFamily="18" charset="0"/>
                          </a:rPr>
                          <m:t>, </m:t>
                        </m:r>
                        <m:sSub>
                          <m:sSubPr>
                            <m:ctrlPr>
                              <a:rPr lang="en-US" i="1">
                                <a:latin typeface="Cambria Math" panose="02040503050406030204" pitchFamily="18" charset="0"/>
                              </a:rPr>
                            </m:ctrlPr>
                          </m:sSubPr>
                          <m:e>
                            <m:r>
                              <m:rPr>
                                <m:sty m:val="p"/>
                              </m:rPr>
                              <a:rPr lang="en-US">
                                <a:latin typeface="Cambria Math" panose="02040503050406030204" pitchFamily="18" charset="0"/>
                              </a:rPr>
                              <m:t>y</m:t>
                            </m:r>
                          </m:e>
                          <m:sub>
                            <m:r>
                              <m:rPr>
                                <m:sty m:val="p"/>
                              </m:rPr>
                              <a:rPr lang="en-US">
                                <a:latin typeface="Cambria Math" panose="02040503050406030204" pitchFamily="18" charset="0"/>
                              </a:rPr>
                              <m:t>n</m:t>
                            </m:r>
                          </m:sub>
                        </m:sSub>
                      </m:e>
                    </m:d>
                  </m:oMath>
                </a14:m>
                <a:r>
                  <a:rPr lang="en-US" dirty="0"/>
                  <a:t> be the set of </a:t>
                </a:r>
                <a14:m>
                  <m:oMath xmlns:m="http://schemas.openxmlformats.org/officeDocument/2006/math">
                    <m:r>
                      <m:rPr>
                        <m:sty m:val="p"/>
                      </m:rPr>
                      <a:rPr lang="en-US" i="0" dirty="0" smtClean="0">
                        <a:solidFill>
                          <a:srgbClr val="FF0000"/>
                        </a:solidFill>
                        <a:latin typeface="Cambria Math" panose="02040503050406030204" pitchFamily="18" charset="0"/>
                      </a:rPr>
                      <m:t>n</m:t>
                    </m:r>
                  </m:oMath>
                </a14:m>
                <a:r>
                  <a:rPr lang="en-US" dirty="0"/>
                  <a:t> values.</a:t>
                </a:r>
              </a:p>
              <a:p>
                <a:pPr lvl="0"/>
                <a:r>
                  <a:rPr lang="en-US" dirty="0"/>
                  <a:t>Let,	the relation between </a:t>
                </a:r>
                <a14:m>
                  <m:oMath xmlns:m="http://schemas.openxmlformats.org/officeDocument/2006/math">
                    <m:r>
                      <m:rPr>
                        <m:sty m:val="p"/>
                      </m:rPr>
                      <a:rPr lang="en-US" i="0" dirty="0" smtClean="0">
                        <a:latin typeface="Cambria Math" panose="02040503050406030204" pitchFamily="18" charset="0"/>
                      </a:rPr>
                      <m:t>x</m:t>
                    </m:r>
                  </m:oMath>
                </a14:m>
                <a:r>
                  <a:rPr lang="en-US" dirty="0"/>
                  <a:t> and </a:t>
                </a:r>
                <a14:m>
                  <m:oMath xmlns:m="http://schemas.openxmlformats.org/officeDocument/2006/math">
                    <m:r>
                      <m:rPr>
                        <m:sty m:val="p"/>
                      </m:rPr>
                      <a:rPr lang="en-US" i="0" dirty="0" smtClean="0">
                        <a:latin typeface="Cambria Math" panose="02040503050406030204" pitchFamily="18" charset="0"/>
                      </a:rPr>
                      <m:t>y</m:t>
                    </m:r>
                  </m:oMath>
                </a14:m>
                <a:r>
                  <a:rPr lang="en-US" dirty="0"/>
                  <a:t> be </a:t>
                </a:r>
                <a14:m>
                  <m:oMath xmlns:m="http://schemas.openxmlformats.org/officeDocument/2006/math">
                    <m:r>
                      <m:rPr>
                        <m:sty m:val="p"/>
                      </m:rPr>
                      <a:rPr lang="en-US" b="0" i="0" smtClean="0">
                        <a:solidFill>
                          <a:srgbClr val="FF0000"/>
                        </a:solidFill>
                        <a:latin typeface="Cambria Math" panose="02040503050406030204" pitchFamily="18" charset="0"/>
                      </a:rPr>
                      <m:t>y</m:t>
                    </m:r>
                    <m:r>
                      <a:rPr lang="en-US" b="0" i="0" smtClean="0">
                        <a:solidFill>
                          <a:srgbClr val="FF0000"/>
                        </a:solidFill>
                        <a:latin typeface="Cambria Math" panose="02040503050406030204" pitchFamily="18" charset="0"/>
                      </a:rPr>
                      <m:t>=</m:t>
                    </m:r>
                    <m:r>
                      <m:rPr>
                        <m:sty m:val="p"/>
                      </m:rPr>
                      <a:rPr lang="en-US" b="0" i="0" smtClean="0">
                        <a:solidFill>
                          <a:srgbClr val="FF0000"/>
                        </a:solidFill>
                        <a:latin typeface="Cambria Math" panose="02040503050406030204" pitchFamily="18" charset="0"/>
                      </a:rPr>
                      <m:t>a</m:t>
                    </m:r>
                    <m:r>
                      <a:rPr lang="en-US" b="0" i="0" smtClean="0">
                        <a:solidFill>
                          <a:srgbClr val="FF0000"/>
                        </a:solidFill>
                        <a:latin typeface="Cambria Math" panose="02040503050406030204" pitchFamily="18" charset="0"/>
                      </a:rPr>
                      <m:t>+</m:t>
                    </m:r>
                    <m:r>
                      <m:rPr>
                        <m:sty m:val="p"/>
                      </m:rPr>
                      <a:rPr lang="en-US" b="0" i="0" smtClean="0">
                        <a:solidFill>
                          <a:srgbClr val="FF0000"/>
                        </a:solidFill>
                        <a:latin typeface="Cambria Math" panose="02040503050406030204" pitchFamily="18" charset="0"/>
                      </a:rPr>
                      <m:t>bx</m:t>
                    </m:r>
                    <m:r>
                      <a:rPr lang="en-US" b="1">
                        <a:latin typeface="Cambria Math" panose="02040503050406030204" pitchFamily="18" charset="0"/>
                      </a:rPr>
                      <m:t>.</m:t>
                    </m:r>
                  </m:oMath>
                </a14:m>
                <a:endParaRPr lang="en-US" dirty="0"/>
              </a:p>
              <a:p>
                <a:pPr lvl="0"/>
                <a:r>
                  <a:rPr lang="en-US" dirty="0"/>
                  <a:t>To find the best fitting straight line to the given data, </a:t>
                </a:r>
              </a:p>
              <a:p>
                <a:pPr marL="288925" lvl="0" indent="0">
                  <a:buNone/>
                </a:pPr>
                <a:r>
                  <a:rPr lang="en-US" dirty="0"/>
                  <a:t>we need to find the best values of </a:t>
                </a:r>
                <a14:m>
                  <m:oMath xmlns:m="http://schemas.openxmlformats.org/officeDocument/2006/math">
                    <m:r>
                      <m:rPr>
                        <m:sty m:val="p"/>
                      </m:rPr>
                      <a:rPr lang="en-US" dirty="0">
                        <a:solidFill>
                          <a:srgbClr val="FF0000"/>
                        </a:solidFill>
                        <a:latin typeface="Cambria Math" panose="02040503050406030204" pitchFamily="18" charset="0"/>
                      </a:rPr>
                      <m:t>a</m:t>
                    </m:r>
                  </m:oMath>
                </a14:m>
                <a:r>
                  <a:rPr lang="en-US" dirty="0"/>
                  <a:t> &amp; </a:t>
                </a:r>
                <a14:m>
                  <m:oMath xmlns:m="http://schemas.openxmlformats.org/officeDocument/2006/math">
                    <m:r>
                      <m:rPr>
                        <m:sty m:val="p"/>
                      </m:rPr>
                      <a:rPr lang="en-US" dirty="0">
                        <a:solidFill>
                          <a:srgbClr val="FF0000"/>
                        </a:solidFill>
                        <a:latin typeface="Cambria Math" panose="02040503050406030204" pitchFamily="18" charset="0"/>
                      </a:rPr>
                      <m:t>b</m:t>
                    </m:r>
                  </m:oMath>
                </a14:m>
                <a:r>
                  <a:rPr lang="en-US" dirty="0"/>
                  <a:t> by solving two </a:t>
                </a:r>
                <a:r>
                  <a:rPr lang="en-US" dirty="0">
                    <a:solidFill>
                      <a:srgbClr val="FF0000"/>
                    </a:solidFill>
                  </a:rPr>
                  <a:t>normal</a:t>
                </a:r>
                <a:r>
                  <a:rPr lang="en-US" dirty="0"/>
                  <a:t> </a:t>
                </a:r>
                <a:r>
                  <a:rPr lang="en-US" dirty="0">
                    <a:solidFill>
                      <a:srgbClr val="FF0000"/>
                    </a:solidFill>
                  </a:rPr>
                  <a:t>equations</a:t>
                </a:r>
                <a:r>
                  <a:rPr lang="en-US" dirty="0"/>
                  <a:t>:</a:t>
                </a:r>
              </a:p>
              <a:p>
                <a:pPr marL="0" indent="0">
                  <a:lnSpc>
                    <a:spcPct val="125000"/>
                  </a:lnSpc>
                  <a:buNone/>
                </a:pPr>
                <a14:m>
                  <m:oMathPara xmlns:m="http://schemas.openxmlformats.org/officeDocument/2006/math">
                    <m:oMathParaPr>
                      <m:jc m:val="centerGroup"/>
                    </m:oMathParaPr>
                    <m:oMath xmlns:m="http://schemas.openxmlformats.org/officeDocument/2006/math">
                      <m:nary>
                        <m:naryPr>
                          <m:chr m:val="∑"/>
                          <m:limLoc m:val="undOvr"/>
                          <m:subHide m:val="on"/>
                          <m:supHide m:val="on"/>
                          <m:ctrlPr>
                            <a:rPr lang="en-US" b="1" i="1" smtClean="0">
                              <a:solidFill>
                                <a:srgbClr val="C00000"/>
                              </a:solidFill>
                              <a:latin typeface="Cambria Math" panose="02040503050406030204" pitchFamily="18" charset="0"/>
                            </a:rPr>
                          </m:ctrlPr>
                        </m:naryPr>
                        <m:sub/>
                        <m:sup/>
                        <m:e>
                          <m:r>
                            <a:rPr lang="en-US" b="1" i="0">
                              <a:solidFill>
                                <a:srgbClr val="C00000"/>
                              </a:solidFill>
                              <a:latin typeface="Cambria Math" panose="02040503050406030204" pitchFamily="18" charset="0"/>
                            </a:rPr>
                            <m:t>𝐲</m:t>
                          </m:r>
                          <m:r>
                            <a:rPr lang="en-US" b="1" i="0">
                              <a:solidFill>
                                <a:srgbClr val="C00000"/>
                              </a:solidFill>
                              <a:latin typeface="Cambria Math" panose="02040503050406030204" pitchFamily="18" charset="0"/>
                            </a:rPr>
                            <m:t> </m:t>
                          </m:r>
                        </m:e>
                      </m:nary>
                      <m:r>
                        <a:rPr lang="en-US" b="1" i="0">
                          <a:solidFill>
                            <a:srgbClr val="C00000"/>
                          </a:solidFill>
                          <a:latin typeface="Cambria Math" panose="02040503050406030204" pitchFamily="18" charset="0"/>
                        </a:rPr>
                        <m:t>=</m:t>
                      </m:r>
                      <m:r>
                        <a:rPr lang="en-US" b="1" i="0">
                          <a:solidFill>
                            <a:srgbClr val="C00000"/>
                          </a:solidFill>
                          <a:latin typeface="Cambria Math" panose="02040503050406030204" pitchFamily="18" charset="0"/>
                        </a:rPr>
                        <m:t>𝐧𝐚</m:t>
                      </m:r>
                      <m:r>
                        <a:rPr lang="en-US" b="1" i="0">
                          <a:solidFill>
                            <a:srgbClr val="C00000"/>
                          </a:solidFill>
                          <a:latin typeface="Cambria Math" panose="02040503050406030204" pitchFamily="18" charset="0"/>
                        </a:rPr>
                        <m:t>+</m:t>
                      </m:r>
                      <m:r>
                        <a:rPr lang="en-US" b="1" i="0">
                          <a:solidFill>
                            <a:srgbClr val="C00000"/>
                          </a:solidFill>
                          <a:latin typeface="Cambria Math" panose="02040503050406030204" pitchFamily="18" charset="0"/>
                        </a:rPr>
                        <m:t>𝐛</m:t>
                      </m:r>
                      <m:nary>
                        <m:naryPr>
                          <m:chr m:val="∑"/>
                          <m:limLoc m:val="undOvr"/>
                          <m:subHide m:val="on"/>
                          <m:supHide m:val="on"/>
                          <m:ctrlPr>
                            <a:rPr lang="en-US" b="1" i="1">
                              <a:solidFill>
                                <a:srgbClr val="C00000"/>
                              </a:solidFill>
                              <a:latin typeface="Cambria Math" panose="02040503050406030204" pitchFamily="18" charset="0"/>
                            </a:rPr>
                          </m:ctrlPr>
                        </m:naryPr>
                        <m:sub/>
                        <m:sup/>
                        <m:e>
                          <m:r>
                            <a:rPr lang="en-US" b="1" i="0">
                              <a:solidFill>
                                <a:srgbClr val="C00000"/>
                              </a:solidFill>
                              <a:latin typeface="Cambria Math" panose="02040503050406030204" pitchFamily="18" charset="0"/>
                            </a:rPr>
                            <m:t>𝐱</m:t>
                          </m:r>
                        </m:e>
                      </m:nary>
                      <m:r>
                        <a:rPr lang="en-US" b="1" i="0" smtClean="0">
                          <a:solidFill>
                            <a:srgbClr val="C00000"/>
                          </a:solidFill>
                          <a:latin typeface="Cambria Math" panose="02040503050406030204" pitchFamily="18" charset="0"/>
                        </a:rPr>
                        <m:t>,  </m:t>
                      </m:r>
                      <m:nary>
                        <m:naryPr>
                          <m:chr m:val="∑"/>
                          <m:limLoc m:val="undOvr"/>
                          <m:subHide m:val="on"/>
                          <m:supHide m:val="on"/>
                          <m:ctrlPr>
                            <a:rPr lang="en-US" b="1" i="1">
                              <a:solidFill>
                                <a:srgbClr val="C00000"/>
                              </a:solidFill>
                              <a:latin typeface="Cambria Math" panose="02040503050406030204" pitchFamily="18" charset="0"/>
                            </a:rPr>
                          </m:ctrlPr>
                        </m:naryPr>
                        <m:sub/>
                        <m:sup/>
                        <m:e>
                          <m:r>
                            <a:rPr lang="en-US" b="1" i="0">
                              <a:solidFill>
                                <a:srgbClr val="C00000"/>
                              </a:solidFill>
                              <a:latin typeface="Cambria Math" panose="02040503050406030204" pitchFamily="18" charset="0"/>
                            </a:rPr>
                            <m:t>𝐱𝐲</m:t>
                          </m:r>
                        </m:e>
                      </m:nary>
                      <m:r>
                        <a:rPr lang="en-US" b="1" i="0">
                          <a:solidFill>
                            <a:srgbClr val="C00000"/>
                          </a:solidFill>
                          <a:latin typeface="Cambria Math" panose="02040503050406030204" pitchFamily="18" charset="0"/>
                        </a:rPr>
                        <m:t>=</m:t>
                      </m:r>
                      <m:r>
                        <a:rPr lang="en-US" b="1" i="0">
                          <a:solidFill>
                            <a:srgbClr val="C00000"/>
                          </a:solidFill>
                          <a:latin typeface="Cambria Math" panose="02040503050406030204" pitchFamily="18" charset="0"/>
                        </a:rPr>
                        <m:t>𝐚</m:t>
                      </m:r>
                      <m:nary>
                        <m:naryPr>
                          <m:chr m:val="∑"/>
                          <m:limLoc m:val="undOvr"/>
                          <m:subHide m:val="on"/>
                          <m:supHide m:val="on"/>
                          <m:ctrlPr>
                            <a:rPr lang="en-US" b="1" i="1">
                              <a:solidFill>
                                <a:srgbClr val="C00000"/>
                              </a:solidFill>
                              <a:latin typeface="Cambria Math" panose="02040503050406030204" pitchFamily="18" charset="0"/>
                            </a:rPr>
                          </m:ctrlPr>
                        </m:naryPr>
                        <m:sub/>
                        <m:sup/>
                        <m:e>
                          <m:r>
                            <a:rPr lang="en-US" b="1" i="0">
                              <a:solidFill>
                                <a:srgbClr val="C00000"/>
                              </a:solidFill>
                              <a:latin typeface="Cambria Math" panose="02040503050406030204" pitchFamily="18" charset="0"/>
                            </a:rPr>
                            <m:t>𝐱</m:t>
                          </m:r>
                        </m:e>
                      </m:nary>
                      <m:r>
                        <a:rPr lang="en-US" b="1" i="0">
                          <a:solidFill>
                            <a:srgbClr val="C00000"/>
                          </a:solidFill>
                          <a:latin typeface="Cambria Math" panose="02040503050406030204" pitchFamily="18" charset="0"/>
                        </a:rPr>
                        <m:t>+</m:t>
                      </m:r>
                      <m:r>
                        <a:rPr lang="en-US" b="1" i="0">
                          <a:solidFill>
                            <a:srgbClr val="C00000"/>
                          </a:solidFill>
                          <a:latin typeface="Cambria Math" panose="02040503050406030204" pitchFamily="18" charset="0"/>
                        </a:rPr>
                        <m:t>𝐛</m:t>
                      </m:r>
                      <m:nary>
                        <m:naryPr>
                          <m:chr m:val="∑"/>
                          <m:limLoc m:val="undOvr"/>
                          <m:subHide m:val="on"/>
                          <m:supHide m:val="on"/>
                          <m:ctrlPr>
                            <a:rPr lang="en-US" b="1" i="1">
                              <a:solidFill>
                                <a:srgbClr val="C00000"/>
                              </a:solidFill>
                              <a:latin typeface="Cambria Math" panose="02040503050406030204" pitchFamily="18" charset="0"/>
                            </a:rPr>
                          </m:ctrlPr>
                        </m:naryPr>
                        <m:sub/>
                        <m:sup/>
                        <m:e>
                          <m:sSup>
                            <m:sSupPr>
                              <m:ctrlPr>
                                <a:rPr lang="en-US" b="1" i="1">
                                  <a:solidFill>
                                    <a:srgbClr val="C00000"/>
                                  </a:solidFill>
                                  <a:latin typeface="Cambria Math" panose="02040503050406030204" pitchFamily="18" charset="0"/>
                                </a:rPr>
                              </m:ctrlPr>
                            </m:sSupPr>
                            <m:e>
                              <m:r>
                                <a:rPr lang="en-US" b="1" i="0">
                                  <a:solidFill>
                                    <a:srgbClr val="C00000"/>
                                  </a:solidFill>
                                  <a:latin typeface="Cambria Math" panose="02040503050406030204" pitchFamily="18" charset="0"/>
                                </a:rPr>
                                <m:t>𝐱</m:t>
                              </m:r>
                            </m:e>
                            <m:sup>
                              <m:r>
                                <a:rPr lang="en-US" b="1" i="0">
                                  <a:solidFill>
                                    <a:srgbClr val="C00000"/>
                                  </a:solidFill>
                                  <a:latin typeface="Cambria Math" panose="02040503050406030204" pitchFamily="18" charset="0"/>
                                </a:rPr>
                                <m:t>𝟐</m:t>
                              </m:r>
                            </m:sup>
                          </m:sSup>
                        </m:e>
                      </m:nary>
                    </m:oMath>
                  </m:oMathPara>
                </a14:m>
                <a:endParaRPr lang="en-US" dirty="0"/>
              </a:p>
              <a:p>
                <a:r>
                  <a:rPr lang="en-US" dirty="0"/>
                  <a:t>By </a:t>
                </a:r>
                <a:r>
                  <a:rPr lang="en-US" dirty="0">
                    <a:solidFill>
                      <a:srgbClr val="FF0000"/>
                    </a:solidFill>
                  </a:rPr>
                  <a:t>substituting</a:t>
                </a:r>
                <a:r>
                  <a:rPr lang="en-US" dirty="0"/>
                  <a:t> the values of </a:t>
                </a:r>
                <a14:m>
                  <m:oMath xmlns:m="http://schemas.openxmlformats.org/officeDocument/2006/math">
                    <m:r>
                      <m:rPr>
                        <m:sty m:val="p"/>
                      </m:rPr>
                      <a:rPr lang="en-US" dirty="0" smtClean="0">
                        <a:solidFill>
                          <a:srgbClr val="FF0000"/>
                        </a:solidFill>
                        <a:latin typeface="Cambria Math" panose="02040503050406030204" pitchFamily="18" charset="0"/>
                      </a:rPr>
                      <m:t>a</m:t>
                    </m:r>
                  </m:oMath>
                </a14:m>
                <a:r>
                  <a:rPr lang="en-US" dirty="0"/>
                  <a:t> and </a:t>
                </a:r>
                <a14:m>
                  <m:oMath xmlns:m="http://schemas.openxmlformats.org/officeDocument/2006/math">
                    <m:r>
                      <m:rPr>
                        <m:sty m:val="p"/>
                      </m:rPr>
                      <a:rPr lang="en-US" dirty="0" smtClean="0">
                        <a:solidFill>
                          <a:srgbClr val="FF0000"/>
                        </a:solidFill>
                        <a:latin typeface="Cambria Math" panose="02040503050406030204" pitchFamily="18" charset="0"/>
                      </a:rPr>
                      <m:t>b</m:t>
                    </m:r>
                  </m:oMath>
                </a14:m>
                <a:r>
                  <a:rPr lang="en-US" dirty="0"/>
                  <a:t> in the </a:t>
                </a:r>
                <a14:m>
                  <m:oMath xmlns:m="http://schemas.openxmlformats.org/officeDocument/2006/math">
                    <m:r>
                      <m:rPr>
                        <m:sty m:val="p"/>
                      </m:rPr>
                      <a:rPr lang="en-US">
                        <a:solidFill>
                          <a:srgbClr val="FF0000"/>
                        </a:solidFill>
                        <a:latin typeface="Cambria Math" panose="02040503050406030204" pitchFamily="18" charset="0"/>
                      </a:rPr>
                      <m:t>y</m:t>
                    </m:r>
                    <m:r>
                      <a:rPr lang="en-US">
                        <a:solidFill>
                          <a:srgbClr val="FF0000"/>
                        </a:solidFill>
                        <a:latin typeface="Cambria Math" panose="02040503050406030204" pitchFamily="18" charset="0"/>
                      </a:rPr>
                      <m:t>=</m:t>
                    </m:r>
                    <m:r>
                      <m:rPr>
                        <m:sty m:val="p"/>
                      </m:rPr>
                      <a:rPr lang="en-US">
                        <a:solidFill>
                          <a:srgbClr val="FF0000"/>
                        </a:solidFill>
                        <a:latin typeface="Cambria Math" panose="02040503050406030204" pitchFamily="18" charset="0"/>
                      </a:rPr>
                      <m:t>a</m:t>
                    </m:r>
                    <m:r>
                      <a:rPr lang="en-US">
                        <a:solidFill>
                          <a:srgbClr val="FF0000"/>
                        </a:solidFill>
                        <a:latin typeface="Cambria Math" panose="02040503050406030204" pitchFamily="18" charset="0"/>
                      </a:rPr>
                      <m:t>+</m:t>
                    </m:r>
                    <m:r>
                      <m:rPr>
                        <m:sty m:val="p"/>
                      </m:rPr>
                      <a:rPr lang="en-US">
                        <a:solidFill>
                          <a:srgbClr val="FF0000"/>
                        </a:solidFill>
                        <a:latin typeface="Cambria Math" panose="02040503050406030204" pitchFamily="18" charset="0"/>
                      </a:rPr>
                      <m:t>bx</m:t>
                    </m:r>
                  </m:oMath>
                </a14:m>
                <a:r>
                  <a:rPr lang="en-US" dirty="0"/>
                  <a:t>, We will obtain the best fitting straight line to the given data.</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71" r="-1074"/>
                </a:stretch>
              </a:blipFill>
            </p:spPr>
            <p:txBody>
              <a:bodyPr/>
              <a:lstStyle/>
              <a:p>
                <a:r>
                  <a:rPr lang="en-US">
                    <a:noFill/>
                  </a:rPr>
                  <a:t> </a:t>
                </a:r>
              </a:p>
            </p:txBody>
          </p:sp>
        </mc:Fallback>
      </mc:AlternateContent>
    </p:spTree>
    <p:extLst>
      <p:ext uri="{BB962C8B-B14F-4D97-AF65-F5344CB8AC3E}">
        <p14:creationId xmlns:p14="http://schemas.microsoft.com/office/powerpoint/2010/main" val="302343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Procedure to find best fitting straight line to the given data</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514350" indent="-514350">
                  <a:buFont typeface="+mj-lt"/>
                  <a:buAutoNum type="arabicParenR"/>
                </a:pPr>
                <a:r>
                  <a:rPr lang="en-US" dirty="0">
                    <a:solidFill>
                      <a:srgbClr val="FF0000"/>
                    </a:solidFill>
                  </a:rPr>
                  <a:t>Store</a:t>
                </a:r>
                <a:r>
                  <a:rPr lang="en-US" dirty="0">
                    <a:solidFill>
                      <a:srgbClr val="002060"/>
                    </a:solidFill>
                  </a:rPr>
                  <a:t> the given data(</a:t>
                </a:r>
                <a14:m>
                  <m:oMath xmlns:m="http://schemas.openxmlformats.org/officeDocument/2006/math">
                    <m:r>
                      <m:rPr>
                        <m:sty m:val="p"/>
                      </m:rPr>
                      <a:rPr lang="en-US" i="0" dirty="0" smtClean="0">
                        <a:solidFill>
                          <a:srgbClr val="FF0000"/>
                        </a:solidFill>
                        <a:latin typeface="Cambria Math" panose="02040503050406030204" pitchFamily="18" charset="0"/>
                      </a:rPr>
                      <m:t>n</m:t>
                    </m:r>
                  </m:oMath>
                </a14:m>
                <a:r>
                  <a:rPr lang="en-US" dirty="0">
                    <a:solidFill>
                      <a:srgbClr val="002060"/>
                    </a:solidFill>
                  </a:rPr>
                  <a:t> points) in the scientific calculator(fx-82MS).</a:t>
                </a:r>
              </a:p>
              <a:p>
                <a:pPr marL="514350" indent="-514350">
                  <a:lnSpc>
                    <a:spcPct val="200000"/>
                  </a:lnSpc>
                  <a:buFont typeface="+mj-lt"/>
                  <a:buAutoNum type="arabicParenR"/>
                </a:pPr>
                <a:r>
                  <a:rPr lang="en-US" dirty="0">
                    <a:solidFill>
                      <a:srgbClr val="FF0000"/>
                    </a:solidFill>
                  </a:rPr>
                  <a:t>Find</a:t>
                </a:r>
                <a:r>
                  <a:rPr lang="en-US" dirty="0">
                    <a:solidFill>
                      <a:srgbClr val="002060"/>
                    </a:solidFill>
                  </a:rPr>
                  <a:t> the values of </a:t>
                </a:r>
                <a:r>
                  <a:rPr lang="en-US" dirty="0">
                    <a:solidFill>
                      <a:srgbClr val="FF0000"/>
                    </a:solidFill>
                  </a:rPr>
                  <a:t>following</a:t>
                </a:r>
                <a:r>
                  <a:rPr lang="en-US" dirty="0">
                    <a:solidFill>
                      <a:srgbClr val="002060"/>
                    </a:solidFill>
                  </a:rPr>
                  <a:t> from the calculator:</a:t>
                </a:r>
              </a:p>
              <a:p>
                <a:pPr marL="509588" indent="0">
                  <a:lnSpc>
                    <a:spcPct val="200000"/>
                  </a:lnSpc>
                  <a:buNone/>
                </a:pPr>
                <a:r>
                  <a:rPr lang="en-US" b="0" dirty="0">
                    <a:solidFill>
                      <a:srgbClr val="002060"/>
                    </a:solidFill>
                  </a:rPr>
                  <a:t> </a:t>
                </a:r>
                <a14:m>
                  <m:oMath xmlns:m="http://schemas.openxmlformats.org/officeDocument/2006/math">
                    <m:r>
                      <m:rPr>
                        <m:sty m:val="p"/>
                      </m:rPr>
                      <a:rPr lang="en-US" b="0" i="0" smtClean="0">
                        <a:solidFill>
                          <a:srgbClr val="002060"/>
                        </a:solidFill>
                        <a:latin typeface="Cambria Math" panose="02040503050406030204" pitchFamily="18" charset="0"/>
                      </a:rPr>
                      <m:t>n</m:t>
                    </m:r>
                    <m:r>
                      <a:rPr lang="en-US" b="0" i="0" smtClean="0">
                        <a:solidFill>
                          <a:srgbClr val="002060"/>
                        </a:solidFill>
                        <a:latin typeface="Cambria Math" panose="02040503050406030204" pitchFamily="18" charset="0"/>
                      </a:rPr>
                      <m:t>,   </m:t>
                    </m:r>
                    <m:nary>
                      <m:naryPr>
                        <m:chr m:val="∑"/>
                        <m:limLoc m:val="undOvr"/>
                        <m:subHide m:val="on"/>
                        <m:supHide m:val="on"/>
                        <m:ctrlPr>
                          <a:rPr lang="en-US" i="1" smtClean="0">
                            <a:solidFill>
                              <a:srgbClr val="002060"/>
                            </a:solidFill>
                            <a:latin typeface="Cambria Math" panose="02040503050406030204" pitchFamily="18" charset="0"/>
                          </a:rPr>
                        </m:ctrlPr>
                      </m:naryPr>
                      <m:sub/>
                      <m:sup/>
                      <m:e>
                        <m:r>
                          <m:rPr>
                            <m:sty m:val="p"/>
                          </m:rPr>
                          <a:rPr lang="en-US" b="0" i="0">
                            <a:solidFill>
                              <a:srgbClr val="002060"/>
                            </a:solidFill>
                            <a:latin typeface="Cambria Math" panose="02040503050406030204" pitchFamily="18" charset="0"/>
                          </a:rPr>
                          <m:t>x</m:t>
                        </m:r>
                      </m:e>
                    </m:nary>
                    <m:r>
                      <a:rPr lang="en-US" b="0" i="0">
                        <a:solidFill>
                          <a:srgbClr val="002060"/>
                        </a:solidFill>
                        <a:latin typeface="Cambria Math" panose="02040503050406030204" pitchFamily="18" charset="0"/>
                      </a:rPr>
                      <m:t>,</m:t>
                    </m:r>
                    <m:r>
                      <a:rPr lang="en-US" b="0" i="0" smtClean="0">
                        <a:solidFill>
                          <a:srgbClr val="002060"/>
                        </a:solidFill>
                        <a:latin typeface="Cambria Math" panose="02040503050406030204" pitchFamily="18" charset="0"/>
                      </a:rPr>
                      <m:t>   </m:t>
                    </m:r>
                    <m:nary>
                      <m:naryPr>
                        <m:chr m:val="∑"/>
                        <m:limLoc m:val="undOvr"/>
                        <m:subHide m:val="on"/>
                        <m:supHide m:val="on"/>
                        <m:ctrlPr>
                          <a:rPr lang="en-US" i="1">
                            <a:solidFill>
                              <a:srgbClr val="002060"/>
                            </a:solidFill>
                            <a:latin typeface="Cambria Math" panose="02040503050406030204" pitchFamily="18" charset="0"/>
                          </a:rPr>
                        </m:ctrlPr>
                      </m:naryPr>
                      <m:sub/>
                      <m:sup/>
                      <m:e>
                        <m:r>
                          <m:rPr>
                            <m:sty m:val="p"/>
                          </m:rPr>
                          <a:rPr lang="en-US" b="0" i="0" smtClean="0">
                            <a:solidFill>
                              <a:srgbClr val="002060"/>
                            </a:solidFill>
                            <a:latin typeface="Cambria Math" panose="02040503050406030204" pitchFamily="18" charset="0"/>
                          </a:rPr>
                          <m:t>y</m:t>
                        </m:r>
                      </m:e>
                    </m:nary>
                    <m:r>
                      <a:rPr lang="en-US" b="0" i="0">
                        <a:solidFill>
                          <a:srgbClr val="002060"/>
                        </a:solidFill>
                        <a:latin typeface="Cambria Math" panose="02040503050406030204" pitchFamily="18" charset="0"/>
                      </a:rPr>
                      <m:t>,</m:t>
                    </m:r>
                    <m:r>
                      <a:rPr lang="en-US" b="0" i="0" smtClean="0">
                        <a:solidFill>
                          <a:srgbClr val="002060"/>
                        </a:solidFill>
                        <a:latin typeface="Cambria Math" panose="02040503050406030204" pitchFamily="18" charset="0"/>
                      </a:rPr>
                      <m:t>   </m:t>
                    </m:r>
                    <m:nary>
                      <m:naryPr>
                        <m:chr m:val="∑"/>
                        <m:limLoc m:val="undOvr"/>
                        <m:subHide m:val="on"/>
                        <m:supHide m:val="on"/>
                        <m:ctrlPr>
                          <a:rPr lang="en-US" i="1">
                            <a:solidFill>
                              <a:srgbClr val="002060"/>
                            </a:solidFill>
                            <a:latin typeface="Cambria Math" panose="02040503050406030204" pitchFamily="18" charset="0"/>
                          </a:rPr>
                        </m:ctrlPr>
                      </m:naryPr>
                      <m:sub/>
                      <m:sup/>
                      <m:e>
                        <m:sSup>
                          <m:sSupPr>
                            <m:ctrlPr>
                              <a:rPr lang="en-US" i="1" smtClean="0">
                                <a:solidFill>
                                  <a:srgbClr val="002060"/>
                                </a:solidFill>
                                <a:latin typeface="Cambria Math" panose="02040503050406030204" pitchFamily="18" charset="0"/>
                              </a:rPr>
                            </m:ctrlPr>
                          </m:sSupPr>
                          <m:e>
                            <m:r>
                              <m:rPr>
                                <m:sty m:val="p"/>
                              </m:rPr>
                              <a:rPr lang="en-US" b="0" i="0">
                                <a:solidFill>
                                  <a:srgbClr val="002060"/>
                                </a:solidFill>
                                <a:latin typeface="Cambria Math" panose="02040503050406030204" pitchFamily="18" charset="0"/>
                              </a:rPr>
                              <m:t>x</m:t>
                            </m:r>
                          </m:e>
                          <m:sup>
                            <m:r>
                              <a:rPr lang="en-US" b="0" i="0" smtClean="0">
                                <a:solidFill>
                                  <a:srgbClr val="002060"/>
                                </a:solidFill>
                                <a:latin typeface="Cambria Math" panose="02040503050406030204" pitchFamily="18" charset="0"/>
                              </a:rPr>
                              <m:t>2</m:t>
                            </m:r>
                          </m:sup>
                        </m:sSup>
                      </m:e>
                    </m:nary>
                    <m:r>
                      <a:rPr lang="en-US" b="0" i="0">
                        <a:solidFill>
                          <a:srgbClr val="002060"/>
                        </a:solidFill>
                        <a:latin typeface="Cambria Math" panose="02040503050406030204" pitchFamily="18" charset="0"/>
                      </a:rPr>
                      <m:t>,</m:t>
                    </m:r>
                    <m:r>
                      <a:rPr lang="en-US" b="0" i="0" smtClean="0">
                        <a:solidFill>
                          <a:srgbClr val="002060"/>
                        </a:solidFill>
                        <a:latin typeface="Cambria Math" panose="02040503050406030204" pitchFamily="18" charset="0"/>
                      </a:rPr>
                      <m:t>   </m:t>
                    </m:r>
                    <m:nary>
                      <m:naryPr>
                        <m:chr m:val="∑"/>
                        <m:limLoc m:val="undOvr"/>
                        <m:subHide m:val="on"/>
                        <m:supHide m:val="on"/>
                        <m:ctrlPr>
                          <a:rPr lang="en-US" i="1">
                            <a:solidFill>
                              <a:srgbClr val="002060"/>
                            </a:solidFill>
                            <a:latin typeface="Cambria Math" panose="02040503050406030204" pitchFamily="18" charset="0"/>
                          </a:rPr>
                        </m:ctrlPr>
                      </m:naryPr>
                      <m:sub/>
                      <m:sup/>
                      <m:e>
                        <m:r>
                          <m:rPr>
                            <m:sty m:val="p"/>
                          </m:rPr>
                          <a:rPr lang="en-US" b="0" i="0">
                            <a:solidFill>
                              <a:srgbClr val="002060"/>
                            </a:solidFill>
                            <a:latin typeface="Cambria Math" panose="02040503050406030204" pitchFamily="18" charset="0"/>
                          </a:rPr>
                          <m:t>x</m:t>
                        </m:r>
                        <m:r>
                          <m:rPr>
                            <m:sty m:val="p"/>
                          </m:rPr>
                          <a:rPr lang="en-US" b="0" i="0" smtClean="0">
                            <a:solidFill>
                              <a:srgbClr val="002060"/>
                            </a:solidFill>
                            <a:latin typeface="Cambria Math" panose="02040503050406030204" pitchFamily="18" charset="0"/>
                          </a:rPr>
                          <m:t>y</m:t>
                        </m:r>
                      </m:e>
                    </m:nary>
                  </m:oMath>
                </a14:m>
                <a:endParaRPr lang="en-US" dirty="0">
                  <a:solidFill>
                    <a:srgbClr val="002060"/>
                  </a:solidFill>
                </a:endParaRPr>
              </a:p>
              <a:p>
                <a:pPr marL="514350" indent="-514350">
                  <a:lnSpc>
                    <a:spcPct val="200000"/>
                  </a:lnSpc>
                  <a:buFont typeface="+mj-lt"/>
                  <a:buAutoNum type="arabicParenR" startAt="3"/>
                </a:pPr>
                <a:r>
                  <a:rPr lang="en-US" dirty="0">
                    <a:solidFill>
                      <a:srgbClr val="FF0000"/>
                    </a:solidFill>
                  </a:rPr>
                  <a:t>Substitute</a:t>
                </a:r>
                <a:r>
                  <a:rPr lang="en-US" dirty="0">
                    <a:solidFill>
                      <a:srgbClr val="002060"/>
                    </a:solidFill>
                  </a:rPr>
                  <a:t> all values in the normal equations.</a:t>
                </a:r>
              </a:p>
              <a:p>
                <a:pPr marL="514350" indent="-514350">
                  <a:lnSpc>
                    <a:spcPct val="200000"/>
                  </a:lnSpc>
                  <a:buFont typeface="+mj-lt"/>
                  <a:buAutoNum type="arabicParenR" startAt="3"/>
                </a:pPr>
                <a:r>
                  <a:rPr lang="en-US" dirty="0">
                    <a:solidFill>
                      <a:srgbClr val="FF0000"/>
                    </a:solidFill>
                  </a:rPr>
                  <a:t>Find</a:t>
                </a:r>
                <a:r>
                  <a:rPr lang="en-US" dirty="0"/>
                  <a:t> the values of </a:t>
                </a:r>
                <a14:m>
                  <m:oMath xmlns:m="http://schemas.openxmlformats.org/officeDocument/2006/math">
                    <m:r>
                      <m:rPr>
                        <m:sty m:val="p"/>
                      </m:rPr>
                      <a:rPr lang="en-US" dirty="0">
                        <a:solidFill>
                          <a:srgbClr val="FF0000"/>
                        </a:solidFill>
                        <a:latin typeface="Cambria Math" panose="02040503050406030204" pitchFamily="18" charset="0"/>
                      </a:rPr>
                      <m:t>a</m:t>
                    </m:r>
                  </m:oMath>
                </a14:m>
                <a:r>
                  <a:rPr lang="en-US" dirty="0"/>
                  <a:t> &amp; </a:t>
                </a:r>
                <a14:m>
                  <m:oMath xmlns:m="http://schemas.openxmlformats.org/officeDocument/2006/math">
                    <m:r>
                      <m:rPr>
                        <m:sty m:val="p"/>
                      </m:rPr>
                      <a:rPr lang="en-US" dirty="0">
                        <a:solidFill>
                          <a:srgbClr val="FF0000"/>
                        </a:solidFill>
                        <a:latin typeface="Cambria Math" panose="02040503050406030204" pitchFamily="18" charset="0"/>
                      </a:rPr>
                      <m:t>b</m:t>
                    </m:r>
                  </m:oMath>
                </a14:m>
                <a:r>
                  <a:rPr lang="en-US" dirty="0"/>
                  <a:t> from the calculator.</a:t>
                </a:r>
                <a:endParaRPr lang="en-US" b="1" dirty="0"/>
              </a:p>
              <a:p>
                <a:pPr marL="514350" indent="-514350">
                  <a:lnSpc>
                    <a:spcPct val="200000"/>
                  </a:lnSpc>
                  <a:buFont typeface="+mj-lt"/>
                  <a:buAutoNum type="arabicParenR" startAt="3"/>
                </a:pPr>
                <a:r>
                  <a:rPr lang="en-US" dirty="0">
                    <a:solidFill>
                      <a:srgbClr val="FF0000"/>
                    </a:solidFill>
                  </a:rPr>
                  <a:t>Substitute</a:t>
                </a:r>
                <a:r>
                  <a:rPr lang="en-US" dirty="0">
                    <a:solidFill>
                      <a:srgbClr val="002060"/>
                    </a:solidFill>
                  </a:rPr>
                  <a:t> the values of </a:t>
                </a:r>
                <a14:m>
                  <m:oMath xmlns:m="http://schemas.openxmlformats.org/officeDocument/2006/math">
                    <m:r>
                      <m:rPr>
                        <m:sty m:val="p"/>
                      </m:rPr>
                      <a:rPr lang="en-US" dirty="0" smtClean="0">
                        <a:solidFill>
                          <a:srgbClr val="002060"/>
                        </a:solidFill>
                        <a:latin typeface="Cambria Math" panose="02040503050406030204" pitchFamily="18" charset="0"/>
                      </a:rPr>
                      <m:t>a</m:t>
                    </m:r>
                  </m:oMath>
                </a14:m>
                <a:r>
                  <a:rPr lang="en-US" dirty="0">
                    <a:solidFill>
                      <a:srgbClr val="002060"/>
                    </a:solidFill>
                  </a:rPr>
                  <a:t> &amp; </a:t>
                </a:r>
                <a14:m>
                  <m:oMath xmlns:m="http://schemas.openxmlformats.org/officeDocument/2006/math">
                    <m:r>
                      <m:rPr>
                        <m:sty m:val="p"/>
                      </m:rPr>
                      <a:rPr lang="en-US" dirty="0">
                        <a:solidFill>
                          <a:srgbClr val="002060"/>
                        </a:solidFill>
                        <a:latin typeface="Cambria Math" panose="02040503050406030204" pitchFamily="18" charset="0"/>
                      </a:rPr>
                      <m:t>b</m:t>
                    </m:r>
                  </m:oMath>
                </a14:m>
                <a:r>
                  <a:rPr lang="en-US" dirty="0">
                    <a:solidFill>
                      <a:srgbClr val="002060"/>
                    </a:solidFill>
                  </a:rPr>
                  <a:t> in the</a:t>
                </a:r>
                <a:r>
                  <a:rPr lang="en-US" dirty="0"/>
                  <a:t> best fitting straight line</a:t>
                </a:r>
                <a:r>
                  <a:rPr lang="en-US" dirty="0">
                    <a:solidFill>
                      <a:srgbClr val="002060"/>
                    </a:solidFill>
                  </a:rPr>
                  <a:t> </a:t>
                </a:r>
                <a14:m>
                  <m:oMath xmlns:m="http://schemas.openxmlformats.org/officeDocument/2006/math">
                    <m:r>
                      <m:rPr>
                        <m:sty m:val="p"/>
                      </m:rPr>
                      <a:rPr lang="en-US">
                        <a:solidFill>
                          <a:srgbClr val="002060"/>
                        </a:solidFill>
                        <a:latin typeface="Cambria Math" panose="02040503050406030204" pitchFamily="18" charset="0"/>
                      </a:rPr>
                      <m:t>y</m:t>
                    </m:r>
                    <m:r>
                      <a:rPr lang="en-US">
                        <a:solidFill>
                          <a:srgbClr val="002060"/>
                        </a:solidFill>
                        <a:latin typeface="Cambria Math" panose="02040503050406030204" pitchFamily="18" charset="0"/>
                      </a:rPr>
                      <m:t>=</m:t>
                    </m:r>
                    <m:r>
                      <m:rPr>
                        <m:sty m:val="p"/>
                      </m:rPr>
                      <a:rPr lang="en-US">
                        <a:solidFill>
                          <a:srgbClr val="002060"/>
                        </a:solidFill>
                        <a:latin typeface="Cambria Math" panose="02040503050406030204" pitchFamily="18" charset="0"/>
                      </a:rPr>
                      <m:t>a</m:t>
                    </m:r>
                    <m:r>
                      <a:rPr lang="en-US">
                        <a:solidFill>
                          <a:srgbClr val="002060"/>
                        </a:solidFill>
                        <a:latin typeface="Cambria Math" panose="02040503050406030204" pitchFamily="18" charset="0"/>
                      </a:rPr>
                      <m:t>+</m:t>
                    </m:r>
                    <m:r>
                      <m:rPr>
                        <m:sty m:val="p"/>
                      </m:rPr>
                      <a:rPr lang="en-US">
                        <a:solidFill>
                          <a:srgbClr val="002060"/>
                        </a:solidFill>
                        <a:latin typeface="Cambria Math" panose="02040503050406030204" pitchFamily="18" charset="0"/>
                      </a:rPr>
                      <m:t>bx</m:t>
                    </m:r>
                  </m:oMath>
                </a14:m>
                <a:r>
                  <a:rPr lang="en-US" dirty="0">
                    <a:solidFill>
                      <a:srgbClr val="002060"/>
                    </a:solidFill>
                  </a:rPr>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1074"/>
                </a:stretch>
              </a:blipFill>
            </p:spPr>
            <p:txBody>
              <a:bodyPr/>
              <a:lstStyle/>
              <a:p>
                <a:r>
                  <a:rPr lang="en-US">
                    <a:noFill/>
                  </a:rPr>
                  <a:t> </a:t>
                </a:r>
              </a:p>
            </p:txBody>
          </p:sp>
        </mc:Fallback>
      </mc:AlternateContent>
    </p:spTree>
    <p:extLst>
      <p:ext uri="{BB962C8B-B14F-4D97-AF65-F5344CB8AC3E}">
        <p14:creationId xmlns:p14="http://schemas.microsoft.com/office/powerpoint/2010/main" val="320462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7" y="869082"/>
                <a:ext cx="11929643" cy="128016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Fit a straight line for the given pairs of </a:t>
                </a:r>
                <a14:m>
                  <m:oMath xmlns:m="http://schemas.openxmlformats.org/officeDocument/2006/math">
                    <m:r>
                      <a:rPr lang="en-US">
                        <a:latin typeface="Cambria Math" panose="02040503050406030204" pitchFamily="18" charset="0"/>
                      </a:rPr>
                      <m:t>(</m:t>
                    </m:r>
                    <m:r>
                      <m:rPr>
                        <m:sty m:val="p"/>
                      </m:rPr>
                      <a:rPr lang="en-US">
                        <a:latin typeface="Cambria Math" panose="02040503050406030204" pitchFamily="18" charset="0"/>
                      </a:rPr>
                      <m:t>x</m:t>
                    </m:r>
                    <m:r>
                      <a:rPr lang="en-US">
                        <a:latin typeface="Cambria Math" panose="02040503050406030204" pitchFamily="18" charset="0"/>
                      </a:rPr>
                      <m:t>, </m:t>
                    </m:r>
                    <m:r>
                      <m:rPr>
                        <m:sty m:val="p"/>
                      </m:rPr>
                      <a:rPr lang="en-US">
                        <a:latin typeface="Cambria Math" panose="02040503050406030204" pitchFamily="18" charset="0"/>
                      </a:rPr>
                      <m:t>y</m:t>
                    </m:r>
                    <m:r>
                      <a:rPr lang="en-US">
                        <a:latin typeface="Cambria Math" panose="02040503050406030204" pitchFamily="18" charset="0"/>
                      </a:rPr>
                      <m:t>)</m:t>
                    </m:r>
                  </m:oMath>
                </a14:m>
                <a:r>
                  <a:rPr lang="en-US" dirty="0"/>
                  <a:t>.</a:t>
                </a:r>
              </a:p>
              <a:p>
                <a:pPr/>
                <a14:m>
                  <m:oMathPara xmlns:m="http://schemas.openxmlformats.org/officeDocument/2006/math">
                    <m:oMathParaPr>
                      <m:jc m:val="center"/>
                    </m:oMathParaPr>
                    <m:oMath xmlns:m="http://schemas.openxmlformats.org/officeDocument/2006/math">
                      <m:d>
                        <m:dPr>
                          <m:ctrlPr>
                            <a:rPr lang="en-US" i="1">
                              <a:latin typeface="Cambria Math" panose="02040503050406030204" pitchFamily="18" charset="0"/>
                            </a:rPr>
                          </m:ctrlPr>
                        </m:dPr>
                        <m:e>
                          <m:r>
                            <a:rPr lang="en-US">
                              <a:latin typeface="Cambria Math" panose="02040503050406030204" pitchFamily="18" charset="0"/>
                            </a:rPr>
                            <m:t>1, 5</m:t>
                          </m:r>
                        </m:e>
                      </m:d>
                      <m:r>
                        <a:rPr lang="en-US">
                          <a:latin typeface="Cambria Math" panose="02040503050406030204" pitchFamily="18" charset="0"/>
                        </a:rPr>
                        <m:t>, </m:t>
                      </m:r>
                      <m:r>
                        <a:rPr lang="en-US" b="0" i="1" smtClean="0">
                          <a:latin typeface="Cambria Math" panose="02040503050406030204" pitchFamily="18" charset="0"/>
                        </a:rPr>
                        <m:t> </m:t>
                      </m:r>
                      <m:d>
                        <m:dPr>
                          <m:ctrlPr>
                            <a:rPr lang="en-US" i="1">
                              <a:latin typeface="Cambria Math" panose="02040503050406030204" pitchFamily="18" charset="0"/>
                            </a:rPr>
                          </m:ctrlPr>
                        </m:dPr>
                        <m:e>
                          <m:r>
                            <a:rPr lang="en-US">
                              <a:latin typeface="Cambria Math" panose="02040503050406030204" pitchFamily="18" charset="0"/>
                            </a:rPr>
                            <m:t>2, 7</m:t>
                          </m:r>
                        </m:e>
                      </m:d>
                      <m:r>
                        <a:rPr lang="en-US">
                          <a:latin typeface="Cambria Math" panose="02040503050406030204" pitchFamily="18" charset="0"/>
                        </a:rPr>
                        <m:t>, </m:t>
                      </m:r>
                      <m:r>
                        <a:rPr lang="en-US" b="0" i="0" smtClean="0">
                          <a:latin typeface="Cambria Math" panose="02040503050406030204" pitchFamily="18" charset="0"/>
                        </a:rPr>
                        <m:t> </m:t>
                      </m:r>
                      <m:r>
                        <a:rPr lang="en-US">
                          <a:latin typeface="Cambria Math" panose="02040503050406030204" pitchFamily="18" charset="0"/>
                        </a:rPr>
                        <m:t>(3, 9), </m:t>
                      </m:r>
                      <m:r>
                        <a:rPr lang="en-US" b="0" i="0" smtClean="0">
                          <a:latin typeface="Cambria Math" panose="02040503050406030204" pitchFamily="18" charset="0"/>
                        </a:rPr>
                        <m:t> </m:t>
                      </m:r>
                      <m:r>
                        <a:rPr lang="en-US">
                          <a:latin typeface="Cambria Math" panose="02040503050406030204" pitchFamily="18" charset="0"/>
                        </a:rPr>
                        <m:t>(4, 10), </m:t>
                      </m:r>
                      <m:r>
                        <a:rPr lang="en-US" b="0" i="0" smtClean="0">
                          <a:latin typeface="Cambria Math" panose="02040503050406030204" pitchFamily="18" charset="0"/>
                        </a:rPr>
                        <m:t> </m:t>
                      </m:r>
                      <m:r>
                        <a:rPr lang="en-US">
                          <a:latin typeface="Cambria Math" panose="02040503050406030204" pitchFamily="18" charset="0"/>
                        </a:rPr>
                        <m:t>(5, 11)</m:t>
                      </m:r>
                    </m:oMath>
                  </m:oMathPara>
                </a14:m>
                <a:endParaRPr lang="en-US" dirty="0"/>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7" y="869082"/>
                <a:ext cx="11929643" cy="1280160"/>
              </a:xfrm>
              <a:prstGeom prst="rect">
                <a:avLst/>
              </a:prstGeom>
              <a:blipFill rotWithShape="0">
                <a:blip r:embed="rId2"/>
                <a:stretch>
                  <a:fillRect l="-1074"/>
                </a:stretch>
              </a:blipFill>
              <a:ln>
                <a:noFill/>
              </a:ln>
            </p:spPr>
            <p:txBody>
              <a:bodyPr/>
              <a:lstStyle/>
              <a:p>
                <a:r>
                  <a:rPr lang="en-US">
                    <a:noFill/>
                  </a:rPr>
                  <a:t> </a:t>
                </a:r>
              </a:p>
            </p:txBody>
          </p:sp>
        </mc:Fallback>
      </mc:AlternateContent>
      <p:sp>
        <p:nvSpPr>
          <p:cNvPr id="2" name="Title 1"/>
          <p:cNvSpPr>
            <a:spLocks noGrp="1"/>
          </p:cNvSpPr>
          <p:nvPr>
            <p:ph type="title"/>
          </p:nvPr>
        </p:nvSpPr>
        <p:spPr/>
        <p:txBody>
          <a:bodyPr/>
          <a:lstStyle/>
          <a:p>
            <a:r>
              <a:rPr lang="en-GB" dirty="0"/>
              <a:t>Method 4.1 ⇝ Example 1</a:t>
            </a:r>
            <a:endParaRPr lang="en-US" dirty="0"/>
          </a:p>
        </p:txBody>
      </p:sp>
      <p:sp>
        <p:nvSpPr>
          <p:cNvPr id="13" name="Rectangle 12">
            <a:extLst>
              <a:ext uri="{FF2B5EF4-FFF2-40B4-BE49-F238E27FC236}">
                <a16:creationId xmlns:a16="http://schemas.microsoft.com/office/drawing/2014/main" id="{B2D3FB0B-D709-43AC-B65F-29361B504B61}"/>
              </a:ext>
            </a:extLst>
          </p:cNvPr>
          <p:cNvSpPr/>
          <p:nvPr/>
        </p:nvSpPr>
        <p:spPr>
          <a:xfrm>
            <a:off x="131177" y="2307123"/>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14" name="Rectangle 13"/>
              <p:cNvSpPr/>
              <p:nvPr/>
            </p:nvSpPr>
            <p:spPr>
              <a:xfrm>
                <a:off x="1692121" y="2307123"/>
                <a:ext cx="10140918" cy="3754874"/>
              </a:xfrm>
              <a:prstGeom prst="rect">
                <a:avLst/>
              </a:prstGeom>
            </p:spPr>
            <p:txBody>
              <a:bodyPr wrap="none">
                <a:spAutoFit/>
              </a:bodyPr>
              <a:lstStyle/>
              <a:p>
                <a:pPr marL="514350" lvl="0" indent="-514350" algn="just">
                  <a:buClr>
                    <a:srgbClr val="B84742"/>
                  </a:buClr>
                  <a:buFont typeface="+mj-lt"/>
                  <a:buAutoNum type="arabicParenR"/>
                </a:pPr>
                <a:r>
                  <a:rPr lang="en-US" sz="2800" dirty="0">
                    <a:solidFill>
                      <a:srgbClr val="FF0000"/>
                    </a:solidFill>
                  </a:rPr>
                  <a:t>Store</a:t>
                </a:r>
                <a:r>
                  <a:rPr lang="en-US" sz="2800" dirty="0">
                    <a:solidFill>
                      <a:srgbClr val="002060"/>
                    </a:solidFill>
                  </a:rPr>
                  <a:t> the given data(</a:t>
                </a:r>
                <a14:m>
                  <m:oMath xmlns:m="http://schemas.openxmlformats.org/officeDocument/2006/math">
                    <m:r>
                      <m:rPr>
                        <m:sty m:val="p"/>
                      </m:rPr>
                      <a:rPr lang="en-US" sz="2800" dirty="0">
                        <a:solidFill>
                          <a:srgbClr val="FF0000"/>
                        </a:solidFill>
                        <a:latin typeface="Cambria Math" panose="02040503050406030204" pitchFamily="18" charset="0"/>
                      </a:rPr>
                      <m:t>n</m:t>
                    </m:r>
                  </m:oMath>
                </a14:m>
                <a:r>
                  <a:rPr lang="en-US" sz="2800" dirty="0">
                    <a:solidFill>
                      <a:srgbClr val="002060"/>
                    </a:solidFill>
                  </a:rPr>
                  <a:t> points) in the scientific calculator(fx-82MS).</a:t>
                </a:r>
              </a:p>
              <a:p>
                <a:pPr marL="514350" lvl="0" indent="-514350" algn="just">
                  <a:lnSpc>
                    <a:spcPct val="150000"/>
                  </a:lnSpc>
                  <a:buClr>
                    <a:srgbClr val="B84742"/>
                  </a:buClr>
                  <a:buFont typeface="+mj-lt"/>
                  <a:buAutoNum type="arabicParenR"/>
                </a:pPr>
                <a:r>
                  <a:rPr lang="en-US" sz="2800" dirty="0">
                    <a:solidFill>
                      <a:srgbClr val="FF0000"/>
                    </a:solidFill>
                  </a:rPr>
                  <a:t>Find</a:t>
                </a:r>
                <a:r>
                  <a:rPr lang="en-US" sz="2800" dirty="0">
                    <a:solidFill>
                      <a:srgbClr val="002060"/>
                    </a:solidFill>
                  </a:rPr>
                  <a:t> the values of </a:t>
                </a:r>
                <a:r>
                  <a:rPr lang="en-US" sz="2800" dirty="0">
                    <a:solidFill>
                      <a:srgbClr val="FF0000"/>
                    </a:solidFill>
                  </a:rPr>
                  <a:t>following</a:t>
                </a:r>
                <a:r>
                  <a:rPr lang="en-US" sz="2800" dirty="0">
                    <a:solidFill>
                      <a:srgbClr val="002060"/>
                    </a:solidFill>
                  </a:rPr>
                  <a:t> from the calculator:</a:t>
                </a:r>
              </a:p>
              <a:p>
                <a:pPr marL="509588" lvl="0" algn="just">
                  <a:lnSpc>
                    <a:spcPct val="150000"/>
                  </a:lnSpc>
                  <a:buClr>
                    <a:srgbClr val="B84742"/>
                  </a:buClr>
                </a:pPr>
                <a:r>
                  <a:rPr lang="en-US" sz="2800" dirty="0">
                    <a:solidFill>
                      <a:srgbClr val="002060"/>
                    </a:solidFill>
                  </a:rPr>
                  <a:t> </a:t>
                </a:r>
                <a14:m>
                  <m:oMath xmlns:m="http://schemas.openxmlformats.org/officeDocument/2006/math">
                    <m:r>
                      <m:rPr>
                        <m:sty m:val="p"/>
                      </m:rPr>
                      <a:rPr lang="en-US" sz="2800">
                        <a:solidFill>
                          <a:srgbClr val="002060"/>
                        </a:solidFill>
                        <a:latin typeface="Cambria Math" panose="02040503050406030204" pitchFamily="18" charset="0"/>
                      </a:rPr>
                      <m:t>n</m:t>
                    </m:r>
                    <m:r>
                      <a:rPr lang="en-US" sz="2800">
                        <a:solidFill>
                          <a:srgbClr val="002060"/>
                        </a:solidFill>
                        <a:latin typeface="Cambria Math" panose="02040503050406030204" pitchFamily="18" charset="0"/>
                      </a:rPr>
                      <m:t>,   </m:t>
                    </m:r>
                    <m:nary>
                      <m:naryPr>
                        <m:chr m:val="∑"/>
                        <m:limLoc m:val="undOvr"/>
                        <m:subHide m:val="on"/>
                        <m:supHide m:val="on"/>
                        <m:ctrlPr>
                          <a:rPr lang="en-US" sz="2800" i="1">
                            <a:solidFill>
                              <a:srgbClr val="002060"/>
                            </a:solidFill>
                            <a:latin typeface="Cambria Math" panose="02040503050406030204" pitchFamily="18" charset="0"/>
                          </a:rPr>
                        </m:ctrlPr>
                      </m:naryPr>
                      <m:sub/>
                      <m:sup/>
                      <m:e>
                        <m:r>
                          <m:rPr>
                            <m:sty m:val="p"/>
                          </m:rPr>
                          <a:rPr lang="en-US" sz="2800">
                            <a:solidFill>
                              <a:srgbClr val="002060"/>
                            </a:solidFill>
                            <a:latin typeface="Cambria Math" panose="02040503050406030204" pitchFamily="18" charset="0"/>
                          </a:rPr>
                          <m:t>x</m:t>
                        </m:r>
                      </m:e>
                    </m:nary>
                    <m:r>
                      <a:rPr lang="en-US" sz="2800">
                        <a:solidFill>
                          <a:srgbClr val="002060"/>
                        </a:solidFill>
                        <a:latin typeface="Cambria Math" panose="02040503050406030204" pitchFamily="18" charset="0"/>
                      </a:rPr>
                      <m:t>,   </m:t>
                    </m:r>
                    <m:nary>
                      <m:naryPr>
                        <m:chr m:val="∑"/>
                        <m:limLoc m:val="undOvr"/>
                        <m:subHide m:val="on"/>
                        <m:supHide m:val="on"/>
                        <m:ctrlPr>
                          <a:rPr lang="en-US" sz="2800" i="1">
                            <a:solidFill>
                              <a:srgbClr val="002060"/>
                            </a:solidFill>
                            <a:latin typeface="Cambria Math" panose="02040503050406030204" pitchFamily="18" charset="0"/>
                          </a:rPr>
                        </m:ctrlPr>
                      </m:naryPr>
                      <m:sub/>
                      <m:sup/>
                      <m:e>
                        <m:r>
                          <m:rPr>
                            <m:sty m:val="p"/>
                          </m:rPr>
                          <a:rPr lang="en-US" sz="2800">
                            <a:solidFill>
                              <a:srgbClr val="002060"/>
                            </a:solidFill>
                            <a:latin typeface="Cambria Math" panose="02040503050406030204" pitchFamily="18" charset="0"/>
                          </a:rPr>
                          <m:t>y</m:t>
                        </m:r>
                      </m:e>
                    </m:nary>
                    <m:r>
                      <a:rPr lang="en-US" sz="2800">
                        <a:solidFill>
                          <a:srgbClr val="002060"/>
                        </a:solidFill>
                        <a:latin typeface="Cambria Math" panose="02040503050406030204" pitchFamily="18" charset="0"/>
                      </a:rPr>
                      <m:t>,   </m:t>
                    </m:r>
                    <m:nary>
                      <m:naryPr>
                        <m:chr m:val="∑"/>
                        <m:limLoc m:val="undOvr"/>
                        <m:subHide m:val="on"/>
                        <m:supHide m:val="on"/>
                        <m:ctrlPr>
                          <a:rPr lang="en-US" sz="2800" i="1">
                            <a:solidFill>
                              <a:srgbClr val="002060"/>
                            </a:solidFill>
                            <a:latin typeface="Cambria Math" panose="02040503050406030204" pitchFamily="18" charset="0"/>
                          </a:rPr>
                        </m:ctrlPr>
                      </m:naryPr>
                      <m:sub/>
                      <m:sup/>
                      <m:e>
                        <m:sSup>
                          <m:sSupPr>
                            <m:ctrlPr>
                              <a:rPr lang="en-US" sz="2800" i="1">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x</m:t>
                            </m:r>
                          </m:e>
                          <m:sup>
                            <m:r>
                              <a:rPr lang="en-US" sz="2800">
                                <a:solidFill>
                                  <a:srgbClr val="002060"/>
                                </a:solidFill>
                                <a:latin typeface="Cambria Math" panose="02040503050406030204" pitchFamily="18" charset="0"/>
                              </a:rPr>
                              <m:t>2</m:t>
                            </m:r>
                          </m:sup>
                        </m:sSup>
                      </m:e>
                    </m:nary>
                    <m:r>
                      <a:rPr lang="en-US" sz="2800">
                        <a:solidFill>
                          <a:srgbClr val="002060"/>
                        </a:solidFill>
                        <a:latin typeface="Cambria Math" panose="02040503050406030204" pitchFamily="18" charset="0"/>
                      </a:rPr>
                      <m:t>,   </m:t>
                    </m:r>
                    <m:nary>
                      <m:naryPr>
                        <m:chr m:val="∑"/>
                        <m:limLoc m:val="undOvr"/>
                        <m:subHide m:val="on"/>
                        <m:supHide m:val="on"/>
                        <m:ctrlPr>
                          <a:rPr lang="en-US" sz="2800" i="1">
                            <a:solidFill>
                              <a:srgbClr val="002060"/>
                            </a:solidFill>
                            <a:latin typeface="Cambria Math" panose="02040503050406030204" pitchFamily="18" charset="0"/>
                          </a:rPr>
                        </m:ctrlPr>
                      </m:naryPr>
                      <m:sub/>
                      <m:sup/>
                      <m:e>
                        <m:r>
                          <m:rPr>
                            <m:sty m:val="p"/>
                          </m:rPr>
                          <a:rPr lang="en-US" sz="2800">
                            <a:solidFill>
                              <a:srgbClr val="002060"/>
                            </a:solidFill>
                            <a:latin typeface="Cambria Math" panose="02040503050406030204" pitchFamily="18" charset="0"/>
                          </a:rPr>
                          <m:t>xy</m:t>
                        </m:r>
                      </m:e>
                    </m:nary>
                  </m:oMath>
                </a14:m>
                <a:endParaRPr lang="en-US" sz="2800" dirty="0">
                  <a:solidFill>
                    <a:srgbClr val="002060"/>
                  </a:solidFill>
                </a:endParaRPr>
              </a:p>
              <a:p>
                <a:pPr marL="514350" lvl="0" indent="-514350" algn="just">
                  <a:lnSpc>
                    <a:spcPct val="150000"/>
                  </a:lnSpc>
                  <a:buClr>
                    <a:srgbClr val="B84742"/>
                  </a:buClr>
                  <a:buFont typeface="+mj-lt"/>
                  <a:buAutoNum type="arabicParenR" startAt="3"/>
                </a:pPr>
                <a:r>
                  <a:rPr lang="en-US" sz="2800" dirty="0">
                    <a:solidFill>
                      <a:srgbClr val="FF0000"/>
                    </a:solidFill>
                  </a:rPr>
                  <a:t>Substitute</a:t>
                </a:r>
                <a:r>
                  <a:rPr lang="en-US" sz="2800" dirty="0">
                    <a:solidFill>
                      <a:srgbClr val="002060"/>
                    </a:solidFill>
                  </a:rPr>
                  <a:t> all values in the normal equations.</a:t>
                </a:r>
              </a:p>
              <a:p>
                <a:pPr marL="514350" lvl="0" indent="-514350" algn="just">
                  <a:lnSpc>
                    <a:spcPct val="150000"/>
                  </a:lnSpc>
                  <a:buClr>
                    <a:srgbClr val="B84742"/>
                  </a:buClr>
                  <a:buFont typeface="+mj-lt"/>
                  <a:buAutoNum type="arabicParenR" startAt="3"/>
                </a:pPr>
                <a:r>
                  <a:rPr lang="en-US" sz="2800" dirty="0">
                    <a:solidFill>
                      <a:srgbClr val="FF0000"/>
                    </a:solidFill>
                  </a:rPr>
                  <a:t>Find</a:t>
                </a:r>
                <a:r>
                  <a:rPr lang="en-US" sz="2800" dirty="0">
                    <a:solidFill>
                      <a:srgbClr val="002060"/>
                    </a:solidFill>
                  </a:rPr>
                  <a:t> the values of </a:t>
                </a:r>
                <a14:m>
                  <m:oMath xmlns:m="http://schemas.openxmlformats.org/officeDocument/2006/math">
                    <m:r>
                      <m:rPr>
                        <m:sty m:val="p"/>
                      </m:rPr>
                      <a:rPr lang="en-US" sz="2800" dirty="0">
                        <a:solidFill>
                          <a:srgbClr val="FF0000"/>
                        </a:solidFill>
                        <a:latin typeface="Cambria Math" panose="02040503050406030204" pitchFamily="18" charset="0"/>
                      </a:rPr>
                      <m:t>a</m:t>
                    </m:r>
                  </m:oMath>
                </a14:m>
                <a:r>
                  <a:rPr lang="en-US" sz="2800" dirty="0">
                    <a:solidFill>
                      <a:srgbClr val="002060"/>
                    </a:solidFill>
                  </a:rPr>
                  <a:t> &amp; </a:t>
                </a:r>
                <a14:m>
                  <m:oMath xmlns:m="http://schemas.openxmlformats.org/officeDocument/2006/math">
                    <m:r>
                      <m:rPr>
                        <m:sty m:val="p"/>
                      </m:rPr>
                      <a:rPr lang="en-US" sz="2800" dirty="0">
                        <a:solidFill>
                          <a:srgbClr val="FF0000"/>
                        </a:solidFill>
                        <a:latin typeface="Cambria Math" panose="02040503050406030204" pitchFamily="18" charset="0"/>
                      </a:rPr>
                      <m:t>b</m:t>
                    </m:r>
                  </m:oMath>
                </a14:m>
                <a:r>
                  <a:rPr lang="en-US" sz="2800" dirty="0">
                    <a:solidFill>
                      <a:srgbClr val="002060"/>
                    </a:solidFill>
                  </a:rPr>
                  <a:t> from the calculator.</a:t>
                </a:r>
                <a:endParaRPr lang="en-US" sz="2800" b="1" dirty="0">
                  <a:solidFill>
                    <a:srgbClr val="002060"/>
                  </a:solidFill>
                </a:endParaRPr>
              </a:p>
              <a:p>
                <a:pPr marL="514350" lvl="0" indent="-514350" algn="just">
                  <a:lnSpc>
                    <a:spcPct val="150000"/>
                  </a:lnSpc>
                  <a:buClr>
                    <a:srgbClr val="B84742"/>
                  </a:buClr>
                  <a:buFont typeface="+mj-lt"/>
                  <a:buAutoNum type="arabicParenR" startAt="3"/>
                </a:pPr>
                <a:r>
                  <a:rPr lang="en-US" sz="2800" dirty="0">
                    <a:solidFill>
                      <a:srgbClr val="FF0000"/>
                    </a:solidFill>
                  </a:rPr>
                  <a:t>Substitute</a:t>
                </a:r>
                <a:r>
                  <a:rPr lang="en-US" sz="2800" dirty="0">
                    <a:solidFill>
                      <a:srgbClr val="002060"/>
                    </a:solidFill>
                  </a:rPr>
                  <a:t> the values of </a:t>
                </a:r>
                <a14:m>
                  <m:oMath xmlns:m="http://schemas.openxmlformats.org/officeDocument/2006/math">
                    <m:r>
                      <m:rPr>
                        <m:sty m:val="p"/>
                      </m:rPr>
                      <a:rPr lang="en-US" sz="2800" dirty="0">
                        <a:solidFill>
                          <a:srgbClr val="002060"/>
                        </a:solidFill>
                        <a:latin typeface="Cambria Math" panose="02040503050406030204" pitchFamily="18" charset="0"/>
                      </a:rPr>
                      <m:t>a</m:t>
                    </m:r>
                  </m:oMath>
                </a14:m>
                <a:r>
                  <a:rPr lang="en-US" sz="2800" dirty="0">
                    <a:solidFill>
                      <a:srgbClr val="002060"/>
                    </a:solidFill>
                  </a:rPr>
                  <a:t> &amp; </a:t>
                </a:r>
                <a14:m>
                  <m:oMath xmlns:m="http://schemas.openxmlformats.org/officeDocument/2006/math">
                    <m:r>
                      <m:rPr>
                        <m:sty m:val="p"/>
                      </m:rPr>
                      <a:rPr lang="en-US" sz="2800" dirty="0">
                        <a:solidFill>
                          <a:srgbClr val="002060"/>
                        </a:solidFill>
                        <a:latin typeface="Cambria Math" panose="02040503050406030204" pitchFamily="18" charset="0"/>
                      </a:rPr>
                      <m:t>b</m:t>
                    </m:r>
                  </m:oMath>
                </a14:m>
                <a:r>
                  <a:rPr lang="en-US" sz="2800" dirty="0">
                    <a:solidFill>
                      <a:srgbClr val="002060"/>
                    </a:solidFill>
                  </a:rPr>
                  <a:t> in the line </a:t>
                </a:r>
                <a14:m>
                  <m:oMath xmlns:m="http://schemas.openxmlformats.org/officeDocument/2006/math">
                    <m:r>
                      <m:rPr>
                        <m:sty m:val="p"/>
                      </m:rPr>
                      <a:rPr lang="en-US" sz="280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m:t>
                    </m:r>
                    <m:r>
                      <m:rPr>
                        <m:sty m:val="p"/>
                      </m:rPr>
                      <a:rPr lang="en-US" sz="2800">
                        <a:solidFill>
                          <a:srgbClr val="002060"/>
                        </a:solidFill>
                        <a:latin typeface="Cambria Math" panose="02040503050406030204" pitchFamily="18" charset="0"/>
                      </a:rPr>
                      <m:t>a</m:t>
                    </m:r>
                    <m:r>
                      <a:rPr lang="en-US" sz="2800">
                        <a:solidFill>
                          <a:srgbClr val="002060"/>
                        </a:solidFill>
                        <a:latin typeface="Cambria Math" panose="02040503050406030204" pitchFamily="18" charset="0"/>
                      </a:rPr>
                      <m:t>+</m:t>
                    </m:r>
                    <m:r>
                      <m:rPr>
                        <m:sty m:val="p"/>
                      </m:rPr>
                      <a:rPr lang="en-US" sz="2800">
                        <a:solidFill>
                          <a:srgbClr val="002060"/>
                        </a:solidFill>
                        <a:latin typeface="Cambria Math" panose="02040503050406030204" pitchFamily="18" charset="0"/>
                      </a:rPr>
                      <m:t>bx</m:t>
                    </m:r>
                  </m:oMath>
                </a14:m>
                <a:r>
                  <a:rPr lang="en-US" sz="2800" dirty="0">
                    <a:solidFill>
                      <a:srgbClr val="002060"/>
                    </a:solidFill>
                  </a:rPr>
                  <a:t>.</a:t>
                </a:r>
              </a:p>
            </p:txBody>
          </p:sp>
        </mc:Choice>
        <mc:Fallback xmlns="">
          <p:sp>
            <p:nvSpPr>
              <p:cNvPr id="14" name="Rectangle 13"/>
              <p:cNvSpPr>
                <a:spLocks noRot="1" noChangeAspect="1" noMove="1" noResize="1" noEditPoints="1" noAdjustHandles="1" noChangeArrowheads="1" noChangeShapeType="1" noTextEdit="1"/>
              </p:cNvSpPr>
              <p:nvPr/>
            </p:nvSpPr>
            <p:spPr>
              <a:xfrm>
                <a:off x="1692121" y="2307123"/>
                <a:ext cx="10140918" cy="3754874"/>
              </a:xfrm>
              <a:prstGeom prst="rect">
                <a:avLst/>
              </a:prstGeom>
              <a:blipFill rotWithShape="0">
                <a:blip r:embed="rId3"/>
                <a:stretch>
                  <a:fillRect l="-1263" t="-1623" r="-120" b="-1786"/>
                </a:stretch>
              </a:blipFill>
            </p:spPr>
            <p:txBody>
              <a:bodyPr/>
              <a:lstStyle/>
              <a:p>
                <a:r>
                  <a:rPr lang="en-US">
                    <a:noFill/>
                  </a:rPr>
                  <a:t> </a:t>
                </a:r>
              </a:p>
            </p:txBody>
          </p:sp>
        </mc:Fallback>
      </mc:AlternateContent>
    </p:spTree>
    <p:extLst>
      <p:ext uri="{BB962C8B-B14F-4D97-AF65-F5344CB8AC3E}">
        <p14:creationId xmlns:p14="http://schemas.microsoft.com/office/powerpoint/2010/main" val="2709581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0"/>
                                  </p:stCondLst>
                                  <p:childTnLst>
                                    <p:set>
                                      <p:cBhvr>
                                        <p:cTn id="13" dur="1" fill="hold">
                                          <p:stCondLst>
                                            <p:cond delay="0"/>
                                          </p:stCondLst>
                                        </p:cTn>
                                        <p:tgtEl>
                                          <p:spTgt spid="14">
                                            <p:txEl>
                                              <p:pRg st="0" end="0"/>
                                            </p:txEl>
                                          </p:spTgt>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nodeType="afterEffect">
                                  <p:stCondLst>
                                    <p:cond delay="0"/>
                                  </p:stCondLst>
                                  <p:childTnLst>
                                    <p:set>
                                      <p:cBhvr>
                                        <p:cTn id="16" dur="1" fill="hold">
                                          <p:stCondLst>
                                            <p:cond delay="0"/>
                                          </p:stCondLst>
                                        </p:cTn>
                                        <p:tgtEl>
                                          <p:spTgt spid="14">
                                            <p:txEl>
                                              <p:pRg st="1" end="1"/>
                                            </p:txEl>
                                          </p:spTgt>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nodeType="afterEffect">
                                  <p:stCondLst>
                                    <p:cond delay="0"/>
                                  </p:stCondLst>
                                  <p:childTnLst>
                                    <p:set>
                                      <p:cBhvr>
                                        <p:cTn id="19" dur="1" fill="hold">
                                          <p:stCondLst>
                                            <p:cond delay="0"/>
                                          </p:stCondLst>
                                        </p:cTn>
                                        <p:tgtEl>
                                          <p:spTgt spid="14">
                                            <p:txEl>
                                              <p:pRg st="2" end="2"/>
                                            </p:txEl>
                                          </p:spTgt>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nodeType="afterEffect">
                                  <p:stCondLst>
                                    <p:cond delay="0"/>
                                  </p:stCondLst>
                                  <p:childTnLst>
                                    <p:set>
                                      <p:cBhvr>
                                        <p:cTn id="22" dur="1" fill="hold">
                                          <p:stCondLst>
                                            <p:cond delay="0"/>
                                          </p:stCondLst>
                                        </p:cTn>
                                        <p:tgtEl>
                                          <p:spTgt spid="14">
                                            <p:txEl>
                                              <p:pRg st="3" end="3"/>
                                            </p:txEl>
                                          </p:spTgt>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nodeType="afterEffect">
                                  <p:stCondLst>
                                    <p:cond delay="0"/>
                                  </p:stCondLst>
                                  <p:childTnLst>
                                    <p:set>
                                      <p:cBhvr>
                                        <p:cTn id="25" dur="1" fill="hold">
                                          <p:stCondLst>
                                            <p:cond delay="0"/>
                                          </p:stCondLst>
                                        </p:cTn>
                                        <p:tgtEl>
                                          <p:spTgt spid="14">
                                            <p:txEl>
                                              <p:pRg st="4" end="4"/>
                                            </p:txEl>
                                          </p:spTgt>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nodeType="afterEffect">
                                  <p:stCondLst>
                                    <p:cond delay="0"/>
                                  </p:stCondLst>
                                  <p:childTnLst>
                                    <p:set>
                                      <p:cBhvr>
                                        <p:cTn id="28" dur="1" fill="hold">
                                          <p:stCondLst>
                                            <p:cond delay="0"/>
                                          </p:stCondLst>
                                        </p:cTn>
                                        <p:tgtEl>
                                          <p:spTgt spid="1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3" grpId="0" animBg="1"/>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4.1 ⇝ Example 1(</a:t>
            </a:r>
            <a:r>
              <a:rPr lang="en-GB" dirty="0">
                <a:solidFill>
                  <a:srgbClr val="FF0000"/>
                </a:solidFill>
              </a:rPr>
              <a:t>Continue</a:t>
            </a:r>
            <a:r>
              <a:rPr lang="en-GB" dirty="0"/>
              <a:t>)</a:t>
            </a:r>
            <a:endParaRPr lang="en-US" dirty="0"/>
          </a:p>
        </p:txBody>
      </p:sp>
      <mc:AlternateContent xmlns:mc="http://schemas.openxmlformats.org/markup-compatibility/2006" xmlns:a14="http://schemas.microsoft.com/office/drawing/2010/main">
        <mc:Choice Requires="a14">
          <p:sp>
            <p:nvSpPr>
              <p:cNvPr id="4" name="Rectangle 3"/>
              <p:cNvSpPr/>
              <p:nvPr/>
            </p:nvSpPr>
            <p:spPr>
              <a:xfrm>
                <a:off x="115749" y="831469"/>
                <a:ext cx="4244239" cy="523220"/>
              </a:xfrm>
              <a:prstGeom prst="rect">
                <a:avLst/>
              </a:prstGeom>
            </p:spPr>
            <p:txBody>
              <a:bodyPr wrap="none">
                <a:spAutoFit/>
              </a:bodyPr>
              <a:lstStyle/>
              <a:p>
                <a:r>
                  <a:rPr lang="en-US" sz="2800" b="0" i="0" dirty="0">
                    <a:solidFill>
                      <a:srgbClr val="002060"/>
                    </a:solidFill>
                    <a:latin typeface="+mj-lt"/>
                    <a:ea typeface="Cambria Math" panose="02040503050406030204" pitchFamily="18" charset="0"/>
                  </a:rPr>
                  <a:t>From the given data</a:t>
                </a:r>
                <a14:m>
                  <m:oMath xmlns:m="http://schemas.openxmlformats.org/officeDocument/2006/math">
                    <m:r>
                      <a:rPr lang="en-US" sz="2800" b="0" i="0" smtClean="0">
                        <a:solidFill>
                          <a:srgbClr val="002060"/>
                        </a:solidFill>
                        <a:latin typeface="Cambria Math" panose="02040503050406030204" pitchFamily="18" charset="0"/>
                        <a:ea typeface="Cambria Math" panose="02040503050406030204" pitchFamily="18" charset="0"/>
                      </a:rPr>
                      <m:t>   </m:t>
                    </m:r>
                    <m:r>
                      <a:rPr lang="en-US" sz="2800" b="0" i="1" smtClean="0">
                        <a:solidFill>
                          <a:srgbClr val="002060"/>
                        </a:solidFill>
                        <a:latin typeface="Cambria Math" panose="02040503050406030204" pitchFamily="18" charset="0"/>
                        <a:ea typeface="Cambria Math" panose="02040503050406030204" pitchFamily="18" charset="0"/>
                      </a:rPr>
                      <m:t> </m:t>
                    </m:r>
                    <m:r>
                      <m:rPr>
                        <m:sty m:val="p"/>
                      </m:rPr>
                      <a:rPr lang="en-US" sz="2800" b="0" i="0" smtClean="0">
                        <a:solidFill>
                          <a:srgbClr val="002060"/>
                        </a:solidFill>
                        <a:latin typeface="Cambria Math" panose="02040503050406030204" pitchFamily="18" charset="0"/>
                      </a:rPr>
                      <m:t>n</m:t>
                    </m:r>
                    <m:r>
                      <a:rPr lang="en-US" sz="2800" b="0" i="1" smtClean="0">
                        <a:solidFill>
                          <a:srgbClr val="002060"/>
                        </a:solidFill>
                        <a:latin typeface="Cambria Math" panose="02040503050406030204" pitchFamily="18" charset="0"/>
                      </a:rPr>
                      <m:t>=5</m:t>
                    </m:r>
                  </m:oMath>
                </a14:m>
                <a:endParaRPr lang="en-US" sz="2800" dirty="0"/>
              </a:p>
            </p:txBody>
          </p:sp>
        </mc:Choice>
        <mc:Fallback xmlns="">
          <p:sp>
            <p:nvSpPr>
              <p:cNvPr id="4" name="Rectangle 3"/>
              <p:cNvSpPr>
                <a:spLocks noRot="1" noChangeAspect="1" noMove="1" noResize="1" noEditPoints="1" noAdjustHandles="1" noChangeArrowheads="1" noChangeShapeType="1" noTextEdit="1"/>
              </p:cNvSpPr>
              <p:nvPr/>
            </p:nvSpPr>
            <p:spPr>
              <a:xfrm>
                <a:off x="115749" y="831469"/>
                <a:ext cx="4244239" cy="523220"/>
              </a:xfrm>
              <a:prstGeom prst="rect">
                <a:avLst/>
              </a:prstGeom>
              <a:blipFill rotWithShape="0">
                <a:blip r:embed="rId2"/>
                <a:stretch>
                  <a:fillRect l="-3017" t="-11628"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115749" y="2513805"/>
                <a:ext cx="1799788" cy="523220"/>
              </a:xfrm>
              <a:prstGeom prst="rect">
                <a:avLst/>
              </a:prstGeom>
            </p:spPr>
            <p:txBody>
              <a:bodyPr wrap="none">
                <a:spAutoFit/>
              </a:bodyPr>
              <a:lstStyle/>
              <a:p>
                <a:r>
                  <a:rPr lang="en-US" sz="2800" dirty="0">
                    <a:solidFill>
                      <a:srgbClr val="002060"/>
                    </a:solidFill>
                    <a:latin typeface="+mj-lt"/>
                    <a:ea typeface="Cambria Math" panose="02040503050406030204" pitchFamily="18" charset="0"/>
                  </a:rPr>
                  <a:t> </a:t>
                </a:r>
                <a14:m>
                  <m:oMath xmlns:m="http://schemas.openxmlformats.org/officeDocument/2006/math">
                    <m:nary>
                      <m:naryPr>
                        <m:chr m:val="∑"/>
                        <m:limLoc m:val="undOvr"/>
                        <m:subHide m:val="on"/>
                        <m:supHide m:val="on"/>
                        <m:ctrlPr>
                          <a:rPr lang="en-US" sz="2800" i="1">
                            <a:solidFill>
                              <a:srgbClr val="002060"/>
                            </a:solidFill>
                            <a:latin typeface="Cambria Math" panose="02040503050406030204" pitchFamily="18" charset="0"/>
                          </a:rPr>
                        </m:ctrlPr>
                      </m:naryPr>
                      <m:sub/>
                      <m:sup/>
                      <m:e>
                        <m:sSup>
                          <m:sSupPr>
                            <m:ctrlPr>
                              <a:rPr lang="en-US" sz="2800" b="0" i="1" smtClean="0">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x</m:t>
                            </m:r>
                          </m:e>
                          <m:sup>
                            <m:r>
                              <a:rPr lang="en-US" sz="2800" b="0" i="0" smtClean="0">
                                <a:solidFill>
                                  <a:srgbClr val="002060"/>
                                </a:solidFill>
                                <a:latin typeface="Cambria Math" panose="02040503050406030204" pitchFamily="18" charset="0"/>
                              </a:rPr>
                              <m:t>2</m:t>
                            </m:r>
                          </m:sup>
                        </m:sSup>
                      </m:e>
                    </m:nary>
                    <m:r>
                      <a:rPr lang="en-US" sz="2800" b="0" i="1" smtClean="0">
                        <a:solidFill>
                          <a:srgbClr val="002060"/>
                        </a:solidFill>
                        <a:latin typeface="Cambria Math" panose="02040503050406030204" pitchFamily="18" charset="0"/>
                      </a:rPr>
                      <m:t>=55</m:t>
                    </m:r>
                  </m:oMath>
                </a14:m>
                <a:endParaRPr lang="en-US" sz="2800" dirty="0"/>
              </a:p>
            </p:txBody>
          </p:sp>
        </mc:Choice>
        <mc:Fallback xmlns="">
          <p:sp>
            <p:nvSpPr>
              <p:cNvPr id="6" name="Rectangle 5"/>
              <p:cNvSpPr>
                <a:spLocks noRot="1" noChangeAspect="1" noMove="1" noResize="1" noEditPoints="1" noAdjustHandles="1" noChangeArrowheads="1" noChangeShapeType="1" noTextEdit="1"/>
              </p:cNvSpPr>
              <p:nvPr/>
            </p:nvSpPr>
            <p:spPr>
              <a:xfrm>
                <a:off x="115749" y="2513805"/>
                <a:ext cx="1799788" cy="52322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115749" y="1672637"/>
                <a:ext cx="1618585" cy="523220"/>
              </a:xfrm>
              <a:prstGeom prst="rect">
                <a:avLst/>
              </a:prstGeom>
            </p:spPr>
            <p:txBody>
              <a:bodyPr wrap="none">
                <a:spAutoFit/>
              </a:bodyPr>
              <a:lstStyle/>
              <a:p>
                <a:r>
                  <a:rPr lang="en-US" sz="2800" dirty="0">
                    <a:solidFill>
                      <a:schemeClr val="bg1"/>
                    </a:solidFill>
                    <a:ea typeface="Cambria Math" panose="02040503050406030204" pitchFamily="18" charset="0"/>
                  </a:rPr>
                  <a:t> </a:t>
                </a:r>
                <a14:m>
                  <m:oMath xmlns:m="http://schemas.openxmlformats.org/officeDocument/2006/math">
                    <m:nary>
                      <m:naryPr>
                        <m:chr m:val="∑"/>
                        <m:limLoc m:val="undOvr"/>
                        <m:subHide m:val="on"/>
                        <m:supHide m:val="on"/>
                        <m:ctrlPr>
                          <a:rPr lang="en-US" sz="2800" i="1">
                            <a:solidFill>
                              <a:srgbClr val="002060"/>
                            </a:solidFill>
                            <a:latin typeface="Cambria Math" panose="02040503050406030204" pitchFamily="18" charset="0"/>
                          </a:rPr>
                        </m:ctrlPr>
                      </m:naryPr>
                      <m:sub/>
                      <m:sup/>
                      <m:e>
                        <m:r>
                          <m:rPr>
                            <m:sty m:val="p"/>
                          </m:rPr>
                          <a:rPr lang="en-US" sz="2800" b="0" i="0" smtClean="0">
                            <a:solidFill>
                              <a:srgbClr val="002060"/>
                            </a:solidFill>
                            <a:latin typeface="Cambria Math" panose="02040503050406030204" pitchFamily="18" charset="0"/>
                          </a:rPr>
                          <m:t>x</m:t>
                        </m:r>
                      </m:e>
                    </m:nary>
                    <m:r>
                      <a:rPr lang="en-US" sz="2800" i="1">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15</m:t>
                    </m:r>
                  </m:oMath>
                </a14:m>
                <a:endParaRPr lang="en-US" sz="2800" dirty="0"/>
              </a:p>
            </p:txBody>
          </p:sp>
        </mc:Choice>
        <mc:Fallback xmlns="">
          <p:sp>
            <p:nvSpPr>
              <p:cNvPr id="7" name="Rectangle 6"/>
              <p:cNvSpPr>
                <a:spLocks noRot="1" noChangeAspect="1" noMove="1" noResize="1" noEditPoints="1" noAdjustHandles="1" noChangeArrowheads="1" noChangeShapeType="1" noTextEdit="1"/>
              </p:cNvSpPr>
              <p:nvPr/>
            </p:nvSpPr>
            <p:spPr>
              <a:xfrm>
                <a:off x="115749" y="1672637"/>
                <a:ext cx="1618585" cy="52322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3081221" y="2513805"/>
                <a:ext cx="2072234" cy="523220"/>
              </a:xfrm>
              <a:prstGeom prst="rect">
                <a:avLst/>
              </a:prstGeom>
            </p:spPr>
            <p:txBody>
              <a:bodyPr wrap="none">
                <a:spAutoFit/>
              </a:bodyPr>
              <a:lstStyle/>
              <a:p>
                <a:r>
                  <a:rPr lang="en-US" sz="2800" dirty="0">
                    <a:solidFill>
                      <a:srgbClr val="002060"/>
                    </a:solidFill>
                    <a:latin typeface="+mj-lt"/>
                    <a:ea typeface="Cambria Math" panose="02040503050406030204" pitchFamily="18" charset="0"/>
                  </a:rPr>
                  <a:t> </a:t>
                </a:r>
                <a14:m>
                  <m:oMath xmlns:m="http://schemas.openxmlformats.org/officeDocument/2006/math">
                    <m:nary>
                      <m:naryPr>
                        <m:chr m:val="∑"/>
                        <m:limLoc m:val="undOvr"/>
                        <m:subHide m:val="on"/>
                        <m:supHide m:val="on"/>
                        <m:ctrlPr>
                          <a:rPr lang="en-US" sz="2800" i="1">
                            <a:solidFill>
                              <a:srgbClr val="002060"/>
                            </a:solidFill>
                            <a:latin typeface="Cambria Math" panose="02040503050406030204" pitchFamily="18" charset="0"/>
                          </a:rPr>
                        </m:ctrlPr>
                      </m:naryPr>
                      <m:sub/>
                      <m:sup/>
                      <m:e>
                        <m:r>
                          <m:rPr>
                            <m:sty m:val="p"/>
                          </m:rPr>
                          <a:rPr lang="en-US" sz="2800" b="0" i="0" smtClean="0">
                            <a:solidFill>
                              <a:srgbClr val="002060"/>
                            </a:solidFill>
                            <a:latin typeface="Cambria Math" panose="02040503050406030204" pitchFamily="18" charset="0"/>
                          </a:rPr>
                          <m:t>xy</m:t>
                        </m:r>
                      </m:e>
                    </m:nary>
                    <m:r>
                      <a:rPr lang="en-US" sz="2800" b="0" i="1" smtClean="0">
                        <a:solidFill>
                          <a:srgbClr val="002060"/>
                        </a:solidFill>
                        <a:latin typeface="Cambria Math" panose="02040503050406030204" pitchFamily="18" charset="0"/>
                      </a:rPr>
                      <m:t>=376</m:t>
                    </m:r>
                  </m:oMath>
                </a14:m>
                <a:endParaRPr lang="en-US" sz="2800" dirty="0"/>
              </a:p>
            </p:txBody>
          </p:sp>
        </mc:Choice>
        <mc:Fallback xmlns="">
          <p:sp>
            <p:nvSpPr>
              <p:cNvPr id="8" name="Rectangle 7"/>
              <p:cNvSpPr>
                <a:spLocks noRot="1" noChangeAspect="1" noMove="1" noResize="1" noEditPoints="1" noAdjustHandles="1" noChangeArrowheads="1" noChangeShapeType="1" noTextEdit="1"/>
              </p:cNvSpPr>
              <p:nvPr/>
            </p:nvSpPr>
            <p:spPr>
              <a:xfrm>
                <a:off x="3081221" y="2513805"/>
                <a:ext cx="2072234" cy="523220"/>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3079007" y="1676776"/>
                <a:ext cx="1626599" cy="523220"/>
              </a:xfrm>
              <a:prstGeom prst="rect">
                <a:avLst/>
              </a:prstGeom>
            </p:spPr>
            <p:txBody>
              <a:bodyPr wrap="none">
                <a:spAutoFit/>
              </a:bodyPr>
              <a:lstStyle/>
              <a:p>
                <a:r>
                  <a:rPr lang="en-US" sz="2800" dirty="0">
                    <a:solidFill>
                      <a:schemeClr val="bg1"/>
                    </a:solidFill>
                    <a:ea typeface="Cambria Math" panose="02040503050406030204" pitchFamily="18" charset="0"/>
                  </a:rPr>
                  <a:t> </a:t>
                </a:r>
                <a14:m>
                  <m:oMath xmlns:m="http://schemas.openxmlformats.org/officeDocument/2006/math">
                    <m:nary>
                      <m:naryPr>
                        <m:chr m:val="∑"/>
                        <m:limLoc m:val="undOvr"/>
                        <m:subHide m:val="on"/>
                        <m:supHide m:val="on"/>
                        <m:ctrlPr>
                          <a:rPr lang="en-US" sz="2800" i="1">
                            <a:solidFill>
                              <a:srgbClr val="002060"/>
                            </a:solidFill>
                            <a:latin typeface="Cambria Math" panose="02040503050406030204" pitchFamily="18" charset="0"/>
                          </a:rPr>
                        </m:ctrlPr>
                      </m:naryPr>
                      <m:sub/>
                      <m:sup/>
                      <m:e>
                        <m:r>
                          <m:rPr>
                            <m:sty m:val="p"/>
                          </m:rPr>
                          <a:rPr lang="en-US" sz="2800">
                            <a:solidFill>
                              <a:srgbClr val="002060"/>
                            </a:solidFill>
                            <a:latin typeface="Cambria Math" panose="02040503050406030204" pitchFamily="18" charset="0"/>
                          </a:rPr>
                          <m:t>y</m:t>
                        </m:r>
                      </m:e>
                    </m:nary>
                    <m:r>
                      <a:rPr lang="en-US" sz="2800" i="1">
                        <a:solidFill>
                          <a:srgbClr val="002060"/>
                        </a:solidFill>
                        <a:latin typeface="Cambria Math" panose="02040503050406030204" pitchFamily="18" charset="0"/>
                      </a:rPr>
                      <m:t>=4</m:t>
                    </m:r>
                    <m:r>
                      <a:rPr lang="en-US" sz="2800" i="1" smtClean="0">
                        <a:solidFill>
                          <a:srgbClr val="002060"/>
                        </a:solidFill>
                        <a:latin typeface="Cambria Math" panose="02040503050406030204" pitchFamily="18" charset="0"/>
                      </a:rPr>
                      <m:t>2</m:t>
                    </m:r>
                  </m:oMath>
                </a14:m>
                <a:endParaRPr lang="en-US" sz="2800" dirty="0"/>
              </a:p>
            </p:txBody>
          </p:sp>
        </mc:Choice>
        <mc:Fallback xmlns="">
          <p:sp>
            <p:nvSpPr>
              <p:cNvPr id="15" name="Rectangle 14"/>
              <p:cNvSpPr>
                <a:spLocks noRot="1" noChangeAspect="1" noMove="1" noResize="1" noEditPoints="1" noAdjustHandles="1" noChangeArrowheads="1" noChangeShapeType="1" noTextEdit="1"/>
              </p:cNvSpPr>
              <p:nvPr/>
            </p:nvSpPr>
            <p:spPr>
              <a:xfrm>
                <a:off x="3079007" y="1676776"/>
                <a:ext cx="1626599" cy="523220"/>
              </a:xfrm>
              <a:prstGeom prst="rect">
                <a:avLst/>
              </a:prstGeom>
              <a:blipFill rotWithShape="0">
                <a:blip r:embed="rId6"/>
                <a:stretch>
                  <a:fillRect/>
                </a:stretch>
              </a:blipFill>
            </p:spPr>
            <p:txBody>
              <a:bodyPr/>
              <a:lstStyle/>
              <a:p>
                <a:r>
                  <a:rPr lang="en-US">
                    <a:noFill/>
                  </a:rPr>
                  <a:t> </a:t>
                </a:r>
              </a:p>
            </p:txBody>
          </p:sp>
        </mc:Fallback>
      </mc:AlternateContent>
      <p:sp>
        <p:nvSpPr>
          <p:cNvPr id="16" name="Rectangle 15"/>
          <p:cNvSpPr/>
          <p:nvPr/>
        </p:nvSpPr>
        <p:spPr>
          <a:xfrm>
            <a:off x="5753100" y="786082"/>
            <a:ext cx="36000" cy="5760720"/>
          </a:xfrm>
          <a:prstGeom prst="rect">
            <a:avLst/>
          </a:prstGeom>
          <a:solidFill>
            <a:srgbClr val="B84742"/>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113293" y="3359112"/>
            <a:ext cx="4592313" cy="954107"/>
          </a:xfrm>
          <a:prstGeom prst="rect">
            <a:avLst/>
          </a:prstGeom>
        </p:spPr>
        <p:txBody>
          <a:bodyPr wrap="square">
            <a:spAutoFit/>
          </a:bodyPr>
          <a:lstStyle/>
          <a:p>
            <a:r>
              <a:rPr lang="en-US" sz="2800" b="0" i="0" dirty="0">
                <a:solidFill>
                  <a:srgbClr val="002060"/>
                </a:solidFill>
                <a:latin typeface="+mj-lt"/>
                <a:ea typeface="Cambria Math" panose="02040503050406030204" pitchFamily="18" charset="0"/>
              </a:rPr>
              <a:t>Substitute these values in the </a:t>
            </a:r>
          </a:p>
          <a:p>
            <a:r>
              <a:rPr lang="en-US" sz="2800" b="0" i="0" dirty="0">
                <a:solidFill>
                  <a:srgbClr val="002060"/>
                </a:solidFill>
                <a:latin typeface="+mj-lt"/>
                <a:ea typeface="Cambria Math" panose="02040503050406030204" pitchFamily="18" charset="0"/>
              </a:rPr>
              <a:t>Normal Equations</a:t>
            </a:r>
            <a:endParaRPr lang="en-US" sz="2800" dirty="0"/>
          </a:p>
        </p:txBody>
      </p:sp>
      <mc:AlternateContent xmlns:mc="http://schemas.openxmlformats.org/markup-compatibility/2006" xmlns:a14="http://schemas.microsoft.com/office/drawing/2010/main">
        <mc:Choice Requires="a14">
          <p:sp>
            <p:nvSpPr>
              <p:cNvPr id="18" name="Rectangle 17"/>
              <p:cNvSpPr/>
              <p:nvPr/>
            </p:nvSpPr>
            <p:spPr>
              <a:xfrm>
                <a:off x="113293" y="4635306"/>
                <a:ext cx="2854308" cy="523220"/>
              </a:xfrm>
              <a:prstGeom prst="rect">
                <a:avLst/>
              </a:prstGeom>
            </p:spPr>
            <p:txBody>
              <a:bodyPr wrap="none">
                <a:spAutoFit/>
              </a:bodyPr>
              <a:lstStyle/>
              <a:p>
                <a:r>
                  <a:rPr lang="en-US" sz="2800" dirty="0">
                    <a:solidFill>
                      <a:srgbClr val="002060"/>
                    </a:solidFill>
                  </a:rPr>
                  <a:t> </a:t>
                </a:r>
                <a14:m>
                  <m:oMath xmlns:m="http://schemas.openxmlformats.org/officeDocument/2006/math">
                    <m:nary>
                      <m:naryPr>
                        <m:chr m:val="∑"/>
                        <m:limLoc m:val="undOvr"/>
                        <m:subHide m:val="on"/>
                        <m:supHide m:val="on"/>
                        <m:ctrlPr>
                          <a:rPr lang="en-US" sz="2800" i="1" smtClean="0">
                            <a:solidFill>
                              <a:srgbClr val="002060"/>
                            </a:solidFill>
                            <a:latin typeface="Cambria Math" panose="02040503050406030204" pitchFamily="18" charset="0"/>
                          </a:rPr>
                        </m:ctrlPr>
                      </m:naryPr>
                      <m:sub/>
                      <m:sup/>
                      <m:e>
                        <m:r>
                          <m:rPr>
                            <m:sty m:val="p"/>
                          </m:rPr>
                          <a:rPr lang="en-US" sz="2800" b="0" i="1">
                            <a:solidFill>
                              <a:srgbClr val="002060"/>
                            </a:solidFill>
                            <a:latin typeface="Cambria Math" panose="02040503050406030204" pitchFamily="18" charset="0"/>
                          </a:rPr>
                          <m:t>y</m:t>
                        </m:r>
                        <m:r>
                          <a:rPr lang="en-US" sz="2800" b="0">
                            <a:solidFill>
                              <a:srgbClr val="002060"/>
                            </a:solidFill>
                            <a:latin typeface="Cambria Math" panose="02040503050406030204" pitchFamily="18" charset="0"/>
                          </a:rPr>
                          <m:t> </m:t>
                        </m:r>
                      </m:e>
                    </m:nary>
                    <m:r>
                      <a:rPr lang="en-US" sz="2800" b="0">
                        <a:solidFill>
                          <a:srgbClr val="002060"/>
                        </a:solidFill>
                        <a:latin typeface="Cambria Math" panose="02040503050406030204" pitchFamily="18" charset="0"/>
                      </a:rPr>
                      <m:t>=</m:t>
                    </m:r>
                    <m:r>
                      <m:rPr>
                        <m:sty m:val="p"/>
                      </m:rPr>
                      <a:rPr lang="en-US" sz="2800" b="0" i="1">
                        <a:solidFill>
                          <a:srgbClr val="002060"/>
                        </a:solidFill>
                        <a:latin typeface="Cambria Math" panose="02040503050406030204" pitchFamily="18" charset="0"/>
                      </a:rPr>
                      <m:t>na</m:t>
                    </m:r>
                    <m:r>
                      <a:rPr lang="en-US" sz="2800" b="0">
                        <a:solidFill>
                          <a:srgbClr val="002060"/>
                        </a:solidFill>
                        <a:latin typeface="Cambria Math" panose="02040503050406030204" pitchFamily="18" charset="0"/>
                      </a:rPr>
                      <m:t>+</m:t>
                    </m:r>
                    <m:r>
                      <m:rPr>
                        <m:sty m:val="p"/>
                      </m:rPr>
                      <a:rPr lang="en-US" sz="2800" b="0" i="1">
                        <a:solidFill>
                          <a:srgbClr val="002060"/>
                        </a:solidFill>
                        <a:latin typeface="Cambria Math" panose="02040503050406030204" pitchFamily="18" charset="0"/>
                      </a:rPr>
                      <m:t>b</m:t>
                    </m:r>
                    <m:nary>
                      <m:naryPr>
                        <m:chr m:val="∑"/>
                        <m:limLoc m:val="undOvr"/>
                        <m:subHide m:val="on"/>
                        <m:supHide m:val="on"/>
                        <m:ctrlPr>
                          <a:rPr lang="en-US" sz="2800" i="1">
                            <a:solidFill>
                              <a:srgbClr val="002060"/>
                            </a:solidFill>
                            <a:latin typeface="Cambria Math" panose="02040503050406030204" pitchFamily="18" charset="0"/>
                          </a:rPr>
                        </m:ctrlPr>
                      </m:naryPr>
                      <m:sub/>
                      <m:sup/>
                      <m:e>
                        <m:r>
                          <m:rPr>
                            <m:sty m:val="p"/>
                          </m:rPr>
                          <a:rPr lang="en-US" sz="2800" b="0" i="1">
                            <a:solidFill>
                              <a:srgbClr val="002060"/>
                            </a:solidFill>
                            <a:latin typeface="Cambria Math" panose="02040503050406030204" pitchFamily="18" charset="0"/>
                          </a:rPr>
                          <m:t>x</m:t>
                        </m:r>
                      </m:e>
                    </m:nary>
                  </m:oMath>
                </a14:m>
                <a:endParaRPr lang="en-US" sz="2800" dirty="0">
                  <a:solidFill>
                    <a:srgbClr val="002060"/>
                  </a:solidFill>
                </a:endParaRPr>
              </a:p>
            </p:txBody>
          </p:sp>
        </mc:Choice>
        <mc:Fallback xmlns="">
          <p:sp>
            <p:nvSpPr>
              <p:cNvPr id="18" name="Rectangle 17"/>
              <p:cNvSpPr>
                <a:spLocks noRot="1" noChangeAspect="1" noMove="1" noResize="1" noEditPoints="1" noAdjustHandles="1" noChangeArrowheads="1" noChangeShapeType="1" noTextEdit="1"/>
              </p:cNvSpPr>
              <p:nvPr/>
            </p:nvSpPr>
            <p:spPr>
              <a:xfrm>
                <a:off x="113293" y="4635306"/>
                <a:ext cx="2854308" cy="523220"/>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p:cNvSpPr/>
              <p:nvPr/>
            </p:nvSpPr>
            <p:spPr>
              <a:xfrm>
                <a:off x="113293" y="5480613"/>
                <a:ext cx="3476914" cy="523220"/>
              </a:xfrm>
              <a:prstGeom prst="rect">
                <a:avLst/>
              </a:prstGeom>
            </p:spPr>
            <p:txBody>
              <a:bodyPr wrap="none">
                <a:spAutoFit/>
              </a:bodyPr>
              <a:lstStyle/>
              <a:p>
                <a:r>
                  <a:rPr lang="en-US" sz="2800" dirty="0">
                    <a:solidFill>
                      <a:srgbClr val="002060"/>
                    </a:solidFill>
                  </a:rPr>
                  <a:t> </a:t>
                </a:r>
                <a14:m>
                  <m:oMath xmlns:m="http://schemas.openxmlformats.org/officeDocument/2006/math">
                    <m:nary>
                      <m:naryPr>
                        <m:chr m:val="∑"/>
                        <m:limLoc m:val="undOvr"/>
                        <m:subHide m:val="on"/>
                        <m:supHide m:val="on"/>
                        <m:ctrlPr>
                          <a:rPr lang="en-US" sz="2800" i="1" smtClean="0">
                            <a:solidFill>
                              <a:srgbClr val="002060"/>
                            </a:solidFill>
                            <a:latin typeface="Cambria Math" panose="02040503050406030204" pitchFamily="18" charset="0"/>
                          </a:rPr>
                        </m:ctrlPr>
                      </m:naryPr>
                      <m:sub/>
                      <m:sup/>
                      <m:e>
                        <m:r>
                          <m:rPr>
                            <m:sty m:val="p"/>
                          </m:rPr>
                          <a:rPr lang="en-US" sz="2800" b="0" i="1">
                            <a:solidFill>
                              <a:srgbClr val="002060"/>
                            </a:solidFill>
                            <a:latin typeface="Cambria Math" panose="02040503050406030204" pitchFamily="18" charset="0"/>
                          </a:rPr>
                          <m:t>xy</m:t>
                        </m:r>
                      </m:e>
                    </m:nary>
                    <m:r>
                      <a:rPr lang="en-US" sz="2800" b="0">
                        <a:solidFill>
                          <a:srgbClr val="002060"/>
                        </a:solidFill>
                        <a:latin typeface="Cambria Math" panose="02040503050406030204" pitchFamily="18" charset="0"/>
                      </a:rPr>
                      <m:t>=</m:t>
                    </m:r>
                    <m:r>
                      <m:rPr>
                        <m:sty m:val="p"/>
                      </m:rPr>
                      <a:rPr lang="en-US" sz="2800" b="0" i="1">
                        <a:solidFill>
                          <a:srgbClr val="002060"/>
                        </a:solidFill>
                        <a:latin typeface="Cambria Math" panose="02040503050406030204" pitchFamily="18" charset="0"/>
                      </a:rPr>
                      <m:t>a</m:t>
                    </m:r>
                    <m:nary>
                      <m:naryPr>
                        <m:chr m:val="∑"/>
                        <m:limLoc m:val="undOvr"/>
                        <m:subHide m:val="on"/>
                        <m:supHide m:val="on"/>
                        <m:ctrlPr>
                          <a:rPr lang="en-US" sz="2800" i="1">
                            <a:solidFill>
                              <a:srgbClr val="002060"/>
                            </a:solidFill>
                            <a:latin typeface="Cambria Math" panose="02040503050406030204" pitchFamily="18" charset="0"/>
                          </a:rPr>
                        </m:ctrlPr>
                      </m:naryPr>
                      <m:sub/>
                      <m:sup/>
                      <m:e>
                        <m:r>
                          <m:rPr>
                            <m:sty m:val="p"/>
                          </m:rPr>
                          <a:rPr lang="en-US" sz="2800" b="0" i="1">
                            <a:solidFill>
                              <a:srgbClr val="002060"/>
                            </a:solidFill>
                            <a:latin typeface="Cambria Math" panose="02040503050406030204" pitchFamily="18" charset="0"/>
                          </a:rPr>
                          <m:t>x</m:t>
                        </m:r>
                      </m:e>
                    </m:nary>
                    <m:r>
                      <a:rPr lang="en-US" sz="2800" b="0">
                        <a:solidFill>
                          <a:srgbClr val="002060"/>
                        </a:solidFill>
                        <a:latin typeface="Cambria Math" panose="02040503050406030204" pitchFamily="18" charset="0"/>
                      </a:rPr>
                      <m:t>+</m:t>
                    </m:r>
                    <m:r>
                      <m:rPr>
                        <m:sty m:val="p"/>
                      </m:rPr>
                      <a:rPr lang="en-US" sz="2800" b="0" i="1">
                        <a:solidFill>
                          <a:srgbClr val="002060"/>
                        </a:solidFill>
                        <a:latin typeface="Cambria Math" panose="02040503050406030204" pitchFamily="18" charset="0"/>
                      </a:rPr>
                      <m:t>b</m:t>
                    </m:r>
                    <m:nary>
                      <m:naryPr>
                        <m:chr m:val="∑"/>
                        <m:limLoc m:val="undOvr"/>
                        <m:subHide m:val="on"/>
                        <m:supHide m:val="on"/>
                        <m:ctrlPr>
                          <a:rPr lang="en-US" sz="2800" i="1">
                            <a:solidFill>
                              <a:srgbClr val="002060"/>
                            </a:solidFill>
                            <a:latin typeface="Cambria Math" panose="02040503050406030204" pitchFamily="18" charset="0"/>
                          </a:rPr>
                        </m:ctrlPr>
                      </m:naryPr>
                      <m:sub/>
                      <m:sup/>
                      <m:e>
                        <m:sSup>
                          <m:sSupPr>
                            <m:ctrlPr>
                              <a:rPr lang="en-US" sz="2800" i="1">
                                <a:solidFill>
                                  <a:srgbClr val="002060"/>
                                </a:solidFill>
                                <a:latin typeface="Cambria Math" panose="02040503050406030204" pitchFamily="18" charset="0"/>
                              </a:rPr>
                            </m:ctrlPr>
                          </m:sSupPr>
                          <m:e>
                            <m:r>
                              <m:rPr>
                                <m:sty m:val="p"/>
                              </m:rPr>
                              <a:rPr lang="en-US" sz="2800" b="0" i="1">
                                <a:solidFill>
                                  <a:srgbClr val="002060"/>
                                </a:solidFill>
                                <a:latin typeface="Cambria Math" panose="02040503050406030204" pitchFamily="18" charset="0"/>
                              </a:rPr>
                              <m:t>x</m:t>
                            </m:r>
                          </m:e>
                          <m:sup>
                            <m:r>
                              <a:rPr lang="en-US" sz="2800" b="0" i="1">
                                <a:solidFill>
                                  <a:srgbClr val="002060"/>
                                </a:solidFill>
                                <a:latin typeface="Cambria Math" panose="02040503050406030204" pitchFamily="18" charset="0"/>
                              </a:rPr>
                              <m:t>2</m:t>
                            </m:r>
                          </m:sup>
                        </m:sSup>
                      </m:e>
                    </m:nary>
                  </m:oMath>
                </a14:m>
                <a:endParaRPr lang="en-US" sz="2800" dirty="0">
                  <a:solidFill>
                    <a:srgbClr val="002060"/>
                  </a:solidFill>
                </a:endParaRPr>
              </a:p>
            </p:txBody>
          </p:sp>
        </mc:Choice>
        <mc:Fallback xmlns="">
          <p:sp>
            <p:nvSpPr>
              <p:cNvPr id="19" name="Rectangle 18"/>
              <p:cNvSpPr>
                <a:spLocks noRot="1" noChangeAspect="1" noMove="1" noResize="1" noEditPoints="1" noAdjustHandles="1" noChangeArrowheads="1" noChangeShapeType="1" noTextEdit="1"/>
              </p:cNvSpPr>
              <p:nvPr/>
            </p:nvSpPr>
            <p:spPr>
              <a:xfrm>
                <a:off x="113293" y="5480613"/>
                <a:ext cx="3476914" cy="523220"/>
              </a:xfrm>
              <a:prstGeom prst="rect">
                <a:avLst/>
              </a:prstGeom>
              <a:blipFill rotWithShape="0">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p:cNvSpPr/>
              <p:nvPr/>
            </p:nvSpPr>
            <p:spPr>
              <a:xfrm>
                <a:off x="6319139" y="831469"/>
                <a:ext cx="4562018" cy="146796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800" i="1" smtClean="0">
                              <a:solidFill>
                                <a:srgbClr val="002060"/>
                              </a:solidFill>
                              <a:latin typeface="Cambria Math" panose="02040503050406030204" pitchFamily="18" charset="0"/>
                              <a:ea typeface="Cambria Math" panose="02040503050406030204" pitchFamily="18" charset="0"/>
                            </a:rPr>
                          </m:ctrlPr>
                        </m:dPr>
                        <m:e>
                          <m:eqArr>
                            <m:eqArrPr>
                              <m:ctrlPr>
                                <a:rPr lang="en-US" sz="2800" i="1" smtClean="0">
                                  <a:solidFill>
                                    <a:srgbClr val="002060"/>
                                  </a:solidFill>
                                  <a:latin typeface="Cambria Math" panose="02040503050406030204" pitchFamily="18" charset="0"/>
                                  <a:ea typeface="Cambria Math" panose="02040503050406030204" pitchFamily="18" charset="0"/>
                                </a:rPr>
                              </m:ctrlPr>
                            </m:eqArrPr>
                            <m:e>
                              <m:r>
                                <a:rPr lang="en-US" sz="2800" i="1">
                                  <a:solidFill>
                                    <a:schemeClr val="bg1"/>
                                  </a:solidFill>
                                  <a:latin typeface="Cambria Math" panose="02040503050406030204" pitchFamily="18" charset="0"/>
                                  <a:ea typeface="Cambria Math" panose="02040503050406030204" pitchFamily="18" charset="0"/>
                                </a:rPr>
                                <m:t>0</m:t>
                              </m:r>
                              <m:r>
                                <a:rPr lang="en-US" sz="2800" i="1" smtClean="0">
                                  <a:solidFill>
                                    <a:schemeClr val="bg1"/>
                                  </a:solidFill>
                                  <a:latin typeface="Cambria Math" panose="02040503050406030204" pitchFamily="18" charset="0"/>
                                </a:rPr>
                                <m:t>42</m:t>
                              </m:r>
                              <m:r>
                                <a:rPr lang="en-US" sz="2800">
                                  <a:solidFill>
                                    <a:srgbClr val="002060"/>
                                  </a:solidFill>
                                  <a:latin typeface="Cambria Math" panose="02040503050406030204" pitchFamily="18" charset="0"/>
                                </a:rPr>
                                <m:t>=</m:t>
                              </m:r>
                              <m:r>
                                <a:rPr lang="en-US" sz="2800" i="1" smtClean="0">
                                  <a:solidFill>
                                    <a:schemeClr val="bg1"/>
                                  </a:solidFill>
                                  <a:latin typeface="Cambria Math" panose="02040503050406030204" pitchFamily="18" charset="0"/>
                                </a:rPr>
                                <m:t>5</m:t>
                              </m:r>
                              <m:r>
                                <a:rPr lang="en-US" sz="2800" i="1">
                                  <a:solidFill>
                                    <a:srgbClr val="002060"/>
                                  </a:solidFill>
                                  <a:latin typeface="Cambria Math" panose="02040503050406030204" pitchFamily="18" charset="0"/>
                                  <a:ea typeface="Cambria Math" panose="02040503050406030204" pitchFamily="18" charset="0"/>
                                </a:rPr>
                                <m:t>∙</m:t>
                              </m:r>
                              <m:r>
                                <m:rPr>
                                  <m:sty m:val="p"/>
                                </m:rPr>
                                <a:rPr lang="en-US" sz="2800" i="1" smtClean="0">
                                  <a:solidFill>
                                    <a:srgbClr val="FF0000"/>
                                  </a:solidFill>
                                  <a:latin typeface="Cambria Math" panose="02040503050406030204" pitchFamily="18" charset="0"/>
                                </a:rPr>
                                <m:t>a</m:t>
                              </m:r>
                              <m:r>
                                <a:rPr lang="en-US" sz="2800">
                                  <a:solidFill>
                                    <a:srgbClr val="002060"/>
                                  </a:solidFill>
                                  <a:latin typeface="Cambria Math" panose="02040503050406030204" pitchFamily="18" charset="0"/>
                                </a:rPr>
                                <m:t>+</m:t>
                              </m:r>
                              <m:r>
                                <m:rPr>
                                  <m:sty m:val="p"/>
                                </m:rPr>
                                <a:rPr lang="en-US" sz="2800" i="1" smtClean="0">
                                  <a:solidFill>
                                    <a:srgbClr val="FF0000"/>
                                  </a:solidFill>
                                  <a:latin typeface="Cambria Math" panose="02040503050406030204" pitchFamily="18" charset="0"/>
                                </a:rPr>
                                <m:t>b</m:t>
                              </m:r>
                              <m:r>
                                <a:rPr lang="en-US" sz="2800" i="1">
                                  <a:solidFill>
                                    <a:srgbClr val="002060"/>
                                  </a:solidFill>
                                  <a:latin typeface="Cambria Math" panose="02040503050406030204" pitchFamily="18" charset="0"/>
                                  <a:ea typeface="Cambria Math" panose="02040503050406030204" pitchFamily="18" charset="0"/>
                                </a:rPr>
                                <m:t>∙</m:t>
                              </m:r>
                              <m:r>
                                <a:rPr lang="en-US" sz="2800" i="1" smtClean="0">
                                  <a:solidFill>
                                    <a:schemeClr val="bg1"/>
                                  </a:solidFill>
                                  <a:latin typeface="Cambria Math" panose="02040503050406030204" pitchFamily="18" charset="0"/>
                                </a:rPr>
                                <m:t>15</m:t>
                              </m:r>
                            </m:e>
                            <m:e>
                              <m:r>
                                <a:rPr lang="en-US" sz="2800" b="0" i="1" smtClean="0">
                                  <a:solidFill>
                                    <a:srgbClr val="002060"/>
                                  </a:solidFill>
                                  <a:latin typeface="Cambria Math" panose="02040503050406030204" pitchFamily="18" charset="0"/>
                                </a:rPr>
                                <m:t> </m:t>
                              </m:r>
                            </m:e>
                            <m:e>
                              <m:r>
                                <a:rPr lang="en-US" sz="2800" i="1">
                                  <a:solidFill>
                                    <a:schemeClr val="bg1"/>
                                  </a:solidFill>
                                  <a:latin typeface="Cambria Math" panose="02040503050406030204" pitchFamily="18" charset="0"/>
                                  <a:ea typeface="Cambria Math" panose="02040503050406030204" pitchFamily="18" charset="0"/>
                                </a:rPr>
                                <m:t>⇒</m:t>
                              </m:r>
                              <m:r>
                                <a:rPr lang="en-US" sz="2800" i="1" smtClean="0">
                                  <a:solidFill>
                                    <a:schemeClr val="bg1"/>
                                  </a:solidFill>
                                  <a:latin typeface="Cambria Math" panose="02040503050406030204" pitchFamily="18" charset="0"/>
                                </a:rPr>
                                <m:t>376</m:t>
                              </m:r>
                              <m:r>
                                <a:rPr lang="en-US" sz="2800">
                                  <a:solidFill>
                                    <a:srgbClr val="002060"/>
                                  </a:solidFill>
                                  <a:latin typeface="Cambria Math" panose="02040503050406030204" pitchFamily="18" charset="0"/>
                                </a:rPr>
                                <m:t>=</m:t>
                              </m:r>
                              <m:r>
                                <m:rPr>
                                  <m:sty m:val="p"/>
                                </m:rPr>
                                <a:rPr lang="en-US" sz="2800" smtClean="0">
                                  <a:solidFill>
                                    <a:srgbClr val="FF0000"/>
                                  </a:solidFill>
                                  <a:latin typeface="Cambria Math" panose="02040503050406030204" pitchFamily="18" charset="0"/>
                                </a:rPr>
                                <m:t>a</m:t>
                              </m:r>
                              <m:r>
                                <a:rPr lang="en-US" sz="2800" i="1">
                                  <a:solidFill>
                                    <a:srgbClr val="002060"/>
                                  </a:solidFill>
                                  <a:latin typeface="Cambria Math" panose="02040503050406030204" pitchFamily="18" charset="0"/>
                                  <a:ea typeface="Cambria Math" panose="02040503050406030204" pitchFamily="18" charset="0"/>
                                </a:rPr>
                                <m:t>∙</m:t>
                              </m:r>
                              <m:r>
                                <a:rPr lang="en-US" sz="2800" i="1" smtClean="0">
                                  <a:solidFill>
                                    <a:schemeClr val="bg1"/>
                                  </a:solidFill>
                                  <a:latin typeface="Cambria Math" panose="02040503050406030204" pitchFamily="18" charset="0"/>
                                </a:rPr>
                                <m:t>15</m:t>
                              </m:r>
                              <m:r>
                                <a:rPr lang="en-US" sz="2800">
                                  <a:solidFill>
                                    <a:srgbClr val="002060"/>
                                  </a:solidFill>
                                  <a:latin typeface="Cambria Math" panose="02040503050406030204" pitchFamily="18" charset="0"/>
                                </a:rPr>
                                <m:t>+</m:t>
                              </m:r>
                              <m:r>
                                <m:rPr>
                                  <m:sty m:val="p"/>
                                </m:rPr>
                                <a:rPr lang="en-US" sz="2800" i="1" smtClean="0">
                                  <a:solidFill>
                                    <a:srgbClr val="FF0000"/>
                                  </a:solidFill>
                                  <a:latin typeface="Cambria Math" panose="02040503050406030204" pitchFamily="18" charset="0"/>
                                </a:rPr>
                                <m:t>b</m:t>
                              </m:r>
                              <m:r>
                                <a:rPr lang="en-US" sz="2800" i="1">
                                  <a:solidFill>
                                    <a:srgbClr val="002060"/>
                                  </a:solidFill>
                                  <a:latin typeface="Cambria Math" panose="02040503050406030204" pitchFamily="18" charset="0"/>
                                  <a:ea typeface="Cambria Math" panose="02040503050406030204" pitchFamily="18" charset="0"/>
                                </a:rPr>
                                <m:t>∙</m:t>
                              </m:r>
                              <m:r>
                                <a:rPr lang="en-US" sz="2800" i="1" smtClean="0">
                                  <a:solidFill>
                                    <a:schemeClr val="bg1"/>
                                  </a:solidFill>
                                  <a:latin typeface="Cambria Math" panose="02040503050406030204" pitchFamily="18" charset="0"/>
                                </a:rPr>
                                <m:t>55</m:t>
                              </m:r>
                              <m:r>
                                <m:rPr>
                                  <m:nor/>
                                </m:rPr>
                                <a:rPr lang="en-US" sz="2800" dirty="0">
                                  <a:solidFill>
                                    <a:srgbClr val="002060"/>
                                  </a:solidFill>
                                </a:rPr>
                                <m:t> </m:t>
                              </m:r>
                            </m:e>
                          </m:eqArr>
                        </m:e>
                      </m:d>
                    </m:oMath>
                  </m:oMathPara>
                </a14:m>
                <a:endParaRPr lang="en-US" sz="2800" dirty="0">
                  <a:solidFill>
                    <a:srgbClr val="002060"/>
                  </a:solidFill>
                </a:endParaRPr>
              </a:p>
            </p:txBody>
          </p:sp>
        </mc:Choice>
        <mc:Fallback xmlns="">
          <p:sp>
            <p:nvSpPr>
              <p:cNvPr id="20" name="Rectangle 19"/>
              <p:cNvSpPr>
                <a:spLocks noRot="1" noChangeAspect="1" noMove="1" noResize="1" noEditPoints="1" noAdjustHandles="1" noChangeArrowheads="1" noChangeShapeType="1" noTextEdit="1"/>
              </p:cNvSpPr>
              <p:nvPr/>
            </p:nvSpPr>
            <p:spPr>
              <a:xfrm>
                <a:off x="6319139" y="831469"/>
                <a:ext cx="4562018" cy="1467966"/>
              </a:xfrm>
              <a:prstGeom prst="rect">
                <a:avLst/>
              </a:prstGeom>
              <a:blipFill rotWithShape="0">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Rectangle 20"/>
              <p:cNvSpPr/>
              <p:nvPr/>
            </p:nvSpPr>
            <p:spPr>
              <a:xfrm>
                <a:off x="6319139" y="4204419"/>
                <a:ext cx="5760720" cy="954107"/>
              </a:xfrm>
              <a:prstGeom prst="rect">
                <a:avLst/>
              </a:prstGeom>
            </p:spPr>
            <p:txBody>
              <a:bodyPr wrap="square">
                <a:spAutoFit/>
              </a:bodyPr>
              <a:lstStyle/>
              <a:p>
                <a:pPr marL="288925" indent="-288925"/>
                <a14:m>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oMath>
                </a14:m>
                <a:r>
                  <a:rPr lang="en-US" sz="2800" dirty="0">
                    <a:solidFill>
                      <a:srgbClr val="002060"/>
                    </a:solidFill>
                  </a:rPr>
                  <a:t> The best fitting straight line to the given data is </a:t>
                </a:r>
                <a14:m>
                  <m:oMath xmlns:m="http://schemas.openxmlformats.org/officeDocument/2006/math">
                    <m:r>
                      <m:rPr>
                        <m:sty m:val="p"/>
                      </m:rPr>
                      <a:rPr lang="en-US" sz="280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m:t>
                    </m:r>
                    <m:r>
                      <m:rPr>
                        <m:sty m:val="p"/>
                      </m:rPr>
                      <a:rPr lang="en-US" sz="2800">
                        <a:solidFill>
                          <a:srgbClr val="002060"/>
                        </a:solidFill>
                        <a:latin typeface="Cambria Math" panose="02040503050406030204" pitchFamily="18" charset="0"/>
                      </a:rPr>
                      <m:t>a</m:t>
                    </m:r>
                    <m:r>
                      <a:rPr lang="en-US" sz="2800">
                        <a:solidFill>
                          <a:srgbClr val="002060"/>
                        </a:solidFill>
                        <a:latin typeface="Cambria Math" panose="02040503050406030204" pitchFamily="18" charset="0"/>
                      </a:rPr>
                      <m:t>+</m:t>
                    </m:r>
                    <m:r>
                      <m:rPr>
                        <m:sty m:val="p"/>
                      </m:rPr>
                      <a:rPr lang="en-US" sz="2800">
                        <a:solidFill>
                          <a:srgbClr val="002060"/>
                        </a:solidFill>
                        <a:latin typeface="Cambria Math" panose="02040503050406030204" pitchFamily="18" charset="0"/>
                      </a:rPr>
                      <m:t>bx</m:t>
                    </m:r>
                  </m:oMath>
                </a14:m>
                <a:endParaRPr lang="en-US" sz="2800" dirty="0">
                  <a:solidFill>
                    <a:srgbClr val="002060"/>
                  </a:solidFill>
                </a:endParaRPr>
              </a:p>
            </p:txBody>
          </p:sp>
        </mc:Choice>
        <mc:Fallback xmlns="">
          <p:sp>
            <p:nvSpPr>
              <p:cNvPr id="21" name="Rectangle 20"/>
              <p:cNvSpPr>
                <a:spLocks noRot="1" noChangeAspect="1" noMove="1" noResize="1" noEditPoints="1" noAdjustHandles="1" noChangeArrowheads="1" noChangeShapeType="1" noTextEdit="1"/>
              </p:cNvSpPr>
              <p:nvPr/>
            </p:nvSpPr>
            <p:spPr>
              <a:xfrm>
                <a:off x="6319139" y="4204419"/>
                <a:ext cx="5760720" cy="954107"/>
              </a:xfrm>
              <a:prstGeom prst="rect">
                <a:avLst/>
              </a:prstGeom>
              <a:blipFill rotWithShape="0">
                <a:blip r:embed="rId10"/>
                <a:stretch>
                  <a:fillRect t="-7051" b="-173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Rectangle 21"/>
              <p:cNvSpPr/>
              <p:nvPr/>
            </p:nvSpPr>
            <p:spPr>
              <a:xfrm>
                <a:off x="6796558" y="3359112"/>
                <a:ext cx="137967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2800" b="0" i="0" smtClean="0">
                          <a:solidFill>
                            <a:srgbClr val="002060"/>
                          </a:solidFill>
                          <a:latin typeface="Cambria Math" panose="02040503050406030204" pitchFamily="18" charset="0"/>
                        </a:rPr>
                        <m:t>a</m:t>
                      </m:r>
                      <m:r>
                        <a:rPr lang="en-US" sz="2800" b="0" i="0" smtClean="0">
                          <a:solidFill>
                            <a:srgbClr val="002060"/>
                          </a:solidFill>
                          <a:latin typeface="Cambria Math" panose="02040503050406030204" pitchFamily="18" charset="0"/>
                        </a:rPr>
                        <m:t>=3.9</m:t>
                      </m:r>
                    </m:oMath>
                  </m:oMathPara>
                </a14:m>
                <a:endParaRPr lang="en-US" sz="2800" dirty="0"/>
              </a:p>
            </p:txBody>
          </p:sp>
        </mc:Choice>
        <mc:Fallback xmlns="">
          <p:sp>
            <p:nvSpPr>
              <p:cNvPr id="22" name="Rectangle 21"/>
              <p:cNvSpPr>
                <a:spLocks noRot="1" noChangeAspect="1" noMove="1" noResize="1" noEditPoints="1" noAdjustHandles="1" noChangeArrowheads="1" noChangeShapeType="1" noTextEdit="1"/>
              </p:cNvSpPr>
              <p:nvPr/>
            </p:nvSpPr>
            <p:spPr>
              <a:xfrm>
                <a:off x="6796558" y="3359112"/>
                <a:ext cx="1379672" cy="523220"/>
              </a:xfrm>
              <a:prstGeom prst="rect">
                <a:avLst/>
              </a:prstGeom>
              <a:blipFill rotWithShape="0">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p:cNvSpPr/>
              <p:nvPr/>
            </p:nvSpPr>
            <p:spPr>
              <a:xfrm>
                <a:off x="9071078" y="3359112"/>
                <a:ext cx="1402115"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2800" b="0" i="0" smtClean="0">
                          <a:solidFill>
                            <a:srgbClr val="002060"/>
                          </a:solidFill>
                          <a:latin typeface="Cambria Math" panose="02040503050406030204" pitchFamily="18" charset="0"/>
                        </a:rPr>
                        <m:t>b</m:t>
                      </m:r>
                      <m:r>
                        <a:rPr lang="en-US" sz="2800" b="0" i="0" smtClean="0">
                          <a:solidFill>
                            <a:srgbClr val="002060"/>
                          </a:solidFill>
                          <a:latin typeface="Cambria Math" panose="02040503050406030204" pitchFamily="18" charset="0"/>
                        </a:rPr>
                        <m:t>=1.5</m:t>
                      </m:r>
                    </m:oMath>
                  </m:oMathPara>
                </a14:m>
                <a:endParaRPr lang="en-US" sz="2800" dirty="0"/>
              </a:p>
            </p:txBody>
          </p:sp>
        </mc:Choice>
        <mc:Fallback xmlns="">
          <p:sp>
            <p:nvSpPr>
              <p:cNvPr id="23" name="Rectangle 22"/>
              <p:cNvSpPr>
                <a:spLocks noRot="1" noChangeAspect="1" noMove="1" noResize="1" noEditPoints="1" noAdjustHandles="1" noChangeArrowheads="1" noChangeShapeType="1" noTextEdit="1"/>
              </p:cNvSpPr>
              <p:nvPr/>
            </p:nvSpPr>
            <p:spPr>
              <a:xfrm>
                <a:off x="9071078" y="3359112"/>
                <a:ext cx="1402115" cy="523220"/>
              </a:xfrm>
              <a:prstGeom prst="rect">
                <a:avLst/>
              </a:prstGeom>
              <a:blipFill rotWithShape="0">
                <a:blip r:embed="rId12"/>
                <a:stretch>
                  <a:fillRect/>
                </a:stretch>
              </a:blipFill>
            </p:spPr>
            <p:txBody>
              <a:bodyPr/>
              <a:lstStyle/>
              <a:p>
                <a:r>
                  <a:rPr lang="en-US">
                    <a:noFill/>
                  </a:rPr>
                  <a:t> </a:t>
                </a:r>
              </a:p>
            </p:txBody>
          </p:sp>
        </mc:Fallback>
      </mc:AlternateContent>
      <p:sp>
        <p:nvSpPr>
          <p:cNvPr id="24" name="Rectangle 23"/>
          <p:cNvSpPr/>
          <p:nvPr/>
        </p:nvSpPr>
        <p:spPr>
          <a:xfrm>
            <a:off x="6319139" y="2515323"/>
            <a:ext cx="4756430" cy="523220"/>
          </a:xfrm>
          <a:prstGeom prst="rect">
            <a:avLst/>
          </a:prstGeom>
        </p:spPr>
        <p:txBody>
          <a:bodyPr wrap="none">
            <a:spAutoFit/>
          </a:bodyPr>
          <a:lstStyle/>
          <a:p>
            <a:r>
              <a:rPr lang="en-US" sz="2800" dirty="0">
                <a:solidFill>
                  <a:srgbClr val="002060"/>
                </a:solidFill>
              </a:rPr>
              <a:t>Solving above equations, We get</a:t>
            </a:r>
          </a:p>
        </p:txBody>
      </p:sp>
      <mc:AlternateContent xmlns:mc="http://schemas.openxmlformats.org/markup-compatibility/2006" xmlns:a14="http://schemas.microsoft.com/office/drawing/2010/main">
        <mc:Choice Requires="a14">
          <p:sp>
            <p:nvSpPr>
              <p:cNvPr id="26" name="Rectangle 25"/>
              <p:cNvSpPr/>
              <p:nvPr/>
            </p:nvSpPr>
            <p:spPr>
              <a:xfrm>
                <a:off x="6319139" y="5480613"/>
                <a:ext cx="3452997" cy="523220"/>
              </a:xfrm>
              <a:prstGeom prst="rect">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wrap="square">
                <a:spAutoFit/>
              </a:bodyPr>
              <a:lstStyle/>
              <a:p>
                <a:pPr marL="288925" indent="-288925"/>
                <a14:m>
                  <m:oMathPara xmlns:m="http://schemas.openxmlformats.org/officeDocument/2006/math">
                    <m:oMathParaPr>
                      <m:jc m:val="left"/>
                    </m:oMathParaPr>
                    <m:oMath xmlns:m="http://schemas.openxmlformats.org/officeDocument/2006/math">
                      <m:r>
                        <a:rPr lang="en-US" sz="2800" b="1" i="1" smtClean="0">
                          <a:solidFill>
                            <a:srgbClr val="7030A0"/>
                          </a:solidFill>
                          <a:latin typeface="Cambria Math" panose="02040503050406030204" pitchFamily="18" charset="0"/>
                          <a:ea typeface="Cambria Math" panose="02040503050406030204" pitchFamily="18" charset="0"/>
                        </a:rPr>
                        <m:t>⇒</m:t>
                      </m:r>
                      <m:r>
                        <a:rPr lang="en-US" sz="2800" b="1" i="1">
                          <a:solidFill>
                            <a:srgbClr val="7030A0"/>
                          </a:solidFill>
                          <a:latin typeface="Cambria Math" panose="02040503050406030204" pitchFamily="18" charset="0"/>
                        </a:rPr>
                        <m:t>𝐲</m:t>
                      </m:r>
                      <m:r>
                        <a:rPr lang="en-US" sz="2800" b="1">
                          <a:solidFill>
                            <a:srgbClr val="7030A0"/>
                          </a:solidFill>
                          <a:latin typeface="Cambria Math" panose="02040503050406030204" pitchFamily="18" charset="0"/>
                        </a:rPr>
                        <m:t>=</m:t>
                      </m:r>
                      <m:r>
                        <a:rPr lang="en-US" sz="2800" b="1" i="1">
                          <a:solidFill>
                            <a:srgbClr val="7030A0"/>
                          </a:solidFill>
                          <a:latin typeface="Cambria Math" panose="02040503050406030204" pitchFamily="18" charset="0"/>
                        </a:rPr>
                        <m:t>𝟑</m:t>
                      </m:r>
                      <m:r>
                        <a:rPr lang="en-US" sz="2800" b="1">
                          <a:solidFill>
                            <a:srgbClr val="7030A0"/>
                          </a:solidFill>
                          <a:latin typeface="Cambria Math" panose="02040503050406030204" pitchFamily="18" charset="0"/>
                        </a:rPr>
                        <m:t>.</m:t>
                      </m:r>
                      <m:r>
                        <a:rPr lang="en-US" sz="2800" b="1" i="1">
                          <a:solidFill>
                            <a:srgbClr val="7030A0"/>
                          </a:solidFill>
                          <a:latin typeface="Cambria Math" panose="02040503050406030204" pitchFamily="18" charset="0"/>
                        </a:rPr>
                        <m:t>𝟗</m:t>
                      </m:r>
                      <m:r>
                        <a:rPr lang="en-US" sz="2800" b="1">
                          <a:solidFill>
                            <a:srgbClr val="7030A0"/>
                          </a:solidFill>
                          <a:latin typeface="Cambria Math" panose="02040503050406030204" pitchFamily="18" charset="0"/>
                        </a:rPr>
                        <m:t>+</m:t>
                      </m:r>
                      <m:r>
                        <a:rPr lang="en-US" sz="2800" b="1" i="1">
                          <a:solidFill>
                            <a:srgbClr val="7030A0"/>
                          </a:solidFill>
                          <a:latin typeface="Cambria Math" panose="02040503050406030204" pitchFamily="18" charset="0"/>
                        </a:rPr>
                        <m:t>𝟏</m:t>
                      </m:r>
                      <m:r>
                        <a:rPr lang="en-US" sz="2800" b="1">
                          <a:solidFill>
                            <a:srgbClr val="7030A0"/>
                          </a:solidFill>
                          <a:latin typeface="Cambria Math" panose="02040503050406030204" pitchFamily="18" charset="0"/>
                        </a:rPr>
                        <m:t>.</m:t>
                      </m:r>
                      <m:r>
                        <a:rPr lang="en-US" sz="2800" b="1" i="1">
                          <a:solidFill>
                            <a:srgbClr val="7030A0"/>
                          </a:solidFill>
                          <a:latin typeface="Cambria Math" panose="02040503050406030204" pitchFamily="18" charset="0"/>
                        </a:rPr>
                        <m:t>𝟓</m:t>
                      </m:r>
                      <m:r>
                        <a:rPr lang="en-US" sz="2800" b="1">
                          <a:solidFill>
                            <a:srgbClr val="7030A0"/>
                          </a:solidFill>
                          <a:latin typeface="Cambria Math" panose="02040503050406030204" pitchFamily="18" charset="0"/>
                        </a:rPr>
                        <m:t> </m:t>
                      </m:r>
                      <m:r>
                        <a:rPr lang="en-US" sz="2800" b="1" i="1">
                          <a:solidFill>
                            <a:srgbClr val="7030A0"/>
                          </a:solidFill>
                          <a:latin typeface="Cambria Math" panose="02040503050406030204" pitchFamily="18" charset="0"/>
                        </a:rPr>
                        <m:t>𝐱</m:t>
                      </m:r>
                    </m:oMath>
                  </m:oMathPara>
                </a14:m>
                <a:endParaRPr lang="en-US" sz="2800" b="1" dirty="0">
                  <a:solidFill>
                    <a:srgbClr val="7030A0"/>
                  </a:solidFill>
                </a:endParaRPr>
              </a:p>
            </p:txBody>
          </p:sp>
        </mc:Choice>
        <mc:Fallback xmlns="">
          <p:sp>
            <p:nvSpPr>
              <p:cNvPr id="26" name="Rectangle 25"/>
              <p:cNvSpPr>
                <a:spLocks noRot="1" noChangeAspect="1" noMove="1" noResize="1" noEditPoints="1" noAdjustHandles="1" noChangeArrowheads="1" noChangeShapeType="1" noTextEdit="1"/>
              </p:cNvSpPr>
              <p:nvPr/>
            </p:nvSpPr>
            <p:spPr>
              <a:xfrm>
                <a:off x="6319139" y="5480613"/>
                <a:ext cx="3452997" cy="523220"/>
              </a:xfrm>
              <a:prstGeom prst="rect">
                <a:avLst/>
              </a:prstGeom>
              <a:blipFill rotWithShape="0">
                <a:blip r:embed="rId13"/>
                <a:stretch>
                  <a:fillRect/>
                </a:stretch>
              </a:blipFill>
              <a:ln>
                <a:solidFill>
                  <a:srgbClr val="FF00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Rectangle 24"/>
              <p:cNvSpPr/>
              <p:nvPr/>
            </p:nvSpPr>
            <p:spPr>
              <a:xfrm>
                <a:off x="8355977" y="903939"/>
                <a:ext cx="46519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b="0" i="0" smtClean="0">
                          <a:solidFill>
                            <a:srgbClr val="002060"/>
                          </a:solidFill>
                          <a:latin typeface="Cambria Math" panose="02040503050406030204" pitchFamily="18" charset="0"/>
                        </a:rPr>
                        <m:t>5</m:t>
                      </m:r>
                    </m:oMath>
                  </m:oMathPara>
                </a14:m>
                <a:endParaRPr lang="en-US" sz="2800" dirty="0"/>
              </a:p>
            </p:txBody>
          </p:sp>
        </mc:Choice>
        <mc:Fallback xmlns="">
          <p:sp>
            <p:nvSpPr>
              <p:cNvPr id="25" name="Rectangle 24"/>
              <p:cNvSpPr>
                <a:spLocks noRot="1" noChangeAspect="1" noMove="1" noResize="1" noEditPoints="1" noAdjustHandles="1" noChangeArrowheads="1" noChangeShapeType="1" noTextEdit="1"/>
              </p:cNvSpPr>
              <p:nvPr/>
            </p:nvSpPr>
            <p:spPr>
              <a:xfrm>
                <a:off x="8355977" y="903939"/>
                <a:ext cx="465192" cy="523220"/>
              </a:xfrm>
              <a:prstGeom prst="rect">
                <a:avLst/>
              </a:prstGeom>
              <a:blipFill rotWithShape="0">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Rectangle 26"/>
              <p:cNvSpPr/>
              <p:nvPr/>
            </p:nvSpPr>
            <p:spPr>
              <a:xfrm>
                <a:off x="9851881" y="900155"/>
                <a:ext cx="66396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b="0" i="0" smtClean="0">
                          <a:solidFill>
                            <a:srgbClr val="002060"/>
                          </a:solidFill>
                          <a:latin typeface="Cambria Math" panose="02040503050406030204" pitchFamily="18" charset="0"/>
                        </a:rPr>
                        <m:t>15</m:t>
                      </m:r>
                    </m:oMath>
                  </m:oMathPara>
                </a14:m>
                <a:endParaRPr lang="en-US" sz="2800" dirty="0"/>
              </a:p>
            </p:txBody>
          </p:sp>
        </mc:Choice>
        <mc:Fallback xmlns="">
          <p:sp>
            <p:nvSpPr>
              <p:cNvPr id="27" name="Rectangle 26"/>
              <p:cNvSpPr>
                <a:spLocks noRot="1" noChangeAspect="1" noMove="1" noResize="1" noEditPoints="1" noAdjustHandles="1" noChangeArrowheads="1" noChangeShapeType="1" noTextEdit="1"/>
              </p:cNvSpPr>
              <p:nvPr/>
            </p:nvSpPr>
            <p:spPr>
              <a:xfrm>
                <a:off x="9851881" y="900155"/>
                <a:ext cx="663964" cy="523220"/>
              </a:xfrm>
              <a:prstGeom prst="rect">
                <a:avLst/>
              </a:prstGeom>
              <a:blipFill rotWithShape="0">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Rectangle 27"/>
              <p:cNvSpPr/>
              <p:nvPr/>
            </p:nvSpPr>
            <p:spPr>
              <a:xfrm>
                <a:off x="8840349" y="1736153"/>
                <a:ext cx="66396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b="0" i="0" smtClean="0">
                          <a:solidFill>
                            <a:srgbClr val="002060"/>
                          </a:solidFill>
                          <a:latin typeface="Cambria Math" panose="02040503050406030204" pitchFamily="18" charset="0"/>
                        </a:rPr>
                        <m:t>15</m:t>
                      </m:r>
                    </m:oMath>
                  </m:oMathPara>
                </a14:m>
                <a:endParaRPr lang="en-US" sz="2800" dirty="0"/>
              </a:p>
            </p:txBody>
          </p:sp>
        </mc:Choice>
        <mc:Fallback xmlns="">
          <p:sp>
            <p:nvSpPr>
              <p:cNvPr id="28" name="Rectangle 27"/>
              <p:cNvSpPr>
                <a:spLocks noRot="1" noChangeAspect="1" noMove="1" noResize="1" noEditPoints="1" noAdjustHandles="1" noChangeArrowheads="1" noChangeShapeType="1" noTextEdit="1"/>
              </p:cNvSpPr>
              <p:nvPr/>
            </p:nvSpPr>
            <p:spPr>
              <a:xfrm>
                <a:off x="8840349" y="1736153"/>
                <a:ext cx="663964" cy="523220"/>
              </a:xfrm>
              <a:prstGeom prst="rect">
                <a:avLst/>
              </a:prstGeom>
              <a:blipFill rotWithShape="0">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Rectangle 28"/>
              <p:cNvSpPr/>
              <p:nvPr/>
            </p:nvSpPr>
            <p:spPr>
              <a:xfrm>
                <a:off x="10113813" y="1743944"/>
                <a:ext cx="66396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b="0" i="0" smtClean="0">
                          <a:solidFill>
                            <a:srgbClr val="002060"/>
                          </a:solidFill>
                          <a:latin typeface="Cambria Math" panose="02040503050406030204" pitchFamily="18" charset="0"/>
                        </a:rPr>
                        <m:t>55</m:t>
                      </m:r>
                    </m:oMath>
                  </m:oMathPara>
                </a14:m>
                <a:endParaRPr lang="en-US" sz="2800" dirty="0"/>
              </a:p>
            </p:txBody>
          </p:sp>
        </mc:Choice>
        <mc:Fallback xmlns="">
          <p:sp>
            <p:nvSpPr>
              <p:cNvPr id="29" name="Rectangle 28"/>
              <p:cNvSpPr>
                <a:spLocks noRot="1" noChangeAspect="1" noMove="1" noResize="1" noEditPoints="1" noAdjustHandles="1" noChangeArrowheads="1" noChangeShapeType="1" noTextEdit="1"/>
              </p:cNvSpPr>
              <p:nvPr/>
            </p:nvSpPr>
            <p:spPr>
              <a:xfrm>
                <a:off x="10113813" y="1743944"/>
                <a:ext cx="663964" cy="523220"/>
              </a:xfrm>
              <a:prstGeom prst="rect">
                <a:avLst/>
              </a:prstGeom>
              <a:blipFill rotWithShape="0">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Rectangle 29"/>
              <p:cNvSpPr/>
              <p:nvPr/>
            </p:nvSpPr>
            <p:spPr>
              <a:xfrm>
                <a:off x="7491909" y="900155"/>
                <a:ext cx="66396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b="0" i="0" smtClean="0">
                          <a:solidFill>
                            <a:srgbClr val="002060"/>
                          </a:solidFill>
                          <a:latin typeface="Cambria Math" panose="02040503050406030204" pitchFamily="18" charset="0"/>
                        </a:rPr>
                        <m:t>42</m:t>
                      </m:r>
                    </m:oMath>
                  </m:oMathPara>
                </a14:m>
                <a:endParaRPr lang="en-US" sz="2800" dirty="0"/>
              </a:p>
            </p:txBody>
          </p:sp>
        </mc:Choice>
        <mc:Fallback xmlns="">
          <p:sp>
            <p:nvSpPr>
              <p:cNvPr id="30" name="Rectangle 29"/>
              <p:cNvSpPr>
                <a:spLocks noRot="1" noChangeAspect="1" noMove="1" noResize="1" noEditPoints="1" noAdjustHandles="1" noChangeArrowheads="1" noChangeShapeType="1" noTextEdit="1"/>
              </p:cNvSpPr>
              <p:nvPr/>
            </p:nvSpPr>
            <p:spPr>
              <a:xfrm>
                <a:off x="7491909" y="900155"/>
                <a:ext cx="663964" cy="523220"/>
              </a:xfrm>
              <a:prstGeom prst="rect">
                <a:avLst/>
              </a:prstGeom>
              <a:blipFill rotWithShape="0">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Rectangle 30"/>
              <p:cNvSpPr/>
              <p:nvPr/>
            </p:nvSpPr>
            <p:spPr>
              <a:xfrm>
                <a:off x="7365314" y="1747728"/>
                <a:ext cx="862737"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b="0" i="0" smtClean="0">
                          <a:solidFill>
                            <a:srgbClr val="002060"/>
                          </a:solidFill>
                          <a:latin typeface="Cambria Math" panose="02040503050406030204" pitchFamily="18" charset="0"/>
                        </a:rPr>
                        <m:t>376</m:t>
                      </m:r>
                    </m:oMath>
                  </m:oMathPara>
                </a14:m>
                <a:endParaRPr lang="en-US" sz="2800" dirty="0"/>
              </a:p>
            </p:txBody>
          </p:sp>
        </mc:Choice>
        <mc:Fallback xmlns="">
          <p:sp>
            <p:nvSpPr>
              <p:cNvPr id="31" name="Rectangle 30"/>
              <p:cNvSpPr>
                <a:spLocks noRot="1" noChangeAspect="1" noMove="1" noResize="1" noEditPoints="1" noAdjustHandles="1" noChangeArrowheads="1" noChangeShapeType="1" noTextEdit="1"/>
              </p:cNvSpPr>
              <p:nvPr/>
            </p:nvSpPr>
            <p:spPr>
              <a:xfrm>
                <a:off x="7365314" y="1747728"/>
                <a:ext cx="862737" cy="523220"/>
              </a:xfrm>
              <a:prstGeom prst="rect">
                <a:avLst/>
              </a:prstGeom>
              <a:blipFill rotWithShape="0">
                <a:blip r:embed="rId19"/>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671209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
                                            <p:txEl>
                                              <p:pRg st="0" end="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7">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8">
                                            <p:txEl>
                                              <p:pRg st="0" end="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2"/>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23"/>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21"/>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0" grpId="0"/>
      <p:bldP spid="21" grpId="0"/>
      <p:bldP spid="22" grpId="0"/>
      <p:bldP spid="23" grpId="0"/>
      <p:bldP spid="24" grpId="0"/>
      <p:bldP spid="26" grpId="0" animBg="1"/>
      <p:bldP spid="25" grpId="0"/>
      <p:bldP spid="27" grpId="0"/>
      <p:bldP spid="28" grpId="0"/>
      <p:bldP spid="29" grpId="0"/>
      <p:bldP spid="30" grpId="0"/>
      <p:bldP spid="31" grpId="0"/>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7" y="869082"/>
                <a:ext cx="11929643" cy="7315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00000"/>
                  </a:lnSpc>
                </a:pPr>
                <a:r>
                  <a:rPr lang="en-US" dirty="0"/>
                  <a:t>Fit a straight line </a:t>
                </a:r>
                <a14:m>
                  <m:oMath xmlns:m="http://schemas.openxmlformats.org/officeDocument/2006/math">
                    <m:r>
                      <m:rPr>
                        <m:sty m:val="p"/>
                      </m:rPr>
                      <a:rPr lang="en-US">
                        <a:latin typeface="Cambria Math" panose="02040503050406030204" pitchFamily="18" charset="0"/>
                      </a:rPr>
                      <m:t>y</m:t>
                    </m:r>
                    <m:r>
                      <a:rPr lang="en-US">
                        <a:latin typeface="Cambria Math" panose="02040503050406030204" pitchFamily="18" charset="0"/>
                      </a:rPr>
                      <m:t> = </m:t>
                    </m:r>
                    <m:r>
                      <m:rPr>
                        <m:sty m:val="p"/>
                      </m:rPr>
                      <a:rPr lang="en-US">
                        <a:latin typeface="Cambria Math" panose="02040503050406030204" pitchFamily="18" charset="0"/>
                      </a:rPr>
                      <m:t>ax</m:t>
                    </m:r>
                    <m:r>
                      <a:rPr lang="en-US">
                        <a:latin typeface="Cambria Math" panose="02040503050406030204" pitchFamily="18" charset="0"/>
                      </a:rPr>
                      <m:t>+</m:t>
                    </m:r>
                    <m:r>
                      <m:rPr>
                        <m:sty m:val="p"/>
                      </m:rPr>
                      <a:rPr lang="en-US">
                        <a:latin typeface="Cambria Math" panose="02040503050406030204" pitchFamily="18" charset="0"/>
                      </a:rPr>
                      <m:t>b</m:t>
                    </m:r>
                  </m:oMath>
                </a14:m>
                <a:r>
                  <a:rPr lang="en-US" dirty="0"/>
                  <a:t> to the following data:</a:t>
                </a: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7" y="869082"/>
                <a:ext cx="11929643" cy="731520"/>
              </a:xfrm>
              <a:prstGeom prst="rect">
                <a:avLst/>
              </a:prstGeom>
              <a:blipFill rotWithShape="0">
                <a:blip r:embed="rId2"/>
                <a:stretch>
                  <a:fillRect l="-1074" b="-8333"/>
                </a:stretch>
              </a:blipFill>
              <a:ln>
                <a:noFill/>
              </a:ln>
            </p:spPr>
            <p:txBody>
              <a:bodyPr/>
              <a:lstStyle/>
              <a:p>
                <a:r>
                  <a:rPr lang="en-US">
                    <a:noFill/>
                  </a:rPr>
                  <a:t> </a:t>
                </a:r>
              </a:p>
            </p:txBody>
          </p:sp>
        </mc:Fallback>
      </mc:AlternateContent>
      <p:sp>
        <p:nvSpPr>
          <p:cNvPr id="2" name="Title 1"/>
          <p:cNvSpPr>
            <a:spLocks noGrp="1"/>
          </p:cNvSpPr>
          <p:nvPr>
            <p:ph type="title"/>
          </p:nvPr>
        </p:nvSpPr>
        <p:spPr/>
        <p:txBody>
          <a:bodyPr/>
          <a:lstStyle/>
          <a:p>
            <a:r>
              <a:rPr lang="en-GB" dirty="0"/>
              <a:t>Method 4.1 ⇝ Example 2</a:t>
            </a:r>
            <a:endParaRPr lang="en-US" dirty="0"/>
          </a:p>
        </p:txBody>
      </p:sp>
      <p:sp>
        <p:nvSpPr>
          <p:cNvPr id="50" name="Rectangle 49">
            <a:extLst>
              <a:ext uri="{FF2B5EF4-FFF2-40B4-BE49-F238E27FC236}">
                <a16:creationId xmlns:a16="http://schemas.microsoft.com/office/drawing/2014/main" id="{B2D3FB0B-D709-43AC-B65F-29361B504B61}"/>
              </a:ext>
            </a:extLst>
          </p:cNvPr>
          <p:cNvSpPr/>
          <p:nvPr/>
        </p:nvSpPr>
        <p:spPr>
          <a:xfrm>
            <a:off x="131177" y="3322975"/>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3895585914"/>
                  </p:ext>
                </p:extLst>
              </p:nvPr>
            </p:nvGraphicFramePr>
            <p:xfrm>
              <a:off x="3352800" y="1747867"/>
              <a:ext cx="5486400" cy="1280160"/>
            </p:xfrm>
            <a:graphic>
              <a:graphicData uri="http://schemas.openxmlformats.org/drawingml/2006/table">
                <a:tbl>
                  <a:tblPr firstRow="1" firstCol="1" bandRow="1">
                    <a:tableStyleId>{E8B1032C-EA38-4F05-BA0D-38AFFFC7BED3}</a:tableStyleId>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tblGrid>
                  <a:tr h="640080">
                    <a:tc>
                      <a:txBody>
                        <a:bodyPr/>
                        <a:lstStyle/>
                        <a:p>
                          <a:pPr marL="0" marR="0" algn="just">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1" i="0">
                                    <a:solidFill>
                                      <a:srgbClr val="002060"/>
                                    </a:solidFill>
                                    <a:effectLst/>
                                    <a:latin typeface="+mn-lt"/>
                                    <a:ea typeface="Calibri" panose="020F0502020204030204" pitchFamily="34" charset="0"/>
                                    <a:cs typeface="Shruti" panose="020B0502040204020203" pitchFamily="34" charset="0"/>
                                  </a:rPr>
                                  <m:t>x</m:t>
                                </m:r>
                              </m:oMath>
                            </m:oMathPara>
                          </a14:m>
                          <a:endParaRPr lang="en-US" sz="2800" b="1"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just">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0" i="0">
                                    <a:solidFill>
                                      <a:srgbClr val="002060"/>
                                    </a:solidFill>
                                    <a:effectLst/>
                                    <a:latin typeface="+mn-lt"/>
                                    <a:ea typeface="Calibri" panose="020F0502020204030204" pitchFamily="34" charset="0"/>
                                    <a:cs typeface="Shruti" panose="020B0502040204020203" pitchFamily="34" charset="0"/>
                                  </a:rPr>
                                  <m:t>−2</m:t>
                                </m:r>
                              </m:oMath>
                            </m:oMathPara>
                          </a14:m>
                          <a:endParaRPr lang="en-US" sz="2800" b="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just">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0" i="0">
                                    <a:solidFill>
                                      <a:srgbClr val="002060"/>
                                    </a:solidFill>
                                    <a:effectLst/>
                                    <a:latin typeface="+mn-lt"/>
                                    <a:ea typeface="Calibri" panose="020F0502020204030204" pitchFamily="34" charset="0"/>
                                    <a:cs typeface="Shruti" panose="020B0502040204020203" pitchFamily="34" charset="0"/>
                                  </a:rPr>
                                  <m:t>−1</m:t>
                                </m:r>
                              </m:oMath>
                            </m:oMathPara>
                          </a14:m>
                          <a:endParaRPr lang="en-US" sz="2800" b="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just">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0" i="0">
                                    <a:solidFill>
                                      <a:srgbClr val="002060"/>
                                    </a:solidFill>
                                    <a:effectLst/>
                                    <a:latin typeface="+mn-lt"/>
                                    <a:ea typeface="Calibri" panose="020F0502020204030204" pitchFamily="34" charset="0"/>
                                    <a:cs typeface="Shruti" panose="020B0502040204020203" pitchFamily="34" charset="0"/>
                                  </a:rPr>
                                  <m:t>0</m:t>
                                </m:r>
                              </m:oMath>
                            </m:oMathPara>
                          </a14:m>
                          <a:endParaRPr lang="en-US" sz="2800" b="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just">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0" i="0">
                                    <a:solidFill>
                                      <a:srgbClr val="002060"/>
                                    </a:solidFill>
                                    <a:effectLst/>
                                    <a:latin typeface="+mn-lt"/>
                                    <a:ea typeface="Calibri" panose="020F0502020204030204" pitchFamily="34" charset="0"/>
                                    <a:cs typeface="Shruti" panose="020B0502040204020203" pitchFamily="34" charset="0"/>
                                  </a:rPr>
                                  <m:t>1</m:t>
                                </m:r>
                              </m:oMath>
                            </m:oMathPara>
                          </a14:m>
                          <a:endParaRPr lang="en-US" sz="2800" b="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just">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0" i="0">
                                    <a:solidFill>
                                      <a:srgbClr val="002060"/>
                                    </a:solidFill>
                                    <a:effectLst/>
                                    <a:latin typeface="+mn-lt"/>
                                    <a:ea typeface="Calibri" panose="020F0502020204030204" pitchFamily="34" charset="0"/>
                                    <a:cs typeface="Shruti" panose="020B0502040204020203" pitchFamily="34" charset="0"/>
                                  </a:rPr>
                                  <m:t>2</m:t>
                                </m:r>
                              </m:oMath>
                            </m:oMathPara>
                          </a14:m>
                          <a:endParaRPr lang="en-US" sz="2800" b="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extLst>
                      <a:ext uri="{0D108BD9-81ED-4DB2-BD59-A6C34878D82A}">
                        <a16:rowId xmlns:a16="http://schemas.microsoft.com/office/drawing/2014/main" val="10000"/>
                      </a:ext>
                    </a:extLst>
                  </a:tr>
                  <a:tr h="640080">
                    <a:tc>
                      <a:txBody>
                        <a:bodyPr/>
                        <a:lstStyle/>
                        <a:p>
                          <a:pPr marL="0" marR="0" algn="just">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1" i="0">
                                    <a:solidFill>
                                      <a:srgbClr val="002060"/>
                                    </a:solidFill>
                                    <a:effectLst/>
                                    <a:latin typeface="+mn-lt"/>
                                    <a:ea typeface="Calibri" panose="020F0502020204030204" pitchFamily="34" charset="0"/>
                                    <a:cs typeface="Shruti" panose="020B0502040204020203" pitchFamily="34" charset="0"/>
                                  </a:rPr>
                                  <m:t>y</m:t>
                                </m:r>
                              </m:oMath>
                            </m:oMathPara>
                          </a14:m>
                          <a:endParaRPr lang="en-US" sz="2800" b="1"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just">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0" i="0">
                                    <a:solidFill>
                                      <a:srgbClr val="002060"/>
                                    </a:solidFill>
                                    <a:effectLst/>
                                    <a:latin typeface="+mn-lt"/>
                                    <a:ea typeface="Calibri" panose="020F0502020204030204" pitchFamily="34" charset="0"/>
                                    <a:cs typeface="Shruti" panose="020B0502040204020203" pitchFamily="34" charset="0"/>
                                  </a:rPr>
                                  <m:t>1</m:t>
                                </m:r>
                              </m:oMath>
                            </m:oMathPara>
                          </a14:m>
                          <a:endParaRPr lang="en-US" sz="2800" b="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just">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0" i="0">
                                    <a:solidFill>
                                      <a:srgbClr val="002060"/>
                                    </a:solidFill>
                                    <a:effectLst/>
                                    <a:latin typeface="+mn-lt"/>
                                    <a:ea typeface="Calibri" panose="020F0502020204030204" pitchFamily="34" charset="0"/>
                                    <a:cs typeface="Shruti" panose="020B0502040204020203" pitchFamily="34" charset="0"/>
                                  </a:rPr>
                                  <m:t>2</m:t>
                                </m:r>
                              </m:oMath>
                            </m:oMathPara>
                          </a14:m>
                          <a:endParaRPr lang="en-US" sz="2800" b="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just">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0" i="0">
                                    <a:solidFill>
                                      <a:srgbClr val="002060"/>
                                    </a:solidFill>
                                    <a:effectLst/>
                                    <a:latin typeface="+mn-lt"/>
                                    <a:ea typeface="Calibri" panose="020F0502020204030204" pitchFamily="34" charset="0"/>
                                    <a:cs typeface="Shruti" panose="020B0502040204020203" pitchFamily="34" charset="0"/>
                                  </a:rPr>
                                  <m:t>3</m:t>
                                </m:r>
                              </m:oMath>
                            </m:oMathPara>
                          </a14:m>
                          <a:endParaRPr lang="en-US" sz="2800" b="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just">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0" i="0">
                                    <a:solidFill>
                                      <a:srgbClr val="002060"/>
                                    </a:solidFill>
                                    <a:effectLst/>
                                    <a:latin typeface="+mn-lt"/>
                                    <a:ea typeface="Calibri" panose="020F0502020204030204" pitchFamily="34" charset="0"/>
                                    <a:cs typeface="Shruti" panose="020B0502040204020203" pitchFamily="34" charset="0"/>
                                  </a:rPr>
                                  <m:t>3</m:t>
                                </m:r>
                              </m:oMath>
                            </m:oMathPara>
                          </a14:m>
                          <a:endParaRPr lang="en-US" sz="2800" b="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just">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0" i="0">
                                    <a:solidFill>
                                      <a:srgbClr val="002060"/>
                                    </a:solidFill>
                                    <a:effectLst/>
                                    <a:latin typeface="+mn-lt"/>
                                    <a:ea typeface="Calibri" panose="020F0502020204030204" pitchFamily="34" charset="0"/>
                                    <a:cs typeface="Shruti" panose="020B0502040204020203" pitchFamily="34" charset="0"/>
                                  </a:rPr>
                                  <m:t>4</m:t>
                                </m:r>
                              </m:oMath>
                            </m:oMathPara>
                          </a14:m>
                          <a:endParaRPr lang="en-US" sz="2800" b="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extLst>
                      <a:ext uri="{0D108BD9-81ED-4DB2-BD59-A6C34878D82A}">
                        <a16:rowId xmlns:a16="http://schemas.microsoft.com/office/drawing/2014/main" val="10001"/>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3895585914"/>
                  </p:ext>
                </p:extLst>
              </p:nvPr>
            </p:nvGraphicFramePr>
            <p:xfrm>
              <a:off x="3352800" y="1747867"/>
              <a:ext cx="5486400" cy="1280160"/>
            </p:xfrm>
            <a:graphic>
              <a:graphicData uri="http://schemas.openxmlformats.org/drawingml/2006/table">
                <a:tbl>
                  <a:tblPr firstRow="1" firstCol="1" bandRow="1">
                    <a:tableStyleId>{E8B1032C-EA38-4F05-BA0D-38AFFFC7BED3}</a:tableStyleId>
                  </a:tblPr>
                  <a:tblGrid>
                    <a:gridCol w="914400"/>
                    <a:gridCol w="914400"/>
                    <a:gridCol w="914400"/>
                    <a:gridCol w="914400"/>
                    <a:gridCol w="914400"/>
                    <a:gridCol w="914400"/>
                  </a:tblGrid>
                  <a:tr h="640080">
                    <a:tc>
                      <a:txBody>
                        <a:bodyPr/>
                        <a:lstStyle/>
                        <a:p>
                          <a:endParaRPr lang="en-US"/>
                        </a:p>
                      </a:txBody>
                      <a:tcPr marL="68580" marR="68580" marT="0" marB="0" anchor="ctr">
                        <a:blipFill rotWithShape="0">
                          <a:blip r:embed="rId3"/>
                          <a:stretch>
                            <a:fillRect l="-1333" t="-943" r="-502667" b="-100943"/>
                          </a:stretch>
                        </a:blipFill>
                      </a:tcPr>
                    </a:tc>
                    <a:tc>
                      <a:txBody>
                        <a:bodyPr/>
                        <a:lstStyle/>
                        <a:p>
                          <a:endParaRPr lang="en-US"/>
                        </a:p>
                      </a:txBody>
                      <a:tcPr marL="68580" marR="68580" marT="0" marB="0" anchor="ctr">
                        <a:blipFill rotWithShape="0">
                          <a:blip r:embed="rId3"/>
                          <a:stretch>
                            <a:fillRect l="-101333" t="-943" r="-402667" b="-100943"/>
                          </a:stretch>
                        </a:blipFill>
                      </a:tcPr>
                    </a:tc>
                    <a:tc>
                      <a:txBody>
                        <a:bodyPr/>
                        <a:lstStyle/>
                        <a:p>
                          <a:endParaRPr lang="en-US"/>
                        </a:p>
                      </a:txBody>
                      <a:tcPr marL="68580" marR="68580" marT="0" marB="0" anchor="ctr">
                        <a:blipFill rotWithShape="0">
                          <a:blip r:embed="rId3"/>
                          <a:stretch>
                            <a:fillRect l="-201333" t="-943" r="-302667" b="-100943"/>
                          </a:stretch>
                        </a:blipFill>
                      </a:tcPr>
                    </a:tc>
                    <a:tc>
                      <a:txBody>
                        <a:bodyPr/>
                        <a:lstStyle/>
                        <a:p>
                          <a:endParaRPr lang="en-US"/>
                        </a:p>
                      </a:txBody>
                      <a:tcPr marL="68580" marR="68580" marT="0" marB="0" anchor="ctr">
                        <a:blipFill rotWithShape="0">
                          <a:blip r:embed="rId3"/>
                          <a:stretch>
                            <a:fillRect l="-301333" t="-943" r="-202667" b="-100943"/>
                          </a:stretch>
                        </a:blipFill>
                      </a:tcPr>
                    </a:tc>
                    <a:tc>
                      <a:txBody>
                        <a:bodyPr/>
                        <a:lstStyle/>
                        <a:p>
                          <a:endParaRPr lang="en-US"/>
                        </a:p>
                      </a:txBody>
                      <a:tcPr marL="68580" marR="68580" marT="0" marB="0" anchor="ctr">
                        <a:blipFill rotWithShape="0">
                          <a:blip r:embed="rId3"/>
                          <a:stretch>
                            <a:fillRect l="-401333" t="-943" r="-102667" b="-100943"/>
                          </a:stretch>
                        </a:blipFill>
                      </a:tcPr>
                    </a:tc>
                    <a:tc>
                      <a:txBody>
                        <a:bodyPr/>
                        <a:lstStyle/>
                        <a:p>
                          <a:endParaRPr lang="en-US"/>
                        </a:p>
                      </a:txBody>
                      <a:tcPr marL="68580" marR="68580" marT="0" marB="0" anchor="ctr">
                        <a:blipFill rotWithShape="0">
                          <a:blip r:embed="rId3"/>
                          <a:stretch>
                            <a:fillRect l="-501333" t="-943" r="-2667" b="-100943"/>
                          </a:stretch>
                        </a:blipFill>
                      </a:tcPr>
                    </a:tc>
                  </a:tr>
                  <a:tr h="640080">
                    <a:tc>
                      <a:txBody>
                        <a:bodyPr/>
                        <a:lstStyle/>
                        <a:p>
                          <a:endParaRPr lang="en-US"/>
                        </a:p>
                      </a:txBody>
                      <a:tcPr marL="68580" marR="68580" marT="0" marB="0" anchor="ctr">
                        <a:blipFill rotWithShape="0">
                          <a:blip r:embed="rId3"/>
                          <a:stretch>
                            <a:fillRect l="-1333" t="-101905" r="-502667" b="-1905"/>
                          </a:stretch>
                        </a:blipFill>
                      </a:tcPr>
                    </a:tc>
                    <a:tc>
                      <a:txBody>
                        <a:bodyPr/>
                        <a:lstStyle/>
                        <a:p>
                          <a:endParaRPr lang="en-US"/>
                        </a:p>
                      </a:txBody>
                      <a:tcPr marL="68580" marR="68580" marT="0" marB="0" anchor="ctr">
                        <a:blipFill rotWithShape="0">
                          <a:blip r:embed="rId3"/>
                          <a:stretch>
                            <a:fillRect l="-101333" t="-101905" r="-402667" b="-1905"/>
                          </a:stretch>
                        </a:blipFill>
                      </a:tcPr>
                    </a:tc>
                    <a:tc>
                      <a:txBody>
                        <a:bodyPr/>
                        <a:lstStyle/>
                        <a:p>
                          <a:endParaRPr lang="en-US"/>
                        </a:p>
                      </a:txBody>
                      <a:tcPr marL="68580" marR="68580" marT="0" marB="0" anchor="ctr">
                        <a:blipFill rotWithShape="0">
                          <a:blip r:embed="rId3"/>
                          <a:stretch>
                            <a:fillRect l="-201333" t="-101905" r="-302667" b="-1905"/>
                          </a:stretch>
                        </a:blipFill>
                      </a:tcPr>
                    </a:tc>
                    <a:tc>
                      <a:txBody>
                        <a:bodyPr/>
                        <a:lstStyle/>
                        <a:p>
                          <a:endParaRPr lang="en-US"/>
                        </a:p>
                      </a:txBody>
                      <a:tcPr marL="68580" marR="68580" marT="0" marB="0" anchor="ctr">
                        <a:blipFill rotWithShape="0">
                          <a:blip r:embed="rId3"/>
                          <a:stretch>
                            <a:fillRect l="-301333" t="-101905" r="-202667" b="-1905"/>
                          </a:stretch>
                        </a:blipFill>
                      </a:tcPr>
                    </a:tc>
                    <a:tc>
                      <a:txBody>
                        <a:bodyPr/>
                        <a:lstStyle/>
                        <a:p>
                          <a:endParaRPr lang="en-US"/>
                        </a:p>
                      </a:txBody>
                      <a:tcPr marL="68580" marR="68580" marT="0" marB="0" anchor="ctr">
                        <a:blipFill rotWithShape="0">
                          <a:blip r:embed="rId3"/>
                          <a:stretch>
                            <a:fillRect l="-401333" t="-101905" r="-102667" b="-1905"/>
                          </a:stretch>
                        </a:blipFill>
                      </a:tcPr>
                    </a:tc>
                    <a:tc>
                      <a:txBody>
                        <a:bodyPr/>
                        <a:lstStyle/>
                        <a:p>
                          <a:endParaRPr lang="en-US"/>
                        </a:p>
                      </a:txBody>
                      <a:tcPr marL="68580" marR="68580" marT="0" marB="0" anchor="ctr">
                        <a:blipFill rotWithShape="0">
                          <a:blip r:embed="rId3"/>
                          <a:stretch>
                            <a:fillRect l="-501333" t="-101905" r="-2667" b="-1905"/>
                          </a:stretch>
                        </a:blipFill>
                      </a:tcPr>
                    </a:tc>
                  </a:tr>
                </a:tbl>
              </a:graphicData>
            </a:graphic>
          </p:graphicFrame>
        </mc:Fallback>
      </mc:AlternateContent>
      <mc:AlternateContent xmlns:mc="http://schemas.openxmlformats.org/markup-compatibility/2006" xmlns:a14="http://schemas.microsoft.com/office/drawing/2010/main">
        <mc:Choice Requires="a14">
          <p:sp>
            <p:nvSpPr>
              <p:cNvPr id="13" name="Rectangle 12"/>
              <p:cNvSpPr/>
              <p:nvPr/>
            </p:nvSpPr>
            <p:spPr>
              <a:xfrm>
                <a:off x="1625597" y="3322975"/>
                <a:ext cx="5846472" cy="523220"/>
              </a:xfrm>
              <a:prstGeom prst="rect">
                <a:avLst/>
              </a:prstGeom>
            </p:spPr>
            <p:txBody>
              <a:bodyPr wrap="none">
                <a:spAutoFit/>
              </a:bodyPr>
              <a:lstStyle/>
              <a:p>
                <a:r>
                  <a:rPr lang="en-US" sz="2800" dirty="0">
                    <a:solidFill>
                      <a:srgbClr val="002060"/>
                    </a:solidFill>
                  </a:rPr>
                  <a:t>We want to find straight line </a:t>
                </a:r>
                <a14:m>
                  <m:oMath xmlns:m="http://schemas.openxmlformats.org/officeDocument/2006/math">
                    <m:r>
                      <m:rPr>
                        <m:sty m:val="p"/>
                      </m:rPr>
                      <a:rPr lang="en-US" sz="2800" b="0" i="0" smtClean="0">
                        <a:solidFill>
                          <a:srgbClr val="002060"/>
                        </a:solidFill>
                        <a:latin typeface="Cambria Math" panose="02040503050406030204" pitchFamily="18" charset="0"/>
                      </a:rPr>
                      <m:t>y</m:t>
                    </m:r>
                    <m:r>
                      <a:rPr lang="en-US" sz="2800" b="0" i="0" smtClean="0">
                        <a:solidFill>
                          <a:srgbClr val="002060"/>
                        </a:solidFill>
                        <a:latin typeface="Cambria Math" panose="02040503050406030204" pitchFamily="18" charset="0"/>
                      </a:rPr>
                      <m:t>=</m:t>
                    </m:r>
                    <m:r>
                      <m:rPr>
                        <m:sty m:val="p"/>
                      </m:rPr>
                      <a:rPr lang="en-US" sz="2800" b="0" i="0" smtClean="0">
                        <a:solidFill>
                          <a:srgbClr val="002060"/>
                        </a:solidFill>
                        <a:latin typeface="Cambria Math" panose="02040503050406030204" pitchFamily="18" charset="0"/>
                      </a:rPr>
                      <m:t>ax</m:t>
                    </m:r>
                    <m:r>
                      <a:rPr lang="en-US" sz="2800" b="0" i="0" smtClean="0">
                        <a:solidFill>
                          <a:srgbClr val="002060"/>
                        </a:solidFill>
                        <a:latin typeface="Cambria Math" panose="02040503050406030204" pitchFamily="18" charset="0"/>
                      </a:rPr>
                      <m:t>+</m:t>
                    </m:r>
                    <m:r>
                      <m:rPr>
                        <m:sty m:val="p"/>
                      </m:rPr>
                      <a:rPr lang="en-US" sz="2800" b="0" i="0" smtClean="0">
                        <a:solidFill>
                          <a:srgbClr val="002060"/>
                        </a:solidFill>
                        <a:latin typeface="Cambria Math" panose="02040503050406030204" pitchFamily="18" charset="0"/>
                      </a:rPr>
                      <m:t>b</m:t>
                    </m:r>
                  </m:oMath>
                </a14:m>
                <a:endParaRPr lang="en-US" sz="2800" dirty="0">
                  <a:solidFill>
                    <a:srgbClr val="002060"/>
                  </a:solidFill>
                </a:endParaRPr>
              </a:p>
            </p:txBody>
          </p:sp>
        </mc:Choice>
        <mc:Fallback xmlns="">
          <p:sp>
            <p:nvSpPr>
              <p:cNvPr id="13" name="Rectangle 12"/>
              <p:cNvSpPr>
                <a:spLocks noRot="1" noChangeAspect="1" noMove="1" noResize="1" noEditPoints="1" noAdjustHandles="1" noChangeArrowheads="1" noChangeShapeType="1" noTextEdit="1"/>
              </p:cNvSpPr>
              <p:nvPr/>
            </p:nvSpPr>
            <p:spPr>
              <a:xfrm>
                <a:off x="1625597" y="3322975"/>
                <a:ext cx="5846472" cy="523220"/>
              </a:xfrm>
              <a:prstGeom prst="rect">
                <a:avLst/>
              </a:prstGeom>
              <a:blipFill rotWithShape="0">
                <a:blip r:embed="rId4"/>
                <a:stretch>
                  <a:fillRect l="-2190" t="-11628" b="-31395"/>
                </a:stretch>
              </a:blipFill>
            </p:spPr>
            <p:txBody>
              <a:bodyPr/>
              <a:lstStyle/>
              <a:p>
                <a:r>
                  <a:rPr lang="en-US">
                    <a:noFill/>
                  </a:rPr>
                  <a:t> </a:t>
                </a:r>
              </a:p>
            </p:txBody>
          </p:sp>
        </mc:Fallback>
      </mc:AlternateContent>
      <p:cxnSp>
        <p:nvCxnSpPr>
          <p:cNvPr id="14" name="Straight Connector 13"/>
          <p:cNvCxnSpPr/>
          <p:nvPr/>
        </p:nvCxnSpPr>
        <p:spPr>
          <a:xfrm flipV="1">
            <a:off x="2618742" y="1496414"/>
            <a:ext cx="1828800" cy="0"/>
          </a:xfrm>
          <a:prstGeom prst="line">
            <a:avLst/>
          </a:prstGeom>
          <a:ln>
            <a:solidFill>
              <a:srgbClr val="FFFF00"/>
            </a:solidFill>
          </a:ln>
        </p:spPr>
        <p:style>
          <a:lnRef idx="3">
            <a:schemeClr val="accent5"/>
          </a:lnRef>
          <a:fillRef idx="0">
            <a:schemeClr val="accent5"/>
          </a:fillRef>
          <a:effectRef idx="2">
            <a:schemeClr val="accent5"/>
          </a:effectRef>
          <a:fontRef idx="minor">
            <a:schemeClr val="tx1"/>
          </a:fontRef>
        </p:style>
      </p:cxnSp>
      <mc:AlternateContent xmlns:mc="http://schemas.openxmlformats.org/markup-compatibility/2006" xmlns:a14="http://schemas.microsoft.com/office/drawing/2010/main">
        <mc:Choice Requires="a14">
          <p:sp>
            <p:nvSpPr>
              <p:cNvPr id="15" name="Rectangle 14"/>
              <p:cNvSpPr/>
              <p:nvPr/>
            </p:nvSpPr>
            <p:spPr>
              <a:xfrm>
                <a:off x="1625597" y="4007810"/>
                <a:ext cx="6683240" cy="523220"/>
              </a:xfrm>
              <a:prstGeom prst="rect">
                <a:avLst/>
              </a:prstGeom>
            </p:spPr>
            <p:txBody>
              <a:bodyPr wrap="none">
                <a:spAutoFit/>
              </a:bodyPr>
              <a:lstStyle/>
              <a:p>
                <a:r>
                  <a:rPr lang="en-US" sz="2800" dirty="0">
                    <a:solidFill>
                      <a:srgbClr val="002060"/>
                    </a:solidFill>
                  </a:rPr>
                  <a:t>Which is not in our standard form </a:t>
                </a:r>
                <a14:m>
                  <m:oMath xmlns:m="http://schemas.openxmlformats.org/officeDocument/2006/math">
                    <m:r>
                      <m:rPr>
                        <m:sty m:val="p"/>
                      </m:rPr>
                      <a:rPr lang="en-US" sz="280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m:t>
                    </m:r>
                    <m:r>
                      <m:rPr>
                        <m:sty m:val="p"/>
                      </m:rPr>
                      <a:rPr lang="en-US" sz="2800">
                        <a:solidFill>
                          <a:srgbClr val="002060"/>
                        </a:solidFill>
                        <a:latin typeface="Cambria Math" panose="02040503050406030204" pitchFamily="18" charset="0"/>
                      </a:rPr>
                      <m:t>a</m:t>
                    </m:r>
                    <m:r>
                      <a:rPr lang="en-US" sz="2800">
                        <a:solidFill>
                          <a:srgbClr val="002060"/>
                        </a:solidFill>
                        <a:latin typeface="Cambria Math" panose="02040503050406030204" pitchFamily="18" charset="0"/>
                      </a:rPr>
                      <m:t>+</m:t>
                    </m:r>
                    <m:r>
                      <m:rPr>
                        <m:sty m:val="p"/>
                      </m:rPr>
                      <a:rPr lang="en-US" sz="2800">
                        <a:solidFill>
                          <a:srgbClr val="002060"/>
                        </a:solidFill>
                        <a:latin typeface="Cambria Math" panose="02040503050406030204" pitchFamily="18" charset="0"/>
                      </a:rPr>
                      <m:t>bx</m:t>
                    </m:r>
                  </m:oMath>
                </a14:m>
                <a:r>
                  <a:rPr lang="en-US" sz="2800" dirty="0">
                    <a:solidFill>
                      <a:srgbClr val="002060"/>
                    </a:solidFill>
                  </a:rPr>
                  <a:t>.</a:t>
                </a:r>
              </a:p>
            </p:txBody>
          </p:sp>
        </mc:Choice>
        <mc:Fallback xmlns="">
          <p:sp>
            <p:nvSpPr>
              <p:cNvPr id="15" name="Rectangle 14"/>
              <p:cNvSpPr>
                <a:spLocks noRot="1" noChangeAspect="1" noMove="1" noResize="1" noEditPoints="1" noAdjustHandles="1" noChangeArrowheads="1" noChangeShapeType="1" noTextEdit="1"/>
              </p:cNvSpPr>
              <p:nvPr/>
            </p:nvSpPr>
            <p:spPr>
              <a:xfrm>
                <a:off x="1625597" y="4007810"/>
                <a:ext cx="6683240" cy="523220"/>
              </a:xfrm>
              <a:prstGeom prst="rect">
                <a:avLst/>
              </a:prstGeom>
              <a:blipFill rotWithShape="0">
                <a:blip r:embed="rId5"/>
                <a:stretch>
                  <a:fillRect l="-1916" t="-11628" r="-821"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1628461" y="4692645"/>
                <a:ext cx="4982390" cy="523220"/>
              </a:xfrm>
              <a:prstGeom prst="rect">
                <a:avLst/>
              </a:prstGeom>
            </p:spPr>
            <p:txBody>
              <a:bodyPr wrap="none">
                <a:spAutoFit/>
              </a:bodyPr>
              <a:lstStyle/>
              <a:p>
                <a14:m>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oMath>
                </a14:m>
                <a:r>
                  <a:rPr lang="en-US" sz="2800" dirty="0">
                    <a:solidFill>
                      <a:srgbClr val="002060"/>
                    </a:solidFill>
                  </a:rPr>
                  <a:t> Let us take     </a:t>
                </a:r>
                <a14:m>
                  <m:oMath xmlns:m="http://schemas.openxmlformats.org/officeDocument/2006/math">
                    <m:r>
                      <m:rPr>
                        <m:sty m:val="p"/>
                      </m:rPr>
                      <a:rPr lang="en-US" sz="2800" i="0" dirty="0" smtClean="0">
                        <a:solidFill>
                          <a:srgbClr val="002060"/>
                        </a:solidFill>
                        <a:latin typeface="Cambria Math" panose="02040503050406030204" pitchFamily="18" charset="0"/>
                      </a:rPr>
                      <m:t>b</m:t>
                    </m:r>
                    <m:r>
                      <a:rPr lang="en-US" sz="2800" b="0" i="0" dirty="0" smtClean="0">
                        <a:solidFill>
                          <a:srgbClr val="002060"/>
                        </a:solidFill>
                        <a:latin typeface="Cambria Math" panose="02040503050406030204" pitchFamily="18" charset="0"/>
                      </a:rPr>
                      <m:t>′</m:t>
                    </m:r>
                    <m:r>
                      <a:rPr lang="en-US" sz="2800" i="0" dirty="0" smtClean="0">
                        <a:solidFill>
                          <a:srgbClr val="002060"/>
                        </a:solidFill>
                        <a:latin typeface="Cambria Math" panose="02040503050406030204" pitchFamily="18" charset="0"/>
                      </a:rPr>
                      <m:t>=</m:t>
                    </m:r>
                    <m:r>
                      <m:rPr>
                        <m:sty m:val="p"/>
                      </m:rPr>
                      <a:rPr lang="en-US" sz="2800" i="0" dirty="0" smtClean="0">
                        <a:solidFill>
                          <a:srgbClr val="002060"/>
                        </a:solidFill>
                        <a:latin typeface="Cambria Math" panose="02040503050406030204" pitchFamily="18" charset="0"/>
                      </a:rPr>
                      <m:t>a</m:t>
                    </m:r>
                  </m:oMath>
                </a14:m>
                <a:r>
                  <a:rPr lang="en-US" sz="2800" dirty="0">
                    <a:solidFill>
                      <a:srgbClr val="002060"/>
                    </a:solidFill>
                  </a:rPr>
                  <a:t>   &amp;   </a:t>
                </a:r>
                <a14:m>
                  <m:oMath xmlns:m="http://schemas.openxmlformats.org/officeDocument/2006/math">
                    <m:r>
                      <m:rPr>
                        <m:sty m:val="p"/>
                      </m:rPr>
                      <a:rPr lang="en-US" sz="2800" i="0" dirty="0" smtClean="0">
                        <a:solidFill>
                          <a:srgbClr val="002060"/>
                        </a:solidFill>
                        <a:latin typeface="Cambria Math" panose="02040503050406030204" pitchFamily="18" charset="0"/>
                      </a:rPr>
                      <m:t>a</m:t>
                    </m:r>
                    <m:r>
                      <a:rPr lang="en-US" sz="2800" b="0" i="0" dirty="0" smtClean="0">
                        <a:solidFill>
                          <a:srgbClr val="002060"/>
                        </a:solidFill>
                        <a:latin typeface="Cambria Math" panose="02040503050406030204" pitchFamily="18" charset="0"/>
                      </a:rPr>
                      <m:t>′</m:t>
                    </m:r>
                    <m:r>
                      <a:rPr lang="en-US" sz="2800" i="0" dirty="0" smtClean="0">
                        <a:solidFill>
                          <a:srgbClr val="002060"/>
                        </a:solidFill>
                        <a:latin typeface="Cambria Math" panose="02040503050406030204" pitchFamily="18" charset="0"/>
                      </a:rPr>
                      <m:t>=</m:t>
                    </m:r>
                    <m:r>
                      <m:rPr>
                        <m:sty m:val="p"/>
                      </m:rPr>
                      <a:rPr lang="en-US" sz="2800" i="0" dirty="0" smtClean="0">
                        <a:solidFill>
                          <a:srgbClr val="002060"/>
                        </a:solidFill>
                        <a:latin typeface="Cambria Math" panose="02040503050406030204" pitchFamily="18" charset="0"/>
                      </a:rPr>
                      <m:t>b</m:t>
                    </m:r>
                  </m:oMath>
                </a14:m>
                <a:endParaRPr lang="en-US" sz="2800" dirty="0">
                  <a:solidFill>
                    <a:srgbClr val="002060"/>
                  </a:solidFill>
                </a:endParaRPr>
              </a:p>
            </p:txBody>
          </p:sp>
        </mc:Choice>
        <mc:Fallback xmlns="">
          <p:sp>
            <p:nvSpPr>
              <p:cNvPr id="16" name="Rectangle 15"/>
              <p:cNvSpPr>
                <a:spLocks noRot="1" noChangeAspect="1" noMove="1" noResize="1" noEditPoints="1" noAdjustHandles="1" noChangeArrowheads="1" noChangeShapeType="1" noTextEdit="1"/>
              </p:cNvSpPr>
              <p:nvPr/>
            </p:nvSpPr>
            <p:spPr>
              <a:xfrm>
                <a:off x="1628461" y="4692645"/>
                <a:ext cx="4982390" cy="523220"/>
              </a:xfrm>
              <a:prstGeom prst="rect">
                <a:avLst/>
              </a:prstGeom>
              <a:blipFill rotWithShape="0">
                <a:blip r:embed="rId6"/>
                <a:stretch>
                  <a:fillRect t="-12791"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p:cNvSpPr/>
              <p:nvPr/>
            </p:nvSpPr>
            <p:spPr>
              <a:xfrm>
                <a:off x="1625597" y="5377480"/>
                <a:ext cx="3855543" cy="523220"/>
              </a:xfrm>
              <a:prstGeom prst="rect">
                <a:avLst/>
              </a:prstGeom>
            </p:spPr>
            <p:txBody>
              <a:bodyPr wrap="none">
                <a:spAutoFit/>
              </a:bodyPr>
              <a:lstStyle/>
              <a:p>
                <a14:m>
                  <m:oMath xmlns:m="http://schemas.openxmlformats.org/officeDocument/2006/math">
                    <m:r>
                      <a:rPr lang="en-US" sz="2800" i="1">
                        <a:solidFill>
                          <a:srgbClr val="002060"/>
                        </a:solidFill>
                        <a:latin typeface="Cambria Math" panose="02040503050406030204" pitchFamily="18" charset="0"/>
                        <a:ea typeface="Cambria Math" panose="02040503050406030204" pitchFamily="18" charset="0"/>
                      </a:rPr>
                      <m:t>∴ </m:t>
                    </m:r>
                  </m:oMath>
                </a14:m>
                <a:r>
                  <a:rPr lang="en-US" sz="2800" dirty="0">
                    <a:solidFill>
                      <a:srgbClr val="002060"/>
                    </a:solidFill>
                  </a:rPr>
                  <a:t>We will find straight line</a:t>
                </a:r>
              </a:p>
            </p:txBody>
          </p:sp>
        </mc:Choice>
        <mc:Fallback xmlns="">
          <p:sp>
            <p:nvSpPr>
              <p:cNvPr id="17" name="Rectangle 16"/>
              <p:cNvSpPr>
                <a:spLocks noRot="1" noChangeAspect="1" noMove="1" noResize="1" noEditPoints="1" noAdjustHandles="1" noChangeArrowheads="1" noChangeShapeType="1" noTextEdit="1"/>
              </p:cNvSpPr>
              <p:nvPr/>
            </p:nvSpPr>
            <p:spPr>
              <a:xfrm>
                <a:off x="1625597" y="5377480"/>
                <a:ext cx="3855543" cy="523220"/>
              </a:xfrm>
              <a:prstGeom prst="rect">
                <a:avLst/>
              </a:prstGeom>
              <a:blipFill rotWithShape="0">
                <a:blip r:embed="rId7"/>
                <a:stretch>
                  <a:fillRect t="-11628" r="-2057"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p:cNvSpPr/>
              <p:nvPr/>
            </p:nvSpPr>
            <p:spPr>
              <a:xfrm>
                <a:off x="5481140" y="5377480"/>
                <a:ext cx="1887055"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280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m:t>
                      </m:r>
                      <m:r>
                        <m:rPr>
                          <m:sty m:val="p"/>
                        </m:rPr>
                        <a:rPr lang="en-US" sz="2800">
                          <a:solidFill>
                            <a:srgbClr val="002060"/>
                          </a:solidFill>
                          <a:latin typeface="Cambria Math" panose="02040503050406030204" pitchFamily="18" charset="0"/>
                        </a:rPr>
                        <m:t>ax</m:t>
                      </m:r>
                      <m:r>
                        <a:rPr lang="en-US" sz="2800">
                          <a:solidFill>
                            <a:srgbClr val="002060"/>
                          </a:solidFill>
                          <a:latin typeface="Cambria Math" panose="02040503050406030204" pitchFamily="18" charset="0"/>
                        </a:rPr>
                        <m:t>+</m:t>
                      </m:r>
                      <m:r>
                        <m:rPr>
                          <m:sty m:val="p"/>
                        </m:rPr>
                        <a:rPr lang="en-US" sz="2800">
                          <a:solidFill>
                            <a:srgbClr val="002060"/>
                          </a:solidFill>
                          <a:latin typeface="Cambria Math" panose="02040503050406030204" pitchFamily="18" charset="0"/>
                        </a:rPr>
                        <m:t>b</m:t>
                      </m:r>
                    </m:oMath>
                  </m:oMathPara>
                </a14:m>
                <a:endParaRPr lang="en-US" sz="2800" dirty="0">
                  <a:solidFill>
                    <a:srgbClr val="002060"/>
                  </a:solidFill>
                </a:endParaRPr>
              </a:p>
            </p:txBody>
          </p:sp>
        </mc:Choice>
        <mc:Fallback xmlns="">
          <p:sp>
            <p:nvSpPr>
              <p:cNvPr id="18" name="Rectangle 17"/>
              <p:cNvSpPr>
                <a:spLocks noRot="1" noChangeAspect="1" noMove="1" noResize="1" noEditPoints="1" noAdjustHandles="1" noChangeArrowheads="1" noChangeShapeType="1" noTextEdit="1"/>
              </p:cNvSpPr>
              <p:nvPr/>
            </p:nvSpPr>
            <p:spPr>
              <a:xfrm>
                <a:off x="5481140" y="5377480"/>
                <a:ext cx="1887055" cy="523220"/>
              </a:xfrm>
              <a:prstGeom prst="rect">
                <a:avLst/>
              </a:prstGeom>
              <a:blipFill rotWithShape="0">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p:cNvSpPr/>
              <p:nvPr/>
            </p:nvSpPr>
            <p:spPr>
              <a:xfrm>
                <a:off x="7368195" y="5377480"/>
                <a:ext cx="257237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smtClean="0">
                          <a:solidFill>
                            <a:srgbClr val="7030A0"/>
                          </a:solidFill>
                          <a:latin typeface="Cambria Math" panose="02040503050406030204" pitchFamily="18" charset="0"/>
                          <a:ea typeface="Cambria Math" panose="02040503050406030204" pitchFamily="18" charset="0"/>
                        </a:rPr>
                        <m:t>⇒</m:t>
                      </m:r>
                      <m:r>
                        <a:rPr lang="en-US" sz="2800" b="1" i="0">
                          <a:solidFill>
                            <a:srgbClr val="7030A0"/>
                          </a:solidFill>
                          <a:latin typeface="Cambria Math" panose="02040503050406030204" pitchFamily="18" charset="0"/>
                        </a:rPr>
                        <m:t>𝐲</m:t>
                      </m:r>
                      <m:r>
                        <a:rPr lang="en-US" sz="2800" b="1" i="0">
                          <a:solidFill>
                            <a:srgbClr val="7030A0"/>
                          </a:solidFill>
                          <a:latin typeface="Cambria Math" panose="02040503050406030204" pitchFamily="18" charset="0"/>
                        </a:rPr>
                        <m:t>=</m:t>
                      </m:r>
                      <m:sSup>
                        <m:sSupPr>
                          <m:ctrlPr>
                            <a:rPr lang="en-US" sz="2800" b="1" i="1" smtClean="0">
                              <a:solidFill>
                                <a:srgbClr val="7030A0"/>
                              </a:solidFill>
                              <a:latin typeface="Cambria Math" panose="02040503050406030204" pitchFamily="18" charset="0"/>
                            </a:rPr>
                          </m:ctrlPr>
                        </m:sSupPr>
                        <m:e>
                          <m:r>
                            <a:rPr lang="en-US" sz="2800" b="1" i="0">
                              <a:solidFill>
                                <a:srgbClr val="7030A0"/>
                              </a:solidFill>
                              <a:latin typeface="Cambria Math" panose="02040503050406030204" pitchFamily="18" charset="0"/>
                            </a:rPr>
                            <m:t>𝐛</m:t>
                          </m:r>
                        </m:e>
                        <m:sup>
                          <m:r>
                            <a:rPr lang="en-US" sz="2800" b="1" i="0" smtClean="0">
                              <a:solidFill>
                                <a:srgbClr val="7030A0"/>
                              </a:solidFill>
                              <a:latin typeface="Cambria Math" panose="02040503050406030204" pitchFamily="18" charset="0"/>
                            </a:rPr>
                            <m:t>′</m:t>
                          </m:r>
                        </m:sup>
                      </m:sSup>
                      <m:r>
                        <a:rPr lang="en-US" sz="2800" b="1" i="0" smtClean="0">
                          <a:solidFill>
                            <a:srgbClr val="7030A0"/>
                          </a:solidFill>
                          <a:latin typeface="Cambria Math" panose="02040503050406030204" pitchFamily="18" charset="0"/>
                        </a:rPr>
                        <m:t>𝐱</m:t>
                      </m:r>
                      <m:r>
                        <a:rPr lang="en-US" sz="2800" b="1" i="0" smtClean="0">
                          <a:solidFill>
                            <a:srgbClr val="7030A0"/>
                          </a:solidFill>
                          <a:latin typeface="Cambria Math" panose="02040503050406030204" pitchFamily="18" charset="0"/>
                        </a:rPr>
                        <m:t>+</m:t>
                      </m:r>
                      <m:r>
                        <a:rPr lang="en-US" sz="2800" b="1" i="0" smtClean="0">
                          <a:solidFill>
                            <a:srgbClr val="7030A0"/>
                          </a:solidFill>
                          <a:latin typeface="Cambria Math" panose="02040503050406030204" pitchFamily="18" charset="0"/>
                        </a:rPr>
                        <m:t>𝐚</m:t>
                      </m:r>
                      <m:r>
                        <a:rPr lang="en-US" sz="2800" b="1" i="0" smtClean="0">
                          <a:solidFill>
                            <a:srgbClr val="7030A0"/>
                          </a:solidFill>
                          <a:latin typeface="Cambria Math" panose="02040503050406030204" pitchFamily="18" charset="0"/>
                        </a:rPr>
                        <m:t>′</m:t>
                      </m:r>
                    </m:oMath>
                  </m:oMathPara>
                </a14:m>
                <a:endParaRPr lang="en-US" sz="2800" b="1" dirty="0">
                  <a:solidFill>
                    <a:srgbClr val="7030A0"/>
                  </a:solidFill>
                </a:endParaRPr>
              </a:p>
            </p:txBody>
          </p:sp>
        </mc:Choice>
        <mc:Fallback xmlns="">
          <p:sp>
            <p:nvSpPr>
              <p:cNvPr id="20" name="Rectangle 19"/>
              <p:cNvSpPr>
                <a:spLocks noRot="1" noChangeAspect="1" noMove="1" noResize="1" noEditPoints="1" noAdjustHandles="1" noChangeArrowheads="1" noChangeShapeType="1" noTextEdit="1"/>
              </p:cNvSpPr>
              <p:nvPr/>
            </p:nvSpPr>
            <p:spPr>
              <a:xfrm>
                <a:off x="7368195" y="5377480"/>
                <a:ext cx="2572371" cy="523220"/>
              </a:xfrm>
              <a:prstGeom prst="rect">
                <a:avLst/>
              </a:prstGeom>
              <a:blipFill rotWithShape="0">
                <a:blip r:embed="rId9"/>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212484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50"/>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nodeType="afterEffect">
                                  <p:stCondLst>
                                    <p:cond delay="0"/>
                                  </p:stCondLst>
                                  <p:childTnLst>
                                    <p:set>
                                      <p:cBhvr>
                                        <p:cTn id="1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50" grpId="0" animBg="1"/>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4.1 ⇝ Example 2(</a:t>
            </a:r>
            <a:r>
              <a:rPr lang="en-GB" dirty="0">
                <a:solidFill>
                  <a:srgbClr val="FF0000"/>
                </a:solidFill>
              </a:rPr>
              <a:t>Continue</a:t>
            </a:r>
            <a:r>
              <a:rPr lang="en-GB" dirty="0"/>
              <a:t>)</a:t>
            </a:r>
            <a:endParaRPr lang="en-US" dirty="0"/>
          </a:p>
        </p:txBody>
      </p:sp>
      <mc:AlternateContent xmlns:mc="http://schemas.openxmlformats.org/markup-compatibility/2006" xmlns:a14="http://schemas.microsoft.com/office/drawing/2010/main">
        <mc:Choice Requires="a14">
          <p:sp>
            <p:nvSpPr>
              <p:cNvPr id="4" name="Rectangle 3"/>
              <p:cNvSpPr/>
              <p:nvPr/>
            </p:nvSpPr>
            <p:spPr>
              <a:xfrm>
                <a:off x="115749" y="831469"/>
                <a:ext cx="4244239" cy="523220"/>
              </a:xfrm>
              <a:prstGeom prst="rect">
                <a:avLst/>
              </a:prstGeom>
            </p:spPr>
            <p:txBody>
              <a:bodyPr wrap="none">
                <a:spAutoFit/>
              </a:bodyPr>
              <a:lstStyle/>
              <a:p>
                <a:r>
                  <a:rPr lang="en-US" sz="2800" b="0" i="0" dirty="0">
                    <a:solidFill>
                      <a:srgbClr val="002060"/>
                    </a:solidFill>
                    <a:latin typeface="+mj-lt"/>
                    <a:ea typeface="Cambria Math" panose="02040503050406030204" pitchFamily="18" charset="0"/>
                  </a:rPr>
                  <a:t>From the given data</a:t>
                </a:r>
                <a14:m>
                  <m:oMath xmlns:m="http://schemas.openxmlformats.org/officeDocument/2006/math">
                    <m:r>
                      <a:rPr lang="en-US" sz="2800" b="0" i="0" smtClean="0">
                        <a:solidFill>
                          <a:srgbClr val="002060"/>
                        </a:solidFill>
                        <a:latin typeface="Cambria Math" panose="02040503050406030204" pitchFamily="18" charset="0"/>
                        <a:ea typeface="Cambria Math" panose="02040503050406030204" pitchFamily="18" charset="0"/>
                      </a:rPr>
                      <m:t>   </m:t>
                    </m:r>
                    <m:r>
                      <a:rPr lang="en-US" sz="2800" b="0" i="1" smtClean="0">
                        <a:solidFill>
                          <a:srgbClr val="002060"/>
                        </a:solidFill>
                        <a:latin typeface="Cambria Math" panose="02040503050406030204" pitchFamily="18" charset="0"/>
                        <a:ea typeface="Cambria Math" panose="02040503050406030204" pitchFamily="18" charset="0"/>
                      </a:rPr>
                      <m:t> </m:t>
                    </m:r>
                    <m:r>
                      <m:rPr>
                        <m:sty m:val="p"/>
                      </m:rPr>
                      <a:rPr lang="en-US" sz="2800" b="0" i="0" smtClean="0">
                        <a:solidFill>
                          <a:srgbClr val="002060"/>
                        </a:solidFill>
                        <a:latin typeface="Cambria Math" panose="02040503050406030204" pitchFamily="18" charset="0"/>
                      </a:rPr>
                      <m:t>n</m:t>
                    </m:r>
                    <m:r>
                      <a:rPr lang="en-US" sz="2800" b="0" i="1" smtClean="0">
                        <a:solidFill>
                          <a:srgbClr val="002060"/>
                        </a:solidFill>
                        <a:latin typeface="Cambria Math" panose="02040503050406030204" pitchFamily="18" charset="0"/>
                      </a:rPr>
                      <m:t>=5</m:t>
                    </m:r>
                  </m:oMath>
                </a14:m>
                <a:endParaRPr lang="en-US" sz="2800" dirty="0"/>
              </a:p>
            </p:txBody>
          </p:sp>
        </mc:Choice>
        <mc:Fallback xmlns="">
          <p:sp>
            <p:nvSpPr>
              <p:cNvPr id="4" name="Rectangle 3"/>
              <p:cNvSpPr>
                <a:spLocks noRot="1" noChangeAspect="1" noMove="1" noResize="1" noEditPoints="1" noAdjustHandles="1" noChangeArrowheads="1" noChangeShapeType="1" noTextEdit="1"/>
              </p:cNvSpPr>
              <p:nvPr/>
            </p:nvSpPr>
            <p:spPr>
              <a:xfrm>
                <a:off x="115749" y="831469"/>
                <a:ext cx="4244239" cy="523220"/>
              </a:xfrm>
              <a:prstGeom prst="rect">
                <a:avLst/>
              </a:prstGeom>
              <a:blipFill rotWithShape="0">
                <a:blip r:embed="rId2"/>
                <a:stretch>
                  <a:fillRect l="-3017" t="-11628"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115749" y="2513805"/>
                <a:ext cx="1799788" cy="523220"/>
              </a:xfrm>
              <a:prstGeom prst="rect">
                <a:avLst/>
              </a:prstGeom>
            </p:spPr>
            <p:txBody>
              <a:bodyPr wrap="none">
                <a:spAutoFit/>
              </a:bodyPr>
              <a:lstStyle/>
              <a:p>
                <a:r>
                  <a:rPr lang="en-US" sz="2800" dirty="0">
                    <a:solidFill>
                      <a:srgbClr val="002060"/>
                    </a:solidFill>
                    <a:latin typeface="+mj-lt"/>
                    <a:ea typeface="Cambria Math" panose="02040503050406030204" pitchFamily="18" charset="0"/>
                  </a:rPr>
                  <a:t> </a:t>
                </a:r>
                <a14:m>
                  <m:oMath xmlns:m="http://schemas.openxmlformats.org/officeDocument/2006/math">
                    <m:nary>
                      <m:naryPr>
                        <m:chr m:val="∑"/>
                        <m:limLoc m:val="undOvr"/>
                        <m:subHide m:val="on"/>
                        <m:supHide m:val="on"/>
                        <m:ctrlPr>
                          <a:rPr lang="en-US" sz="2800" i="1">
                            <a:solidFill>
                              <a:srgbClr val="002060"/>
                            </a:solidFill>
                            <a:latin typeface="Cambria Math" panose="02040503050406030204" pitchFamily="18" charset="0"/>
                          </a:rPr>
                        </m:ctrlPr>
                      </m:naryPr>
                      <m:sub/>
                      <m:sup/>
                      <m:e>
                        <m:sSup>
                          <m:sSupPr>
                            <m:ctrlPr>
                              <a:rPr lang="en-US" sz="2800" b="0" i="1" smtClean="0">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x</m:t>
                            </m:r>
                          </m:e>
                          <m:sup>
                            <m:r>
                              <a:rPr lang="en-US" sz="2800" b="0" i="0" smtClean="0">
                                <a:solidFill>
                                  <a:srgbClr val="002060"/>
                                </a:solidFill>
                                <a:latin typeface="Cambria Math" panose="02040503050406030204" pitchFamily="18" charset="0"/>
                              </a:rPr>
                              <m:t>2</m:t>
                            </m:r>
                          </m:sup>
                        </m:sSup>
                      </m:e>
                    </m:nary>
                    <m:r>
                      <a:rPr lang="en-US" sz="2800" b="0" i="1" smtClean="0">
                        <a:solidFill>
                          <a:srgbClr val="002060"/>
                        </a:solidFill>
                        <a:latin typeface="Cambria Math" panose="02040503050406030204" pitchFamily="18" charset="0"/>
                      </a:rPr>
                      <m:t>=10</m:t>
                    </m:r>
                  </m:oMath>
                </a14:m>
                <a:endParaRPr lang="en-US" sz="2800" dirty="0"/>
              </a:p>
            </p:txBody>
          </p:sp>
        </mc:Choice>
        <mc:Fallback xmlns="">
          <p:sp>
            <p:nvSpPr>
              <p:cNvPr id="6" name="Rectangle 5"/>
              <p:cNvSpPr>
                <a:spLocks noRot="1" noChangeAspect="1" noMove="1" noResize="1" noEditPoints="1" noAdjustHandles="1" noChangeArrowheads="1" noChangeShapeType="1" noTextEdit="1"/>
              </p:cNvSpPr>
              <p:nvPr/>
            </p:nvSpPr>
            <p:spPr>
              <a:xfrm>
                <a:off x="115749" y="2513805"/>
                <a:ext cx="1799788" cy="52322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115749" y="1672637"/>
                <a:ext cx="1419812" cy="523220"/>
              </a:xfrm>
              <a:prstGeom prst="rect">
                <a:avLst/>
              </a:prstGeom>
            </p:spPr>
            <p:txBody>
              <a:bodyPr wrap="none">
                <a:spAutoFit/>
              </a:bodyPr>
              <a:lstStyle/>
              <a:p>
                <a:r>
                  <a:rPr lang="en-US" sz="2800" dirty="0">
                    <a:solidFill>
                      <a:schemeClr val="bg1"/>
                    </a:solidFill>
                    <a:ea typeface="Cambria Math" panose="02040503050406030204" pitchFamily="18" charset="0"/>
                  </a:rPr>
                  <a:t> </a:t>
                </a:r>
                <a14:m>
                  <m:oMath xmlns:m="http://schemas.openxmlformats.org/officeDocument/2006/math">
                    <m:nary>
                      <m:naryPr>
                        <m:chr m:val="∑"/>
                        <m:limLoc m:val="undOvr"/>
                        <m:subHide m:val="on"/>
                        <m:supHide m:val="on"/>
                        <m:ctrlPr>
                          <a:rPr lang="en-US" sz="2800" i="1">
                            <a:solidFill>
                              <a:srgbClr val="002060"/>
                            </a:solidFill>
                            <a:latin typeface="Cambria Math" panose="02040503050406030204" pitchFamily="18" charset="0"/>
                          </a:rPr>
                        </m:ctrlPr>
                      </m:naryPr>
                      <m:sub/>
                      <m:sup/>
                      <m:e>
                        <m:r>
                          <m:rPr>
                            <m:sty m:val="p"/>
                          </m:rPr>
                          <a:rPr lang="en-US" sz="2800" b="0" i="0" smtClean="0">
                            <a:solidFill>
                              <a:srgbClr val="002060"/>
                            </a:solidFill>
                            <a:latin typeface="Cambria Math" panose="02040503050406030204" pitchFamily="18" charset="0"/>
                          </a:rPr>
                          <m:t>x</m:t>
                        </m:r>
                      </m:e>
                    </m:nary>
                    <m:r>
                      <a:rPr lang="en-US" sz="2800" i="1">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0</m:t>
                    </m:r>
                  </m:oMath>
                </a14:m>
                <a:endParaRPr lang="en-US" sz="2800" dirty="0"/>
              </a:p>
            </p:txBody>
          </p:sp>
        </mc:Choice>
        <mc:Fallback xmlns="">
          <p:sp>
            <p:nvSpPr>
              <p:cNvPr id="7" name="Rectangle 6"/>
              <p:cNvSpPr>
                <a:spLocks noRot="1" noChangeAspect="1" noMove="1" noResize="1" noEditPoints="1" noAdjustHandles="1" noChangeArrowheads="1" noChangeShapeType="1" noTextEdit="1"/>
              </p:cNvSpPr>
              <p:nvPr/>
            </p:nvSpPr>
            <p:spPr>
              <a:xfrm>
                <a:off x="115749" y="1672637"/>
                <a:ext cx="1419812" cy="52322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3081221" y="2513805"/>
                <a:ext cx="1600951" cy="523220"/>
              </a:xfrm>
              <a:prstGeom prst="rect">
                <a:avLst/>
              </a:prstGeom>
            </p:spPr>
            <p:txBody>
              <a:bodyPr wrap="none">
                <a:spAutoFit/>
              </a:bodyPr>
              <a:lstStyle/>
              <a:p>
                <a:r>
                  <a:rPr lang="en-US" sz="2800" dirty="0">
                    <a:solidFill>
                      <a:srgbClr val="002060"/>
                    </a:solidFill>
                    <a:latin typeface="+mj-lt"/>
                    <a:ea typeface="Cambria Math" panose="02040503050406030204" pitchFamily="18" charset="0"/>
                  </a:rPr>
                  <a:t> </a:t>
                </a:r>
                <a14:m>
                  <m:oMath xmlns:m="http://schemas.openxmlformats.org/officeDocument/2006/math">
                    <m:nary>
                      <m:naryPr>
                        <m:chr m:val="∑"/>
                        <m:limLoc m:val="undOvr"/>
                        <m:subHide m:val="on"/>
                        <m:supHide m:val="on"/>
                        <m:ctrlPr>
                          <a:rPr lang="en-US" sz="2800" i="1">
                            <a:solidFill>
                              <a:srgbClr val="002060"/>
                            </a:solidFill>
                            <a:latin typeface="Cambria Math" panose="02040503050406030204" pitchFamily="18" charset="0"/>
                          </a:rPr>
                        </m:ctrlPr>
                      </m:naryPr>
                      <m:sub/>
                      <m:sup/>
                      <m:e>
                        <m:r>
                          <m:rPr>
                            <m:sty m:val="p"/>
                          </m:rPr>
                          <a:rPr lang="en-US" sz="2800" b="0" i="0" smtClean="0">
                            <a:solidFill>
                              <a:srgbClr val="002060"/>
                            </a:solidFill>
                            <a:latin typeface="Cambria Math" panose="02040503050406030204" pitchFamily="18" charset="0"/>
                          </a:rPr>
                          <m:t>xy</m:t>
                        </m:r>
                      </m:e>
                    </m:nary>
                    <m:r>
                      <a:rPr lang="en-US" sz="2800" b="0" i="1" smtClean="0">
                        <a:solidFill>
                          <a:srgbClr val="002060"/>
                        </a:solidFill>
                        <a:latin typeface="Cambria Math" panose="02040503050406030204" pitchFamily="18" charset="0"/>
                      </a:rPr>
                      <m:t>=7</m:t>
                    </m:r>
                  </m:oMath>
                </a14:m>
                <a:endParaRPr lang="en-US" sz="2800" dirty="0"/>
              </a:p>
            </p:txBody>
          </p:sp>
        </mc:Choice>
        <mc:Fallback xmlns="">
          <p:sp>
            <p:nvSpPr>
              <p:cNvPr id="8" name="Rectangle 7"/>
              <p:cNvSpPr>
                <a:spLocks noRot="1" noChangeAspect="1" noMove="1" noResize="1" noEditPoints="1" noAdjustHandles="1" noChangeArrowheads="1" noChangeShapeType="1" noTextEdit="1"/>
              </p:cNvSpPr>
              <p:nvPr/>
            </p:nvSpPr>
            <p:spPr>
              <a:xfrm>
                <a:off x="3081221" y="2513805"/>
                <a:ext cx="1600951" cy="523220"/>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3079007" y="1676776"/>
                <a:ext cx="1626599" cy="523220"/>
              </a:xfrm>
              <a:prstGeom prst="rect">
                <a:avLst/>
              </a:prstGeom>
            </p:spPr>
            <p:txBody>
              <a:bodyPr wrap="none">
                <a:spAutoFit/>
              </a:bodyPr>
              <a:lstStyle/>
              <a:p>
                <a:r>
                  <a:rPr lang="en-US" sz="2800" dirty="0">
                    <a:solidFill>
                      <a:schemeClr val="bg1"/>
                    </a:solidFill>
                    <a:ea typeface="Cambria Math" panose="02040503050406030204" pitchFamily="18" charset="0"/>
                  </a:rPr>
                  <a:t> </a:t>
                </a:r>
                <a14:m>
                  <m:oMath xmlns:m="http://schemas.openxmlformats.org/officeDocument/2006/math">
                    <m:nary>
                      <m:naryPr>
                        <m:chr m:val="∑"/>
                        <m:limLoc m:val="undOvr"/>
                        <m:subHide m:val="on"/>
                        <m:supHide m:val="on"/>
                        <m:ctrlPr>
                          <a:rPr lang="en-US" sz="2800" i="1">
                            <a:solidFill>
                              <a:srgbClr val="002060"/>
                            </a:solidFill>
                            <a:latin typeface="Cambria Math" panose="02040503050406030204" pitchFamily="18" charset="0"/>
                          </a:rPr>
                        </m:ctrlPr>
                      </m:naryPr>
                      <m:sub/>
                      <m:sup/>
                      <m:e>
                        <m:r>
                          <m:rPr>
                            <m:sty m:val="p"/>
                          </m:rPr>
                          <a:rPr lang="en-US" sz="2800">
                            <a:solidFill>
                              <a:srgbClr val="002060"/>
                            </a:solidFill>
                            <a:latin typeface="Cambria Math" panose="02040503050406030204" pitchFamily="18" charset="0"/>
                          </a:rPr>
                          <m:t>y</m:t>
                        </m:r>
                      </m:e>
                    </m:nary>
                    <m:r>
                      <a:rPr lang="en-US" sz="2800" i="1">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13</m:t>
                    </m:r>
                  </m:oMath>
                </a14:m>
                <a:endParaRPr lang="en-US" sz="2800" dirty="0"/>
              </a:p>
            </p:txBody>
          </p:sp>
        </mc:Choice>
        <mc:Fallback xmlns="">
          <p:sp>
            <p:nvSpPr>
              <p:cNvPr id="15" name="Rectangle 14"/>
              <p:cNvSpPr>
                <a:spLocks noRot="1" noChangeAspect="1" noMove="1" noResize="1" noEditPoints="1" noAdjustHandles="1" noChangeArrowheads="1" noChangeShapeType="1" noTextEdit="1"/>
              </p:cNvSpPr>
              <p:nvPr/>
            </p:nvSpPr>
            <p:spPr>
              <a:xfrm>
                <a:off x="3079007" y="1676776"/>
                <a:ext cx="1626599" cy="523220"/>
              </a:xfrm>
              <a:prstGeom prst="rect">
                <a:avLst/>
              </a:prstGeom>
              <a:blipFill rotWithShape="0">
                <a:blip r:embed="rId6"/>
                <a:stretch>
                  <a:fillRect/>
                </a:stretch>
              </a:blipFill>
            </p:spPr>
            <p:txBody>
              <a:bodyPr/>
              <a:lstStyle/>
              <a:p>
                <a:r>
                  <a:rPr lang="en-US">
                    <a:noFill/>
                  </a:rPr>
                  <a:t> </a:t>
                </a:r>
              </a:p>
            </p:txBody>
          </p:sp>
        </mc:Fallback>
      </mc:AlternateContent>
      <p:sp>
        <p:nvSpPr>
          <p:cNvPr id="16" name="Rectangle 15"/>
          <p:cNvSpPr/>
          <p:nvPr/>
        </p:nvSpPr>
        <p:spPr>
          <a:xfrm>
            <a:off x="5673090" y="751792"/>
            <a:ext cx="36000" cy="5760720"/>
          </a:xfrm>
          <a:prstGeom prst="rect">
            <a:avLst/>
          </a:prstGeom>
          <a:solidFill>
            <a:srgbClr val="B84742"/>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113293" y="3359112"/>
            <a:ext cx="4344459" cy="954107"/>
          </a:xfrm>
          <a:prstGeom prst="rect">
            <a:avLst/>
          </a:prstGeom>
        </p:spPr>
        <p:txBody>
          <a:bodyPr wrap="none">
            <a:spAutoFit/>
          </a:bodyPr>
          <a:lstStyle/>
          <a:p>
            <a:r>
              <a:rPr lang="en-US" sz="2800" b="0" i="0" dirty="0">
                <a:solidFill>
                  <a:srgbClr val="002060"/>
                </a:solidFill>
                <a:latin typeface="+mj-lt"/>
                <a:ea typeface="Cambria Math" panose="02040503050406030204" pitchFamily="18" charset="0"/>
              </a:rPr>
              <a:t>Substitute these values in the</a:t>
            </a:r>
          </a:p>
          <a:p>
            <a:r>
              <a:rPr lang="en-US" sz="2800" b="0" i="0" dirty="0">
                <a:solidFill>
                  <a:srgbClr val="002060"/>
                </a:solidFill>
                <a:latin typeface="+mj-lt"/>
                <a:ea typeface="Cambria Math" panose="02040503050406030204" pitchFamily="18" charset="0"/>
              </a:rPr>
              <a:t>Normal Equations</a:t>
            </a:r>
            <a:endParaRPr lang="en-US" sz="2800" dirty="0"/>
          </a:p>
        </p:txBody>
      </p:sp>
      <mc:AlternateContent xmlns:mc="http://schemas.openxmlformats.org/markup-compatibility/2006" xmlns:a14="http://schemas.microsoft.com/office/drawing/2010/main">
        <mc:Choice Requires="a14">
          <p:sp>
            <p:nvSpPr>
              <p:cNvPr id="18" name="Rectangle 17"/>
              <p:cNvSpPr/>
              <p:nvPr/>
            </p:nvSpPr>
            <p:spPr>
              <a:xfrm>
                <a:off x="113293" y="4635306"/>
                <a:ext cx="3040256" cy="523220"/>
              </a:xfrm>
              <a:prstGeom prst="rect">
                <a:avLst/>
              </a:prstGeom>
            </p:spPr>
            <p:txBody>
              <a:bodyPr wrap="none">
                <a:spAutoFit/>
              </a:bodyPr>
              <a:lstStyle/>
              <a:p>
                <a:r>
                  <a:rPr lang="en-US" sz="2800" dirty="0">
                    <a:solidFill>
                      <a:srgbClr val="002060"/>
                    </a:solidFill>
                  </a:rPr>
                  <a:t> </a:t>
                </a:r>
                <a14:m>
                  <m:oMath xmlns:m="http://schemas.openxmlformats.org/officeDocument/2006/math">
                    <m:nary>
                      <m:naryPr>
                        <m:chr m:val="∑"/>
                        <m:limLoc m:val="undOvr"/>
                        <m:subHide m:val="on"/>
                        <m:supHide m:val="on"/>
                        <m:ctrlPr>
                          <a:rPr lang="en-US" sz="2800" i="1" smtClean="0">
                            <a:solidFill>
                              <a:srgbClr val="002060"/>
                            </a:solidFill>
                            <a:latin typeface="Cambria Math" panose="02040503050406030204" pitchFamily="18" charset="0"/>
                          </a:rPr>
                        </m:ctrlPr>
                      </m:naryPr>
                      <m:sub/>
                      <m:sup/>
                      <m:e>
                        <m:r>
                          <m:rPr>
                            <m:sty m:val="p"/>
                          </m:rPr>
                          <a:rPr lang="en-US" sz="2800" b="0" i="1">
                            <a:solidFill>
                              <a:srgbClr val="002060"/>
                            </a:solidFill>
                            <a:latin typeface="Cambria Math" panose="02040503050406030204" pitchFamily="18" charset="0"/>
                          </a:rPr>
                          <m:t>y</m:t>
                        </m:r>
                        <m:r>
                          <a:rPr lang="en-US" sz="2800" b="0">
                            <a:solidFill>
                              <a:srgbClr val="002060"/>
                            </a:solidFill>
                            <a:latin typeface="Cambria Math" panose="02040503050406030204" pitchFamily="18" charset="0"/>
                          </a:rPr>
                          <m:t> </m:t>
                        </m:r>
                      </m:e>
                    </m:nary>
                    <m:r>
                      <a:rPr lang="en-US" sz="2800" b="0">
                        <a:solidFill>
                          <a:srgbClr val="002060"/>
                        </a:solidFill>
                        <a:latin typeface="Cambria Math" panose="02040503050406030204" pitchFamily="18" charset="0"/>
                      </a:rPr>
                      <m:t>=</m:t>
                    </m:r>
                    <m:r>
                      <m:rPr>
                        <m:sty m:val="p"/>
                      </m:rPr>
                      <a:rPr lang="en-US" sz="2800" b="0" i="1">
                        <a:solidFill>
                          <a:srgbClr val="002060"/>
                        </a:solidFill>
                        <a:latin typeface="Cambria Math" panose="02040503050406030204" pitchFamily="18" charset="0"/>
                      </a:rPr>
                      <m:t>na</m:t>
                    </m:r>
                    <m:r>
                      <a:rPr lang="en-US" sz="2800" b="0" i="1" smtClean="0">
                        <a:solidFill>
                          <a:srgbClr val="002060"/>
                        </a:solidFill>
                        <a:latin typeface="Cambria Math" panose="02040503050406030204" pitchFamily="18" charset="0"/>
                      </a:rPr>
                      <m:t>′</m:t>
                    </m:r>
                    <m:r>
                      <a:rPr lang="en-US" sz="2800" b="0">
                        <a:solidFill>
                          <a:srgbClr val="002060"/>
                        </a:solidFill>
                        <a:latin typeface="Cambria Math" panose="02040503050406030204" pitchFamily="18" charset="0"/>
                      </a:rPr>
                      <m:t>+</m:t>
                    </m:r>
                    <m:r>
                      <m:rPr>
                        <m:sty m:val="p"/>
                      </m:rPr>
                      <a:rPr lang="en-US" sz="2800" b="0" i="1">
                        <a:solidFill>
                          <a:srgbClr val="002060"/>
                        </a:solidFill>
                        <a:latin typeface="Cambria Math" panose="02040503050406030204" pitchFamily="18" charset="0"/>
                      </a:rPr>
                      <m:t>b</m:t>
                    </m:r>
                    <m:r>
                      <a:rPr lang="en-US" sz="2800" b="0" i="1" smtClean="0">
                        <a:solidFill>
                          <a:srgbClr val="002060"/>
                        </a:solidFill>
                        <a:latin typeface="Cambria Math" panose="02040503050406030204" pitchFamily="18" charset="0"/>
                      </a:rPr>
                      <m:t>′</m:t>
                    </m:r>
                    <m:nary>
                      <m:naryPr>
                        <m:chr m:val="∑"/>
                        <m:limLoc m:val="undOvr"/>
                        <m:subHide m:val="on"/>
                        <m:supHide m:val="on"/>
                        <m:ctrlPr>
                          <a:rPr lang="en-US" sz="2800" i="1">
                            <a:solidFill>
                              <a:srgbClr val="002060"/>
                            </a:solidFill>
                            <a:latin typeface="Cambria Math" panose="02040503050406030204" pitchFamily="18" charset="0"/>
                          </a:rPr>
                        </m:ctrlPr>
                      </m:naryPr>
                      <m:sub/>
                      <m:sup/>
                      <m:e>
                        <m:r>
                          <m:rPr>
                            <m:sty m:val="p"/>
                          </m:rPr>
                          <a:rPr lang="en-US" sz="2800" b="0" i="1">
                            <a:solidFill>
                              <a:srgbClr val="002060"/>
                            </a:solidFill>
                            <a:latin typeface="Cambria Math" panose="02040503050406030204" pitchFamily="18" charset="0"/>
                          </a:rPr>
                          <m:t>x</m:t>
                        </m:r>
                      </m:e>
                    </m:nary>
                  </m:oMath>
                </a14:m>
                <a:endParaRPr lang="en-US" sz="2800" dirty="0">
                  <a:solidFill>
                    <a:srgbClr val="002060"/>
                  </a:solidFill>
                </a:endParaRPr>
              </a:p>
            </p:txBody>
          </p:sp>
        </mc:Choice>
        <mc:Fallback xmlns="">
          <p:sp>
            <p:nvSpPr>
              <p:cNvPr id="18" name="Rectangle 17"/>
              <p:cNvSpPr>
                <a:spLocks noRot="1" noChangeAspect="1" noMove="1" noResize="1" noEditPoints="1" noAdjustHandles="1" noChangeArrowheads="1" noChangeShapeType="1" noTextEdit="1"/>
              </p:cNvSpPr>
              <p:nvPr/>
            </p:nvSpPr>
            <p:spPr>
              <a:xfrm>
                <a:off x="113293" y="4635306"/>
                <a:ext cx="3040256" cy="523220"/>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p:cNvSpPr/>
              <p:nvPr/>
            </p:nvSpPr>
            <p:spPr>
              <a:xfrm>
                <a:off x="113293" y="5480613"/>
                <a:ext cx="3662862" cy="523220"/>
              </a:xfrm>
              <a:prstGeom prst="rect">
                <a:avLst/>
              </a:prstGeom>
            </p:spPr>
            <p:txBody>
              <a:bodyPr wrap="none">
                <a:spAutoFit/>
              </a:bodyPr>
              <a:lstStyle/>
              <a:p>
                <a:r>
                  <a:rPr lang="en-US" sz="2800" dirty="0">
                    <a:solidFill>
                      <a:srgbClr val="002060"/>
                    </a:solidFill>
                  </a:rPr>
                  <a:t> </a:t>
                </a:r>
                <a14:m>
                  <m:oMath xmlns:m="http://schemas.openxmlformats.org/officeDocument/2006/math">
                    <m:nary>
                      <m:naryPr>
                        <m:chr m:val="∑"/>
                        <m:limLoc m:val="undOvr"/>
                        <m:subHide m:val="on"/>
                        <m:supHide m:val="on"/>
                        <m:ctrlPr>
                          <a:rPr lang="en-US" sz="2800" i="1" smtClean="0">
                            <a:solidFill>
                              <a:srgbClr val="002060"/>
                            </a:solidFill>
                            <a:latin typeface="Cambria Math" panose="02040503050406030204" pitchFamily="18" charset="0"/>
                          </a:rPr>
                        </m:ctrlPr>
                      </m:naryPr>
                      <m:sub/>
                      <m:sup/>
                      <m:e>
                        <m:r>
                          <m:rPr>
                            <m:sty m:val="p"/>
                          </m:rPr>
                          <a:rPr lang="en-US" sz="2800" b="0" i="1">
                            <a:solidFill>
                              <a:srgbClr val="002060"/>
                            </a:solidFill>
                            <a:latin typeface="Cambria Math" panose="02040503050406030204" pitchFamily="18" charset="0"/>
                          </a:rPr>
                          <m:t>xy</m:t>
                        </m:r>
                      </m:e>
                    </m:nary>
                    <m:r>
                      <a:rPr lang="en-US" sz="2800" b="0">
                        <a:solidFill>
                          <a:srgbClr val="002060"/>
                        </a:solidFill>
                        <a:latin typeface="Cambria Math" panose="02040503050406030204" pitchFamily="18" charset="0"/>
                      </a:rPr>
                      <m:t>=</m:t>
                    </m:r>
                    <m:r>
                      <m:rPr>
                        <m:sty m:val="p"/>
                      </m:rPr>
                      <a:rPr lang="en-US" sz="2800" b="0" i="1">
                        <a:solidFill>
                          <a:srgbClr val="002060"/>
                        </a:solidFill>
                        <a:latin typeface="Cambria Math" panose="02040503050406030204" pitchFamily="18" charset="0"/>
                      </a:rPr>
                      <m:t>a</m:t>
                    </m:r>
                    <m:r>
                      <a:rPr lang="en-US" sz="2800" b="0" i="1" smtClean="0">
                        <a:solidFill>
                          <a:srgbClr val="002060"/>
                        </a:solidFill>
                        <a:latin typeface="Cambria Math" panose="02040503050406030204" pitchFamily="18" charset="0"/>
                      </a:rPr>
                      <m:t>′</m:t>
                    </m:r>
                    <m:nary>
                      <m:naryPr>
                        <m:chr m:val="∑"/>
                        <m:limLoc m:val="undOvr"/>
                        <m:subHide m:val="on"/>
                        <m:supHide m:val="on"/>
                        <m:ctrlPr>
                          <a:rPr lang="en-US" sz="2800" i="1">
                            <a:solidFill>
                              <a:srgbClr val="002060"/>
                            </a:solidFill>
                            <a:latin typeface="Cambria Math" panose="02040503050406030204" pitchFamily="18" charset="0"/>
                          </a:rPr>
                        </m:ctrlPr>
                      </m:naryPr>
                      <m:sub/>
                      <m:sup/>
                      <m:e>
                        <m:r>
                          <m:rPr>
                            <m:sty m:val="p"/>
                          </m:rPr>
                          <a:rPr lang="en-US" sz="2800" b="0" i="1">
                            <a:solidFill>
                              <a:srgbClr val="002060"/>
                            </a:solidFill>
                            <a:latin typeface="Cambria Math" panose="02040503050406030204" pitchFamily="18" charset="0"/>
                          </a:rPr>
                          <m:t>x</m:t>
                        </m:r>
                      </m:e>
                    </m:nary>
                    <m:r>
                      <a:rPr lang="en-US" sz="2800" b="0">
                        <a:solidFill>
                          <a:srgbClr val="002060"/>
                        </a:solidFill>
                        <a:latin typeface="Cambria Math" panose="02040503050406030204" pitchFamily="18" charset="0"/>
                      </a:rPr>
                      <m:t>+</m:t>
                    </m:r>
                    <m:r>
                      <m:rPr>
                        <m:sty m:val="p"/>
                      </m:rPr>
                      <a:rPr lang="en-US" sz="2800" b="0" i="1">
                        <a:solidFill>
                          <a:srgbClr val="002060"/>
                        </a:solidFill>
                        <a:latin typeface="Cambria Math" panose="02040503050406030204" pitchFamily="18" charset="0"/>
                      </a:rPr>
                      <m:t>b</m:t>
                    </m:r>
                    <m:r>
                      <a:rPr lang="en-US" sz="2800" b="0" i="1" smtClean="0">
                        <a:solidFill>
                          <a:srgbClr val="002060"/>
                        </a:solidFill>
                        <a:latin typeface="Cambria Math" panose="02040503050406030204" pitchFamily="18" charset="0"/>
                      </a:rPr>
                      <m:t>′</m:t>
                    </m:r>
                    <m:nary>
                      <m:naryPr>
                        <m:chr m:val="∑"/>
                        <m:limLoc m:val="undOvr"/>
                        <m:subHide m:val="on"/>
                        <m:supHide m:val="on"/>
                        <m:ctrlPr>
                          <a:rPr lang="en-US" sz="2800" i="1">
                            <a:solidFill>
                              <a:srgbClr val="002060"/>
                            </a:solidFill>
                            <a:latin typeface="Cambria Math" panose="02040503050406030204" pitchFamily="18" charset="0"/>
                          </a:rPr>
                        </m:ctrlPr>
                      </m:naryPr>
                      <m:sub/>
                      <m:sup/>
                      <m:e>
                        <m:sSup>
                          <m:sSupPr>
                            <m:ctrlPr>
                              <a:rPr lang="en-US" sz="2800" i="1">
                                <a:solidFill>
                                  <a:srgbClr val="002060"/>
                                </a:solidFill>
                                <a:latin typeface="Cambria Math" panose="02040503050406030204" pitchFamily="18" charset="0"/>
                              </a:rPr>
                            </m:ctrlPr>
                          </m:sSupPr>
                          <m:e>
                            <m:r>
                              <m:rPr>
                                <m:sty m:val="p"/>
                              </m:rPr>
                              <a:rPr lang="en-US" sz="2800" b="0" i="1">
                                <a:solidFill>
                                  <a:srgbClr val="002060"/>
                                </a:solidFill>
                                <a:latin typeface="Cambria Math" panose="02040503050406030204" pitchFamily="18" charset="0"/>
                              </a:rPr>
                              <m:t>x</m:t>
                            </m:r>
                          </m:e>
                          <m:sup>
                            <m:r>
                              <a:rPr lang="en-US" sz="2800" b="0" i="1">
                                <a:solidFill>
                                  <a:srgbClr val="002060"/>
                                </a:solidFill>
                                <a:latin typeface="Cambria Math" panose="02040503050406030204" pitchFamily="18" charset="0"/>
                              </a:rPr>
                              <m:t>2</m:t>
                            </m:r>
                          </m:sup>
                        </m:sSup>
                      </m:e>
                    </m:nary>
                  </m:oMath>
                </a14:m>
                <a:endParaRPr lang="en-US" sz="2800" dirty="0">
                  <a:solidFill>
                    <a:srgbClr val="002060"/>
                  </a:solidFill>
                </a:endParaRPr>
              </a:p>
            </p:txBody>
          </p:sp>
        </mc:Choice>
        <mc:Fallback xmlns="">
          <p:sp>
            <p:nvSpPr>
              <p:cNvPr id="19" name="Rectangle 18"/>
              <p:cNvSpPr>
                <a:spLocks noRot="1" noChangeAspect="1" noMove="1" noResize="1" noEditPoints="1" noAdjustHandles="1" noChangeArrowheads="1" noChangeShapeType="1" noTextEdit="1"/>
              </p:cNvSpPr>
              <p:nvPr/>
            </p:nvSpPr>
            <p:spPr>
              <a:xfrm>
                <a:off x="113293" y="5480613"/>
                <a:ext cx="3662862" cy="523220"/>
              </a:xfrm>
              <a:prstGeom prst="rect">
                <a:avLst/>
              </a:prstGeom>
              <a:blipFill rotWithShape="0">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p:cNvSpPr/>
              <p:nvPr/>
            </p:nvSpPr>
            <p:spPr>
              <a:xfrm>
                <a:off x="6319139" y="831469"/>
                <a:ext cx="4175309" cy="1467966"/>
              </a:xfrm>
              <a:prstGeom prst="rect">
                <a:avLst/>
              </a:prstGeom>
            </p:spPr>
            <p:txBody>
              <a:bodyPr wrap="none">
                <a:spAutoFit/>
              </a:bodyPr>
              <a:lstStyle/>
              <a:p>
                <a:pPr/>
                <a14:m>
                  <m:oMathPara xmlns:m="http://schemas.openxmlformats.org/officeDocument/2006/math">
                    <m:oMathParaPr>
                      <m:jc m:val="center"/>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800" i="1" smtClean="0">
                              <a:solidFill>
                                <a:srgbClr val="002060"/>
                              </a:solidFill>
                              <a:latin typeface="Cambria Math" panose="02040503050406030204" pitchFamily="18" charset="0"/>
                              <a:ea typeface="Cambria Math" panose="02040503050406030204" pitchFamily="18" charset="0"/>
                            </a:rPr>
                          </m:ctrlPr>
                        </m:dPr>
                        <m:e>
                          <m:eqArr>
                            <m:eqArrPr>
                              <m:ctrlPr>
                                <a:rPr lang="en-US" sz="2800" i="1" smtClean="0">
                                  <a:solidFill>
                                    <a:srgbClr val="002060"/>
                                  </a:solidFill>
                                  <a:latin typeface="Cambria Math" panose="02040503050406030204" pitchFamily="18" charset="0"/>
                                  <a:ea typeface="Cambria Math" panose="02040503050406030204" pitchFamily="18" charset="0"/>
                                </a:rPr>
                              </m:ctrlPr>
                            </m:eqArrPr>
                            <m:e>
                              <m:r>
                                <a:rPr lang="en-US" sz="2800" b="0" i="1" smtClean="0">
                                  <a:solidFill>
                                    <a:schemeClr val="bg1"/>
                                  </a:solidFill>
                                  <a:latin typeface="Cambria Math" panose="02040503050406030204" pitchFamily="18" charset="0"/>
                                  <a:ea typeface="Cambria Math" panose="02040503050406030204" pitchFamily="18" charset="0"/>
                                </a:rPr>
                                <m:t>13</m:t>
                              </m:r>
                              <m:r>
                                <a:rPr lang="en-US" sz="2800">
                                  <a:solidFill>
                                    <a:srgbClr val="002060"/>
                                  </a:solidFill>
                                  <a:latin typeface="Cambria Math" panose="02040503050406030204" pitchFamily="18" charset="0"/>
                                </a:rPr>
                                <m:t>=</m:t>
                              </m:r>
                              <m:r>
                                <a:rPr lang="en-US" sz="2800" i="1" smtClean="0">
                                  <a:solidFill>
                                    <a:schemeClr val="bg1"/>
                                  </a:solidFill>
                                  <a:latin typeface="Cambria Math" panose="02040503050406030204" pitchFamily="18" charset="0"/>
                                </a:rPr>
                                <m:t>5</m:t>
                              </m:r>
                              <m:r>
                                <a:rPr lang="en-US" sz="2800" i="1">
                                  <a:solidFill>
                                    <a:srgbClr val="002060"/>
                                  </a:solidFill>
                                  <a:latin typeface="Cambria Math" panose="02040503050406030204" pitchFamily="18" charset="0"/>
                                  <a:ea typeface="Cambria Math" panose="02040503050406030204" pitchFamily="18" charset="0"/>
                                </a:rPr>
                                <m:t>∙</m:t>
                              </m:r>
                              <m:r>
                                <m:rPr>
                                  <m:sty m:val="p"/>
                                </m:rPr>
                                <a:rPr lang="en-US" sz="2800" i="1" smtClean="0">
                                  <a:solidFill>
                                    <a:srgbClr val="FF0000"/>
                                  </a:solidFill>
                                  <a:latin typeface="Cambria Math" panose="02040503050406030204" pitchFamily="18" charset="0"/>
                                </a:rPr>
                                <m:t>a</m:t>
                              </m:r>
                              <m:r>
                                <a:rPr lang="en-US" sz="2800" b="0" i="1" smtClean="0">
                                  <a:solidFill>
                                    <a:srgbClr val="FF0000"/>
                                  </a:solidFill>
                                  <a:latin typeface="Cambria Math" panose="02040503050406030204" pitchFamily="18" charset="0"/>
                                </a:rPr>
                                <m:t>′</m:t>
                              </m:r>
                              <m:r>
                                <a:rPr lang="en-US" sz="2800">
                                  <a:solidFill>
                                    <a:srgbClr val="002060"/>
                                  </a:solidFill>
                                  <a:latin typeface="Cambria Math" panose="02040503050406030204" pitchFamily="18" charset="0"/>
                                </a:rPr>
                                <m:t>+</m:t>
                              </m:r>
                              <m:r>
                                <m:rPr>
                                  <m:sty m:val="p"/>
                                </m:rPr>
                                <a:rPr lang="en-US" sz="2800" i="1" smtClean="0">
                                  <a:solidFill>
                                    <a:srgbClr val="FF0000"/>
                                  </a:solidFill>
                                  <a:latin typeface="Cambria Math" panose="02040503050406030204" pitchFamily="18" charset="0"/>
                                </a:rPr>
                                <m:t>b</m:t>
                              </m:r>
                              <m:r>
                                <a:rPr lang="en-US" sz="2800" b="0" i="1" smtClean="0">
                                  <a:solidFill>
                                    <a:srgbClr val="FF0000"/>
                                  </a:solidFill>
                                  <a:latin typeface="Cambria Math" panose="02040503050406030204" pitchFamily="18" charset="0"/>
                                </a:rPr>
                                <m:t>′</m:t>
                              </m:r>
                              <m:r>
                                <a:rPr lang="en-US" sz="2800" i="1">
                                  <a:solidFill>
                                    <a:srgbClr val="002060"/>
                                  </a:solidFill>
                                  <a:latin typeface="Cambria Math" panose="02040503050406030204" pitchFamily="18" charset="0"/>
                                  <a:ea typeface="Cambria Math" panose="02040503050406030204" pitchFamily="18" charset="0"/>
                                </a:rPr>
                                <m:t>∙</m:t>
                              </m:r>
                              <m:r>
                                <a:rPr lang="en-US" sz="2800" b="0" i="1" smtClean="0">
                                  <a:solidFill>
                                    <a:schemeClr val="bg1"/>
                                  </a:solidFill>
                                  <a:latin typeface="Cambria Math" panose="02040503050406030204" pitchFamily="18" charset="0"/>
                                  <a:ea typeface="Cambria Math" panose="02040503050406030204" pitchFamily="18" charset="0"/>
                                </a:rPr>
                                <m:t>0</m:t>
                              </m:r>
                            </m:e>
                            <m:e>
                              <m:r>
                                <a:rPr lang="en-US" sz="2800" b="0" i="1" smtClean="0">
                                  <a:solidFill>
                                    <a:srgbClr val="002060"/>
                                  </a:solidFill>
                                  <a:latin typeface="Cambria Math" panose="02040503050406030204" pitchFamily="18" charset="0"/>
                                </a:rPr>
                                <m:t> </m:t>
                              </m:r>
                            </m:e>
                            <m:e>
                              <m:r>
                                <a:rPr lang="en-US" sz="2800" b="0" i="1" smtClean="0">
                                  <a:solidFill>
                                    <a:srgbClr val="002060"/>
                                  </a:solidFill>
                                  <a:latin typeface="Cambria Math" panose="02040503050406030204" pitchFamily="18" charset="0"/>
                                </a:rPr>
                                <m:t>   </m:t>
                              </m:r>
                              <m:r>
                                <a:rPr lang="en-US" sz="2800" b="0" i="1" smtClean="0">
                                  <a:solidFill>
                                    <a:schemeClr val="bg1"/>
                                  </a:solidFill>
                                  <a:latin typeface="Cambria Math" panose="02040503050406030204" pitchFamily="18" charset="0"/>
                                  <a:ea typeface="Cambria Math" panose="02040503050406030204" pitchFamily="18" charset="0"/>
                                </a:rPr>
                                <m:t>0</m:t>
                              </m:r>
                              <m:r>
                                <a:rPr lang="en-US" sz="2800" i="1" smtClean="0">
                                  <a:solidFill>
                                    <a:schemeClr val="bg1"/>
                                  </a:solidFill>
                                  <a:latin typeface="Cambria Math" panose="02040503050406030204" pitchFamily="18" charset="0"/>
                                </a:rPr>
                                <m:t>7</m:t>
                              </m:r>
                              <m:r>
                                <a:rPr lang="en-US" sz="2800">
                                  <a:solidFill>
                                    <a:srgbClr val="002060"/>
                                  </a:solidFill>
                                  <a:latin typeface="Cambria Math" panose="02040503050406030204" pitchFamily="18" charset="0"/>
                                </a:rPr>
                                <m:t>=</m:t>
                              </m:r>
                              <m:r>
                                <m:rPr>
                                  <m:sty m:val="p"/>
                                </m:rPr>
                                <a:rPr lang="en-US" sz="2800" smtClean="0">
                                  <a:solidFill>
                                    <a:srgbClr val="FF0000"/>
                                  </a:solidFill>
                                  <a:latin typeface="Cambria Math" panose="02040503050406030204" pitchFamily="18" charset="0"/>
                                </a:rPr>
                                <m:t>a</m:t>
                              </m:r>
                              <m:r>
                                <a:rPr lang="en-US" sz="2800" b="0" i="0" smtClean="0">
                                  <a:solidFill>
                                    <a:srgbClr val="FF0000"/>
                                  </a:solidFill>
                                  <a:latin typeface="Cambria Math" panose="02040503050406030204" pitchFamily="18" charset="0"/>
                                </a:rPr>
                                <m:t>′</m:t>
                              </m:r>
                              <m:r>
                                <a:rPr lang="en-US" sz="2800" i="1">
                                  <a:solidFill>
                                    <a:srgbClr val="002060"/>
                                  </a:solidFill>
                                  <a:latin typeface="Cambria Math" panose="02040503050406030204" pitchFamily="18" charset="0"/>
                                  <a:ea typeface="Cambria Math" panose="02040503050406030204" pitchFamily="18" charset="0"/>
                                </a:rPr>
                                <m:t>∙</m:t>
                              </m:r>
                              <m:r>
                                <a:rPr lang="en-US" sz="2800" b="0" i="1" smtClean="0">
                                  <a:solidFill>
                                    <a:schemeClr val="bg1"/>
                                  </a:solidFill>
                                  <a:latin typeface="Cambria Math" panose="02040503050406030204" pitchFamily="18" charset="0"/>
                                  <a:ea typeface="Cambria Math" panose="02040503050406030204" pitchFamily="18" charset="0"/>
                                </a:rPr>
                                <m:t>0</m:t>
                              </m:r>
                              <m:r>
                                <a:rPr lang="en-US" sz="2800">
                                  <a:solidFill>
                                    <a:srgbClr val="002060"/>
                                  </a:solidFill>
                                  <a:latin typeface="Cambria Math" panose="02040503050406030204" pitchFamily="18" charset="0"/>
                                </a:rPr>
                                <m:t>+</m:t>
                              </m:r>
                              <m:r>
                                <m:rPr>
                                  <m:sty m:val="p"/>
                                </m:rPr>
                                <a:rPr lang="en-US" sz="2800" i="1" smtClean="0">
                                  <a:solidFill>
                                    <a:srgbClr val="FF0000"/>
                                  </a:solidFill>
                                  <a:latin typeface="Cambria Math" panose="02040503050406030204" pitchFamily="18" charset="0"/>
                                </a:rPr>
                                <m:t>b</m:t>
                              </m:r>
                              <m:r>
                                <a:rPr lang="en-US" sz="2800" b="0" i="1" smtClean="0">
                                  <a:solidFill>
                                    <a:srgbClr val="FF0000"/>
                                  </a:solidFill>
                                  <a:latin typeface="Cambria Math" panose="02040503050406030204" pitchFamily="18" charset="0"/>
                                </a:rPr>
                                <m:t>′</m:t>
                              </m:r>
                              <m:r>
                                <a:rPr lang="en-US" sz="2800" i="1">
                                  <a:solidFill>
                                    <a:srgbClr val="002060"/>
                                  </a:solidFill>
                                  <a:latin typeface="Cambria Math" panose="02040503050406030204" pitchFamily="18" charset="0"/>
                                  <a:ea typeface="Cambria Math" panose="02040503050406030204" pitchFamily="18" charset="0"/>
                                </a:rPr>
                                <m:t>∙</m:t>
                              </m:r>
                              <m:r>
                                <a:rPr lang="en-US" sz="2800" b="0" i="1" smtClean="0">
                                  <a:solidFill>
                                    <a:schemeClr val="bg1"/>
                                  </a:solidFill>
                                  <a:latin typeface="Cambria Math" panose="02040503050406030204" pitchFamily="18" charset="0"/>
                                </a:rPr>
                                <m:t>10</m:t>
                              </m:r>
                              <m:r>
                                <m:rPr>
                                  <m:nor/>
                                </m:rPr>
                                <a:rPr lang="en-US" sz="2800" dirty="0">
                                  <a:solidFill>
                                    <a:srgbClr val="002060"/>
                                  </a:solidFill>
                                </a:rPr>
                                <m:t> </m:t>
                              </m:r>
                            </m:e>
                          </m:eqArr>
                        </m:e>
                      </m:d>
                    </m:oMath>
                  </m:oMathPara>
                </a14:m>
                <a:endParaRPr lang="en-US" sz="2800" dirty="0">
                  <a:solidFill>
                    <a:srgbClr val="002060"/>
                  </a:solidFill>
                </a:endParaRPr>
              </a:p>
            </p:txBody>
          </p:sp>
        </mc:Choice>
        <mc:Fallback xmlns="">
          <p:sp>
            <p:nvSpPr>
              <p:cNvPr id="20" name="Rectangle 19"/>
              <p:cNvSpPr>
                <a:spLocks noRot="1" noChangeAspect="1" noMove="1" noResize="1" noEditPoints="1" noAdjustHandles="1" noChangeArrowheads="1" noChangeShapeType="1" noTextEdit="1"/>
              </p:cNvSpPr>
              <p:nvPr/>
            </p:nvSpPr>
            <p:spPr>
              <a:xfrm>
                <a:off x="6319139" y="831469"/>
                <a:ext cx="4175309" cy="1467966"/>
              </a:xfrm>
              <a:prstGeom prst="rect">
                <a:avLst/>
              </a:prstGeom>
              <a:blipFill rotWithShape="0">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Rectangle 20"/>
              <p:cNvSpPr/>
              <p:nvPr/>
            </p:nvSpPr>
            <p:spPr>
              <a:xfrm>
                <a:off x="6319139" y="4204419"/>
                <a:ext cx="5760720" cy="954107"/>
              </a:xfrm>
              <a:prstGeom prst="rect">
                <a:avLst/>
              </a:prstGeom>
            </p:spPr>
            <p:txBody>
              <a:bodyPr wrap="square">
                <a:spAutoFit/>
              </a:bodyPr>
              <a:lstStyle/>
              <a:p>
                <a:pPr marL="288925" indent="-288925"/>
                <a14:m>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oMath>
                </a14:m>
                <a:r>
                  <a:rPr lang="en-US" sz="2800" dirty="0">
                    <a:solidFill>
                      <a:srgbClr val="002060"/>
                    </a:solidFill>
                  </a:rPr>
                  <a:t> The best fitting straight line to the given data is </a:t>
                </a:r>
                <a14:m>
                  <m:oMath xmlns:m="http://schemas.openxmlformats.org/officeDocument/2006/math">
                    <m:r>
                      <m:rPr>
                        <m:sty m:val="p"/>
                      </m:rPr>
                      <a:rPr lang="en-US" sz="280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m:t>
                    </m:r>
                    <m:sSup>
                      <m:sSupPr>
                        <m:ctrlPr>
                          <a:rPr lang="en-US" sz="2800" b="0" i="1" smtClean="0">
                            <a:solidFill>
                              <a:srgbClr val="FF0000"/>
                            </a:solidFill>
                            <a:latin typeface="Cambria Math" panose="02040503050406030204" pitchFamily="18" charset="0"/>
                          </a:rPr>
                        </m:ctrlPr>
                      </m:sSupPr>
                      <m:e>
                        <m:r>
                          <m:rPr>
                            <m:sty m:val="p"/>
                          </m:rPr>
                          <a:rPr lang="en-US" sz="2800" smtClean="0">
                            <a:solidFill>
                              <a:srgbClr val="FF0000"/>
                            </a:solidFill>
                            <a:latin typeface="Cambria Math" panose="02040503050406030204" pitchFamily="18" charset="0"/>
                          </a:rPr>
                          <m:t>b</m:t>
                        </m:r>
                      </m:e>
                      <m:sup>
                        <m:r>
                          <a:rPr lang="en-US" sz="2800" b="0" i="0" smtClean="0">
                            <a:solidFill>
                              <a:srgbClr val="FF0000"/>
                            </a:solidFill>
                            <a:latin typeface="Cambria Math" panose="02040503050406030204" pitchFamily="18" charset="0"/>
                          </a:rPr>
                          <m:t>′</m:t>
                        </m:r>
                      </m:sup>
                    </m:sSup>
                    <m:r>
                      <m:rPr>
                        <m:sty m:val="p"/>
                      </m:rPr>
                      <a:rPr lang="en-US" sz="2800">
                        <a:solidFill>
                          <a:srgbClr val="002060"/>
                        </a:solidFill>
                        <a:latin typeface="Cambria Math" panose="02040503050406030204" pitchFamily="18" charset="0"/>
                      </a:rPr>
                      <m:t>x</m:t>
                    </m:r>
                    <m:r>
                      <a:rPr lang="en-US" sz="2800" b="0" i="0" smtClean="0">
                        <a:solidFill>
                          <a:srgbClr val="002060"/>
                        </a:solidFill>
                        <a:latin typeface="Cambria Math" panose="02040503050406030204" pitchFamily="18" charset="0"/>
                      </a:rPr>
                      <m:t>+</m:t>
                    </m:r>
                    <m:r>
                      <m:rPr>
                        <m:sty m:val="p"/>
                      </m:rPr>
                      <a:rPr lang="en-US" sz="2800">
                        <a:solidFill>
                          <a:srgbClr val="FF0000"/>
                        </a:solidFill>
                        <a:latin typeface="Cambria Math" panose="02040503050406030204" pitchFamily="18" charset="0"/>
                      </a:rPr>
                      <m:t>a</m:t>
                    </m:r>
                    <m:r>
                      <a:rPr lang="en-US" sz="2800">
                        <a:solidFill>
                          <a:srgbClr val="FF0000"/>
                        </a:solidFill>
                        <a:latin typeface="Cambria Math" panose="02040503050406030204" pitchFamily="18" charset="0"/>
                      </a:rPr>
                      <m:t>′</m:t>
                    </m:r>
                  </m:oMath>
                </a14:m>
                <a:endParaRPr lang="en-US" sz="2800" dirty="0">
                  <a:solidFill>
                    <a:srgbClr val="002060"/>
                  </a:solidFill>
                </a:endParaRPr>
              </a:p>
            </p:txBody>
          </p:sp>
        </mc:Choice>
        <mc:Fallback xmlns="">
          <p:sp>
            <p:nvSpPr>
              <p:cNvPr id="21" name="Rectangle 20"/>
              <p:cNvSpPr>
                <a:spLocks noRot="1" noChangeAspect="1" noMove="1" noResize="1" noEditPoints="1" noAdjustHandles="1" noChangeArrowheads="1" noChangeShapeType="1" noTextEdit="1"/>
              </p:cNvSpPr>
              <p:nvPr/>
            </p:nvSpPr>
            <p:spPr>
              <a:xfrm>
                <a:off x="6319139" y="4204419"/>
                <a:ext cx="5760720" cy="954107"/>
              </a:xfrm>
              <a:prstGeom prst="rect">
                <a:avLst/>
              </a:prstGeom>
              <a:blipFill rotWithShape="0">
                <a:blip r:embed="rId10"/>
                <a:stretch>
                  <a:fillRect t="-7051" b="-173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Rectangle 21"/>
              <p:cNvSpPr/>
              <p:nvPr/>
            </p:nvSpPr>
            <p:spPr>
              <a:xfrm>
                <a:off x="6796558" y="3359112"/>
                <a:ext cx="1472647"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2800" b="0" i="0" smtClean="0">
                          <a:solidFill>
                            <a:srgbClr val="002060"/>
                          </a:solidFill>
                          <a:latin typeface="Cambria Math" panose="02040503050406030204" pitchFamily="18" charset="0"/>
                        </a:rPr>
                        <m:t>a</m:t>
                      </m:r>
                      <m:r>
                        <a:rPr lang="en-US" sz="2800" b="0" i="0" smtClean="0">
                          <a:solidFill>
                            <a:srgbClr val="002060"/>
                          </a:solidFill>
                          <a:latin typeface="Cambria Math" panose="02040503050406030204" pitchFamily="18" charset="0"/>
                        </a:rPr>
                        <m:t>′=2.6</m:t>
                      </m:r>
                    </m:oMath>
                  </m:oMathPara>
                </a14:m>
                <a:endParaRPr lang="en-US" sz="2800" dirty="0"/>
              </a:p>
            </p:txBody>
          </p:sp>
        </mc:Choice>
        <mc:Fallback xmlns="">
          <p:sp>
            <p:nvSpPr>
              <p:cNvPr id="22" name="Rectangle 21"/>
              <p:cNvSpPr>
                <a:spLocks noRot="1" noChangeAspect="1" noMove="1" noResize="1" noEditPoints="1" noAdjustHandles="1" noChangeArrowheads="1" noChangeShapeType="1" noTextEdit="1"/>
              </p:cNvSpPr>
              <p:nvPr/>
            </p:nvSpPr>
            <p:spPr>
              <a:xfrm>
                <a:off x="6796558" y="3359112"/>
                <a:ext cx="1472647" cy="523220"/>
              </a:xfrm>
              <a:prstGeom prst="rect">
                <a:avLst/>
              </a:prstGeom>
              <a:blipFill rotWithShape="0">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p:cNvSpPr/>
              <p:nvPr/>
            </p:nvSpPr>
            <p:spPr>
              <a:xfrm>
                <a:off x="9071078" y="3359112"/>
                <a:ext cx="1495088"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2800" b="0" i="0" smtClean="0">
                          <a:solidFill>
                            <a:srgbClr val="002060"/>
                          </a:solidFill>
                          <a:latin typeface="Cambria Math" panose="02040503050406030204" pitchFamily="18" charset="0"/>
                        </a:rPr>
                        <m:t>b</m:t>
                      </m:r>
                      <m:r>
                        <a:rPr lang="en-US" sz="2800" b="0" i="0" smtClean="0">
                          <a:solidFill>
                            <a:srgbClr val="002060"/>
                          </a:solidFill>
                          <a:latin typeface="Cambria Math" panose="02040503050406030204" pitchFamily="18" charset="0"/>
                        </a:rPr>
                        <m:t>′=0.7</m:t>
                      </m:r>
                    </m:oMath>
                  </m:oMathPara>
                </a14:m>
                <a:endParaRPr lang="en-US" sz="2800" dirty="0"/>
              </a:p>
            </p:txBody>
          </p:sp>
        </mc:Choice>
        <mc:Fallback xmlns="">
          <p:sp>
            <p:nvSpPr>
              <p:cNvPr id="23" name="Rectangle 22"/>
              <p:cNvSpPr>
                <a:spLocks noRot="1" noChangeAspect="1" noMove="1" noResize="1" noEditPoints="1" noAdjustHandles="1" noChangeArrowheads="1" noChangeShapeType="1" noTextEdit="1"/>
              </p:cNvSpPr>
              <p:nvPr/>
            </p:nvSpPr>
            <p:spPr>
              <a:xfrm>
                <a:off x="9071078" y="3359112"/>
                <a:ext cx="1495088" cy="523220"/>
              </a:xfrm>
              <a:prstGeom prst="rect">
                <a:avLst/>
              </a:prstGeom>
              <a:blipFill rotWithShape="0">
                <a:blip r:embed="rId12"/>
                <a:stretch>
                  <a:fillRect/>
                </a:stretch>
              </a:blipFill>
            </p:spPr>
            <p:txBody>
              <a:bodyPr/>
              <a:lstStyle/>
              <a:p>
                <a:r>
                  <a:rPr lang="en-US">
                    <a:noFill/>
                  </a:rPr>
                  <a:t> </a:t>
                </a:r>
              </a:p>
            </p:txBody>
          </p:sp>
        </mc:Fallback>
      </mc:AlternateContent>
      <p:sp>
        <p:nvSpPr>
          <p:cNvPr id="24" name="Rectangle 23"/>
          <p:cNvSpPr/>
          <p:nvPr/>
        </p:nvSpPr>
        <p:spPr>
          <a:xfrm>
            <a:off x="6319139" y="2515323"/>
            <a:ext cx="4969630" cy="523220"/>
          </a:xfrm>
          <a:prstGeom prst="rect">
            <a:avLst/>
          </a:prstGeom>
        </p:spPr>
        <p:txBody>
          <a:bodyPr wrap="none">
            <a:spAutoFit/>
          </a:bodyPr>
          <a:lstStyle/>
          <a:p>
            <a:r>
              <a:rPr lang="en-US" sz="2800" dirty="0">
                <a:solidFill>
                  <a:srgbClr val="002060"/>
                </a:solidFill>
              </a:rPr>
              <a:t>Solving above equations, We have</a:t>
            </a:r>
          </a:p>
        </p:txBody>
      </p:sp>
      <mc:AlternateContent xmlns:mc="http://schemas.openxmlformats.org/markup-compatibility/2006" xmlns:a14="http://schemas.microsoft.com/office/drawing/2010/main">
        <mc:Choice Requires="a14">
          <p:sp>
            <p:nvSpPr>
              <p:cNvPr id="26" name="Rectangle 25"/>
              <p:cNvSpPr/>
              <p:nvPr/>
            </p:nvSpPr>
            <p:spPr>
              <a:xfrm>
                <a:off x="6319139" y="5480613"/>
                <a:ext cx="3452997" cy="523220"/>
              </a:xfrm>
              <a:prstGeom prst="rect">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wrap="none">
                <a:spAutoFit/>
              </a:bodyPr>
              <a:lstStyle/>
              <a:p>
                <a:pPr marL="288925" indent="-288925"/>
                <a14:m>
                  <m:oMathPara xmlns:m="http://schemas.openxmlformats.org/officeDocument/2006/math">
                    <m:oMathParaPr>
                      <m:jc m:val="left"/>
                    </m:oMathParaPr>
                    <m:oMath xmlns:m="http://schemas.openxmlformats.org/officeDocument/2006/math">
                      <m:r>
                        <a:rPr lang="en-US" sz="2800" b="1" i="1" smtClean="0">
                          <a:solidFill>
                            <a:srgbClr val="7030A0"/>
                          </a:solidFill>
                          <a:latin typeface="Cambria Math" panose="02040503050406030204" pitchFamily="18" charset="0"/>
                          <a:ea typeface="Cambria Math" panose="02040503050406030204" pitchFamily="18" charset="0"/>
                        </a:rPr>
                        <m:t>⇒</m:t>
                      </m:r>
                      <m:r>
                        <a:rPr lang="en-US" sz="2800" b="1" i="1">
                          <a:solidFill>
                            <a:srgbClr val="7030A0"/>
                          </a:solidFill>
                          <a:latin typeface="Cambria Math" panose="02040503050406030204" pitchFamily="18" charset="0"/>
                        </a:rPr>
                        <m:t>𝐲</m:t>
                      </m:r>
                      <m:r>
                        <a:rPr lang="en-US" sz="2800" b="1">
                          <a:solidFill>
                            <a:srgbClr val="7030A0"/>
                          </a:solidFill>
                          <a:latin typeface="Cambria Math" panose="02040503050406030204" pitchFamily="18" charset="0"/>
                        </a:rPr>
                        <m:t>=</m:t>
                      </m:r>
                      <m:r>
                        <a:rPr lang="en-US" sz="2800" b="1" i="0" smtClean="0">
                          <a:solidFill>
                            <a:srgbClr val="7030A0"/>
                          </a:solidFill>
                          <a:latin typeface="Cambria Math" panose="02040503050406030204" pitchFamily="18" charset="0"/>
                        </a:rPr>
                        <m:t>𝟎</m:t>
                      </m:r>
                      <m:r>
                        <a:rPr lang="en-US" sz="2800" b="1">
                          <a:solidFill>
                            <a:srgbClr val="7030A0"/>
                          </a:solidFill>
                          <a:latin typeface="Cambria Math" panose="02040503050406030204" pitchFamily="18" charset="0"/>
                        </a:rPr>
                        <m:t>.</m:t>
                      </m:r>
                      <m:r>
                        <a:rPr lang="en-US" sz="2800" b="1" i="0" smtClean="0">
                          <a:solidFill>
                            <a:srgbClr val="7030A0"/>
                          </a:solidFill>
                          <a:latin typeface="Cambria Math" panose="02040503050406030204" pitchFamily="18" charset="0"/>
                        </a:rPr>
                        <m:t>𝟕</m:t>
                      </m:r>
                      <m:r>
                        <a:rPr lang="en-US" sz="2800" b="1">
                          <a:solidFill>
                            <a:srgbClr val="7030A0"/>
                          </a:solidFill>
                          <a:latin typeface="Cambria Math" panose="02040503050406030204" pitchFamily="18" charset="0"/>
                        </a:rPr>
                        <m:t> </m:t>
                      </m:r>
                      <m:r>
                        <a:rPr lang="en-US" sz="2800" b="1" i="1">
                          <a:solidFill>
                            <a:srgbClr val="7030A0"/>
                          </a:solidFill>
                          <a:latin typeface="Cambria Math" panose="02040503050406030204" pitchFamily="18" charset="0"/>
                        </a:rPr>
                        <m:t>𝐱</m:t>
                      </m:r>
                      <m:r>
                        <a:rPr lang="en-US" sz="2800" b="1" i="0" smtClean="0">
                          <a:solidFill>
                            <a:srgbClr val="7030A0"/>
                          </a:solidFill>
                          <a:latin typeface="Cambria Math" panose="02040503050406030204" pitchFamily="18" charset="0"/>
                        </a:rPr>
                        <m:t>+</m:t>
                      </m:r>
                      <m:r>
                        <a:rPr lang="en-US" sz="2800" b="1">
                          <a:solidFill>
                            <a:srgbClr val="7030A0"/>
                          </a:solidFill>
                          <a:latin typeface="Cambria Math" panose="02040503050406030204" pitchFamily="18" charset="0"/>
                        </a:rPr>
                        <m:t>𝟐</m:t>
                      </m:r>
                      <m:r>
                        <a:rPr lang="en-US" sz="2800" b="1">
                          <a:solidFill>
                            <a:srgbClr val="7030A0"/>
                          </a:solidFill>
                          <a:latin typeface="Cambria Math" panose="02040503050406030204" pitchFamily="18" charset="0"/>
                        </a:rPr>
                        <m:t>.</m:t>
                      </m:r>
                      <m:r>
                        <a:rPr lang="en-US" sz="2800" b="1">
                          <a:solidFill>
                            <a:srgbClr val="7030A0"/>
                          </a:solidFill>
                          <a:latin typeface="Cambria Math" panose="02040503050406030204" pitchFamily="18" charset="0"/>
                        </a:rPr>
                        <m:t>𝟔</m:t>
                      </m:r>
                    </m:oMath>
                  </m:oMathPara>
                </a14:m>
                <a:endParaRPr lang="en-US" sz="2800" b="1" dirty="0">
                  <a:solidFill>
                    <a:srgbClr val="7030A0"/>
                  </a:solidFill>
                </a:endParaRPr>
              </a:p>
            </p:txBody>
          </p:sp>
        </mc:Choice>
        <mc:Fallback xmlns="">
          <p:sp>
            <p:nvSpPr>
              <p:cNvPr id="26" name="Rectangle 25"/>
              <p:cNvSpPr>
                <a:spLocks noRot="1" noChangeAspect="1" noMove="1" noResize="1" noEditPoints="1" noAdjustHandles="1" noChangeArrowheads="1" noChangeShapeType="1" noTextEdit="1"/>
              </p:cNvSpPr>
              <p:nvPr/>
            </p:nvSpPr>
            <p:spPr>
              <a:xfrm>
                <a:off x="6319139" y="5480613"/>
                <a:ext cx="3452997" cy="523220"/>
              </a:xfrm>
              <a:prstGeom prst="rect">
                <a:avLst/>
              </a:prstGeom>
              <a:blipFill rotWithShape="0">
                <a:blip r:embed="rId13"/>
                <a:stretch>
                  <a:fillRect/>
                </a:stretch>
              </a:blipFill>
              <a:ln>
                <a:solidFill>
                  <a:srgbClr val="FF00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Rectangle 31"/>
              <p:cNvSpPr/>
              <p:nvPr/>
            </p:nvSpPr>
            <p:spPr>
              <a:xfrm>
                <a:off x="8069649" y="915360"/>
                <a:ext cx="46519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b="0" i="0" smtClean="0">
                          <a:solidFill>
                            <a:srgbClr val="002060"/>
                          </a:solidFill>
                          <a:latin typeface="Cambria Math" panose="02040503050406030204" pitchFamily="18" charset="0"/>
                        </a:rPr>
                        <m:t>5</m:t>
                      </m:r>
                    </m:oMath>
                  </m:oMathPara>
                </a14:m>
                <a:endParaRPr lang="en-US" sz="2800" dirty="0"/>
              </a:p>
            </p:txBody>
          </p:sp>
        </mc:Choice>
        <mc:Fallback xmlns="">
          <p:sp>
            <p:nvSpPr>
              <p:cNvPr id="32" name="Rectangle 31"/>
              <p:cNvSpPr>
                <a:spLocks noRot="1" noChangeAspect="1" noMove="1" noResize="1" noEditPoints="1" noAdjustHandles="1" noChangeArrowheads="1" noChangeShapeType="1" noTextEdit="1"/>
              </p:cNvSpPr>
              <p:nvPr/>
            </p:nvSpPr>
            <p:spPr>
              <a:xfrm>
                <a:off x="8069649" y="915360"/>
                <a:ext cx="465192" cy="523220"/>
              </a:xfrm>
              <a:prstGeom prst="rect">
                <a:avLst/>
              </a:prstGeom>
              <a:blipFill rotWithShape="0">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Rectangle 32"/>
              <p:cNvSpPr/>
              <p:nvPr/>
            </p:nvSpPr>
            <p:spPr>
              <a:xfrm>
                <a:off x="9759679" y="920572"/>
                <a:ext cx="46519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b="0" i="0" smtClean="0">
                          <a:solidFill>
                            <a:srgbClr val="002060"/>
                          </a:solidFill>
                          <a:latin typeface="Cambria Math" panose="02040503050406030204" pitchFamily="18" charset="0"/>
                        </a:rPr>
                        <m:t>0</m:t>
                      </m:r>
                    </m:oMath>
                  </m:oMathPara>
                </a14:m>
                <a:endParaRPr lang="en-US" sz="2800" dirty="0"/>
              </a:p>
            </p:txBody>
          </p:sp>
        </mc:Choice>
        <mc:Fallback xmlns="">
          <p:sp>
            <p:nvSpPr>
              <p:cNvPr id="33" name="Rectangle 32"/>
              <p:cNvSpPr>
                <a:spLocks noRot="1" noChangeAspect="1" noMove="1" noResize="1" noEditPoints="1" noAdjustHandles="1" noChangeArrowheads="1" noChangeShapeType="1" noTextEdit="1"/>
              </p:cNvSpPr>
              <p:nvPr/>
            </p:nvSpPr>
            <p:spPr>
              <a:xfrm>
                <a:off x="9759679" y="920572"/>
                <a:ext cx="465191" cy="523220"/>
              </a:xfrm>
              <a:prstGeom prst="rect">
                <a:avLst/>
              </a:prstGeom>
              <a:blipFill rotWithShape="0">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Rectangle 33"/>
              <p:cNvSpPr/>
              <p:nvPr/>
            </p:nvSpPr>
            <p:spPr>
              <a:xfrm>
                <a:off x="8590821" y="1734443"/>
                <a:ext cx="46519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b="0" i="0" smtClean="0">
                          <a:solidFill>
                            <a:srgbClr val="002060"/>
                          </a:solidFill>
                          <a:latin typeface="Cambria Math" panose="02040503050406030204" pitchFamily="18" charset="0"/>
                        </a:rPr>
                        <m:t>0</m:t>
                      </m:r>
                    </m:oMath>
                  </m:oMathPara>
                </a14:m>
                <a:endParaRPr lang="en-US" sz="2800" dirty="0"/>
              </a:p>
            </p:txBody>
          </p:sp>
        </mc:Choice>
        <mc:Fallback xmlns="">
          <p:sp>
            <p:nvSpPr>
              <p:cNvPr id="34" name="Rectangle 33"/>
              <p:cNvSpPr>
                <a:spLocks noRot="1" noChangeAspect="1" noMove="1" noResize="1" noEditPoints="1" noAdjustHandles="1" noChangeArrowheads="1" noChangeShapeType="1" noTextEdit="1"/>
              </p:cNvSpPr>
              <p:nvPr/>
            </p:nvSpPr>
            <p:spPr>
              <a:xfrm>
                <a:off x="8590821" y="1734443"/>
                <a:ext cx="465191" cy="523220"/>
              </a:xfrm>
              <a:prstGeom prst="rect">
                <a:avLst/>
              </a:prstGeom>
              <a:blipFill rotWithShape="0">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Rectangle 34"/>
              <p:cNvSpPr/>
              <p:nvPr/>
            </p:nvSpPr>
            <p:spPr>
              <a:xfrm>
                <a:off x="7205116" y="903939"/>
                <a:ext cx="66396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b="0" i="0" smtClean="0">
                          <a:solidFill>
                            <a:srgbClr val="002060"/>
                          </a:solidFill>
                          <a:latin typeface="Cambria Math" panose="02040503050406030204" pitchFamily="18" charset="0"/>
                        </a:rPr>
                        <m:t>13</m:t>
                      </m:r>
                    </m:oMath>
                  </m:oMathPara>
                </a14:m>
                <a:endParaRPr lang="en-US" sz="2800" dirty="0"/>
              </a:p>
            </p:txBody>
          </p:sp>
        </mc:Choice>
        <mc:Fallback xmlns="">
          <p:sp>
            <p:nvSpPr>
              <p:cNvPr id="35" name="Rectangle 34"/>
              <p:cNvSpPr>
                <a:spLocks noRot="1" noChangeAspect="1" noMove="1" noResize="1" noEditPoints="1" noAdjustHandles="1" noChangeArrowheads="1" noChangeShapeType="1" noTextEdit="1"/>
              </p:cNvSpPr>
              <p:nvPr/>
            </p:nvSpPr>
            <p:spPr>
              <a:xfrm>
                <a:off x="7205116" y="903939"/>
                <a:ext cx="663964" cy="523220"/>
              </a:xfrm>
              <a:prstGeom prst="rect">
                <a:avLst/>
              </a:prstGeom>
              <a:blipFill rotWithShape="0">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Rectangle 35"/>
              <p:cNvSpPr/>
              <p:nvPr/>
            </p:nvSpPr>
            <p:spPr>
              <a:xfrm>
                <a:off x="9734827" y="1753047"/>
                <a:ext cx="66396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b="0" i="0" smtClean="0">
                          <a:solidFill>
                            <a:srgbClr val="002060"/>
                          </a:solidFill>
                          <a:latin typeface="Cambria Math" panose="02040503050406030204" pitchFamily="18" charset="0"/>
                        </a:rPr>
                        <m:t>10</m:t>
                      </m:r>
                    </m:oMath>
                  </m:oMathPara>
                </a14:m>
                <a:endParaRPr lang="en-US" sz="2800" dirty="0"/>
              </a:p>
            </p:txBody>
          </p:sp>
        </mc:Choice>
        <mc:Fallback xmlns="">
          <p:sp>
            <p:nvSpPr>
              <p:cNvPr id="36" name="Rectangle 35"/>
              <p:cNvSpPr>
                <a:spLocks noRot="1" noChangeAspect="1" noMove="1" noResize="1" noEditPoints="1" noAdjustHandles="1" noChangeArrowheads="1" noChangeShapeType="1" noTextEdit="1"/>
              </p:cNvSpPr>
              <p:nvPr/>
            </p:nvSpPr>
            <p:spPr>
              <a:xfrm>
                <a:off x="9734827" y="1753047"/>
                <a:ext cx="663964" cy="523220"/>
              </a:xfrm>
              <a:prstGeom prst="rect">
                <a:avLst/>
              </a:prstGeom>
              <a:blipFill rotWithShape="0">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Rectangle 36"/>
              <p:cNvSpPr/>
              <p:nvPr/>
            </p:nvSpPr>
            <p:spPr>
              <a:xfrm>
                <a:off x="7385566" y="1746018"/>
                <a:ext cx="46519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b="0" i="0" smtClean="0">
                          <a:solidFill>
                            <a:srgbClr val="002060"/>
                          </a:solidFill>
                          <a:latin typeface="Cambria Math" panose="02040503050406030204" pitchFamily="18" charset="0"/>
                        </a:rPr>
                        <m:t>7</m:t>
                      </m:r>
                    </m:oMath>
                  </m:oMathPara>
                </a14:m>
                <a:endParaRPr lang="en-US" sz="2800" dirty="0"/>
              </a:p>
            </p:txBody>
          </p:sp>
        </mc:Choice>
        <mc:Fallback xmlns="">
          <p:sp>
            <p:nvSpPr>
              <p:cNvPr id="37" name="Rectangle 36"/>
              <p:cNvSpPr>
                <a:spLocks noRot="1" noChangeAspect="1" noMove="1" noResize="1" noEditPoints="1" noAdjustHandles="1" noChangeArrowheads="1" noChangeShapeType="1" noTextEdit="1"/>
              </p:cNvSpPr>
              <p:nvPr/>
            </p:nvSpPr>
            <p:spPr>
              <a:xfrm>
                <a:off x="7385566" y="1746018"/>
                <a:ext cx="465191" cy="523220"/>
              </a:xfrm>
              <a:prstGeom prst="rect">
                <a:avLst/>
              </a:prstGeom>
              <a:blipFill rotWithShape="0">
                <a:blip r:embed="rId19"/>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317697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
                                            <p:txEl>
                                              <p:pRg st="0" end="0"/>
                                            </p:txEl>
                                          </p:spTgt>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nodeType="afterEffect">
                                  <p:stCondLst>
                                    <p:cond delay="0"/>
                                  </p:stCondLst>
                                  <p:childTnLst>
                                    <p:set>
                                      <p:cBhvr>
                                        <p:cTn id="25" dur="1" fill="hold">
                                          <p:stCondLst>
                                            <p:cond delay="0"/>
                                          </p:stCondLst>
                                        </p:cTn>
                                        <p:tgtEl>
                                          <p:spTgt spid="17">
                                            <p:txEl>
                                              <p:pRg st="1" end="1"/>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18">
                                            <p:txEl>
                                              <p:pRg st="0" end="0"/>
                                            </p:txEl>
                                          </p:spTgt>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20"/>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32"/>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33"/>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34"/>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35"/>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36"/>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37"/>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22">
                                            <p:txEl>
                                              <p:pRg st="0" end="0"/>
                                            </p:txEl>
                                          </p:spTgt>
                                        </p:tgtEl>
                                        <p:attrNameLst>
                                          <p:attrName>style.visibility</p:attrName>
                                        </p:attrNameLst>
                                      </p:cBhvr>
                                      <p:to>
                                        <p:strVal val="visible"/>
                                      </p:to>
                                    </p:set>
                                  </p:childTnLst>
                                </p:cTn>
                              </p:par>
                            </p:childTnLst>
                          </p:cTn>
                        </p:par>
                        <p:par>
                          <p:cTn id="56" fill="hold">
                            <p:stCondLst>
                              <p:cond delay="0"/>
                            </p:stCondLst>
                            <p:childTnLst>
                              <p:par>
                                <p:cTn id="57" presetID="1" presetClass="entr" presetSubtype="0" fill="hold" nodeType="afterEffect">
                                  <p:stCondLst>
                                    <p:cond delay="0"/>
                                  </p:stCondLst>
                                  <p:childTnLst>
                                    <p:set>
                                      <p:cBhvr>
                                        <p:cTn id="58"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6" grpId="0" animBg="1"/>
      <p:bldP spid="32" grpId="0"/>
      <p:bldP spid="33" grpId="0"/>
      <p:bldP spid="34" grpId="0"/>
      <p:bldP spid="35" grpId="0"/>
      <p:bldP spid="36" grpId="0"/>
      <p:bldP spid="37" grpId="0"/>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7" y="869082"/>
                <a:ext cx="11929643" cy="155448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25000"/>
                  </a:lnSpc>
                </a:pPr>
                <a:r>
                  <a:rPr lang="en-US" dirty="0"/>
                  <a:t>By method of least squares, fit a linear relation of the form </a:t>
                </a:r>
                <a14:m>
                  <m:oMath xmlns:m="http://schemas.openxmlformats.org/officeDocument/2006/math">
                    <m:r>
                      <m:rPr>
                        <m:sty m:val="p"/>
                      </m:rPr>
                      <a:rPr lang="en-US">
                        <a:latin typeface="Cambria Math" panose="02040503050406030204" pitchFamily="18" charset="0"/>
                      </a:rPr>
                      <m:t>P</m:t>
                    </m:r>
                    <m:r>
                      <a:rPr lang="en-US">
                        <a:latin typeface="Cambria Math" panose="02040503050406030204" pitchFamily="18" charset="0"/>
                      </a:rPr>
                      <m:t>=</m:t>
                    </m:r>
                    <m:r>
                      <m:rPr>
                        <m:sty m:val="p"/>
                      </m:rPr>
                      <a:rPr lang="en-US">
                        <a:latin typeface="Cambria Math" panose="02040503050406030204" pitchFamily="18" charset="0"/>
                      </a:rPr>
                      <m:t>a</m:t>
                    </m:r>
                    <m:r>
                      <a:rPr lang="en-US">
                        <a:latin typeface="Cambria Math" panose="02040503050406030204" pitchFamily="18" charset="0"/>
                      </a:rPr>
                      <m:t>+</m:t>
                    </m:r>
                    <m:r>
                      <m:rPr>
                        <m:sty m:val="p"/>
                      </m:rPr>
                      <a:rPr lang="en-US">
                        <a:latin typeface="Cambria Math" panose="02040503050406030204" pitchFamily="18" charset="0"/>
                      </a:rPr>
                      <m:t>bW</m:t>
                    </m:r>
                  </m:oMath>
                </a14:m>
                <a:r>
                  <a:rPr lang="en-US" dirty="0"/>
                  <a:t> to the following data. Also estimate P, when W is 150; where P is the pull required to lift a weight W. </a:t>
                </a: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7" y="869082"/>
                <a:ext cx="11929643" cy="1554480"/>
              </a:xfrm>
              <a:prstGeom prst="rect">
                <a:avLst/>
              </a:prstGeom>
              <a:blipFill rotWithShape="0">
                <a:blip r:embed="rId2"/>
                <a:stretch>
                  <a:fillRect l="-1074" t="-4314" r="-1074" b="-12549"/>
                </a:stretch>
              </a:blipFill>
              <a:ln>
                <a:noFill/>
              </a:ln>
            </p:spPr>
            <p:txBody>
              <a:bodyPr/>
              <a:lstStyle/>
              <a:p>
                <a:r>
                  <a:rPr lang="en-US">
                    <a:noFill/>
                  </a:rPr>
                  <a:t> </a:t>
                </a:r>
              </a:p>
            </p:txBody>
          </p:sp>
        </mc:Fallback>
      </mc:AlternateContent>
      <p:sp>
        <p:nvSpPr>
          <p:cNvPr id="2" name="Title 1"/>
          <p:cNvSpPr>
            <a:spLocks noGrp="1"/>
          </p:cNvSpPr>
          <p:nvPr>
            <p:ph type="title"/>
          </p:nvPr>
        </p:nvSpPr>
        <p:spPr/>
        <p:txBody>
          <a:bodyPr/>
          <a:lstStyle/>
          <a:p>
            <a:r>
              <a:rPr lang="en-GB" dirty="0"/>
              <a:t>Method 4.1 ⇝ Example 3</a:t>
            </a:r>
            <a:endParaRPr lang="en-US" dirty="0"/>
          </a:p>
        </p:txBody>
      </p:sp>
      <p:sp>
        <p:nvSpPr>
          <p:cNvPr id="50" name="Rectangle 49">
            <a:extLst>
              <a:ext uri="{FF2B5EF4-FFF2-40B4-BE49-F238E27FC236}">
                <a16:creationId xmlns:a16="http://schemas.microsoft.com/office/drawing/2014/main" id="{B2D3FB0B-D709-43AC-B65F-29361B504B61}"/>
              </a:ext>
            </a:extLst>
          </p:cNvPr>
          <p:cNvSpPr/>
          <p:nvPr/>
        </p:nvSpPr>
        <p:spPr>
          <a:xfrm>
            <a:off x="131177" y="3994311"/>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1112928749"/>
                  </p:ext>
                </p:extLst>
              </p:nvPr>
            </p:nvGraphicFramePr>
            <p:xfrm>
              <a:off x="3352800" y="2558850"/>
              <a:ext cx="5486400" cy="1097280"/>
            </p:xfrm>
            <a:graphic>
              <a:graphicData uri="http://schemas.openxmlformats.org/drawingml/2006/table">
                <a:tbl>
                  <a:tblPr firstRow="1" firstCol="1" bandRow="1">
                    <a:tableStyleId>{E8B1032C-EA38-4F05-BA0D-38AFFFC7BED3}</a:tableStyleId>
                  </a:tblPr>
                  <a:tblGrid>
                    <a:gridCol w="10972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tblGrid>
                  <a:tr h="548640">
                    <a:tc>
                      <a:txBody>
                        <a:bodyPr/>
                        <a:lstStyle/>
                        <a:p>
                          <a:pPr marL="0" marR="0" algn="just">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1" i="0" smtClean="0">
                                    <a:solidFill>
                                      <a:srgbClr val="002060"/>
                                    </a:solidFill>
                                    <a:effectLst/>
                                    <a:latin typeface="+mn-lt"/>
                                    <a:ea typeface="Calibri" panose="020F0502020204030204" pitchFamily="34" charset="0"/>
                                    <a:cs typeface="Shruti" panose="020B0502040204020203" pitchFamily="34" charset="0"/>
                                  </a:rPr>
                                  <m:t>P</m:t>
                                </m:r>
                              </m:oMath>
                            </m:oMathPara>
                          </a14:m>
                          <a:endParaRPr lang="en-US" sz="2800" b="1"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just">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0" i="0" smtClean="0">
                                    <a:solidFill>
                                      <a:srgbClr val="002060"/>
                                    </a:solidFill>
                                    <a:effectLst/>
                                    <a:latin typeface="+mn-lt"/>
                                    <a:ea typeface="Calibri" panose="020F0502020204030204" pitchFamily="34" charset="0"/>
                                    <a:cs typeface="Shruti" panose="020B0502040204020203" pitchFamily="34" charset="0"/>
                                  </a:rPr>
                                  <m:t>50</m:t>
                                </m:r>
                              </m:oMath>
                            </m:oMathPara>
                          </a14:m>
                          <a:endParaRPr lang="en-US" sz="2800" b="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just">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0" i="0" smtClean="0">
                                    <a:solidFill>
                                      <a:srgbClr val="002060"/>
                                    </a:solidFill>
                                    <a:effectLst/>
                                    <a:latin typeface="+mn-lt"/>
                                    <a:ea typeface="Calibri" panose="020F0502020204030204" pitchFamily="34" charset="0"/>
                                    <a:cs typeface="Shruti" panose="020B0502040204020203" pitchFamily="34" charset="0"/>
                                  </a:rPr>
                                  <m:t>70</m:t>
                                </m:r>
                              </m:oMath>
                            </m:oMathPara>
                          </a14:m>
                          <a:endParaRPr lang="en-US" sz="2800" b="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just">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0" i="0" smtClean="0">
                                    <a:solidFill>
                                      <a:srgbClr val="002060"/>
                                    </a:solidFill>
                                    <a:effectLst/>
                                    <a:latin typeface="+mn-lt"/>
                                    <a:ea typeface="Calibri" panose="020F0502020204030204" pitchFamily="34" charset="0"/>
                                    <a:cs typeface="Shruti" panose="020B0502040204020203" pitchFamily="34" charset="0"/>
                                  </a:rPr>
                                  <m:t>10</m:t>
                                </m:r>
                                <m:r>
                                  <m:rPr>
                                    <m:nor/>
                                  </m:rPr>
                                  <a:rPr lang="en-US" sz="2800" b="0" i="0">
                                    <a:solidFill>
                                      <a:srgbClr val="002060"/>
                                    </a:solidFill>
                                    <a:effectLst/>
                                    <a:latin typeface="+mn-lt"/>
                                    <a:ea typeface="Calibri" panose="020F0502020204030204" pitchFamily="34" charset="0"/>
                                    <a:cs typeface="Shruti" panose="020B0502040204020203" pitchFamily="34" charset="0"/>
                                  </a:rPr>
                                  <m:t>0</m:t>
                                </m:r>
                              </m:oMath>
                            </m:oMathPara>
                          </a14:m>
                          <a:endParaRPr lang="en-US" sz="2800" b="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just">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0" i="0" smtClean="0">
                                    <a:solidFill>
                                      <a:srgbClr val="002060"/>
                                    </a:solidFill>
                                    <a:effectLst/>
                                    <a:latin typeface="+mn-lt"/>
                                    <a:ea typeface="Calibri" panose="020F0502020204030204" pitchFamily="34" charset="0"/>
                                    <a:cs typeface="Shruti" panose="020B0502040204020203" pitchFamily="34" charset="0"/>
                                  </a:rPr>
                                  <m:t>120</m:t>
                                </m:r>
                              </m:oMath>
                            </m:oMathPara>
                          </a14:m>
                          <a:endParaRPr lang="en-US" sz="2800" b="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extLst>
                      <a:ext uri="{0D108BD9-81ED-4DB2-BD59-A6C34878D82A}">
                        <a16:rowId xmlns:a16="http://schemas.microsoft.com/office/drawing/2014/main" val="10000"/>
                      </a:ext>
                    </a:extLst>
                  </a:tr>
                  <a:tr h="548640">
                    <a:tc>
                      <a:txBody>
                        <a:bodyPr/>
                        <a:lstStyle/>
                        <a:p>
                          <a:pPr marL="0" marR="0" algn="just">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1" i="0" smtClean="0">
                                    <a:solidFill>
                                      <a:srgbClr val="002060"/>
                                    </a:solidFill>
                                    <a:effectLst/>
                                    <a:latin typeface="+mn-lt"/>
                                    <a:ea typeface="Calibri" panose="020F0502020204030204" pitchFamily="34" charset="0"/>
                                    <a:cs typeface="Shruti" panose="020B0502040204020203" pitchFamily="34" charset="0"/>
                                  </a:rPr>
                                  <m:t>W</m:t>
                                </m:r>
                              </m:oMath>
                            </m:oMathPara>
                          </a14:m>
                          <a:endParaRPr lang="en-US" sz="2800" b="1"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just">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0" i="0">
                                    <a:solidFill>
                                      <a:srgbClr val="002060"/>
                                    </a:solidFill>
                                    <a:effectLst/>
                                    <a:latin typeface="+mn-lt"/>
                                    <a:ea typeface="Calibri" panose="020F0502020204030204" pitchFamily="34" charset="0"/>
                                    <a:cs typeface="Shruti" panose="020B0502040204020203" pitchFamily="34" charset="0"/>
                                  </a:rPr>
                                  <m:t>1</m:t>
                                </m:r>
                                <m:r>
                                  <m:rPr>
                                    <m:nor/>
                                  </m:rPr>
                                  <a:rPr lang="en-US" sz="2800" b="0" i="0" smtClean="0">
                                    <a:solidFill>
                                      <a:srgbClr val="002060"/>
                                    </a:solidFill>
                                    <a:effectLst/>
                                    <a:latin typeface="+mn-lt"/>
                                    <a:ea typeface="Calibri" panose="020F0502020204030204" pitchFamily="34" charset="0"/>
                                    <a:cs typeface="Shruti" panose="020B0502040204020203" pitchFamily="34" charset="0"/>
                                  </a:rPr>
                                  <m:t>2</m:t>
                                </m:r>
                              </m:oMath>
                            </m:oMathPara>
                          </a14:m>
                          <a:endParaRPr lang="en-US" sz="2800" b="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just">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0" i="0" smtClean="0">
                                    <a:solidFill>
                                      <a:srgbClr val="002060"/>
                                    </a:solidFill>
                                    <a:effectLst/>
                                    <a:latin typeface="+mn-lt"/>
                                    <a:ea typeface="Calibri" panose="020F0502020204030204" pitchFamily="34" charset="0"/>
                                    <a:cs typeface="Shruti" panose="020B0502040204020203" pitchFamily="34" charset="0"/>
                                  </a:rPr>
                                  <m:t>15</m:t>
                                </m:r>
                              </m:oMath>
                            </m:oMathPara>
                          </a14:m>
                          <a:endParaRPr lang="en-US" sz="2800" b="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just">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0" i="0" smtClean="0">
                                    <a:solidFill>
                                      <a:srgbClr val="002060"/>
                                    </a:solidFill>
                                    <a:effectLst/>
                                    <a:latin typeface="+mn-lt"/>
                                    <a:ea typeface="Calibri" panose="020F0502020204030204" pitchFamily="34" charset="0"/>
                                    <a:cs typeface="Shruti" panose="020B0502040204020203" pitchFamily="34" charset="0"/>
                                  </a:rPr>
                                  <m:t>21</m:t>
                                </m:r>
                              </m:oMath>
                            </m:oMathPara>
                          </a14:m>
                          <a:endParaRPr lang="en-US" sz="2800" b="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just">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0" i="0" smtClean="0">
                                    <a:solidFill>
                                      <a:srgbClr val="002060"/>
                                    </a:solidFill>
                                    <a:effectLst/>
                                    <a:latin typeface="+mn-lt"/>
                                    <a:ea typeface="Calibri" panose="020F0502020204030204" pitchFamily="34" charset="0"/>
                                    <a:cs typeface="Shruti" panose="020B0502040204020203" pitchFamily="34" charset="0"/>
                                  </a:rPr>
                                  <m:t>25</m:t>
                                </m:r>
                              </m:oMath>
                            </m:oMathPara>
                          </a14:m>
                          <a:endParaRPr lang="en-US" sz="2800" b="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extLst>
                      <a:ext uri="{0D108BD9-81ED-4DB2-BD59-A6C34878D82A}">
                        <a16:rowId xmlns:a16="http://schemas.microsoft.com/office/drawing/2014/main" val="10001"/>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1112928749"/>
                  </p:ext>
                </p:extLst>
              </p:nvPr>
            </p:nvGraphicFramePr>
            <p:xfrm>
              <a:off x="3352800" y="2558850"/>
              <a:ext cx="5486400" cy="1097280"/>
            </p:xfrm>
            <a:graphic>
              <a:graphicData uri="http://schemas.openxmlformats.org/drawingml/2006/table">
                <a:tbl>
                  <a:tblPr firstRow="1" firstCol="1" bandRow="1">
                    <a:tableStyleId>{E8B1032C-EA38-4F05-BA0D-38AFFFC7BED3}</a:tableStyleId>
                  </a:tblPr>
                  <a:tblGrid>
                    <a:gridCol w="1097280"/>
                    <a:gridCol w="1097280"/>
                    <a:gridCol w="1097280"/>
                    <a:gridCol w="1097280"/>
                    <a:gridCol w="1097280"/>
                  </a:tblGrid>
                  <a:tr h="548640">
                    <a:tc>
                      <a:txBody>
                        <a:bodyPr/>
                        <a:lstStyle/>
                        <a:p>
                          <a:endParaRPr lang="en-US"/>
                        </a:p>
                      </a:txBody>
                      <a:tcPr marL="68580" marR="68580" marT="0" marB="0" anchor="ctr">
                        <a:blipFill rotWithShape="0">
                          <a:blip r:embed="rId3"/>
                          <a:stretch>
                            <a:fillRect l="-1111" t="-1099" r="-402222" b="-101099"/>
                          </a:stretch>
                        </a:blipFill>
                      </a:tcPr>
                    </a:tc>
                    <a:tc>
                      <a:txBody>
                        <a:bodyPr/>
                        <a:lstStyle/>
                        <a:p>
                          <a:endParaRPr lang="en-US"/>
                        </a:p>
                      </a:txBody>
                      <a:tcPr marL="68580" marR="68580" marT="0" marB="0" anchor="ctr">
                        <a:blipFill rotWithShape="0">
                          <a:blip r:embed="rId3"/>
                          <a:stretch>
                            <a:fillRect l="-101111" t="-1099" r="-302222" b="-101099"/>
                          </a:stretch>
                        </a:blipFill>
                      </a:tcPr>
                    </a:tc>
                    <a:tc>
                      <a:txBody>
                        <a:bodyPr/>
                        <a:lstStyle/>
                        <a:p>
                          <a:endParaRPr lang="en-US"/>
                        </a:p>
                      </a:txBody>
                      <a:tcPr marL="68580" marR="68580" marT="0" marB="0" anchor="ctr">
                        <a:blipFill rotWithShape="0">
                          <a:blip r:embed="rId3"/>
                          <a:stretch>
                            <a:fillRect l="-201111" t="-1099" r="-202222" b="-101099"/>
                          </a:stretch>
                        </a:blipFill>
                      </a:tcPr>
                    </a:tc>
                    <a:tc>
                      <a:txBody>
                        <a:bodyPr/>
                        <a:lstStyle/>
                        <a:p>
                          <a:endParaRPr lang="en-US"/>
                        </a:p>
                      </a:txBody>
                      <a:tcPr marL="68580" marR="68580" marT="0" marB="0" anchor="ctr">
                        <a:blipFill rotWithShape="0">
                          <a:blip r:embed="rId3"/>
                          <a:stretch>
                            <a:fillRect l="-301111" t="-1099" r="-102222" b="-101099"/>
                          </a:stretch>
                        </a:blipFill>
                      </a:tcPr>
                    </a:tc>
                    <a:tc>
                      <a:txBody>
                        <a:bodyPr/>
                        <a:lstStyle/>
                        <a:p>
                          <a:endParaRPr lang="en-US"/>
                        </a:p>
                      </a:txBody>
                      <a:tcPr marL="68580" marR="68580" marT="0" marB="0" anchor="ctr">
                        <a:blipFill rotWithShape="0">
                          <a:blip r:embed="rId3"/>
                          <a:stretch>
                            <a:fillRect l="-401111" t="-1099" r="-2222" b="-101099"/>
                          </a:stretch>
                        </a:blipFill>
                      </a:tcPr>
                    </a:tc>
                  </a:tr>
                  <a:tr h="548640">
                    <a:tc>
                      <a:txBody>
                        <a:bodyPr/>
                        <a:lstStyle/>
                        <a:p>
                          <a:endParaRPr lang="en-US"/>
                        </a:p>
                      </a:txBody>
                      <a:tcPr marL="68580" marR="68580" marT="0" marB="0" anchor="ctr">
                        <a:blipFill rotWithShape="0">
                          <a:blip r:embed="rId3"/>
                          <a:stretch>
                            <a:fillRect l="-1111" t="-102222" r="-402222" b="-2222"/>
                          </a:stretch>
                        </a:blipFill>
                      </a:tcPr>
                    </a:tc>
                    <a:tc>
                      <a:txBody>
                        <a:bodyPr/>
                        <a:lstStyle/>
                        <a:p>
                          <a:endParaRPr lang="en-US"/>
                        </a:p>
                      </a:txBody>
                      <a:tcPr marL="68580" marR="68580" marT="0" marB="0" anchor="ctr">
                        <a:blipFill rotWithShape="0">
                          <a:blip r:embed="rId3"/>
                          <a:stretch>
                            <a:fillRect l="-101111" t="-102222" r="-302222" b="-2222"/>
                          </a:stretch>
                        </a:blipFill>
                      </a:tcPr>
                    </a:tc>
                    <a:tc>
                      <a:txBody>
                        <a:bodyPr/>
                        <a:lstStyle/>
                        <a:p>
                          <a:endParaRPr lang="en-US"/>
                        </a:p>
                      </a:txBody>
                      <a:tcPr marL="68580" marR="68580" marT="0" marB="0" anchor="ctr">
                        <a:blipFill rotWithShape="0">
                          <a:blip r:embed="rId3"/>
                          <a:stretch>
                            <a:fillRect l="-201111" t="-102222" r="-202222" b="-2222"/>
                          </a:stretch>
                        </a:blipFill>
                      </a:tcPr>
                    </a:tc>
                    <a:tc>
                      <a:txBody>
                        <a:bodyPr/>
                        <a:lstStyle/>
                        <a:p>
                          <a:endParaRPr lang="en-US"/>
                        </a:p>
                      </a:txBody>
                      <a:tcPr marL="68580" marR="68580" marT="0" marB="0" anchor="ctr">
                        <a:blipFill rotWithShape="0">
                          <a:blip r:embed="rId3"/>
                          <a:stretch>
                            <a:fillRect l="-301111" t="-102222" r="-102222" b="-2222"/>
                          </a:stretch>
                        </a:blipFill>
                      </a:tcPr>
                    </a:tc>
                    <a:tc>
                      <a:txBody>
                        <a:bodyPr/>
                        <a:lstStyle/>
                        <a:p>
                          <a:endParaRPr lang="en-US"/>
                        </a:p>
                      </a:txBody>
                      <a:tcPr marL="68580" marR="68580" marT="0" marB="0" anchor="ctr">
                        <a:blipFill rotWithShape="0">
                          <a:blip r:embed="rId3"/>
                          <a:stretch>
                            <a:fillRect l="-401111" t="-102222" r="-2222" b="-2222"/>
                          </a:stretch>
                        </a:blipFill>
                      </a:tcPr>
                    </a:tc>
                  </a:tr>
                </a:tbl>
              </a:graphicData>
            </a:graphic>
          </p:graphicFrame>
        </mc:Fallback>
      </mc:AlternateContent>
      <mc:AlternateContent xmlns:mc="http://schemas.openxmlformats.org/markup-compatibility/2006" xmlns:a14="http://schemas.microsoft.com/office/drawing/2010/main">
        <mc:Choice Requires="a14">
          <p:sp>
            <p:nvSpPr>
              <p:cNvPr id="13" name="Rectangle 12"/>
              <p:cNvSpPr/>
              <p:nvPr/>
            </p:nvSpPr>
            <p:spPr>
              <a:xfrm>
                <a:off x="1625597" y="3994311"/>
                <a:ext cx="6026009" cy="523220"/>
              </a:xfrm>
              <a:prstGeom prst="rect">
                <a:avLst/>
              </a:prstGeom>
            </p:spPr>
            <p:txBody>
              <a:bodyPr wrap="none">
                <a:spAutoFit/>
              </a:bodyPr>
              <a:lstStyle/>
              <a:p>
                <a:r>
                  <a:rPr lang="en-US" sz="2800" dirty="0">
                    <a:solidFill>
                      <a:srgbClr val="002060"/>
                    </a:solidFill>
                  </a:rPr>
                  <a:t>We want to find straight line </a:t>
                </a:r>
                <a14:m>
                  <m:oMath xmlns:m="http://schemas.openxmlformats.org/officeDocument/2006/math">
                    <m:r>
                      <m:rPr>
                        <m:sty m:val="p"/>
                      </m:rPr>
                      <a:rPr lang="en-US" sz="2800" b="0" i="0" smtClean="0">
                        <a:solidFill>
                          <a:srgbClr val="002060"/>
                        </a:solidFill>
                        <a:latin typeface="Cambria Math" panose="02040503050406030204" pitchFamily="18" charset="0"/>
                      </a:rPr>
                      <m:t>P</m:t>
                    </m:r>
                    <m:r>
                      <a:rPr lang="en-US" sz="2800" b="0" i="0" smtClean="0">
                        <a:solidFill>
                          <a:srgbClr val="002060"/>
                        </a:solidFill>
                        <a:latin typeface="Cambria Math" panose="02040503050406030204" pitchFamily="18" charset="0"/>
                      </a:rPr>
                      <m:t>=</m:t>
                    </m:r>
                    <m:r>
                      <m:rPr>
                        <m:sty m:val="p"/>
                      </m:rPr>
                      <a:rPr lang="en-US" sz="2800" b="0" i="0" smtClean="0">
                        <a:solidFill>
                          <a:srgbClr val="002060"/>
                        </a:solidFill>
                        <a:latin typeface="Cambria Math" panose="02040503050406030204" pitchFamily="18" charset="0"/>
                      </a:rPr>
                      <m:t>a</m:t>
                    </m:r>
                    <m:r>
                      <a:rPr lang="en-US" sz="2800" b="0" i="0" smtClean="0">
                        <a:solidFill>
                          <a:srgbClr val="002060"/>
                        </a:solidFill>
                        <a:latin typeface="Cambria Math" panose="02040503050406030204" pitchFamily="18" charset="0"/>
                      </a:rPr>
                      <m:t>+</m:t>
                    </m:r>
                    <m:r>
                      <m:rPr>
                        <m:sty m:val="p"/>
                      </m:rPr>
                      <a:rPr lang="en-US" sz="2800" b="0" i="0" smtClean="0">
                        <a:solidFill>
                          <a:srgbClr val="002060"/>
                        </a:solidFill>
                        <a:latin typeface="Cambria Math" panose="02040503050406030204" pitchFamily="18" charset="0"/>
                      </a:rPr>
                      <m:t>bW</m:t>
                    </m:r>
                  </m:oMath>
                </a14:m>
                <a:endParaRPr lang="en-US" sz="2800" dirty="0">
                  <a:solidFill>
                    <a:srgbClr val="002060"/>
                  </a:solidFill>
                </a:endParaRPr>
              </a:p>
            </p:txBody>
          </p:sp>
        </mc:Choice>
        <mc:Fallback xmlns="">
          <p:sp>
            <p:nvSpPr>
              <p:cNvPr id="13" name="Rectangle 12"/>
              <p:cNvSpPr>
                <a:spLocks noRot="1" noChangeAspect="1" noMove="1" noResize="1" noEditPoints="1" noAdjustHandles="1" noChangeArrowheads="1" noChangeShapeType="1" noTextEdit="1"/>
              </p:cNvSpPr>
              <p:nvPr/>
            </p:nvSpPr>
            <p:spPr>
              <a:xfrm>
                <a:off x="1625597" y="3994311"/>
                <a:ext cx="6026009" cy="523220"/>
              </a:xfrm>
              <a:prstGeom prst="rect">
                <a:avLst/>
              </a:prstGeom>
              <a:blipFill rotWithShape="0">
                <a:blip r:embed="rId4"/>
                <a:stretch>
                  <a:fillRect l="-2126" t="-11628" b="-31395"/>
                </a:stretch>
              </a:blipFill>
            </p:spPr>
            <p:txBody>
              <a:bodyPr/>
              <a:lstStyle/>
              <a:p>
                <a:r>
                  <a:rPr lang="en-US">
                    <a:noFill/>
                  </a:rPr>
                  <a:t> </a:t>
                </a:r>
              </a:p>
            </p:txBody>
          </p:sp>
        </mc:Fallback>
      </mc:AlternateContent>
      <p:cxnSp>
        <p:nvCxnSpPr>
          <p:cNvPr id="14" name="Straight Connector 13"/>
          <p:cNvCxnSpPr/>
          <p:nvPr/>
        </p:nvCxnSpPr>
        <p:spPr>
          <a:xfrm flipV="1">
            <a:off x="9158439" y="1348516"/>
            <a:ext cx="1828800" cy="0"/>
          </a:xfrm>
          <a:prstGeom prst="line">
            <a:avLst/>
          </a:prstGeom>
          <a:ln>
            <a:solidFill>
              <a:srgbClr val="FFFF00"/>
            </a:solidFill>
          </a:ln>
        </p:spPr>
        <p:style>
          <a:lnRef idx="3">
            <a:schemeClr val="accent5"/>
          </a:lnRef>
          <a:fillRef idx="0">
            <a:schemeClr val="accent5"/>
          </a:fillRef>
          <a:effectRef idx="2">
            <a:schemeClr val="accent5"/>
          </a:effectRef>
          <a:fontRef idx="minor">
            <a:schemeClr val="tx1"/>
          </a:fontRef>
        </p:style>
      </p:cxnSp>
      <mc:AlternateContent xmlns:mc="http://schemas.openxmlformats.org/markup-compatibility/2006" xmlns:a14="http://schemas.microsoft.com/office/drawing/2010/main">
        <mc:Choice Requires="a14">
          <p:sp>
            <p:nvSpPr>
              <p:cNvPr id="15" name="Rectangle 14"/>
              <p:cNvSpPr/>
              <p:nvPr/>
            </p:nvSpPr>
            <p:spPr>
              <a:xfrm>
                <a:off x="1625597" y="4679146"/>
                <a:ext cx="6683240" cy="523220"/>
              </a:xfrm>
              <a:prstGeom prst="rect">
                <a:avLst/>
              </a:prstGeom>
            </p:spPr>
            <p:txBody>
              <a:bodyPr wrap="none">
                <a:spAutoFit/>
              </a:bodyPr>
              <a:lstStyle/>
              <a:p>
                <a:r>
                  <a:rPr lang="en-US" sz="2800" dirty="0">
                    <a:solidFill>
                      <a:srgbClr val="002060"/>
                    </a:solidFill>
                  </a:rPr>
                  <a:t>Which is not in our standard form </a:t>
                </a:r>
                <a14:m>
                  <m:oMath xmlns:m="http://schemas.openxmlformats.org/officeDocument/2006/math">
                    <m:r>
                      <m:rPr>
                        <m:sty m:val="p"/>
                      </m:rPr>
                      <a:rPr lang="en-US" sz="280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m:t>
                    </m:r>
                    <m:r>
                      <m:rPr>
                        <m:sty m:val="p"/>
                      </m:rPr>
                      <a:rPr lang="en-US" sz="2800">
                        <a:solidFill>
                          <a:srgbClr val="002060"/>
                        </a:solidFill>
                        <a:latin typeface="Cambria Math" panose="02040503050406030204" pitchFamily="18" charset="0"/>
                      </a:rPr>
                      <m:t>a</m:t>
                    </m:r>
                    <m:r>
                      <a:rPr lang="en-US" sz="2800">
                        <a:solidFill>
                          <a:srgbClr val="002060"/>
                        </a:solidFill>
                        <a:latin typeface="Cambria Math" panose="02040503050406030204" pitchFamily="18" charset="0"/>
                      </a:rPr>
                      <m:t>+</m:t>
                    </m:r>
                    <m:r>
                      <m:rPr>
                        <m:sty m:val="p"/>
                      </m:rPr>
                      <a:rPr lang="en-US" sz="2800">
                        <a:solidFill>
                          <a:srgbClr val="002060"/>
                        </a:solidFill>
                        <a:latin typeface="Cambria Math" panose="02040503050406030204" pitchFamily="18" charset="0"/>
                      </a:rPr>
                      <m:t>bx</m:t>
                    </m:r>
                  </m:oMath>
                </a14:m>
                <a:r>
                  <a:rPr lang="en-US" sz="2800" dirty="0">
                    <a:solidFill>
                      <a:srgbClr val="002060"/>
                    </a:solidFill>
                  </a:rPr>
                  <a:t>.</a:t>
                </a:r>
              </a:p>
            </p:txBody>
          </p:sp>
        </mc:Choice>
        <mc:Fallback xmlns="">
          <p:sp>
            <p:nvSpPr>
              <p:cNvPr id="15" name="Rectangle 14"/>
              <p:cNvSpPr>
                <a:spLocks noRot="1" noChangeAspect="1" noMove="1" noResize="1" noEditPoints="1" noAdjustHandles="1" noChangeArrowheads="1" noChangeShapeType="1" noTextEdit="1"/>
              </p:cNvSpPr>
              <p:nvPr/>
            </p:nvSpPr>
            <p:spPr>
              <a:xfrm>
                <a:off x="1625597" y="4679146"/>
                <a:ext cx="6683240" cy="523220"/>
              </a:xfrm>
              <a:prstGeom prst="rect">
                <a:avLst/>
              </a:prstGeom>
              <a:blipFill rotWithShape="0">
                <a:blip r:embed="rId5"/>
                <a:stretch>
                  <a:fillRect l="-1916" t="-12941" r="-821" b="-329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1628461" y="5363981"/>
                <a:ext cx="4982390" cy="523220"/>
              </a:xfrm>
              <a:prstGeom prst="rect">
                <a:avLst/>
              </a:prstGeom>
            </p:spPr>
            <p:txBody>
              <a:bodyPr wrap="none">
                <a:spAutoFit/>
              </a:bodyPr>
              <a:lstStyle/>
              <a:p>
                <a14:m>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oMath>
                </a14:m>
                <a:r>
                  <a:rPr lang="en-US" sz="2800" dirty="0">
                    <a:solidFill>
                      <a:srgbClr val="002060"/>
                    </a:solidFill>
                  </a:rPr>
                  <a:t> Let us take     </a:t>
                </a:r>
                <a14:m>
                  <m:oMath xmlns:m="http://schemas.openxmlformats.org/officeDocument/2006/math">
                    <m:r>
                      <m:rPr>
                        <m:sty m:val="p"/>
                      </m:rPr>
                      <a:rPr lang="en-US" sz="2800" i="0" dirty="0" smtClean="0">
                        <a:solidFill>
                          <a:srgbClr val="002060"/>
                        </a:solidFill>
                        <a:latin typeface="Cambria Math" panose="02040503050406030204" pitchFamily="18" charset="0"/>
                      </a:rPr>
                      <m:t>P</m:t>
                    </m:r>
                    <m:r>
                      <a:rPr lang="en-US" sz="2800" i="0" dirty="0" smtClean="0">
                        <a:solidFill>
                          <a:srgbClr val="002060"/>
                        </a:solidFill>
                        <a:latin typeface="Cambria Math" panose="02040503050406030204" pitchFamily="18" charset="0"/>
                      </a:rPr>
                      <m:t>=</m:t>
                    </m:r>
                    <m:r>
                      <m:rPr>
                        <m:sty m:val="p"/>
                      </m:rPr>
                      <a:rPr lang="en-US" sz="2800" b="0" i="0" dirty="0" smtClean="0">
                        <a:solidFill>
                          <a:srgbClr val="002060"/>
                        </a:solidFill>
                        <a:latin typeface="Cambria Math" panose="02040503050406030204" pitchFamily="18" charset="0"/>
                      </a:rPr>
                      <m:t>y</m:t>
                    </m:r>
                  </m:oMath>
                </a14:m>
                <a:r>
                  <a:rPr lang="en-US" sz="2800" dirty="0">
                    <a:solidFill>
                      <a:srgbClr val="002060"/>
                    </a:solidFill>
                  </a:rPr>
                  <a:t>   &amp;   </a:t>
                </a:r>
                <a14:m>
                  <m:oMath xmlns:m="http://schemas.openxmlformats.org/officeDocument/2006/math">
                    <m:r>
                      <m:rPr>
                        <m:sty m:val="p"/>
                      </m:rPr>
                      <a:rPr lang="en-US" sz="2800" i="0" dirty="0" smtClean="0">
                        <a:solidFill>
                          <a:srgbClr val="002060"/>
                        </a:solidFill>
                        <a:latin typeface="Cambria Math" panose="02040503050406030204" pitchFamily="18" charset="0"/>
                      </a:rPr>
                      <m:t>W</m:t>
                    </m:r>
                    <m:r>
                      <a:rPr lang="en-US" sz="2800" i="0" dirty="0" smtClean="0">
                        <a:solidFill>
                          <a:srgbClr val="002060"/>
                        </a:solidFill>
                        <a:latin typeface="Cambria Math" panose="02040503050406030204" pitchFamily="18" charset="0"/>
                      </a:rPr>
                      <m:t>=</m:t>
                    </m:r>
                    <m:r>
                      <m:rPr>
                        <m:sty m:val="p"/>
                      </m:rPr>
                      <a:rPr lang="en-US" sz="2800" b="0" i="0" dirty="0" smtClean="0">
                        <a:solidFill>
                          <a:srgbClr val="002060"/>
                        </a:solidFill>
                        <a:latin typeface="Cambria Math" panose="02040503050406030204" pitchFamily="18" charset="0"/>
                      </a:rPr>
                      <m:t>x</m:t>
                    </m:r>
                  </m:oMath>
                </a14:m>
                <a:endParaRPr lang="en-US" sz="2800" dirty="0">
                  <a:solidFill>
                    <a:srgbClr val="002060"/>
                  </a:solidFill>
                </a:endParaRPr>
              </a:p>
            </p:txBody>
          </p:sp>
        </mc:Choice>
        <mc:Fallback xmlns="">
          <p:sp>
            <p:nvSpPr>
              <p:cNvPr id="16" name="Rectangle 15"/>
              <p:cNvSpPr>
                <a:spLocks noRot="1" noChangeAspect="1" noMove="1" noResize="1" noEditPoints="1" noAdjustHandles="1" noChangeArrowheads="1" noChangeShapeType="1" noTextEdit="1"/>
              </p:cNvSpPr>
              <p:nvPr/>
            </p:nvSpPr>
            <p:spPr>
              <a:xfrm>
                <a:off x="1628461" y="5363981"/>
                <a:ext cx="4982390" cy="523220"/>
              </a:xfrm>
              <a:prstGeom prst="rect">
                <a:avLst/>
              </a:prstGeom>
              <a:blipFill rotWithShape="0">
                <a:blip r:embed="rId6"/>
                <a:stretch>
                  <a:fillRect t="-12791"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p:cNvSpPr/>
              <p:nvPr/>
            </p:nvSpPr>
            <p:spPr>
              <a:xfrm>
                <a:off x="1625597" y="6048816"/>
                <a:ext cx="3855543" cy="523220"/>
              </a:xfrm>
              <a:prstGeom prst="rect">
                <a:avLst/>
              </a:prstGeom>
            </p:spPr>
            <p:txBody>
              <a:bodyPr wrap="none">
                <a:spAutoFit/>
              </a:bodyPr>
              <a:lstStyle/>
              <a:p>
                <a14:m>
                  <m:oMath xmlns:m="http://schemas.openxmlformats.org/officeDocument/2006/math">
                    <m:r>
                      <a:rPr lang="en-US" sz="2800" i="1">
                        <a:solidFill>
                          <a:srgbClr val="002060"/>
                        </a:solidFill>
                        <a:latin typeface="Cambria Math" panose="02040503050406030204" pitchFamily="18" charset="0"/>
                        <a:ea typeface="Cambria Math" panose="02040503050406030204" pitchFamily="18" charset="0"/>
                      </a:rPr>
                      <m:t>∴ </m:t>
                    </m:r>
                  </m:oMath>
                </a14:m>
                <a:r>
                  <a:rPr lang="en-US" sz="2800" dirty="0">
                    <a:solidFill>
                      <a:srgbClr val="002060"/>
                    </a:solidFill>
                  </a:rPr>
                  <a:t>We will find straight line</a:t>
                </a:r>
              </a:p>
            </p:txBody>
          </p:sp>
        </mc:Choice>
        <mc:Fallback xmlns="">
          <p:sp>
            <p:nvSpPr>
              <p:cNvPr id="17" name="Rectangle 16"/>
              <p:cNvSpPr>
                <a:spLocks noRot="1" noChangeAspect="1" noMove="1" noResize="1" noEditPoints="1" noAdjustHandles="1" noChangeArrowheads="1" noChangeShapeType="1" noTextEdit="1"/>
              </p:cNvSpPr>
              <p:nvPr/>
            </p:nvSpPr>
            <p:spPr>
              <a:xfrm>
                <a:off x="1625597" y="6048816"/>
                <a:ext cx="3855543" cy="523220"/>
              </a:xfrm>
              <a:prstGeom prst="rect">
                <a:avLst/>
              </a:prstGeom>
              <a:blipFill rotWithShape="0">
                <a:blip r:embed="rId7"/>
                <a:stretch>
                  <a:fillRect t="-11628" r="-2057"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p:cNvSpPr/>
              <p:nvPr/>
            </p:nvSpPr>
            <p:spPr>
              <a:xfrm>
                <a:off x="5481140" y="6044073"/>
                <a:ext cx="206659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2800">
                          <a:solidFill>
                            <a:srgbClr val="002060"/>
                          </a:solidFill>
                          <a:latin typeface="Cambria Math" panose="02040503050406030204" pitchFamily="18" charset="0"/>
                        </a:rPr>
                        <m:t>P</m:t>
                      </m:r>
                      <m:r>
                        <a:rPr lang="en-US" sz="2800">
                          <a:solidFill>
                            <a:srgbClr val="002060"/>
                          </a:solidFill>
                          <a:latin typeface="Cambria Math" panose="02040503050406030204" pitchFamily="18" charset="0"/>
                        </a:rPr>
                        <m:t>=</m:t>
                      </m:r>
                      <m:r>
                        <m:rPr>
                          <m:sty m:val="p"/>
                        </m:rPr>
                        <a:rPr lang="en-US" sz="2800">
                          <a:solidFill>
                            <a:srgbClr val="002060"/>
                          </a:solidFill>
                          <a:latin typeface="Cambria Math" panose="02040503050406030204" pitchFamily="18" charset="0"/>
                        </a:rPr>
                        <m:t>a</m:t>
                      </m:r>
                      <m:r>
                        <a:rPr lang="en-US" sz="2800">
                          <a:solidFill>
                            <a:srgbClr val="002060"/>
                          </a:solidFill>
                          <a:latin typeface="Cambria Math" panose="02040503050406030204" pitchFamily="18" charset="0"/>
                        </a:rPr>
                        <m:t>+</m:t>
                      </m:r>
                      <m:r>
                        <m:rPr>
                          <m:sty m:val="p"/>
                        </m:rPr>
                        <a:rPr lang="en-US" sz="2800">
                          <a:solidFill>
                            <a:srgbClr val="002060"/>
                          </a:solidFill>
                          <a:latin typeface="Cambria Math" panose="02040503050406030204" pitchFamily="18" charset="0"/>
                        </a:rPr>
                        <m:t>bW</m:t>
                      </m:r>
                    </m:oMath>
                  </m:oMathPara>
                </a14:m>
                <a:endParaRPr lang="en-US" sz="2800" dirty="0">
                  <a:solidFill>
                    <a:srgbClr val="002060"/>
                  </a:solidFill>
                </a:endParaRPr>
              </a:p>
            </p:txBody>
          </p:sp>
        </mc:Choice>
        <mc:Fallback xmlns="">
          <p:sp>
            <p:nvSpPr>
              <p:cNvPr id="18" name="Rectangle 17"/>
              <p:cNvSpPr>
                <a:spLocks noRot="1" noChangeAspect="1" noMove="1" noResize="1" noEditPoints="1" noAdjustHandles="1" noChangeArrowheads="1" noChangeShapeType="1" noTextEdit="1"/>
              </p:cNvSpPr>
              <p:nvPr/>
            </p:nvSpPr>
            <p:spPr>
              <a:xfrm>
                <a:off x="5481140" y="6044073"/>
                <a:ext cx="2066591" cy="523220"/>
              </a:xfrm>
              <a:prstGeom prst="rect">
                <a:avLst/>
              </a:prstGeom>
              <a:blipFill rotWithShape="0">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p:cNvSpPr/>
              <p:nvPr/>
            </p:nvSpPr>
            <p:spPr>
              <a:xfrm>
                <a:off x="7545945" y="6048816"/>
                <a:ext cx="2371547"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smtClean="0">
                          <a:solidFill>
                            <a:srgbClr val="7030A0"/>
                          </a:solidFill>
                          <a:latin typeface="Cambria Math" panose="02040503050406030204" pitchFamily="18" charset="0"/>
                          <a:ea typeface="Cambria Math" panose="02040503050406030204" pitchFamily="18" charset="0"/>
                        </a:rPr>
                        <m:t>⇒</m:t>
                      </m:r>
                      <m:r>
                        <a:rPr lang="en-US" sz="2800" b="1" i="0">
                          <a:solidFill>
                            <a:srgbClr val="7030A0"/>
                          </a:solidFill>
                          <a:latin typeface="Cambria Math" panose="02040503050406030204" pitchFamily="18" charset="0"/>
                        </a:rPr>
                        <m:t>𝐲</m:t>
                      </m:r>
                      <m:r>
                        <a:rPr lang="en-US" sz="2800" b="1" i="0">
                          <a:solidFill>
                            <a:srgbClr val="7030A0"/>
                          </a:solidFill>
                          <a:latin typeface="Cambria Math" panose="02040503050406030204" pitchFamily="18" charset="0"/>
                        </a:rPr>
                        <m:t>=</m:t>
                      </m:r>
                      <m:r>
                        <a:rPr lang="en-US" sz="2800" b="1" i="0" smtClean="0">
                          <a:solidFill>
                            <a:srgbClr val="7030A0"/>
                          </a:solidFill>
                          <a:latin typeface="Cambria Math" panose="02040503050406030204" pitchFamily="18" charset="0"/>
                        </a:rPr>
                        <m:t>𝐚</m:t>
                      </m:r>
                      <m:r>
                        <a:rPr lang="en-US" sz="2800" b="1" i="0" smtClean="0">
                          <a:solidFill>
                            <a:srgbClr val="7030A0"/>
                          </a:solidFill>
                          <a:latin typeface="Cambria Math" panose="02040503050406030204" pitchFamily="18" charset="0"/>
                        </a:rPr>
                        <m:t>+</m:t>
                      </m:r>
                      <m:r>
                        <a:rPr lang="en-US" sz="2800" b="1" i="0" smtClean="0">
                          <a:solidFill>
                            <a:srgbClr val="7030A0"/>
                          </a:solidFill>
                          <a:latin typeface="Cambria Math" panose="02040503050406030204" pitchFamily="18" charset="0"/>
                        </a:rPr>
                        <m:t>𝐛𝐱</m:t>
                      </m:r>
                    </m:oMath>
                  </m:oMathPara>
                </a14:m>
                <a:endParaRPr lang="en-US" sz="2800" b="1" dirty="0">
                  <a:solidFill>
                    <a:srgbClr val="7030A0"/>
                  </a:solidFill>
                </a:endParaRPr>
              </a:p>
            </p:txBody>
          </p:sp>
        </mc:Choice>
        <mc:Fallback xmlns="">
          <p:sp>
            <p:nvSpPr>
              <p:cNvPr id="20" name="Rectangle 19"/>
              <p:cNvSpPr>
                <a:spLocks noRot="1" noChangeAspect="1" noMove="1" noResize="1" noEditPoints="1" noAdjustHandles="1" noChangeArrowheads="1" noChangeShapeType="1" noTextEdit="1"/>
              </p:cNvSpPr>
              <p:nvPr/>
            </p:nvSpPr>
            <p:spPr>
              <a:xfrm>
                <a:off x="7545945" y="6048816"/>
                <a:ext cx="2371547" cy="523220"/>
              </a:xfrm>
              <a:prstGeom prst="rect">
                <a:avLst/>
              </a:prstGeom>
              <a:blipFill rotWithShape="0">
                <a:blip r:embed="rId9"/>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732649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50"/>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nodeType="afterEffect">
                                  <p:stCondLst>
                                    <p:cond delay="0"/>
                                  </p:stCondLst>
                                  <p:childTnLst>
                                    <p:set>
                                      <p:cBhvr>
                                        <p:cTn id="1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50" grpId="0" animBg="1"/>
    </p:bld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4.1 ⇝ Example 3(</a:t>
            </a:r>
            <a:r>
              <a:rPr lang="en-GB" dirty="0">
                <a:solidFill>
                  <a:srgbClr val="FF0000"/>
                </a:solidFill>
              </a:rPr>
              <a:t>Continue</a:t>
            </a:r>
            <a:r>
              <a:rPr lang="en-GB" dirty="0"/>
              <a:t>)</a:t>
            </a:r>
            <a:endParaRPr lang="en-US" dirty="0"/>
          </a:p>
        </p:txBody>
      </p:sp>
      <mc:AlternateContent xmlns:mc="http://schemas.openxmlformats.org/markup-compatibility/2006" xmlns:a14="http://schemas.microsoft.com/office/drawing/2010/main">
        <mc:Choice Requires="a14">
          <p:sp>
            <p:nvSpPr>
              <p:cNvPr id="4" name="Rectangle 3"/>
              <p:cNvSpPr/>
              <p:nvPr/>
            </p:nvSpPr>
            <p:spPr>
              <a:xfrm>
                <a:off x="115749" y="831469"/>
                <a:ext cx="4244239" cy="523220"/>
              </a:xfrm>
              <a:prstGeom prst="rect">
                <a:avLst/>
              </a:prstGeom>
            </p:spPr>
            <p:txBody>
              <a:bodyPr wrap="none">
                <a:spAutoFit/>
              </a:bodyPr>
              <a:lstStyle/>
              <a:p>
                <a:r>
                  <a:rPr lang="en-US" sz="2800" b="0" i="0" dirty="0">
                    <a:solidFill>
                      <a:srgbClr val="002060"/>
                    </a:solidFill>
                    <a:latin typeface="+mj-lt"/>
                    <a:ea typeface="Cambria Math" panose="02040503050406030204" pitchFamily="18" charset="0"/>
                  </a:rPr>
                  <a:t>From the given data</a:t>
                </a:r>
                <a14:m>
                  <m:oMath xmlns:m="http://schemas.openxmlformats.org/officeDocument/2006/math">
                    <m:r>
                      <a:rPr lang="en-US" sz="2800" b="0" i="0" smtClean="0">
                        <a:solidFill>
                          <a:srgbClr val="002060"/>
                        </a:solidFill>
                        <a:latin typeface="Cambria Math" panose="02040503050406030204" pitchFamily="18" charset="0"/>
                        <a:ea typeface="Cambria Math" panose="02040503050406030204" pitchFamily="18" charset="0"/>
                      </a:rPr>
                      <m:t>   </m:t>
                    </m:r>
                    <m:r>
                      <a:rPr lang="en-US" sz="2800" b="0" i="1" smtClean="0">
                        <a:solidFill>
                          <a:srgbClr val="002060"/>
                        </a:solidFill>
                        <a:latin typeface="Cambria Math" panose="02040503050406030204" pitchFamily="18" charset="0"/>
                        <a:ea typeface="Cambria Math" panose="02040503050406030204" pitchFamily="18" charset="0"/>
                      </a:rPr>
                      <m:t> </m:t>
                    </m:r>
                    <m:r>
                      <m:rPr>
                        <m:sty m:val="p"/>
                      </m:rPr>
                      <a:rPr lang="en-US" sz="2800" b="0" i="0" smtClean="0">
                        <a:solidFill>
                          <a:srgbClr val="002060"/>
                        </a:solidFill>
                        <a:latin typeface="Cambria Math" panose="02040503050406030204" pitchFamily="18" charset="0"/>
                      </a:rPr>
                      <m:t>n</m:t>
                    </m:r>
                    <m:r>
                      <a:rPr lang="en-US" sz="2800" b="0" i="1" smtClean="0">
                        <a:solidFill>
                          <a:srgbClr val="002060"/>
                        </a:solidFill>
                        <a:latin typeface="Cambria Math" panose="02040503050406030204" pitchFamily="18" charset="0"/>
                      </a:rPr>
                      <m:t>=4</m:t>
                    </m:r>
                  </m:oMath>
                </a14:m>
                <a:endParaRPr lang="en-US" sz="2800" dirty="0"/>
              </a:p>
            </p:txBody>
          </p:sp>
        </mc:Choice>
        <mc:Fallback xmlns="">
          <p:sp>
            <p:nvSpPr>
              <p:cNvPr id="4" name="Rectangle 3"/>
              <p:cNvSpPr>
                <a:spLocks noRot="1" noChangeAspect="1" noMove="1" noResize="1" noEditPoints="1" noAdjustHandles="1" noChangeArrowheads="1" noChangeShapeType="1" noTextEdit="1"/>
              </p:cNvSpPr>
              <p:nvPr/>
            </p:nvSpPr>
            <p:spPr>
              <a:xfrm>
                <a:off x="115749" y="831469"/>
                <a:ext cx="4244239" cy="523220"/>
              </a:xfrm>
              <a:prstGeom prst="rect">
                <a:avLst/>
              </a:prstGeom>
              <a:blipFill rotWithShape="0">
                <a:blip r:embed="rId2"/>
                <a:stretch>
                  <a:fillRect l="-3017" t="-11628"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115749" y="2513805"/>
                <a:ext cx="2197333" cy="523220"/>
              </a:xfrm>
              <a:prstGeom prst="rect">
                <a:avLst/>
              </a:prstGeom>
            </p:spPr>
            <p:txBody>
              <a:bodyPr wrap="none">
                <a:spAutoFit/>
              </a:bodyPr>
              <a:lstStyle/>
              <a:p>
                <a:r>
                  <a:rPr lang="en-US" sz="2800" dirty="0">
                    <a:solidFill>
                      <a:srgbClr val="002060"/>
                    </a:solidFill>
                    <a:latin typeface="+mj-lt"/>
                    <a:ea typeface="Cambria Math" panose="02040503050406030204" pitchFamily="18" charset="0"/>
                  </a:rPr>
                  <a:t> </a:t>
                </a:r>
                <a14:m>
                  <m:oMath xmlns:m="http://schemas.openxmlformats.org/officeDocument/2006/math">
                    <m:nary>
                      <m:naryPr>
                        <m:chr m:val="∑"/>
                        <m:limLoc m:val="undOvr"/>
                        <m:subHide m:val="on"/>
                        <m:supHide m:val="on"/>
                        <m:ctrlPr>
                          <a:rPr lang="en-US" sz="2800" i="1">
                            <a:solidFill>
                              <a:srgbClr val="002060"/>
                            </a:solidFill>
                            <a:latin typeface="Cambria Math" panose="02040503050406030204" pitchFamily="18" charset="0"/>
                          </a:rPr>
                        </m:ctrlPr>
                      </m:naryPr>
                      <m:sub/>
                      <m:sup/>
                      <m:e>
                        <m:sSup>
                          <m:sSupPr>
                            <m:ctrlPr>
                              <a:rPr lang="en-US" sz="2800" b="0" i="1" smtClean="0">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x</m:t>
                            </m:r>
                          </m:e>
                          <m:sup>
                            <m:r>
                              <a:rPr lang="en-US" sz="2800" b="0" i="0" smtClean="0">
                                <a:solidFill>
                                  <a:srgbClr val="002060"/>
                                </a:solidFill>
                                <a:latin typeface="Cambria Math" panose="02040503050406030204" pitchFamily="18" charset="0"/>
                              </a:rPr>
                              <m:t>2</m:t>
                            </m:r>
                          </m:sup>
                        </m:sSup>
                      </m:e>
                    </m:nary>
                    <m:r>
                      <a:rPr lang="en-US" sz="2800" b="0" i="1" smtClean="0">
                        <a:solidFill>
                          <a:srgbClr val="002060"/>
                        </a:solidFill>
                        <a:latin typeface="Cambria Math" panose="02040503050406030204" pitchFamily="18" charset="0"/>
                      </a:rPr>
                      <m:t>=1435</m:t>
                    </m:r>
                  </m:oMath>
                </a14:m>
                <a:endParaRPr lang="en-US" sz="2800" dirty="0"/>
              </a:p>
            </p:txBody>
          </p:sp>
        </mc:Choice>
        <mc:Fallback xmlns="">
          <p:sp>
            <p:nvSpPr>
              <p:cNvPr id="6" name="Rectangle 5"/>
              <p:cNvSpPr>
                <a:spLocks noRot="1" noChangeAspect="1" noMove="1" noResize="1" noEditPoints="1" noAdjustHandles="1" noChangeArrowheads="1" noChangeShapeType="1" noTextEdit="1"/>
              </p:cNvSpPr>
              <p:nvPr/>
            </p:nvSpPr>
            <p:spPr>
              <a:xfrm>
                <a:off x="115749" y="2513805"/>
                <a:ext cx="2197333" cy="52322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115749" y="1672637"/>
                <a:ext cx="1618585" cy="523220"/>
              </a:xfrm>
              <a:prstGeom prst="rect">
                <a:avLst/>
              </a:prstGeom>
            </p:spPr>
            <p:txBody>
              <a:bodyPr wrap="none">
                <a:spAutoFit/>
              </a:bodyPr>
              <a:lstStyle/>
              <a:p>
                <a:r>
                  <a:rPr lang="en-US" sz="2800" dirty="0">
                    <a:solidFill>
                      <a:schemeClr val="bg1"/>
                    </a:solidFill>
                    <a:ea typeface="Cambria Math" panose="02040503050406030204" pitchFamily="18" charset="0"/>
                  </a:rPr>
                  <a:t> </a:t>
                </a:r>
                <a14:m>
                  <m:oMath xmlns:m="http://schemas.openxmlformats.org/officeDocument/2006/math">
                    <m:nary>
                      <m:naryPr>
                        <m:chr m:val="∑"/>
                        <m:limLoc m:val="undOvr"/>
                        <m:subHide m:val="on"/>
                        <m:supHide m:val="on"/>
                        <m:ctrlPr>
                          <a:rPr lang="en-US" sz="2800" i="1">
                            <a:solidFill>
                              <a:srgbClr val="002060"/>
                            </a:solidFill>
                            <a:latin typeface="Cambria Math" panose="02040503050406030204" pitchFamily="18" charset="0"/>
                          </a:rPr>
                        </m:ctrlPr>
                      </m:naryPr>
                      <m:sub/>
                      <m:sup/>
                      <m:e>
                        <m:r>
                          <m:rPr>
                            <m:sty m:val="p"/>
                          </m:rPr>
                          <a:rPr lang="en-US" sz="2800" b="0" i="0" smtClean="0">
                            <a:solidFill>
                              <a:srgbClr val="002060"/>
                            </a:solidFill>
                            <a:latin typeface="Cambria Math" panose="02040503050406030204" pitchFamily="18" charset="0"/>
                          </a:rPr>
                          <m:t>x</m:t>
                        </m:r>
                      </m:e>
                    </m:nary>
                    <m:r>
                      <a:rPr lang="en-US" sz="2800" i="1">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73</m:t>
                    </m:r>
                  </m:oMath>
                </a14:m>
                <a:endParaRPr lang="en-US" sz="2800" dirty="0"/>
              </a:p>
            </p:txBody>
          </p:sp>
        </mc:Choice>
        <mc:Fallback xmlns="">
          <p:sp>
            <p:nvSpPr>
              <p:cNvPr id="7" name="Rectangle 6"/>
              <p:cNvSpPr>
                <a:spLocks noRot="1" noChangeAspect="1" noMove="1" noResize="1" noEditPoints="1" noAdjustHandles="1" noChangeArrowheads="1" noChangeShapeType="1" noTextEdit="1"/>
              </p:cNvSpPr>
              <p:nvPr/>
            </p:nvSpPr>
            <p:spPr>
              <a:xfrm>
                <a:off x="115749" y="1672637"/>
                <a:ext cx="1618585" cy="52322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3079007" y="2522083"/>
                <a:ext cx="2197268" cy="523220"/>
              </a:xfrm>
              <a:prstGeom prst="rect">
                <a:avLst/>
              </a:prstGeom>
            </p:spPr>
            <p:txBody>
              <a:bodyPr wrap="none">
                <a:spAutoFit/>
              </a:bodyPr>
              <a:lstStyle/>
              <a:p>
                <a:r>
                  <a:rPr lang="en-US" sz="2800" dirty="0">
                    <a:solidFill>
                      <a:srgbClr val="002060"/>
                    </a:solidFill>
                    <a:latin typeface="+mj-lt"/>
                    <a:ea typeface="Cambria Math" panose="02040503050406030204" pitchFamily="18" charset="0"/>
                  </a:rPr>
                  <a:t> </a:t>
                </a:r>
                <a14:m>
                  <m:oMath xmlns:m="http://schemas.openxmlformats.org/officeDocument/2006/math">
                    <m:nary>
                      <m:naryPr>
                        <m:chr m:val="∑"/>
                        <m:limLoc m:val="undOvr"/>
                        <m:subHide m:val="on"/>
                        <m:supHide m:val="on"/>
                        <m:ctrlPr>
                          <a:rPr lang="en-US" sz="2800" i="1">
                            <a:solidFill>
                              <a:srgbClr val="002060"/>
                            </a:solidFill>
                            <a:latin typeface="Cambria Math" panose="02040503050406030204" pitchFamily="18" charset="0"/>
                          </a:rPr>
                        </m:ctrlPr>
                      </m:naryPr>
                      <m:sub/>
                      <m:sup/>
                      <m:e>
                        <m:r>
                          <m:rPr>
                            <m:sty m:val="p"/>
                          </m:rPr>
                          <a:rPr lang="en-US" sz="2800" b="0" i="0" smtClean="0">
                            <a:solidFill>
                              <a:srgbClr val="002060"/>
                            </a:solidFill>
                            <a:latin typeface="Cambria Math" panose="02040503050406030204" pitchFamily="18" charset="0"/>
                          </a:rPr>
                          <m:t>xy</m:t>
                        </m:r>
                      </m:e>
                    </m:nary>
                    <m:r>
                      <a:rPr lang="en-US" sz="2800" b="0" i="1" smtClean="0">
                        <a:solidFill>
                          <a:srgbClr val="002060"/>
                        </a:solidFill>
                        <a:latin typeface="Cambria Math" panose="02040503050406030204" pitchFamily="18" charset="0"/>
                      </a:rPr>
                      <m:t>=6750</m:t>
                    </m:r>
                  </m:oMath>
                </a14:m>
                <a:endParaRPr lang="en-US" sz="2800" dirty="0"/>
              </a:p>
            </p:txBody>
          </p:sp>
        </mc:Choice>
        <mc:Fallback xmlns="">
          <p:sp>
            <p:nvSpPr>
              <p:cNvPr id="8" name="Rectangle 7"/>
              <p:cNvSpPr>
                <a:spLocks noRot="1" noChangeAspect="1" noMove="1" noResize="1" noEditPoints="1" noAdjustHandles="1" noChangeArrowheads="1" noChangeShapeType="1" noTextEdit="1"/>
              </p:cNvSpPr>
              <p:nvPr/>
            </p:nvSpPr>
            <p:spPr>
              <a:xfrm>
                <a:off x="3079007" y="2522083"/>
                <a:ext cx="2197268" cy="523220"/>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3079007" y="1676776"/>
                <a:ext cx="1825371" cy="523220"/>
              </a:xfrm>
              <a:prstGeom prst="rect">
                <a:avLst/>
              </a:prstGeom>
            </p:spPr>
            <p:txBody>
              <a:bodyPr wrap="none">
                <a:spAutoFit/>
              </a:bodyPr>
              <a:lstStyle/>
              <a:p>
                <a:r>
                  <a:rPr lang="en-US" sz="2800" dirty="0">
                    <a:solidFill>
                      <a:schemeClr val="bg1"/>
                    </a:solidFill>
                    <a:ea typeface="Cambria Math" panose="02040503050406030204" pitchFamily="18" charset="0"/>
                  </a:rPr>
                  <a:t> </a:t>
                </a:r>
                <a14:m>
                  <m:oMath xmlns:m="http://schemas.openxmlformats.org/officeDocument/2006/math">
                    <m:nary>
                      <m:naryPr>
                        <m:chr m:val="∑"/>
                        <m:limLoc m:val="undOvr"/>
                        <m:subHide m:val="on"/>
                        <m:supHide m:val="on"/>
                        <m:ctrlPr>
                          <a:rPr lang="en-US" sz="2800" i="1">
                            <a:solidFill>
                              <a:srgbClr val="002060"/>
                            </a:solidFill>
                            <a:latin typeface="Cambria Math" panose="02040503050406030204" pitchFamily="18" charset="0"/>
                          </a:rPr>
                        </m:ctrlPr>
                      </m:naryPr>
                      <m:sub/>
                      <m:sup/>
                      <m:e>
                        <m:r>
                          <m:rPr>
                            <m:sty m:val="p"/>
                          </m:rPr>
                          <a:rPr lang="en-US" sz="2800">
                            <a:solidFill>
                              <a:srgbClr val="002060"/>
                            </a:solidFill>
                            <a:latin typeface="Cambria Math" panose="02040503050406030204" pitchFamily="18" charset="0"/>
                          </a:rPr>
                          <m:t>y</m:t>
                        </m:r>
                      </m:e>
                    </m:nary>
                    <m:r>
                      <a:rPr lang="en-US" sz="2800" i="1">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340</m:t>
                    </m:r>
                  </m:oMath>
                </a14:m>
                <a:endParaRPr lang="en-US" sz="2800" dirty="0"/>
              </a:p>
            </p:txBody>
          </p:sp>
        </mc:Choice>
        <mc:Fallback xmlns="">
          <p:sp>
            <p:nvSpPr>
              <p:cNvPr id="15" name="Rectangle 14"/>
              <p:cNvSpPr>
                <a:spLocks noRot="1" noChangeAspect="1" noMove="1" noResize="1" noEditPoints="1" noAdjustHandles="1" noChangeArrowheads="1" noChangeShapeType="1" noTextEdit="1"/>
              </p:cNvSpPr>
              <p:nvPr/>
            </p:nvSpPr>
            <p:spPr>
              <a:xfrm>
                <a:off x="3079007" y="1676776"/>
                <a:ext cx="1825371" cy="523220"/>
              </a:xfrm>
              <a:prstGeom prst="rect">
                <a:avLst/>
              </a:prstGeom>
              <a:blipFill rotWithShape="0">
                <a:blip r:embed="rId6"/>
                <a:stretch>
                  <a:fillRect/>
                </a:stretch>
              </a:blipFill>
            </p:spPr>
            <p:txBody>
              <a:bodyPr/>
              <a:lstStyle/>
              <a:p>
                <a:r>
                  <a:rPr lang="en-US">
                    <a:noFill/>
                  </a:rPr>
                  <a:t> </a:t>
                </a:r>
              </a:p>
            </p:txBody>
          </p:sp>
        </mc:Fallback>
      </mc:AlternateContent>
      <p:sp>
        <p:nvSpPr>
          <p:cNvPr id="16" name="Rectangle 15"/>
          <p:cNvSpPr/>
          <p:nvPr/>
        </p:nvSpPr>
        <p:spPr>
          <a:xfrm>
            <a:off x="5695950" y="751792"/>
            <a:ext cx="36000" cy="5760720"/>
          </a:xfrm>
          <a:prstGeom prst="rect">
            <a:avLst/>
          </a:prstGeom>
          <a:solidFill>
            <a:srgbClr val="B84742"/>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113293" y="3359112"/>
            <a:ext cx="4344459" cy="954107"/>
          </a:xfrm>
          <a:prstGeom prst="rect">
            <a:avLst/>
          </a:prstGeom>
        </p:spPr>
        <p:txBody>
          <a:bodyPr wrap="none">
            <a:spAutoFit/>
          </a:bodyPr>
          <a:lstStyle/>
          <a:p>
            <a:r>
              <a:rPr lang="en-US" sz="2800" b="0" i="0" dirty="0">
                <a:solidFill>
                  <a:srgbClr val="002060"/>
                </a:solidFill>
                <a:latin typeface="+mj-lt"/>
                <a:ea typeface="Cambria Math" panose="02040503050406030204" pitchFamily="18" charset="0"/>
              </a:rPr>
              <a:t>Substitute these values in the</a:t>
            </a:r>
          </a:p>
          <a:p>
            <a:r>
              <a:rPr lang="en-US" sz="2800" b="0" i="0" dirty="0">
                <a:solidFill>
                  <a:srgbClr val="002060"/>
                </a:solidFill>
                <a:latin typeface="+mj-lt"/>
                <a:ea typeface="Cambria Math" panose="02040503050406030204" pitchFamily="18" charset="0"/>
              </a:rPr>
              <a:t>Normal Equations</a:t>
            </a:r>
            <a:endParaRPr lang="en-US" sz="2800" dirty="0"/>
          </a:p>
        </p:txBody>
      </p:sp>
      <mc:AlternateContent xmlns:mc="http://schemas.openxmlformats.org/markup-compatibility/2006" xmlns:a14="http://schemas.microsoft.com/office/drawing/2010/main">
        <mc:Choice Requires="a14">
          <p:sp>
            <p:nvSpPr>
              <p:cNvPr id="18" name="Rectangle 17"/>
              <p:cNvSpPr/>
              <p:nvPr/>
            </p:nvSpPr>
            <p:spPr>
              <a:xfrm>
                <a:off x="113293" y="4635306"/>
                <a:ext cx="2854308" cy="523220"/>
              </a:xfrm>
              <a:prstGeom prst="rect">
                <a:avLst/>
              </a:prstGeom>
            </p:spPr>
            <p:txBody>
              <a:bodyPr wrap="none">
                <a:spAutoFit/>
              </a:bodyPr>
              <a:lstStyle/>
              <a:p>
                <a:r>
                  <a:rPr lang="en-US" sz="2800" dirty="0">
                    <a:solidFill>
                      <a:srgbClr val="002060"/>
                    </a:solidFill>
                  </a:rPr>
                  <a:t> </a:t>
                </a:r>
                <a14:m>
                  <m:oMath xmlns:m="http://schemas.openxmlformats.org/officeDocument/2006/math">
                    <m:nary>
                      <m:naryPr>
                        <m:chr m:val="∑"/>
                        <m:limLoc m:val="undOvr"/>
                        <m:subHide m:val="on"/>
                        <m:supHide m:val="on"/>
                        <m:ctrlPr>
                          <a:rPr lang="en-US" sz="2800" i="1" smtClean="0">
                            <a:solidFill>
                              <a:srgbClr val="002060"/>
                            </a:solidFill>
                            <a:latin typeface="Cambria Math" panose="02040503050406030204" pitchFamily="18" charset="0"/>
                          </a:rPr>
                        </m:ctrlPr>
                      </m:naryPr>
                      <m:sub/>
                      <m:sup/>
                      <m:e>
                        <m:r>
                          <m:rPr>
                            <m:sty m:val="p"/>
                          </m:rPr>
                          <a:rPr lang="en-US" sz="2800" b="0" i="1">
                            <a:solidFill>
                              <a:srgbClr val="002060"/>
                            </a:solidFill>
                            <a:latin typeface="Cambria Math" panose="02040503050406030204" pitchFamily="18" charset="0"/>
                          </a:rPr>
                          <m:t>y</m:t>
                        </m:r>
                        <m:r>
                          <a:rPr lang="en-US" sz="2800" b="0">
                            <a:solidFill>
                              <a:srgbClr val="002060"/>
                            </a:solidFill>
                            <a:latin typeface="Cambria Math" panose="02040503050406030204" pitchFamily="18" charset="0"/>
                          </a:rPr>
                          <m:t> </m:t>
                        </m:r>
                      </m:e>
                    </m:nary>
                    <m:r>
                      <a:rPr lang="en-US" sz="2800" b="0">
                        <a:solidFill>
                          <a:srgbClr val="002060"/>
                        </a:solidFill>
                        <a:latin typeface="Cambria Math" panose="02040503050406030204" pitchFamily="18" charset="0"/>
                      </a:rPr>
                      <m:t>=</m:t>
                    </m:r>
                    <m:r>
                      <m:rPr>
                        <m:sty m:val="p"/>
                      </m:rPr>
                      <a:rPr lang="en-US" sz="2800" b="0" i="1">
                        <a:solidFill>
                          <a:srgbClr val="002060"/>
                        </a:solidFill>
                        <a:latin typeface="Cambria Math" panose="02040503050406030204" pitchFamily="18" charset="0"/>
                      </a:rPr>
                      <m:t>na</m:t>
                    </m:r>
                    <m:r>
                      <a:rPr lang="en-US" sz="2800" b="0">
                        <a:solidFill>
                          <a:srgbClr val="002060"/>
                        </a:solidFill>
                        <a:latin typeface="Cambria Math" panose="02040503050406030204" pitchFamily="18" charset="0"/>
                      </a:rPr>
                      <m:t>+</m:t>
                    </m:r>
                    <m:r>
                      <m:rPr>
                        <m:sty m:val="p"/>
                      </m:rPr>
                      <a:rPr lang="en-US" sz="2800" b="0" i="1">
                        <a:solidFill>
                          <a:srgbClr val="002060"/>
                        </a:solidFill>
                        <a:latin typeface="Cambria Math" panose="02040503050406030204" pitchFamily="18" charset="0"/>
                      </a:rPr>
                      <m:t>b</m:t>
                    </m:r>
                    <m:nary>
                      <m:naryPr>
                        <m:chr m:val="∑"/>
                        <m:limLoc m:val="undOvr"/>
                        <m:subHide m:val="on"/>
                        <m:supHide m:val="on"/>
                        <m:ctrlPr>
                          <a:rPr lang="en-US" sz="2800" i="1">
                            <a:solidFill>
                              <a:srgbClr val="002060"/>
                            </a:solidFill>
                            <a:latin typeface="Cambria Math" panose="02040503050406030204" pitchFamily="18" charset="0"/>
                          </a:rPr>
                        </m:ctrlPr>
                      </m:naryPr>
                      <m:sub/>
                      <m:sup/>
                      <m:e>
                        <m:r>
                          <m:rPr>
                            <m:sty m:val="p"/>
                          </m:rPr>
                          <a:rPr lang="en-US" sz="2800" b="0" i="1">
                            <a:solidFill>
                              <a:srgbClr val="002060"/>
                            </a:solidFill>
                            <a:latin typeface="Cambria Math" panose="02040503050406030204" pitchFamily="18" charset="0"/>
                          </a:rPr>
                          <m:t>x</m:t>
                        </m:r>
                      </m:e>
                    </m:nary>
                  </m:oMath>
                </a14:m>
                <a:endParaRPr lang="en-US" sz="2800" dirty="0">
                  <a:solidFill>
                    <a:srgbClr val="002060"/>
                  </a:solidFill>
                </a:endParaRPr>
              </a:p>
            </p:txBody>
          </p:sp>
        </mc:Choice>
        <mc:Fallback xmlns="">
          <p:sp>
            <p:nvSpPr>
              <p:cNvPr id="18" name="Rectangle 17"/>
              <p:cNvSpPr>
                <a:spLocks noRot="1" noChangeAspect="1" noMove="1" noResize="1" noEditPoints="1" noAdjustHandles="1" noChangeArrowheads="1" noChangeShapeType="1" noTextEdit="1"/>
              </p:cNvSpPr>
              <p:nvPr/>
            </p:nvSpPr>
            <p:spPr>
              <a:xfrm>
                <a:off x="113293" y="4635306"/>
                <a:ext cx="2854308" cy="523220"/>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p:cNvSpPr/>
              <p:nvPr/>
            </p:nvSpPr>
            <p:spPr>
              <a:xfrm>
                <a:off x="113293" y="5480613"/>
                <a:ext cx="3476914" cy="523220"/>
              </a:xfrm>
              <a:prstGeom prst="rect">
                <a:avLst/>
              </a:prstGeom>
            </p:spPr>
            <p:txBody>
              <a:bodyPr wrap="none">
                <a:spAutoFit/>
              </a:bodyPr>
              <a:lstStyle/>
              <a:p>
                <a:r>
                  <a:rPr lang="en-US" sz="2800" dirty="0">
                    <a:solidFill>
                      <a:srgbClr val="002060"/>
                    </a:solidFill>
                  </a:rPr>
                  <a:t> </a:t>
                </a:r>
                <a14:m>
                  <m:oMath xmlns:m="http://schemas.openxmlformats.org/officeDocument/2006/math">
                    <m:nary>
                      <m:naryPr>
                        <m:chr m:val="∑"/>
                        <m:limLoc m:val="undOvr"/>
                        <m:subHide m:val="on"/>
                        <m:supHide m:val="on"/>
                        <m:ctrlPr>
                          <a:rPr lang="en-US" sz="2800" i="1" smtClean="0">
                            <a:solidFill>
                              <a:srgbClr val="002060"/>
                            </a:solidFill>
                            <a:latin typeface="Cambria Math" panose="02040503050406030204" pitchFamily="18" charset="0"/>
                          </a:rPr>
                        </m:ctrlPr>
                      </m:naryPr>
                      <m:sub/>
                      <m:sup/>
                      <m:e>
                        <m:r>
                          <m:rPr>
                            <m:sty m:val="p"/>
                          </m:rPr>
                          <a:rPr lang="en-US" sz="2800" b="0" i="1">
                            <a:solidFill>
                              <a:srgbClr val="002060"/>
                            </a:solidFill>
                            <a:latin typeface="Cambria Math" panose="02040503050406030204" pitchFamily="18" charset="0"/>
                          </a:rPr>
                          <m:t>xy</m:t>
                        </m:r>
                      </m:e>
                    </m:nary>
                    <m:r>
                      <a:rPr lang="en-US" sz="2800" b="0">
                        <a:solidFill>
                          <a:srgbClr val="002060"/>
                        </a:solidFill>
                        <a:latin typeface="Cambria Math" panose="02040503050406030204" pitchFamily="18" charset="0"/>
                      </a:rPr>
                      <m:t>=</m:t>
                    </m:r>
                    <m:r>
                      <m:rPr>
                        <m:sty m:val="p"/>
                      </m:rPr>
                      <a:rPr lang="en-US" sz="2800" b="0" i="1">
                        <a:solidFill>
                          <a:srgbClr val="002060"/>
                        </a:solidFill>
                        <a:latin typeface="Cambria Math" panose="02040503050406030204" pitchFamily="18" charset="0"/>
                      </a:rPr>
                      <m:t>a</m:t>
                    </m:r>
                    <m:nary>
                      <m:naryPr>
                        <m:chr m:val="∑"/>
                        <m:limLoc m:val="undOvr"/>
                        <m:subHide m:val="on"/>
                        <m:supHide m:val="on"/>
                        <m:ctrlPr>
                          <a:rPr lang="en-US" sz="2800" i="1">
                            <a:solidFill>
                              <a:srgbClr val="002060"/>
                            </a:solidFill>
                            <a:latin typeface="Cambria Math" panose="02040503050406030204" pitchFamily="18" charset="0"/>
                          </a:rPr>
                        </m:ctrlPr>
                      </m:naryPr>
                      <m:sub/>
                      <m:sup/>
                      <m:e>
                        <m:r>
                          <m:rPr>
                            <m:sty m:val="p"/>
                          </m:rPr>
                          <a:rPr lang="en-US" sz="2800" b="0" i="1">
                            <a:solidFill>
                              <a:srgbClr val="002060"/>
                            </a:solidFill>
                            <a:latin typeface="Cambria Math" panose="02040503050406030204" pitchFamily="18" charset="0"/>
                          </a:rPr>
                          <m:t>x</m:t>
                        </m:r>
                      </m:e>
                    </m:nary>
                    <m:r>
                      <a:rPr lang="en-US" sz="2800" b="0">
                        <a:solidFill>
                          <a:srgbClr val="002060"/>
                        </a:solidFill>
                        <a:latin typeface="Cambria Math" panose="02040503050406030204" pitchFamily="18" charset="0"/>
                      </a:rPr>
                      <m:t>+</m:t>
                    </m:r>
                    <m:r>
                      <m:rPr>
                        <m:sty m:val="p"/>
                      </m:rPr>
                      <a:rPr lang="en-US" sz="2800" b="0" i="1">
                        <a:solidFill>
                          <a:srgbClr val="002060"/>
                        </a:solidFill>
                        <a:latin typeface="Cambria Math" panose="02040503050406030204" pitchFamily="18" charset="0"/>
                      </a:rPr>
                      <m:t>b</m:t>
                    </m:r>
                    <m:nary>
                      <m:naryPr>
                        <m:chr m:val="∑"/>
                        <m:limLoc m:val="undOvr"/>
                        <m:subHide m:val="on"/>
                        <m:supHide m:val="on"/>
                        <m:ctrlPr>
                          <a:rPr lang="en-US" sz="2800" i="1">
                            <a:solidFill>
                              <a:srgbClr val="002060"/>
                            </a:solidFill>
                            <a:latin typeface="Cambria Math" panose="02040503050406030204" pitchFamily="18" charset="0"/>
                          </a:rPr>
                        </m:ctrlPr>
                      </m:naryPr>
                      <m:sub/>
                      <m:sup/>
                      <m:e>
                        <m:sSup>
                          <m:sSupPr>
                            <m:ctrlPr>
                              <a:rPr lang="en-US" sz="2800" i="1">
                                <a:solidFill>
                                  <a:srgbClr val="002060"/>
                                </a:solidFill>
                                <a:latin typeface="Cambria Math" panose="02040503050406030204" pitchFamily="18" charset="0"/>
                              </a:rPr>
                            </m:ctrlPr>
                          </m:sSupPr>
                          <m:e>
                            <m:r>
                              <m:rPr>
                                <m:sty m:val="p"/>
                              </m:rPr>
                              <a:rPr lang="en-US" sz="2800" b="0" i="1">
                                <a:solidFill>
                                  <a:srgbClr val="002060"/>
                                </a:solidFill>
                                <a:latin typeface="Cambria Math" panose="02040503050406030204" pitchFamily="18" charset="0"/>
                              </a:rPr>
                              <m:t>x</m:t>
                            </m:r>
                          </m:e>
                          <m:sup>
                            <m:r>
                              <a:rPr lang="en-US" sz="2800" b="0" i="1">
                                <a:solidFill>
                                  <a:srgbClr val="002060"/>
                                </a:solidFill>
                                <a:latin typeface="Cambria Math" panose="02040503050406030204" pitchFamily="18" charset="0"/>
                              </a:rPr>
                              <m:t>2</m:t>
                            </m:r>
                          </m:sup>
                        </m:sSup>
                      </m:e>
                    </m:nary>
                  </m:oMath>
                </a14:m>
                <a:endParaRPr lang="en-US" sz="2800" dirty="0">
                  <a:solidFill>
                    <a:srgbClr val="002060"/>
                  </a:solidFill>
                </a:endParaRPr>
              </a:p>
            </p:txBody>
          </p:sp>
        </mc:Choice>
        <mc:Fallback xmlns="">
          <p:sp>
            <p:nvSpPr>
              <p:cNvPr id="19" name="Rectangle 18"/>
              <p:cNvSpPr>
                <a:spLocks noRot="1" noChangeAspect="1" noMove="1" noResize="1" noEditPoints="1" noAdjustHandles="1" noChangeArrowheads="1" noChangeShapeType="1" noTextEdit="1"/>
              </p:cNvSpPr>
              <p:nvPr/>
            </p:nvSpPr>
            <p:spPr>
              <a:xfrm>
                <a:off x="113293" y="5480613"/>
                <a:ext cx="3476914" cy="523220"/>
              </a:xfrm>
              <a:prstGeom prst="rect">
                <a:avLst/>
              </a:prstGeom>
              <a:blipFill rotWithShape="0">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p:cNvSpPr/>
              <p:nvPr/>
            </p:nvSpPr>
            <p:spPr>
              <a:xfrm>
                <a:off x="6319139" y="831469"/>
                <a:ext cx="4983224" cy="1467966"/>
              </a:xfrm>
              <a:prstGeom prst="rect">
                <a:avLst/>
              </a:prstGeom>
            </p:spPr>
            <p:txBody>
              <a:bodyPr wrap="none">
                <a:spAutoFit/>
              </a:bodyPr>
              <a:lstStyle/>
              <a:p>
                <a:pPr/>
                <a14:m>
                  <m:oMathPara xmlns:m="http://schemas.openxmlformats.org/officeDocument/2006/math">
                    <m:oMathParaPr>
                      <m:jc m:val="center"/>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800" i="1" smtClean="0">
                              <a:solidFill>
                                <a:srgbClr val="002060"/>
                              </a:solidFill>
                              <a:latin typeface="Cambria Math" panose="02040503050406030204" pitchFamily="18" charset="0"/>
                              <a:ea typeface="Cambria Math" panose="02040503050406030204" pitchFamily="18" charset="0"/>
                            </a:rPr>
                          </m:ctrlPr>
                        </m:dPr>
                        <m:e>
                          <m:eqArr>
                            <m:eqArrPr>
                              <m:ctrlPr>
                                <a:rPr lang="en-US" sz="2800" i="1" smtClean="0">
                                  <a:solidFill>
                                    <a:srgbClr val="002060"/>
                                  </a:solidFill>
                                  <a:latin typeface="Cambria Math" panose="02040503050406030204" pitchFamily="18" charset="0"/>
                                  <a:ea typeface="Cambria Math" panose="02040503050406030204" pitchFamily="18" charset="0"/>
                                </a:rPr>
                              </m:ctrlPr>
                            </m:eqArrPr>
                            <m:e>
                              <m:r>
                                <a:rPr lang="en-US" sz="2800" b="0" i="1" smtClean="0">
                                  <a:solidFill>
                                    <a:schemeClr val="bg1"/>
                                  </a:solidFill>
                                  <a:latin typeface="Cambria Math" panose="02040503050406030204" pitchFamily="18" charset="0"/>
                                  <a:ea typeface="Cambria Math" panose="02040503050406030204" pitchFamily="18" charset="0"/>
                                </a:rPr>
                                <m:t>0340</m:t>
                              </m:r>
                              <m:r>
                                <a:rPr lang="en-US" sz="2800">
                                  <a:solidFill>
                                    <a:srgbClr val="002060"/>
                                  </a:solidFill>
                                  <a:latin typeface="Cambria Math" panose="02040503050406030204" pitchFamily="18" charset="0"/>
                                </a:rPr>
                                <m:t>=</m:t>
                              </m:r>
                              <m:r>
                                <a:rPr lang="en-US" sz="2800" b="0" i="1" smtClean="0">
                                  <a:solidFill>
                                    <a:schemeClr val="bg1"/>
                                  </a:solidFill>
                                  <a:latin typeface="Cambria Math" panose="02040503050406030204" pitchFamily="18" charset="0"/>
                                </a:rPr>
                                <m:t>4</m:t>
                              </m:r>
                              <m:r>
                                <a:rPr lang="en-US" sz="2800" i="1">
                                  <a:solidFill>
                                    <a:srgbClr val="002060"/>
                                  </a:solidFill>
                                  <a:latin typeface="Cambria Math" panose="02040503050406030204" pitchFamily="18" charset="0"/>
                                  <a:ea typeface="Cambria Math" panose="02040503050406030204" pitchFamily="18" charset="0"/>
                                </a:rPr>
                                <m:t>∙</m:t>
                              </m:r>
                              <m:r>
                                <m:rPr>
                                  <m:sty m:val="p"/>
                                </m:rPr>
                                <a:rPr lang="en-US" sz="2800" i="1" smtClean="0">
                                  <a:solidFill>
                                    <a:srgbClr val="FF0000"/>
                                  </a:solidFill>
                                  <a:latin typeface="Cambria Math" panose="02040503050406030204" pitchFamily="18" charset="0"/>
                                </a:rPr>
                                <m:t>a</m:t>
                              </m:r>
                              <m:r>
                                <a:rPr lang="en-US" sz="2800">
                                  <a:solidFill>
                                    <a:srgbClr val="002060"/>
                                  </a:solidFill>
                                  <a:latin typeface="Cambria Math" panose="02040503050406030204" pitchFamily="18" charset="0"/>
                                </a:rPr>
                                <m:t>+</m:t>
                              </m:r>
                              <m:r>
                                <m:rPr>
                                  <m:sty m:val="p"/>
                                </m:rPr>
                                <a:rPr lang="en-US" sz="2800" i="1" smtClean="0">
                                  <a:solidFill>
                                    <a:srgbClr val="FF0000"/>
                                  </a:solidFill>
                                  <a:latin typeface="Cambria Math" panose="02040503050406030204" pitchFamily="18" charset="0"/>
                                </a:rPr>
                                <m:t>b</m:t>
                              </m:r>
                              <m:r>
                                <a:rPr lang="en-US" sz="2800" i="1">
                                  <a:solidFill>
                                    <a:srgbClr val="002060"/>
                                  </a:solidFill>
                                  <a:latin typeface="Cambria Math" panose="02040503050406030204" pitchFamily="18" charset="0"/>
                                  <a:ea typeface="Cambria Math" panose="02040503050406030204" pitchFamily="18" charset="0"/>
                                </a:rPr>
                                <m:t>∙</m:t>
                              </m:r>
                              <m:r>
                                <a:rPr lang="en-US" sz="2800" b="0" i="1" smtClean="0">
                                  <a:solidFill>
                                    <a:schemeClr val="bg1"/>
                                  </a:solidFill>
                                  <a:latin typeface="Cambria Math" panose="02040503050406030204" pitchFamily="18" charset="0"/>
                                  <a:ea typeface="Cambria Math" panose="02040503050406030204" pitchFamily="18" charset="0"/>
                                </a:rPr>
                                <m:t>73</m:t>
                              </m:r>
                              <m:r>
                                <a:rPr lang="en-US" sz="2800" b="0" i="1" smtClean="0">
                                  <a:solidFill>
                                    <a:srgbClr val="002060"/>
                                  </a:solidFill>
                                  <a:latin typeface="Cambria Math" panose="02040503050406030204" pitchFamily="18" charset="0"/>
                                  <a:ea typeface="Cambria Math" panose="02040503050406030204" pitchFamily="18" charset="0"/>
                                </a:rPr>
                                <m:t>      </m:t>
                              </m:r>
                            </m:e>
                            <m:e>
                              <m:r>
                                <a:rPr lang="en-US" sz="2800" b="0" i="1" smtClean="0">
                                  <a:solidFill>
                                    <a:srgbClr val="002060"/>
                                  </a:solidFill>
                                  <a:latin typeface="Cambria Math" panose="02040503050406030204" pitchFamily="18" charset="0"/>
                                </a:rPr>
                                <m:t> </m:t>
                              </m:r>
                            </m:e>
                            <m:e>
                              <m:r>
                                <a:rPr lang="en-US" sz="2800" b="0" i="1" smtClean="0">
                                  <a:solidFill>
                                    <a:schemeClr val="bg1"/>
                                  </a:solidFill>
                                  <a:latin typeface="Cambria Math" panose="02040503050406030204" pitchFamily="18" charset="0"/>
                                </a:rPr>
                                <m:t>   </m:t>
                              </m:r>
                              <m:r>
                                <a:rPr lang="en-US" sz="2800" b="0" i="1" smtClean="0">
                                  <a:solidFill>
                                    <a:schemeClr val="bg1"/>
                                  </a:solidFill>
                                  <a:latin typeface="Cambria Math" panose="02040503050406030204" pitchFamily="18" charset="0"/>
                                  <a:ea typeface="Cambria Math" panose="02040503050406030204" pitchFamily="18" charset="0"/>
                                </a:rPr>
                                <m:t>6750</m:t>
                              </m:r>
                              <m:r>
                                <a:rPr lang="en-US" sz="2800">
                                  <a:solidFill>
                                    <a:srgbClr val="002060"/>
                                  </a:solidFill>
                                  <a:latin typeface="Cambria Math" panose="02040503050406030204" pitchFamily="18" charset="0"/>
                                </a:rPr>
                                <m:t>=</m:t>
                              </m:r>
                              <m:r>
                                <m:rPr>
                                  <m:sty m:val="p"/>
                                </m:rPr>
                                <a:rPr lang="en-US" sz="2800" smtClean="0">
                                  <a:solidFill>
                                    <a:srgbClr val="FF0000"/>
                                  </a:solidFill>
                                  <a:latin typeface="Cambria Math" panose="02040503050406030204" pitchFamily="18" charset="0"/>
                                </a:rPr>
                                <m:t>a</m:t>
                              </m:r>
                              <m:r>
                                <a:rPr lang="en-US" sz="2800" i="1">
                                  <a:solidFill>
                                    <a:srgbClr val="002060"/>
                                  </a:solidFill>
                                  <a:latin typeface="Cambria Math" panose="02040503050406030204" pitchFamily="18" charset="0"/>
                                  <a:ea typeface="Cambria Math" panose="02040503050406030204" pitchFamily="18" charset="0"/>
                                </a:rPr>
                                <m:t>∙</m:t>
                              </m:r>
                              <m:r>
                                <a:rPr lang="en-US" sz="2800" b="0" i="1" smtClean="0">
                                  <a:solidFill>
                                    <a:schemeClr val="bg1"/>
                                  </a:solidFill>
                                  <a:latin typeface="Cambria Math" panose="02040503050406030204" pitchFamily="18" charset="0"/>
                                  <a:ea typeface="Cambria Math" panose="02040503050406030204" pitchFamily="18" charset="0"/>
                                </a:rPr>
                                <m:t>73</m:t>
                              </m:r>
                              <m:r>
                                <a:rPr lang="en-US" sz="2800">
                                  <a:solidFill>
                                    <a:srgbClr val="002060"/>
                                  </a:solidFill>
                                  <a:latin typeface="Cambria Math" panose="02040503050406030204" pitchFamily="18" charset="0"/>
                                </a:rPr>
                                <m:t>+</m:t>
                              </m:r>
                              <m:r>
                                <m:rPr>
                                  <m:sty m:val="p"/>
                                </m:rPr>
                                <a:rPr lang="en-US" sz="2800" i="1" smtClean="0">
                                  <a:solidFill>
                                    <a:srgbClr val="FF0000"/>
                                  </a:solidFill>
                                  <a:latin typeface="Cambria Math" panose="02040503050406030204" pitchFamily="18" charset="0"/>
                                </a:rPr>
                                <m:t>b</m:t>
                              </m:r>
                              <m:r>
                                <a:rPr lang="en-US" sz="2800" i="1">
                                  <a:solidFill>
                                    <a:srgbClr val="002060"/>
                                  </a:solidFill>
                                  <a:latin typeface="Cambria Math" panose="02040503050406030204" pitchFamily="18" charset="0"/>
                                  <a:ea typeface="Cambria Math" panose="02040503050406030204" pitchFamily="18" charset="0"/>
                                </a:rPr>
                                <m:t>∙</m:t>
                              </m:r>
                              <m:r>
                                <a:rPr lang="en-US" sz="2800" b="0" i="1" smtClean="0">
                                  <a:solidFill>
                                    <a:schemeClr val="bg1"/>
                                  </a:solidFill>
                                  <a:latin typeface="Cambria Math" panose="02040503050406030204" pitchFamily="18" charset="0"/>
                                </a:rPr>
                                <m:t>14</m:t>
                              </m:r>
                              <m:r>
                                <m:rPr>
                                  <m:nor/>
                                </m:rPr>
                                <a:rPr lang="en-US" sz="2800" b="0" i="0" smtClean="0">
                                  <a:solidFill>
                                    <a:schemeClr val="bg1"/>
                                  </a:solidFill>
                                  <a:latin typeface="Cambria Math" panose="02040503050406030204" pitchFamily="18" charset="0"/>
                                </a:rPr>
                                <m:t>35</m:t>
                              </m:r>
                              <m:r>
                                <m:rPr>
                                  <m:nor/>
                                </m:rPr>
                                <a:rPr lang="en-US" sz="2800" dirty="0">
                                  <a:solidFill>
                                    <a:srgbClr val="002060"/>
                                  </a:solidFill>
                                </a:rPr>
                                <m:t> </m:t>
                              </m:r>
                            </m:e>
                          </m:eqArr>
                        </m:e>
                      </m:d>
                    </m:oMath>
                  </m:oMathPara>
                </a14:m>
                <a:endParaRPr lang="en-US" sz="2800" dirty="0">
                  <a:solidFill>
                    <a:srgbClr val="002060"/>
                  </a:solidFill>
                </a:endParaRPr>
              </a:p>
            </p:txBody>
          </p:sp>
        </mc:Choice>
        <mc:Fallback xmlns="">
          <p:sp>
            <p:nvSpPr>
              <p:cNvPr id="20" name="Rectangle 19"/>
              <p:cNvSpPr>
                <a:spLocks noRot="1" noChangeAspect="1" noMove="1" noResize="1" noEditPoints="1" noAdjustHandles="1" noChangeArrowheads="1" noChangeShapeType="1" noTextEdit="1"/>
              </p:cNvSpPr>
              <p:nvPr/>
            </p:nvSpPr>
            <p:spPr>
              <a:xfrm>
                <a:off x="6319139" y="831469"/>
                <a:ext cx="4983224" cy="1467966"/>
              </a:xfrm>
              <a:prstGeom prst="rect">
                <a:avLst/>
              </a:prstGeom>
              <a:blipFill rotWithShape="0">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Rectangle 20"/>
              <p:cNvSpPr/>
              <p:nvPr/>
            </p:nvSpPr>
            <p:spPr>
              <a:xfrm>
                <a:off x="6319139" y="4204419"/>
                <a:ext cx="5760720" cy="954107"/>
              </a:xfrm>
              <a:prstGeom prst="rect">
                <a:avLst/>
              </a:prstGeom>
            </p:spPr>
            <p:txBody>
              <a:bodyPr wrap="square">
                <a:spAutoFit/>
              </a:bodyPr>
              <a:lstStyle/>
              <a:p>
                <a:pPr marL="288925" indent="-288925"/>
                <a14:m>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oMath>
                </a14:m>
                <a:r>
                  <a:rPr lang="en-US" sz="2800" dirty="0">
                    <a:solidFill>
                      <a:srgbClr val="002060"/>
                    </a:solidFill>
                  </a:rPr>
                  <a:t> The best fitting straight line to the given data is </a:t>
                </a:r>
                <a14:m>
                  <m:oMath xmlns:m="http://schemas.openxmlformats.org/officeDocument/2006/math">
                    <m:r>
                      <m:rPr>
                        <m:sty m:val="p"/>
                      </m:rPr>
                      <a:rPr lang="en-US" sz="280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m:t>
                    </m:r>
                    <m:r>
                      <m:rPr>
                        <m:sty m:val="p"/>
                      </m:rPr>
                      <a:rPr lang="en-US" sz="2800" b="0" i="0" smtClean="0">
                        <a:solidFill>
                          <a:srgbClr val="002060"/>
                        </a:solidFill>
                        <a:latin typeface="Cambria Math" panose="02040503050406030204" pitchFamily="18" charset="0"/>
                      </a:rPr>
                      <m:t>a</m:t>
                    </m:r>
                    <m:r>
                      <a:rPr lang="en-US" sz="2800" b="0" i="0" smtClean="0">
                        <a:solidFill>
                          <a:srgbClr val="002060"/>
                        </a:solidFill>
                        <a:latin typeface="Cambria Math" panose="02040503050406030204" pitchFamily="18" charset="0"/>
                      </a:rPr>
                      <m:t>+</m:t>
                    </m:r>
                    <m:r>
                      <m:rPr>
                        <m:sty m:val="p"/>
                      </m:rPr>
                      <a:rPr lang="en-US" sz="2800" b="0" i="0" smtClean="0">
                        <a:solidFill>
                          <a:srgbClr val="002060"/>
                        </a:solidFill>
                        <a:latin typeface="Cambria Math" panose="02040503050406030204" pitchFamily="18" charset="0"/>
                      </a:rPr>
                      <m:t>bx</m:t>
                    </m:r>
                  </m:oMath>
                </a14:m>
                <a:endParaRPr lang="en-US" sz="2800" dirty="0">
                  <a:solidFill>
                    <a:srgbClr val="002060"/>
                  </a:solidFill>
                </a:endParaRPr>
              </a:p>
            </p:txBody>
          </p:sp>
        </mc:Choice>
        <mc:Fallback xmlns="">
          <p:sp>
            <p:nvSpPr>
              <p:cNvPr id="21" name="Rectangle 20"/>
              <p:cNvSpPr>
                <a:spLocks noRot="1" noChangeAspect="1" noMove="1" noResize="1" noEditPoints="1" noAdjustHandles="1" noChangeArrowheads="1" noChangeShapeType="1" noTextEdit="1"/>
              </p:cNvSpPr>
              <p:nvPr/>
            </p:nvSpPr>
            <p:spPr>
              <a:xfrm>
                <a:off x="6319139" y="4204419"/>
                <a:ext cx="5760720" cy="954107"/>
              </a:xfrm>
              <a:prstGeom prst="rect">
                <a:avLst/>
              </a:prstGeom>
              <a:blipFill rotWithShape="0">
                <a:blip r:embed="rId10"/>
                <a:stretch>
                  <a:fillRect t="-7051" b="-173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Rectangle 21"/>
              <p:cNvSpPr/>
              <p:nvPr/>
            </p:nvSpPr>
            <p:spPr>
              <a:xfrm>
                <a:off x="6548915" y="3364057"/>
                <a:ext cx="244246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2800" b="0" i="0" smtClean="0">
                          <a:solidFill>
                            <a:srgbClr val="002060"/>
                          </a:solidFill>
                          <a:latin typeface="Cambria Math" panose="02040503050406030204" pitchFamily="18" charset="0"/>
                        </a:rPr>
                        <m:t>a</m:t>
                      </m:r>
                      <m:r>
                        <a:rPr lang="en-US" sz="2800" b="0" i="0" smtClean="0">
                          <a:solidFill>
                            <a:srgbClr val="002060"/>
                          </a:solidFill>
                          <a:latin typeface="Cambria Math" panose="02040503050406030204" pitchFamily="18" charset="0"/>
                        </a:rPr>
                        <m:t>=−11.8005</m:t>
                      </m:r>
                    </m:oMath>
                  </m:oMathPara>
                </a14:m>
                <a:endParaRPr lang="en-US" sz="2800" dirty="0"/>
              </a:p>
            </p:txBody>
          </p:sp>
        </mc:Choice>
        <mc:Fallback xmlns="">
          <p:sp>
            <p:nvSpPr>
              <p:cNvPr id="22" name="Rectangle 21"/>
              <p:cNvSpPr>
                <a:spLocks noRot="1" noChangeAspect="1" noMove="1" noResize="1" noEditPoints="1" noAdjustHandles="1" noChangeArrowheads="1" noChangeShapeType="1" noTextEdit="1"/>
              </p:cNvSpPr>
              <p:nvPr/>
            </p:nvSpPr>
            <p:spPr>
              <a:xfrm>
                <a:off x="6548915" y="3364057"/>
                <a:ext cx="2442464" cy="523220"/>
              </a:xfrm>
              <a:prstGeom prst="rect">
                <a:avLst/>
              </a:prstGeom>
              <a:blipFill rotWithShape="0">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p:cNvSpPr/>
              <p:nvPr/>
            </p:nvSpPr>
            <p:spPr>
              <a:xfrm>
                <a:off x="9398574" y="3355685"/>
                <a:ext cx="199843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2800">
                          <a:solidFill>
                            <a:srgbClr val="002060"/>
                          </a:solidFill>
                          <a:latin typeface="Cambria Math" panose="02040503050406030204" pitchFamily="18" charset="0"/>
                        </a:rPr>
                        <m:t>b</m:t>
                      </m:r>
                      <m:r>
                        <a:rPr lang="en-US" sz="2800" b="0" i="0" smtClean="0">
                          <a:solidFill>
                            <a:srgbClr val="002060"/>
                          </a:solidFill>
                          <a:latin typeface="Cambria Math" panose="02040503050406030204" pitchFamily="18" charset="0"/>
                        </a:rPr>
                        <m:t>=5.3041</m:t>
                      </m:r>
                    </m:oMath>
                  </m:oMathPara>
                </a14:m>
                <a:endParaRPr lang="en-US" sz="2800" dirty="0"/>
              </a:p>
            </p:txBody>
          </p:sp>
        </mc:Choice>
        <mc:Fallback xmlns="">
          <p:sp>
            <p:nvSpPr>
              <p:cNvPr id="23" name="Rectangle 22"/>
              <p:cNvSpPr>
                <a:spLocks noRot="1" noChangeAspect="1" noMove="1" noResize="1" noEditPoints="1" noAdjustHandles="1" noChangeArrowheads="1" noChangeShapeType="1" noTextEdit="1"/>
              </p:cNvSpPr>
              <p:nvPr/>
            </p:nvSpPr>
            <p:spPr>
              <a:xfrm>
                <a:off x="9398574" y="3355685"/>
                <a:ext cx="1998432" cy="523220"/>
              </a:xfrm>
              <a:prstGeom prst="rect">
                <a:avLst/>
              </a:prstGeom>
              <a:blipFill rotWithShape="0">
                <a:blip r:embed="rId12"/>
                <a:stretch>
                  <a:fillRect/>
                </a:stretch>
              </a:blipFill>
            </p:spPr>
            <p:txBody>
              <a:bodyPr/>
              <a:lstStyle/>
              <a:p>
                <a:r>
                  <a:rPr lang="en-US">
                    <a:noFill/>
                  </a:rPr>
                  <a:t> </a:t>
                </a:r>
              </a:p>
            </p:txBody>
          </p:sp>
        </mc:Fallback>
      </mc:AlternateContent>
      <p:sp>
        <p:nvSpPr>
          <p:cNvPr id="24" name="Rectangle 23"/>
          <p:cNvSpPr/>
          <p:nvPr/>
        </p:nvSpPr>
        <p:spPr>
          <a:xfrm>
            <a:off x="6319139" y="2515323"/>
            <a:ext cx="4969630" cy="523220"/>
          </a:xfrm>
          <a:prstGeom prst="rect">
            <a:avLst/>
          </a:prstGeom>
        </p:spPr>
        <p:txBody>
          <a:bodyPr wrap="none">
            <a:spAutoFit/>
          </a:bodyPr>
          <a:lstStyle/>
          <a:p>
            <a:r>
              <a:rPr lang="en-US" sz="2800" dirty="0">
                <a:solidFill>
                  <a:srgbClr val="002060"/>
                </a:solidFill>
              </a:rPr>
              <a:t>Solving above equations, We have</a:t>
            </a:r>
          </a:p>
        </p:txBody>
      </p:sp>
      <mc:AlternateContent xmlns:mc="http://schemas.openxmlformats.org/markup-compatibility/2006" xmlns:a14="http://schemas.microsoft.com/office/drawing/2010/main">
        <mc:Choice Requires="a14">
          <p:sp>
            <p:nvSpPr>
              <p:cNvPr id="26" name="Rectangle 25"/>
              <p:cNvSpPr/>
              <p:nvPr/>
            </p:nvSpPr>
            <p:spPr>
              <a:xfrm>
                <a:off x="6319139" y="5480613"/>
                <a:ext cx="5224315" cy="523220"/>
              </a:xfrm>
              <a:prstGeom prst="rect">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wrap="none">
                <a:spAutoFit/>
              </a:bodyPr>
              <a:lstStyle/>
              <a:p>
                <a:pPr marL="288925" indent="-288925"/>
                <a14:m>
                  <m:oMathPara xmlns:m="http://schemas.openxmlformats.org/officeDocument/2006/math">
                    <m:oMathParaPr>
                      <m:jc m:val="left"/>
                    </m:oMathParaPr>
                    <m:oMath xmlns:m="http://schemas.openxmlformats.org/officeDocument/2006/math">
                      <m:r>
                        <a:rPr lang="en-US" sz="2800" b="1" i="1" smtClean="0">
                          <a:solidFill>
                            <a:srgbClr val="7030A0"/>
                          </a:solidFill>
                          <a:latin typeface="Cambria Math" panose="02040503050406030204" pitchFamily="18" charset="0"/>
                          <a:ea typeface="Cambria Math" panose="02040503050406030204" pitchFamily="18" charset="0"/>
                        </a:rPr>
                        <m:t>⇒</m:t>
                      </m:r>
                      <m:r>
                        <a:rPr lang="en-US" sz="2800" b="1" i="1">
                          <a:solidFill>
                            <a:srgbClr val="7030A0"/>
                          </a:solidFill>
                          <a:latin typeface="Cambria Math" panose="02040503050406030204" pitchFamily="18" charset="0"/>
                        </a:rPr>
                        <m:t>𝐲</m:t>
                      </m:r>
                      <m:r>
                        <a:rPr lang="en-US" sz="2800" b="1">
                          <a:solidFill>
                            <a:srgbClr val="7030A0"/>
                          </a:solidFill>
                          <a:latin typeface="Cambria Math" panose="02040503050406030204" pitchFamily="18" charset="0"/>
                        </a:rPr>
                        <m:t>=</m:t>
                      </m:r>
                      <m:r>
                        <a:rPr lang="en-US" sz="2800" b="1" i="1" smtClean="0">
                          <a:solidFill>
                            <a:srgbClr val="7030A0"/>
                          </a:solidFill>
                          <a:latin typeface="Cambria Math" panose="02040503050406030204" pitchFamily="18" charset="0"/>
                        </a:rPr>
                        <m:t>−</m:t>
                      </m:r>
                      <m:r>
                        <a:rPr lang="en-US" sz="2800" b="1" i="1" smtClean="0">
                          <a:solidFill>
                            <a:srgbClr val="7030A0"/>
                          </a:solidFill>
                          <a:latin typeface="Cambria Math" panose="02040503050406030204" pitchFamily="18" charset="0"/>
                        </a:rPr>
                        <m:t>𝟏𝟏</m:t>
                      </m:r>
                      <m:r>
                        <a:rPr lang="en-US" sz="2800" b="1" i="1" smtClean="0">
                          <a:solidFill>
                            <a:srgbClr val="7030A0"/>
                          </a:solidFill>
                          <a:latin typeface="Cambria Math" panose="02040503050406030204" pitchFamily="18" charset="0"/>
                        </a:rPr>
                        <m:t>.</m:t>
                      </m:r>
                      <m:r>
                        <a:rPr lang="en-US" sz="2800" b="1" i="1" smtClean="0">
                          <a:solidFill>
                            <a:srgbClr val="7030A0"/>
                          </a:solidFill>
                          <a:latin typeface="Cambria Math" panose="02040503050406030204" pitchFamily="18" charset="0"/>
                        </a:rPr>
                        <m:t>𝟖𝟎𝟎𝟓</m:t>
                      </m:r>
                      <m:r>
                        <a:rPr lang="en-US" sz="2800" b="1" i="0" smtClean="0">
                          <a:solidFill>
                            <a:srgbClr val="7030A0"/>
                          </a:solidFill>
                          <a:latin typeface="Cambria Math" panose="02040503050406030204" pitchFamily="18" charset="0"/>
                        </a:rPr>
                        <m:t>+</m:t>
                      </m:r>
                      <m:r>
                        <a:rPr lang="en-US" sz="2800" b="1" i="0" smtClean="0">
                          <a:solidFill>
                            <a:srgbClr val="7030A0"/>
                          </a:solidFill>
                          <a:latin typeface="Cambria Math" panose="02040503050406030204" pitchFamily="18" charset="0"/>
                        </a:rPr>
                        <m:t>𝟓</m:t>
                      </m:r>
                      <m:r>
                        <a:rPr lang="en-US" sz="2800" b="1" i="0" smtClean="0">
                          <a:solidFill>
                            <a:srgbClr val="7030A0"/>
                          </a:solidFill>
                          <a:latin typeface="Cambria Math" panose="02040503050406030204" pitchFamily="18" charset="0"/>
                        </a:rPr>
                        <m:t>.</m:t>
                      </m:r>
                      <m:r>
                        <a:rPr lang="en-US" sz="2800" b="1" i="0" smtClean="0">
                          <a:solidFill>
                            <a:srgbClr val="7030A0"/>
                          </a:solidFill>
                          <a:latin typeface="Cambria Math" panose="02040503050406030204" pitchFamily="18" charset="0"/>
                        </a:rPr>
                        <m:t>𝟑𝟎𝟒𝟏</m:t>
                      </m:r>
                      <m:r>
                        <a:rPr lang="en-US" sz="2800" b="1" i="0" smtClean="0">
                          <a:solidFill>
                            <a:srgbClr val="7030A0"/>
                          </a:solidFill>
                          <a:latin typeface="Cambria Math" panose="02040503050406030204" pitchFamily="18" charset="0"/>
                        </a:rPr>
                        <m:t> </m:t>
                      </m:r>
                      <m:r>
                        <a:rPr lang="en-US" sz="2800" b="1" i="0" smtClean="0">
                          <a:solidFill>
                            <a:srgbClr val="7030A0"/>
                          </a:solidFill>
                          <a:latin typeface="Cambria Math" panose="02040503050406030204" pitchFamily="18" charset="0"/>
                        </a:rPr>
                        <m:t>𝐱</m:t>
                      </m:r>
                    </m:oMath>
                  </m:oMathPara>
                </a14:m>
                <a:endParaRPr lang="en-US" sz="2800" b="1" dirty="0">
                  <a:solidFill>
                    <a:srgbClr val="7030A0"/>
                  </a:solidFill>
                </a:endParaRPr>
              </a:p>
            </p:txBody>
          </p:sp>
        </mc:Choice>
        <mc:Fallback xmlns="">
          <p:sp>
            <p:nvSpPr>
              <p:cNvPr id="26" name="Rectangle 25"/>
              <p:cNvSpPr>
                <a:spLocks noRot="1" noChangeAspect="1" noMove="1" noResize="1" noEditPoints="1" noAdjustHandles="1" noChangeArrowheads="1" noChangeShapeType="1" noTextEdit="1"/>
              </p:cNvSpPr>
              <p:nvPr/>
            </p:nvSpPr>
            <p:spPr>
              <a:xfrm>
                <a:off x="6319139" y="5480613"/>
                <a:ext cx="5224315" cy="523220"/>
              </a:xfrm>
              <a:prstGeom prst="rect">
                <a:avLst/>
              </a:prstGeom>
              <a:blipFill rotWithShape="0">
                <a:blip r:embed="rId13"/>
                <a:stretch>
                  <a:fillRect/>
                </a:stretch>
              </a:blipFill>
              <a:ln>
                <a:solidFill>
                  <a:srgbClr val="FF00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Rectangle 24"/>
              <p:cNvSpPr/>
              <p:nvPr/>
            </p:nvSpPr>
            <p:spPr>
              <a:xfrm>
                <a:off x="8431763" y="907142"/>
                <a:ext cx="465192" cy="523220"/>
              </a:xfrm>
              <a:prstGeom prst="rect">
                <a:avLst/>
              </a:prstGeom>
            </p:spPr>
            <p:txBody>
              <a:bodyPr wrap="none">
                <a:spAutoFit/>
              </a:bodyPr>
              <a:lstStyle/>
              <a:p>
                <a:pPr/>
                <a14:m>
                  <m:oMathPara xmlns:m="http://schemas.openxmlformats.org/officeDocument/2006/math">
                    <m:oMathParaPr>
                      <m:jc m:val="center"/>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4</m:t>
                      </m:r>
                    </m:oMath>
                  </m:oMathPara>
                </a14:m>
                <a:endParaRPr lang="en-US" sz="2800" dirty="0">
                  <a:solidFill>
                    <a:srgbClr val="002060"/>
                  </a:solidFill>
                  <a:ea typeface="Cambria Math" panose="02040503050406030204" pitchFamily="18" charset="0"/>
                </a:endParaRPr>
              </a:p>
            </p:txBody>
          </p:sp>
        </mc:Choice>
        <mc:Fallback xmlns="">
          <p:sp>
            <p:nvSpPr>
              <p:cNvPr id="25" name="Rectangle 24"/>
              <p:cNvSpPr>
                <a:spLocks noRot="1" noChangeAspect="1" noMove="1" noResize="1" noEditPoints="1" noAdjustHandles="1" noChangeArrowheads="1" noChangeShapeType="1" noTextEdit="1"/>
              </p:cNvSpPr>
              <p:nvPr/>
            </p:nvSpPr>
            <p:spPr>
              <a:xfrm>
                <a:off x="8431763" y="907142"/>
                <a:ext cx="465192" cy="523220"/>
              </a:xfrm>
              <a:prstGeom prst="rect">
                <a:avLst/>
              </a:prstGeom>
              <a:blipFill rotWithShape="0">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Rectangle 26"/>
              <p:cNvSpPr/>
              <p:nvPr/>
            </p:nvSpPr>
            <p:spPr>
              <a:xfrm>
                <a:off x="9925218" y="916365"/>
                <a:ext cx="663964" cy="523220"/>
              </a:xfrm>
              <a:prstGeom prst="rect">
                <a:avLst/>
              </a:prstGeom>
            </p:spPr>
            <p:txBody>
              <a:bodyPr wrap="none">
                <a:spAutoFit/>
              </a:bodyPr>
              <a:lstStyle/>
              <a:p>
                <a:pPr/>
                <a14:m>
                  <m:oMathPara xmlns:m="http://schemas.openxmlformats.org/officeDocument/2006/math">
                    <m:oMathParaPr>
                      <m:jc m:val="center"/>
                    </m:oMathParaPr>
                    <m:oMath xmlns:m="http://schemas.openxmlformats.org/officeDocument/2006/math">
                      <m:r>
                        <a:rPr lang="en-US" sz="2800" b="0" i="1" smtClean="0">
                          <a:solidFill>
                            <a:srgbClr val="002060"/>
                          </a:solidFill>
                          <a:latin typeface="Cambria Math" panose="02040503050406030204" pitchFamily="18" charset="0"/>
                          <a:ea typeface="Cambria Math" panose="02040503050406030204" pitchFamily="18" charset="0"/>
                        </a:rPr>
                        <m:t>73</m:t>
                      </m:r>
                    </m:oMath>
                  </m:oMathPara>
                </a14:m>
                <a:endParaRPr lang="en-US" sz="2800" dirty="0">
                  <a:solidFill>
                    <a:srgbClr val="002060"/>
                  </a:solidFill>
                  <a:ea typeface="Cambria Math" panose="02040503050406030204" pitchFamily="18" charset="0"/>
                </a:endParaRPr>
              </a:p>
            </p:txBody>
          </p:sp>
        </mc:Choice>
        <mc:Fallback xmlns="">
          <p:sp>
            <p:nvSpPr>
              <p:cNvPr id="27" name="Rectangle 26"/>
              <p:cNvSpPr>
                <a:spLocks noRot="1" noChangeAspect="1" noMove="1" noResize="1" noEditPoints="1" noAdjustHandles="1" noChangeArrowheads="1" noChangeShapeType="1" noTextEdit="1"/>
              </p:cNvSpPr>
              <p:nvPr/>
            </p:nvSpPr>
            <p:spPr>
              <a:xfrm>
                <a:off x="9925218" y="916365"/>
                <a:ext cx="663964" cy="523220"/>
              </a:xfrm>
              <a:prstGeom prst="rect">
                <a:avLst/>
              </a:prstGeom>
              <a:blipFill rotWithShape="0">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Rectangle 27"/>
              <p:cNvSpPr/>
              <p:nvPr/>
            </p:nvSpPr>
            <p:spPr>
              <a:xfrm>
                <a:off x="8865604" y="1744301"/>
                <a:ext cx="663964" cy="523220"/>
              </a:xfrm>
              <a:prstGeom prst="rect">
                <a:avLst/>
              </a:prstGeom>
            </p:spPr>
            <p:txBody>
              <a:bodyPr wrap="none">
                <a:spAutoFit/>
              </a:bodyPr>
              <a:lstStyle/>
              <a:p>
                <a:pPr/>
                <a14:m>
                  <m:oMathPara xmlns:m="http://schemas.openxmlformats.org/officeDocument/2006/math">
                    <m:oMathParaPr>
                      <m:jc m:val="center"/>
                    </m:oMathParaPr>
                    <m:oMath xmlns:m="http://schemas.openxmlformats.org/officeDocument/2006/math">
                      <m:r>
                        <a:rPr lang="en-US" sz="2800" b="0" i="1" smtClean="0">
                          <a:solidFill>
                            <a:srgbClr val="002060"/>
                          </a:solidFill>
                          <a:latin typeface="Cambria Math" panose="02040503050406030204" pitchFamily="18" charset="0"/>
                          <a:ea typeface="Cambria Math" panose="02040503050406030204" pitchFamily="18" charset="0"/>
                        </a:rPr>
                        <m:t>73</m:t>
                      </m:r>
                    </m:oMath>
                  </m:oMathPara>
                </a14:m>
                <a:endParaRPr lang="en-US" sz="2800" dirty="0">
                  <a:solidFill>
                    <a:srgbClr val="002060"/>
                  </a:solidFill>
                  <a:ea typeface="Cambria Math" panose="02040503050406030204" pitchFamily="18" charset="0"/>
                </a:endParaRPr>
              </a:p>
            </p:txBody>
          </p:sp>
        </mc:Choice>
        <mc:Fallback xmlns="">
          <p:sp>
            <p:nvSpPr>
              <p:cNvPr id="28" name="Rectangle 27"/>
              <p:cNvSpPr>
                <a:spLocks noRot="1" noChangeAspect="1" noMove="1" noResize="1" noEditPoints="1" noAdjustHandles="1" noChangeArrowheads="1" noChangeShapeType="1" noTextEdit="1"/>
              </p:cNvSpPr>
              <p:nvPr/>
            </p:nvSpPr>
            <p:spPr>
              <a:xfrm>
                <a:off x="8865604" y="1744301"/>
                <a:ext cx="663964" cy="523220"/>
              </a:xfrm>
              <a:prstGeom prst="rect">
                <a:avLst/>
              </a:prstGeom>
              <a:blipFill rotWithShape="0">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Rectangle 28"/>
              <p:cNvSpPr/>
              <p:nvPr/>
            </p:nvSpPr>
            <p:spPr>
              <a:xfrm>
                <a:off x="7373503" y="908517"/>
                <a:ext cx="862737" cy="523220"/>
              </a:xfrm>
              <a:prstGeom prst="rect">
                <a:avLst/>
              </a:prstGeom>
            </p:spPr>
            <p:txBody>
              <a:bodyPr wrap="none">
                <a:spAutoFit/>
              </a:bodyPr>
              <a:lstStyle/>
              <a:p>
                <a:pPr/>
                <a14:m>
                  <m:oMathPara xmlns:m="http://schemas.openxmlformats.org/officeDocument/2006/math">
                    <m:oMathParaPr>
                      <m:jc m:val="center"/>
                    </m:oMathParaPr>
                    <m:oMath xmlns:m="http://schemas.openxmlformats.org/officeDocument/2006/math">
                      <m:r>
                        <a:rPr lang="en-US" sz="2800" b="0" i="1" smtClean="0">
                          <a:solidFill>
                            <a:srgbClr val="002060"/>
                          </a:solidFill>
                          <a:latin typeface="Cambria Math" panose="02040503050406030204" pitchFamily="18" charset="0"/>
                          <a:ea typeface="Cambria Math" panose="02040503050406030204" pitchFamily="18" charset="0"/>
                        </a:rPr>
                        <m:t>340</m:t>
                      </m:r>
                    </m:oMath>
                  </m:oMathPara>
                </a14:m>
                <a:endParaRPr lang="en-US" sz="2800" dirty="0">
                  <a:solidFill>
                    <a:srgbClr val="002060"/>
                  </a:solidFill>
                  <a:ea typeface="Cambria Math" panose="02040503050406030204" pitchFamily="18" charset="0"/>
                </a:endParaRPr>
              </a:p>
            </p:txBody>
          </p:sp>
        </mc:Choice>
        <mc:Fallback xmlns="">
          <p:sp>
            <p:nvSpPr>
              <p:cNvPr id="29" name="Rectangle 28"/>
              <p:cNvSpPr>
                <a:spLocks noRot="1" noChangeAspect="1" noMove="1" noResize="1" noEditPoints="1" noAdjustHandles="1" noChangeArrowheads="1" noChangeShapeType="1" noTextEdit="1"/>
              </p:cNvSpPr>
              <p:nvPr/>
            </p:nvSpPr>
            <p:spPr>
              <a:xfrm>
                <a:off x="7373503" y="908517"/>
                <a:ext cx="862737" cy="523220"/>
              </a:xfrm>
              <a:prstGeom prst="rect">
                <a:avLst/>
              </a:prstGeom>
              <a:blipFill rotWithShape="0">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Rectangle 29"/>
              <p:cNvSpPr/>
              <p:nvPr/>
            </p:nvSpPr>
            <p:spPr>
              <a:xfrm>
                <a:off x="10141745" y="1747111"/>
                <a:ext cx="1061509" cy="523220"/>
              </a:xfrm>
              <a:prstGeom prst="rect">
                <a:avLst/>
              </a:prstGeom>
            </p:spPr>
            <p:txBody>
              <a:bodyPr wrap="none">
                <a:spAutoFit/>
              </a:bodyPr>
              <a:lstStyle/>
              <a:p>
                <a:pPr/>
                <a14:m>
                  <m:oMathPara xmlns:m="http://schemas.openxmlformats.org/officeDocument/2006/math">
                    <m:oMathParaPr>
                      <m:jc m:val="center"/>
                    </m:oMathParaPr>
                    <m:oMath xmlns:m="http://schemas.openxmlformats.org/officeDocument/2006/math">
                      <m:r>
                        <a:rPr lang="en-US" sz="2800" b="0" i="1" smtClean="0">
                          <a:solidFill>
                            <a:srgbClr val="002060"/>
                          </a:solidFill>
                          <a:latin typeface="Cambria Math" panose="02040503050406030204" pitchFamily="18" charset="0"/>
                          <a:ea typeface="Cambria Math" panose="02040503050406030204" pitchFamily="18" charset="0"/>
                        </a:rPr>
                        <m:t>1435</m:t>
                      </m:r>
                    </m:oMath>
                  </m:oMathPara>
                </a14:m>
                <a:endParaRPr lang="en-US" sz="2800" dirty="0">
                  <a:solidFill>
                    <a:srgbClr val="002060"/>
                  </a:solidFill>
                  <a:ea typeface="Cambria Math" panose="02040503050406030204" pitchFamily="18" charset="0"/>
                </a:endParaRPr>
              </a:p>
            </p:txBody>
          </p:sp>
        </mc:Choice>
        <mc:Fallback xmlns="">
          <p:sp>
            <p:nvSpPr>
              <p:cNvPr id="30" name="Rectangle 29"/>
              <p:cNvSpPr>
                <a:spLocks noRot="1" noChangeAspect="1" noMove="1" noResize="1" noEditPoints="1" noAdjustHandles="1" noChangeArrowheads="1" noChangeShapeType="1" noTextEdit="1"/>
              </p:cNvSpPr>
              <p:nvPr/>
            </p:nvSpPr>
            <p:spPr>
              <a:xfrm>
                <a:off x="10141745" y="1747111"/>
                <a:ext cx="1061509" cy="523220"/>
              </a:xfrm>
              <a:prstGeom prst="rect">
                <a:avLst/>
              </a:prstGeom>
              <a:blipFill rotWithShape="0">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Rectangle 30"/>
              <p:cNvSpPr/>
              <p:nvPr/>
            </p:nvSpPr>
            <p:spPr>
              <a:xfrm>
                <a:off x="7191918" y="1753065"/>
                <a:ext cx="1061509" cy="523220"/>
              </a:xfrm>
              <a:prstGeom prst="rect">
                <a:avLst/>
              </a:prstGeom>
            </p:spPr>
            <p:txBody>
              <a:bodyPr wrap="none">
                <a:spAutoFit/>
              </a:bodyPr>
              <a:lstStyle/>
              <a:p>
                <a:pPr/>
                <a14:m>
                  <m:oMathPara xmlns:m="http://schemas.openxmlformats.org/officeDocument/2006/math">
                    <m:oMathParaPr>
                      <m:jc m:val="center"/>
                    </m:oMathParaPr>
                    <m:oMath xmlns:m="http://schemas.openxmlformats.org/officeDocument/2006/math">
                      <m:r>
                        <a:rPr lang="en-US" sz="2800" b="0" i="1" smtClean="0">
                          <a:solidFill>
                            <a:srgbClr val="002060"/>
                          </a:solidFill>
                          <a:latin typeface="Cambria Math" panose="02040503050406030204" pitchFamily="18" charset="0"/>
                          <a:ea typeface="Cambria Math" panose="02040503050406030204" pitchFamily="18" charset="0"/>
                        </a:rPr>
                        <m:t>6750</m:t>
                      </m:r>
                    </m:oMath>
                  </m:oMathPara>
                </a14:m>
                <a:endParaRPr lang="en-US" sz="2800" dirty="0">
                  <a:solidFill>
                    <a:srgbClr val="002060"/>
                  </a:solidFill>
                  <a:ea typeface="Cambria Math" panose="02040503050406030204" pitchFamily="18" charset="0"/>
                </a:endParaRPr>
              </a:p>
            </p:txBody>
          </p:sp>
        </mc:Choice>
        <mc:Fallback xmlns="">
          <p:sp>
            <p:nvSpPr>
              <p:cNvPr id="31" name="Rectangle 30"/>
              <p:cNvSpPr>
                <a:spLocks noRot="1" noChangeAspect="1" noMove="1" noResize="1" noEditPoints="1" noAdjustHandles="1" noChangeArrowheads="1" noChangeShapeType="1" noTextEdit="1"/>
              </p:cNvSpPr>
              <p:nvPr/>
            </p:nvSpPr>
            <p:spPr>
              <a:xfrm>
                <a:off x="7191918" y="1753065"/>
                <a:ext cx="1061509" cy="523220"/>
              </a:xfrm>
              <a:prstGeom prst="rect">
                <a:avLst/>
              </a:prstGeom>
              <a:blipFill rotWithShape="0">
                <a:blip r:embed="rId19"/>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39248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
                                            <p:txEl>
                                              <p:pRg st="0" end="0"/>
                                            </p:txEl>
                                          </p:spTgt>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nodeType="afterEffect">
                                  <p:stCondLst>
                                    <p:cond delay="0"/>
                                  </p:stCondLst>
                                  <p:childTnLst>
                                    <p:set>
                                      <p:cBhvr>
                                        <p:cTn id="25" dur="1" fill="hold">
                                          <p:stCondLst>
                                            <p:cond delay="0"/>
                                          </p:stCondLst>
                                        </p:cTn>
                                        <p:tgtEl>
                                          <p:spTgt spid="17">
                                            <p:txEl>
                                              <p:pRg st="1" end="1"/>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18">
                                            <p:txEl>
                                              <p:pRg st="0" end="0"/>
                                            </p:txEl>
                                          </p:spTgt>
                                        </p:tgtEl>
                                        <p:attrNameLst>
                                          <p:attrName>style.visibility</p:attrName>
                                        </p:attrNameLst>
                                      </p:cBhvr>
                                      <p:to>
                                        <p:strVal val="visible"/>
                                      </p:to>
                                    </p:set>
                                  </p:childTnLst>
                                </p:cTn>
                              </p:par>
                            </p:childTnLst>
                          </p:cTn>
                        </p:par>
                        <p:par>
                          <p:cTn id="30" fill="hold">
                            <p:stCondLst>
                              <p:cond delay="0"/>
                            </p:stCondLst>
                            <p:childTnLst>
                              <p:par>
                                <p:cTn id="31" presetID="1" presetClass="entr" presetSubtype="0" fill="hold" nodeType="afterEffect">
                                  <p:stCondLst>
                                    <p:cond delay="0"/>
                                  </p:stCondLst>
                                  <p:childTnLst>
                                    <p:set>
                                      <p:cBhvr>
                                        <p:cTn id="32"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22">
                                            <p:txEl>
                                              <p:pRg st="0" end="0"/>
                                            </p:txEl>
                                          </p:spTgt>
                                        </p:tgtEl>
                                        <p:attrNameLst>
                                          <p:attrName>style.visibility</p:attrName>
                                        </p:attrNameLst>
                                      </p:cBhvr>
                                      <p:to>
                                        <p:strVal val="visible"/>
                                      </p:to>
                                    </p:set>
                                  </p:childTnLst>
                                </p:cTn>
                              </p:par>
                            </p:childTnLst>
                          </p:cTn>
                        </p:par>
                        <p:par>
                          <p:cTn id="57" fill="hold">
                            <p:stCondLst>
                              <p:cond delay="0"/>
                            </p:stCondLst>
                            <p:childTnLst>
                              <p:par>
                                <p:cTn id="58" presetID="1" presetClass="entr" presetSubtype="0" fill="hold" nodeType="afterEffect">
                                  <p:stCondLst>
                                    <p:cond delay="0"/>
                                  </p:stCondLst>
                                  <p:childTnLst>
                                    <p:set>
                                      <p:cBhvr>
                                        <p:cTn id="59"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clickEffect">
                                  <p:stCondLst>
                                    <p:cond delay="0"/>
                                  </p:stCondLst>
                                  <p:childTnLst>
                                    <p:set>
                                      <p:cBhvr>
                                        <p:cTn id="63"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6" grpId="0" animBg="1"/>
      <p:bldP spid="25" grpId="0"/>
      <p:bldP spid="27" grpId="0"/>
      <p:bldP spid="28" grpId="0"/>
      <p:bldP spid="29" grpId="0"/>
      <p:bldP spid="30" grpId="0"/>
      <p:bldP spid="31" grpId="0"/>
    </p:bld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3 ⇝ Example 2(</a:t>
            </a:r>
            <a:r>
              <a:rPr lang="en-GB" dirty="0">
                <a:solidFill>
                  <a:srgbClr val="FF0000"/>
                </a:solidFill>
              </a:rPr>
              <a:t>Continue</a:t>
            </a:r>
            <a:r>
              <a:rPr lang="en-GB" dirty="0"/>
              <a:t>)</a:t>
            </a:r>
            <a:endParaRPr lang="en-US" dirty="0"/>
          </a:p>
        </p:txBody>
      </p:sp>
      <p:sp>
        <p:nvSpPr>
          <p:cNvPr id="15" name="Rectangle 14"/>
          <p:cNvSpPr/>
          <p:nvPr/>
        </p:nvSpPr>
        <p:spPr>
          <a:xfrm>
            <a:off x="137270" y="862943"/>
            <a:ext cx="4071949" cy="523220"/>
          </a:xfrm>
          <a:prstGeom prst="rect">
            <a:avLst/>
          </a:prstGeom>
        </p:spPr>
        <p:txBody>
          <a:bodyPr wrap="none">
            <a:spAutoFit/>
          </a:bodyPr>
          <a:lstStyle/>
          <a:p>
            <a:pPr lvl="0"/>
            <a:r>
              <a:rPr lang="en-US" sz="2800" b="1" dirty="0">
                <a:solidFill>
                  <a:srgbClr val="002060"/>
                </a:solidFill>
              </a:rPr>
              <a:t>Estimate P, when W is 150.</a:t>
            </a:r>
          </a:p>
        </p:txBody>
      </p:sp>
      <mc:AlternateContent xmlns:mc="http://schemas.openxmlformats.org/markup-compatibility/2006" xmlns:a14="http://schemas.microsoft.com/office/drawing/2010/main">
        <mc:Choice Requires="a14">
          <p:sp>
            <p:nvSpPr>
              <p:cNvPr id="27" name="Rectangle 26"/>
              <p:cNvSpPr/>
              <p:nvPr/>
            </p:nvSpPr>
            <p:spPr>
              <a:xfrm>
                <a:off x="137270" y="1674906"/>
                <a:ext cx="7004610" cy="523220"/>
              </a:xfrm>
              <a:prstGeom prst="rect">
                <a:avLst/>
              </a:prstGeom>
            </p:spPr>
            <p:txBody>
              <a:bodyPr wrap="none">
                <a:spAutoFit/>
              </a:bodyPr>
              <a:lstStyle/>
              <a:p>
                <a:r>
                  <a:rPr lang="en-US" sz="2800" b="0" i="0" dirty="0">
                    <a:solidFill>
                      <a:srgbClr val="002060"/>
                    </a:solidFill>
                    <a:latin typeface="+mj-lt"/>
                    <a:ea typeface="Cambria Math" panose="02040503050406030204" pitchFamily="18" charset="0"/>
                  </a:rPr>
                  <a:t>That means,   we need to find </a:t>
                </a:r>
                <a14:m>
                  <m:oMath xmlns:m="http://schemas.openxmlformats.org/officeDocument/2006/math">
                    <m:r>
                      <m:rPr>
                        <m:sty m:val="p"/>
                      </m:rPr>
                      <a:rPr lang="en-US" sz="2800" b="0" i="0" dirty="0" smtClean="0">
                        <a:solidFill>
                          <a:srgbClr val="FF0000"/>
                        </a:solidFill>
                        <a:latin typeface="Cambria Math" panose="02040503050406030204" pitchFamily="18" charset="0"/>
                        <a:ea typeface="Cambria Math" panose="02040503050406030204" pitchFamily="18" charset="0"/>
                      </a:rPr>
                      <m:t>P</m:t>
                    </m:r>
                  </m:oMath>
                </a14:m>
                <a:r>
                  <a:rPr lang="en-US" sz="2800" b="0" i="0" dirty="0">
                    <a:solidFill>
                      <a:srgbClr val="002060"/>
                    </a:solidFill>
                    <a:latin typeface="+mj-lt"/>
                    <a:ea typeface="Cambria Math" panose="02040503050406030204" pitchFamily="18" charset="0"/>
                  </a:rPr>
                  <a:t> when </a:t>
                </a:r>
                <a14:m>
                  <m:oMath xmlns:m="http://schemas.openxmlformats.org/officeDocument/2006/math">
                    <m:r>
                      <m:rPr>
                        <m:sty m:val="p"/>
                      </m:rPr>
                      <a:rPr lang="en-US" sz="2800" b="0" i="0" dirty="0" smtClean="0">
                        <a:solidFill>
                          <a:srgbClr val="FF0000"/>
                        </a:solidFill>
                        <a:latin typeface="Cambria Math" panose="02040503050406030204" pitchFamily="18" charset="0"/>
                        <a:ea typeface="Cambria Math" panose="02040503050406030204" pitchFamily="18" charset="0"/>
                      </a:rPr>
                      <m:t>W</m:t>
                    </m:r>
                    <m:r>
                      <a:rPr lang="en-US" sz="2800" b="0" i="0" dirty="0" smtClean="0">
                        <a:solidFill>
                          <a:srgbClr val="FF0000"/>
                        </a:solidFill>
                        <a:latin typeface="Cambria Math" panose="02040503050406030204" pitchFamily="18" charset="0"/>
                        <a:ea typeface="Cambria Math" panose="02040503050406030204" pitchFamily="18" charset="0"/>
                      </a:rPr>
                      <m:t> =150</m:t>
                    </m:r>
                  </m:oMath>
                </a14:m>
                <a:endParaRPr lang="en-US" sz="2800" dirty="0">
                  <a:solidFill>
                    <a:srgbClr val="FF0000"/>
                  </a:solidFill>
                </a:endParaRPr>
              </a:p>
            </p:txBody>
          </p:sp>
        </mc:Choice>
        <mc:Fallback xmlns="">
          <p:sp>
            <p:nvSpPr>
              <p:cNvPr id="27" name="Rectangle 26"/>
              <p:cNvSpPr>
                <a:spLocks noRot="1" noChangeAspect="1" noMove="1" noResize="1" noEditPoints="1" noAdjustHandles="1" noChangeArrowheads="1" noChangeShapeType="1" noTextEdit="1"/>
              </p:cNvSpPr>
              <p:nvPr/>
            </p:nvSpPr>
            <p:spPr>
              <a:xfrm>
                <a:off x="137270" y="1674906"/>
                <a:ext cx="7004610" cy="523220"/>
              </a:xfrm>
              <a:prstGeom prst="rect">
                <a:avLst/>
              </a:prstGeom>
              <a:blipFill rotWithShape="0">
                <a:blip r:embed="rId2"/>
                <a:stretch>
                  <a:fillRect l="-1828" t="-12791" b="-31395"/>
                </a:stretch>
              </a:blipFill>
            </p:spPr>
            <p:txBody>
              <a:bodyPr/>
              <a:lstStyle/>
              <a:p>
                <a:r>
                  <a:rPr lang="en-US">
                    <a:noFill/>
                  </a:rPr>
                  <a:t> </a:t>
                </a:r>
              </a:p>
            </p:txBody>
          </p:sp>
        </mc:Fallback>
      </mc:AlternateContent>
      <p:sp>
        <p:nvSpPr>
          <p:cNvPr id="20" name="Rectangle 19"/>
          <p:cNvSpPr/>
          <p:nvPr/>
        </p:nvSpPr>
        <p:spPr>
          <a:xfrm>
            <a:off x="137270" y="2486869"/>
            <a:ext cx="1375698" cy="523220"/>
          </a:xfrm>
          <a:prstGeom prst="rect">
            <a:avLst/>
          </a:prstGeom>
        </p:spPr>
        <p:txBody>
          <a:bodyPr wrap="none">
            <a:spAutoFit/>
          </a:bodyPr>
          <a:lstStyle/>
          <a:p>
            <a:r>
              <a:rPr lang="en-US" sz="2800" dirty="0">
                <a:solidFill>
                  <a:srgbClr val="002060"/>
                </a:solidFill>
              </a:rPr>
              <a:t>We have</a:t>
            </a:r>
          </a:p>
        </p:txBody>
      </p:sp>
      <mc:AlternateContent xmlns:mc="http://schemas.openxmlformats.org/markup-compatibility/2006" xmlns:a14="http://schemas.microsoft.com/office/drawing/2010/main">
        <mc:Choice Requires="a14">
          <p:sp>
            <p:nvSpPr>
              <p:cNvPr id="21" name="Rectangle 20"/>
              <p:cNvSpPr/>
              <p:nvPr/>
            </p:nvSpPr>
            <p:spPr>
              <a:xfrm>
                <a:off x="1512968" y="2486869"/>
                <a:ext cx="4512517" cy="523220"/>
              </a:xfrm>
              <a:prstGeom prst="rect">
                <a:avLst/>
              </a:prstGeom>
            </p:spPr>
            <p:txBody>
              <a:bodyPr wrap="none">
                <a:spAutoFit/>
              </a:bodyPr>
              <a:lstStyle/>
              <a:p>
                <a:pPr marL="288925" indent="-288925"/>
                <a14:m>
                  <m:oMathPara xmlns:m="http://schemas.openxmlformats.org/officeDocument/2006/math">
                    <m:oMathParaPr>
                      <m:jc m:val="left"/>
                    </m:oMathParaPr>
                    <m:oMath xmlns:m="http://schemas.openxmlformats.org/officeDocument/2006/math">
                      <m:r>
                        <m:rPr>
                          <m:sty m:val="p"/>
                        </m:rPr>
                        <a:rPr lang="en-US" sz="2800" b="0" i="0" smtClean="0">
                          <a:solidFill>
                            <a:srgbClr val="002060"/>
                          </a:solidFill>
                          <a:latin typeface="Cambria Math" panose="02040503050406030204" pitchFamily="18" charset="0"/>
                        </a:rPr>
                        <m:t>y</m:t>
                      </m:r>
                      <m:r>
                        <a:rPr lang="en-US" sz="2800" b="0" i="0">
                          <a:solidFill>
                            <a:srgbClr val="002060"/>
                          </a:solidFill>
                          <a:latin typeface="Cambria Math" panose="02040503050406030204" pitchFamily="18" charset="0"/>
                        </a:rPr>
                        <m:t>=−11.8005+5.3041 </m:t>
                      </m:r>
                      <m:r>
                        <m:rPr>
                          <m:sty m:val="p"/>
                        </m:rPr>
                        <a:rPr lang="en-US" sz="2800" b="0" i="0">
                          <a:solidFill>
                            <a:srgbClr val="002060"/>
                          </a:solidFill>
                          <a:latin typeface="Cambria Math" panose="02040503050406030204" pitchFamily="18" charset="0"/>
                        </a:rPr>
                        <m:t>x</m:t>
                      </m:r>
                    </m:oMath>
                  </m:oMathPara>
                </a14:m>
                <a:endParaRPr lang="en-US" sz="2800" dirty="0">
                  <a:solidFill>
                    <a:srgbClr val="002060"/>
                  </a:solidFill>
                </a:endParaRPr>
              </a:p>
            </p:txBody>
          </p:sp>
        </mc:Choice>
        <mc:Fallback xmlns="">
          <p:sp>
            <p:nvSpPr>
              <p:cNvPr id="21" name="Rectangle 20"/>
              <p:cNvSpPr>
                <a:spLocks noRot="1" noChangeAspect="1" noMove="1" noResize="1" noEditPoints="1" noAdjustHandles="1" noChangeArrowheads="1" noChangeShapeType="1" noTextEdit="1"/>
              </p:cNvSpPr>
              <p:nvPr/>
            </p:nvSpPr>
            <p:spPr>
              <a:xfrm>
                <a:off x="1512968" y="2486869"/>
                <a:ext cx="4512517" cy="52322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Rectangle 21"/>
              <p:cNvSpPr/>
              <p:nvPr/>
            </p:nvSpPr>
            <p:spPr>
              <a:xfrm>
                <a:off x="6025485" y="2486869"/>
                <a:ext cx="4785669"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r>
                        <m:rPr>
                          <m:sty m:val="p"/>
                        </m:rPr>
                        <a:rPr lang="en-US" sz="2800" b="0" i="0" smtClean="0">
                          <a:solidFill>
                            <a:srgbClr val="FF0000"/>
                          </a:solidFill>
                          <a:latin typeface="Cambria Math" panose="02040503050406030204" pitchFamily="18" charset="0"/>
                        </a:rPr>
                        <m:t>P</m:t>
                      </m:r>
                      <m:r>
                        <a:rPr lang="en-US" sz="2800">
                          <a:solidFill>
                            <a:srgbClr val="002060"/>
                          </a:solidFill>
                          <a:latin typeface="Cambria Math" panose="02040503050406030204" pitchFamily="18" charset="0"/>
                        </a:rPr>
                        <m:t>=−11.8005+5.3041 </m:t>
                      </m:r>
                      <m:r>
                        <m:rPr>
                          <m:sty m:val="p"/>
                        </m:rPr>
                        <a:rPr lang="en-US" sz="2800" b="0" i="0" smtClean="0">
                          <a:solidFill>
                            <a:srgbClr val="FF0000"/>
                          </a:solidFill>
                          <a:latin typeface="Cambria Math" panose="02040503050406030204" pitchFamily="18" charset="0"/>
                        </a:rPr>
                        <m:t>W</m:t>
                      </m:r>
                    </m:oMath>
                  </m:oMathPara>
                </a14:m>
                <a:endParaRPr lang="en-US" sz="2800" dirty="0">
                  <a:solidFill>
                    <a:srgbClr val="002060"/>
                  </a:solidFill>
                </a:endParaRPr>
              </a:p>
            </p:txBody>
          </p:sp>
        </mc:Choice>
        <mc:Fallback xmlns="">
          <p:sp>
            <p:nvSpPr>
              <p:cNvPr id="22" name="Rectangle 21"/>
              <p:cNvSpPr>
                <a:spLocks noRot="1" noChangeAspect="1" noMove="1" noResize="1" noEditPoints="1" noAdjustHandles="1" noChangeArrowheads="1" noChangeShapeType="1" noTextEdit="1"/>
              </p:cNvSpPr>
              <p:nvPr/>
            </p:nvSpPr>
            <p:spPr>
              <a:xfrm>
                <a:off x="6025485" y="2486869"/>
                <a:ext cx="4785669" cy="52322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p:cNvSpPr/>
              <p:nvPr/>
            </p:nvSpPr>
            <p:spPr>
              <a:xfrm>
                <a:off x="6025485" y="3298832"/>
                <a:ext cx="5349798"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r>
                        <m:rPr>
                          <m:sty m:val="p"/>
                        </m:rPr>
                        <a:rPr lang="en-US" sz="2800">
                          <a:solidFill>
                            <a:srgbClr val="002060"/>
                          </a:solidFill>
                          <a:latin typeface="Cambria Math" panose="02040503050406030204" pitchFamily="18" charset="0"/>
                        </a:rPr>
                        <m:t>P</m:t>
                      </m:r>
                      <m:r>
                        <a:rPr lang="en-US" sz="2800">
                          <a:solidFill>
                            <a:srgbClr val="002060"/>
                          </a:solidFill>
                          <a:latin typeface="Cambria Math" panose="02040503050406030204" pitchFamily="18" charset="0"/>
                        </a:rPr>
                        <m:t>=−11.8005+5.3041 </m:t>
                      </m:r>
                      <m:d>
                        <m:dPr>
                          <m:ctrlPr>
                            <a:rPr lang="en-US" sz="2800" b="0" i="1" smtClean="0">
                              <a:solidFill>
                                <a:srgbClr val="002060"/>
                              </a:solidFill>
                              <a:latin typeface="Cambria Math" panose="02040503050406030204" pitchFamily="18" charset="0"/>
                            </a:rPr>
                          </m:ctrlPr>
                        </m:dPr>
                        <m:e>
                          <m:r>
                            <a:rPr lang="en-US" sz="2800" b="0" i="1" smtClean="0">
                              <a:solidFill>
                                <a:srgbClr val="FF0000"/>
                              </a:solidFill>
                              <a:latin typeface="Cambria Math" panose="02040503050406030204" pitchFamily="18" charset="0"/>
                            </a:rPr>
                            <m:t>150</m:t>
                          </m:r>
                        </m:e>
                      </m:d>
                    </m:oMath>
                  </m:oMathPara>
                </a14:m>
                <a:endParaRPr lang="en-US" sz="2800" dirty="0">
                  <a:solidFill>
                    <a:srgbClr val="002060"/>
                  </a:solidFill>
                </a:endParaRPr>
              </a:p>
            </p:txBody>
          </p:sp>
        </mc:Choice>
        <mc:Fallback xmlns="">
          <p:sp>
            <p:nvSpPr>
              <p:cNvPr id="23" name="Rectangle 22"/>
              <p:cNvSpPr>
                <a:spLocks noRot="1" noChangeAspect="1" noMove="1" noResize="1" noEditPoints="1" noAdjustHandles="1" noChangeArrowheads="1" noChangeShapeType="1" noTextEdit="1"/>
              </p:cNvSpPr>
              <p:nvPr/>
            </p:nvSpPr>
            <p:spPr>
              <a:xfrm>
                <a:off x="6025485" y="3298832"/>
                <a:ext cx="5349798" cy="523220"/>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Rectangle 24"/>
              <p:cNvSpPr/>
              <p:nvPr/>
            </p:nvSpPr>
            <p:spPr>
              <a:xfrm>
                <a:off x="137270" y="4930114"/>
                <a:ext cx="8109977" cy="523220"/>
              </a:xfrm>
              <a:prstGeom prst="rect">
                <a:avLst/>
              </a:prstGeom>
              <a:ln>
                <a:solidFill>
                  <a:srgbClr val="FF0000"/>
                </a:solidFill>
              </a:ln>
            </p:spPr>
            <p:style>
              <a:lnRef idx="2">
                <a:schemeClr val="accent2"/>
              </a:lnRef>
              <a:fillRef idx="1">
                <a:schemeClr val="lt1"/>
              </a:fillRef>
              <a:effectRef idx="0">
                <a:schemeClr val="accent2"/>
              </a:effectRef>
              <a:fontRef idx="minor">
                <a:schemeClr val="dk1"/>
              </a:fontRef>
            </p:style>
            <p:txBody>
              <a:bodyPr wrap="none">
                <a:spAutoFit/>
              </a:bodyPr>
              <a:lstStyle/>
              <a:p>
                <a:pPr/>
                <a14:m>
                  <m:oMathPara xmlns:m="http://schemas.openxmlformats.org/officeDocument/2006/math">
                    <m:oMathParaPr>
                      <m:jc m:val="left"/>
                    </m:oMathParaPr>
                    <m:oMath xmlns:m="http://schemas.openxmlformats.org/officeDocument/2006/math">
                      <m:r>
                        <a:rPr lang="en-US" sz="2800" b="1" i="1" smtClean="0">
                          <a:solidFill>
                            <a:srgbClr val="7030A0"/>
                          </a:solidFill>
                          <a:latin typeface="Cambria Math" panose="02040503050406030204" pitchFamily="18" charset="0"/>
                          <a:ea typeface="Cambria Math" panose="02040503050406030204" pitchFamily="18" charset="0"/>
                        </a:rPr>
                        <m:t>∴</m:t>
                      </m:r>
                      <m:r>
                        <m:rPr>
                          <m:nor/>
                        </m:rPr>
                        <a:rPr lang="en-US" sz="2800" b="1" i="0" dirty="0" smtClean="0">
                          <a:solidFill>
                            <a:srgbClr val="7030A0"/>
                          </a:solidFill>
                        </a:rPr>
                        <m:t>Pu</m:t>
                      </m:r>
                      <m:r>
                        <m:rPr>
                          <m:nor/>
                        </m:rPr>
                        <a:rPr lang="en-US" sz="2800" b="1" dirty="0" smtClean="0">
                          <a:solidFill>
                            <a:srgbClr val="7030A0"/>
                          </a:solidFill>
                        </a:rPr>
                        <m:t>ll</m:t>
                      </m:r>
                      <m:r>
                        <m:rPr>
                          <m:nor/>
                        </m:rPr>
                        <a:rPr lang="en-US" sz="2800" b="1" dirty="0" smtClean="0">
                          <a:solidFill>
                            <a:srgbClr val="7030A0"/>
                          </a:solidFill>
                        </a:rPr>
                        <m:t> </m:t>
                      </m:r>
                      <m:r>
                        <m:rPr>
                          <m:nor/>
                        </m:rPr>
                        <a:rPr lang="en-US" sz="2800" b="1" dirty="0" smtClean="0">
                          <a:solidFill>
                            <a:srgbClr val="7030A0"/>
                          </a:solidFill>
                        </a:rPr>
                        <m:t>required</m:t>
                      </m:r>
                      <m:r>
                        <m:rPr>
                          <m:nor/>
                        </m:rPr>
                        <a:rPr lang="en-US" sz="2800" b="1" dirty="0" smtClean="0">
                          <a:solidFill>
                            <a:srgbClr val="7030A0"/>
                          </a:solidFill>
                        </a:rPr>
                        <m:t> </m:t>
                      </m:r>
                      <m:r>
                        <m:rPr>
                          <m:nor/>
                        </m:rPr>
                        <a:rPr lang="en-US" sz="2800" b="1" dirty="0" smtClean="0">
                          <a:solidFill>
                            <a:srgbClr val="7030A0"/>
                          </a:solidFill>
                        </a:rPr>
                        <m:t>to</m:t>
                      </m:r>
                      <m:r>
                        <m:rPr>
                          <m:nor/>
                        </m:rPr>
                        <a:rPr lang="en-US" sz="2800" b="1" dirty="0" smtClean="0">
                          <a:solidFill>
                            <a:srgbClr val="7030A0"/>
                          </a:solidFill>
                        </a:rPr>
                        <m:t> </m:t>
                      </m:r>
                      <m:r>
                        <m:rPr>
                          <m:nor/>
                        </m:rPr>
                        <a:rPr lang="en-US" sz="2800" b="1" dirty="0" smtClean="0">
                          <a:solidFill>
                            <a:srgbClr val="7030A0"/>
                          </a:solidFill>
                        </a:rPr>
                        <m:t>lift</m:t>
                      </m:r>
                      <m:r>
                        <m:rPr>
                          <m:nor/>
                        </m:rPr>
                        <a:rPr lang="en-US" sz="2800" b="1" dirty="0" smtClean="0">
                          <a:solidFill>
                            <a:srgbClr val="7030A0"/>
                          </a:solidFill>
                        </a:rPr>
                        <m:t> </m:t>
                      </m:r>
                      <m:r>
                        <m:rPr>
                          <m:nor/>
                        </m:rPr>
                        <a:rPr lang="en-US" sz="2800" b="1" dirty="0" smtClean="0">
                          <a:solidFill>
                            <a:srgbClr val="7030A0"/>
                          </a:solidFill>
                        </a:rPr>
                        <m:t>a</m:t>
                      </m:r>
                      <m:r>
                        <m:rPr>
                          <m:nor/>
                        </m:rPr>
                        <a:rPr lang="en-US" sz="2800" b="1" dirty="0" smtClean="0">
                          <a:solidFill>
                            <a:srgbClr val="7030A0"/>
                          </a:solidFill>
                        </a:rPr>
                        <m:t> </m:t>
                      </m:r>
                      <m:r>
                        <m:rPr>
                          <m:nor/>
                        </m:rPr>
                        <a:rPr lang="en-US" sz="2800" b="1" dirty="0" smtClean="0">
                          <a:solidFill>
                            <a:srgbClr val="7030A0"/>
                          </a:solidFill>
                        </a:rPr>
                        <m:t>weight</m:t>
                      </m:r>
                      <m:r>
                        <m:rPr>
                          <m:nor/>
                        </m:rPr>
                        <a:rPr lang="en-US" sz="2800" b="1" i="0" dirty="0" smtClean="0">
                          <a:solidFill>
                            <a:srgbClr val="7030A0"/>
                          </a:solidFill>
                        </a:rPr>
                        <m:t> </m:t>
                      </m:r>
                      <m:r>
                        <m:rPr>
                          <m:nor/>
                        </m:rPr>
                        <a:rPr lang="en-US" sz="2800" b="1" i="0" dirty="0" smtClean="0">
                          <a:solidFill>
                            <a:srgbClr val="7030A0"/>
                          </a:solidFill>
                        </a:rPr>
                        <m:t>of</m:t>
                      </m:r>
                      <m:r>
                        <m:rPr>
                          <m:nor/>
                        </m:rPr>
                        <a:rPr lang="en-US" sz="2800" b="1" i="0" dirty="0" smtClean="0">
                          <a:solidFill>
                            <a:srgbClr val="7030A0"/>
                          </a:solidFill>
                        </a:rPr>
                        <m:t> </m:t>
                      </m:r>
                      <m:r>
                        <a:rPr lang="en-US" sz="2800" b="1" i="1" dirty="0" smtClean="0">
                          <a:solidFill>
                            <a:srgbClr val="7030A0"/>
                          </a:solidFill>
                          <a:latin typeface="Cambria Math" panose="02040503050406030204" pitchFamily="18" charset="0"/>
                        </a:rPr>
                        <m:t>𝟏𝟓𝟎</m:t>
                      </m:r>
                      <m:r>
                        <m:rPr>
                          <m:nor/>
                        </m:rPr>
                        <a:rPr lang="en-US" sz="2800" b="1" i="0" dirty="0" smtClean="0">
                          <a:solidFill>
                            <a:srgbClr val="7030A0"/>
                          </a:solidFill>
                          <a:latin typeface="Cambria Math" panose="02040503050406030204" pitchFamily="18" charset="0"/>
                        </a:rPr>
                        <m:t> </m:t>
                      </m:r>
                      <m:r>
                        <a:rPr lang="en-US" sz="2800" b="1" i="1" dirty="0" smtClean="0">
                          <a:solidFill>
                            <a:srgbClr val="7030A0"/>
                          </a:solidFill>
                          <a:latin typeface="Cambria Math" panose="02040503050406030204" pitchFamily="18" charset="0"/>
                        </a:rPr>
                        <m:t>=</m:t>
                      </m:r>
                      <m:r>
                        <a:rPr lang="en-US" sz="2800" b="1" i="1" dirty="0" smtClean="0">
                          <a:solidFill>
                            <a:srgbClr val="7030A0"/>
                          </a:solidFill>
                          <a:latin typeface="Cambria Math" panose="02040503050406030204" pitchFamily="18" charset="0"/>
                        </a:rPr>
                        <m:t>𝟕𝟖𝟑</m:t>
                      </m:r>
                      <m:r>
                        <a:rPr lang="en-US" sz="2800" b="1" i="1" dirty="0" smtClean="0">
                          <a:solidFill>
                            <a:srgbClr val="7030A0"/>
                          </a:solidFill>
                          <a:latin typeface="Cambria Math" panose="02040503050406030204" pitchFamily="18" charset="0"/>
                        </a:rPr>
                        <m:t>.</m:t>
                      </m:r>
                      <m:r>
                        <a:rPr lang="en-US" sz="2800" b="1" i="1" dirty="0" smtClean="0">
                          <a:solidFill>
                            <a:srgbClr val="7030A0"/>
                          </a:solidFill>
                          <a:latin typeface="Cambria Math" panose="02040503050406030204" pitchFamily="18" charset="0"/>
                        </a:rPr>
                        <m:t>𝟖𝟏𝟒𝟓</m:t>
                      </m:r>
                    </m:oMath>
                  </m:oMathPara>
                </a14:m>
                <a:endParaRPr lang="en-US" sz="2800" b="1" dirty="0">
                  <a:solidFill>
                    <a:srgbClr val="7030A0"/>
                  </a:solidFill>
                </a:endParaRPr>
              </a:p>
            </p:txBody>
          </p:sp>
        </mc:Choice>
        <mc:Fallback xmlns="">
          <p:sp>
            <p:nvSpPr>
              <p:cNvPr id="25" name="Rectangle 24"/>
              <p:cNvSpPr>
                <a:spLocks noRot="1" noChangeAspect="1" noMove="1" noResize="1" noEditPoints="1" noAdjustHandles="1" noChangeArrowheads="1" noChangeShapeType="1" noTextEdit="1"/>
              </p:cNvSpPr>
              <p:nvPr/>
            </p:nvSpPr>
            <p:spPr>
              <a:xfrm>
                <a:off x="137270" y="4930114"/>
                <a:ext cx="8109977" cy="523220"/>
              </a:xfrm>
              <a:prstGeom prst="rect">
                <a:avLst/>
              </a:prstGeom>
              <a:blipFill rotWithShape="0">
                <a:blip r:embed="rId6"/>
                <a:stretch>
                  <a:fillRect/>
                </a:stretch>
              </a:blipFill>
              <a:ln>
                <a:solidFill>
                  <a:srgbClr val="FF00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6025485" y="4114473"/>
                <a:ext cx="2813142"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r>
                        <m:rPr>
                          <m:sty m:val="p"/>
                        </m:rPr>
                        <a:rPr lang="en-US" sz="2800">
                          <a:solidFill>
                            <a:srgbClr val="002060"/>
                          </a:solidFill>
                          <a:latin typeface="Cambria Math" panose="02040503050406030204" pitchFamily="18" charset="0"/>
                        </a:rPr>
                        <m:t>P</m:t>
                      </m:r>
                      <m:r>
                        <a:rPr lang="en-US" sz="2800">
                          <a:solidFill>
                            <a:srgbClr val="002060"/>
                          </a:solidFill>
                          <a:latin typeface="Cambria Math" panose="02040503050406030204" pitchFamily="18" charset="0"/>
                        </a:rPr>
                        <m:t>=783.8145</m:t>
                      </m:r>
                    </m:oMath>
                  </m:oMathPara>
                </a14:m>
                <a:endParaRPr lang="en-US" sz="2800" dirty="0">
                  <a:solidFill>
                    <a:srgbClr val="002060"/>
                  </a:solidFill>
                </a:endParaRPr>
              </a:p>
            </p:txBody>
          </p:sp>
        </mc:Choice>
        <mc:Fallback xmlns="">
          <p:sp>
            <p:nvSpPr>
              <p:cNvPr id="10" name="Rectangle 9"/>
              <p:cNvSpPr>
                <a:spLocks noRot="1" noChangeAspect="1" noMove="1" noResize="1" noEditPoints="1" noAdjustHandles="1" noChangeArrowheads="1" noChangeShapeType="1" noTextEdit="1"/>
              </p:cNvSpPr>
              <p:nvPr/>
            </p:nvSpPr>
            <p:spPr>
              <a:xfrm>
                <a:off x="6025485" y="4114473"/>
                <a:ext cx="2813142" cy="523220"/>
              </a:xfrm>
              <a:prstGeom prst="rect">
                <a:avLst/>
              </a:prstGeom>
              <a:blipFill rotWithShape="0">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082487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P spid="23" grpId="0"/>
      <p:bldP spid="25" grpId="0" animBg="1"/>
      <p:bldP spid="10" grpId="0"/>
    </p:bld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Method – 4.2</a:t>
            </a:r>
            <a:br>
              <a:rPr lang="en-US" dirty="0"/>
            </a:br>
            <a:r>
              <a:rPr lang="en-US" dirty="0"/>
              <a:t>Quadratic Curve Fitting</a:t>
            </a:r>
            <a:endParaRPr lang="en-IN" dirty="0"/>
          </a:p>
        </p:txBody>
      </p:sp>
      <p:sp>
        <p:nvSpPr>
          <p:cNvPr id="4" name="Text Placeholder 3">
            <a:extLst>
              <a:ext uri="{FF2B5EF4-FFF2-40B4-BE49-F238E27FC236}">
                <a16:creationId xmlns:a16="http://schemas.microsoft.com/office/drawing/2014/main" id="{4AF66629-F349-43A0-B5A5-A51D2BBB7435}"/>
              </a:ext>
            </a:extLst>
          </p:cNvPr>
          <p:cNvSpPr>
            <a:spLocks noGrp="1"/>
          </p:cNvSpPr>
          <p:nvPr>
            <p:ph type="body" idx="1"/>
          </p:nvPr>
        </p:nvSpPr>
        <p:spPr/>
        <p:txBody>
          <a:bodyPr/>
          <a:lstStyle/>
          <a:p>
            <a:pPr lvl="0"/>
            <a:r>
              <a:rPr lang="en-US" dirty="0"/>
              <a:t>Fitting of Quadratic Curves	or</a:t>
            </a:r>
          </a:p>
          <a:p>
            <a:pPr lvl="0">
              <a:lnSpc>
                <a:spcPct val="100000"/>
              </a:lnSpc>
            </a:pPr>
            <a:r>
              <a:rPr lang="en-US" dirty="0"/>
              <a:t>Fitting a Parabola</a:t>
            </a:r>
          </a:p>
        </p:txBody>
      </p:sp>
    </p:spTree>
    <p:extLst>
      <p:ext uri="{BB962C8B-B14F-4D97-AF65-F5344CB8AC3E}">
        <p14:creationId xmlns:p14="http://schemas.microsoft.com/office/powerpoint/2010/main" val="3284991979"/>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Quadratic Curve Fitting</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lvl="0"/>
                <a:r>
                  <a:rPr lang="en-US" dirty="0"/>
                  <a:t>Let,	</a:t>
                </a:r>
                <a14:m>
                  <m:oMath xmlns:m="http://schemas.openxmlformats.org/officeDocument/2006/math">
                    <m:d>
                      <m:dPr>
                        <m:ctrlPr>
                          <a:rPr lang="en-US" i="1">
                            <a:latin typeface="Cambria Math" panose="02040503050406030204" pitchFamily="18" charset="0"/>
                          </a:rPr>
                        </m:ctrlPr>
                      </m:dPr>
                      <m:e>
                        <m:sSub>
                          <m:sSubPr>
                            <m:ctrlPr>
                              <a:rPr lang="en-US" i="1">
                                <a:latin typeface="Cambria Math" panose="02040503050406030204" pitchFamily="18" charset="0"/>
                              </a:rPr>
                            </m:ctrlPr>
                          </m:sSubPr>
                          <m:e>
                            <m:r>
                              <m:rPr>
                                <m:sty m:val="p"/>
                              </m:rPr>
                              <a:rPr lang="en-US">
                                <a:latin typeface="Cambria Math" panose="02040503050406030204" pitchFamily="18" charset="0"/>
                              </a:rPr>
                              <m:t>x</m:t>
                            </m:r>
                          </m:e>
                          <m:sub>
                            <m:r>
                              <a:rPr lang="en-US">
                                <a:latin typeface="Cambria Math" panose="02040503050406030204" pitchFamily="18" charset="0"/>
                              </a:rPr>
                              <m:t>1</m:t>
                            </m:r>
                          </m:sub>
                        </m:sSub>
                        <m:r>
                          <a:rPr lang="en-US">
                            <a:latin typeface="Cambria Math" panose="02040503050406030204" pitchFamily="18" charset="0"/>
                          </a:rPr>
                          <m:t>, </m:t>
                        </m:r>
                        <m:sSub>
                          <m:sSubPr>
                            <m:ctrlPr>
                              <a:rPr lang="en-US" i="1">
                                <a:latin typeface="Cambria Math" panose="02040503050406030204" pitchFamily="18" charset="0"/>
                              </a:rPr>
                            </m:ctrlPr>
                          </m:sSubPr>
                          <m:e>
                            <m:r>
                              <m:rPr>
                                <m:sty m:val="p"/>
                              </m:rPr>
                              <a:rPr lang="en-US">
                                <a:latin typeface="Cambria Math" panose="02040503050406030204" pitchFamily="18" charset="0"/>
                              </a:rPr>
                              <m:t>y</m:t>
                            </m:r>
                          </m:e>
                          <m:sub>
                            <m:r>
                              <a:rPr lang="en-US">
                                <a:latin typeface="Cambria Math" panose="02040503050406030204" pitchFamily="18" charset="0"/>
                              </a:rPr>
                              <m:t>1</m:t>
                            </m:r>
                          </m:sub>
                        </m:sSub>
                      </m:e>
                    </m:d>
                    <m:r>
                      <a:rPr lang="en-US">
                        <a:latin typeface="Cambria Math" panose="02040503050406030204" pitchFamily="18" charset="0"/>
                      </a:rPr>
                      <m:t>, </m:t>
                    </m:r>
                    <m:r>
                      <a:rPr lang="en-US" i="1">
                        <a:latin typeface="Cambria Math" panose="02040503050406030204" pitchFamily="18" charset="0"/>
                      </a:rPr>
                      <m:t> </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m:rPr>
                                <m:sty m:val="p"/>
                              </m:rPr>
                              <a:rPr lang="en-US">
                                <a:latin typeface="Cambria Math" panose="02040503050406030204" pitchFamily="18" charset="0"/>
                              </a:rPr>
                              <m:t>x</m:t>
                            </m:r>
                          </m:e>
                          <m:sub>
                            <m:r>
                              <a:rPr lang="en-US">
                                <a:latin typeface="Cambria Math" panose="02040503050406030204" pitchFamily="18" charset="0"/>
                              </a:rPr>
                              <m:t>2</m:t>
                            </m:r>
                          </m:sub>
                        </m:sSub>
                        <m:r>
                          <a:rPr lang="en-US">
                            <a:latin typeface="Cambria Math" panose="02040503050406030204" pitchFamily="18" charset="0"/>
                          </a:rPr>
                          <m:t>, </m:t>
                        </m:r>
                        <m:sSub>
                          <m:sSubPr>
                            <m:ctrlPr>
                              <a:rPr lang="en-US" i="1">
                                <a:latin typeface="Cambria Math" panose="02040503050406030204" pitchFamily="18" charset="0"/>
                              </a:rPr>
                            </m:ctrlPr>
                          </m:sSubPr>
                          <m:e>
                            <m:r>
                              <m:rPr>
                                <m:sty m:val="p"/>
                              </m:rPr>
                              <a:rPr lang="en-US">
                                <a:latin typeface="Cambria Math" panose="02040503050406030204" pitchFamily="18" charset="0"/>
                              </a:rPr>
                              <m:t>y</m:t>
                            </m:r>
                          </m:e>
                          <m:sub>
                            <m:r>
                              <a:rPr lang="en-US">
                                <a:latin typeface="Cambria Math" panose="02040503050406030204" pitchFamily="18" charset="0"/>
                              </a:rPr>
                              <m:t>2</m:t>
                            </m:r>
                          </m:sub>
                        </m:sSub>
                      </m:e>
                    </m:d>
                    <m:r>
                      <a:rPr lang="en-US">
                        <a:latin typeface="Cambria Math" panose="02040503050406030204" pitchFamily="18" charset="0"/>
                      </a:rPr>
                      <m:t>,  ……,  </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m:rPr>
                                <m:sty m:val="p"/>
                              </m:rPr>
                              <a:rPr lang="en-US">
                                <a:latin typeface="Cambria Math" panose="02040503050406030204" pitchFamily="18" charset="0"/>
                              </a:rPr>
                              <m:t>x</m:t>
                            </m:r>
                          </m:e>
                          <m:sub>
                            <m:r>
                              <m:rPr>
                                <m:sty m:val="p"/>
                              </m:rPr>
                              <a:rPr lang="en-US">
                                <a:latin typeface="Cambria Math" panose="02040503050406030204" pitchFamily="18" charset="0"/>
                              </a:rPr>
                              <m:t>n</m:t>
                            </m:r>
                          </m:sub>
                        </m:sSub>
                        <m:r>
                          <a:rPr lang="en-US">
                            <a:latin typeface="Cambria Math" panose="02040503050406030204" pitchFamily="18" charset="0"/>
                          </a:rPr>
                          <m:t>, </m:t>
                        </m:r>
                        <m:sSub>
                          <m:sSubPr>
                            <m:ctrlPr>
                              <a:rPr lang="en-US" i="1">
                                <a:latin typeface="Cambria Math" panose="02040503050406030204" pitchFamily="18" charset="0"/>
                              </a:rPr>
                            </m:ctrlPr>
                          </m:sSubPr>
                          <m:e>
                            <m:r>
                              <m:rPr>
                                <m:sty m:val="p"/>
                              </m:rPr>
                              <a:rPr lang="en-US">
                                <a:latin typeface="Cambria Math" panose="02040503050406030204" pitchFamily="18" charset="0"/>
                              </a:rPr>
                              <m:t>y</m:t>
                            </m:r>
                          </m:e>
                          <m:sub>
                            <m:r>
                              <m:rPr>
                                <m:sty m:val="p"/>
                              </m:rPr>
                              <a:rPr lang="en-US">
                                <a:latin typeface="Cambria Math" panose="02040503050406030204" pitchFamily="18" charset="0"/>
                              </a:rPr>
                              <m:t>n</m:t>
                            </m:r>
                          </m:sub>
                        </m:sSub>
                      </m:e>
                    </m:d>
                  </m:oMath>
                </a14:m>
                <a:r>
                  <a:rPr lang="en-US" dirty="0"/>
                  <a:t> be the set of </a:t>
                </a:r>
                <a14:m>
                  <m:oMath xmlns:m="http://schemas.openxmlformats.org/officeDocument/2006/math">
                    <m:r>
                      <m:rPr>
                        <m:sty m:val="p"/>
                      </m:rPr>
                      <a:rPr lang="en-US" i="0" dirty="0" smtClean="0">
                        <a:solidFill>
                          <a:srgbClr val="FF0000"/>
                        </a:solidFill>
                        <a:latin typeface="Cambria Math" panose="02040503050406030204" pitchFamily="18" charset="0"/>
                      </a:rPr>
                      <m:t>n</m:t>
                    </m:r>
                  </m:oMath>
                </a14:m>
                <a:r>
                  <a:rPr lang="en-US" dirty="0"/>
                  <a:t> values.</a:t>
                </a:r>
              </a:p>
              <a:p>
                <a:pPr lvl="0"/>
                <a:r>
                  <a:rPr lang="en-US" dirty="0"/>
                  <a:t>Let,	the relation between </a:t>
                </a:r>
                <a14:m>
                  <m:oMath xmlns:m="http://schemas.openxmlformats.org/officeDocument/2006/math">
                    <m:r>
                      <m:rPr>
                        <m:sty m:val="p"/>
                      </m:rPr>
                      <a:rPr lang="en-US" i="0" dirty="0" smtClean="0">
                        <a:latin typeface="Cambria Math" panose="02040503050406030204" pitchFamily="18" charset="0"/>
                      </a:rPr>
                      <m:t>x</m:t>
                    </m:r>
                  </m:oMath>
                </a14:m>
                <a:r>
                  <a:rPr lang="en-US" dirty="0"/>
                  <a:t> and </a:t>
                </a:r>
                <a14:m>
                  <m:oMath xmlns:m="http://schemas.openxmlformats.org/officeDocument/2006/math">
                    <m:r>
                      <m:rPr>
                        <m:sty m:val="p"/>
                      </m:rPr>
                      <a:rPr lang="en-US" i="0" dirty="0" smtClean="0">
                        <a:latin typeface="Cambria Math" panose="02040503050406030204" pitchFamily="18" charset="0"/>
                      </a:rPr>
                      <m:t>y</m:t>
                    </m:r>
                  </m:oMath>
                </a14:m>
                <a:r>
                  <a:rPr lang="en-US" dirty="0"/>
                  <a:t> be </a:t>
                </a:r>
                <a14:m>
                  <m:oMath xmlns:m="http://schemas.openxmlformats.org/officeDocument/2006/math">
                    <m:r>
                      <m:rPr>
                        <m:sty m:val="p"/>
                      </m:rPr>
                      <a:rPr lang="en-US" b="0" i="0" smtClean="0">
                        <a:solidFill>
                          <a:srgbClr val="FF0000"/>
                        </a:solidFill>
                        <a:latin typeface="Cambria Math" panose="02040503050406030204" pitchFamily="18" charset="0"/>
                      </a:rPr>
                      <m:t>y</m:t>
                    </m:r>
                    <m:r>
                      <a:rPr lang="en-US" b="0" i="0" smtClean="0">
                        <a:solidFill>
                          <a:srgbClr val="FF0000"/>
                        </a:solidFill>
                        <a:latin typeface="Cambria Math" panose="02040503050406030204" pitchFamily="18" charset="0"/>
                      </a:rPr>
                      <m:t>=</m:t>
                    </m:r>
                    <m:r>
                      <m:rPr>
                        <m:sty m:val="p"/>
                      </m:rPr>
                      <a:rPr lang="en-US" b="0" i="0" smtClean="0">
                        <a:solidFill>
                          <a:srgbClr val="FF0000"/>
                        </a:solidFill>
                        <a:latin typeface="Cambria Math" panose="02040503050406030204" pitchFamily="18" charset="0"/>
                      </a:rPr>
                      <m:t>a</m:t>
                    </m:r>
                    <m:r>
                      <a:rPr lang="en-US" b="0" i="0" smtClean="0">
                        <a:solidFill>
                          <a:srgbClr val="FF0000"/>
                        </a:solidFill>
                        <a:latin typeface="Cambria Math" panose="02040503050406030204" pitchFamily="18" charset="0"/>
                      </a:rPr>
                      <m:t>+</m:t>
                    </m:r>
                    <m:r>
                      <m:rPr>
                        <m:sty m:val="p"/>
                      </m:rPr>
                      <a:rPr lang="en-US" b="0" i="0" smtClean="0">
                        <a:solidFill>
                          <a:srgbClr val="FF0000"/>
                        </a:solidFill>
                        <a:latin typeface="Cambria Math" panose="02040503050406030204" pitchFamily="18" charset="0"/>
                      </a:rPr>
                      <m:t>bx</m:t>
                    </m:r>
                    <m:r>
                      <a:rPr lang="en-US" b="0" i="0" smtClean="0">
                        <a:solidFill>
                          <a:srgbClr val="FF0000"/>
                        </a:solidFill>
                        <a:latin typeface="Cambria Math" panose="02040503050406030204" pitchFamily="18" charset="0"/>
                      </a:rPr>
                      <m:t>+</m:t>
                    </m:r>
                    <m:r>
                      <m:rPr>
                        <m:sty m:val="p"/>
                      </m:rPr>
                      <a:rPr lang="en-US" b="0" i="0" smtClean="0">
                        <a:solidFill>
                          <a:srgbClr val="FF0000"/>
                        </a:solidFill>
                        <a:latin typeface="Cambria Math" panose="02040503050406030204" pitchFamily="18" charset="0"/>
                      </a:rPr>
                      <m:t>c</m:t>
                    </m:r>
                    <m:sSup>
                      <m:sSupPr>
                        <m:ctrlPr>
                          <a:rPr lang="en-US" i="1" smtClean="0">
                            <a:solidFill>
                              <a:srgbClr val="FF0000"/>
                            </a:solidFill>
                            <a:latin typeface="Cambria Math" panose="02040503050406030204" pitchFamily="18" charset="0"/>
                          </a:rPr>
                        </m:ctrlPr>
                      </m:sSupPr>
                      <m:e>
                        <m:r>
                          <m:rPr>
                            <m:sty m:val="p"/>
                          </m:rPr>
                          <a:rPr lang="en-US" b="0" i="0" smtClean="0">
                            <a:solidFill>
                              <a:srgbClr val="FF0000"/>
                            </a:solidFill>
                            <a:latin typeface="Cambria Math" panose="02040503050406030204" pitchFamily="18" charset="0"/>
                          </a:rPr>
                          <m:t>x</m:t>
                        </m:r>
                      </m:e>
                      <m:sup>
                        <m:r>
                          <a:rPr lang="en-US" b="0" i="0" smtClean="0">
                            <a:solidFill>
                              <a:srgbClr val="FF0000"/>
                            </a:solidFill>
                            <a:latin typeface="Cambria Math" panose="02040503050406030204" pitchFamily="18" charset="0"/>
                          </a:rPr>
                          <m:t>2</m:t>
                        </m:r>
                      </m:sup>
                    </m:sSup>
                    <m:r>
                      <a:rPr lang="en-US" b="1">
                        <a:latin typeface="Cambria Math" panose="02040503050406030204" pitchFamily="18" charset="0"/>
                      </a:rPr>
                      <m:t>.</m:t>
                    </m:r>
                  </m:oMath>
                </a14:m>
                <a:endParaRPr lang="en-US" dirty="0"/>
              </a:p>
              <a:p>
                <a:pPr lvl="0"/>
                <a:r>
                  <a:rPr lang="en-US" dirty="0"/>
                  <a:t>To find the best fitting parabola to the given data, </a:t>
                </a:r>
              </a:p>
              <a:p>
                <a:pPr marL="288925" lvl="0" indent="0">
                  <a:buNone/>
                </a:pPr>
                <a:r>
                  <a:rPr lang="en-US" dirty="0"/>
                  <a:t>we need to find the best values of </a:t>
                </a:r>
                <a14:m>
                  <m:oMath xmlns:m="http://schemas.openxmlformats.org/officeDocument/2006/math">
                    <m:r>
                      <m:rPr>
                        <m:sty m:val="p"/>
                      </m:rPr>
                      <a:rPr lang="en-US" dirty="0">
                        <a:solidFill>
                          <a:srgbClr val="FF0000"/>
                        </a:solidFill>
                        <a:latin typeface="Cambria Math" panose="02040503050406030204" pitchFamily="18" charset="0"/>
                      </a:rPr>
                      <m:t>a</m:t>
                    </m:r>
                    <m:r>
                      <a:rPr lang="en-US" b="0" i="0" dirty="0" smtClean="0">
                        <a:solidFill>
                          <a:srgbClr val="002060"/>
                        </a:solidFill>
                        <a:latin typeface="Cambria Math" panose="02040503050406030204" pitchFamily="18" charset="0"/>
                      </a:rPr>
                      <m:t>,</m:t>
                    </m:r>
                    <m:r>
                      <a:rPr lang="en-US" b="0" i="0" dirty="0" smtClean="0">
                        <a:solidFill>
                          <a:srgbClr val="FF0000"/>
                        </a:solidFill>
                        <a:latin typeface="Cambria Math" panose="02040503050406030204" pitchFamily="18" charset="0"/>
                      </a:rPr>
                      <m:t> </m:t>
                    </m:r>
                    <m:r>
                      <m:rPr>
                        <m:sty m:val="p"/>
                      </m:rPr>
                      <a:rPr lang="en-US" b="0" i="0" dirty="0" smtClean="0">
                        <a:solidFill>
                          <a:srgbClr val="FF0000"/>
                        </a:solidFill>
                        <a:latin typeface="Cambria Math" panose="02040503050406030204" pitchFamily="18" charset="0"/>
                      </a:rPr>
                      <m:t>b</m:t>
                    </m:r>
                  </m:oMath>
                </a14:m>
                <a:r>
                  <a:rPr lang="en-US" dirty="0"/>
                  <a:t> &amp; </a:t>
                </a:r>
                <a14:m>
                  <m:oMath xmlns:m="http://schemas.openxmlformats.org/officeDocument/2006/math">
                    <m:r>
                      <m:rPr>
                        <m:sty m:val="p"/>
                      </m:rPr>
                      <a:rPr lang="en-US" b="0" i="0" dirty="0" smtClean="0">
                        <a:solidFill>
                          <a:srgbClr val="FF0000"/>
                        </a:solidFill>
                        <a:latin typeface="Cambria Math" panose="02040503050406030204" pitchFamily="18" charset="0"/>
                      </a:rPr>
                      <m:t>c</m:t>
                    </m:r>
                  </m:oMath>
                </a14:m>
                <a:r>
                  <a:rPr lang="en-US" dirty="0"/>
                  <a:t> by solving three </a:t>
                </a:r>
                <a:r>
                  <a:rPr lang="en-US" dirty="0">
                    <a:solidFill>
                      <a:srgbClr val="FF0000"/>
                    </a:solidFill>
                  </a:rPr>
                  <a:t>normal</a:t>
                </a:r>
                <a:r>
                  <a:rPr lang="en-US" dirty="0"/>
                  <a:t> </a:t>
                </a:r>
                <a:r>
                  <a:rPr lang="en-US" dirty="0">
                    <a:solidFill>
                      <a:srgbClr val="FF0000"/>
                    </a:solidFill>
                  </a:rPr>
                  <a:t>equations</a:t>
                </a:r>
                <a:r>
                  <a:rPr lang="en-US" dirty="0"/>
                  <a:t>:</a:t>
                </a:r>
              </a:p>
              <a:p>
                <a:pPr marL="0" indent="0" algn="ctr">
                  <a:lnSpc>
                    <a:spcPct val="100000"/>
                  </a:lnSpc>
                  <a:buNone/>
                </a:pPr>
                <a14:m>
                  <m:oMathPara xmlns:m="http://schemas.openxmlformats.org/officeDocument/2006/math">
                    <m:oMathParaPr>
                      <m:jc m:val="center"/>
                    </m:oMathParaPr>
                    <m:oMath xmlns:m="http://schemas.openxmlformats.org/officeDocument/2006/math">
                      <m:nary>
                        <m:naryPr>
                          <m:chr m:val="∑"/>
                          <m:limLoc m:val="undOvr"/>
                          <m:subHide m:val="on"/>
                          <m:supHide m:val="on"/>
                          <m:ctrlPr>
                            <a:rPr lang="en-US" sz="2500" b="1" i="1" smtClean="0">
                              <a:solidFill>
                                <a:srgbClr val="C00000"/>
                              </a:solidFill>
                              <a:latin typeface="Cambria Math" panose="02040503050406030204" pitchFamily="18" charset="0"/>
                            </a:rPr>
                          </m:ctrlPr>
                        </m:naryPr>
                        <m:sub/>
                        <m:sup/>
                        <m:e>
                          <m:r>
                            <a:rPr lang="en-US" sz="2500" b="1" i="0">
                              <a:solidFill>
                                <a:srgbClr val="C00000"/>
                              </a:solidFill>
                              <a:latin typeface="Cambria Math" panose="02040503050406030204" pitchFamily="18" charset="0"/>
                            </a:rPr>
                            <m:t>𝐲</m:t>
                          </m:r>
                          <m:r>
                            <a:rPr lang="en-US" sz="2500" b="1" i="0">
                              <a:solidFill>
                                <a:srgbClr val="C00000"/>
                              </a:solidFill>
                              <a:latin typeface="Cambria Math" panose="02040503050406030204" pitchFamily="18" charset="0"/>
                            </a:rPr>
                            <m:t> </m:t>
                          </m:r>
                        </m:e>
                      </m:nary>
                      <m:r>
                        <a:rPr lang="en-US" sz="2500" b="1" i="0" smtClean="0">
                          <a:solidFill>
                            <a:srgbClr val="002060"/>
                          </a:solidFill>
                          <a:latin typeface="Cambria Math" panose="02040503050406030204" pitchFamily="18" charset="0"/>
                        </a:rPr>
                        <m:t>=</m:t>
                      </m:r>
                      <m:r>
                        <a:rPr lang="en-US" sz="2500" b="1" i="0">
                          <a:solidFill>
                            <a:srgbClr val="C00000"/>
                          </a:solidFill>
                          <a:latin typeface="Cambria Math" panose="02040503050406030204" pitchFamily="18" charset="0"/>
                        </a:rPr>
                        <m:t>𝐧</m:t>
                      </m:r>
                      <m:r>
                        <a:rPr lang="en-US" sz="2500" b="1" i="0" smtClean="0">
                          <a:solidFill>
                            <a:srgbClr val="7030A0"/>
                          </a:solidFill>
                          <a:latin typeface="Cambria Math" panose="02040503050406030204" pitchFamily="18" charset="0"/>
                        </a:rPr>
                        <m:t>𝐚</m:t>
                      </m:r>
                      <m:r>
                        <a:rPr lang="en-US" sz="2500" b="1" i="0" smtClean="0">
                          <a:solidFill>
                            <a:srgbClr val="C00000"/>
                          </a:solidFill>
                          <a:latin typeface="Cambria Math" panose="02040503050406030204" pitchFamily="18" charset="0"/>
                        </a:rPr>
                        <m:t>  </m:t>
                      </m:r>
                      <m:r>
                        <a:rPr lang="en-US" sz="2500" b="1" i="0" smtClean="0">
                          <a:solidFill>
                            <a:srgbClr val="002060"/>
                          </a:solidFill>
                          <a:latin typeface="Cambria Math" panose="02040503050406030204" pitchFamily="18" charset="0"/>
                        </a:rPr>
                        <m:t>+</m:t>
                      </m:r>
                      <m:r>
                        <a:rPr lang="en-US" sz="2500" b="1" i="0" smtClean="0">
                          <a:solidFill>
                            <a:srgbClr val="C00000"/>
                          </a:solidFill>
                          <a:latin typeface="Cambria Math" panose="02040503050406030204" pitchFamily="18" charset="0"/>
                        </a:rPr>
                        <m:t>  </m:t>
                      </m:r>
                      <m:r>
                        <a:rPr lang="en-US" sz="2500" b="1" i="0" smtClean="0">
                          <a:solidFill>
                            <a:srgbClr val="7030A0"/>
                          </a:solidFill>
                          <a:latin typeface="Cambria Math" panose="02040503050406030204" pitchFamily="18" charset="0"/>
                        </a:rPr>
                        <m:t>𝐛</m:t>
                      </m:r>
                      <m:nary>
                        <m:naryPr>
                          <m:chr m:val="∑"/>
                          <m:limLoc m:val="undOvr"/>
                          <m:subHide m:val="on"/>
                          <m:supHide m:val="on"/>
                          <m:ctrlPr>
                            <a:rPr lang="en-US" sz="2500" b="1" i="1">
                              <a:solidFill>
                                <a:srgbClr val="C00000"/>
                              </a:solidFill>
                              <a:latin typeface="Cambria Math" panose="02040503050406030204" pitchFamily="18" charset="0"/>
                            </a:rPr>
                          </m:ctrlPr>
                        </m:naryPr>
                        <m:sub/>
                        <m:sup/>
                        <m:e>
                          <m:r>
                            <a:rPr lang="en-US" sz="2500" b="1" i="0">
                              <a:solidFill>
                                <a:srgbClr val="C00000"/>
                              </a:solidFill>
                              <a:latin typeface="Cambria Math" panose="02040503050406030204" pitchFamily="18" charset="0"/>
                            </a:rPr>
                            <m:t>𝐱</m:t>
                          </m:r>
                        </m:e>
                      </m:nary>
                      <m:r>
                        <a:rPr lang="en-US" sz="2500" b="1" i="1" smtClean="0">
                          <a:solidFill>
                            <a:srgbClr val="C00000"/>
                          </a:solidFill>
                          <a:latin typeface="Cambria Math" panose="02040503050406030204" pitchFamily="18" charset="0"/>
                        </a:rPr>
                        <m:t>  </m:t>
                      </m:r>
                      <m:r>
                        <a:rPr lang="en-US" sz="2500" b="1" i="1" smtClean="0">
                          <a:solidFill>
                            <a:srgbClr val="002060"/>
                          </a:solidFill>
                          <a:latin typeface="Cambria Math" panose="02040503050406030204" pitchFamily="18" charset="0"/>
                        </a:rPr>
                        <m:t>+</m:t>
                      </m:r>
                      <m:r>
                        <a:rPr lang="en-US" sz="2500" b="1" i="1" smtClean="0">
                          <a:solidFill>
                            <a:srgbClr val="C00000"/>
                          </a:solidFill>
                          <a:latin typeface="Cambria Math" panose="02040503050406030204" pitchFamily="18" charset="0"/>
                        </a:rPr>
                        <m:t>  </m:t>
                      </m:r>
                      <m:r>
                        <a:rPr lang="en-US" sz="2500" b="1" i="0" smtClean="0">
                          <a:solidFill>
                            <a:srgbClr val="7030A0"/>
                          </a:solidFill>
                          <a:latin typeface="Cambria Math" panose="02040503050406030204" pitchFamily="18" charset="0"/>
                        </a:rPr>
                        <m:t>𝐜</m:t>
                      </m:r>
                      <m:nary>
                        <m:naryPr>
                          <m:chr m:val="∑"/>
                          <m:limLoc m:val="undOvr"/>
                          <m:subHide m:val="on"/>
                          <m:supHide m:val="on"/>
                          <m:ctrlPr>
                            <a:rPr lang="en-US" sz="2500" b="1" i="1">
                              <a:solidFill>
                                <a:srgbClr val="C00000"/>
                              </a:solidFill>
                              <a:latin typeface="Cambria Math" panose="02040503050406030204" pitchFamily="18" charset="0"/>
                            </a:rPr>
                          </m:ctrlPr>
                        </m:naryPr>
                        <m:sub/>
                        <m:sup/>
                        <m:e>
                          <m:sSup>
                            <m:sSupPr>
                              <m:ctrlPr>
                                <a:rPr lang="en-US" sz="2500" b="1" i="1" smtClean="0">
                                  <a:solidFill>
                                    <a:srgbClr val="C00000"/>
                                  </a:solidFill>
                                  <a:latin typeface="Cambria Math" panose="02040503050406030204" pitchFamily="18" charset="0"/>
                                </a:rPr>
                              </m:ctrlPr>
                            </m:sSupPr>
                            <m:e>
                              <m:r>
                                <a:rPr lang="en-US" sz="2500" b="1">
                                  <a:solidFill>
                                    <a:srgbClr val="C00000"/>
                                  </a:solidFill>
                                  <a:latin typeface="Cambria Math" panose="02040503050406030204" pitchFamily="18" charset="0"/>
                                </a:rPr>
                                <m:t>𝐱</m:t>
                              </m:r>
                            </m:e>
                            <m:sup>
                              <m:r>
                                <a:rPr lang="en-US" sz="2500" b="1" i="1" smtClean="0">
                                  <a:solidFill>
                                    <a:srgbClr val="C00000"/>
                                  </a:solidFill>
                                  <a:latin typeface="Cambria Math" panose="02040503050406030204" pitchFamily="18" charset="0"/>
                                </a:rPr>
                                <m:t>𝟐</m:t>
                              </m:r>
                            </m:sup>
                          </m:sSup>
                        </m:e>
                      </m:nary>
                    </m:oMath>
                  </m:oMathPara>
                </a14:m>
                <a:endParaRPr lang="en-US" sz="2500" b="1" i="0" dirty="0">
                  <a:solidFill>
                    <a:srgbClr val="C00000"/>
                  </a:solidFill>
                  <a:latin typeface="Cambria Math" panose="02040503050406030204" pitchFamily="18" charset="0"/>
                </a:endParaRPr>
              </a:p>
              <a:p>
                <a:pPr marL="0" indent="0" algn="ctr">
                  <a:lnSpc>
                    <a:spcPct val="100000"/>
                  </a:lnSpc>
                  <a:buNone/>
                </a:pPr>
                <a14:m>
                  <m:oMathPara xmlns:m="http://schemas.openxmlformats.org/officeDocument/2006/math">
                    <m:oMathParaPr>
                      <m:jc m:val="center"/>
                    </m:oMathParaPr>
                    <m:oMath xmlns:m="http://schemas.openxmlformats.org/officeDocument/2006/math">
                      <m:nary>
                        <m:naryPr>
                          <m:chr m:val="∑"/>
                          <m:limLoc m:val="undOvr"/>
                          <m:subHide m:val="on"/>
                          <m:supHide m:val="on"/>
                          <m:ctrlPr>
                            <a:rPr lang="en-US" sz="2500" b="1" i="1">
                              <a:solidFill>
                                <a:srgbClr val="C00000"/>
                              </a:solidFill>
                              <a:latin typeface="Cambria Math" panose="02040503050406030204" pitchFamily="18" charset="0"/>
                            </a:rPr>
                          </m:ctrlPr>
                        </m:naryPr>
                        <m:sub/>
                        <m:sup/>
                        <m:e>
                          <m:r>
                            <a:rPr lang="en-US" sz="2500" b="1" i="0" smtClean="0">
                              <a:solidFill>
                                <a:srgbClr val="C00000"/>
                              </a:solidFill>
                              <a:latin typeface="Cambria Math" panose="02040503050406030204" pitchFamily="18" charset="0"/>
                            </a:rPr>
                            <m:t>𝐱</m:t>
                          </m:r>
                          <m:r>
                            <a:rPr lang="en-US" sz="2500" b="1">
                              <a:solidFill>
                                <a:srgbClr val="C00000"/>
                              </a:solidFill>
                              <a:latin typeface="Cambria Math" panose="02040503050406030204" pitchFamily="18" charset="0"/>
                            </a:rPr>
                            <m:t>𝐲</m:t>
                          </m:r>
                          <m:r>
                            <a:rPr lang="en-US" sz="2500" b="1">
                              <a:solidFill>
                                <a:srgbClr val="C00000"/>
                              </a:solidFill>
                              <a:latin typeface="Cambria Math" panose="02040503050406030204" pitchFamily="18" charset="0"/>
                            </a:rPr>
                            <m:t> </m:t>
                          </m:r>
                        </m:e>
                      </m:nary>
                      <m:r>
                        <a:rPr lang="en-US" sz="2500" b="1">
                          <a:latin typeface="Cambria Math" panose="02040503050406030204" pitchFamily="18" charset="0"/>
                        </a:rPr>
                        <m:t>=</m:t>
                      </m:r>
                      <m:r>
                        <a:rPr lang="en-US" sz="2500" b="1" smtClean="0">
                          <a:solidFill>
                            <a:srgbClr val="7030A0"/>
                          </a:solidFill>
                          <a:latin typeface="Cambria Math" panose="02040503050406030204" pitchFamily="18" charset="0"/>
                        </a:rPr>
                        <m:t>𝐚</m:t>
                      </m:r>
                      <m:nary>
                        <m:naryPr>
                          <m:chr m:val="∑"/>
                          <m:limLoc m:val="undOvr"/>
                          <m:subHide m:val="on"/>
                          <m:supHide m:val="on"/>
                          <m:ctrlPr>
                            <a:rPr lang="en-US" sz="2500" b="1" i="1">
                              <a:solidFill>
                                <a:srgbClr val="C00000"/>
                              </a:solidFill>
                              <a:latin typeface="Cambria Math" panose="02040503050406030204" pitchFamily="18" charset="0"/>
                            </a:rPr>
                          </m:ctrlPr>
                        </m:naryPr>
                        <m:sub/>
                        <m:sup/>
                        <m:e>
                          <m:r>
                            <a:rPr lang="en-US" sz="2500" b="1">
                              <a:solidFill>
                                <a:srgbClr val="C00000"/>
                              </a:solidFill>
                              <a:latin typeface="Cambria Math" panose="02040503050406030204" pitchFamily="18" charset="0"/>
                            </a:rPr>
                            <m:t>𝐱</m:t>
                          </m:r>
                        </m:e>
                      </m:nary>
                      <m:r>
                        <a:rPr lang="en-US" sz="2500" b="1" i="1" smtClean="0">
                          <a:solidFill>
                            <a:srgbClr val="C00000"/>
                          </a:solidFill>
                          <a:latin typeface="Cambria Math" panose="02040503050406030204" pitchFamily="18" charset="0"/>
                        </a:rPr>
                        <m:t>  </m:t>
                      </m:r>
                      <m:r>
                        <a:rPr lang="en-US" sz="2500" b="1">
                          <a:latin typeface="Cambria Math" panose="02040503050406030204" pitchFamily="18" charset="0"/>
                        </a:rPr>
                        <m:t>+</m:t>
                      </m:r>
                      <m:r>
                        <a:rPr lang="en-US" sz="2500" b="1">
                          <a:solidFill>
                            <a:srgbClr val="C00000"/>
                          </a:solidFill>
                          <a:latin typeface="Cambria Math" panose="02040503050406030204" pitchFamily="18" charset="0"/>
                        </a:rPr>
                        <m:t>  </m:t>
                      </m:r>
                      <m:r>
                        <a:rPr lang="en-US" sz="2500" b="1" smtClean="0">
                          <a:solidFill>
                            <a:srgbClr val="7030A0"/>
                          </a:solidFill>
                          <a:latin typeface="Cambria Math" panose="02040503050406030204" pitchFamily="18" charset="0"/>
                        </a:rPr>
                        <m:t>𝐛</m:t>
                      </m:r>
                      <m:nary>
                        <m:naryPr>
                          <m:chr m:val="∑"/>
                          <m:limLoc m:val="undOvr"/>
                          <m:subHide m:val="on"/>
                          <m:supHide m:val="on"/>
                          <m:ctrlPr>
                            <a:rPr lang="en-US" sz="2500" b="1" i="1">
                              <a:solidFill>
                                <a:srgbClr val="C00000"/>
                              </a:solidFill>
                              <a:latin typeface="Cambria Math" panose="02040503050406030204" pitchFamily="18" charset="0"/>
                            </a:rPr>
                          </m:ctrlPr>
                        </m:naryPr>
                        <m:sub/>
                        <m:sup/>
                        <m:e>
                          <m:sSup>
                            <m:sSupPr>
                              <m:ctrlPr>
                                <a:rPr lang="en-US" sz="2500" b="1" i="1" smtClean="0">
                                  <a:solidFill>
                                    <a:srgbClr val="C00000"/>
                                  </a:solidFill>
                                  <a:latin typeface="Cambria Math" panose="02040503050406030204" pitchFamily="18" charset="0"/>
                                </a:rPr>
                              </m:ctrlPr>
                            </m:sSupPr>
                            <m:e>
                              <m:r>
                                <a:rPr lang="en-US" sz="2500" b="1">
                                  <a:solidFill>
                                    <a:srgbClr val="C00000"/>
                                  </a:solidFill>
                                  <a:latin typeface="Cambria Math" panose="02040503050406030204" pitchFamily="18" charset="0"/>
                                </a:rPr>
                                <m:t>𝐱</m:t>
                              </m:r>
                            </m:e>
                            <m:sup>
                              <m:r>
                                <a:rPr lang="en-US" sz="2500" b="1" i="1" smtClean="0">
                                  <a:solidFill>
                                    <a:srgbClr val="C00000"/>
                                  </a:solidFill>
                                  <a:latin typeface="Cambria Math" panose="02040503050406030204" pitchFamily="18" charset="0"/>
                                </a:rPr>
                                <m:t>𝟐</m:t>
                              </m:r>
                            </m:sup>
                          </m:sSup>
                        </m:e>
                      </m:nary>
                      <m:r>
                        <a:rPr lang="en-US" sz="2500" b="1" i="1">
                          <a:solidFill>
                            <a:srgbClr val="C00000"/>
                          </a:solidFill>
                          <a:latin typeface="Cambria Math" panose="02040503050406030204" pitchFamily="18" charset="0"/>
                        </a:rPr>
                        <m:t>  </m:t>
                      </m:r>
                      <m:r>
                        <a:rPr lang="en-US" sz="2500" b="1" i="1">
                          <a:latin typeface="Cambria Math" panose="02040503050406030204" pitchFamily="18" charset="0"/>
                        </a:rPr>
                        <m:t>+</m:t>
                      </m:r>
                      <m:r>
                        <a:rPr lang="en-US" sz="2500" b="1" i="1">
                          <a:solidFill>
                            <a:srgbClr val="C00000"/>
                          </a:solidFill>
                          <a:latin typeface="Cambria Math" panose="02040503050406030204" pitchFamily="18" charset="0"/>
                        </a:rPr>
                        <m:t>  </m:t>
                      </m:r>
                      <m:r>
                        <a:rPr lang="en-US" sz="2500" b="1" smtClean="0">
                          <a:solidFill>
                            <a:srgbClr val="7030A0"/>
                          </a:solidFill>
                          <a:latin typeface="Cambria Math" panose="02040503050406030204" pitchFamily="18" charset="0"/>
                        </a:rPr>
                        <m:t>𝐜</m:t>
                      </m:r>
                      <m:nary>
                        <m:naryPr>
                          <m:chr m:val="∑"/>
                          <m:limLoc m:val="undOvr"/>
                          <m:subHide m:val="on"/>
                          <m:supHide m:val="on"/>
                          <m:ctrlPr>
                            <a:rPr lang="en-US" sz="2500" b="1" i="1">
                              <a:solidFill>
                                <a:srgbClr val="C00000"/>
                              </a:solidFill>
                              <a:latin typeface="Cambria Math" panose="02040503050406030204" pitchFamily="18" charset="0"/>
                            </a:rPr>
                          </m:ctrlPr>
                        </m:naryPr>
                        <m:sub/>
                        <m:sup/>
                        <m:e>
                          <m:sSup>
                            <m:sSupPr>
                              <m:ctrlPr>
                                <a:rPr lang="en-US" sz="2500" b="1" i="1">
                                  <a:solidFill>
                                    <a:srgbClr val="C00000"/>
                                  </a:solidFill>
                                  <a:latin typeface="Cambria Math" panose="02040503050406030204" pitchFamily="18" charset="0"/>
                                </a:rPr>
                              </m:ctrlPr>
                            </m:sSupPr>
                            <m:e>
                              <m:r>
                                <a:rPr lang="en-US" sz="2500" b="1">
                                  <a:solidFill>
                                    <a:srgbClr val="C00000"/>
                                  </a:solidFill>
                                  <a:latin typeface="Cambria Math" panose="02040503050406030204" pitchFamily="18" charset="0"/>
                                </a:rPr>
                                <m:t>𝐱</m:t>
                              </m:r>
                            </m:e>
                            <m:sup>
                              <m:r>
                                <a:rPr lang="en-US" sz="2500" b="1" i="1" smtClean="0">
                                  <a:solidFill>
                                    <a:srgbClr val="C00000"/>
                                  </a:solidFill>
                                  <a:latin typeface="Cambria Math" panose="02040503050406030204" pitchFamily="18" charset="0"/>
                                </a:rPr>
                                <m:t>𝟑</m:t>
                              </m:r>
                            </m:sup>
                          </m:sSup>
                        </m:e>
                      </m:nary>
                    </m:oMath>
                  </m:oMathPara>
                </a14:m>
                <a:endParaRPr lang="en-US" sz="2500" b="1" i="1" dirty="0">
                  <a:solidFill>
                    <a:srgbClr val="C00000"/>
                  </a:solidFill>
                  <a:latin typeface="Cambria Math" panose="02040503050406030204" pitchFamily="18" charset="0"/>
                </a:endParaRPr>
              </a:p>
              <a:p>
                <a:pPr marL="0" indent="0" algn="ctr">
                  <a:lnSpc>
                    <a:spcPct val="100000"/>
                  </a:lnSpc>
                  <a:buNone/>
                </a:pPr>
                <a14:m>
                  <m:oMathPara xmlns:m="http://schemas.openxmlformats.org/officeDocument/2006/math">
                    <m:oMathParaPr>
                      <m:jc m:val="center"/>
                    </m:oMathParaPr>
                    <m:oMath xmlns:m="http://schemas.openxmlformats.org/officeDocument/2006/math">
                      <m:nary>
                        <m:naryPr>
                          <m:chr m:val="∑"/>
                          <m:limLoc m:val="undOvr"/>
                          <m:subHide m:val="on"/>
                          <m:supHide m:val="on"/>
                          <m:ctrlPr>
                            <a:rPr lang="en-US" sz="2500" b="1" i="1">
                              <a:solidFill>
                                <a:srgbClr val="C00000"/>
                              </a:solidFill>
                              <a:latin typeface="Cambria Math" panose="02040503050406030204" pitchFamily="18" charset="0"/>
                            </a:rPr>
                          </m:ctrlPr>
                        </m:naryPr>
                        <m:sub/>
                        <m:sup/>
                        <m:e>
                          <m:sSup>
                            <m:sSupPr>
                              <m:ctrlPr>
                                <a:rPr lang="en-US" sz="2500" b="1" i="1" smtClean="0">
                                  <a:solidFill>
                                    <a:srgbClr val="C00000"/>
                                  </a:solidFill>
                                  <a:latin typeface="Cambria Math" panose="02040503050406030204" pitchFamily="18" charset="0"/>
                                </a:rPr>
                              </m:ctrlPr>
                            </m:sSupPr>
                            <m:e>
                              <m:r>
                                <a:rPr lang="en-US" sz="2500" b="1">
                                  <a:solidFill>
                                    <a:srgbClr val="C00000"/>
                                  </a:solidFill>
                                  <a:latin typeface="Cambria Math" panose="02040503050406030204" pitchFamily="18" charset="0"/>
                                </a:rPr>
                                <m:t>𝐱</m:t>
                              </m:r>
                            </m:e>
                            <m:sup>
                              <m:r>
                                <a:rPr lang="en-US" sz="2500" b="1" i="0" smtClean="0">
                                  <a:solidFill>
                                    <a:srgbClr val="C00000"/>
                                  </a:solidFill>
                                  <a:latin typeface="Cambria Math" panose="02040503050406030204" pitchFamily="18" charset="0"/>
                                </a:rPr>
                                <m:t>𝟐</m:t>
                              </m:r>
                            </m:sup>
                          </m:sSup>
                          <m:r>
                            <a:rPr lang="en-US" sz="2500" b="1">
                              <a:solidFill>
                                <a:srgbClr val="C00000"/>
                              </a:solidFill>
                              <a:latin typeface="Cambria Math" panose="02040503050406030204" pitchFamily="18" charset="0"/>
                            </a:rPr>
                            <m:t>𝐲</m:t>
                          </m:r>
                          <m:r>
                            <a:rPr lang="en-US" sz="2500" b="1">
                              <a:solidFill>
                                <a:srgbClr val="C00000"/>
                              </a:solidFill>
                              <a:latin typeface="Cambria Math" panose="02040503050406030204" pitchFamily="18" charset="0"/>
                            </a:rPr>
                            <m:t> </m:t>
                          </m:r>
                        </m:e>
                      </m:nary>
                      <m:r>
                        <a:rPr lang="en-US" sz="2500" b="1">
                          <a:latin typeface="Cambria Math" panose="02040503050406030204" pitchFamily="18" charset="0"/>
                        </a:rPr>
                        <m:t>=</m:t>
                      </m:r>
                      <m:r>
                        <a:rPr lang="en-US" sz="2500" b="1" smtClean="0">
                          <a:solidFill>
                            <a:srgbClr val="7030A0"/>
                          </a:solidFill>
                          <a:latin typeface="Cambria Math" panose="02040503050406030204" pitchFamily="18" charset="0"/>
                        </a:rPr>
                        <m:t>𝐚</m:t>
                      </m:r>
                      <m:nary>
                        <m:naryPr>
                          <m:chr m:val="∑"/>
                          <m:limLoc m:val="undOvr"/>
                          <m:subHide m:val="on"/>
                          <m:supHide m:val="on"/>
                          <m:ctrlPr>
                            <a:rPr lang="en-US" sz="2500" b="1" i="1">
                              <a:solidFill>
                                <a:srgbClr val="C00000"/>
                              </a:solidFill>
                              <a:latin typeface="Cambria Math" panose="02040503050406030204" pitchFamily="18" charset="0"/>
                            </a:rPr>
                          </m:ctrlPr>
                        </m:naryPr>
                        <m:sub/>
                        <m:sup/>
                        <m:e>
                          <m:sSup>
                            <m:sSupPr>
                              <m:ctrlPr>
                                <a:rPr lang="en-US" sz="2500" b="1" i="1" smtClean="0">
                                  <a:solidFill>
                                    <a:srgbClr val="C00000"/>
                                  </a:solidFill>
                                  <a:latin typeface="Cambria Math" panose="02040503050406030204" pitchFamily="18" charset="0"/>
                                </a:rPr>
                              </m:ctrlPr>
                            </m:sSupPr>
                            <m:e>
                              <m:r>
                                <a:rPr lang="en-US" sz="2500" b="1">
                                  <a:solidFill>
                                    <a:srgbClr val="C00000"/>
                                  </a:solidFill>
                                  <a:latin typeface="Cambria Math" panose="02040503050406030204" pitchFamily="18" charset="0"/>
                                </a:rPr>
                                <m:t>𝐱</m:t>
                              </m:r>
                            </m:e>
                            <m:sup>
                              <m:r>
                                <a:rPr lang="en-US" sz="2500" b="1" i="0" smtClean="0">
                                  <a:solidFill>
                                    <a:srgbClr val="C00000"/>
                                  </a:solidFill>
                                  <a:latin typeface="Cambria Math" panose="02040503050406030204" pitchFamily="18" charset="0"/>
                                </a:rPr>
                                <m:t>𝟐</m:t>
                              </m:r>
                            </m:sup>
                          </m:sSup>
                        </m:e>
                      </m:nary>
                      <m:r>
                        <a:rPr lang="en-US" sz="2500" b="1">
                          <a:latin typeface="Cambria Math" panose="02040503050406030204" pitchFamily="18" charset="0"/>
                        </a:rPr>
                        <m:t>+</m:t>
                      </m:r>
                      <m:r>
                        <a:rPr lang="en-US" sz="2500" b="1">
                          <a:solidFill>
                            <a:srgbClr val="C00000"/>
                          </a:solidFill>
                          <a:latin typeface="Cambria Math" panose="02040503050406030204" pitchFamily="18" charset="0"/>
                        </a:rPr>
                        <m:t>  </m:t>
                      </m:r>
                      <m:r>
                        <a:rPr lang="en-US" sz="2500" b="1" smtClean="0">
                          <a:solidFill>
                            <a:srgbClr val="7030A0"/>
                          </a:solidFill>
                          <a:latin typeface="Cambria Math" panose="02040503050406030204" pitchFamily="18" charset="0"/>
                        </a:rPr>
                        <m:t>𝐛</m:t>
                      </m:r>
                      <m:nary>
                        <m:naryPr>
                          <m:chr m:val="∑"/>
                          <m:limLoc m:val="undOvr"/>
                          <m:subHide m:val="on"/>
                          <m:supHide m:val="on"/>
                          <m:ctrlPr>
                            <a:rPr lang="en-US" sz="2500" b="1" i="1">
                              <a:solidFill>
                                <a:srgbClr val="C00000"/>
                              </a:solidFill>
                              <a:latin typeface="Cambria Math" panose="02040503050406030204" pitchFamily="18" charset="0"/>
                            </a:rPr>
                          </m:ctrlPr>
                        </m:naryPr>
                        <m:sub/>
                        <m:sup/>
                        <m:e>
                          <m:sSup>
                            <m:sSupPr>
                              <m:ctrlPr>
                                <a:rPr lang="en-US" sz="2500" b="1" i="1">
                                  <a:solidFill>
                                    <a:srgbClr val="C00000"/>
                                  </a:solidFill>
                                  <a:latin typeface="Cambria Math" panose="02040503050406030204" pitchFamily="18" charset="0"/>
                                </a:rPr>
                              </m:ctrlPr>
                            </m:sSupPr>
                            <m:e>
                              <m:r>
                                <a:rPr lang="en-US" sz="2500" b="1">
                                  <a:solidFill>
                                    <a:srgbClr val="C00000"/>
                                  </a:solidFill>
                                  <a:latin typeface="Cambria Math" panose="02040503050406030204" pitchFamily="18" charset="0"/>
                                </a:rPr>
                                <m:t>𝐱</m:t>
                              </m:r>
                            </m:e>
                            <m:sup>
                              <m:r>
                                <a:rPr lang="en-US" sz="2500" b="1" i="1" smtClean="0">
                                  <a:solidFill>
                                    <a:srgbClr val="C00000"/>
                                  </a:solidFill>
                                  <a:latin typeface="Cambria Math" panose="02040503050406030204" pitchFamily="18" charset="0"/>
                                </a:rPr>
                                <m:t>𝟑</m:t>
                              </m:r>
                            </m:sup>
                          </m:sSup>
                        </m:e>
                      </m:nary>
                      <m:r>
                        <a:rPr lang="en-US" sz="2500" b="1" i="1">
                          <a:solidFill>
                            <a:srgbClr val="C00000"/>
                          </a:solidFill>
                          <a:latin typeface="Cambria Math" panose="02040503050406030204" pitchFamily="18" charset="0"/>
                        </a:rPr>
                        <m:t>  </m:t>
                      </m:r>
                      <m:r>
                        <a:rPr lang="en-US" sz="2500" b="1" i="1">
                          <a:latin typeface="Cambria Math" panose="02040503050406030204" pitchFamily="18" charset="0"/>
                        </a:rPr>
                        <m:t>+</m:t>
                      </m:r>
                      <m:r>
                        <a:rPr lang="en-US" sz="2500" b="1" i="1">
                          <a:solidFill>
                            <a:srgbClr val="C00000"/>
                          </a:solidFill>
                          <a:latin typeface="Cambria Math" panose="02040503050406030204" pitchFamily="18" charset="0"/>
                        </a:rPr>
                        <m:t>  </m:t>
                      </m:r>
                      <m:r>
                        <a:rPr lang="en-US" sz="2500" b="1" smtClean="0">
                          <a:solidFill>
                            <a:srgbClr val="7030A0"/>
                          </a:solidFill>
                          <a:latin typeface="Cambria Math" panose="02040503050406030204" pitchFamily="18" charset="0"/>
                        </a:rPr>
                        <m:t>𝐜</m:t>
                      </m:r>
                      <m:nary>
                        <m:naryPr>
                          <m:chr m:val="∑"/>
                          <m:limLoc m:val="undOvr"/>
                          <m:subHide m:val="on"/>
                          <m:supHide m:val="on"/>
                          <m:ctrlPr>
                            <a:rPr lang="en-US" sz="2500" b="1" i="1">
                              <a:solidFill>
                                <a:srgbClr val="C00000"/>
                              </a:solidFill>
                              <a:latin typeface="Cambria Math" panose="02040503050406030204" pitchFamily="18" charset="0"/>
                            </a:rPr>
                          </m:ctrlPr>
                        </m:naryPr>
                        <m:sub/>
                        <m:sup/>
                        <m:e>
                          <m:sSup>
                            <m:sSupPr>
                              <m:ctrlPr>
                                <a:rPr lang="en-US" sz="2500" b="1" i="1">
                                  <a:solidFill>
                                    <a:srgbClr val="C00000"/>
                                  </a:solidFill>
                                  <a:latin typeface="Cambria Math" panose="02040503050406030204" pitchFamily="18" charset="0"/>
                                </a:rPr>
                              </m:ctrlPr>
                            </m:sSupPr>
                            <m:e>
                              <m:r>
                                <a:rPr lang="en-US" sz="2500" b="1">
                                  <a:solidFill>
                                    <a:srgbClr val="C00000"/>
                                  </a:solidFill>
                                  <a:latin typeface="Cambria Math" panose="02040503050406030204" pitchFamily="18" charset="0"/>
                                </a:rPr>
                                <m:t>𝐱</m:t>
                              </m:r>
                            </m:e>
                            <m:sup>
                              <m:r>
                                <a:rPr lang="en-US" sz="2500" b="1" i="1" smtClean="0">
                                  <a:solidFill>
                                    <a:srgbClr val="C00000"/>
                                  </a:solidFill>
                                  <a:latin typeface="Cambria Math" panose="02040503050406030204" pitchFamily="18" charset="0"/>
                                </a:rPr>
                                <m:t>𝟒</m:t>
                              </m:r>
                            </m:sup>
                          </m:sSup>
                        </m:e>
                      </m:nary>
                    </m:oMath>
                  </m:oMathPara>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71"/>
                </a:stretch>
              </a:blipFill>
            </p:spPr>
            <p:txBody>
              <a:bodyPr/>
              <a:lstStyle/>
              <a:p>
                <a:r>
                  <a:rPr lang="en-US">
                    <a:noFill/>
                  </a:rPr>
                  <a:t> </a:t>
                </a:r>
              </a:p>
            </p:txBody>
          </p:sp>
        </mc:Fallback>
      </mc:AlternateContent>
    </p:spTree>
    <p:extLst>
      <p:ext uri="{BB962C8B-B14F-4D97-AF65-F5344CB8AC3E}">
        <p14:creationId xmlns:p14="http://schemas.microsoft.com/office/powerpoint/2010/main" val="10548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Quadratic Curve Fitting</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lvl="0"/>
                <a:r>
                  <a:rPr lang="en-US" dirty="0"/>
                  <a:t>Let,	</a:t>
                </a:r>
                <a14:m>
                  <m:oMath xmlns:m="http://schemas.openxmlformats.org/officeDocument/2006/math">
                    <m:d>
                      <m:dPr>
                        <m:ctrlPr>
                          <a:rPr lang="en-US" i="1">
                            <a:latin typeface="Cambria Math" panose="02040503050406030204" pitchFamily="18" charset="0"/>
                          </a:rPr>
                        </m:ctrlPr>
                      </m:dPr>
                      <m:e>
                        <m:sSub>
                          <m:sSubPr>
                            <m:ctrlPr>
                              <a:rPr lang="en-US" i="1">
                                <a:latin typeface="Cambria Math" panose="02040503050406030204" pitchFamily="18" charset="0"/>
                              </a:rPr>
                            </m:ctrlPr>
                          </m:sSubPr>
                          <m:e>
                            <m:r>
                              <m:rPr>
                                <m:sty m:val="p"/>
                              </m:rPr>
                              <a:rPr lang="en-US">
                                <a:latin typeface="Cambria Math" panose="02040503050406030204" pitchFamily="18" charset="0"/>
                              </a:rPr>
                              <m:t>x</m:t>
                            </m:r>
                          </m:e>
                          <m:sub>
                            <m:r>
                              <a:rPr lang="en-US">
                                <a:latin typeface="Cambria Math" panose="02040503050406030204" pitchFamily="18" charset="0"/>
                              </a:rPr>
                              <m:t>1</m:t>
                            </m:r>
                          </m:sub>
                        </m:sSub>
                        <m:r>
                          <a:rPr lang="en-US">
                            <a:latin typeface="Cambria Math" panose="02040503050406030204" pitchFamily="18" charset="0"/>
                          </a:rPr>
                          <m:t>, </m:t>
                        </m:r>
                        <m:sSub>
                          <m:sSubPr>
                            <m:ctrlPr>
                              <a:rPr lang="en-US" i="1">
                                <a:latin typeface="Cambria Math" panose="02040503050406030204" pitchFamily="18" charset="0"/>
                              </a:rPr>
                            </m:ctrlPr>
                          </m:sSubPr>
                          <m:e>
                            <m:r>
                              <m:rPr>
                                <m:sty m:val="p"/>
                              </m:rPr>
                              <a:rPr lang="en-US">
                                <a:latin typeface="Cambria Math" panose="02040503050406030204" pitchFamily="18" charset="0"/>
                              </a:rPr>
                              <m:t>y</m:t>
                            </m:r>
                          </m:e>
                          <m:sub>
                            <m:r>
                              <a:rPr lang="en-US">
                                <a:latin typeface="Cambria Math" panose="02040503050406030204" pitchFamily="18" charset="0"/>
                              </a:rPr>
                              <m:t>1</m:t>
                            </m:r>
                          </m:sub>
                        </m:sSub>
                      </m:e>
                    </m:d>
                    <m:r>
                      <a:rPr lang="en-US">
                        <a:latin typeface="Cambria Math" panose="02040503050406030204" pitchFamily="18" charset="0"/>
                      </a:rPr>
                      <m:t>, </m:t>
                    </m:r>
                    <m:r>
                      <a:rPr lang="en-US" i="1">
                        <a:latin typeface="Cambria Math" panose="02040503050406030204" pitchFamily="18" charset="0"/>
                      </a:rPr>
                      <m:t> </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m:rPr>
                                <m:sty m:val="p"/>
                              </m:rPr>
                              <a:rPr lang="en-US">
                                <a:latin typeface="Cambria Math" panose="02040503050406030204" pitchFamily="18" charset="0"/>
                              </a:rPr>
                              <m:t>x</m:t>
                            </m:r>
                          </m:e>
                          <m:sub>
                            <m:r>
                              <a:rPr lang="en-US">
                                <a:latin typeface="Cambria Math" panose="02040503050406030204" pitchFamily="18" charset="0"/>
                              </a:rPr>
                              <m:t>2</m:t>
                            </m:r>
                          </m:sub>
                        </m:sSub>
                        <m:r>
                          <a:rPr lang="en-US">
                            <a:latin typeface="Cambria Math" panose="02040503050406030204" pitchFamily="18" charset="0"/>
                          </a:rPr>
                          <m:t>, </m:t>
                        </m:r>
                        <m:sSub>
                          <m:sSubPr>
                            <m:ctrlPr>
                              <a:rPr lang="en-US" i="1">
                                <a:latin typeface="Cambria Math" panose="02040503050406030204" pitchFamily="18" charset="0"/>
                              </a:rPr>
                            </m:ctrlPr>
                          </m:sSubPr>
                          <m:e>
                            <m:r>
                              <m:rPr>
                                <m:sty m:val="p"/>
                              </m:rPr>
                              <a:rPr lang="en-US">
                                <a:latin typeface="Cambria Math" panose="02040503050406030204" pitchFamily="18" charset="0"/>
                              </a:rPr>
                              <m:t>y</m:t>
                            </m:r>
                          </m:e>
                          <m:sub>
                            <m:r>
                              <a:rPr lang="en-US">
                                <a:latin typeface="Cambria Math" panose="02040503050406030204" pitchFamily="18" charset="0"/>
                              </a:rPr>
                              <m:t>2</m:t>
                            </m:r>
                          </m:sub>
                        </m:sSub>
                      </m:e>
                    </m:d>
                    <m:r>
                      <a:rPr lang="en-US">
                        <a:latin typeface="Cambria Math" panose="02040503050406030204" pitchFamily="18" charset="0"/>
                      </a:rPr>
                      <m:t>,  ……,  </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m:rPr>
                                <m:sty m:val="p"/>
                              </m:rPr>
                              <a:rPr lang="en-US">
                                <a:latin typeface="Cambria Math" panose="02040503050406030204" pitchFamily="18" charset="0"/>
                              </a:rPr>
                              <m:t>x</m:t>
                            </m:r>
                          </m:e>
                          <m:sub>
                            <m:r>
                              <m:rPr>
                                <m:sty m:val="p"/>
                              </m:rPr>
                              <a:rPr lang="en-US">
                                <a:latin typeface="Cambria Math" panose="02040503050406030204" pitchFamily="18" charset="0"/>
                              </a:rPr>
                              <m:t>n</m:t>
                            </m:r>
                          </m:sub>
                        </m:sSub>
                        <m:r>
                          <a:rPr lang="en-US">
                            <a:latin typeface="Cambria Math" panose="02040503050406030204" pitchFamily="18" charset="0"/>
                          </a:rPr>
                          <m:t>, </m:t>
                        </m:r>
                        <m:sSub>
                          <m:sSubPr>
                            <m:ctrlPr>
                              <a:rPr lang="en-US" i="1">
                                <a:latin typeface="Cambria Math" panose="02040503050406030204" pitchFamily="18" charset="0"/>
                              </a:rPr>
                            </m:ctrlPr>
                          </m:sSubPr>
                          <m:e>
                            <m:r>
                              <m:rPr>
                                <m:sty m:val="p"/>
                              </m:rPr>
                              <a:rPr lang="en-US">
                                <a:latin typeface="Cambria Math" panose="02040503050406030204" pitchFamily="18" charset="0"/>
                              </a:rPr>
                              <m:t>y</m:t>
                            </m:r>
                          </m:e>
                          <m:sub>
                            <m:r>
                              <m:rPr>
                                <m:sty m:val="p"/>
                              </m:rPr>
                              <a:rPr lang="en-US">
                                <a:latin typeface="Cambria Math" panose="02040503050406030204" pitchFamily="18" charset="0"/>
                              </a:rPr>
                              <m:t>n</m:t>
                            </m:r>
                          </m:sub>
                        </m:sSub>
                      </m:e>
                    </m:d>
                  </m:oMath>
                </a14:m>
                <a:r>
                  <a:rPr lang="en-US" dirty="0"/>
                  <a:t> be the set of </a:t>
                </a:r>
                <a14:m>
                  <m:oMath xmlns:m="http://schemas.openxmlformats.org/officeDocument/2006/math">
                    <m:r>
                      <m:rPr>
                        <m:sty m:val="p"/>
                      </m:rPr>
                      <a:rPr lang="en-US" i="0" dirty="0" smtClean="0">
                        <a:solidFill>
                          <a:srgbClr val="FF0000"/>
                        </a:solidFill>
                        <a:latin typeface="Cambria Math" panose="02040503050406030204" pitchFamily="18" charset="0"/>
                      </a:rPr>
                      <m:t>n</m:t>
                    </m:r>
                  </m:oMath>
                </a14:m>
                <a:r>
                  <a:rPr lang="en-US" dirty="0"/>
                  <a:t> values.</a:t>
                </a:r>
              </a:p>
              <a:p>
                <a:pPr lvl="0"/>
                <a:r>
                  <a:rPr lang="en-US" dirty="0"/>
                  <a:t>Let,	the relation between </a:t>
                </a:r>
                <a14:m>
                  <m:oMath xmlns:m="http://schemas.openxmlformats.org/officeDocument/2006/math">
                    <m:r>
                      <m:rPr>
                        <m:sty m:val="p"/>
                      </m:rPr>
                      <a:rPr lang="en-US" i="0" dirty="0" smtClean="0">
                        <a:latin typeface="Cambria Math" panose="02040503050406030204" pitchFamily="18" charset="0"/>
                      </a:rPr>
                      <m:t>x</m:t>
                    </m:r>
                  </m:oMath>
                </a14:m>
                <a:r>
                  <a:rPr lang="en-US" dirty="0"/>
                  <a:t> and </a:t>
                </a:r>
                <a14:m>
                  <m:oMath xmlns:m="http://schemas.openxmlformats.org/officeDocument/2006/math">
                    <m:r>
                      <m:rPr>
                        <m:sty m:val="p"/>
                      </m:rPr>
                      <a:rPr lang="en-US" i="0" dirty="0" smtClean="0">
                        <a:latin typeface="Cambria Math" panose="02040503050406030204" pitchFamily="18" charset="0"/>
                      </a:rPr>
                      <m:t>y</m:t>
                    </m:r>
                  </m:oMath>
                </a14:m>
                <a:r>
                  <a:rPr lang="en-US" dirty="0"/>
                  <a:t> be </a:t>
                </a:r>
                <a14:m>
                  <m:oMath xmlns:m="http://schemas.openxmlformats.org/officeDocument/2006/math">
                    <m:r>
                      <m:rPr>
                        <m:sty m:val="p"/>
                      </m:rPr>
                      <a:rPr lang="en-US" b="0" i="0" smtClean="0">
                        <a:solidFill>
                          <a:srgbClr val="FF0000"/>
                        </a:solidFill>
                        <a:latin typeface="Cambria Math" panose="02040503050406030204" pitchFamily="18" charset="0"/>
                      </a:rPr>
                      <m:t>y</m:t>
                    </m:r>
                    <m:r>
                      <a:rPr lang="en-US" b="0" i="0" smtClean="0">
                        <a:solidFill>
                          <a:srgbClr val="FF0000"/>
                        </a:solidFill>
                        <a:latin typeface="Cambria Math" panose="02040503050406030204" pitchFamily="18" charset="0"/>
                      </a:rPr>
                      <m:t>=</m:t>
                    </m:r>
                    <m:r>
                      <m:rPr>
                        <m:sty m:val="p"/>
                      </m:rPr>
                      <a:rPr lang="en-US" b="0" i="0" smtClean="0">
                        <a:solidFill>
                          <a:srgbClr val="FF0000"/>
                        </a:solidFill>
                        <a:latin typeface="Cambria Math" panose="02040503050406030204" pitchFamily="18" charset="0"/>
                      </a:rPr>
                      <m:t>a</m:t>
                    </m:r>
                    <m:r>
                      <a:rPr lang="en-US" b="0" i="0" smtClean="0">
                        <a:solidFill>
                          <a:srgbClr val="FF0000"/>
                        </a:solidFill>
                        <a:latin typeface="Cambria Math" panose="02040503050406030204" pitchFamily="18" charset="0"/>
                      </a:rPr>
                      <m:t>+</m:t>
                    </m:r>
                    <m:r>
                      <m:rPr>
                        <m:sty m:val="p"/>
                      </m:rPr>
                      <a:rPr lang="en-US" b="0" i="0" smtClean="0">
                        <a:solidFill>
                          <a:srgbClr val="FF0000"/>
                        </a:solidFill>
                        <a:latin typeface="Cambria Math" panose="02040503050406030204" pitchFamily="18" charset="0"/>
                      </a:rPr>
                      <m:t>bx</m:t>
                    </m:r>
                    <m:r>
                      <a:rPr lang="en-US" b="0" i="0" smtClean="0">
                        <a:solidFill>
                          <a:srgbClr val="FF0000"/>
                        </a:solidFill>
                        <a:latin typeface="Cambria Math" panose="02040503050406030204" pitchFamily="18" charset="0"/>
                      </a:rPr>
                      <m:t>+</m:t>
                    </m:r>
                    <m:r>
                      <m:rPr>
                        <m:sty m:val="p"/>
                      </m:rPr>
                      <a:rPr lang="en-US" b="0" i="0" smtClean="0">
                        <a:solidFill>
                          <a:srgbClr val="FF0000"/>
                        </a:solidFill>
                        <a:latin typeface="Cambria Math" panose="02040503050406030204" pitchFamily="18" charset="0"/>
                      </a:rPr>
                      <m:t>c</m:t>
                    </m:r>
                    <m:sSup>
                      <m:sSupPr>
                        <m:ctrlPr>
                          <a:rPr lang="en-US" i="1" smtClean="0">
                            <a:solidFill>
                              <a:srgbClr val="FF0000"/>
                            </a:solidFill>
                            <a:latin typeface="Cambria Math" panose="02040503050406030204" pitchFamily="18" charset="0"/>
                          </a:rPr>
                        </m:ctrlPr>
                      </m:sSupPr>
                      <m:e>
                        <m:r>
                          <m:rPr>
                            <m:sty m:val="p"/>
                          </m:rPr>
                          <a:rPr lang="en-US" b="0" i="0" smtClean="0">
                            <a:solidFill>
                              <a:srgbClr val="FF0000"/>
                            </a:solidFill>
                            <a:latin typeface="Cambria Math" panose="02040503050406030204" pitchFamily="18" charset="0"/>
                          </a:rPr>
                          <m:t>x</m:t>
                        </m:r>
                      </m:e>
                      <m:sup>
                        <m:r>
                          <a:rPr lang="en-US" b="0" i="0" smtClean="0">
                            <a:solidFill>
                              <a:srgbClr val="FF0000"/>
                            </a:solidFill>
                            <a:latin typeface="Cambria Math" panose="02040503050406030204" pitchFamily="18" charset="0"/>
                          </a:rPr>
                          <m:t>2</m:t>
                        </m:r>
                      </m:sup>
                    </m:sSup>
                    <m:r>
                      <a:rPr lang="en-US" b="1">
                        <a:latin typeface="Cambria Math" panose="02040503050406030204" pitchFamily="18" charset="0"/>
                      </a:rPr>
                      <m:t>.</m:t>
                    </m:r>
                  </m:oMath>
                </a14:m>
                <a:endParaRPr lang="en-US" dirty="0"/>
              </a:p>
              <a:p>
                <a:pPr lvl="0"/>
                <a:r>
                  <a:rPr lang="en-US" dirty="0"/>
                  <a:t>To find the best fitting parabola to the given data, </a:t>
                </a:r>
              </a:p>
              <a:p>
                <a:pPr marL="288925" lvl="0" indent="0">
                  <a:buNone/>
                </a:pPr>
                <a:r>
                  <a:rPr lang="en-US" dirty="0"/>
                  <a:t>we need to find the best values of </a:t>
                </a:r>
                <a14:m>
                  <m:oMath xmlns:m="http://schemas.openxmlformats.org/officeDocument/2006/math">
                    <m:r>
                      <m:rPr>
                        <m:sty m:val="p"/>
                      </m:rPr>
                      <a:rPr lang="en-US" dirty="0">
                        <a:solidFill>
                          <a:srgbClr val="FF0000"/>
                        </a:solidFill>
                        <a:latin typeface="Cambria Math" panose="02040503050406030204" pitchFamily="18" charset="0"/>
                      </a:rPr>
                      <m:t>a</m:t>
                    </m:r>
                    <m:r>
                      <a:rPr lang="en-US" b="0" i="0" dirty="0" smtClean="0">
                        <a:solidFill>
                          <a:srgbClr val="002060"/>
                        </a:solidFill>
                        <a:latin typeface="Cambria Math" panose="02040503050406030204" pitchFamily="18" charset="0"/>
                      </a:rPr>
                      <m:t>,</m:t>
                    </m:r>
                    <m:r>
                      <a:rPr lang="en-US" b="0" i="0" dirty="0" smtClean="0">
                        <a:solidFill>
                          <a:srgbClr val="FF0000"/>
                        </a:solidFill>
                        <a:latin typeface="Cambria Math" panose="02040503050406030204" pitchFamily="18" charset="0"/>
                      </a:rPr>
                      <m:t> </m:t>
                    </m:r>
                    <m:r>
                      <m:rPr>
                        <m:sty m:val="p"/>
                      </m:rPr>
                      <a:rPr lang="en-US" b="0" i="0" dirty="0" smtClean="0">
                        <a:solidFill>
                          <a:srgbClr val="FF0000"/>
                        </a:solidFill>
                        <a:latin typeface="Cambria Math" panose="02040503050406030204" pitchFamily="18" charset="0"/>
                      </a:rPr>
                      <m:t>b</m:t>
                    </m:r>
                  </m:oMath>
                </a14:m>
                <a:r>
                  <a:rPr lang="en-US" dirty="0"/>
                  <a:t> &amp; </a:t>
                </a:r>
                <a14:m>
                  <m:oMath xmlns:m="http://schemas.openxmlformats.org/officeDocument/2006/math">
                    <m:r>
                      <m:rPr>
                        <m:sty m:val="p"/>
                      </m:rPr>
                      <a:rPr lang="en-US" b="0" i="0" dirty="0" smtClean="0">
                        <a:solidFill>
                          <a:srgbClr val="FF0000"/>
                        </a:solidFill>
                        <a:latin typeface="Cambria Math" panose="02040503050406030204" pitchFamily="18" charset="0"/>
                      </a:rPr>
                      <m:t>c</m:t>
                    </m:r>
                  </m:oMath>
                </a14:m>
                <a:r>
                  <a:rPr lang="en-US" dirty="0"/>
                  <a:t> by solving three </a:t>
                </a:r>
                <a:r>
                  <a:rPr lang="en-US" dirty="0">
                    <a:solidFill>
                      <a:srgbClr val="FF0000"/>
                    </a:solidFill>
                  </a:rPr>
                  <a:t>normal</a:t>
                </a:r>
                <a:r>
                  <a:rPr lang="en-US" dirty="0"/>
                  <a:t> </a:t>
                </a:r>
                <a:r>
                  <a:rPr lang="en-US" dirty="0">
                    <a:solidFill>
                      <a:srgbClr val="FF0000"/>
                    </a:solidFill>
                  </a:rPr>
                  <a:t>equations</a:t>
                </a:r>
                <a:r>
                  <a:rPr lang="en-US" dirty="0"/>
                  <a:t>:</a:t>
                </a:r>
              </a:p>
              <a:p>
                <a:endParaRPr lang="en-US" dirty="0"/>
              </a:p>
              <a:p>
                <a:r>
                  <a:rPr lang="en-US" dirty="0"/>
                  <a:t>By </a:t>
                </a:r>
                <a:r>
                  <a:rPr lang="en-US" dirty="0">
                    <a:solidFill>
                      <a:srgbClr val="FF0000"/>
                    </a:solidFill>
                  </a:rPr>
                  <a:t>substituting</a:t>
                </a:r>
                <a:r>
                  <a:rPr lang="en-US" dirty="0"/>
                  <a:t> the values of </a:t>
                </a:r>
                <a14:m>
                  <m:oMath xmlns:m="http://schemas.openxmlformats.org/officeDocument/2006/math">
                    <m:r>
                      <m:rPr>
                        <m:sty m:val="p"/>
                      </m:rPr>
                      <a:rPr lang="en-US" dirty="0">
                        <a:solidFill>
                          <a:srgbClr val="FF0000"/>
                        </a:solidFill>
                        <a:latin typeface="Cambria Math" panose="02040503050406030204" pitchFamily="18" charset="0"/>
                      </a:rPr>
                      <m:t>a</m:t>
                    </m:r>
                    <m:r>
                      <a:rPr lang="en-US" dirty="0" smtClean="0">
                        <a:solidFill>
                          <a:srgbClr val="002060"/>
                        </a:solidFill>
                        <a:latin typeface="Cambria Math" panose="02040503050406030204" pitchFamily="18" charset="0"/>
                      </a:rPr>
                      <m:t>, </m:t>
                    </m:r>
                    <m:r>
                      <m:rPr>
                        <m:sty m:val="p"/>
                      </m:rPr>
                      <a:rPr lang="en-US" dirty="0">
                        <a:solidFill>
                          <a:srgbClr val="FF0000"/>
                        </a:solidFill>
                        <a:latin typeface="Cambria Math" panose="02040503050406030204" pitchFamily="18" charset="0"/>
                      </a:rPr>
                      <m:t>b</m:t>
                    </m:r>
                  </m:oMath>
                </a14:m>
                <a:r>
                  <a:rPr lang="en-US" dirty="0"/>
                  <a:t> and </a:t>
                </a:r>
                <a14:m>
                  <m:oMath xmlns:m="http://schemas.openxmlformats.org/officeDocument/2006/math">
                    <m:r>
                      <m:rPr>
                        <m:sty m:val="p"/>
                      </m:rPr>
                      <a:rPr lang="en-US" b="0" i="0" dirty="0" smtClean="0">
                        <a:solidFill>
                          <a:srgbClr val="FF0000"/>
                        </a:solidFill>
                        <a:latin typeface="Cambria Math" panose="02040503050406030204" pitchFamily="18" charset="0"/>
                      </a:rPr>
                      <m:t>c</m:t>
                    </m:r>
                  </m:oMath>
                </a14:m>
                <a:r>
                  <a:rPr lang="en-US" dirty="0"/>
                  <a:t> in the </a:t>
                </a:r>
                <a14:m>
                  <m:oMath xmlns:m="http://schemas.openxmlformats.org/officeDocument/2006/math">
                    <m:r>
                      <m:rPr>
                        <m:sty m:val="p"/>
                      </m:rPr>
                      <a:rPr lang="en-US">
                        <a:solidFill>
                          <a:srgbClr val="FF0000"/>
                        </a:solidFill>
                        <a:latin typeface="Cambria Math" panose="02040503050406030204" pitchFamily="18" charset="0"/>
                      </a:rPr>
                      <m:t>y</m:t>
                    </m:r>
                    <m:r>
                      <a:rPr lang="en-US">
                        <a:solidFill>
                          <a:srgbClr val="FF0000"/>
                        </a:solidFill>
                        <a:latin typeface="Cambria Math" panose="02040503050406030204" pitchFamily="18" charset="0"/>
                      </a:rPr>
                      <m:t>=</m:t>
                    </m:r>
                    <m:r>
                      <m:rPr>
                        <m:sty m:val="p"/>
                      </m:rPr>
                      <a:rPr lang="en-US">
                        <a:solidFill>
                          <a:srgbClr val="FF0000"/>
                        </a:solidFill>
                        <a:latin typeface="Cambria Math" panose="02040503050406030204" pitchFamily="18" charset="0"/>
                      </a:rPr>
                      <m:t>a</m:t>
                    </m:r>
                    <m:r>
                      <a:rPr lang="en-US">
                        <a:solidFill>
                          <a:srgbClr val="FF0000"/>
                        </a:solidFill>
                        <a:latin typeface="Cambria Math" panose="02040503050406030204" pitchFamily="18" charset="0"/>
                      </a:rPr>
                      <m:t>+</m:t>
                    </m:r>
                    <m:r>
                      <m:rPr>
                        <m:sty m:val="p"/>
                      </m:rPr>
                      <a:rPr lang="en-US">
                        <a:solidFill>
                          <a:srgbClr val="FF0000"/>
                        </a:solidFill>
                        <a:latin typeface="Cambria Math" panose="02040503050406030204" pitchFamily="18" charset="0"/>
                      </a:rPr>
                      <m:t>bx</m:t>
                    </m:r>
                    <m:r>
                      <a:rPr lang="en-US" b="0" i="0" smtClean="0">
                        <a:solidFill>
                          <a:srgbClr val="FF0000"/>
                        </a:solidFill>
                        <a:latin typeface="Cambria Math" panose="02040503050406030204" pitchFamily="18" charset="0"/>
                      </a:rPr>
                      <m:t>+</m:t>
                    </m:r>
                    <m:sSup>
                      <m:sSupPr>
                        <m:ctrlPr>
                          <a:rPr lang="en-US" b="0" i="1" smtClean="0">
                            <a:solidFill>
                              <a:srgbClr val="FF0000"/>
                            </a:solidFill>
                            <a:latin typeface="Cambria Math" panose="02040503050406030204" pitchFamily="18" charset="0"/>
                          </a:rPr>
                        </m:ctrlPr>
                      </m:sSupPr>
                      <m:e>
                        <m:r>
                          <m:rPr>
                            <m:sty m:val="p"/>
                          </m:rPr>
                          <a:rPr lang="en-US" b="0" i="0" smtClean="0">
                            <a:solidFill>
                              <a:srgbClr val="FF0000"/>
                            </a:solidFill>
                            <a:latin typeface="Cambria Math" panose="02040503050406030204" pitchFamily="18" charset="0"/>
                          </a:rPr>
                          <m:t>cx</m:t>
                        </m:r>
                      </m:e>
                      <m:sup>
                        <m:r>
                          <a:rPr lang="en-US" b="0" i="0" smtClean="0">
                            <a:solidFill>
                              <a:srgbClr val="FF0000"/>
                            </a:solidFill>
                            <a:latin typeface="Cambria Math" panose="02040503050406030204" pitchFamily="18" charset="0"/>
                          </a:rPr>
                          <m:t>2</m:t>
                        </m:r>
                      </m:sup>
                    </m:sSup>
                  </m:oMath>
                </a14:m>
                <a:r>
                  <a:rPr lang="en-US" dirty="0"/>
                  <a:t>, We will obtain the best fitting parabola to the given data.</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71" r="-1074"/>
                </a:stretch>
              </a:blipFill>
            </p:spPr>
            <p:txBody>
              <a:bodyPr/>
              <a:lstStyle/>
              <a:p>
                <a:r>
                  <a:rPr lang="en-US">
                    <a:noFill/>
                  </a:rPr>
                  <a:t> </a:t>
                </a:r>
              </a:p>
            </p:txBody>
          </p:sp>
        </mc:Fallback>
      </mc:AlternateContent>
    </p:spTree>
    <p:extLst>
      <p:ext uri="{BB962C8B-B14F-4D97-AF65-F5344CB8AC3E}">
        <p14:creationId xmlns:p14="http://schemas.microsoft.com/office/powerpoint/2010/main" val="3494496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Procedure to find best fitting parabola to the given data</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514350" indent="-514350">
                  <a:buFont typeface="+mj-lt"/>
                  <a:buAutoNum type="arabicParenR"/>
                </a:pPr>
                <a:r>
                  <a:rPr lang="en-US" dirty="0">
                    <a:solidFill>
                      <a:srgbClr val="FF0000"/>
                    </a:solidFill>
                  </a:rPr>
                  <a:t>Store</a:t>
                </a:r>
                <a:r>
                  <a:rPr lang="en-US" dirty="0">
                    <a:solidFill>
                      <a:srgbClr val="002060"/>
                    </a:solidFill>
                  </a:rPr>
                  <a:t> the given data(</a:t>
                </a:r>
                <a14:m>
                  <m:oMath xmlns:m="http://schemas.openxmlformats.org/officeDocument/2006/math">
                    <m:r>
                      <m:rPr>
                        <m:sty m:val="p"/>
                      </m:rPr>
                      <a:rPr lang="en-US" i="0" dirty="0" smtClean="0">
                        <a:solidFill>
                          <a:srgbClr val="FF0000"/>
                        </a:solidFill>
                        <a:latin typeface="Cambria Math" panose="02040503050406030204" pitchFamily="18" charset="0"/>
                      </a:rPr>
                      <m:t>n</m:t>
                    </m:r>
                  </m:oMath>
                </a14:m>
                <a:r>
                  <a:rPr lang="en-US" dirty="0">
                    <a:solidFill>
                      <a:srgbClr val="002060"/>
                    </a:solidFill>
                  </a:rPr>
                  <a:t> points) in the scientific calculator(fx-82MS).</a:t>
                </a:r>
              </a:p>
              <a:p>
                <a:pPr marL="514350" indent="-514350">
                  <a:lnSpc>
                    <a:spcPct val="200000"/>
                  </a:lnSpc>
                  <a:buFont typeface="+mj-lt"/>
                  <a:buAutoNum type="arabicParenR"/>
                </a:pPr>
                <a:r>
                  <a:rPr lang="en-US" dirty="0">
                    <a:solidFill>
                      <a:srgbClr val="FF0000"/>
                    </a:solidFill>
                  </a:rPr>
                  <a:t>Find</a:t>
                </a:r>
                <a:r>
                  <a:rPr lang="en-US" dirty="0">
                    <a:solidFill>
                      <a:srgbClr val="002060"/>
                    </a:solidFill>
                  </a:rPr>
                  <a:t> the values of </a:t>
                </a:r>
                <a:r>
                  <a:rPr lang="en-US" dirty="0">
                    <a:solidFill>
                      <a:srgbClr val="FF0000"/>
                    </a:solidFill>
                  </a:rPr>
                  <a:t>following</a:t>
                </a:r>
                <a:r>
                  <a:rPr lang="en-US" dirty="0">
                    <a:solidFill>
                      <a:srgbClr val="002060"/>
                    </a:solidFill>
                  </a:rPr>
                  <a:t> from the calculator:</a:t>
                </a:r>
              </a:p>
              <a:p>
                <a:pPr marL="509588" indent="0">
                  <a:lnSpc>
                    <a:spcPct val="200000"/>
                  </a:lnSpc>
                  <a:buNone/>
                </a:pPr>
                <a:r>
                  <a:rPr lang="en-US" b="0" dirty="0">
                    <a:solidFill>
                      <a:srgbClr val="002060"/>
                    </a:solidFill>
                  </a:rPr>
                  <a:t> </a:t>
                </a:r>
                <a14:m>
                  <m:oMath xmlns:m="http://schemas.openxmlformats.org/officeDocument/2006/math">
                    <m:r>
                      <m:rPr>
                        <m:sty m:val="p"/>
                      </m:rPr>
                      <a:rPr lang="en-US" b="0" i="0" smtClean="0">
                        <a:solidFill>
                          <a:srgbClr val="002060"/>
                        </a:solidFill>
                        <a:latin typeface="Cambria Math" panose="02040503050406030204" pitchFamily="18" charset="0"/>
                      </a:rPr>
                      <m:t>n</m:t>
                    </m:r>
                    <m:r>
                      <a:rPr lang="en-US" b="0" i="0" smtClean="0">
                        <a:solidFill>
                          <a:srgbClr val="002060"/>
                        </a:solidFill>
                        <a:latin typeface="Cambria Math" panose="02040503050406030204" pitchFamily="18" charset="0"/>
                      </a:rPr>
                      <m:t>,   </m:t>
                    </m:r>
                    <m:nary>
                      <m:naryPr>
                        <m:chr m:val="∑"/>
                        <m:limLoc m:val="undOvr"/>
                        <m:subHide m:val="on"/>
                        <m:supHide m:val="on"/>
                        <m:ctrlPr>
                          <a:rPr lang="en-US" i="1" smtClean="0">
                            <a:solidFill>
                              <a:srgbClr val="002060"/>
                            </a:solidFill>
                            <a:latin typeface="Cambria Math" panose="02040503050406030204" pitchFamily="18" charset="0"/>
                          </a:rPr>
                        </m:ctrlPr>
                      </m:naryPr>
                      <m:sub/>
                      <m:sup/>
                      <m:e>
                        <m:r>
                          <m:rPr>
                            <m:sty m:val="p"/>
                          </m:rPr>
                          <a:rPr lang="en-US" b="0" i="0">
                            <a:solidFill>
                              <a:srgbClr val="002060"/>
                            </a:solidFill>
                            <a:latin typeface="Cambria Math" panose="02040503050406030204" pitchFamily="18" charset="0"/>
                          </a:rPr>
                          <m:t>x</m:t>
                        </m:r>
                      </m:e>
                    </m:nary>
                    <m:r>
                      <a:rPr lang="en-US" b="0" i="0">
                        <a:solidFill>
                          <a:srgbClr val="002060"/>
                        </a:solidFill>
                        <a:latin typeface="Cambria Math" panose="02040503050406030204" pitchFamily="18" charset="0"/>
                      </a:rPr>
                      <m:t>,</m:t>
                    </m:r>
                    <m:r>
                      <a:rPr lang="en-US" b="0" i="0" smtClean="0">
                        <a:solidFill>
                          <a:srgbClr val="002060"/>
                        </a:solidFill>
                        <a:latin typeface="Cambria Math" panose="02040503050406030204" pitchFamily="18" charset="0"/>
                      </a:rPr>
                      <m:t>   </m:t>
                    </m:r>
                    <m:nary>
                      <m:naryPr>
                        <m:chr m:val="∑"/>
                        <m:limLoc m:val="undOvr"/>
                        <m:subHide m:val="on"/>
                        <m:supHide m:val="on"/>
                        <m:ctrlPr>
                          <a:rPr lang="en-US" i="1">
                            <a:latin typeface="Cambria Math" panose="02040503050406030204" pitchFamily="18" charset="0"/>
                          </a:rPr>
                        </m:ctrlPr>
                      </m:naryPr>
                      <m:sub/>
                      <m:sup/>
                      <m:e>
                        <m:sSup>
                          <m:sSupPr>
                            <m:ctrlPr>
                              <a:rPr lang="en-US" i="1">
                                <a:latin typeface="Cambria Math" panose="02040503050406030204" pitchFamily="18" charset="0"/>
                              </a:rPr>
                            </m:ctrlPr>
                          </m:sSupPr>
                          <m:e>
                            <m:r>
                              <m:rPr>
                                <m:sty m:val="p"/>
                              </m:rPr>
                              <a:rPr lang="en-US">
                                <a:latin typeface="Cambria Math" panose="02040503050406030204" pitchFamily="18" charset="0"/>
                              </a:rPr>
                              <m:t>x</m:t>
                            </m:r>
                          </m:e>
                          <m:sup>
                            <m:r>
                              <a:rPr lang="en-US">
                                <a:latin typeface="Cambria Math" panose="02040503050406030204" pitchFamily="18" charset="0"/>
                              </a:rPr>
                              <m:t>2</m:t>
                            </m:r>
                          </m:sup>
                        </m:sSup>
                      </m:e>
                    </m:nary>
                    <m:r>
                      <a:rPr lang="en-US" b="0" i="0">
                        <a:solidFill>
                          <a:srgbClr val="002060"/>
                        </a:solidFill>
                        <a:latin typeface="Cambria Math" panose="02040503050406030204" pitchFamily="18" charset="0"/>
                      </a:rPr>
                      <m:t>,</m:t>
                    </m:r>
                    <m:r>
                      <a:rPr lang="en-US" b="0" i="0" smtClean="0">
                        <a:solidFill>
                          <a:srgbClr val="002060"/>
                        </a:solidFill>
                        <a:latin typeface="Cambria Math" panose="02040503050406030204" pitchFamily="18" charset="0"/>
                      </a:rPr>
                      <m:t>   </m:t>
                    </m:r>
                    <m:nary>
                      <m:naryPr>
                        <m:chr m:val="∑"/>
                        <m:limLoc m:val="undOvr"/>
                        <m:subHide m:val="on"/>
                        <m:supHide m:val="on"/>
                        <m:ctrlPr>
                          <a:rPr lang="en-US" i="1">
                            <a:latin typeface="Cambria Math" panose="02040503050406030204" pitchFamily="18" charset="0"/>
                          </a:rPr>
                        </m:ctrlPr>
                      </m:naryPr>
                      <m:sub/>
                      <m:sup/>
                      <m:e>
                        <m:sSup>
                          <m:sSupPr>
                            <m:ctrlPr>
                              <a:rPr lang="en-US" i="1">
                                <a:latin typeface="Cambria Math" panose="02040503050406030204" pitchFamily="18" charset="0"/>
                              </a:rPr>
                            </m:ctrlPr>
                          </m:sSupPr>
                          <m:e>
                            <m:r>
                              <m:rPr>
                                <m:sty m:val="p"/>
                              </m:rPr>
                              <a:rPr lang="en-US">
                                <a:latin typeface="Cambria Math" panose="02040503050406030204" pitchFamily="18" charset="0"/>
                              </a:rPr>
                              <m:t>x</m:t>
                            </m:r>
                          </m:e>
                          <m:sup>
                            <m:r>
                              <a:rPr lang="en-US">
                                <a:latin typeface="Cambria Math" panose="02040503050406030204" pitchFamily="18" charset="0"/>
                              </a:rPr>
                              <m:t>3</m:t>
                            </m:r>
                          </m:sup>
                        </m:sSup>
                      </m:e>
                    </m:nary>
                    <m:r>
                      <a:rPr lang="en-US" b="0" i="0">
                        <a:solidFill>
                          <a:srgbClr val="002060"/>
                        </a:solidFill>
                        <a:latin typeface="Cambria Math" panose="02040503050406030204" pitchFamily="18" charset="0"/>
                      </a:rPr>
                      <m:t>,</m:t>
                    </m:r>
                    <m:r>
                      <a:rPr lang="en-US" b="0" i="0" smtClean="0">
                        <a:solidFill>
                          <a:srgbClr val="002060"/>
                        </a:solidFill>
                        <a:latin typeface="Cambria Math" panose="02040503050406030204" pitchFamily="18" charset="0"/>
                      </a:rPr>
                      <m:t>   </m:t>
                    </m:r>
                    <m:nary>
                      <m:naryPr>
                        <m:chr m:val="∑"/>
                        <m:limLoc m:val="undOvr"/>
                        <m:subHide m:val="on"/>
                        <m:supHide m:val="on"/>
                        <m:ctrlPr>
                          <a:rPr lang="en-US" i="1">
                            <a:latin typeface="Cambria Math" panose="02040503050406030204" pitchFamily="18" charset="0"/>
                          </a:rPr>
                        </m:ctrlPr>
                      </m:naryPr>
                      <m:sub/>
                      <m:sup/>
                      <m:e>
                        <m:sSup>
                          <m:sSupPr>
                            <m:ctrlPr>
                              <a:rPr lang="en-US" i="1">
                                <a:latin typeface="Cambria Math" panose="02040503050406030204" pitchFamily="18" charset="0"/>
                              </a:rPr>
                            </m:ctrlPr>
                          </m:sSupPr>
                          <m:e>
                            <m:r>
                              <m:rPr>
                                <m:sty m:val="p"/>
                              </m:rPr>
                              <a:rPr lang="en-US">
                                <a:latin typeface="Cambria Math" panose="02040503050406030204" pitchFamily="18" charset="0"/>
                              </a:rPr>
                              <m:t>x</m:t>
                            </m:r>
                          </m:e>
                          <m:sup>
                            <m:r>
                              <a:rPr lang="en-US">
                                <a:latin typeface="Cambria Math" panose="02040503050406030204" pitchFamily="18" charset="0"/>
                              </a:rPr>
                              <m:t>4</m:t>
                            </m:r>
                          </m:sup>
                        </m:sSup>
                      </m:e>
                    </m:nary>
                    <m:r>
                      <a:rPr lang="en-US" b="0" i="1" smtClean="0">
                        <a:latin typeface="Cambria Math" panose="02040503050406030204" pitchFamily="18" charset="0"/>
                      </a:rPr>
                      <m:t>,   </m:t>
                    </m:r>
                    <m:nary>
                      <m:naryPr>
                        <m:chr m:val="∑"/>
                        <m:limLoc m:val="undOvr"/>
                        <m:subHide m:val="on"/>
                        <m:supHide m:val="on"/>
                        <m:ctrlPr>
                          <a:rPr lang="en-US" i="1">
                            <a:latin typeface="Cambria Math" panose="02040503050406030204" pitchFamily="18" charset="0"/>
                          </a:rPr>
                        </m:ctrlPr>
                      </m:naryPr>
                      <m:sub/>
                      <m:sup/>
                      <m:e>
                        <m:r>
                          <m:rPr>
                            <m:sty m:val="p"/>
                          </m:rPr>
                          <a:rPr lang="en-US">
                            <a:latin typeface="Cambria Math" panose="02040503050406030204" pitchFamily="18" charset="0"/>
                          </a:rPr>
                          <m:t>y</m:t>
                        </m:r>
                      </m:e>
                    </m:nary>
                    <m:r>
                      <a:rPr lang="en-US" b="0" i="1" smtClean="0">
                        <a:latin typeface="Cambria Math" panose="02040503050406030204" pitchFamily="18" charset="0"/>
                      </a:rPr>
                      <m:t>,   </m:t>
                    </m:r>
                    <m:nary>
                      <m:naryPr>
                        <m:chr m:val="∑"/>
                        <m:limLoc m:val="undOvr"/>
                        <m:subHide m:val="on"/>
                        <m:supHide m:val="on"/>
                        <m:ctrlPr>
                          <a:rPr lang="en-US" i="1">
                            <a:solidFill>
                              <a:srgbClr val="002060"/>
                            </a:solidFill>
                            <a:latin typeface="Cambria Math" panose="02040503050406030204" pitchFamily="18" charset="0"/>
                          </a:rPr>
                        </m:ctrlPr>
                      </m:naryPr>
                      <m:sub/>
                      <m:sup/>
                      <m:e>
                        <m:r>
                          <m:rPr>
                            <m:sty m:val="p"/>
                          </m:rPr>
                          <a:rPr lang="en-US" b="0" i="0">
                            <a:solidFill>
                              <a:srgbClr val="002060"/>
                            </a:solidFill>
                            <a:latin typeface="Cambria Math" panose="02040503050406030204" pitchFamily="18" charset="0"/>
                          </a:rPr>
                          <m:t>x</m:t>
                        </m:r>
                        <m:r>
                          <m:rPr>
                            <m:sty m:val="p"/>
                          </m:rPr>
                          <a:rPr lang="en-US" b="0" i="0" smtClean="0">
                            <a:solidFill>
                              <a:srgbClr val="002060"/>
                            </a:solidFill>
                            <a:latin typeface="Cambria Math" panose="02040503050406030204" pitchFamily="18" charset="0"/>
                          </a:rPr>
                          <m:t>y</m:t>
                        </m:r>
                      </m:e>
                    </m:nary>
                    <m:r>
                      <a:rPr lang="en-US" i="0">
                        <a:latin typeface="Cambria Math" panose="02040503050406030204" pitchFamily="18" charset="0"/>
                      </a:rPr>
                      <m:t>,</m:t>
                    </m:r>
                    <m:r>
                      <a:rPr lang="en-US" b="0" i="0" smtClean="0">
                        <a:latin typeface="Cambria Math" panose="02040503050406030204" pitchFamily="18" charset="0"/>
                      </a:rPr>
                      <m:t>   </m:t>
                    </m:r>
                    <m:nary>
                      <m:naryPr>
                        <m:chr m:val="∑"/>
                        <m:limLoc m:val="undOvr"/>
                        <m:subHide m:val="on"/>
                        <m:supHide m:val="on"/>
                        <m:ctrlPr>
                          <a:rPr lang="en-US" i="1">
                            <a:latin typeface="Cambria Math" panose="02040503050406030204" pitchFamily="18" charset="0"/>
                          </a:rPr>
                        </m:ctrlPr>
                      </m:naryPr>
                      <m:sub/>
                      <m:sup/>
                      <m:e>
                        <m:sSup>
                          <m:sSupPr>
                            <m:ctrlPr>
                              <a:rPr lang="en-US" i="1">
                                <a:latin typeface="Cambria Math" panose="02040503050406030204" pitchFamily="18" charset="0"/>
                              </a:rPr>
                            </m:ctrlPr>
                          </m:sSupPr>
                          <m:e>
                            <m:r>
                              <m:rPr>
                                <m:sty m:val="p"/>
                              </m:rPr>
                              <a:rPr lang="en-US" i="0">
                                <a:latin typeface="Cambria Math" panose="02040503050406030204" pitchFamily="18" charset="0"/>
                              </a:rPr>
                              <m:t>x</m:t>
                            </m:r>
                          </m:e>
                          <m:sup>
                            <m:r>
                              <a:rPr lang="en-US" i="0">
                                <a:latin typeface="Cambria Math" panose="02040503050406030204" pitchFamily="18" charset="0"/>
                              </a:rPr>
                              <m:t>2</m:t>
                            </m:r>
                          </m:sup>
                        </m:sSup>
                        <m:r>
                          <m:rPr>
                            <m:sty m:val="p"/>
                          </m:rPr>
                          <a:rPr lang="en-US" b="0" i="0" smtClean="0">
                            <a:latin typeface="Cambria Math" panose="02040503050406030204" pitchFamily="18" charset="0"/>
                          </a:rPr>
                          <m:t>y</m:t>
                        </m:r>
                      </m:e>
                    </m:nary>
                    <m:r>
                      <m:rPr>
                        <m:nor/>
                      </m:rPr>
                      <a:rPr lang="en-US" b="0" i="0" smtClean="0"/>
                      <m:t>.</m:t>
                    </m:r>
                  </m:oMath>
                </a14:m>
                <a:endParaRPr lang="en-US" dirty="0">
                  <a:solidFill>
                    <a:srgbClr val="002060"/>
                  </a:solidFill>
                </a:endParaRPr>
              </a:p>
              <a:p>
                <a:pPr marL="514350" indent="-514350">
                  <a:lnSpc>
                    <a:spcPct val="200000"/>
                  </a:lnSpc>
                  <a:buFont typeface="+mj-lt"/>
                  <a:buAutoNum type="arabicParenR" startAt="3"/>
                </a:pPr>
                <a:r>
                  <a:rPr lang="en-US" dirty="0">
                    <a:solidFill>
                      <a:srgbClr val="FF0000"/>
                    </a:solidFill>
                  </a:rPr>
                  <a:t>Substitute</a:t>
                </a:r>
                <a:r>
                  <a:rPr lang="en-US" dirty="0">
                    <a:solidFill>
                      <a:srgbClr val="002060"/>
                    </a:solidFill>
                  </a:rPr>
                  <a:t> all values in the normal equations.</a:t>
                </a:r>
              </a:p>
              <a:p>
                <a:pPr marL="514350" indent="-514350">
                  <a:lnSpc>
                    <a:spcPct val="200000"/>
                  </a:lnSpc>
                  <a:buFont typeface="+mj-lt"/>
                  <a:buAutoNum type="arabicParenR" startAt="3"/>
                </a:pPr>
                <a:r>
                  <a:rPr lang="en-US" dirty="0">
                    <a:solidFill>
                      <a:srgbClr val="FF0000"/>
                    </a:solidFill>
                  </a:rPr>
                  <a:t>Find</a:t>
                </a:r>
                <a:r>
                  <a:rPr lang="en-US" dirty="0"/>
                  <a:t> the values of </a:t>
                </a:r>
                <a14:m>
                  <m:oMath xmlns:m="http://schemas.openxmlformats.org/officeDocument/2006/math">
                    <m:r>
                      <m:rPr>
                        <m:sty m:val="p"/>
                      </m:rPr>
                      <a:rPr lang="en-US" dirty="0">
                        <a:solidFill>
                          <a:srgbClr val="FF0000"/>
                        </a:solidFill>
                        <a:latin typeface="Cambria Math" panose="02040503050406030204" pitchFamily="18" charset="0"/>
                      </a:rPr>
                      <m:t>a</m:t>
                    </m:r>
                    <m:r>
                      <a:rPr lang="en-US" dirty="0">
                        <a:latin typeface="Cambria Math" panose="02040503050406030204" pitchFamily="18" charset="0"/>
                      </a:rPr>
                      <m:t>,</m:t>
                    </m:r>
                    <m:r>
                      <a:rPr lang="en-US" dirty="0">
                        <a:solidFill>
                          <a:srgbClr val="FF0000"/>
                        </a:solidFill>
                        <a:latin typeface="Cambria Math" panose="02040503050406030204" pitchFamily="18" charset="0"/>
                      </a:rPr>
                      <m:t> </m:t>
                    </m:r>
                    <m:r>
                      <m:rPr>
                        <m:sty m:val="p"/>
                      </m:rPr>
                      <a:rPr lang="en-US" dirty="0">
                        <a:solidFill>
                          <a:srgbClr val="FF0000"/>
                        </a:solidFill>
                        <a:latin typeface="Cambria Math" panose="02040503050406030204" pitchFamily="18" charset="0"/>
                      </a:rPr>
                      <m:t>b</m:t>
                    </m:r>
                  </m:oMath>
                </a14:m>
                <a:r>
                  <a:rPr lang="en-US" dirty="0"/>
                  <a:t> &amp; </a:t>
                </a:r>
                <a14:m>
                  <m:oMath xmlns:m="http://schemas.openxmlformats.org/officeDocument/2006/math">
                    <m:r>
                      <m:rPr>
                        <m:sty m:val="p"/>
                      </m:rPr>
                      <a:rPr lang="en-US" dirty="0">
                        <a:solidFill>
                          <a:srgbClr val="FF0000"/>
                        </a:solidFill>
                        <a:latin typeface="Cambria Math" panose="02040503050406030204" pitchFamily="18" charset="0"/>
                      </a:rPr>
                      <m:t>c</m:t>
                    </m:r>
                  </m:oMath>
                </a14:m>
                <a:r>
                  <a:rPr lang="en-US" dirty="0"/>
                  <a:t> from the calculator.</a:t>
                </a:r>
                <a:endParaRPr lang="en-US" b="1" dirty="0"/>
              </a:p>
              <a:p>
                <a:pPr marL="514350" indent="-514350">
                  <a:lnSpc>
                    <a:spcPct val="200000"/>
                  </a:lnSpc>
                  <a:buFont typeface="+mj-lt"/>
                  <a:buAutoNum type="arabicParenR" startAt="3"/>
                </a:pPr>
                <a:r>
                  <a:rPr lang="en-US" dirty="0">
                    <a:solidFill>
                      <a:srgbClr val="FF0000"/>
                    </a:solidFill>
                  </a:rPr>
                  <a:t>Substitute</a:t>
                </a:r>
                <a:r>
                  <a:rPr lang="en-US" dirty="0">
                    <a:solidFill>
                      <a:srgbClr val="002060"/>
                    </a:solidFill>
                  </a:rPr>
                  <a:t> the values of </a:t>
                </a:r>
                <a14:m>
                  <m:oMath xmlns:m="http://schemas.openxmlformats.org/officeDocument/2006/math">
                    <m:r>
                      <m:rPr>
                        <m:sty m:val="p"/>
                      </m:rPr>
                      <a:rPr lang="en-US" dirty="0" smtClean="0">
                        <a:solidFill>
                          <a:srgbClr val="002060"/>
                        </a:solidFill>
                        <a:latin typeface="Cambria Math" panose="02040503050406030204" pitchFamily="18" charset="0"/>
                      </a:rPr>
                      <m:t>a</m:t>
                    </m:r>
                    <m:r>
                      <a:rPr lang="en-US" dirty="0" smtClean="0">
                        <a:solidFill>
                          <a:srgbClr val="002060"/>
                        </a:solidFill>
                        <a:latin typeface="Cambria Math" panose="02040503050406030204" pitchFamily="18" charset="0"/>
                      </a:rPr>
                      <m:t>, </m:t>
                    </m:r>
                    <m:r>
                      <m:rPr>
                        <m:sty m:val="p"/>
                      </m:rPr>
                      <a:rPr lang="en-US" dirty="0" smtClean="0">
                        <a:solidFill>
                          <a:srgbClr val="002060"/>
                        </a:solidFill>
                        <a:latin typeface="Cambria Math" panose="02040503050406030204" pitchFamily="18" charset="0"/>
                      </a:rPr>
                      <m:t>b</m:t>
                    </m:r>
                  </m:oMath>
                </a14:m>
                <a:r>
                  <a:rPr lang="en-US" dirty="0">
                    <a:solidFill>
                      <a:srgbClr val="002060"/>
                    </a:solidFill>
                  </a:rPr>
                  <a:t> &amp; </a:t>
                </a:r>
                <a14:m>
                  <m:oMath xmlns:m="http://schemas.openxmlformats.org/officeDocument/2006/math">
                    <m:r>
                      <m:rPr>
                        <m:sty m:val="p"/>
                      </m:rPr>
                      <a:rPr lang="en-US" dirty="0">
                        <a:solidFill>
                          <a:srgbClr val="002060"/>
                        </a:solidFill>
                        <a:latin typeface="Cambria Math" panose="02040503050406030204" pitchFamily="18" charset="0"/>
                      </a:rPr>
                      <m:t>c</m:t>
                    </m:r>
                  </m:oMath>
                </a14:m>
                <a:r>
                  <a:rPr lang="en-US" dirty="0">
                    <a:solidFill>
                      <a:srgbClr val="002060"/>
                    </a:solidFill>
                  </a:rPr>
                  <a:t> in the</a:t>
                </a:r>
                <a:r>
                  <a:rPr lang="en-US" dirty="0"/>
                  <a:t> best fitting parabola</a:t>
                </a:r>
                <a:r>
                  <a:rPr lang="en-US" dirty="0">
                    <a:solidFill>
                      <a:srgbClr val="002060"/>
                    </a:solidFill>
                  </a:rPr>
                  <a:t> </a:t>
                </a:r>
                <a14:m>
                  <m:oMath xmlns:m="http://schemas.openxmlformats.org/officeDocument/2006/math">
                    <m:r>
                      <m:rPr>
                        <m:sty m:val="p"/>
                      </m:rPr>
                      <a:rPr lang="en-US">
                        <a:solidFill>
                          <a:srgbClr val="002060"/>
                        </a:solidFill>
                        <a:latin typeface="Cambria Math" panose="02040503050406030204" pitchFamily="18" charset="0"/>
                      </a:rPr>
                      <m:t>y</m:t>
                    </m:r>
                    <m:r>
                      <a:rPr lang="en-US">
                        <a:solidFill>
                          <a:srgbClr val="002060"/>
                        </a:solidFill>
                        <a:latin typeface="Cambria Math" panose="02040503050406030204" pitchFamily="18" charset="0"/>
                      </a:rPr>
                      <m:t>=</m:t>
                    </m:r>
                    <m:r>
                      <m:rPr>
                        <m:sty m:val="p"/>
                      </m:rPr>
                      <a:rPr lang="en-US">
                        <a:solidFill>
                          <a:srgbClr val="002060"/>
                        </a:solidFill>
                        <a:latin typeface="Cambria Math" panose="02040503050406030204" pitchFamily="18" charset="0"/>
                      </a:rPr>
                      <m:t>a</m:t>
                    </m:r>
                    <m:r>
                      <a:rPr lang="en-US">
                        <a:solidFill>
                          <a:srgbClr val="002060"/>
                        </a:solidFill>
                        <a:latin typeface="Cambria Math" panose="02040503050406030204" pitchFamily="18" charset="0"/>
                      </a:rPr>
                      <m:t>+</m:t>
                    </m:r>
                    <m:r>
                      <m:rPr>
                        <m:sty m:val="p"/>
                      </m:rPr>
                      <a:rPr lang="en-US">
                        <a:solidFill>
                          <a:srgbClr val="002060"/>
                        </a:solidFill>
                        <a:latin typeface="Cambria Math" panose="02040503050406030204" pitchFamily="18" charset="0"/>
                      </a:rPr>
                      <m:t>bx</m:t>
                    </m:r>
                    <m:r>
                      <a:rPr lang="en-US" b="0" i="0" smtClean="0">
                        <a:solidFill>
                          <a:srgbClr val="002060"/>
                        </a:solidFill>
                        <a:latin typeface="Cambria Math" panose="02040503050406030204" pitchFamily="18" charset="0"/>
                      </a:rPr>
                      <m:t>+</m:t>
                    </m:r>
                    <m:sSup>
                      <m:sSupPr>
                        <m:ctrlPr>
                          <a:rPr lang="en-US" b="0" i="1" smtClean="0">
                            <a:solidFill>
                              <a:srgbClr val="002060"/>
                            </a:solidFill>
                            <a:latin typeface="Cambria Math" panose="02040503050406030204" pitchFamily="18" charset="0"/>
                          </a:rPr>
                        </m:ctrlPr>
                      </m:sSupPr>
                      <m:e>
                        <m:r>
                          <m:rPr>
                            <m:sty m:val="p"/>
                          </m:rPr>
                          <a:rPr lang="en-US" b="0" i="0" smtClean="0">
                            <a:solidFill>
                              <a:srgbClr val="002060"/>
                            </a:solidFill>
                            <a:latin typeface="Cambria Math" panose="02040503050406030204" pitchFamily="18" charset="0"/>
                          </a:rPr>
                          <m:t>cx</m:t>
                        </m:r>
                      </m:e>
                      <m:sup>
                        <m:r>
                          <a:rPr lang="en-US" b="0" i="0" smtClean="0">
                            <a:solidFill>
                              <a:srgbClr val="002060"/>
                            </a:solidFill>
                            <a:latin typeface="Cambria Math" panose="02040503050406030204" pitchFamily="18" charset="0"/>
                          </a:rPr>
                          <m:t>2</m:t>
                        </m:r>
                      </m:sup>
                    </m:sSup>
                  </m:oMath>
                </a14:m>
                <a:r>
                  <a:rPr lang="en-US" dirty="0">
                    <a:solidFill>
                      <a:srgbClr val="002060"/>
                    </a:solidFill>
                  </a:rPr>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1074"/>
                </a:stretch>
              </a:blipFill>
            </p:spPr>
            <p:txBody>
              <a:bodyPr/>
              <a:lstStyle/>
              <a:p>
                <a:r>
                  <a:rPr lang="en-US">
                    <a:noFill/>
                  </a:rPr>
                  <a:t> </a:t>
                </a:r>
              </a:p>
            </p:txBody>
          </p:sp>
        </mc:Fallback>
      </mc:AlternateContent>
      <p:sp>
        <p:nvSpPr>
          <p:cNvPr id="4" name="Cloud Callout 3"/>
          <p:cNvSpPr/>
          <p:nvPr/>
        </p:nvSpPr>
        <p:spPr>
          <a:xfrm>
            <a:off x="8787114" y="2618453"/>
            <a:ext cx="1828800" cy="685800"/>
          </a:xfrm>
          <a:prstGeom prst="cloudCallout">
            <a:avLst>
              <a:gd name="adj1" fmla="val -74314"/>
              <a:gd name="adj2" fmla="val 9336"/>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How ?</a:t>
            </a:r>
          </a:p>
        </p:txBody>
      </p:sp>
      <p:sp>
        <p:nvSpPr>
          <p:cNvPr id="6" name="Cloud Callout 5"/>
          <p:cNvSpPr/>
          <p:nvPr/>
        </p:nvSpPr>
        <p:spPr>
          <a:xfrm>
            <a:off x="7652794" y="4321861"/>
            <a:ext cx="1828800" cy="685800"/>
          </a:xfrm>
          <a:prstGeom prst="cloudCallout">
            <a:avLst>
              <a:gd name="adj1" fmla="val -74314"/>
              <a:gd name="adj2" fmla="val 9336"/>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How ?</a:t>
            </a:r>
          </a:p>
        </p:txBody>
      </p:sp>
    </p:spTree>
    <p:extLst>
      <p:ext uri="{BB962C8B-B14F-4D97-AF65-F5344CB8AC3E}">
        <p14:creationId xmlns:p14="http://schemas.microsoft.com/office/powerpoint/2010/main" val="2151758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1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store given data in the calculator?</a:t>
            </a:r>
            <a:endParaRPr lang="en-US" dirty="0">
              <a:solidFill>
                <a:srgbClr val="FF0000"/>
              </a:solidFill>
            </a:endParaRPr>
          </a:p>
        </p:txBody>
      </p:sp>
      <p:sp>
        <p:nvSpPr>
          <p:cNvPr id="4" name="Content Placeholder 3"/>
          <p:cNvSpPr>
            <a:spLocks noGrp="1"/>
          </p:cNvSpPr>
          <p:nvPr>
            <p:ph idx="1"/>
          </p:nvPr>
        </p:nvSpPr>
        <p:spPr>
          <a:xfrm>
            <a:off x="165954" y="912871"/>
            <a:ext cx="6197530" cy="523220"/>
          </a:xfrm>
        </p:spPr>
        <p:txBody>
          <a:bodyPr wrap="none">
            <a:spAutoFit/>
          </a:bodyPr>
          <a:lstStyle/>
          <a:p>
            <a:pPr marL="0" indent="0" algn="l">
              <a:lnSpc>
                <a:spcPct val="100000"/>
              </a:lnSpc>
              <a:buNone/>
            </a:pPr>
            <a:r>
              <a:rPr lang="en-US" b="1" dirty="0"/>
              <a:t>Step-1</a:t>
            </a:r>
            <a:r>
              <a:rPr lang="en-US" dirty="0"/>
              <a:t>: Clear the memory of the calculator</a:t>
            </a:r>
          </a:p>
        </p:txBody>
      </p:sp>
      <p:graphicFrame>
        <p:nvGraphicFramePr>
          <p:cNvPr id="3" name="Diagram 2"/>
          <p:cNvGraphicFramePr/>
          <p:nvPr/>
        </p:nvGraphicFramePr>
        <p:xfrm>
          <a:off x="1437155" y="1666141"/>
          <a:ext cx="10669963" cy="10058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Content Placeholder 3"/>
          <p:cNvSpPr txBox="1">
            <a:spLocks/>
          </p:cNvSpPr>
          <p:nvPr/>
        </p:nvSpPr>
        <p:spPr>
          <a:xfrm>
            <a:off x="165954" y="3438082"/>
            <a:ext cx="8036174" cy="523220"/>
          </a:xfrm>
          <a:prstGeom prst="rect">
            <a:avLst/>
          </a:prstGeom>
        </p:spPr>
        <p:txBody>
          <a:bodyPr vert="horz" wrap="none" lIns="91440" tIns="45720" rIns="91440" bIns="45720" rtlCol="0">
            <a:spAutoFit/>
          </a:bodyPr>
          <a:lstStyle>
            <a:lvl1pPr marL="265113" indent="-265113" algn="just" defTabSz="914400" rtl="0" eaLnBrk="1" latinLnBrk="0" hangingPunct="1">
              <a:lnSpc>
                <a:spcPct val="150000"/>
              </a:lnSpc>
              <a:spcBef>
                <a:spcPts val="0"/>
              </a:spcBef>
              <a:buClr>
                <a:schemeClr val="accent6"/>
              </a:buClr>
              <a:buFont typeface="Wingdings 3" panose="05040102010807070707" pitchFamily="18" charset="2"/>
              <a:buChar char=""/>
              <a:defRPr sz="2800" kern="1200">
                <a:solidFill>
                  <a:srgbClr val="002060"/>
                </a:solidFill>
                <a:latin typeface="+mn-lt"/>
                <a:ea typeface="+mn-ea"/>
                <a:cs typeface="+mn-cs"/>
              </a:defRPr>
            </a:lvl1pPr>
            <a:lvl2pPr marL="857250" indent="-400050" algn="just" defTabSz="914400" rtl="0" eaLnBrk="1" latinLnBrk="0" hangingPunct="1">
              <a:lnSpc>
                <a:spcPct val="150000"/>
              </a:lnSpc>
              <a:spcBef>
                <a:spcPts val="0"/>
              </a:spcBef>
              <a:buClr>
                <a:schemeClr val="accent6"/>
              </a:buClr>
              <a:buFont typeface="Wingdings 3" panose="05040102010807070707" pitchFamily="18" charset="2"/>
              <a:buChar char=""/>
              <a:defRPr sz="2800" kern="1200">
                <a:solidFill>
                  <a:srgbClr val="002060"/>
                </a:solidFill>
                <a:latin typeface="+mn-lt"/>
                <a:ea typeface="+mn-ea"/>
                <a:cs typeface="+mn-cs"/>
              </a:defRPr>
            </a:lvl2pPr>
            <a:lvl3pPr marL="1143000" indent="-228600" algn="just" defTabSz="914400" rtl="0" eaLnBrk="1" latinLnBrk="0" hangingPunct="1">
              <a:lnSpc>
                <a:spcPct val="150000"/>
              </a:lnSpc>
              <a:spcBef>
                <a:spcPts val="0"/>
              </a:spcBef>
              <a:buClr>
                <a:schemeClr val="accent6"/>
              </a:buClr>
              <a:buFont typeface="Wingdings" panose="05000000000000000000" pitchFamily="2" charset="2"/>
              <a:buChar char="§"/>
              <a:defRPr sz="2800" kern="1200">
                <a:solidFill>
                  <a:srgbClr val="002060"/>
                </a:solidFill>
                <a:latin typeface="+mn-lt"/>
                <a:ea typeface="+mn-ea"/>
                <a:cs typeface="+mn-cs"/>
              </a:defRPr>
            </a:lvl3pPr>
            <a:lvl4pPr marL="1600200" indent="-228600" algn="just" defTabSz="914400" rtl="0" eaLnBrk="1" latinLnBrk="0" hangingPunct="1">
              <a:lnSpc>
                <a:spcPct val="150000"/>
              </a:lnSpc>
              <a:spcBef>
                <a:spcPts val="0"/>
              </a:spcBef>
              <a:buClr>
                <a:schemeClr val="accent6"/>
              </a:buClr>
              <a:buFont typeface="Arial" panose="020B0604020202020204" pitchFamily="34" charset="0"/>
              <a:buChar char="•"/>
              <a:defRPr sz="2800" kern="1200">
                <a:solidFill>
                  <a:srgbClr val="002060"/>
                </a:solidFill>
                <a:latin typeface="+mn-lt"/>
                <a:ea typeface="+mn-ea"/>
                <a:cs typeface="+mn-cs"/>
              </a:defRPr>
            </a:lvl4pPr>
            <a:lvl5pPr marL="2057400" indent="-228600" algn="just" defTabSz="914400" rtl="0" eaLnBrk="1" latinLnBrk="0" hangingPunct="1">
              <a:lnSpc>
                <a:spcPct val="150000"/>
              </a:lnSpc>
              <a:spcBef>
                <a:spcPts val="0"/>
              </a:spcBef>
              <a:buClr>
                <a:schemeClr val="accent6"/>
              </a:buClr>
              <a:buFont typeface="Arial" panose="020B0604020202020204" pitchFamily="34" charset="0"/>
              <a:buChar char="•"/>
              <a:defRPr sz="2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00000"/>
              </a:lnSpc>
              <a:buFont typeface="Wingdings 3" panose="05040102010807070707" pitchFamily="18" charset="2"/>
              <a:buNone/>
            </a:pPr>
            <a:r>
              <a:rPr lang="en-US" b="1" dirty="0"/>
              <a:t>Step-2</a:t>
            </a:r>
            <a:r>
              <a:rPr lang="en-US" dirty="0"/>
              <a:t>: Change the mode into Regression ---&gt; Quadratic</a:t>
            </a:r>
          </a:p>
        </p:txBody>
      </p:sp>
      <p:graphicFrame>
        <p:nvGraphicFramePr>
          <p:cNvPr id="12" name="Diagram 11"/>
          <p:cNvGraphicFramePr/>
          <p:nvPr>
            <p:extLst>
              <p:ext uri="{D42A27DB-BD31-4B8C-83A1-F6EECF244321}">
                <p14:modId xmlns:p14="http://schemas.microsoft.com/office/powerpoint/2010/main" val="145802158"/>
              </p:ext>
            </p:extLst>
          </p:nvPr>
        </p:nvGraphicFramePr>
        <p:xfrm>
          <a:off x="1406290" y="4364972"/>
          <a:ext cx="10669963" cy="100584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100506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graphicEl>
                                              <a:dgm id="{2DC0BE8A-A50D-459F-8803-8F629D24FD59}"/>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graphicEl>
                                              <a:dgm id="{44BA6F07-9809-453E-B5B3-AB636F82DB9E}"/>
                                            </p:graphic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graphicEl>
                                              <a:dgm id="{C1D3A877-193E-433E-996E-DE3797C7F529}"/>
                                            </p:graphic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graphicEl>
                                              <a:dgm id="{98B97CCD-AFF1-49BB-8170-C62165E0F732}"/>
                                            </p:graphic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graphicEl>
                                              <a:dgm id="{75494D80-AAE1-44AB-A5A1-D4E336C9A241}"/>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graphicEl>
                                              <a:dgm id="{2C8919B2-9A29-4B7C-B580-1CADFBED59E0}"/>
                                            </p:graphic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graphicEl>
                                              <a:dgm id="{A7280906-DE55-492D-B5CB-040475BA6CF7}"/>
                                            </p:graphic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2">
                                            <p:graphicEl>
                                              <a:dgm id="{2DC0BE8A-A50D-459F-8803-8F629D24FD59}"/>
                                            </p:graphic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2">
                                            <p:graphicEl>
                                              <a:dgm id="{44BA6F07-9809-453E-B5B3-AB636F82DB9E}"/>
                                            </p:graphic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2">
                                            <p:graphicEl>
                                              <a:dgm id="{C1D3A877-193E-433E-996E-DE3797C7F529}"/>
                                            </p:graphic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2">
                                            <p:graphicEl>
                                              <a:dgm id="{98B97CCD-AFF1-49BB-8170-C62165E0F732}"/>
                                            </p:graphic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2">
                                            <p:graphicEl>
                                              <a:dgm id="{75494D80-AAE1-44AB-A5A1-D4E336C9A241}"/>
                                            </p:graphic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2">
                                            <p:graphicEl>
                                              <a:dgm id="{2C8919B2-9A29-4B7C-B580-1CADFBED59E0}"/>
                                            </p:graphicEl>
                                          </p:spTgt>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2">
                                            <p:graphicEl>
                                              <a:dgm id="{A7280906-DE55-492D-B5CB-040475BA6CF7}"/>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Graphic spid="3" grpId="0">
        <p:bldSub>
          <a:bldDgm bld="one"/>
        </p:bldSub>
      </p:bldGraphic>
      <p:bldP spid="10" grpId="0"/>
      <p:bldGraphic spid="12" grpId="0">
        <p:bldSub>
          <a:bldDgm bld="one"/>
        </p:bldSub>
      </p:bldGraphic>
    </p:bldLst>
  </p:timing>
</p:sld>
</file>

<file path=ppt/slides/slide1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store given data in the calculator?</a:t>
            </a:r>
            <a:endParaRPr lang="en-US" dirty="0">
              <a:solidFill>
                <a:srgbClr val="FF0000"/>
              </a:solidFill>
            </a:endParaRP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a:xfrm>
                <a:off x="165954" y="912871"/>
                <a:ext cx="5790368" cy="523220"/>
              </a:xfrm>
            </p:spPr>
            <p:txBody>
              <a:bodyPr wrap="none">
                <a:spAutoFit/>
              </a:bodyPr>
              <a:lstStyle/>
              <a:p>
                <a:pPr marL="0" indent="0" algn="l">
                  <a:lnSpc>
                    <a:spcPct val="100000"/>
                  </a:lnSpc>
                  <a:buNone/>
                </a:pPr>
                <a:r>
                  <a:rPr lang="en-US" b="1" dirty="0"/>
                  <a:t>Step-3</a:t>
                </a:r>
                <a:r>
                  <a:rPr lang="en-US" dirty="0"/>
                  <a:t>: Store the given pairs of </a:t>
                </a:r>
                <a14:m>
                  <m:oMath xmlns:m="http://schemas.openxmlformats.org/officeDocument/2006/math">
                    <m:r>
                      <m:rPr>
                        <m:sty m:val="p"/>
                      </m:rPr>
                      <a:rPr lang="en-US" i="0" dirty="0" smtClean="0">
                        <a:latin typeface="Cambria Math" panose="02040503050406030204" pitchFamily="18" charset="0"/>
                      </a:rPr>
                      <m:t>x</m:t>
                    </m:r>
                  </m:oMath>
                </a14:m>
                <a:r>
                  <a:rPr lang="en-US" dirty="0"/>
                  <a:t> and </a:t>
                </a:r>
                <a14:m>
                  <m:oMath xmlns:m="http://schemas.openxmlformats.org/officeDocument/2006/math">
                    <m:r>
                      <m:rPr>
                        <m:sty m:val="p"/>
                      </m:rPr>
                      <a:rPr lang="en-US" i="0" dirty="0" smtClean="0">
                        <a:latin typeface="Cambria Math" panose="02040503050406030204" pitchFamily="18" charset="0"/>
                      </a:rPr>
                      <m:t>y</m:t>
                    </m:r>
                  </m:oMath>
                </a14:m>
                <a:endParaRPr lang="en-US"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xfrm>
                <a:off x="165954" y="912871"/>
                <a:ext cx="5790368" cy="523220"/>
              </a:xfrm>
              <a:blipFill rotWithShape="0">
                <a:blip r:embed="rId2"/>
                <a:stretch>
                  <a:fillRect l="-2105" t="-12791" b="-31395"/>
                </a:stretch>
              </a:blipFill>
            </p:spPr>
            <p:txBody>
              <a:bodyPr/>
              <a:lstStyle/>
              <a:p>
                <a:r>
                  <a:rPr lang="en-US">
                    <a:noFill/>
                  </a:rPr>
                  <a:t> </a:t>
                </a:r>
              </a:p>
            </p:txBody>
          </p:sp>
        </mc:Fallback>
      </mc:AlternateContent>
      <p:graphicFrame>
        <p:nvGraphicFramePr>
          <p:cNvPr id="3" name="Diagram 2"/>
          <p:cNvGraphicFramePr/>
          <p:nvPr/>
        </p:nvGraphicFramePr>
        <p:xfrm>
          <a:off x="1437155" y="1666141"/>
          <a:ext cx="10669963" cy="10058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8" name="Diagram 7"/>
          <p:cNvGraphicFramePr/>
          <p:nvPr/>
        </p:nvGraphicFramePr>
        <p:xfrm>
          <a:off x="1424455" y="2941446"/>
          <a:ext cx="10669963" cy="100584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9" name="Diagram 8"/>
          <p:cNvGraphicFramePr/>
          <p:nvPr/>
        </p:nvGraphicFramePr>
        <p:xfrm>
          <a:off x="1426384" y="4702727"/>
          <a:ext cx="10669963" cy="1005840"/>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8622B1E-44A3-44A2-B1C1-8D969737DA50}"/>
                  </a:ext>
                </a:extLst>
              </p:cNvPr>
              <p:cNvSpPr txBox="1"/>
              <p:nvPr/>
            </p:nvSpPr>
            <p:spPr>
              <a:xfrm>
                <a:off x="2374118" y="4074910"/>
                <a:ext cx="287899"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Group"/>
                    </m:oMathParaPr>
                    <m:oMath xmlns:m="http://schemas.openxmlformats.org/officeDocument/2006/math">
                      <m:r>
                        <a:rPr lang="en-US" sz="2800" b="1" i="1" dirty="0" smtClean="0">
                          <a:solidFill>
                            <a:srgbClr val="002060"/>
                          </a:solidFill>
                          <a:latin typeface="Cambria Math" panose="02040503050406030204" pitchFamily="18" charset="0"/>
                        </a:rPr>
                        <m:t>⋮</m:t>
                      </m:r>
                    </m:oMath>
                  </m:oMathPara>
                </a14:m>
                <a:endParaRPr lang="en-IN" sz="2800" b="1" dirty="0">
                  <a:solidFill>
                    <a:srgbClr val="002060"/>
                  </a:solidFill>
                </a:endParaRPr>
              </a:p>
            </p:txBody>
          </p:sp>
        </mc:Choice>
        <mc:Fallback xmlns="">
          <p:sp>
            <p:nvSpPr>
              <p:cNvPr id="10" name="TextBox 9">
                <a:extLst>
                  <a:ext uri="{FF2B5EF4-FFF2-40B4-BE49-F238E27FC236}">
                    <a16:creationId xmlns="" xmlns:a16="http://schemas.microsoft.com/office/drawing/2014/main"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2374118" y="4074910"/>
                <a:ext cx="287899" cy="523220"/>
              </a:xfrm>
              <a:prstGeom prst="rect">
                <a:avLst/>
              </a:prstGeom>
              <a:blipFill rotWithShape="0">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8622B1E-44A3-44A2-B1C1-8D969737DA50}"/>
                  </a:ext>
                </a:extLst>
              </p:cNvPr>
              <p:cNvSpPr txBox="1"/>
              <p:nvPr/>
            </p:nvSpPr>
            <p:spPr>
              <a:xfrm>
                <a:off x="5234994" y="4074910"/>
                <a:ext cx="287899"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Group"/>
                    </m:oMathParaPr>
                    <m:oMath xmlns:m="http://schemas.openxmlformats.org/officeDocument/2006/math">
                      <m:r>
                        <a:rPr lang="en-US" sz="2800" b="1" i="1" dirty="0" smtClean="0">
                          <a:solidFill>
                            <a:srgbClr val="002060"/>
                          </a:solidFill>
                          <a:latin typeface="Cambria Math" panose="02040503050406030204" pitchFamily="18" charset="0"/>
                        </a:rPr>
                        <m:t>⋮</m:t>
                      </m:r>
                    </m:oMath>
                  </m:oMathPara>
                </a14:m>
                <a:endParaRPr lang="en-IN" sz="2800" b="1" dirty="0">
                  <a:solidFill>
                    <a:srgbClr val="002060"/>
                  </a:solidFill>
                </a:endParaRPr>
              </a:p>
            </p:txBody>
          </p:sp>
        </mc:Choice>
        <mc:Fallback xmlns="">
          <p:sp>
            <p:nvSpPr>
              <p:cNvPr id="11" name="TextBox 10">
                <a:extLst>
                  <a:ext uri="{FF2B5EF4-FFF2-40B4-BE49-F238E27FC236}">
                    <a16:creationId xmlns="" xmlns:a16="http://schemas.microsoft.com/office/drawing/2014/main"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5234994" y="4074910"/>
                <a:ext cx="287899" cy="523220"/>
              </a:xfrm>
              <a:prstGeom prst="rect">
                <a:avLst/>
              </a:prstGeom>
              <a:blipFill rotWithShape="0">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68622B1E-44A3-44A2-B1C1-8D969737DA50}"/>
                  </a:ext>
                </a:extLst>
              </p:cNvPr>
              <p:cNvSpPr txBox="1"/>
              <p:nvPr/>
            </p:nvSpPr>
            <p:spPr>
              <a:xfrm>
                <a:off x="8095870" y="4074910"/>
                <a:ext cx="287899"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Group"/>
                    </m:oMathParaPr>
                    <m:oMath xmlns:m="http://schemas.openxmlformats.org/officeDocument/2006/math">
                      <m:r>
                        <a:rPr lang="en-US" sz="2800" b="1" i="1" dirty="0" smtClean="0">
                          <a:solidFill>
                            <a:srgbClr val="002060"/>
                          </a:solidFill>
                          <a:latin typeface="Cambria Math" panose="02040503050406030204" pitchFamily="18" charset="0"/>
                        </a:rPr>
                        <m:t>⋮</m:t>
                      </m:r>
                    </m:oMath>
                  </m:oMathPara>
                </a14:m>
                <a:endParaRPr lang="en-IN" sz="2800" b="1" dirty="0">
                  <a:solidFill>
                    <a:srgbClr val="002060"/>
                  </a:solidFill>
                </a:endParaRPr>
              </a:p>
            </p:txBody>
          </p:sp>
        </mc:Choice>
        <mc:Fallback xmlns="">
          <p:sp>
            <p:nvSpPr>
              <p:cNvPr id="15" name="TextBox 14">
                <a:extLst>
                  <a:ext uri="{FF2B5EF4-FFF2-40B4-BE49-F238E27FC236}">
                    <a16:creationId xmlns="" xmlns:a16="http://schemas.microsoft.com/office/drawing/2014/main"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8095870" y="4074910"/>
                <a:ext cx="287899" cy="523220"/>
              </a:xfrm>
              <a:prstGeom prst="rect">
                <a:avLst/>
              </a:prstGeom>
              <a:blipFill rotWithShape="0">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68622B1E-44A3-44A2-B1C1-8D969737DA50}"/>
                  </a:ext>
                </a:extLst>
              </p:cNvPr>
              <p:cNvSpPr txBox="1"/>
              <p:nvPr/>
            </p:nvSpPr>
            <p:spPr>
              <a:xfrm>
                <a:off x="10956746" y="4074910"/>
                <a:ext cx="287899" cy="523220"/>
              </a:xfrm>
              <a:prstGeom prst="rect">
                <a:avLst/>
              </a:prstGeom>
              <a:noFill/>
            </p:spPr>
            <p:txBody>
              <a:bodyPr wrap="none" lIns="45720" tIns="45720" rIns="45720" bIns="45720" anchor="ctr" anchorCtr="1">
                <a:spAutoFit/>
              </a:bodyPr>
              <a:lstStyle/>
              <a:p>
                <a:pPr algn="ctr"/>
                <a14:m>
                  <m:oMathPara xmlns:m="http://schemas.openxmlformats.org/officeDocument/2006/math">
                    <m:oMathParaPr>
                      <m:jc m:val="centerGroup"/>
                    </m:oMathParaPr>
                    <m:oMath xmlns:m="http://schemas.openxmlformats.org/officeDocument/2006/math">
                      <m:r>
                        <a:rPr lang="en-US" sz="2800" b="0" i="1" dirty="0" smtClean="0">
                          <a:solidFill>
                            <a:srgbClr val="002060"/>
                          </a:solidFill>
                          <a:latin typeface="Cambria Math" panose="02040503050406030204" pitchFamily="18" charset="0"/>
                        </a:rPr>
                        <m:t>⋮</m:t>
                      </m:r>
                    </m:oMath>
                  </m:oMathPara>
                </a14:m>
                <a:endParaRPr lang="en-IN" sz="2800" dirty="0">
                  <a:solidFill>
                    <a:srgbClr val="002060"/>
                  </a:solidFill>
                </a:endParaRPr>
              </a:p>
            </p:txBody>
          </p:sp>
        </mc:Choice>
        <mc:Fallback xmlns="">
          <p:sp>
            <p:nvSpPr>
              <p:cNvPr id="16" name="TextBox 15">
                <a:extLst>
                  <a:ext uri="{FF2B5EF4-FFF2-40B4-BE49-F238E27FC236}">
                    <a16:creationId xmlns="" xmlns:a16="http://schemas.microsoft.com/office/drawing/2014/main" xmlns:a14="http://schemas.microsoft.com/office/drawing/2010/main" id="{68622B1E-44A3-44A2-B1C1-8D969737DA50}"/>
                  </a:ext>
                </a:extLst>
              </p:cNvPr>
              <p:cNvSpPr txBox="1">
                <a:spLocks noRot="1" noChangeAspect="1" noMove="1" noResize="1" noEditPoints="1" noAdjustHandles="1" noChangeArrowheads="1" noChangeShapeType="1" noTextEdit="1"/>
              </p:cNvSpPr>
              <p:nvPr/>
            </p:nvSpPr>
            <p:spPr>
              <a:xfrm>
                <a:off x="10956746" y="4074910"/>
                <a:ext cx="287899" cy="523220"/>
              </a:xfrm>
              <a:prstGeom prst="rect">
                <a:avLst/>
              </a:prstGeom>
              <a:blipFill rotWithShape="0">
                <a:blip r:embed="rId21"/>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511491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graphicEl>
                                              <a:dgm id="{2DC0BE8A-A50D-459F-8803-8F629D24FD59}"/>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graphicEl>
                                              <a:dgm id="{44BA6F07-9809-453E-B5B3-AB636F82DB9E}"/>
                                            </p:graphic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graphicEl>
                                              <a:dgm id="{C1D3A877-193E-433E-996E-DE3797C7F529}"/>
                                            </p:graphic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graphicEl>
                                              <a:dgm id="{98B97CCD-AFF1-49BB-8170-C62165E0F732}"/>
                                            </p:graphic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graphicEl>
                                              <a:dgm id="{75494D80-AAE1-44AB-A5A1-D4E336C9A241}"/>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graphicEl>
                                              <a:dgm id="{2C8919B2-9A29-4B7C-B580-1CADFBED59E0}"/>
                                            </p:graphic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graphicEl>
                                              <a:dgm id="{FF7AE4D5-99CD-430E-997C-4D9624DA75B6}"/>
                                            </p:graphic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graphicEl>
                                              <a:dgm id="{2DC0BE8A-A50D-459F-8803-8F629D24FD59}"/>
                                            </p:graphic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
                                            <p:graphicEl>
                                              <a:dgm id="{44BA6F07-9809-453E-B5B3-AB636F82DB9E}"/>
                                            </p:graphic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
                                            <p:graphicEl>
                                              <a:dgm id="{C1D3A877-193E-433E-996E-DE3797C7F529}"/>
                                            </p:graphic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graphicEl>
                                              <a:dgm id="{98B97CCD-AFF1-49BB-8170-C62165E0F732}"/>
                                            </p:graphic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8">
                                            <p:graphicEl>
                                              <a:dgm id="{75494D80-AAE1-44AB-A5A1-D4E336C9A241}"/>
                                            </p:graphic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8">
                                            <p:graphicEl>
                                              <a:dgm id="{2C8919B2-9A29-4B7C-B580-1CADFBED59E0}"/>
                                            </p:graphic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graphicEl>
                                              <a:dgm id="{FF7AE4D5-99CD-430E-997C-4D9624DA75B6}"/>
                                            </p:graphicEl>
                                          </p:spTgt>
                                        </p:tgtEl>
                                        <p:attrNameLst>
                                          <p:attrName>style.visibility</p:attrName>
                                        </p:attrNameLst>
                                      </p:cBhvr>
                                      <p:to>
                                        <p:strVal val="visible"/>
                                      </p:to>
                                    </p:set>
                                  </p:childTnLst>
                                </p:cTn>
                              </p:par>
                            </p:childTnLst>
                          </p:cTn>
                        </p:par>
                        <p:par>
                          <p:cTn id="47" fill="hold">
                            <p:stCondLst>
                              <p:cond delay="0"/>
                            </p:stCondLst>
                            <p:childTnLst>
                              <p:par>
                                <p:cTn id="48" presetID="1" presetClass="entr" presetSubtype="0" fill="hold" grpId="0" nodeType="afterEffect">
                                  <p:stCondLst>
                                    <p:cond delay="0"/>
                                  </p:stCondLst>
                                  <p:childTnLst>
                                    <p:set>
                                      <p:cBhvr>
                                        <p:cTn id="49" dur="1" fill="hold">
                                          <p:stCondLst>
                                            <p:cond delay="0"/>
                                          </p:stCondLst>
                                        </p:cTn>
                                        <p:tgtEl>
                                          <p:spTgt spid="10"/>
                                        </p:tgtEl>
                                        <p:attrNameLst>
                                          <p:attrName>style.visibility</p:attrName>
                                        </p:attrNameLst>
                                      </p:cBhvr>
                                      <p:to>
                                        <p:strVal val="visible"/>
                                      </p:to>
                                    </p:set>
                                  </p:childTnLst>
                                </p:cTn>
                              </p:par>
                            </p:childTnLst>
                          </p:cTn>
                        </p:par>
                        <p:par>
                          <p:cTn id="50" fill="hold">
                            <p:stCondLst>
                              <p:cond delay="0"/>
                            </p:stCondLst>
                            <p:childTnLst>
                              <p:par>
                                <p:cTn id="51" presetID="1" presetClass="entr" presetSubtype="0" fill="hold" grpId="0" nodeType="afterEffect">
                                  <p:stCondLst>
                                    <p:cond delay="0"/>
                                  </p:stCondLst>
                                  <p:childTnLst>
                                    <p:set>
                                      <p:cBhvr>
                                        <p:cTn id="52" dur="1" fill="hold">
                                          <p:stCondLst>
                                            <p:cond delay="0"/>
                                          </p:stCondLst>
                                        </p:cTn>
                                        <p:tgtEl>
                                          <p:spTgt spid="11"/>
                                        </p:tgtEl>
                                        <p:attrNameLst>
                                          <p:attrName>style.visibility</p:attrName>
                                        </p:attrNameLst>
                                      </p:cBhvr>
                                      <p:to>
                                        <p:strVal val="visible"/>
                                      </p:to>
                                    </p:set>
                                  </p:childTnLst>
                                </p:cTn>
                              </p:par>
                            </p:childTnLst>
                          </p:cTn>
                        </p:par>
                        <p:par>
                          <p:cTn id="53" fill="hold">
                            <p:stCondLst>
                              <p:cond delay="0"/>
                            </p:stCondLst>
                            <p:childTnLst>
                              <p:par>
                                <p:cTn id="54" presetID="1" presetClass="entr" presetSubtype="0" fill="hold" grpId="0" nodeType="afterEffect">
                                  <p:stCondLst>
                                    <p:cond delay="0"/>
                                  </p:stCondLst>
                                  <p:childTnLst>
                                    <p:set>
                                      <p:cBhvr>
                                        <p:cTn id="55" dur="1" fill="hold">
                                          <p:stCondLst>
                                            <p:cond delay="0"/>
                                          </p:stCondLst>
                                        </p:cTn>
                                        <p:tgtEl>
                                          <p:spTgt spid="15"/>
                                        </p:tgtEl>
                                        <p:attrNameLst>
                                          <p:attrName>style.visibility</p:attrName>
                                        </p:attrNameLst>
                                      </p:cBhvr>
                                      <p:to>
                                        <p:strVal val="visible"/>
                                      </p:to>
                                    </p:set>
                                  </p:childTnLst>
                                </p:cTn>
                              </p:par>
                            </p:childTnLst>
                          </p:cTn>
                        </p:par>
                        <p:par>
                          <p:cTn id="56" fill="hold">
                            <p:stCondLst>
                              <p:cond delay="0"/>
                            </p:stCondLst>
                            <p:childTnLst>
                              <p:par>
                                <p:cTn id="57" presetID="1" presetClass="entr" presetSubtype="0" fill="hold" grpId="0" nodeType="afterEffect">
                                  <p:stCondLst>
                                    <p:cond delay="0"/>
                                  </p:stCondLst>
                                  <p:childTnLst>
                                    <p:set>
                                      <p:cBhvr>
                                        <p:cTn id="58" dur="1" fill="hold">
                                          <p:stCondLst>
                                            <p:cond delay="0"/>
                                          </p:stCondLst>
                                        </p:cTn>
                                        <p:tgtEl>
                                          <p:spTgt spid="1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9">
                                            <p:graphicEl>
                                              <a:dgm id="{2DC0BE8A-A50D-459F-8803-8F629D24FD59}"/>
                                            </p:graphic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9">
                                            <p:graphicEl>
                                              <a:dgm id="{44BA6F07-9809-453E-B5B3-AB636F82DB9E}"/>
                                            </p:graphicEl>
                                          </p:spTgt>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9">
                                            <p:graphicEl>
                                              <a:dgm id="{C1D3A877-193E-433E-996E-DE3797C7F529}"/>
                                            </p:graphic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9">
                                            <p:graphicEl>
                                              <a:dgm id="{98B97CCD-AFF1-49BB-8170-C62165E0F732}"/>
                                            </p:graphicEl>
                                          </p:spTgt>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9">
                                            <p:graphicEl>
                                              <a:dgm id="{75494D80-AAE1-44AB-A5A1-D4E336C9A241}"/>
                                            </p:graphic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9">
                                            <p:graphicEl>
                                              <a:dgm id="{2C8919B2-9A29-4B7C-B580-1CADFBED59E0}"/>
                                            </p:graphicEl>
                                          </p:spTgt>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9">
                                            <p:graphicEl>
                                              <a:dgm id="{FF7AE4D5-99CD-430E-997C-4D9624DA75B6}"/>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Sub>
          <a:bldDgm bld="one"/>
        </p:bldSub>
      </p:bldGraphic>
      <p:bldGraphic spid="8" grpId="0">
        <p:bldSub>
          <a:bldDgm bld="one"/>
        </p:bldSub>
      </p:bldGraphic>
      <p:bldGraphic spid="9" grpId="0">
        <p:bldSub>
          <a:bldDgm bld="one"/>
        </p:bldSub>
      </p:bldGraphic>
      <p:bldP spid="10" grpId="0"/>
      <p:bldP spid="11" grpId="0"/>
      <p:bldP spid="15" grpId="0"/>
      <p:bldP spid="16" grpId="0"/>
    </p:bldLst>
  </p:timing>
</p:sld>
</file>

<file path=ppt/slides/slide1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find required values from the calculator?</a:t>
            </a:r>
            <a:endParaRPr lang="en-US" dirty="0">
              <a:solidFill>
                <a:srgbClr val="FF0000"/>
              </a:solidFill>
            </a:endParaRPr>
          </a:p>
        </p:txBody>
      </p:sp>
      <p:sp>
        <p:nvSpPr>
          <p:cNvPr id="21" name="Content Placeholder 3"/>
          <p:cNvSpPr>
            <a:spLocks noGrp="1"/>
          </p:cNvSpPr>
          <p:nvPr>
            <p:ph idx="1"/>
          </p:nvPr>
        </p:nvSpPr>
        <p:spPr>
          <a:xfrm>
            <a:off x="165954" y="912871"/>
            <a:ext cx="2484976" cy="523220"/>
          </a:xfrm>
        </p:spPr>
        <p:txBody>
          <a:bodyPr wrap="none">
            <a:spAutoFit/>
          </a:bodyPr>
          <a:lstStyle/>
          <a:p>
            <a:pPr marL="0" indent="0" algn="l">
              <a:lnSpc>
                <a:spcPct val="100000"/>
              </a:lnSpc>
              <a:buNone/>
            </a:pPr>
            <a:r>
              <a:rPr lang="en-US" b="1" dirty="0"/>
              <a:t>Find Summation</a:t>
            </a:r>
          </a:p>
        </p:txBody>
      </p:sp>
      <p:graphicFrame>
        <p:nvGraphicFramePr>
          <p:cNvPr id="22" name="Diagram 21"/>
          <p:cNvGraphicFramePr/>
          <p:nvPr>
            <p:extLst>
              <p:ext uri="{D42A27DB-BD31-4B8C-83A1-F6EECF244321}">
                <p14:modId xmlns:p14="http://schemas.microsoft.com/office/powerpoint/2010/main" val="3029026539"/>
              </p:ext>
            </p:extLst>
          </p:nvPr>
        </p:nvGraphicFramePr>
        <p:xfrm>
          <a:off x="761019" y="1666141"/>
          <a:ext cx="10669963" cy="10058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23" name="Diagram 22"/>
          <p:cNvGraphicFramePr/>
          <p:nvPr>
            <p:extLst>
              <p:ext uri="{D42A27DB-BD31-4B8C-83A1-F6EECF244321}">
                <p14:modId xmlns:p14="http://schemas.microsoft.com/office/powerpoint/2010/main" val="4238050054"/>
              </p:ext>
            </p:extLst>
          </p:nvPr>
        </p:nvGraphicFramePr>
        <p:xfrm>
          <a:off x="761019" y="3342767"/>
          <a:ext cx="10669963" cy="100584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085326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graphicEl>
                                              <a:dgm id="{2DC0BE8A-A50D-459F-8803-8F629D24FD59}"/>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graphicEl>
                                              <a:dgm id="{44BA6F07-9809-453E-B5B3-AB636F82DB9E}"/>
                                            </p:graphic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graphicEl>
                                              <a:dgm id="{C1D3A877-193E-433E-996E-DE3797C7F529}"/>
                                            </p:graphic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2">
                                            <p:graphicEl>
                                              <a:dgm id="{98B97CCD-AFF1-49BB-8170-C62165E0F732}"/>
                                            </p:graphic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
                                            <p:graphicEl>
                                              <a:dgm id="{75494D80-AAE1-44AB-A5A1-D4E336C9A241}"/>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2">
                                            <p:graphicEl>
                                              <a:dgm id="{2C8919B2-9A29-4B7C-B580-1CADFBED59E0}"/>
                                            </p:graphic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2">
                                            <p:graphicEl>
                                              <a:dgm id="{A7280906-DE55-492D-B5CB-040475BA6CF7}"/>
                                            </p:graphic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3">
                                            <p:graphicEl>
                                              <a:dgm id="{2DC0BE8A-A50D-459F-8803-8F629D24FD59}"/>
                                            </p:graphic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3">
                                            <p:graphicEl>
                                              <a:dgm id="{44BA6F07-9809-453E-B5B3-AB636F82DB9E}"/>
                                            </p:graphic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3">
                                            <p:graphicEl>
                                              <a:dgm id="{C1D3A877-193E-433E-996E-DE3797C7F529}"/>
                                            </p:graphic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3">
                                            <p:graphicEl>
                                              <a:dgm id="{98B97CCD-AFF1-49BB-8170-C62165E0F732}"/>
                                            </p:graphic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3">
                                            <p:graphicEl>
                                              <a:dgm id="{E0C570FE-9914-4A6D-9031-C7F5D06CA4B6}"/>
                                            </p:graphic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3">
                                            <p:graphicEl>
                                              <a:dgm id="{4C28BE01-289E-4DB1-8B74-4F0C1045C683}"/>
                                            </p:graphic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3">
                                            <p:graphicEl>
                                              <a:dgm id="{75494D80-AAE1-44AB-A5A1-D4E336C9A241}"/>
                                            </p:graphic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3">
                                            <p:graphicEl>
                                              <a:dgm id="{2C8919B2-9A29-4B7C-B580-1CADFBED59E0}"/>
                                            </p:graphicEl>
                                          </p:spTgt>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3">
                                            <p:graphicEl>
                                              <a:dgm id="{A7280906-DE55-492D-B5CB-040475BA6CF7}"/>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Graphic spid="22" grpId="0">
        <p:bldSub>
          <a:bldDgm bld="one"/>
        </p:bldSub>
      </p:bldGraphic>
      <p:bldGraphic spid="23" grpId="0">
        <p:bldSub>
          <a:bldDgm bld="one"/>
        </p:bldSub>
      </p:bldGraphic>
    </p:bldLst>
  </p:timing>
</p:sld>
</file>

<file path=ppt/slides/slide1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find required values from the calculator?</a:t>
            </a:r>
            <a:endParaRPr lang="en-US" dirty="0">
              <a:solidFill>
                <a:srgbClr val="FF0000"/>
              </a:solidFill>
            </a:endParaRPr>
          </a:p>
        </p:txBody>
      </p:sp>
      <p:sp>
        <p:nvSpPr>
          <p:cNvPr id="21" name="Content Placeholder 3"/>
          <p:cNvSpPr>
            <a:spLocks noGrp="1"/>
          </p:cNvSpPr>
          <p:nvPr>
            <p:ph idx="1"/>
          </p:nvPr>
        </p:nvSpPr>
        <p:spPr>
          <a:xfrm>
            <a:off x="165954" y="912871"/>
            <a:ext cx="2076209" cy="523220"/>
          </a:xfrm>
        </p:spPr>
        <p:txBody>
          <a:bodyPr wrap="none">
            <a:spAutoFit/>
          </a:bodyPr>
          <a:lstStyle/>
          <a:p>
            <a:pPr marL="0" indent="0" algn="l">
              <a:lnSpc>
                <a:spcPct val="100000"/>
              </a:lnSpc>
              <a:buNone/>
            </a:pPr>
            <a:r>
              <a:rPr lang="en-US" b="1" dirty="0"/>
              <a:t>Find Variable</a:t>
            </a:r>
          </a:p>
        </p:txBody>
      </p:sp>
      <p:graphicFrame>
        <p:nvGraphicFramePr>
          <p:cNvPr id="22" name="Diagram 21"/>
          <p:cNvGraphicFramePr/>
          <p:nvPr>
            <p:extLst>
              <p:ext uri="{D42A27DB-BD31-4B8C-83A1-F6EECF244321}">
                <p14:modId xmlns:p14="http://schemas.microsoft.com/office/powerpoint/2010/main" val="2221671064"/>
              </p:ext>
            </p:extLst>
          </p:nvPr>
        </p:nvGraphicFramePr>
        <p:xfrm>
          <a:off x="761019" y="1666141"/>
          <a:ext cx="10669963" cy="10058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23" name="Diagram 22"/>
          <p:cNvGraphicFramePr/>
          <p:nvPr>
            <p:extLst>
              <p:ext uri="{D42A27DB-BD31-4B8C-83A1-F6EECF244321}">
                <p14:modId xmlns:p14="http://schemas.microsoft.com/office/powerpoint/2010/main" val="3503302509"/>
              </p:ext>
            </p:extLst>
          </p:nvPr>
        </p:nvGraphicFramePr>
        <p:xfrm>
          <a:off x="761019" y="3342767"/>
          <a:ext cx="10669963" cy="100584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940746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graphicEl>
                                              <a:dgm id="{2DC0BE8A-A50D-459F-8803-8F629D24FD59}"/>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graphicEl>
                                              <a:dgm id="{44BA6F07-9809-453E-B5B3-AB636F82DB9E}"/>
                                            </p:graphic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graphicEl>
                                              <a:dgm id="{C1D3A877-193E-433E-996E-DE3797C7F529}"/>
                                            </p:graphic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2">
                                            <p:graphicEl>
                                              <a:dgm id="{98B97CCD-AFF1-49BB-8170-C62165E0F732}"/>
                                            </p:graphic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
                                            <p:graphicEl>
                                              <a:dgm id="{75494D80-AAE1-44AB-A5A1-D4E336C9A241}"/>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2">
                                            <p:graphicEl>
                                              <a:dgm id="{2C8919B2-9A29-4B7C-B580-1CADFBED59E0}"/>
                                            </p:graphic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2">
                                            <p:graphicEl>
                                              <a:dgm id="{A7280906-DE55-492D-B5CB-040475BA6CF7}"/>
                                            </p:graphic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3">
                                            <p:graphicEl>
                                              <a:dgm id="{2DC0BE8A-A50D-459F-8803-8F629D24FD59}"/>
                                            </p:graphic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3">
                                            <p:graphicEl>
                                              <a:dgm id="{44BA6F07-9809-453E-B5B3-AB636F82DB9E}"/>
                                            </p:graphic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3">
                                            <p:graphicEl>
                                              <a:dgm id="{C1D3A877-193E-433E-996E-DE3797C7F529}"/>
                                            </p:graphic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3">
                                            <p:graphicEl>
                                              <a:dgm id="{98B97CCD-AFF1-49BB-8170-C62165E0F732}"/>
                                            </p:graphic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3">
                                            <p:graphicEl>
                                              <a:dgm id="{E0C570FE-9914-4A6D-9031-C7F5D06CA4B6}"/>
                                            </p:graphic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3">
                                            <p:graphicEl>
                                              <a:dgm id="{4C28BE01-289E-4DB1-8B74-4F0C1045C683}"/>
                                            </p:graphic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3">
                                            <p:graphicEl>
                                              <a:dgm id="{75494D80-AAE1-44AB-A5A1-D4E336C9A241}"/>
                                            </p:graphic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3">
                                            <p:graphicEl>
                                              <a:dgm id="{2C8919B2-9A29-4B7C-B580-1CADFBED59E0}"/>
                                            </p:graphicEl>
                                          </p:spTgt>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3">
                                            <p:graphicEl>
                                              <a:dgm id="{A7280906-DE55-492D-B5CB-040475BA6CF7}"/>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Graphic spid="22" grpId="0">
        <p:bldSub>
          <a:bldDgm bld="one"/>
        </p:bldSub>
      </p:bldGraphic>
      <p:bldGraphic spid="23" grpId="0">
        <p:bldSub>
          <a:bldDgm bld="one"/>
        </p:bldSub>
      </p:bldGraphic>
    </p:bld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7" y="869082"/>
                <a:ext cx="11929643" cy="128016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Fit a polynomial of degree two using least square method for the following experimental data. Also, estimate </a:t>
                </a:r>
                <a14:m>
                  <m:oMath xmlns:m="http://schemas.openxmlformats.org/officeDocument/2006/math">
                    <m:r>
                      <m:rPr>
                        <m:sty m:val="p"/>
                      </m:rPr>
                      <a:rPr lang="en-US">
                        <a:latin typeface="Cambria Math" panose="02040503050406030204" pitchFamily="18" charset="0"/>
                      </a:rPr>
                      <m:t>y</m:t>
                    </m:r>
                    <m:d>
                      <m:dPr>
                        <m:ctrlPr>
                          <a:rPr lang="en-US" i="1">
                            <a:latin typeface="Cambria Math" panose="02040503050406030204" pitchFamily="18" charset="0"/>
                          </a:rPr>
                        </m:ctrlPr>
                      </m:dPr>
                      <m:e>
                        <m:r>
                          <a:rPr lang="en-US">
                            <a:latin typeface="Cambria Math" panose="02040503050406030204" pitchFamily="18" charset="0"/>
                          </a:rPr>
                          <m:t>2.4</m:t>
                        </m:r>
                      </m:e>
                    </m:d>
                    <m:r>
                      <a:rPr lang="en-US">
                        <a:latin typeface="Cambria Math" panose="02040503050406030204" pitchFamily="18" charset="0"/>
                      </a:rPr>
                      <m:t>.</m:t>
                    </m:r>
                  </m:oMath>
                </a14:m>
                <a:endParaRPr lang="en-US" dirty="0"/>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7" y="869082"/>
                <a:ext cx="11929643" cy="1280160"/>
              </a:xfrm>
              <a:prstGeom prst="rect">
                <a:avLst/>
              </a:prstGeom>
              <a:blipFill rotWithShape="0">
                <a:blip r:embed="rId2"/>
                <a:stretch>
                  <a:fillRect l="-1074" r="-1074" b="-11429"/>
                </a:stretch>
              </a:blipFill>
              <a:ln>
                <a:noFill/>
              </a:ln>
            </p:spPr>
            <p:txBody>
              <a:bodyPr/>
              <a:lstStyle/>
              <a:p>
                <a:r>
                  <a:rPr lang="en-US">
                    <a:noFill/>
                  </a:rPr>
                  <a:t> </a:t>
                </a:r>
              </a:p>
            </p:txBody>
          </p:sp>
        </mc:Fallback>
      </mc:AlternateContent>
      <p:sp>
        <p:nvSpPr>
          <p:cNvPr id="2" name="Title 1"/>
          <p:cNvSpPr>
            <a:spLocks noGrp="1"/>
          </p:cNvSpPr>
          <p:nvPr>
            <p:ph type="title"/>
          </p:nvPr>
        </p:nvSpPr>
        <p:spPr/>
        <p:txBody>
          <a:bodyPr/>
          <a:lstStyle/>
          <a:p>
            <a:r>
              <a:rPr lang="en-GB" dirty="0"/>
              <a:t>Method 4.2 ⇝ Example 1</a:t>
            </a:r>
            <a:endParaRPr lang="en-US" dirty="0"/>
          </a:p>
        </p:txBody>
      </p:sp>
      <p:sp>
        <p:nvSpPr>
          <p:cNvPr id="50" name="Rectangle 49">
            <a:extLst>
              <a:ext uri="{FF2B5EF4-FFF2-40B4-BE49-F238E27FC236}">
                <a16:creationId xmlns:a16="http://schemas.microsoft.com/office/drawing/2014/main" id="{B2D3FB0B-D709-43AC-B65F-29361B504B61}"/>
              </a:ext>
            </a:extLst>
          </p:cNvPr>
          <p:cNvSpPr/>
          <p:nvPr/>
        </p:nvSpPr>
        <p:spPr>
          <a:xfrm>
            <a:off x="131177" y="3495001"/>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1500684970"/>
                  </p:ext>
                </p:extLst>
              </p:nvPr>
            </p:nvGraphicFramePr>
            <p:xfrm>
              <a:off x="2804160" y="2257907"/>
              <a:ext cx="6583680" cy="1097280"/>
            </p:xfrm>
            <a:graphic>
              <a:graphicData uri="http://schemas.openxmlformats.org/drawingml/2006/table">
                <a:tbl>
                  <a:tblPr firstRow="1" firstCol="1" bandRow="1">
                    <a:tableStyleId>{E8B1032C-EA38-4F05-BA0D-38AFFFC7BED3}</a:tableStyleId>
                  </a:tblPr>
                  <a:tblGrid>
                    <a:gridCol w="10972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tblGrid>
                  <a:tr h="548640">
                    <a:tc>
                      <a:txBody>
                        <a:bodyPr/>
                        <a:lstStyle/>
                        <a:p>
                          <a:pPr marL="0" marR="0" algn="just">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a:rPr lang="en-US" sz="2800" b="1" i="0" smtClean="0">
                                    <a:solidFill>
                                      <a:srgbClr val="002060"/>
                                    </a:solidFill>
                                    <a:effectLst/>
                                    <a:latin typeface="Cambria Math" panose="02040503050406030204" pitchFamily="18" charset="0"/>
                                    <a:ea typeface="Calibri" panose="020F0502020204030204" pitchFamily="34" charset="0"/>
                                    <a:cs typeface="Shruti" panose="020B0502040204020203" pitchFamily="34" charset="0"/>
                                  </a:rPr>
                                  <m:t>𝐱</m:t>
                                </m:r>
                              </m:oMath>
                            </m:oMathPara>
                          </a14:m>
                          <a:endParaRPr lang="en-US" sz="2800" b="1" i="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just">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0" i="0" smtClean="0">
                                    <a:solidFill>
                                      <a:srgbClr val="002060"/>
                                    </a:solidFill>
                                    <a:effectLst/>
                                    <a:latin typeface="+mn-lt"/>
                                    <a:ea typeface="Calibri" panose="020F0502020204030204" pitchFamily="34" charset="0"/>
                                    <a:cs typeface="Shruti" panose="020B0502040204020203" pitchFamily="34" charset="0"/>
                                  </a:rPr>
                                  <m:t>1</m:t>
                                </m:r>
                              </m:oMath>
                            </m:oMathPara>
                          </a14:m>
                          <a:endParaRPr lang="en-US" sz="2800" b="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just">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0" i="0" smtClean="0">
                                    <a:solidFill>
                                      <a:srgbClr val="002060"/>
                                    </a:solidFill>
                                    <a:effectLst/>
                                    <a:latin typeface="+mn-lt"/>
                                    <a:ea typeface="Calibri" panose="020F0502020204030204" pitchFamily="34" charset="0"/>
                                    <a:cs typeface="Shruti" panose="020B0502040204020203" pitchFamily="34" charset="0"/>
                                  </a:rPr>
                                  <m:t>2</m:t>
                                </m:r>
                              </m:oMath>
                            </m:oMathPara>
                          </a14:m>
                          <a:endParaRPr lang="en-US" sz="2800" b="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just">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0" i="0" smtClean="0">
                                    <a:solidFill>
                                      <a:srgbClr val="002060"/>
                                    </a:solidFill>
                                    <a:effectLst/>
                                    <a:latin typeface="+mn-lt"/>
                                    <a:ea typeface="Calibri" panose="020F0502020204030204" pitchFamily="34" charset="0"/>
                                    <a:cs typeface="Shruti" panose="020B0502040204020203" pitchFamily="34" charset="0"/>
                                  </a:rPr>
                                  <m:t>3</m:t>
                                </m:r>
                              </m:oMath>
                            </m:oMathPara>
                          </a14:m>
                          <a:endParaRPr lang="en-US" sz="2800" b="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just">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0" i="0" smtClean="0">
                                    <a:solidFill>
                                      <a:srgbClr val="002060"/>
                                    </a:solidFill>
                                    <a:effectLst/>
                                    <a:latin typeface="+mn-lt"/>
                                    <a:ea typeface="Calibri" panose="020F0502020204030204" pitchFamily="34" charset="0"/>
                                    <a:cs typeface="Shruti" panose="020B0502040204020203" pitchFamily="34" charset="0"/>
                                  </a:rPr>
                                  <m:t>4</m:t>
                                </m:r>
                              </m:oMath>
                            </m:oMathPara>
                          </a14:m>
                          <a:endParaRPr lang="en-US" sz="2800" b="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5</a:t>
                          </a:r>
                        </a:p>
                      </a:txBody>
                      <a:tcPr marL="68580" marR="68580" marT="0" marB="0" anchor="ctr"/>
                    </a:tc>
                    <a:extLst>
                      <a:ext uri="{0D108BD9-81ED-4DB2-BD59-A6C34878D82A}">
                        <a16:rowId xmlns:a16="http://schemas.microsoft.com/office/drawing/2014/main" val="10000"/>
                      </a:ext>
                    </a:extLst>
                  </a:tr>
                  <a:tr h="548640">
                    <a:tc>
                      <a:txBody>
                        <a:bodyPr/>
                        <a:lstStyle/>
                        <a:p>
                          <a:pPr marL="0" marR="0" algn="just">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a:rPr lang="en-US" sz="2800" b="1" i="0" smtClean="0">
                                    <a:solidFill>
                                      <a:srgbClr val="002060"/>
                                    </a:solidFill>
                                    <a:effectLst/>
                                    <a:latin typeface="Cambria Math" panose="02040503050406030204" pitchFamily="18" charset="0"/>
                                    <a:ea typeface="Calibri" panose="020F0502020204030204" pitchFamily="34" charset="0"/>
                                    <a:cs typeface="Shruti" panose="020B0502040204020203" pitchFamily="34" charset="0"/>
                                  </a:rPr>
                                  <m:t>𝐲</m:t>
                                </m:r>
                              </m:oMath>
                            </m:oMathPara>
                          </a14:m>
                          <a:endParaRPr lang="en-US" sz="2800" b="1" i="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just">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0" i="0" smtClean="0">
                                    <a:solidFill>
                                      <a:srgbClr val="002060"/>
                                    </a:solidFill>
                                    <a:effectLst/>
                                    <a:latin typeface="+mn-lt"/>
                                    <a:ea typeface="Calibri" panose="020F0502020204030204" pitchFamily="34" charset="0"/>
                                    <a:cs typeface="Shruti" panose="020B0502040204020203" pitchFamily="34" charset="0"/>
                                  </a:rPr>
                                  <m:t>5</m:t>
                                </m:r>
                              </m:oMath>
                            </m:oMathPara>
                          </a14:m>
                          <a:endParaRPr lang="en-US" sz="2800" b="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just">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0" i="0" smtClean="0">
                                    <a:solidFill>
                                      <a:srgbClr val="002060"/>
                                    </a:solidFill>
                                    <a:effectLst/>
                                    <a:latin typeface="+mn-lt"/>
                                    <a:ea typeface="Calibri" panose="020F0502020204030204" pitchFamily="34" charset="0"/>
                                    <a:cs typeface="Shruti" panose="020B0502040204020203" pitchFamily="34" charset="0"/>
                                  </a:rPr>
                                  <m:t>12</m:t>
                                </m:r>
                              </m:oMath>
                            </m:oMathPara>
                          </a14:m>
                          <a:endParaRPr lang="en-US" sz="2800" b="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just">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0" i="0" smtClean="0">
                                    <a:solidFill>
                                      <a:srgbClr val="002060"/>
                                    </a:solidFill>
                                    <a:effectLst/>
                                    <a:latin typeface="+mn-lt"/>
                                    <a:ea typeface="Calibri" panose="020F0502020204030204" pitchFamily="34" charset="0"/>
                                    <a:cs typeface="Shruti" panose="020B0502040204020203" pitchFamily="34" charset="0"/>
                                  </a:rPr>
                                  <m:t>26</m:t>
                                </m:r>
                              </m:oMath>
                            </m:oMathPara>
                          </a14:m>
                          <a:endParaRPr lang="en-US" sz="2800" b="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just">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0" i="0" smtClean="0">
                                    <a:solidFill>
                                      <a:srgbClr val="002060"/>
                                    </a:solidFill>
                                    <a:effectLst/>
                                    <a:latin typeface="+mn-lt"/>
                                    <a:ea typeface="Calibri" panose="020F0502020204030204" pitchFamily="34" charset="0"/>
                                    <a:cs typeface="Shruti" panose="020B0502040204020203" pitchFamily="34" charset="0"/>
                                  </a:rPr>
                                  <m:t>60</m:t>
                                </m:r>
                              </m:oMath>
                            </m:oMathPara>
                          </a14:m>
                          <a:endParaRPr lang="en-US" sz="2800" b="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97</a:t>
                          </a:r>
                        </a:p>
                      </a:txBody>
                      <a:tcPr marL="68580" marR="68580" marT="0" marB="0" anchor="ctr"/>
                    </a:tc>
                    <a:extLst>
                      <a:ext uri="{0D108BD9-81ED-4DB2-BD59-A6C34878D82A}">
                        <a16:rowId xmlns:a16="http://schemas.microsoft.com/office/drawing/2014/main" val="10001"/>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1500684970"/>
                  </p:ext>
                </p:extLst>
              </p:nvPr>
            </p:nvGraphicFramePr>
            <p:xfrm>
              <a:off x="2804160" y="2257907"/>
              <a:ext cx="6583680" cy="1097280"/>
            </p:xfrm>
            <a:graphic>
              <a:graphicData uri="http://schemas.openxmlformats.org/drawingml/2006/table">
                <a:tbl>
                  <a:tblPr firstRow="1" firstCol="1" bandRow="1">
                    <a:tableStyleId>{E8B1032C-EA38-4F05-BA0D-38AFFFC7BED3}</a:tableStyleId>
                  </a:tblPr>
                  <a:tblGrid>
                    <a:gridCol w="1097280"/>
                    <a:gridCol w="1097280"/>
                    <a:gridCol w="1097280"/>
                    <a:gridCol w="1097280"/>
                    <a:gridCol w="1097280"/>
                    <a:gridCol w="1097280"/>
                  </a:tblGrid>
                  <a:tr h="548640">
                    <a:tc>
                      <a:txBody>
                        <a:bodyPr/>
                        <a:lstStyle/>
                        <a:p>
                          <a:endParaRPr lang="en-US"/>
                        </a:p>
                      </a:txBody>
                      <a:tcPr marL="68580" marR="68580" marT="0" marB="0" anchor="ctr">
                        <a:blipFill rotWithShape="0">
                          <a:blip r:embed="rId3"/>
                          <a:stretch>
                            <a:fillRect l="-1111" t="-8791" r="-502222" b="-126374"/>
                          </a:stretch>
                        </a:blipFill>
                      </a:tcPr>
                    </a:tc>
                    <a:tc>
                      <a:txBody>
                        <a:bodyPr/>
                        <a:lstStyle/>
                        <a:p>
                          <a:endParaRPr lang="en-US"/>
                        </a:p>
                      </a:txBody>
                      <a:tcPr marL="68580" marR="68580" marT="0" marB="0" anchor="ctr">
                        <a:blipFill rotWithShape="0">
                          <a:blip r:embed="rId3"/>
                          <a:stretch>
                            <a:fillRect l="-101111" t="-8791" r="-402222" b="-126374"/>
                          </a:stretch>
                        </a:blipFill>
                      </a:tcPr>
                    </a:tc>
                    <a:tc>
                      <a:txBody>
                        <a:bodyPr/>
                        <a:lstStyle/>
                        <a:p>
                          <a:endParaRPr lang="en-US"/>
                        </a:p>
                      </a:txBody>
                      <a:tcPr marL="68580" marR="68580" marT="0" marB="0" anchor="ctr">
                        <a:blipFill rotWithShape="0">
                          <a:blip r:embed="rId3"/>
                          <a:stretch>
                            <a:fillRect l="-201111" t="-8791" r="-302222" b="-126374"/>
                          </a:stretch>
                        </a:blipFill>
                      </a:tcPr>
                    </a:tc>
                    <a:tc>
                      <a:txBody>
                        <a:bodyPr/>
                        <a:lstStyle/>
                        <a:p>
                          <a:endParaRPr lang="en-US"/>
                        </a:p>
                      </a:txBody>
                      <a:tcPr marL="68580" marR="68580" marT="0" marB="0" anchor="ctr">
                        <a:blipFill rotWithShape="0">
                          <a:blip r:embed="rId3"/>
                          <a:stretch>
                            <a:fillRect l="-301111" t="-8791" r="-202222" b="-126374"/>
                          </a:stretch>
                        </a:blipFill>
                      </a:tcPr>
                    </a:tc>
                    <a:tc>
                      <a:txBody>
                        <a:bodyPr/>
                        <a:lstStyle/>
                        <a:p>
                          <a:endParaRPr lang="en-US"/>
                        </a:p>
                      </a:txBody>
                      <a:tcPr marL="68580" marR="68580" marT="0" marB="0" anchor="ctr">
                        <a:blipFill rotWithShape="0">
                          <a:blip r:embed="rId3"/>
                          <a:stretch>
                            <a:fillRect l="-401111" t="-8791" r="-102222" b="-126374"/>
                          </a:stretch>
                        </a:blipFill>
                      </a:tcPr>
                    </a:tc>
                    <a:tc>
                      <a:txBody>
                        <a:bodyPr/>
                        <a:lstStyle/>
                        <a:p>
                          <a:pPr marL="0" marR="0" algn="ctr">
                            <a:lnSpc>
                              <a:spcPct val="100000"/>
                            </a:lnSpc>
                            <a:spcBef>
                              <a:spcPts val="0"/>
                            </a:spcBef>
                            <a:spcAft>
                              <a:spcPts val="0"/>
                            </a:spcAft>
                            <a:tabLst>
                              <a:tab pos="0" algn="l"/>
                              <a:tab pos="447675" algn="l"/>
                            </a:tabLst>
                          </a:pPr>
                          <a:r>
                            <a:rPr lang="en-US" sz="2800" b="0" dirty="0" smtClean="0">
                              <a:solidFill>
                                <a:srgbClr val="002060"/>
                              </a:solidFill>
                              <a:effectLst/>
                              <a:latin typeface="+mn-lt"/>
                              <a:ea typeface="Calibri" panose="020F0502020204030204" pitchFamily="34" charset="0"/>
                              <a:cs typeface="Shruti" panose="020B0502040204020203" pitchFamily="34" charset="0"/>
                            </a:rPr>
                            <a:t>5</a:t>
                          </a:r>
                          <a:endParaRPr lang="en-US" sz="2800" b="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r>
                  <a:tr h="548640">
                    <a:tc>
                      <a:txBody>
                        <a:bodyPr/>
                        <a:lstStyle/>
                        <a:p>
                          <a:endParaRPr lang="en-US"/>
                        </a:p>
                      </a:txBody>
                      <a:tcPr marL="68580" marR="68580" marT="0" marB="0" anchor="ctr">
                        <a:blipFill rotWithShape="0">
                          <a:blip r:embed="rId3"/>
                          <a:stretch>
                            <a:fillRect l="-1111" t="-110000" r="-502222" b="-27778"/>
                          </a:stretch>
                        </a:blipFill>
                      </a:tcPr>
                    </a:tc>
                    <a:tc>
                      <a:txBody>
                        <a:bodyPr/>
                        <a:lstStyle/>
                        <a:p>
                          <a:endParaRPr lang="en-US"/>
                        </a:p>
                      </a:txBody>
                      <a:tcPr marL="68580" marR="68580" marT="0" marB="0" anchor="ctr">
                        <a:blipFill rotWithShape="0">
                          <a:blip r:embed="rId3"/>
                          <a:stretch>
                            <a:fillRect l="-101111" t="-110000" r="-402222" b="-27778"/>
                          </a:stretch>
                        </a:blipFill>
                      </a:tcPr>
                    </a:tc>
                    <a:tc>
                      <a:txBody>
                        <a:bodyPr/>
                        <a:lstStyle/>
                        <a:p>
                          <a:endParaRPr lang="en-US"/>
                        </a:p>
                      </a:txBody>
                      <a:tcPr marL="68580" marR="68580" marT="0" marB="0" anchor="ctr">
                        <a:blipFill rotWithShape="0">
                          <a:blip r:embed="rId3"/>
                          <a:stretch>
                            <a:fillRect l="-201111" t="-110000" r="-302222" b="-27778"/>
                          </a:stretch>
                        </a:blipFill>
                      </a:tcPr>
                    </a:tc>
                    <a:tc>
                      <a:txBody>
                        <a:bodyPr/>
                        <a:lstStyle/>
                        <a:p>
                          <a:endParaRPr lang="en-US"/>
                        </a:p>
                      </a:txBody>
                      <a:tcPr marL="68580" marR="68580" marT="0" marB="0" anchor="ctr">
                        <a:blipFill rotWithShape="0">
                          <a:blip r:embed="rId3"/>
                          <a:stretch>
                            <a:fillRect l="-301111" t="-110000" r="-202222" b="-27778"/>
                          </a:stretch>
                        </a:blipFill>
                      </a:tcPr>
                    </a:tc>
                    <a:tc>
                      <a:txBody>
                        <a:bodyPr/>
                        <a:lstStyle/>
                        <a:p>
                          <a:endParaRPr lang="en-US"/>
                        </a:p>
                      </a:txBody>
                      <a:tcPr marL="68580" marR="68580" marT="0" marB="0" anchor="ctr">
                        <a:blipFill rotWithShape="0">
                          <a:blip r:embed="rId3"/>
                          <a:stretch>
                            <a:fillRect l="-401111" t="-110000" r="-102222" b="-27778"/>
                          </a:stretch>
                        </a:blipFill>
                      </a:tcPr>
                    </a:tc>
                    <a:tc>
                      <a:txBody>
                        <a:bodyPr/>
                        <a:lstStyle/>
                        <a:p>
                          <a:pPr marL="0" marR="0" algn="ctr">
                            <a:lnSpc>
                              <a:spcPct val="100000"/>
                            </a:lnSpc>
                            <a:spcBef>
                              <a:spcPts val="0"/>
                            </a:spcBef>
                            <a:spcAft>
                              <a:spcPts val="0"/>
                            </a:spcAft>
                            <a:tabLst>
                              <a:tab pos="0" algn="l"/>
                              <a:tab pos="447675" algn="l"/>
                            </a:tabLst>
                          </a:pPr>
                          <a:r>
                            <a:rPr lang="en-US" sz="2800" b="0" dirty="0" smtClean="0">
                              <a:solidFill>
                                <a:srgbClr val="002060"/>
                              </a:solidFill>
                              <a:effectLst/>
                              <a:latin typeface="+mn-lt"/>
                              <a:ea typeface="Calibri" panose="020F0502020204030204" pitchFamily="34" charset="0"/>
                              <a:cs typeface="Shruti" panose="020B0502040204020203" pitchFamily="34" charset="0"/>
                            </a:rPr>
                            <a:t>97</a:t>
                          </a:r>
                          <a:endParaRPr lang="en-US" sz="2800" b="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r>
                </a:tbl>
              </a:graphicData>
            </a:graphic>
          </p:graphicFrame>
        </mc:Fallback>
      </mc:AlternateContent>
      <mc:AlternateContent xmlns:mc="http://schemas.openxmlformats.org/markup-compatibility/2006" xmlns:a14="http://schemas.microsoft.com/office/drawing/2010/main">
        <mc:Choice Requires="a14">
          <p:sp>
            <p:nvSpPr>
              <p:cNvPr id="12" name="Rectangle 11"/>
              <p:cNvSpPr/>
              <p:nvPr/>
            </p:nvSpPr>
            <p:spPr>
              <a:xfrm>
                <a:off x="1627071" y="3494448"/>
                <a:ext cx="8815234" cy="3231654"/>
              </a:xfrm>
              <a:prstGeom prst="rect">
                <a:avLst/>
              </a:prstGeom>
            </p:spPr>
            <p:txBody>
              <a:bodyPr wrap="none">
                <a:spAutoFit/>
              </a:bodyPr>
              <a:lstStyle/>
              <a:p>
                <a:pPr marL="514350" lvl="0" indent="-514350" algn="just">
                  <a:buClr>
                    <a:srgbClr val="B84742"/>
                  </a:buClr>
                  <a:buFont typeface="+mj-lt"/>
                  <a:buAutoNum type="arabicParenR"/>
                </a:pPr>
                <a:r>
                  <a:rPr lang="en-US" sz="2400" dirty="0">
                    <a:solidFill>
                      <a:srgbClr val="FF0000"/>
                    </a:solidFill>
                  </a:rPr>
                  <a:t>Store</a:t>
                </a:r>
                <a:r>
                  <a:rPr lang="en-US" sz="2400" dirty="0">
                    <a:solidFill>
                      <a:srgbClr val="002060"/>
                    </a:solidFill>
                  </a:rPr>
                  <a:t> the given data(</a:t>
                </a:r>
                <a14:m>
                  <m:oMath xmlns:m="http://schemas.openxmlformats.org/officeDocument/2006/math">
                    <m:r>
                      <m:rPr>
                        <m:sty m:val="p"/>
                      </m:rPr>
                      <a:rPr lang="en-US" sz="2400" dirty="0">
                        <a:solidFill>
                          <a:srgbClr val="FF0000"/>
                        </a:solidFill>
                        <a:latin typeface="Cambria Math" panose="02040503050406030204" pitchFamily="18" charset="0"/>
                      </a:rPr>
                      <m:t>n</m:t>
                    </m:r>
                  </m:oMath>
                </a14:m>
                <a:r>
                  <a:rPr lang="en-US" sz="2400" dirty="0">
                    <a:solidFill>
                      <a:srgbClr val="002060"/>
                    </a:solidFill>
                  </a:rPr>
                  <a:t> points) in the scientific calculator(fx-82MS).</a:t>
                </a:r>
              </a:p>
              <a:p>
                <a:pPr marL="514350" lvl="0" indent="-514350" algn="just">
                  <a:lnSpc>
                    <a:spcPct val="150000"/>
                  </a:lnSpc>
                  <a:buClr>
                    <a:srgbClr val="B84742"/>
                  </a:buClr>
                  <a:buFont typeface="+mj-lt"/>
                  <a:buAutoNum type="arabicParenR"/>
                </a:pPr>
                <a:r>
                  <a:rPr lang="en-US" sz="2400" dirty="0">
                    <a:solidFill>
                      <a:srgbClr val="FF0000"/>
                    </a:solidFill>
                  </a:rPr>
                  <a:t>Find</a:t>
                </a:r>
                <a:r>
                  <a:rPr lang="en-US" sz="2400" dirty="0">
                    <a:solidFill>
                      <a:srgbClr val="002060"/>
                    </a:solidFill>
                  </a:rPr>
                  <a:t> the values of </a:t>
                </a:r>
                <a:r>
                  <a:rPr lang="en-US" sz="2400" dirty="0">
                    <a:solidFill>
                      <a:srgbClr val="FF0000"/>
                    </a:solidFill>
                  </a:rPr>
                  <a:t>following</a:t>
                </a:r>
                <a:r>
                  <a:rPr lang="en-US" sz="2400" dirty="0">
                    <a:solidFill>
                      <a:srgbClr val="002060"/>
                    </a:solidFill>
                  </a:rPr>
                  <a:t> from the calculator:</a:t>
                </a:r>
              </a:p>
              <a:p>
                <a:pPr marL="509588" lvl="0" algn="just">
                  <a:lnSpc>
                    <a:spcPct val="150000"/>
                  </a:lnSpc>
                  <a:buClr>
                    <a:srgbClr val="B84742"/>
                  </a:buClr>
                </a:pPr>
                <a:r>
                  <a:rPr lang="en-US" sz="2400" dirty="0">
                    <a:solidFill>
                      <a:srgbClr val="002060"/>
                    </a:solidFill>
                  </a:rPr>
                  <a:t> </a:t>
                </a:r>
                <a14:m>
                  <m:oMath xmlns:m="http://schemas.openxmlformats.org/officeDocument/2006/math">
                    <m:r>
                      <m:rPr>
                        <m:sty m:val="p"/>
                      </m:rPr>
                      <a:rPr lang="en-US" sz="2400">
                        <a:solidFill>
                          <a:srgbClr val="002060"/>
                        </a:solidFill>
                        <a:latin typeface="Cambria Math" panose="02040503050406030204" pitchFamily="18" charset="0"/>
                      </a:rPr>
                      <m:t>n</m:t>
                    </m:r>
                    <m:r>
                      <a:rPr lang="en-US" sz="2400">
                        <a:solidFill>
                          <a:srgbClr val="002060"/>
                        </a:solidFill>
                        <a:latin typeface="Cambria Math" panose="02040503050406030204" pitchFamily="18" charset="0"/>
                      </a:rPr>
                      <m:t>,   </m:t>
                    </m:r>
                    <m:nary>
                      <m:naryPr>
                        <m:chr m:val="∑"/>
                        <m:limLoc m:val="undOvr"/>
                        <m:subHide m:val="on"/>
                        <m:supHide m:val="on"/>
                        <m:ctrlPr>
                          <a:rPr lang="en-US" sz="2400" i="1">
                            <a:solidFill>
                              <a:srgbClr val="002060"/>
                            </a:solidFill>
                            <a:latin typeface="Cambria Math" panose="02040503050406030204" pitchFamily="18" charset="0"/>
                          </a:rPr>
                        </m:ctrlPr>
                      </m:naryPr>
                      <m:sub/>
                      <m:sup/>
                      <m:e>
                        <m:r>
                          <m:rPr>
                            <m:sty m:val="p"/>
                          </m:rPr>
                          <a:rPr lang="en-US" sz="2400">
                            <a:solidFill>
                              <a:srgbClr val="002060"/>
                            </a:solidFill>
                            <a:latin typeface="Cambria Math" panose="02040503050406030204" pitchFamily="18" charset="0"/>
                          </a:rPr>
                          <m:t>x</m:t>
                        </m:r>
                      </m:e>
                    </m:nary>
                    <m:r>
                      <a:rPr lang="en-US" sz="2400">
                        <a:solidFill>
                          <a:srgbClr val="002060"/>
                        </a:solidFill>
                        <a:latin typeface="Cambria Math" panose="02040503050406030204" pitchFamily="18" charset="0"/>
                      </a:rPr>
                      <m:t>,   </m:t>
                    </m:r>
                    <m:nary>
                      <m:naryPr>
                        <m:chr m:val="∑"/>
                        <m:limLoc m:val="undOvr"/>
                        <m:subHide m:val="on"/>
                        <m:supHide m:val="on"/>
                        <m:ctrlPr>
                          <a:rPr lang="en-US" sz="2400" i="1">
                            <a:solidFill>
                              <a:srgbClr val="002060"/>
                            </a:solidFill>
                            <a:latin typeface="Cambria Math" panose="02040503050406030204" pitchFamily="18" charset="0"/>
                          </a:rPr>
                        </m:ctrlPr>
                      </m:naryPr>
                      <m:sub/>
                      <m:sup/>
                      <m:e>
                        <m:sSup>
                          <m:sSupPr>
                            <m:ctrlPr>
                              <a:rPr lang="en-US" sz="2400" i="1">
                                <a:solidFill>
                                  <a:srgbClr val="002060"/>
                                </a:solidFill>
                                <a:latin typeface="Cambria Math" panose="02040503050406030204" pitchFamily="18" charset="0"/>
                              </a:rPr>
                            </m:ctrlPr>
                          </m:sSupPr>
                          <m:e>
                            <m:r>
                              <m:rPr>
                                <m:sty m:val="p"/>
                              </m:rPr>
                              <a:rPr lang="en-US" sz="2400">
                                <a:solidFill>
                                  <a:srgbClr val="002060"/>
                                </a:solidFill>
                                <a:latin typeface="Cambria Math" panose="02040503050406030204" pitchFamily="18" charset="0"/>
                              </a:rPr>
                              <m:t>x</m:t>
                            </m:r>
                          </m:e>
                          <m:sup>
                            <m:r>
                              <a:rPr lang="en-US" sz="2400">
                                <a:solidFill>
                                  <a:srgbClr val="002060"/>
                                </a:solidFill>
                                <a:latin typeface="Cambria Math" panose="02040503050406030204" pitchFamily="18" charset="0"/>
                              </a:rPr>
                              <m:t>2</m:t>
                            </m:r>
                          </m:sup>
                        </m:sSup>
                      </m:e>
                    </m:nary>
                    <m:r>
                      <a:rPr lang="en-US" sz="2400">
                        <a:solidFill>
                          <a:srgbClr val="002060"/>
                        </a:solidFill>
                        <a:latin typeface="Cambria Math" panose="02040503050406030204" pitchFamily="18" charset="0"/>
                      </a:rPr>
                      <m:t>,   </m:t>
                    </m:r>
                    <m:nary>
                      <m:naryPr>
                        <m:chr m:val="∑"/>
                        <m:limLoc m:val="undOvr"/>
                        <m:subHide m:val="on"/>
                        <m:supHide m:val="on"/>
                        <m:ctrlPr>
                          <a:rPr lang="en-US" sz="2400" i="1">
                            <a:solidFill>
                              <a:srgbClr val="002060"/>
                            </a:solidFill>
                            <a:latin typeface="Cambria Math" panose="02040503050406030204" pitchFamily="18" charset="0"/>
                          </a:rPr>
                        </m:ctrlPr>
                      </m:naryPr>
                      <m:sub/>
                      <m:sup/>
                      <m:e>
                        <m:sSup>
                          <m:sSupPr>
                            <m:ctrlPr>
                              <a:rPr lang="en-US" sz="2400" i="1">
                                <a:solidFill>
                                  <a:srgbClr val="002060"/>
                                </a:solidFill>
                                <a:latin typeface="Cambria Math" panose="02040503050406030204" pitchFamily="18" charset="0"/>
                              </a:rPr>
                            </m:ctrlPr>
                          </m:sSupPr>
                          <m:e>
                            <m:r>
                              <m:rPr>
                                <m:sty m:val="p"/>
                              </m:rPr>
                              <a:rPr lang="en-US" sz="2400">
                                <a:solidFill>
                                  <a:srgbClr val="002060"/>
                                </a:solidFill>
                                <a:latin typeface="Cambria Math" panose="02040503050406030204" pitchFamily="18" charset="0"/>
                              </a:rPr>
                              <m:t>x</m:t>
                            </m:r>
                          </m:e>
                          <m:sup>
                            <m:r>
                              <a:rPr lang="en-US" sz="2400">
                                <a:solidFill>
                                  <a:srgbClr val="002060"/>
                                </a:solidFill>
                                <a:latin typeface="Cambria Math" panose="02040503050406030204" pitchFamily="18" charset="0"/>
                              </a:rPr>
                              <m:t>3</m:t>
                            </m:r>
                          </m:sup>
                        </m:sSup>
                      </m:e>
                    </m:nary>
                    <m:r>
                      <a:rPr lang="en-US" sz="2400">
                        <a:solidFill>
                          <a:srgbClr val="002060"/>
                        </a:solidFill>
                        <a:latin typeface="Cambria Math" panose="02040503050406030204" pitchFamily="18" charset="0"/>
                      </a:rPr>
                      <m:t>,   </m:t>
                    </m:r>
                    <m:nary>
                      <m:naryPr>
                        <m:chr m:val="∑"/>
                        <m:limLoc m:val="undOvr"/>
                        <m:subHide m:val="on"/>
                        <m:supHide m:val="on"/>
                        <m:ctrlPr>
                          <a:rPr lang="en-US" sz="2400" i="1">
                            <a:solidFill>
                              <a:srgbClr val="002060"/>
                            </a:solidFill>
                            <a:latin typeface="Cambria Math" panose="02040503050406030204" pitchFamily="18" charset="0"/>
                          </a:rPr>
                        </m:ctrlPr>
                      </m:naryPr>
                      <m:sub/>
                      <m:sup/>
                      <m:e>
                        <m:sSup>
                          <m:sSupPr>
                            <m:ctrlPr>
                              <a:rPr lang="en-US" sz="2400" i="1">
                                <a:solidFill>
                                  <a:srgbClr val="002060"/>
                                </a:solidFill>
                                <a:latin typeface="Cambria Math" panose="02040503050406030204" pitchFamily="18" charset="0"/>
                              </a:rPr>
                            </m:ctrlPr>
                          </m:sSupPr>
                          <m:e>
                            <m:r>
                              <m:rPr>
                                <m:sty m:val="p"/>
                              </m:rPr>
                              <a:rPr lang="en-US" sz="2400">
                                <a:solidFill>
                                  <a:srgbClr val="002060"/>
                                </a:solidFill>
                                <a:latin typeface="Cambria Math" panose="02040503050406030204" pitchFamily="18" charset="0"/>
                              </a:rPr>
                              <m:t>x</m:t>
                            </m:r>
                          </m:e>
                          <m:sup>
                            <m:r>
                              <a:rPr lang="en-US" sz="2400">
                                <a:solidFill>
                                  <a:srgbClr val="002060"/>
                                </a:solidFill>
                                <a:latin typeface="Cambria Math" panose="02040503050406030204" pitchFamily="18" charset="0"/>
                              </a:rPr>
                              <m:t>4</m:t>
                            </m:r>
                          </m:sup>
                        </m:sSup>
                      </m:e>
                    </m:nary>
                    <m:r>
                      <a:rPr lang="en-US" sz="2400" i="1">
                        <a:solidFill>
                          <a:srgbClr val="002060"/>
                        </a:solidFill>
                        <a:latin typeface="Cambria Math" panose="02040503050406030204" pitchFamily="18" charset="0"/>
                      </a:rPr>
                      <m:t>,   </m:t>
                    </m:r>
                    <m:nary>
                      <m:naryPr>
                        <m:chr m:val="∑"/>
                        <m:limLoc m:val="undOvr"/>
                        <m:subHide m:val="on"/>
                        <m:supHide m:val="on"/>
                        <m:ctrlPr>
                          <a:rPr lang="en-US" sz="2400" i="1">
                            <a:solidFill>
                              <a:srgbClr val="002060"/>
                            </a:solidFill>
                            <a:latin typeface="Cambria Math" panose="02040503050406030204" pitchFamily="18" charset="0"/>
                          </a:rPr>
                        </m:ctrlPr>
                      </m:naryPr>
                      <m:sub/>
                      <m:sup/>
                      <m:e>
                        <m:r>
                          <m:rPr>
                            <m:sty m:val="p"/>
                          </m:rPr>
                          <a:rPr lang="en-US" sz="2400">
                            <a:solidFill>
                              <a:srgbClr val="002060"/>
                            </a:solidFill>
                            <a:latin typeface="Cambria Math" panose="02040503050406030204" pitchFamily="18" charset="0"/>
                          </a:rPr>
                          <m:t>y</m:t>
                        </m:r>
                      </m:e>
                    </m:nary>
                    <m:r>
                      <a:rPr lang="en-US" sz="2400" i="1">
                        <a:solidFill>
                          <a:srgbClr val="002060"/>
                        </a:solidFill>
                        <a:latin typeface="Cambria Math" panose="02040503050406030204" pitchFamily="18" charset="0"/>
                      </a:rPr>
                      <m:t>,   </m:t>
                    </m:r>
                    <m:nary>
                      <m:naryPr>
                        <m:chr m:val="∑"/>
                        <m:limLoc m:val="undOvr"/>
                        <m:subHide m:val="on"/>
                        <m:supHide m:val="on"/>
                        <m:ctrlPr>
                          <a:rPr lang="en-US" sz="2400" i="1">
                            <a:solidFill>
                              <a:srgbClr val="002060"/>
                            </a:solidFill>
                            <a:latin typeface="Cambria Math" panose="02040503050406030204" pitchFamily="18" charset="0"/>
                          </a:rPr>
                        </m:ctrlPr>
                      </m:naryPr>
                      <m:sub/>
                      <m:sup/>
                      <m:e>
                        <m:r>
                          <m:rPr>
                            <m:sty m:val="p"/>
                          </m:rPr>
                          <a:rPr lang="en-US" sz="2400">
                            <a:solidFill>
                              <a:srgbClr val="002060"/>
                            </a:solidFill>
                            <a:latin typeface="Cambria Math" panose="02040503050406030204" pitchFamily="18" charset="0"/>
                          </a:rPr>
                          <m:t>xy</m:t>
                        </m:r>
                      </m:e>
                    </m:nary>
                    <m:r>
                      <a:rPr lang="en-US" sz="2400">
                        <a:solidFill>
                          <a:srgbClr val="002060"/>
                        </a:solidFill>
                        <a:latin typeface="Cambria Math" panose="02040503050406030204" pitchFamily="18" charset="0"/>
                      </a:rPr>
                      <m:t>,   </m:t>
                    </m:r>
                    <m:nary>
                      <m:naryPr>
                        <m:chr m:val="∑"/>
                        <m:limLoc m:val="undOvr"/>
                        <m:subHide m:val="on"/>
                        <m:supHide m:val="on"/>
                        <m:ctrlPr>
                          <a:rPr lang="en-US" sz="2400" i="1">
                            <a:solidFill>
                              <a:srgbClr val="002060"/>
                            </a:solidFill>
                            <a:latin typeface="Cambria Math" panose="02040503050406030204" pitchFamily="18" charset="0"/>
                          </a:rPr>
                        </m:ctrlPr>
                      </m:naryPr>
                      <m:sub/>
                      <m:sup/>
                      <m:e>
                        <m:sSup>
                          <m:sSupPr>
                            <m:ctrlPr>
                              <a:rPr lang="en-US" sz="2400" i="1">
                                <a:solidFill>
                                  <a:srgbClr val="002060"/>
                                </a:solidFill>
                                <a:latin typeface="Cambria Math" panose="02040503050406030204" pitchFamily="18" charset="0"/>
                              </a:rPr>
                            </m:ctrlPr>
                          </m:sSupPr>
                          <m:e>
                            <m:r>
                              <m:rPr>
                                <m:sty m:val="p"/>
                              </m:rPr>
                              <a:rPr lang="en-US" sz="2400">
                                <a:solidFill>
                                  <a:srgbClr val="002060"/>
                                </a:solidFill>
                                <a:latin typeface="Cambria Math" panose="02040503050406030204" pitchFamily="18" charset="0"/>
                              </a:rPr>
                              <m:t>x</m:t>
                            </m:r>
                          </m:e>
                          <m:sup>
                            <m:r>
                              <a:rPr lang="en-US" sz="2400">
                                <a:solidFill>
                                  <a:srgbClr val="002060"/>
                                </a:solidFill>
                                <a:latin typeface="Cambria Math" panose="02040503050406030204" pitchFamily="18" charset="0"/>
                              </a:rPr>
                              <m:t>2</m:t>
                            </m:r>
                          </m:sup>
                        </m:sSup>
                        <m:r>
                          <m:rPr>
                            <m:sty m:val="p"/>
                          </m:rPr>
                          <a:rPr lang="en-US" sz="2400">
                            <a:solidFill>
                              <a:srgbClr val="002060"/>
                            </a:solidFill>
                            <a:latin typeface="Cambria Math" panose="02040503050406030204" pitchFamily="18" charset="0"/>
                          </a:rPr>
                          <m:t>y</m:t>
                        </m:r>
                      </m:e>
                    </m:nary>
                    <m:r>
                      <m:rPr>
                        <m:nor/>
                      </m:rPr>
                      <a:rPr lang="en-US" sz="2400">
                        <a:solidFill>
                          <a:srgbClr val="002060"/>
                        </a:solidFill>
                      </a:rPr>
                      <m:t>.</m:t>
                    </m:r>
                  </m:oMath>
                </a14:m>
                <a:endParaRPr lang="en-US" sz="2400" dirty="0">
                  <a:solidFill>
                    <a:srgbClr val="002060"/>
                  </a:solidFill>
                </a:endParaRPr>
              </a:p>
              <a:p>
                <a:pPr marL="514350" lvl="0" indent="-514350" algn="just">
                  <a:lnSpc>
                    <a:spcPct val="150000"/>
                  </a:lnSpc>
                  <a:buClr>
                    <a:srgbClr val="B84742"/>
                  </a:buClr>
                  <a:buFont typeface="+mj-lt"/>
                  <a:buAutoNum type="arabicParenR" startAt="3"/>
                </a:pPr>
                <a:r>
                  <a:rPr lang="en-US" sz="2400" dirty="0">
                    <a:solidFill>
                      <a:srgbClr val="FF0000"/>
                    </a:solidFill>
                  </a:rPr>
                  <a:t>Substitute</a:t>
                </a:r>
                <a:r>
                  <a:rPr lang="en-US" sz="2400" dirty="0">
                    <a:solidFill>
                      <a:srgbClr val="002060"/>
                    </a:solidFill>
                  </a:rPr>
                  <a:t> all values in the normal equations.</a:t>
                </a:r>
              </a:p>
              <a:p>
                <a:pPr marL="514350" lvl="0" indent="-514350" algn="just">
                  <a:lnSpc>
                    <a:spcPct val="150000"/>
                  </a:lnSpc>
                  <a:buClr>
                    <a:srgbClr val="B84742"/>
                  </a:buClr>
                  <a:buFont typeface="+mj-lt"/>
                  <a:buAutoNum type="arabicParenR" startAt="3"/>
                </a:pPr>
                <a:r>
                  <a:rPr lang="en-US" sz="2400" dirty="0">
                    <a:solidFill>
                      <a:srgbClr val="FF0000"/>
                    </a:solidFill>
                  </a:rPr>
                  <a:t>Find</a:t>
                </a:r>
                <a:r>
                  <a:rPr lang="en-US" sz="2400" dirty="0">
                    <a:solidFill>
                      <a:srgbClr val="002060"/>
                    </a:solidFill>
                  </a:rPr>
                  <a:t> the values of </a:t>
                </a:r>
                <a14:m>
                  <m:oMath xmlns:m="http://schemas.openxmlformats.org/officeDocument/2006/math">
                    <m:r>
                      <m:rPr>
                        <m:sty m:val="p"/>
                      </m:rPr>
                      <a:rPr lang="en-US" sz="2400" dirty="0">
                        <a:solidFill>
                          <a:srgbClr val="FF0000"/>
                        </a:solidFill>
                        <a:latin typeface="Cambria Math" panose="02040503050406030204" pitchFamily="18" charset="0"/>
                      </a:rPr>
                      <m:t>a</m:t>
                    </m:r>
                    <m:r>
                      <a:rPr lang="en-US" sz="2400" dirty="0">
                        <a:solidFill>
                          <a:srgbClr val="002060"/>
                        </a:solidFill>
                        <a:latin typeface="Cambria Math" panose="02040503050406030204" pitchFamily="18" charset="0"/>
                      </a:rPr>
                      <m:t>,</m:t>
                    </m:r>
                    <m:r>
                      <a:rPr lang="en-US" sz="2400" dirty="0">
                        <a:solidFill>
                          <a:srgbClr val="FF0000"/>
                        </a:solidFill>
                        <a:latin typeface="Cambria Math" panose="02040503050406030204" pitchFamily="18" charset="0"/>
                      </a:rPr>
                      <m:t> </m:t>
                    </m:r>
                    <m:r>
                      <m:rPr>
                        <m:sty m:val="p"/>
                      </m:rPr>
                      <a:rPr lang="en-US" sz="2400" dirty="0">
                        <a:solidFill>
                          <a:srgbClr val="FF0000"/>
                        </a:solidFill>
                        <a:latin typeface="Cambria Math" panose="02040503050406030204" pitchFamily="18" charset="0"/>
                      </a:rPr>
                      <m:t>b</m:t>
                    </m:r>
                  </m:oMath>
                </a14:m>
                <a:r>
                  <a:rPr lang="en-US" sz="2400" dirty="0">
                    <a:solidFill>
                      <a:srgbClr val="002060"/>
                    </a:solidFill>
                  </a:rPr>
                  <a:t> &amp; </a:t>
                </a:r>
                <a14:m>
                  <m:oMath xmlns:m="http://schemas.openxmlformats.org/officeDocument/2006/math">
                    <m:r>
                      <m:rPr>
                        <m:sty m:val="p"/>
                      </m:rPr>
                      <a:rPr lang="en-US" sz="2400" dirty="0">
                        <a:solidFill>
                          <a:srgbClr val="FF0000"/>
                        </a:solidFill>
                        <a:latin typeface="Cambria Math" panose="02040503050406030204" pitchFamily="18" charset="0"/>
                      </a:rPr>
                      <m:t>c</m:t>
                    </m:r>
                  </m:oMath>
                </a14:m>
                <a:r>
                  <a:rPr lang="en-US" sz="2400" dirty="0">
                    <a:solidFill>
                      <a:srgbClr val="002060"/>
                    </a:solidFill>
                  </a:rPr>
                  <a:t> from the calculator.</a:t>
                </a:r>
                <a:endParaRPr lang="en-US" sz="2400" b="1" dirty="0">
                  <a:solidFill>
                    <a:srgbClr val="002060"/>
                  </a:solidFill>
                </a:endParaRPr>
              </a:p>
              <a:p>
                <a:pPr marL="514350" lvl="0" indent="-514350" algn="just">
                  <a:lnSpc>
                    <a:spcPct val="150000"/>
                  </a:lnSpc>
                  <a:buClr>
                    <a:srgbClr val="B84742"/>
                  </a:buClr>
                  <a:buFont typeface="+mj-lt"/>
                  <a:buAutoNum type="arabicParenR" startAt="3"/>
                </a:pPr>
                <a:r>
                  <a:rPr lang="en-US" sz="2400" dirty="0">
                    <a:solidFill>
                      <a:srgbClr val="FF0000"/>
                    </a:solidFill>
                  </a:rPr>
                  <a:t>Substitute</a:t>
                </a:r>
                <a:r>
                  <a:rPr lang="en-US" sz="2400" dirty="0">
                    <a:solidFill>
                      <a:srgbClr val="002060"/>
                    </a:solidFill>
                  </a:rPr>
                  <a:t> the values of </a:t>
                </a:r>
                <a14:m>
                  <m:oMath xmlns:m="http://schemas.openxmlformats.org/officeDocument/2006/math">
                    <m:r>
                      <m:rPr>
                        <m:sty m:val="p"/>
                      </m:rPr>
                      <a:rPr lang="en-US" sz="2400" dirty="0">
                        <a:solidFill>
                          <a:srgbClr val="002060"/>
                        </a:solidFill>
                        <a:latin typeface="Cambria Math" panose="02040503050406030204" pitchFamily="18" charset="0"/>
                      </a:rPr>
                      <m:t>a</m:t>
                    </m:r>
                    <m:r>
                      <a:rPr lang="en-US" sz="2400" dirty="0">
                        <a:solidFill>
                          <a:srgbClr val="002060"/>
                        </a:solidFill>
                        <a:latin typeface="Cambria Math" panose="02040503050406030204" pitchFamily="18" charset="0"/>
                      </a:rPr>
                      <m:t>, </m:t>
                    </m:r>
                    <m:r>
                      <m:rPr>
                        <m:sty m:val="p"/>
                      </m:rPr>
                      <a:rPr lang="en-US" sz="2400" dirty="0">
                        <a:solidFill>
                          <a:srgbClr val="002060"/>
                        </a:solidFill>
                        <a:latin typeface="Cambria Math" panose="02040503050406030204" pitchFamily="18" charset="0"/>
                      </a:rPr>
                      <m:t>b</m:t>
                    </m:r>
                  </m:oMath>
                </a14:m>
                <a:r>
                  <a:rPr lang="en-US" sz="2400" dirty="0">
                    <a:solidFill>
                      <a:srgbClr val="002060"/>
                    </a:solidFill>
                  </a:rPr>
                  <a:t> &amp; </a:t>
                </a:r>
                <a14:m>
                  <m:oMath xmlns:m="http://schemas.openxmlformats.org/officeDocument/2006/math">
                    <m:r>
                      <m:rPr>
                        <m:sty m:val="p"/>
                      </m:rPr>
                      <a:rPr lang="en-US" sz="2400" dirty="0">
                        <a:solidFill>
                          <a:srgbClr val="002060"/>
                        </a:solidFill>
                        <a:latin typeface="Cambria Math" panose="02040503050406030204" pitchFamily="18" charset="0"/>
                      </a:rPr>
                      <m:t>c</m:t>
                    </m:r>
                  </m:oMath>
                </a14:m>
                <a:r>
                  <a:rPr lang="en-US" sz="2400" dirty="0">
                    <a:solidFill>
                      <a:srgbClr val="002060"/>
                    </a:solidFill>
                  </a:rPr>
                  <a:t> in the parabola </a:t>
                </a:r>
                <a14:m>
                  <m:oMath xmlns:m="http://schemas.openxmlformats.org/officeDocument/2006/math">
                    <m:r>
                      <m:rPr>
                        <m:sty m:val="p"/>
                      </m:rPr>
                      <a:rPr lang="en-US" sz="2400">
                        <a:solidFill>
                          <a:srgbClr val="002060"/>
                        </a:solidFill>
                        <a:latin typeface="Cambria Math" panose="02040503050406030204" pitchFamily="18" charset="0"/>
                      </a:rPr>
                      <m:t>y</m:t>
                    </m:r>
                    <m:r>
                      <a:rPr lang="en-US" sz="2400">
                        <a:solidFill>
                          <a:srgbClr val="002060"/>
                        </a:solidFill>
                        <a:latin typeface="Cambria Math" panose="02040503050406030204" pitchFamily="18" charset="0"/>
                      </a:rPr>
                      <m:t>=</m:t>
                    </m:r>
                    <m:r>
                      <m:rPr>
                        <m:sty m:val="p"/>
                      </m:rPr>
                      <a:rPr lang="en-US" sz="2400">
                        <a:solidFill>
                          <a:srgbClr val="002060"/>
                        </a:solidFill>
                        <a:latin typeface="Cambria Math" panose="02040503050406030204" pitchFamily="18" charset="0"/>
                      </a:rPr>
                      <m:t>a</m:t>
                    </m:r>
                    <m:r>
                      <a:rPr lang="en-US" sz="2400">
                        <a:solidFill>
                          <a:srgbClr val="002060"/>
                        </a:solidFill>
                        <a:latin typeface="Cambria Math" panose="02040503050406030204" pitchFamily="18" charset="0"/>
                      </a:rPr>
                      <m:t>+</m:t>
                    </m:r>
                    <m:r>
                      <m:rPr>
                        <m:sty m:val="p"/>
                      </m:rPr>
                      <a:rPr lang="en-US" sz="2400">
                        <a:solidFill>
                          <a:srgbClr val="002060"/>
                        </a:solidFill>
                        <a:latin typeface="Cambria Math" panose="02040503050406030204" pitchFamily="18" charset="0"/>
                      </a:rPr>
                      <m:t>bx</m:t>
                    </m:r>
                    <m:r>
                      <a:rPr lang="en-US" sz="2400">
                        <a:solidFill>
                          <a:srgbClr val="002060"/>
                        </a:solidFill>
                        <a:latin typeface="Cambria Math" panose="02040503050406030204" pitchFamily="18" charset="0"/>
                      </a:rPr>
                      <m:t>+</m:t>
                    </m:r>
                    <m:sSup>
                      <m:sSupPr>
                        <m:ctrlPr>
                          <a:rPr lang="en-US" sz="2400" i="1">
                            <a:solidFill>
                              <a:srgbClr val="002060"/>
                            </a:solidFill>
                            <a:latin typeface="Cambria Math" panose="02040503050406030204" pitchFamily="18" charset="0"/>
                          </a:rPr>
                        </m:ctrlPr>
                      </m:sSupPr>
                      <m:e>
                        <m:r>
                          <m:rPr>
                            <m:sty m:val="p"/>
                          </m:rPr>
                          <a:rPr lang="en-US" sz="2400">
                            <a:solidFill>
                              <a:srgbClr val="002060"/>
                            </a:solidFill>
                            <a:latin typeface="Cambria Math" panose="02040503050406030204" pitchFamily="18" charset="0"/>
                          </a:rPr>
                          <m:t>cx</m:t>
                        </m:r>
                      </m:e>
                      <m:sup>
                        <m:r>
                          <a:rPr lang="en-US" sz="2400">
                            <a:solidFill>
                              <a:srgbClr val="002060"/>
                            </a:solidFill>
                            <a:latin typeface="Cambria Math" panose="02040503050406030204" pitchFamily="18" charset="0"/>
                          </a:rPr>
                          <m:t>2</m:t>
                        </m:r>
                      </m:sup>
                    </m:sSup>
                  </m:oMath>
                </a14:m>
                <a:r>
                  <a:rPr lang="en-US" sz="2400" dirty="0">
                    <a:solidFill>
                      <a:srgbClr val="002060"/>
                    </a:solidFill>
                  </a:rPr>
                  <a:t>.</a:t>
                </a:r>
              </a:p>
            </p:txBody>
          </p:sp>
        </mc:Choice>
        <mc:Fallback xmlns="">
          <p:sp>
            <p:nvSpPr>
              <p:cNvPr id="12" name="Rectangle 11"/>
              <p:cNvSpPr>
                <a:spLocks noRot="1" noChangeAspect="1" noMove="1" noResize="1" noEditPoints="1" noAdjustHandles="1" noChangeArrowheads="1" noChangeShapeType="1" noTextEdit="1"/>
              </p:cNvSpPr>
              <p:nvPr/>
            </p:nvSpPr>
            <p:spPr>
              <a:xfrm>
                <a:off x="1627071" y="3494448"/>
                <a:ext cx="8815234" cy="3231654"/>
              </a:xfrm>
              <a:prstGeom prst="rect">
                <a:avLst/>
              </a:prstGeom>
              <a:blipFill rotWithShape="0">
                <a:blip r:embed="rId4"/>
                <a:stretch>
                  <a:fillRect l="-1107" t="-1509" b="-1887"/>
                </a:stretch>
              </a:blipFill>
            </p:spPr>
            <p:txBody>
              <a:bodyPr/>
              <a:lstStyle/>
              <a:p>
                <a:r>
                  <a:rPr lang="en-US">
                    <a:noFill/>
                  </a:rPr>
                  <a:t> </a:t>
                </a:r>
              </a:p>
            </p:txBody>
          </p:sp>
        </mc:Fallback>
      </mc:AlternateContent>
    </p:spTree>
    <p:extLst>
      <p:ext uri="{BB962C8B-B14F-4D97-AF65-F5344CB8AC3E}">
        <p14:creationId xmlns:p14="http://schemas.microsoft.com/office/powerpoint/2010/main" val="2412777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50"/>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nodeType="after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nodeType="afterEffect">
                                  <p:stCondLst>
                                    <p:cond delay="0"/>
                                  </p:stCondLst>
                                  <p:childTnLst>
                                    <p:set>
                                      <p:cBhvr>
                                        <p:cTn id="19" dur="1" fill="hold">
                                          <p:stCondLst>
                                            <p:cond delay="0"/>
                                          </p:stCondLst>
                                        </p:cTn>
                                        <p:tgtEl>
                                          <p:spTgt spid="12">
                                            <p:txEl>
                                              <p:pRg st="1" end="1"/>
                                            </p:txEl>
                                          </p:spTgt>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nodeType="afterEffect">
                                  <p:stCondLst>
                                    <p:cond delay="0"/>
                                  </p:stCondLst>
                                  <p:childTnLst>
                                    <p:set>
                                      <p:cBhvr>
                                        <p:cTn id="22" dur="1" fill="hold">
                                          <p:stCondLst>
                                            <p:cond delay="0"/>
                                          </p:stCondLst>
                                        </p:cTn>
                                        <p:tgtEl>
                                          <p:spTgt spid="12">
                                            <p:txEl>
                                              <p:pRg st="2" end="2"/>
                                            </p:txEl>
                                          </p:spTgt>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nodeType="afterEffect">
                                  <p:stCondLst>
                                    <p:cond delay="0"/>
                                  </p:stCondLst>
                                  <p:childTnLst>
                                    <p:set>
                                      <p:cBhvr>
                                        <p:cTn id="25" dur="1" fill="hold">
                                          <p:stCondLst>
                                            <p:cond delay="0"/>
                                          </p:stCondLst>
                                        </p:cTn>
                                        <p:tgtEl>
                                          <p:spTgt spid="12">
                                            <p:txEl>
                                              <p:pRg st="3" end="3"/>
                                            </p:txEl>
                                          </p:spTgt>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nodeType="afterEffect">
                                  <p:stCondLst>
                                    <p:cond delay="0"/>
                                  </p:stCondLst>
                                  <p:childTnLst>
                                    <p:set>
                                      <p:cBhvr>
                                        <p:cTn id="28" dur="1" fill="hold">
                                          <p:stCondLst>
                                            <p:cond delay="0"/>
                                          </p:stCondLst>
                                        </p:cTn>
                                        <p:tgtEl>
                                          <p:spTgt spid="12">
                                            <p:txEl>
                                              <p:pRg st="4" end="4"/>
                                            </p:txEl>
                                          </p:spTgt>
                                        </p:tgtEl>
                                        <p:attrNameLst>
                                          <p:attrName>style.visibility</p:attrName>
                                        </p:attrNameLst>
                                      </p:cBhvr>
                                      <p:to>
                                        <p:strVal val="visible"/>
                                      </p:to>
                                    </p:set>
                                  </p:childTnLst>
                                </p:cTn>
                              </p:par>
                            </p:childTnLst>
                          </p:cTn>
                        </p:par>
                        <p:par>
                          <p:cTn id="29" fill="hold">
                            <p:stCondLst>
                              <p:cond delay="0"/>
                            </p:stCondLst>
                            <p:childTnLst>
                              <p:par>
                                <p:cTn id="30" presetID="1" presetClass="entr" presetSubtype="0" fill="hold" nodeType="afterEffect">
                                  <p:stCondLst>
                                    <p:cond delay="0"/>
                                  </p:stCondLst>
                                  <p:childTnLst>
                                    <p:set>
                                      <p:cBhvr>
                                        <p:cTn id="31"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50" grpId="0" animBg="1"/>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4.2 ⇝ Example 1(</a:t>
            </a:r>
            <a:r>
              <a:rPr lang="en-GB" dirty="0">
                <a:solidFill>
                  <a:srgbClr val="FF0000"/>
                </a:solidFill>
              </a:rPr>
              <a:t>Continue</a:t>
            </a:r>
            <a:r>
              <a:rPr lang="en-GB" dirty="0"/>
              <a:t>)</a:t>
            </a:r>
            <a:endParaRPr lang="en-US" dirty="0"/>
          </a:p>
        </p:txBody>
      </p:sp>
      <mc:AlternateContent xmlns:mc="http://schemas.openxmlformats.org/markup-compatibility/2006" xmlns:a14="http://schemas.microsoft.com/office/drawing/2010/main">
        <mc:Choice Requires="a14">
          <p:sp>
            <p:nvSpPr>
              <p:cNvPr id="4" name="Rectangle 3"/>
              <p:cNvSpPr/>
              <p:nvPr/>
            </p:nvSpPr>
            <p:spPr>
              <a:xfrm>
                <a:off x="115749" y="831469"/>
                <a:ext cx="4170501" cy="523220"/>
              </a:xfrm>
              <a:prstGeom prst="rect">
                <a:avLst/>
              </a:prstGeom>
            </p:spPr>
            <p:txBody>
              <a:bodyPr wrap="none">
                <a:spAutoFit/>
              </a:bodyPr>
              <a:lstStyle/>
              <a:p>
                <a:r>
                  <a:rPr lang="en-US" sz="2800" b="0" i="0" dirty="0">
                    <a:solidFill>
                      <a:srgbClr val="002060"/>
                    </a:solidFill>
                    <a:latin typeface="+mj-lt"/>
                    <a:ea typeface="Cambria Math" panose="02040503050406030204" pitchFamily="18" charset="0"/>
                  </a:rPr>
                  <a:t>From the given data</a:t>
                </a:r>
                <a14:m>
                  <m:oMath xmlns:m="http://schemas.openxmlformats.org/officeDocument/2006/math">
                    <m:r>
                      <a:rPr lang="en-US" sz="2800" b="0" i="0" smtClean="0">
                        <a:solidFill>
                          <a:srgbClr val="002060"/>
                        </a:solidFill>
                        <a:latin typeface="Cambria Math" panose="02040503050406030204" pitchFamily="18" charset="0"/>
                        <a:ea typeface="Cambria Math" panose="02040503050406030204" pitchFamily="18" charset="0"/>
                      </a:rPr>
                      <m:t>   </m:t>
                    </m:r>
                    <m:r>
                      <a:rPr lang="en-US" sz="2800" b="0" i="1" smtClean="0">
                        <a:solidFill>
                          <a:srgbClr val="002060"/>
                        </a:solidFill>
                        <a:latin typeface="Cambria Math" panose="02040503050406030204" pitchFamily="18" charset="0"/>
                        <a:ea typeface="Cambria Math" panose="02040503050406030204" pitchFamily="18" charset="0"/>
                      </a:rPr>
                      <m:t> </m:t>
                    </m:r>
                    <m:r>
                      <m:rPr>
                        <m:sty m:val="p"/>
                      </m:rPr>
                      <a:rPr lang="en-US" sz="2800" b="0" i="0" smtClean="0">
                        <a:solidFill>
                          <a:srgbClr val="002060"/>
                        </a:solidFill>
                        <a:latin typeface="Cambria Math" panose="02040503050406030204" pitchFamily="18" charset="0"/>
                      </a:rPr>
                      <m:t>n</m:t>
                    </m:r>
                    <m:r>
                      <a:rPr lang="en-US" sz="2800" b="0" i="1" smtClean="0">
                        <a:solidFill>
                          <a:srgbClr val="002060"/>
                        </a:solidFill>
                        <a:latin typeface="Cambria Math" panose="02040503050406030204" pitchFamily="18" charset="0"/>
                      </a:rPr>
                      <m:t>=5</m:t>
                    </m:r>
                  </m:oMath>
                </a14:m>
                <a:endParaRPr lang="en-US" sz="2800" dirty="0"/>
              </a:p>
            </p:txBody>
          </p:sp>
        </mc:Choice>
        <mc:Fallback xmlns="">
          <p:sp>
            <p:nvSpPr>
              <p:cNvPr id="4" name="Rectangle 3"/>
              <p:cNvSpPr>
                <a:spLocks noRot="1" noChangeAspect="1" noMove="1" noResize="1" noEditPoints="1" noAdjustHandles="1" noChangeArrowheads="1" noChangeShapeType="1" noTextEdit="1"/>
              </p:cNvSpPr>
              <p:nvPr/>
            </p:nvSpPr>
            <p:spPr>
              <a:xfrm>
                <a:off x="115749" y="831469"/>
                <a:ext cx="4170501" cy="523220"/>
              </a:xfrm>
              <a:prstGeom prst="rect">
                <a:avLst/>
              </a:prstGeom>
              <a:blipFill rotWithShape="0">
                <a:blip r:embed="rId2"/>
                <a:stretch>
                  <a:fillRect l="-3070" t="-11628"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113291" y="2513805"/>
                <a:ext cx="1799788" cy="523220"/>
              </a:xfrm>
              <a:prstGeom prst="rect">
                <a:avLst/>
              </a:prstGeom>
            </p:spPr>
            <p:txBody>
              <a:bodyPr wrap="none">
                <a:spAutoFit/>
              </a:bodyPr>
              <a:lstStyle/>
              <a:p>
                <a:r>
                  <a:rPr lang="en-US" sz="2800" dirty="0">
                    <a:solidFill>
                      <a:srgbClr val="002060"/>
                    </a:solidFill>
                    <a:latin typeface="+mj-lt"/>
                    <a:ea typeface="Cambria Math" panose="02040503050406030204" pitchFamily="18" charset="0"/>
                  </a:rPr>
                  <a:t> </a:t>
                </a:r>
                <a14:m>
                  <m:oMath xmlns:m="http://schemas.openxmlformats.org/officeDocument/2006/math">
                    <m:nary>
                      <m:naryPr>
                        <m:chr m:val="∑"/>
                        <m:limLoc m:val="undOvr"/>
                        <m:subHide m:val="on"/>
                        <m:supHide m:val="on"/>
                        <m:ctrlPr>
                          <a:rPr lang="en-US" sz="2800" i="1">
                            <a:solidFill>
                              <a:srgbClr val="002060"/>
                            </a:solidFill>
                            <a:latin typeface="Cambria Math" panose="02040503050406030204" pitchFamily="18" charset="0"/>
                          </a:rPr>
                        </m:ctrlPr>
                      </m:naryPr>
                      <m:sub/>
                      <m:sup/>
                      <m:e>
                        <m:sSup>
                          <m:sSupPr>
                            <m:ctrlPr>
                              <a:rPr lang="en-US" sz="2800" b="0" i="1" smtClean="0">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x</m:t>
                            </m:r>
                          </m:e>
                          <m:sup>
                            <m:r>
                              <a:rPr lang="en-US" sz="2800" b="0" i="0" smtClean="0">
                                <a:solidFill>
                                  <a:srgbClr val="002060"/>
                                </a:solidFill>
                                <a:latin typeface="Cambria Math" panose="02040503050406030204" pitchFamily="18" charset="0"/>
                              </a:rPr>
                              <m:t>2</m:t>
                            </m:r>
                          </m:sup>
                        </m:sSup>
                      </m:e>
                    </m:nary>
                    <m:r>
                      <a:rPr lang="en-US" sz="2800" b="0" i="1" smtClean="0">
                        <a:solidFill>
                          <a:srgbClr val="002060"/>
                        </a:solidFill>
                        <a:latin typeface="Cambria Math" panose="02040503050406030204" pitchFamily="18" charset="0"/>
                      </a:rPr>
                      <m:t>=55</m:t>
                    </m:r>
                  </m:oMath>
                </a14:m>
                <a:endParaRPr lang="en-US" sz="2800" dirty="0"/>
              </a:p>
            </p:txBody>
          </p:sp>
        </mc:Choice>
        <mc:Fallback xmlns="">
          <p:sp>
            <p:nvSpPr>
              <p:cNvPr id="6" name="Rectangle 5"/>
              <p:cNvSpPr>
                <a:spLocks noRot="1" noChangeAspect="1" noMove="1" noResize="1" noEditPoints="1" noAdjustHandles="1" noChangeArrowheads="1" noChangeShapeType="1" noTextEdit="1"/>
              </p:cNvSpPr>
              <p:nvPr/>
            </p:nvSpPr>
            <p:spPr>
              <a:xfrm>
                <a:off x="113291" y="2513805"/>
                <a:ext cx="1799788" cy="52322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113291" y="1685054"/>
                <a:ext cx="1618585" cy="523220"/>
              </a:xfrm>
              <a:prstGeom prst="rect">
                <a:avLst/>
              </a:prstGeom>
            </p:spPr>
            <p:txBody>
              <a:bodyPr wrap="none">
                <a:spAutoFit/>
              </a:bodyPr>
              <a:lstStyle/>
              <a:p>
                <a:r>
                  <a:rPr lang="en-US" sz="2800" dirty="0">
                    <a:solidFill>
                      <a:schemeClr val="bg1"/>
                    </a:solidFill>
                    <a:ea typeface="Cambria Math" panose="02040503050406030204" pitchFamily="18" charset="0"/>
                  </a:rPr>
                  <a:t> </a:t>
                </a:r>
                <a14:m>
                  <m:oMath xmlns:m="http://schemas.openxmlformats.org/officeDocument/2006/math">
                    <m:nary>
                      <m:naryPr>
                        <m:chr m:val="∑"/>
                        <m:limLoc m:val="undOvr"/>
                        <m:subHide m:val="on"/>
                        <m:supHide m:val="on"/>
                        <m:ctrlPr>
                          <a:rPr lang="en-US" sz="2800" i="1">
                            <a:solidFill>
                              <a:srgbClr val="002060"/>
                            </a:solidFill>
                            <a:latin typeface="Cambria Math" panose="02040503050406030204" pitchFamily="18" charset="0"/>
                          </a:rPr>
                        </m:ctrlPr>
                      </m:naryPr>
                      <m:sub/>
                      <m:sup/>
                      <m:e>
                        <m:r>
                          <m:rPr>
                            <m:sty m:val="p"/>
                          </m:rPr>
                          <a:rPr lang="en-US" sz="2800" b="0" i="0" smtClean="0">
                            <a:solidFill>
                              <a:srgbClr val="002060"/>
                            </a:solidFill>
                            <a:latin typeface="Cambria Math" panose="02040503050406030204" pitchFamily="18" charset="0"/>
                          </a:rPr>
                          <m:t>x</m:t>
                        </m:r>
                      </m:e>
                    </m:nary>
                    <m:r>
                      <a:rPr lang="en-US" sz="2800" i="1">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15</m:t>
                    </m:r>
                  </m:oMath>
                </a14:m>
                <a:endParaRPr lang="en-US" sz="2800" dirty="0"/>
              </a:p>
            </p:txBody>
          </p:sp>
        </mc:Choice>
        <mc:Fallback xmlns="">
          <p:sp>
            <p:nvSpPr>
              <p:cNvPr id="7" name="Rectangle 6"/>
              <p:cNvSpPr>
                <a:spLocks noRot="1" noChangeAspect="1" noMove="1" noResize="1" noEditPoints="1" noAdjustHandles="1" noChangeArrowheads="1" noChangeShapeType="1" noTextEdit="1"/>
              </p:cNvSpPr>
              <p:nvPr/>
            </p:nvSpPr>
            <p:spPr>
              <a:xfrm>
                <a:off x="113291" y="1685054"/>
                <a:ext cx="1618585" cy="52322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3057835" y="2530193"/>
                <a:ext cx="1998496" cy="523220"/>
              </a:xfrm>
              <a:prstGeom prst="rect">
                <a:avLst/>
              </a:prstGeom>
            </p:spPr>
            <p:txBody>
              <a:bodyPr wrap="none">
                <a:spAutoFit/>
              </a:bodyPr>
              <a:lstStyle/>
              <a:p>
                <a:r>
                  <a:rPr lang="en-US" sz="2800" dirty="0">
                    <a:solidFill>
                      <a:srgbClr val="002060"/>
                    </a:solidFill>
                    <a:latin typeface="+mj-lt"/>
                    <a:ea typeface="Cambria Math" panose="02040503050406030204" pitchFamily="18" charset="0"/>
                  </a:rPr>
                  <a:t> </a:t>
                </a:r>
                <a14:m>
                  <m:oMath xmlns:m="http://schemas.openxmlformats.org/officeDocument/2006/math">
                    <m:nary>
                      <m:naryPr>
                        <m:chr m:val="∑"/>
                        <m:limLoc m:val="undOvr"/>
                        <m:subHide m:val="on"/>
                        <m:supHide m:val="on"/>
                        <m:ctrlPr>
                          <a:rPr lang="en-US" sz="2800" i="1">
                            <a:solidFill>
                              <a:srgbClr val="002060"/>
                            </a:solidFill>
                            <a:latin typeface="Cambria Math" panose="02040503050406030204" pitchFamily="18" charset="0"/>
                          </a:rPr>
                        </m:ctrlPr>
                      </m:naryPr>
                      <m:sub/>
                      <m:sup/>
                      <m:e>
                        <m:r>
                          <m:rPr>
                            <m:sty m:val="p"/>
                          </m:rPr>
                          <a:rPr lang="en-US" sz="2800" b="0" i="0" smtClean="0">
                            <a:solidFill>
                              <a:srgbClr val="002060"/>
                            </a:solidFill>
                            <a:latin typeface="Cambria Math" panose="02040503050406030204" pitchFamily="18" charset="0"/>
                          </a:rPr>
                          <m:t>xy</m:t>
                        </m:r>
                      </m:e>
                    </m:nary>
                    <m:r>
                      <a:rPr lang="en-US" sz="2800" b="0" i="1" smtClean="0">
                        <a:solidFill>
                          <a:srgbClr val="002060"/>
                        </a:solidFill>
                        <a:latin typeface="Cambria Math" panose="02040503050406030204" pitchFamily="18" charset="0"/>
                      </a:rPr>
                      <m:t>=832</m:t>
                    </m:r>
                  </m:oMath>
                </a14:m>
                <a:endParaRPr lang="en-US" sz="2800" dirty="0"/>
              </a:p>
            </p:txBody>
          </p:sp>
        </mc:Choice>
        <mc:Fallback xmlns="">
          <p:sp>
            <p:nvSpPr>
              <p:cNvPr id="8" name="Rectangle 7"/>
              <p:cNvSpPr>
                <a:spLocks noRot="1" noChangeAspect="1" noMove="1" noResize="1" noEditPoints="1" noAdjustHandles="1" noChangeArrowheads="1" noChangeShapeType="1" noTextEdit="1"/>
              </p:cNvSpPr>
              <p:nvPr/>
            </p:nvSpPr>
            <p:spPr>
              <a:xfrm>
                <a:off x="3057835" y="2530193"/>
                <a:ext cx="1998496" cy="523220"/>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3072596" y="1690208"/>
                <a:ext cx="1825371" cy="523220"/>
              </a:xfrm>
              <a:prstGeom prst="rect">
                <a:avLst/>
              </a:prstGeom>
            </p:spPr>
            <p:txBody>
              <a:bodyPr wrap="none">
                <a:spAutoFit/>
              </a:bodyPr>
              <a:lstStyle/>
              <a:p>
                <a:r>
                  <a:rPr lang="en-US" sz="2800" dirty="0">
                    <a:solidFill>
                      <a:schemeClr val="bg1"/>
                    </a:solidFill>
                    <a:ea typeface="Cambria Math" panose="02040503050406030204" pitchFamily="18" charset="0"/>
                  </a:rPr>
                  <a:t> </a:t>
                </a:r>
                <a14:m>
                  <m:oMath xmlns:m="http://schemas.openxmlformats.org/officeDocument/2006/math">
                    <m:nary>
                      <m:naryPr>
                        <m:chr m:val="∑"/>
                        <m:limLoc m:val="undOvr"/>
                        <m:subHide m:val="on"/>
                        <m:supHide m:val="on"/>
                        <m:ctrlPr>
                          <a:rPr lang="en-US" sz="2800" i="1">
                            <a:solidFill>
                              <a:srgbClr val="002060"/>
                            </a:solidFill>
                            <a:latin typeface="Cambria Math" panose="02040503050406030204" pitchFamily="18" charset="0"/>
                          </a:rPr>
                        </m:ctrlPr>
                      </m:naryPr>
                      <m:sub/>
                      <m:sup/>
                      <m:e>
                        <m:r>
                          <m:rPr>
                            <m:sty m:val="p"/>
                          </m:rPr>
                          <a:rPr lang="en-US" sz="2800">
                            <a:solidFill>
                              <a:srgbClr val="002060"/>
                            </a:solidFill>
                            <a:latin typeface="Cambria Math" panose="02040503050406030204" pitchFamily="18" charset="0"/>
                          </a:rPr>
                          <m:t>y</m:t>
                        </m:r>
                      </m:e>
                    </m:nary>
                    <m:r>
                      <a:rPr lang="en-US" sz="2800" i="1">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200</m:t>
                    </m:r>
                  </m:oMath>
                </a14:m>
                <a:endParaRPr lang="en-US" sz="2800" dirty="0"/>
              </a:p>
            </p:txBody>
          </p:sp>
        </mc:Choice>
        <mc:Fallback xmlns="">
          <p:sp>
            <p:nvSpPr>
              <p:cNvPr id="15" name="Rectangle 14"/>
              <p:cNvSpPr>
                <a:spLocks noRot="1" noChangeAspect="1" noMove="1" noResize="1" noEditPoints="1" noAdjustHandles="1" noChangeArrowheads="1" noChangeShapeType="1" noTextEdit="1"/>
              </p:cNvSpPr>
              <p:nvPr/>
            </p:nvSpPr>
            <p:spPr>
              <a:xfrm>
                <a:off x="3072596" y="1690208"/>
                <a:ext cx="1825371" cy="523220"/>
              </a:xfrm>
              <a:prstGeom prst="rect">
                <a:avLst/>
              </a:prstGeom>
              <a:blipFill rotWithShape="0">
                <a:blip r:embed="rId6"/>
                <a:stretch>
                  <a:fillRect/>
                </a:stretch>
              </a:blipFill>
            </p:spPr>
            <p:txBody>
              <a:bodyPr/>
              <a:lstStyle/>
              <a:p>
                <a:r>
                  <a:rPr lang="en-US">
                    <a:noFill/>
                  </a:rPr>
                  <a:t> </a:t>
                </a:r>
              </a:p>
            </p:txBody>
          </p:sp>
        </mc:Fallback>
      </mc:AlternateContent>
      <p:sp>
        <p:nvSpPr>
          <p:cNvPr id="16" name="Rectangle 15"/>
          <p:cNvSpPr/>
          <p:nvPr/>
        </p:nvSpPr>
        <p:spPr>
          <a:xfrm>
            <a:off x="5645453" y="790711"/>
            <a:ext cx="36000" cy="5760720"/>
          </a:xfrm>
          <a:prstGeom prst="rect">
            <a:avLst/>
          </a:prstGeom>
          <a:solidFill>
            <a:srgbClr val="B84742"/>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113291" y="5033170"/>
            <a:ext cx="5133136" cy="954107"/>
          </a:xfrm>
          <a:prstGeom prst="rect">
            <a:avLst/>
          </a:prstGeom>
        </p:spPr>
        <p:txBody>
          <a:bodyPr wrap="none">
            <a:spAutoFit/>
          </a:bodyPr>
          <a:lstStyle/>
          <a:p>
            <a:r>
              <a:rPr lang="en-US" sz="2800" b="0" i="0" dirty="0">
                <a:solidFill>
                  <a:srgbClr val="002060"/>
                </a:solidFill>
                <a:latin typeface="+mj-lt"/>
                <a:ea typeface="Cambria Math" panose="02040503050406030204" pitchFamily="18" charset="0"/>
              </a:rPr>
              <a:t>Now, substitute these values in the</a:t>
            </a:r>
          </a:p>
          <a:p>
            <a:r>
              <a:rPr lang="en-US" sz="2800" b="0" i="0" dirty="0">
                <a:solidFill>
                  <a:srgbClr val="002060"/>
                </a:solidFill>
                <a:latin typeface="+mj-lt"/>
                <a:ea typeface="Cambria Math" panose="02040503050406030204" pitchFamily="18" charset="0"/>
              </a:rPr>
              <a:t>Normal Equations</a:t>
            </a:r>
            <a:endParaRPr lang="en-US" sz="2800" dirty="0"/>
          </a:p>
        </p:txBody>
      </p:sp>
      <mc:AlternateContent xmlns:mc="http://schemas.openxmlformats.org/markup-compatibility/2006" xmlns:a14="http://schemas.microsoft.com/office/drawing/2010/main">
        <mc:Choice Requires="a14">
          <p:sp>
            <p:nvSpPr>
              <p:cNvPr id="18" name="Rectangle 17"/>
              <p:cNvSpPr/>
              <p:nvPr/>
            </p:nvSpPr>
            <p:spPr>
              <a:xfrm>
                <a:off x="5995942" y="831469"/>
                <a:ext cx="6118598" cy="3222421"/>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nary>
                        <m:naryPr>
                          <m:chr m:val="∑"/>
                          <m:limLoc m:val="undOvr"/>
                          <m:subHide m:val="on"/>
                          <m:supHide m:val="on"/>
                          <m:ctrlPr>
                            <a:rPr lang="en-US" sz="2800" i="1" smtClean="0">
                              <a:solidFill>
                                <a:srgbClr val="002060"/>
                              </a:solidFill>
                              <a:latin typeface="Cambria Math" panose="02040503050406030204" pitchFamily="18" charset="0"/>
                            </a:rPr>
                          </m:ctrlPr>
                        </m:naryPr>
                        <m:sub/>
                        <m:sup/>
                        <m:e>
                          <m:r>
                            <m:rPr>
                              <m:sty m:val="p"/>
                            </m:rPr>
                            <a:rPr lang="en-US" sz="2800" b="0" i="1">
                              <a:solidFill>
                                <a:srgbClr val="002060"/>
                              </a:solidFill>
                              <a:latin typeface="Cambria Math" panose="02040503050406030204" pitchFamily="18" charset="0"/>
                            </a:rPr>
                            <m:t>y</m:t>
                          </m:r>
                          <m:r>
                            <a:rPr lang="en-US" sz="2800" b="0">
                              <a:solidFill>
                                <a:srgbClr val="002060"/>
                              </a:solidFill>
                              <a:latin typeface="Cambria Math" panose="02040503050406030204" pitchFamily="18" charset="0"/>
                            </a:rPr>
                            <m:t> </m:t>
                          </m:r>
                        </m:e>
                      </m:nary>
                      <m:r>
                        <a:rPr lang="en-US" sz="2800" b="0">
                          <a:solidFill>
                            <a:srgbClr val="002060"/>
                          </a:solidFill>
                          <a:latin typeface="Cambria Math" panose="02040503050406030204" pitchFamily="18" charset="0"/>
                        </a:rPr>
                        <m:t>=</m:t>
                      </m:r>
                      <m:r>
                        <m:rPr>
                          <m:sty m:val="p"/>
                        </m:rPr>
                        <a:rPr lang="en-US" sz="2800" b="0" i="1" smtClean="0">
                          <a:solidFill>
                            <a:srgbClr val="FF0000"/>
                          </a:solidFill>
                          <a:latin typeface="Cambria Math" panose="02040503050406030204" pitchFamily="18" charset="0"/>
                        </a:rPr>
                        <m:t>a</m:t>
                      </m:r>
                      <m:r>
                        <a:rPr lang="en-US" sz="2800" b="0" i="1" smtClean="0">
                          <a:solidFill>
                            <a:srgbClr val="FF0000"/>
                          </a:solidFill>
                          <a:latin typeface="Cambria Math" panose="02040503050406030204" pitchFamily="18" charset="0"/>
                        </a:rPr>
                        <m:t> </m:t>
                      </m:r>
                      <m:r>
                        <m:rPr>
                          <m:sty m:val="p"/>
                        </m:rPr>
                        <a:rPr lang="en-US" sz="2800" i="1">
                          <a:solidFill>
                            <a:srgbClr val="002060"/>
                          </a:solidFill>
                          <a:latin typeface="Cambria Math" panose="02040503050406030204" pitchFamily="18" charset="0"/>
                        </a:rPr>
                        <m:t>n</m:t>
                      </m:r>
                      <m:r>
                        <a:rPr lang="en-US" sz="2800" b="0">
                          <a:solidFill>
                            <a:srgbClr val="002060"/>
                          </a:solidFill>
                          <a:latin typeface="Cambria Math" panose="02040503050406030204" pitchFamily="18" charset="0"/>
                        </a:rPr>
                        <m:t>+</m:t>
                      </m:r>
                      <m:r>
                        <m:rPr>
                          <m:sty m:val="p"/>
                        </m:rPr>
                        <a:rPr lang="en-US" sz="2800" b="0" i="1" smtClean="0">
                          <a:solidFill>
                            <a:srgbClr val="FF0000"/>
                          </a:solidFill>
                          <a:latin typeface="Cambria Math" panose="02040503050406030204" pitchFamily="18" charset="0"/>
                        </a:rPr>
                        <m:t>b</m:t>
                      </m:r>
                      <m:nary>
                        <m:naryPr>
                          <m:chr m:val="∑"/>
                          <m:limLoc m:val="undOvr"/>
                          <m:subHide m:val="on"/>
                          <m:supHide m:val="on"/>
                          <m:ctrlPr>
                            <a:rPr lang="en-US" sz="2800" i="1">
                              <a:solidFill>
                                <a:srgbClr val="002060"/>
                              </a:solidFill>
                              <a:latin typeface="Cambria Math" panose="02040503050406030204" pitchFamily="18" charset="0"/>
                            </a:rPr>
                          </m:ctrlPr>
                        </m:naryPr>
                        <m:sub/>
                        <m:sup/>
                        <m:e>
                          <m:r>
                            <m:rPr>
                              <m:sty m:val="p"/>
                            </m:rPr>
                            <a:rPr lang="en-US" sz="2800" b="0" i="1">
                              <a:solidFill>
                                <a:srgbClr val="002060"/>
                              </a:solidFill>
                              <a:latin typeface="Cambria Math" panose="02040503050406030204" pitchFamily="18" charset="0"/>
                            </a:rPr>
                            <m:t>x</m:t>
                          </m:r>
                        </m:e>
                      </m:nary>
                      <m:r>
                        <a:rPr lang="en-US" sz="2800" b="0" i="1" smtClean="0">
                          <a:solidFill>
                            <a:srgbClr val="002060"/>
                          </a:solidFill>
                          <a:latin typeface="Cambria Math" panose="02040503050406030204" pitchFamily="18" charset="0"/>
                        </a:rPr>
                        <m:t>+</m:t>
                      </m:r>
                      <m:r>
                        <m:rPr>
                          <m:sty m:val="p"/>
                        </m:rPr>
                        <a:rPr lang="en-US" sz="2800" b="0" i="1" smtClean="0">
                          <a:solidFill>
                            <a:srgbClr val="FF0000"/>
                          </a:solidFill>
                          <a:latin typeface="Cambria Math" panose="02040503050406030204" pitchFamily="18" charset="0"/>
                        </a:rPr>
                        <m:t>c</m:t>
                      </m:r>
                      <m:nary>
                        <m:naryPr>
                          <m:chr m:val="∑"/>
                          <m:limLoc m:val="undOvr"/>
                          <m:subHide m:val="on"/>
                          <m:supHide m:val="on"/>
                          <m:ctrlPr>
                            <a:rPr lang="en-US" sz="2800" i="1">
                              <a:solidFill>
                                <a:srgbClr val="002060"/>
                              </a:solidFill>
                              <a:latin typeface="Cambria Math" panose="02040503050406030204" pitchFamily="18" charset="0"/>
                            </a:rPr>
                          </m:ctrlPr>
                        </m:naryPr>
                        <m:sub/>
                        <m:sup/>
                        <m:e>
                          <m:sSup>
                            <m:sSupPr>
                              <m:ctrlPr>
                                <a:rPr lang="en-US" sz="2800" i="1">
                                  <a:solidFill>
                                    <a:srgbClr val="002060"/>
                                  </a:solidFill>
                                  <a:latin typeface="Cambria Math" panose="02040503050406030204" pitchFamily="18" charset="0"/>
                                </a:rPr>
                              </m:ctrlPr>
                            </m:sSupPr>
                            <m:e>
                              <m:r>
                                <m:rPr>
                                  <m:sty m:val="p"/>
                                </m:rPr>
                                <a:rPr lang="en-US" sz="2800" b="0" i="1">
                                  <a:solidFill>
                                    <a:srgbClr val="002060"/>
                                  </a:solidFill>
                                  <a:latin typeface="Cambria Math" panose="02040503050406030204" pitchFamily="18" charset="0"/>
                                </a:rPr>
                                <m:t>x</m:t>
                              </m:r>
                            </m:e>
                            <m:sup>
                              <m:r>
                                <a:rPr lang="en-US" sz="2800" b="0" i="1">
                                  <a:solidFill>
                                    <a:srgbClr val="002060"/>
                                  </a:solidFill>
                                  <a:latin typeface="Cambria Math" panose="02040503050406030204" pitchFamily="18" charset="0"/>
                                </a:rPr>
                                <m:t>2</m:t>
                              </m:r>
                            </m:sup>
                          </m:sSup>
                        </m:e>
                      </m:nary>
                    </m:oMath>
                  </m:oMathPara>
                </a14:m>
                <a:endParaRPr lang="en-US" sz="2800" dirty="0">
                  <a:solidFill>
                    <a:srgbClr val="002060"/>
                  </a:solidFill>
                  <a:latin typeface="Cambria Math" panose="02040503050406030204" pitchFamily="18" charset="0"/>
                </a:endParaRPr>
              </a:p>
              <a:p>
                <a:pPr/>
                <a14:m>
                  <m:oMathPara xmlns:m="http://schemas.openxmlformats.org/officeDocument/2006/math">
                    <m:oMathParaPr>
                      <m:jc m:val="left"/>
                    </m:oMathParaPr>
                    <m:oMath xmlns:m="http://schemas.openxmlformats.org/officeDocument/2006/math">
                      <m:nary>
                        <m:naryPr>
                          <m:chr m:val="∑"/>
                          <m:limLoc m:val="undOvr"/>
                          <m:subHide m:val="on"/>
                          <m:supHide m:val="on"/>
                          <m:ctrlPr>
                            <a:rPr lang="en-US" sz="2800" i="1">
                              <a:solidFill>
                                <a:srgbClr val="002060"/>
                              </a:solidFill>
                              <a:latin typeface="Cambria Math" panose="02040503050406030204" pitchFamily="18" charset="0"/>
                            </a:rPr>
                          </m:ctrlPr>
                        </m:naryPr>
                        <m:sub/>
                        <m:sup/>
                        <m:e>
                          <m:r>
                            <m:rPr>
                              <m:sty m:val="p"/>
                            </m:rPr>
                            <a:rPr lang="en-US" sz="2800" b="0" i="1">
                              <a:solidFill>
                                <a:srgbClr val="002060"/>
                              </a:solidFill>
                              <a:latin typeface="Cambria Math" panose="02040503050406030204" pitchFamily="18" charset="0"/>
                            </a:rPr>
                            <m:t>xy</m:t>
                          </m:r>
                          <m:r>
                            <a:rPr lang="en-US" sz="2800" b="0">
                              <a:solidFill>
                                <a:srgbClr val="002060"/>
                              </a:solidFill>
                              <a:latin typeface="Cambria Math" panose="02040503050406030204" pitchFamily="18" charset="0"/>
                            </a:rPr>
                            <m:t> </m:t>
                          </m:r>
                        </m:e>
                      </m:nary>
                      <m:r>
                        <a:rPr lang="en-US" sz="2800" b="0">
                          <a:solidFill>
                            <a:srgbClr val="002060"/>
                          </a:solidFill>
                          <a:latin typeface="Cambria Math" panose="02040503050406030204" pitchFamily="18" charset="0"/>
                        </a:rPr>
                        <m:t>=</m:t>
                      </m:r>
                      <m:r>
                        <m:rPr>
                          <m:sty m:val="p"/>
                        </m:rPr>
                        <a:rPr lang="en-US" sz="2800" i="1">
                          <a:solidFill>
                            <a:srgbClr val="FF0000"/>
                          </a:solidFill>
                          <a:latin typeface="Cambria Math" panose="02040503050406030204" pitchFamily="18" charset="0"/>
                        </a:rPr>
                        <m:t>a</m:t>
                      </m:r>
                      <m:nary>
                        <m:naryPr>
                          <m:chr m:val="∑"/>
                          <m:limLoc m:val="undOvr"/>
                          <m:subHide m:val="on"/>
                          <m:supHide m:val="on"/>
                          <m:ctrlPr>
                            <a:rPr lang="en-US" sz="2800" i="1">
                              <a:solidFill>
                                <a:srgbClr val="002060"/>
                              </a:solidFill>
                              <a:latin typeface="Cambria Math" panose="02040503050406030204" pitchFamily="18" charset="0"/>
                            </a:rPr>
                          </m:ctrlPr>
                        </m:naryPr>
                        <m:sub/>
                        <m:sup/>
                        <m:e>
                          <m:r>
                            <m:rPr>
                              <m:sty m:val="p"/>
                            </m:rPr>
                            <a:rPr lang="en-US" sz="2800" b="0" i="1">
                              <a:solidFill>
                                <a:srgbClr val="002060"/>
                              </a:solidFill>
                              <a:latin typeface="Cambria Math" panose="02040503050406030204" pitchFamily="18" charset="0"/>
                            </a:rPr>
                            <m:t>x</m:t>
                          </m:r>
                        </m:e>
                      </m:nary>
                      <m:r>
                        <a:rPr lang="en-US" sz="2800" b="0" smtClean="0">
                          <a:solidFill>
                            <a:srgbClr val="002060"/>
                          </a:solidFill>
                          <a:latin typeface="Cambria Math" panose="02040503050406030204" pitchFamily="18" charset="0"/>
                        </a:rPr>
                        <m:t>+</m:t>
                      </m:r>
                      <m:r>
                        <m:rPr>
                          <m:sty m:val="p"/>
                        </m:rPr>
                        <a:rPr lang="en-US" sz="2800" i="1">
                          <a:solidFill>
                            <a:srgbClr val="FF0000"/>
                          </a:solidFill>
                          <a:latin typeface="Cambria Math" panose="02040503050406030204" pitchFamily="18" charset="0"/>
                        </a:rPr>
                        <m:t>b</m:t>
                      </m:r>
                      <m:nary>
                        <m:naryPr>
                          <m:chr m:val="∑"/>
                          <m:limLoc m:val="undOvr"/>
                          <m:subHide m:val="on"/>
                          <m:supHide m:val="on"/>
                          <m:ctrlPr>
                            <a:rPr lang="en-US" sz="2800" i="1">
                              <a:solidFill>
                                <a:srgbClr val="002060"/>
                              </a:solidFill>
                              <a:latin typeface="Cambria Math" panose="02040503050406030204" pitchFamily="18" charset="0"/>
                            </a:rPr>
                          </m:ctrlPr>
                        </m:naryPr>
                        <m:sub/>
                        <m:sup/>
                        <m:e>
                          <m:sSup>
                            <m:sSupPr>
                              <m:ctrlPr>
                                <a:rPr lang="en-US" sz="2800" i="1">
                                  <a:solidFill>
                                    <a:srgbClr val="002060"/>
                                  </a:solidFill>
                                  <a:latin typeface="Cambria Math" panose="02040503050406030204" pitchFamily="18" charset="0"/>
                                </a:rPr>
                              </m:ctrlPr>
                            </m:sSupPr>
                            <m:e>
                              <m:r>
                                <m:rPr>
                                  <m:sty m:val="p"/>
                                </m:rPr>
                                <a:rPr lang="en-US" sz="2800" b="0" i="1">
                                  <a:solidFill>
                                    <a:srgbClr val="002060"/>
                                  </a:solidFill>
                                  <a:latin typeface="Cambria Math" panose="02040503050406030204" pitchFamily="18" charset="0"/>
                                </a:rPr>
                                <m:t>x</m:t>
                              </m:r>
                            </m:e>
                            <m:sup>
                              <m:r>
                                <a:rPr lang="en-US" sz="2800" b="0" i="1">
                                  <a:solidFill>
                                    <a:srgbClr val="002060"/>
                                  </a:solidFill>
                                  <a:latin typeface="Cambria Math" panose="02040503050406030204" pitchFamily="18" charset="0"/>
                                </a:rPr>
                                <m:t>2</m:t>
                              </m:r>
                            </m:sup>
                          </m:sSup>
                        </m:e>
                      </m:nary>
                      <m:r>
                        <a:rPr lang="en-US" sz="2800" b="0" i="1">
                          <a:solidFill>
                            <a:srgbClr val="002060"/>
                          </a:solidFill>
                          <a:latin typeface="Cambria Math" panose="02040503050406030204" pitchFamily="18" charset="0"/>
                        </a:rPr>
                        <m:t>+</m:t>
                      </m:r>
                      <m:r>
                        <m:rPr>
                          <m:sty m:val="p"/>
                        </m:rPr>
                        <a:rPr lang="en-US" sz="2800" i="1">
                          <a:solidFill>
                            <a:srgbClr val="FF0000"/>
                          </a:solidFill>
                          <a:latin typeface="Cambria Math" panose="02040503050406030204" pitchFamily="18" charset="0"/>
                        </a:rPr>
                        <m:t>c</m:t>
                      </m:r>
                      <m:nary>
                        <m:naryPr>
                          <m:chr m:val="∑"/>
                          <m:limLoc m:val="undOvr"/>
                          <m:subHide m:val="on"/>
                          <m:supHide m:val="on"/>
                          <m:ctrlPr>
                            <a:rPr lang="en-US" sz="2800" i="1">
                              <a:solidFill>
                                <a:srgbClr val="002060"/>
                              </a:solidFill>
                              <a:latin typeface="Cambria Math" panose="02040503050406030204" pitchFamily="18" charset="0"/>
                            </a:rPr>
                          </m:ctrlPr>
                        </m:naryPr>
                        <m:sub/>
                        <m:sup/>
                        <m:e>
                          <m:sSup>
                            <m:sSupPr>
                              <m:ctrlPr>
                                <a:rPr lang="en-US" sz="2800" i="1">
                                  <a:solidFill>
                                    <a:srgbClr val="002060"/>
                                  </a:solidFill>
                                  <a:latin typeface="Cambria Math" panose="02040503050406030204" pitchFamily="18" charset="0"/>
                                </a:rPr>
                              </m:ctrlPr>
                            </m:sSupPr>
                            <m:e>
                              <m:r>
                                <m:rPr>
                                  <m:sty m:val="p"/>
                                </m:rPr>
                                <a:rPr lang="en-US" sz="2800" b="0" i="1">
                                  <a:solidFill>
                                    <a:srgbClr val="002060"/>
                                  </a:solidFill>
                                  <a:latin typeface="Cambria Math" panose="02040503050406030204" pitchFamily="18" charset="0"/>
                                </a:rPr>
                                <m:t>x</m:t>
                              </m:r>
                            </m:e>
                            <m:sup>
                              <m:r>
                                <a:rPr lang="en-US" sz="2800" b="0" i="1">
                                  <a:solidFill>
                                    <a:srgbClr val="002060"/>
                                  </a:solidFill>
                                  <a:latin typeface="Cambria Math" panose="02040503050406030204" pitchFamily="18" charset="0"/>
                                </a:rPr>
                                <m:t>3</m:t>
                              </m:r>
                            </m:sup>
                          </m:sSup>
                        </m:e>
                      </m:nary>
                    </m:oMath>
                  </m:oMathPara>
                </a14:m>
                <a:endParaRPr lang="en-US" sz="2800" i="1" dirty="0">
                  <a:solidFill>
                    <a:srgbClr val="002060"/>
                  </a:solidFill>
                  <a:latin typeface="Cambria Math" panose="02040503050406030204" pitchFamily="18" charset="0"/>
                </a:endParaRPr>
              </a:p>
              <a:p>
                <a:pPr/>
                <a14:m>
                  <m:oMathPara xmlns:m="http://schemas.openxmlformats.org/officeDocument/2006/math">
                    <m:oMathParaPr>
                      <m:jc m:val="left"/>
                    </m:oMathParaPr>
                    <m:oMath xmlns:m="http://schemas.openxmlformats.org/officeDocument/2006/math">
                      <m:nary>
                        <m:naryPr>
                          <m:chr m:val="∑"/>
                          <m:limLoc m:val="undOvr"/>
                          <m:subHide m:val="on"/>
                          <m:supHide m:val="on"/>
                          <m:ctrlPr>
                            <a:rPr lang="en-US" sz="2800" i="1">
                              <a:solidFill>
                                <a:srgbClr val="002060"/>
                              </a:solidFill>
                              <a:latin typeface="Cambria Math" panose="02040503050406030204" pitchFamily="18" charset="0"/>
                            </a:rPr>
                          </m:ctrlPr>
                        </m:naryPr>
                        <m:sub/>
                        <m:sup/>
                        <m:e>
                          <m:sSup>
                            <m:sSupPr>
                              <m:ctrlPr>
                                <a:rPr lang="en-US" sz="2800" i="1">
                                  <a:solidFill>
                                    <a:srgbClr val="002060"/>
                                  </a:solidFill>
                                  <a:latin typeface="Cambria Math" panose="02040503050406030204" pitchFamily="18" charset="0"/>
                                </a:rPr>
                              </m:ctrlPr>
                            </m:sSupPr>
                            <m:e>
                              <m:r>
                                <m:rPr>
                                  <m:sty m:val="p"/>
                                </m:rPr>
                                <a:rPr lang="en-US" sz="2800" b="0" i="1">
                                  <a:solidFill>
                                    <a:srgbClr val="002060"/>
                                  </a:solidFill>
                                  <a:latin typeface="Cambria Math" panose="02040503050406030204" pitchFamily="18" charset="0"/>
                                </a:rPr>
                                <m:t>x</m:t>
                              </m:r>
                            </m:e>
                            <m:sup>
                              <m:r>
                                <a:rPr lang="en-US" sz="2800" b="0" i="1">
                                  <a:solidFill>
                                    <a:srgbClr val="002060"/>
                                  </a:solidFill>
                                  <a:latin typeface="Cambria Math" panose="02040503050406030204" pitchFamily="18" charset="0"/>
                                </a:rPr>
                                <m:t>2</m:t>
                              </m:r>
                            </m:sup>
                          </m:sSup>
                          <m:r>
                            <m:rPr>
                              <m:sty m:val="p"/>
                            </m:rPr>
                            <a:rPr lang="en-US" sz="2800" b="0" i="1">
                              <a:solidFill>
                                <a:srgbClr val="002060"/>
                              </a:solidFill>
                              <a:latin typeface="Cambria Math" panose="02040503050406030204" pitchFamily="18" charset="0"/>
                            </a:rPr>
                            <m:t>y</m:t>
                          </m:r>
                          <m:r>
                            <a:rPr lang="en-US" sz="2800" b="0">
                              <a:solidFill>
                                <a:srgbClr val="002060"/>
                              </a:solidFill>
                              <a:latin typeface="Cambria Math" panose="02040503050406030204" pitchFamily="18" charset="0"/>
                            </a:rPr>
                            <m:t> </m:t>
                          </m:r>
                        </m:e>
                      </m:nary>
                      <m:r>
                        <a:rPr lang="en-US" sz="2800" b="0">
                          <a:solidFill>
                            <a:srgbClr val="002060"/>
                          </a:solidFill>
                          <a:latin typeface="Cambria Math" panose="02040503050406030204" pitchFamily="18" charset="0"/>
                        </a:rPr>
                        <m:t>=</m:t>
                      </m:r>
                      <m:r>
                        <m:rPr>
                          <m:sty m:val="p"/>
                        </m:rPr>
                        <a:rPr lang="en-US" sz="2800" i="1">
                          <a:solidFill>
                            <a:srgbClr val="FF0000"/>
                          </a:solidFill>
                          <a:latin typeface="Cambria Math" panose="02040503050406030204" pitchFamily="18" charset="0"/>
                        </a:rPr>
                        <m:t>a</m:t>
                      </m:r>
                      <m:nary>
                        <m:naryPr>
                          <m:chr m:val="∑"/>
                          <m:limLoc m:val="undOvr"/>
                          <m:subHide m:val="on"/>
                          <m:supHide m:val="on"/>
                          <m:ctrlPr>
                            <a:rPr lang="en-US" sz="2800" i="1">
                              <a:solidFill>
                                <a:srgbClr val="002060"/>
                              </a:solidFill>
                              <a:latin typeface="Cambria Math" panose="02040503050406030204" pitchFamily="18" charset="0"/>
                            </a:rPr>
                          </m:ctrlPr>
                        </m:naryPr>
                        <m:sub/>
                        <m:sup/>
                        <m:e>
                          <m:sSup>
                            <m:sSupPr>
                              <m:ctrlPr>
                                <a:rPr lang="en-US" sz="2800" i="1">
                                  <a:solidFill>
                                    <a:srgbClr val="002060"/>
                                  </a:solidFill>
                                  <a:latin typeface="Cambria Math" panose="02040503050406030204" pitchFamily="18" charset="0"/>
                                </a:rPr>
                              </m:ctrlPr>
                            </m:sSupPr>
                            <m:e>
                              <m:r>
                                <m:rPr>
                                  <m:sty m:val="p"/>
                                </m:rPr>
                                <a:rPr lang="en-US" sz="2800" b="0" i="1">
                                  <a:solidFill>
                                    <a:srgbClr val="002060"/>
                                  </a:solidFill>
                                  <a:latin typeface="Cambria Math" panose="02040503050406030204" pitchFamily="18" charset="0"/>
                                </a:rPr>
                                <m:t>x</m:t>
                              </m:r>
                            </m:e>
                            <m:sup>
                              <m:r>
                                <a:rPr lang="en-US" sz="2800" b="0" i="1">
                                  <a:solidFill>
                                    <a:srgbClr val="002060"/>
                                  </a:solidFill>
                                  <a:latin typeface="Cambria Math" panose="02040503050406030204" pitchFamily="18" charset="0"/>
                                </a:rPr>
                                <m:t>2</m:t>
                              </m:r>
                            </m:sup>
                          </m:sSup>
                        </m:e>
                      </m:nary>
                      <m:r>
                        <a:rPr lang="en-US" sz="2800" b="0">
                          <a:solidFill>
                            <a:srgbClr val="002060"/>
                          </a:solidFill>
                          <a:latin typeface="Cambria Math" panose="02040503050406030204" pitchFamily="18" charset="0"/>
                        </a:rPr>
                        <m:t>+</m:t>
                      </m:r>
                      <m:r>
                        <m:rPr>
                          <m:sty m:val="p"/>
                        </m:rPr>
                        <a:rPr lang="en-US" sz="2800" i="1">
                          <a:solidFill>
                            <a:srgbClr val="FF0000"/>
                          </a:solidFill>
                          <a:latin typeface="Cambria Math" panose="02040503050406030204" pitchFamily="18" charset="0"/>
                        </a:rPr>
                        <m:t>b</m:t>
                      </m:r>
                      <m:nary>
                        <m:naryPr>
                          <m:chr m:val="∑"/>
                          <m:limLoc m:val="undOvr"/>
                          <m:subHide m:val="on"/>
                          <m:supHide m:val="on"/>
                          <m:ctrlPr>
                            <a:rPr lang="en-US" sz="2800" i="1">
                              <a:solidFill>
                                <a:srgbClr val="002060"/>
                              </a:solidFill>
                              <a:latin typeface="Cambria Math" panose="02040503050406030204" pitchFamily="18" charset="0"/>
                            </a:rPr>
                          </m:ctrlPr>
                        </m:naryPr>
                        <m:sub/>
                        <m:sup/>
                        <m:e>
                          <m:sSup>
                            <m:sSupPr>
                              <m:ctrlPr>
                                <a:rPr lang="en-US" sz="2800" i="1">
                                  <a:solidFill>
                                    <a:srgbClr val="002060"/>
                                  </a:solidFill>
                                  <a:latin typeface="Cambria Math" panose="02040503050406030204" pitchFamily="18" charset="0"/>
                                </a:rPr>
                              </m:ctrlPr>
                            </m:sSupPr>
                            <m:e>
                              <m:r>
                                <m:rPr>
                                  <m:sty m:val="p"/>
                                </m:rPr>
                                <a:rPr lang="en-US" sz="2800" b="0" i="1">
                                  <a:solidFill>
                                    <a:srgbClr val="002060"/>
                                  </a:solidFill>
                                  <a:latin typeface="Cambria Math" panose="02040503050406030204" pitchFamily="18" charset="0"/>
                                </a:rPr>
                                <m:t>x</m:t>
                              </m:r>
                            </m:e>
                            <m:sup>
                              <m:r>
                                <a:rPr lang="en-US" sz="2800" b="0" i="1">
                                  <a:solidFill>
                                    <a:srgbClr val="002060"/>
                                  </a:solidFill>
                                  <a:latin typeface="Cambria Math" panose="02040503050406030204" pitchFamily="18" charset="0"/>
                                </a:rPr>
                                <m:t>3</m:t>
                              </m:r>
                            </m:sup>
                          </m:sSup>
                        </m:e>
                      </m:nary>
                      <m:r>
                        <a:rPr lang="en-US" sz="2800" b="0" i="1" smtClean="0">
                          <a:solidFill>
                            <a:srgbClr val="002060"/>
                          </a:solidFill>
                          <a:latin typeface="Cambria Math" panose="02040503050406030204" pitchFamily="18" charset="0"/>
                        </a:rPr>
                        <m:t>+</m:t>
                      </m:r>
                      <m:r>
                        <m:rPr>
                          <m:sty m:val="p"/>
                        </m:rPr>
                        <a:rPr lang="en-US" sz="2800" i="1">
                          <a:solidFill>
                            <a:srgbClr val="FF0000"/>
                          </a:solidFill>
                          <a:latin typeface="Cambria Math" panose="02040503050406030204" pitchFamily="18" charset="0"/>
                        </a:rPr>
                        <m:t>c</m:t>
                      </m:r>
                      <m:nary>
                        <m:naryPr>
                          <m:chr m:val="∑"/>
                          <m:limLoc m:val="undOvr"/>
                          <m:subHide m:val="on"/>
                          <m:supHide m:val="on"/>
                          <m:ctrlPr>
                            <a:rPr lang="en-US" sz="2800" i="1">
                              <a:solidFill>
                                <a:srgbClr val="002060"/>
                              </a:solidFill>
                              <a:latin typeface="Cambria Math" panose="02040503050406030204" pitchFamily="18" charset="0"/>
                            </a:rPr>
                          </m:ctrlPr>
                        </m:naryPr>
                        <m:sub/>
                        <m:sup/>
                        <m:e>
                          <m:sSup>
                            <m:sSupPr>
                              <m:ctrlPr>
                                <a:rPr lang="en-US" sz="2800" i="1">
                                  <a:solidFill>
                                    <a:srgbClr val="002060"/>
                                  </a:solidFill>
                                  <a:latin typeface="Cambria Math" panose="02040503050406030204" pitchFamily="18" charset="0"/>
                                </a:rPr>
                              </m:ctrlPr>
                            </m:sSupPr>
                            <m:e>
                              <m:r>
                                <m:rPr>
                                  <m:sty m:val="p"/>
                                </m:rPr>
                                <a:rPr lang="en-US" sz="2800" b="0" i="1">
                                  <a:solidFill>
                                    <a:srgbClr val="002060"/>
                                  </a:solidFill>
                                  <a:latin typeface="Cambria Math" panose="02040503050406030204" pitchFamily="18" charset="0"/>
                                </a:rPr>
                                <m:t>x</m:t>
                              </m:r>
                            </m:e>
                            <m:sup>
                              <m:r>
                                <a:rPr lang="en-US" sz="2800" b="0" i="1">
                                  <a:solidFill>
                                    <a:srgbClr val="002060"/>
                                  </a:solidFill>
                                  <a:latin typeface="Cambria Math" panose="02040503050406030204" pitchFamily="18" charset="0"/>
                                </a:rPr>
                                <m:t>4</m:t>
                              </m:r>
                            </m:sup>
                          </m:sSup>
                        </m:e>
                      </m:nary>
                    </m:oMath>
                  </m:oMathPara>
                </a14:m>
                <a:endParaRPr lang="en-US" sz="2800" dirty="0">
                  <a:solidFill>
                    <a:srgbClr val="002060"/>
                  </a:solidFill>
                </a:endParaRPr>
              </a:p>
            </p:txBody>
          </p:sp>
        </mc:Choice>
        <mc:Fallback xmlns="">
          <p:sp>
            <p:nvSpPr>
              <p:cNvPr id="18" name="Rectangle 17"/>
              <p:cNvSpPr>
                <a:spLocks noRot="1" noChangeAspect="1" noMove="1" noResize="1" noEditPoints="1" noAdjustHandles="1" noChangeArrowheads="1" noChangeShapeType="1" noTextEdit="1"/>
              </p:cNvSpPr>
              <p:nvPr/>
            </p:nvSpPr>
            <p:spPr>
              <a:xfrm>
                <a:off x="5995942" y="831469"/>
                <a:ext cx="6118598" cy="3222421"/>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Rectangle 31"/>
              <p:cNvSpPr/>
              <p:nvPr/>
            </p:nvSpPr>
            <p:spPr>
              <a:xfrm>
                <a:off x="113293" y="3359112"/>
                <a:ext cx="1998560" cy="523220"/>
              </a:xfrm>
              <a:prstGeom prst="rect">
                <a:avLst/>
              </a:prstGeom>
            </p:spPr>
            <p:txBody>
              <a:bodyPr wrap="none">
                <a:spAutoFit/>
              </a:bodyPr>
              <a:lstStyle/>
              <a:p>
                <a:r>
                  <a:rPr lang="en-US" sz="2800" dirty="0">
                    <a:solidFill>
                      <a:srgbClr val="002060"/>
                    </a:solidFill>
                    <a:latin typeface="+mj-lt"/>
                    <a:ea typeface="Cambria Math" panose="02040503050406030204" pitchFamily="18" charset="0"/>
                  </a:rPr>
                  <a:t> </a:t>
                </a:r>
                <a14:m>
                  <m:oMath xmlns:m="http://schemas.openxmlformats.org/officeDocument/2006/math">
                    <m:nary>
                      <m:naryPr>
                        <m:chr m:val="∑"/>
                        <m:limLoc m:val="undOvr"/>
                        <m:subHide m:val="on"/>
                        <m:supHide m:val="on"/>
                        <m:ctrlPr>
                          <a:rPr lang="en-US" sz="2800" i="1">
                            <a:solidFill>
                              <a:srgbClr val="002060"/>
                            </a:solidFill>
                            <a:latin typeface="Cambria Math" panose="02040503050406030204" pitchFamily="18" charset="0"/>
                          </a:rPr>
                        </m:ctrlPr>
                      </m:naryPr>
                      <m:sub/>
                      <m:sup/>
                      <m:e>
                        <m:sSup>
                          <m:sSupPr>
                            <m:ctrlPr>
                              <a:rPr lang="en-US" sz="2800" b="0" i="1" smtClean="0">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x</m:t>
                            </m:r>
                          </m:e>
                          <m:sup>
                            <m:r>
                              <a:rPr lang="en-US" sz="2800" b="0" i="0" smtClean="0">
                                <a:solidFill>
                                  <a:srgbClr val="002060"/>
                                </a:solidFill>
                                <a:latin typeface="Cambria Math" panose="02040503050406030204" pitchFamily="18" charset="0"/>
                              </a:rPr>
                              <m:t>3</m:t>
                            </m:r>
                          </m:sup>
                        </m:sSup>
                      </m:e>
                    </m:nary>
                    <m:r>
                      <a:rPr lang="en-US" sz="2800" b="0" i="1" smtClean="0">
                        <a:solidFill>
                          <a:srgbClr val="002060"/>
                        </a:solidFill>
                        <a:latin typeface="Cambria Math" panose="02040503050406030204" pitchFamily="18" charset="0"/>
                      </a:rPr>
                      <m:t>=225</m:t>
                    </m:r>
                  </m:oMath>
                </a14:m>
                <a:endParaRPr lang="en-US" sz="2800" dirty="0"/>
              </a:p>
            </p:txBody>
          </p:sp>
        </mc:Choice>
        <mc:Fallback xmlns="">
          <p:sp>
            <p:nvSpPr>
              <p:cNvPr id="32" name="Rectangle 31"/>
              <p:cNvSpPr>
                <a:spLocks noRot="1" noChangeAspect="1" noMove="1" noResize="1" noEditPoints="1" noAdjustHandles="1" noChangeArrowheads="1" noChangeShapeType="1" noTextEdit="1"/>
              </p:cNvSpPr>
              <p:nvPr/>
            </p:nvSpPr>
            <p:spPr>
              <a:xfrm>
                <a:off x="113293" y="3359112"/>
                <a:ext cx="1998560" cy="523220"/>
              </a:xfrm>
              <a:prstGeom prst="rect">
                <a:avLst/>
              </a:prstGeom>
              <a:blipFill rotWithShape="0">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Rectangle 32"/>
              <p:cNvSpPr/>
              <p:nvPr/>
            </p:nvSpPr>
            <p:spPr>
              <a:xfrm>
                <a:off x="113291" y="4196141"/>
                <a:ext cx="1998560" cy="523220"/>
              </a:xfrm>
              <a:prstGeom prst="rect">
                <a:avLst/>
              </a:prstGeom>
            </p:spPr>
            <p:txBody>
              <a:bodyPr wrap="none">
                <a:spAutoFit/>
              </a:bodyPr>
              <a:lstStyle/>
              <a:p>
                <a:r>
                  <a:rPr lang="en-US" sz="2800" dirty="0">
                    <a:solidFill>
                      <a:srgbClr val="002060"/>
                    </a:solidFill>
                    <a:latin typeface="+mj-lt"/>
                    <a:ea typeface="Cambria Math" panose="02040503050406030204" pitchFamily="18" charset="0"/>
                  </a:rPr>
                  <a:t> </a:t>
                </a:r>
                <a14:m>
                  <m:oMath xmlns:m="http://schemas.openxmlformats.org/officeDocument/2006/math">
                    <m:nary>
                      <m:naryPr>
                        <m:chr m:val="∑"/>
                        <m:limLoc m:val="undOvr"/>
                        <m:subHide m:val="on"/>
                        <m:supHide m:val="on"/>
                        <m:ctrlPr>
                          <a:rPr lang="en-US" sz="2800" i="1">
                            <a:solidFill>
                              <a:srgbClr val="002060"/>
                            </a:solidFill>
                            <a:latin typeface="Cambria Math" panose="02040503050406030204" pitchFamily="18" charset="0"/>
                          </a:rPr>
                        </m:ctrlPr>
                      </m:naryPr>
                      <m:sub/>
                      <m:sup/>
                      <m:e>
                        <m:sSup>
                          <m:sSupPr>
                            <m:ctrlPr>
                              <a:rPr lang="en-US" sz="2800" b="0" i="1" smtClean="0">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x</m:t>
                            </m:r>
                          </m:e>
                          <m:sup>
                            <m:r>
                              <a:rPr lang="en-US" sz="2800" b="0" i="0" smtClean="0">
                                <a:solidFill>
                                  <a:srgbClr val="002060"/>
                                </a:solidFill>
                                <a:latin typeface="Cambria Math" panose="02040503050406030204" pitchFamily="18" charset="0"/>
                              </a:rPr>
                              <m:t>4</m:t>
                            </m:r>
                          </m:sup>
                        </m:sSup>
                      </m:e>
                    </m:nary>
                    <m:r>
                      <a:rPr lang="en-US" sz="2800" b="0" i="1" smtClean="0">
                        <a:solidFill>
                          <a:srgbClr val="002060"/>
                        </a:solidFill>
                        <a:latin typeface="Cambria Math" panose="02040503050406030204" pitchFamily="18" charset="0"/>
                      </a:rPr>
                      <m:t>=979</m:t>
                    </m:r>
                  </m:oMath>
                </a14:m>
                <a:endParaRPr lang="en-US" sz="2800" dirty="0"/>
              </a:p>
            </p:txBody>
          </p:sp>
        </mc:Choice>
        <mc:Fallback xmlns="">
          <p:sp>
            <p:nvSpPr>
              <p:cNvPr id="33" name="Rectangle 32"/>
              <p:cNvSpPr>
                <a:spLocks noRot="1" noChangeAspect="1" noMove="1" noResize="1" noEditPoints="1" noAdjustHandles="1" noChangeArrowheads="1" noChangeShapeType="1" noTextEdit="1"/>
              </p:cNvSpPr>
              <p:nvPr/>
            </p:nvSpPr>
            <p:spPr>
              <a:xfrm>
                <a:off x="113291" y="4196141"/>
                <a:ext cx="1998560" cy="523220"/>
              </a:xfrm>
              <a:prstGeom prst="rect">
                <a:avLst/>
              </a:prstGeom>
              <a:blipFill rotWithShape="0">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Rectangle 33"/>
              <p:cNvSpPr/>
              <p:nvPr/>
            </p:nvSpPr>
            <p:spPr>
              <a:xfrm>
                <a:off x="3053652" y="3371361"/>
                <a:ext cx="2378472" cy="523220"/>
              </a:xfrm>
              <a:prstGeom prst="rect">
                <a:avLst/>
              </a:prstGeom>
            </p:spPr>
            <p:txBody>
              <a:bodyPr wrap="none">
                <a:spAutoFit/>
              </a:bodyPr>
              <a:lstStyle/>
              <a:p>
                <a:r>
                  <a:rPr lang="en-US" sz="2800" dirty="0">
                    <a:solidFill>
                      <a:srgbClr val="002060"/>
                    </a:solidFill>
                    <a:latin typeface="+mj-lt"/>
                    <a:ea typeface="Cambria Math" panose="02040503050406030204" pitchFamily="18" charset="0"/>
                  </a:rPr>
                  <a:t> </a:t>
                </a:r>
                <a14:m>
                  <m:oMath xmlns:m="http://schemas.openxmlformats.org/officeDocument/2006/math">
                    <m:nary>
                      <m:naryPr>
                        <m:chr m:val="∑"/>
                        <m:limLoc m:val="undOvr"/>
                        <m:subHide m:val="on"/>
                        <m:supHide m:val="on"/>
                        <m:ctrlPr>
                          <a:rPr lang="en-US" sz="2800" i="1">
                            <a:solidFill>
                              <a:srgbClr val="002060"/>
                            </a:solidFill>
                            <a:latin typeface="Cambria Math" panose="02040503050406030204" pitchFamily="18" charset="0"/>
                          </a:rPr>
                        </m:ctrlPr>
                      </m:naryPr>
                      <m:sub/>
                      <m:sup/>
                      <m:e>
                        <m:sSup>
                          <m:sSupPr>
                            <m:ctrlPr>
                              <a:rPr lang="en-US" sz="2800" b="0" i="1" smtClean="0">
                                <a:solidFill>
                                  <a:srgbClr val="002060"/>
                                </a:solidFill>
                                <a:latin typeface="Cambria Math" panose="02040503050406030204" pitchFamily="18" charset="0"/>
                              </a:rPr>
                            </m:ctrlPr>
                          </m:sSupPr>
                          <m:e>
                            <m:r>
                              <m:rPr>
                                <m:sty m:val="p"/>
                              </m:rPr>
                              <a:rPr lang="en-US" sz="2800" b="0" i="0" smtClean="0">
                                <a:solidFill>
                                  <a:srgbClr val="002060"/>
                                </a:solidFill>
                                <a:latin typeface="Cambria Math" panose="02040503050406030204" pitchFamily="18" charset="0"/>
                              </a:rPr>
                              <m:t>x</m:t>
                            </m:r>
                          </m:e>
                          <m:sup>
                            <m:r>
                              <a:rPr lang="en-US" sz="2800" b="0" i="0" smtClean="0">
                                <a:solidFill>
                                  <a:srgbClr val="002060"/>
                                </a:solidFill>
                                <a:latin typeface="Cambria Math" panose="02040503050406030204" pitchFamily="18" charset="0"/>
                              </a:rPr>
                              <m:t>2</m:t>
                            </m:r>
                          </m:sup>
                        </m:sSup>
                        <m:r>
                          <m:rPr>
                            <m:sty m:val="p"/>
                          </m:rPr>
                          <a:rPr lang="en-US" sz="2800" b="0" i="0" smtClean="0">
                            <a:solidFill>
                              <a:srgbClr val="002060"/>
                            </a:solidFill>
                            <a:latin typeface="Cambria Math" panose="02040503050406030204" pitchFamily="18" charset="0"/>
                          </a:rPr>
                          <m:t>y</m:t>
                        </m:r>
                      </m:e>
                    </m:nary>
                    <m:r>
                      <a:rPr lang="en-US" sz="2800" b="0" i="1" smtClean="0">
                        <a:solidFill>
                          <a:srgbClr val="002060"/>
                        </a:solidFill>
                        <a:latin typeface="Cambria Math" panose="02040503050406030204" pitchFamily="18" charset="0"/>
                      </a:rPr>
                      <m:t>=3672</m:t>
                    </m:r>
                  </m:oMath>
                </a14:m>
                <a:endParaRPr lang="en-US" sz="2800" dirty="0"/>
              </a:p>
            </p:txBody>
          </p:sp>
        </mc:Choice>
        <mc:Fallback xmlns="">
          <p:sp>
            <p:nvSpPr>
              <p:cNvPr id="34" name="Rectangle 33"/>
              <p:cNvSpPr>
                <a:spLocks noRot="1" noChangeAspect="1" noMove="1" noResize="1" noEditPoints="1" noAdjustHandles="1" noChangeArrowheads="1" noChangeShapeType="1" noTextEdit="1"/>
              </p:cNvSpPr>
              <p:nvPr/>
            </p:nvSpPr>
            <p:spPr>
              <a:xfrm>
                <a:off x="3053652" y="3371361"/>
                <a:ext cx="2378472" cy="523220"/>
              </a:xfrm>
              <a:prstGeom prst="rect">
                <a:avLst/>
              </a:prstGeom>
              <a:blipFill rotWithShape="0">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Rectangle 35"/>
              <p:cNvSpPr/>
              <p:nvPr/>
            </p:nvSpPr>
            <p:spPr>
              <a:xfrm>
                <a:off x="5991276" y="4053890"/>
                <a:ext cx="5789277" cy="2031325"/>
              </a:xfrm>
              <a:prstGeom prst="rect">
                <a:avLst/>
              </a:prstGeom>
            </p:spPr>
            <p:txBody>
              <a:bodyPr wrap="none">
                <a:spAutoFit/>
              </a:bodyPr>
              <a:lstStyle/>
              <a:p>
                <a:pPr>
                  <a:lnSpc>
                    <a:spcPct val="150000"/>
                  </a:lnSpc>
                </a:pPr>
                <a14:m>
                  <m:oMathPara xmlns:m="http://schemas.openxmlformats.org/officeDocument/2006/math">
                    <m:oMathParaPr>
                      <m:jc m:val="left"/>
                    </m:oMathParaPr>
                    <m:oMath xmlns:m="http://schemas.openxmlformats.org/officeDocument/2006/math">
                      <m:r>
                        <a:rPr lang="en-US" sz="2800" b="0" i="1" smtClean="0">
                          <a:solidFill>
                            <a:srgbClr val="002060"/>
                          </a:solidFill>
                          <a:latin typeface="Cambria Math" panose="02040503050406030204" pitchFamily="18" charset="0"/>
                          <a:ea typeface="Cambria Math" panose="02040503050406030204" pitchFamily="18" charset="0"/>
                        </a:rPr>
                        <m:t>∴</m:t>
                      </m:r>
                      <m:r>
                        <a:rPr lang="en-US" sz="2800" b="0" i="1" smtClean="0">
                          <a:solidFill>
                            <a:schemeClr val="bg1"/>
                          </a:solidFill>
                          <a:latin typeface="Cambria Math" panose="02040503050406030204" pitchFamily="18" charset="0"/>
                        </a:rPr>
                        <m:t>0</m:t>
                      </m:r>
                      <m:r>
                        <a:rPr lang="en-US" sz="2800" i="1" smtClean="0">
                          <a:solidFill>
                            <a:schemeClr val="bg1"/>
                          </a:solidFill>
                          <a:latin typeface="Cambria Math" panose="02040503050406030204" pitchFamily="18" charset="0"/>
                        </a:rPr>
                        <m:t>2</m:t>
                      </m:r>
                      <m:r>
                        <a:rPr lang="en-US" sz="2800" b="0" i="1" smtClean="0">
                          <a:solidFill>
                            <a:schemeClr val="bg1"/>
                          </a:solidFill>
                          <a:latin typeface="Cambria Math" panose="02040503050406030204" pitchFamily="18" charset="0"/>
                        </a:rPr>
                        <m:t>00</m:t>
                      </m:r>
                      <m:r>
                        <a:rPr lang="en-US" sz="2800" b="0">
                          <a:solidFill>
                            <a:srgbClr val="002060"/>
                          </a:solidFill>
                          <a:latin typeface="Cambria Math" panose="02040503050406030204" pitchFamily="18" charset="0"/>
                        </a:rPr>
                        <m:t>=</m:t>
                      </m:r>
                      <m:r>
                        <m:rPr>
                          <m:sty m:val="p"/>
                        </m:rPr>
                        <a:rPr lang="en-US" sz="2800" b="0" i="0" smtClean="0">
                          <a:solidFill>
                            <a:srgbClr val="FF0000"/>
                          </a:solidFill>
                          <a:latin typeface="Cambria Math" panose="02040503050406030204" pitchFamily="18" charset="0"/>
                        </a:rPr>
                        <m:t>a</m:t>
                      </m:r>
                      <m:r>
                        <a:rPr lang="en-US" sz="2800" b="0" i="1" smtClean="0">
                          <a:solidFill>
                            <a:srgbClr val="002060"/>
                          </a:solidFill>
                          <a:latin typeface="Cambria Math" panose="02040503050406030204" pitchFamily="18" charset="0"/>
                          <a:ea typeface="Cambria Math" panose="02040503050406030204" pitchFamily="18" charset="0"/>
                        </a:rPr>
                        <m:t>∙</m:t>
                      </m:r>
                      <m:r>
                        <a:rPr lang="en-US" sz="2800" b="0" i="1" smtClean="0">
                          <a:solidFill>
                            <a:schemeClr val="bg1"/>
                          </a:solidFill>
                          <a:latin typeface="Cambria Math" panose="02040503050406030204" pitchFamily="18" charset="0"/>
                        </a:rPr>
                        <m:t>5</m:t>
                      </m:r>
                      <m:r>
                        <a:rPr lang="en-US" sz="2800" b="0">
                          <a:solidFill>
                            <a:srgbClr val="002060"/>
                          </a:solidFill>
                          <a:latin typeface="Cambria Math" panose="02040503050406030204" pitchFamily="18" charset="0"/>
                        </a:rPr>
                        <m:t>+</m:t>
                      </m:r>
                      <m:r>
                        <m:rPr>
                          <m:sty m:val="p"/>
                        </m:rPr>
                        <a:rPr lang="en-US" sz="2800" b="0" i="1" smtClean="0">
                          <a:solidFill>
                            <a:srgbClr val="FF0000"/>
                          </a:solidFill>
                          <a:latin typeface="Cambria Math" panose="02040503050406030204" pitchFamily="18" charset="0"/>
                        </a:rPr>
                        <m:t>b</m:t>
                      </m:r>
                      <m:r>
                        <a:rPr lang="en-US" sz="2800" i="1">
                          <a:solidFill>
                            <a:srgbClr val="002060"/>
                          </a:solidFill>
                          <a:latin typeface="Cambria Math" panose="02040503050406030204" pitchFamily="18" charset="0"/>
                          <a:ea typeface="Cambria Math" panose="02040503050406030204" pitchFamily="18" charset="0"/>
                        </a:rPr>
                        <m:t>∙</m:t>
                      </m:r>
                      <m:r>
                        <a:rPr lang="en-US" sz="2800" i="1" smtClean="0">
                          <a:solidFill>
                            <a:schemeClr val="bg1"/>
                          </a:solidFill>
                          <a:latin typeface="Cambria Math" panose="02040503050406030204" pitchFamily="18" charset="0"/>
                        </a:rPr>
                        <m:t>1</m:t>
                      </m:r>
                      <m:r>
                        <a:rPr lang="en-US" sz="2800" b="0" i="1" smtClean="0">
                          <a:solidFill>
                            <a:schemeClr val="bg1"/>
                          </a:solidFill>
                          <a:latin typeface="Cambria Math" panose="02040503050406030204" pitchFamily="18" charset="0"/>
                        </a:rPr>
                        <m:t>5</m:t>
                      </m:r>
                      <m:r>
                        <a:rPr lang="en-US" sz="2800" b="0" i="1" smtClean="0">
                          <a:solidFill>
                            <a:srgbClr val="002060"/>
                          </a:solidFill>
                          <a:latin typeface="Cambria Math" panose="02040503050406030204" pitchFamily="18" charset="0"/>
                        </a:rPr>
                        <m:t>+</m:t>
                      </m:r>
                      <m:r>
                        <m:rPr>
                          <m:sty m:val="p"/>
                        </m:rPr>
                        <a:rPr lang="en-US" sz="2800" b="0" i="1" smtClean="0">
                          <a:solidFill>
                            <a:srgbClr val="FF0000"/>
                          </a:solidFill>
                          <a:latin typeface="Cambria Math" panose="02040503050406030204" pitchFamily="18" charset="0"/>
                        </a:rPr>
                        <m:t>c</m:t>
                      </m:r>
                      <m:r>
                        <a:rPr lang="en-US" sz="2800" i="1">
                          <a:solidFill>
                            <a:srgbClr val="002060"/>
                          </a:solidFill>
                          <a:latin typeface="Cambria Math" panose="02040503050406030204" pitchFamily="18" charset="0"/>
                          <a:ea typeface="Cambria Math" panose="02040503050406030204" pitchFamily="18" charset="0"/>
                        </a:rPr>
                        <m:t>∙</m:t>
                      </m:r>
                      <m:r>
                        <a:rPr lang="en-US" sz="2800" i="1" smtClean="0">
                          <a:solidFill>
                            <a:schemeClr val="bg1"/>
                          </a:solidFill>
                          <a:latin typeface="Cambria Math" panose="02040503050406030204" pitchFamily="18" charset="0"/>
                        </a:rPr>
                        <m:t>5</m:t>
                      </m:r>
                      <m:r>
                        <a:rPr lang="en-US" sz="2800" b="0" i="1" smtClean="0">
                          <a:solidFill>
                            <a:schemeClr val="bg1"/>
                          </a:solidFill>
                          <a:latin typeface="Cambria Math" panose="02040503050406030204" pitchFamily="18" charset="0"/>
                        </a:rPr>
                        <m:t>5</m:t>
                      </m:r>
                    </m:oMath>
                  </m:oMathPara>
                </a14:m>
                <a:endParaRPr lang="en-US" sz="2800" dirty="0">
                  <a:solidFill>
                    <a:srgbClr val="002060"/>
                  </a:solidFill>
                  <a:latin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a:rPr lang="en-US" sz="2800" i="1" smtClean="0">
                          <a:solidFill>
                            <a:schemeClr val="bg1"/>
                          </a:solidFill>
                          <a:latin typeface="Cambria Math" panose="02040503050406030204" pitchFamily="18" charset="0"/>
                          <a:ea typeface="Cambria Math" panose="02040503050406030204" pitchFamily="18" charset="0"/>
                        </a:rPr>
                        <m:t>∴</m:t>
                      </m:r>
                      <m:r>
                        <a:rPr lang="en-US" sz="2800" b="0" i="1" smtClean="0">
                          <a:solidFill>
                            <a:schemeClr val="bg1"/>
                          </a:solidFill>
                          <a:latin typeface="Cambria Math" panose="02040503050406030204" pitchFamily="18" charset="0"/>
                        </a:rPr>
                        <m:t>0</m:t>
                      </m:r>
                      <m:r>
                        <a:rPr lang="en-US" sz="2800" i="1" smtClean="0">
                          <a:solidFill>
                            <a:schemeClr val="bg1"/>
                          </a:solidFill>
                          <a:latin typeface="Cambria Math" panose="02040503050406030204" pitchFamily="18" charset="0"/>
                        </a:rPr>
                        <m:t>8</m:t>
                      </m:r>
                      <m:r>
                        <a:rPr lang="en-US" sz="2800" b="0" i="1" smtClean="0">
                          <a:solidFill>
                            <a:schemeClr val="bg1"/>
                          </a:solidFill>
                          <a:latin typeface="Cambria Math" panose="02040503050406030204" pitchFamily="18" charset="0"/>
                        </a:rPr>
                        <m:t>32</m:t>
                      </m:r>
                      <m:r>
                        <a:rPr lang="en-US" sz="2800" b="0">
                          <a:solidFill>
                            <a:srgbClr val="002060"/>
                          </a:solidFill>
                          <a:latin typeface="Cambria Math" panose="02040503050406030204" pitchFamily="18" charset="0"/>
                        </a:rPr>
                        <m:t>=</m:t>
                      </m:r>
                      <m:r>
                        <m:rPr>
                          <m:sty m:val="p"/>
                        </m:rPr>
                        <a:rPr lang="en-US" sz="2800" i="1">
                          <a:solidFill>
                            <a:srgbClr val="FF0000"/>
                          </a:solidFill>
                          <a:latin typeface="Cambria Math" panose="02040503050406030204" pitchFamily="18" charset="0"/>
                        </a:rPr>
                        <m:t>a</m:t>
                      </m:r>
                      <m:r>
                        <a:rPr lang="en-US" sz="2800" i="1">
                          <a:solidFill>
                            <a:srgbClr val="002060"/>
                          </a:solidFill>
                          <a:latin typeface="Cambria Math" panose="02040503050406030204" pitchFamily="18" charset="0"/>
                          <a:ea typeface="Cambria Math" panose="02040503050406030204" pitchFamily="18" charset="0"/>
                        </a:rPr>
                        <m:t>∙</m:t>
                      </m:r>
                      <m:r>
                        <a:rPr lang="en-US" sz="2800" i="1" smtClean="0">
                          <a:solidFill>
                            <a:schemeClr val="bg1"/>
                          </a:solidFill>
                          <a:latin typeface="Cambria Math" panose="02040503050406030204" pitchFamily="18" charset="0"/>
                        </a:rPr>
                        <m:t>1</m:t>
                      </m:r>
                      <m:r>
                        <a:rPr lang="en-US" sz="2800" b="0" i="1" smtClean="0">
                          <a:solidFill>
                            <a:schemeClr val="bg1"/>
                          </a:solidFill>
                          <a:latin typeface="Cambria Math" panose="02040503050406030204" pitchFamily="18" charset="0"/>
                        </a:rPr>
                        <m:t>5</m:t>
                      </m:r>
                      <m:r>
                        <a:rPr lang="en-US" sz="2800" b="0" smtClean="0">
                          <a:solidFill>
                            <a:srgbClr val="002060"/>
                          </a:solidFill>
                          <a:latin typeface="Cambria Math" panose="02040503050406030204" pitchFamily="18" charset="0"/>
                        </a:rPr>
                        <m:t>+</m:t>
                      </m:r>
                      <m:r>
                        <m:rPr>
                          <m:sty m:val="p"/>
                        </m:rPr>
                        <a:rPr lang="en-US" sz="2800" i="1">
                          <a:solidFill>
                            <a:srgbClr val="FF0000"/>
                          </a:solidFill>
                          <a:latin typeface="Cambria Math" panose="02040503050406030204" pitchFamily="18" charset="0"/>
                        </a:rPr>
                        <m:t>b</m:t>
                      </m:r>
                      <m:r>
                        <a:rPr lang="en-US" sz="2800" i="1">
                          <a:solidFill>
                            <a:srgbClr val="002060"/>
                          </a:solidFill>
                          <a:latin typeface="Cambria Math" panose="02040503050406030204" pitchFamily="18" charset="0"/>
                          <a:ea typeface="Cambria Math" panose="02040503050406030204" pitchFamily="18" charset="0"/>
                        </a:rPr>
                        <m:t>∙</m:t>
                      </m:r>
                      <m:r>
                        <a:rPr lang="en-US" sz="2800" i="1" smtClean="0">
                          <a:solidFill>
                            <a:schemeClr val="bg1"/>
                          </a:solidFill>
                          <a:latin typeface="Cambria Math" panose="02040503050406030204" pitchFamily="18" charset="0"/>
                        </a:rPr>
                        <m:t>5</m:t>
                      </m:r>
                      <m:r>
                        <a:rPr lang="en-US" sz="2800" b="0" i="1" smtClean="0">
                          <a:solidFill>
                            <a:schemeClr val="bg1"/>
                          </a:solidFill>
                          <a:latin typeface="Cambria Math" panose="02040503050406030204" pitchFamily="18" charset="0"/>
                        </a:rPr>
                        <m:t>5</m:t>
                      </m:r>
                      <m:r>
                        <a:rPr lang="en-US" sz="2800" b="0" i="1">
                          <a:solidFill>
                            <a:srgbClr val="002060"/>
                          </a:solidFill>
                          <a:latin typeface="Cambria Math" panose="02040503050406030204" pitchFamily="18" charset="0"/>
                        </a:rPr>
                        <m:t>+</m:t>
                      </m:r>
                      <m:r>
                        <m:rPr>
                          <m:sty m:val="p"/>
                        </m:rPr>
                        <a:rPr lang="en-US" sz="2800" i="1">
                          <a:solidFill>
                            <a:srgbClr val="FF0000"/>
                          </a:solidFill>
                          <a:latin typeface="Cambria Math" panose="02040503050406030204" pitchFamily="18" charset="0"/>
                        </a:rPr>
                        <m:t>c</m:t>
                      </m:r>
                      <m:r>
                        <a:rPr lang="en-US" sz="2800" i="1">
                          <a:solidFill>
                            <a:srgbClr val="002060"/>
                          </a:solidFill>
                          <a:latin typeface="Cambria Math" panose="02040503050406030204" pitchFamily="18" charset="0"/>
                          <a:ea typeface="Cambria Math" panose="02040503050406030204" pitchFamily="18" charset="0"/>
                        </a:rPr>
                        <m:t>∙</m:t>
                      </m:r>
                      <m:r>
                        <a:rPr lang="en-US" sz="2800" i="1" smtClean="0">
                          <a:solidFill>
                            <a:schemeClr val="bg1"/>
                          </a:solidFill>
                          <a:latin typeface="Cambria Math" panose="02040503050406030204" pitchFamily="18" charset="0"/>
                        </a:rPr>
                        <m:t>2</m:t>
                      </m:r>
                      <m:r>
                        <a:rPr lang="en-US" sz="2800" b="0" i="1" smtClean="0">
                          <a:solidFill>
                            <a:schemeClr val="bg1"/>
                          </a:solidFill>
                          <a:latin typeface="Cambria Math" panose="02040503050406030204" pitchFamily="18" charset="0"/>
                        </a:rPr>
                        <m:t>25</m:t>
                      </m:r>
                    </m:oMath>
                  </m:oMathPara>
                </a14:m>
                <a:endParaRPr lang="en-US" sz="2800" i="1" dirty="0">
                  <a:solidFill>
                    <a:srgbClr val="002060"/>
                  </a:solidFill>
                  <a:latin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a:rPr lang="en-US" sz="2800" i="1" smtClean="0">
                          <a:solidFill>
                            <a:schemeClr val="bg1"/>
                          </a:solidFill>
                          <a:latin typeface="Cambria Math" panose="02040503050406030204" pitchFamily="18" charset="0"/>
                          <a:ea typeface="Cambria Math" panose="02040503050406030204" pitchFamily="18" charset="0"/>
                        </a:rPr>
                        <m:t>∴</m:t>
                      </m:r>
                      <m:r>
                        <a:rPr lang="en-US" sz="2800" i="1" smtClean="0">
                          <a:solidFill>
                            <a:schemeClr val="bg1"/>
                          </a:solidFill>
                          <a:latin typeface="Cambria Math" panose="02040503050406030204" pitchFamily="18" charset="0"/>
                        </a:rPr>
                        <m:t>3</m:t>
                      </m:r>
                      <m:r>
                        <a:rPr lang="en-US" sz="2800" b="0" i="1" smtClean="0">
                          <a:solidFill>
                            <a:schemeClr val="bg1"/>
                          </a:solidFill>
                          <a:latin typeface="Cambria Math" panose="02040503050406030204" pitchFamily="18" charset="0"/>
                        </a:rPr>
                        <m:t>672</m:t>
                      </m:r>
                      <m:r>
                        <a:rPr lang="en-US" sz="2800" b="0">
                          <a:solidFill>
                            <a:srgbClr val="002060"/>
                          </a:solidFill>
                          <a:latin typeface="Cambria Math" panose="02040503050406030204" pitchFamily="18" charset="0"/>
                        </a:rPr>
                        <m:t>=</m:t>
                      </m:r>
                      <m:r>
                        <m:rPr>
                          <m:sty m:val="p"/>
                        </m:rPr>
                        <a:rPr lang="en-US" sz="2800" i="1">
                          <a:solidFill>
                            <a:srgbClr val="FF0000"/>
                          </a:solidFill>
                          <a:latin typeface="Cambria Math" panose="02040503050406030204" pitchFamily="18" charset="0"/>
                        </a:rPr>
                        <m:t>a</m:t>
                      </m:r>
                      <m:r>
                        <a:rPr lang="en-US" sz="2800" i="1">
                          <a:solidFill>
                            <a:srgbClr val="002060"/>
                          </a:solidFill>
                          <a:latin typeface="Cambria Math" panose="02040503050406030204" pitchFamily="18" charset="0"/>
                          <a:ea typeface="Cambria Math" panose="02040503050406030204" pitchFamily="18" charset="0"/>
                        </a:rPr>
                        <m:t>∙</m:t>
                      </m:r>
                      <m:r>
                        <a:rPr lang="en-US" sz="2800" i="1" smtClean="0">
                          <a:solidFill>
                            <a:schemeClr val="bg1"/>
                          </a:solidFill>
                          <a:latin typeface="Cambria Math" panose="02040503050406030204" pitchFamily="18" charset="0"/>
                        </a:rPr>
                        <m:t>5</m:t>
                      </m:r>
                      <m:r>
                        <a:rPr lang="en-US" sz="2800" b="0" i="1" smtClean="0">
                          <a:solidFill>
                            <a:schemeClr val="bg1"/>
                          </a:solidFill>
                          <a:latin typeface="Cambria Math" panose="02040503050406030204" pitchFamily="18" charset="0"/>
                        </a:rPr>
                        <m:t>5</m:t>
                      </m:r>
                      <m:r>
                        <a:rPr lang="en-US" sz="2800" b="0">
                          <a:solidFill>
                            <a:srgbClr val="002060"/>
                          </a:solidFill>
                          <a:latin typeface="Cambria Math" panose="02040503050406030204" pitchFamily="18" charset="0"/>
                        </a:rPr>
                        <m:t>+</m:t>
                      </m:r>
                      <m:r>
                        <m:rPr>
                          <m:sty m:val="p"/>
                        </m:rPr>
                        <a:rPr lang="en-US" sz="2800" i="1">
                          <a:solidFill>
                            <a:srgbClr val="FF0000"/>
                          </a:solidFill>
                          <a:latin typeface="Cambria Math" panose="02040503050406030204" pitchFamily="18" charset="0"/>
                        </a:rPr>
                        <m:t>b</m:t>
                      </m:r>
                      <m:r>
                        <a:rPr lang="en-US" sz="2800" i="1">
                          <a:solidFill>
                            <a:srgbClr val="002060"/>
                          </a:solidFill>
                          <a:latin typeface="Cambria Math" panose="02040503050406030204" pitchFamily="18" charset="0"/>
                          <a:ea typeface="Cambria Math" panose="02040503050406030204" pitchFamily="18" charset="0"/>
                        </a:rPr>
                        <m:t>∙</m:t>
                      </m:r>
                      <m:r>
                        <a:rPr lang="en-US" sz="2800" i="1" smtClean="0">
                          <a:solidFill>
                            <a:schemeClr val="bg1"/>
                          </a:solidFill>
                          <a:latin typeface="Cambria Math" panose="02040503050406030204" pitchFamily="18" charset="0"/>
                        </a:rPr>
                        <m:t>2</m:t>
                      </m:r>
                      <m:r>
                        <a:rPr lang="en-US" sz="2800" b="0" i="1" smtClean="0">
                          <a:solidFill>
                            <a:schemeClr val="bg1"/>
                          </a:solidFill>
                          <a:latin typeface="Cambria Math" panose="02040503050406030204" pitchFamily="18" charset="0"/>
                        </a:rPr>
                        <m:t>25</m:t>
                      </m:r>
                      <m:r>
                        <a:rPr lang="en-US" sz="2800" b="0" i="1" smtClean="0">
                          <a:solidFill>
                            <a:srgbClr val="002060"/>
                          </a:solidFill>
                          <a:latin typeface="Cambria Math" panose="02040503050406030204" pitchFamily="18" charset="0"/>
                        </a:rPr>
                        <m:t>+</m:t>
                      </m:r>
                      <m:r>
                        <m:rPr>
                          <m:sty m:val="p"/>
                        </m:rPr>
                        <a:rPr lang="en-US" sz="2800" i="1">
                          <a:solidFill>
                            <a:srgbClr val="FF0000"/>
                          </a:solidFill>
                          <a:latin typeface="Cambria Math" panose="02040503050406030204" pitchFamily="18" charset="0"/>
                        </a:rPr>
                        <m:t>c</m:t>
                      </m:r>
                      <m:r>
                        <a:rPr lang="en-US" sz="2800" i="1">
                          <a:solidFill>
                            <a:srgbClr val="002060"/>
                          </a:solidFill>
                          <a:latin typeface="Cambria Math" panose="02040503050406030204" pitchFamily="18" charset="0"/>
                          <a:ea typeface="Cambria Math" panose="02040503050406030204" pitchFamily="18" charset="0"/>
                        </a:rPr>
                        <m:t>∙</m:t>
                      </m:r>
                      <m:r>
                        <a:rPr lang="en-US" sz="2800" i="1" smtClean="0">
                          <a:solidFill>
                            <a:schemeClr val="bg1"/>
                          </a:solidFill>
                          <a:latin typeface="Cambria Math" panose="02040503050406030204" pitchFamily="18" charset="0"/>
                        </a:rPr>
                        <m:t>9</m:t>
                      </m:r>
                      <m:r>
                        <a:rPr lang="en-US" sz="2800" b="0" i="1" smtClean="0">
                          <a:solidFill>
                            <a:schemeClr val="bg1"/>
                          </a:solidFill>
                          <a:latin typeface="Cambria Math" panose="02040503050406030204" pitchFamily="18" charset="0"/>
                        </a:rPr>
                        <m:t>79</m:t>
                      </m:r>
                    </m:oMath>
                  </m:oMathPara>
                </a14:m>
                <a:endParaRPr lang="en-US" sz="2800" dirty="0">
                  <a:solidFill>
                    <a:srgbClr val="002060"/>
                  </a:solidFill>
                </a:endParaRPr>
              </a:p>
            </p:txBody>
          </p:sp>
        </mc:Choice>
        <mc:Fallback xmlns="">
          <p:sp>
            <p:nvSpPr>
              <p:cNvPr id="36" name="Rectangle 35"/>
              <p:cNvSpPr>
                <a:spLocks noRot="1" noChangeAspect="1" noMove="1" noResize="1" noEditPoints="1" noAdjustHandles="1" noChangeArrowheads="1" noChangeShapeType="1" noTextEdit="1"/>
              </p:cNvSpPr>
              <p:nvPr/>
            </p:nvSpPr>
            <p:spPr>
              <a:xfrm>
                <a:off x="5991276" y="4053890"/>
                <a:ext cx="5789277" cy="2031325"/>
              </a:xfrm>
              <a:prstGeom prst="rect">
                <a:avLst/>
              </a:prstGeom>
              <a:blipFill rotWithShape="0">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Rectangle 36"/>
              <p:cNvSpPr/>
              <p:nvPr/>
            </p:nvSpPr>
            <p:spPr>
              <a:xfrm>
                <a:off x="7927195" y="4196175"/>
                <a:ext cx="465192" cy="523220"/>
              </a:xfrm>
              <a:prstGeom prst="rect">
                <a:avLst/>
              </a:prstGeom>
            </p:spPr>
            <p:txBody>
              <a:bodyPr wrap="none">
                <a:spAutoFit/>
              </a:bodyPr>
              <a:lstStyle/>
              <a:p>
                <a:pPr/>
                <a14:m>
                  <m:oMathPara xmlns:m="http://schemas.openxmlformats.org/officeDocument/2006/math">
                    <m:oMathParaPr>
                      <m:jc m:val="center"/>
                    </m:oMathParaPr>
                    <m:oMath xmlns:m="http://schemas.openxmlformats.org/officeDocument/2006/math">
                      <m:r>
                        <a:rPr lang="en-US" sz="2800" b="0" i="1" smtClean="0">
                          <a:solidFill>
                            <a:srgbClr val="002060"/>
                          </a:solidFill>
                          <a:latin typeface="Cambria Math" panose="02040503050406030204" pitchFamily="18" charset="0"/>
                          <a:ea typeface="Cambria Math" panose="02040503050406030204" pitchFamily="18" charset="0"/>
                        </a:rPr>
                        <m:t>5</m:t>
                      </m:r>
                    </m:oMath>
                  </m:oMathPara>
                </a14:m>
                <a:endParaRPr lang="en-US" sz="2800" dirty="0">
                  <a:solidFill>
                    <a:srgbClr val="002060"/>
                  </a:solidFill>
                  <a:ea typeface="Cambria Math" panose="02040503050406030204" pitchFamily="18" charset="0"/>
                </a:endParaRPr>
              </a:p>
            </p:txBody>
          </p:sp>
        </mc:Choice>
        <mc:Fallback xmlns="">
          <p:sp>
            <p:nvSpPr>
              <p:cNvPr id="37" name="Rectangle 36"/>
              <p:cNvSpPr>
                <a:spLocks noRot="1" noChangeAspect="1" noMove="1" noResize="1" noEditPoints="1" noAdjustHandles="1" noChangeArrowheads="1" noChangeShapeType="1" noTextEdit="1"/>
              </p:cNvSpPr>
              <p:nvPr/>
            </p:nvSpPr>
            <p:spPr>
              <a:xfrm>
                <a:off x="7927195" y="4196175"/>
                <a:ext cx="465192" cy="523220"/>
              </a:xfrm>
              <a:prstGeom prst="rect">
                <a:avLst/>
              </a:prstGeom>
              <a:blipFill rotWithShape="0">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Rectangle 37"/>
              <p:cNvSpPr/>
              <p:nvPr/>
            </p:nvSpPr>
            <p:spPr>
              <a:xfrm>
                <a:off x="8996578" y="4186356"/>
                <a:ext cx="663964" cy="523220"/>
              </a:xfrm>
              <a:prstGeom prst="rect">
                <a:avLst/>
              </a:prstGeom>
            </p:spPr>
            <p:txBody>
              <a:bodyPr wrap="none">
                <a:spAutoFit/>
              </a:bodyPr>
              <a:lstStyle/>
              <a:p>
                <a:pPr/>
                <a14:m>
                  <m:oMathPara xmlns:m="http://schemas.openxmlformats.org/officeDocument/2006/math">
                    <m:oMathParaPr>
                      <m:jc m:val="center"/>
                    </m:oMathParaPr>
                    <m:oMath xmlns:m="http://schemas.openxmlformats.org/officeDocument/2006/math">
                      <m:r>
                        <a:rPr lang="en-US" sz="2800" b="0" i="1" smtClean="0">
                          <a:solidFill>
                            <a:srgbClr val="002060"/>
                          </a:solidFill>
                          <a:latin typeface="Cambria Math" panose="02040503050406030204" pitchFamily="18" charset="0"/>
                          <a:ea typeface="Cambria Math" panose="02040503050406030204" pitchFamily="18" charset="0"/>
                        </a:rPr>
                        <m:t>15</m:t>
                      </m:r>
                    </m:oMath>
                  </m:oMathPara>
                </a14:m>
                <a:endParaRPr lang="en-US" sz="2800" dirty="0">
                  <a:solidFill>
                    <a:srgbClr val="002060"/>
                  </a:solidFill>
                  <a:ea typeface="Cambria Math" panose="02040503050406030204" pitchFamily="18" charset="0"/>
                </a:endParaRPr>
              </a:p>
            </p:txBody>
          </p:sp>
        </mc:Choice>
        <mc:Fallback xmlns="">
          <p:sp>
            <p:nvSpPr>
              <p:cNvPr id="38" name="Rectangle 37"/>
              <p:cNvSpPr>
                <a:spLocks noRot="1" noChangeAspect="1" noMove="1" noResize="1" noEditPoints="1" noAdjustHandles="1" noChangeArrowheads="1" noChangeShapeType="1" noTextEdit="1"/>
              </p:cNvSpPr>
              <p:nvPr/>
            </p:nvSpPr>
            <p:spPr>
              <a:xfrm>
                <a:off x="8996578" y="4186356"/>
                <a:ext cx="663964" cy="523220"/>
              </a:xfrm>
              <a:prstGeom prst="rect">
                <a:avLst/>
              </a:prstGeom>
              <a:blipFill rotWithShape="0">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Rectangle 38"/>
              <p:cNvSpPr/>
              <p:nvPr/>
            </p:nvSpPr>
            <p:spPr>
              <a:xfrm>
                <a:off x="7925824" y="4843916"/>
                <a:ext cx="663964" cy="523220"/>
              </a:xfrm>
              <a:prstGeom prst="rect">
                <a:avLst/>
              </a:prstGeom>
            </p:spPr>
            <p:txBody>
              <a:bodyPr wrap="none">
                <a:spAutoFit/>
              </a:bodyPr>
              <a:lstStyle/>
              <a:p>
                <a:pPr/>
                <a14:m>
                  <m:oMathPara xmlns:m="http://schemas.openxmlformats.org/officeDocument/2006/math">
                    <m:oMathParaPr>
                      <m:jc m:val="center"/>
                    </m:oMathParaPr>
                    <m:oMath xmlns:m="http://schemas.openxmlformats.org/officeDocument/2006/math">
                      <m:r>
                        <a:rPr lang="en-US" sz="2800" b="0" i="1" smtClean="0">
                          <a:solidFill>
                            <a:srgbClr val="002060"/>
                          </a:solidFill>
                          <a:latin typeface="Cambria Math" panose="02040503050406030204" pitchFamily="18" charset="0"/>
                          <a:ea typeface="Cambria Math" panose="02040503050406030204" pitchFamily="18" charset="0"/>
                        </a:rPr>
                        <m:t>15</m:t>
                      </m:r>
                    </m:oMath>
                  </m:oMathPara>
                </a14:m>
                <a:endParaRPr lang="en-US" sz="2800" dirty="0">
                  <a:solidFill>
                    <a:srgbClr val="002060"/>
                  </a:solidFill>
                  <a:ea typeface="Cambria Math" panose="02040503050406030204" pitchFamily="18" charset="0"/>
                </a:endParaRPr>
              </a:p>
            </p:txBody>
          </p:sp>
        </mc:Choice>
        <mc:Fallback xmlns="">
          <p:sp>
            <p:nvSpPr>
              <p:cNvPr id="39" name="Rectangle 38"/>
              <p:cNvSpPr>
                <a:spLocks noRot="1" noChangeAspect="1" noMove="1" noResize="1" noEditPoints="1" noAdjustHandles="1" noChangeArrowheads="1" noChangeShapeType="1" noTextEdit="1"/>
              </p:cNvSpPr>
              <p:nvPr/>
            </p:nvSpPr>
            <p:spPr>
              <a:xfrm>
                <a:off x="7925824" y="4843916"/>
                <a:ext cx="663964" cy="523220"/>
              </a:xfrm>
              <a:prstGeom prst="rect">
                <a:avLst/>
              </a:prstGeom>
              <a:blipFill rotWithShape="0">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Rectangle 39"/>
              <p:cNvSpPr/>
              <p:nvPr/>
            </p:nvSpPr>
            <p:spPr>
              <a:xfrm>
                <a:off x="10236486" y="4195288"/>
                <a:ext cx="663964" cy="523220"/>
              </a:xfrm>
              <a:prstGeom prst="rect">
                <a:avLst/>
              </a:prstGeom>
            </p:spPr>
            <p:txBody>
              <a:bodyPr wrap="none">
                <a:spAutoFit/>
              </a:bodyPr>
              <a:lstStyle/>
              <a:p>
                <a:pPr/>
                <a14:m>
                  <m:oMathPara xmlns:m="http://schemas.openxmlformats.org/officeDocument/2006/math">
                    <m:oMathParaPr>
                      <m:jc m:val="center"/>
                    </m:oMathParaPr>
                    <m:oMath xmlns:m="http://schemas.openxmlformats.org/officeDocument/2006/math">
                      <m:r>
                        <a:rPr lang="en-US" sz="2800" b="0" i="1" smtClean="0">
                          <a:solidFill>
                            <a:srgbClr val="002060"/>
                          </a:solidFill>
                          <a:latin typeface="Cambria Math" panose="02040503050406030204" pitchFamily="18" charset="0"/>
                          <a:ea typeface="Cambria Math" panose="02040503050406030204" pitchFamily="18" charset="0"/>
                        </a:rPr>
                        <m:t>55</m:t>
                      </m:r>
                    </m:oMath>
                  </m:oMathPara>
                </a14:m>
                <a:endParaRPr lang="en-US" sz="2800" dirty="0">
                  <a:solidFill>
                    <a:srgbClr val="002060"/>
                  </a:solidFill>
                  <a:ea typeface="Cambria Math" panose="02040503050406030204" pitchFamily="18" charset="0"/>
                </a:endParaRPr>
              </a:p>
            </p:txBody>
          </p:sp>
        </mc:Choice>
        <mc:Fallback xmlns="">
          <p:sp>
            <p:nvSpPr>
              <p:cNvPr id="40" name="Rectangle 39"/>
              <p:cNvSpPr>
                <a:spLocks noRot="1" noChangeAspect="1" noMove="1" noResize="1" noEditPoints="1" noAdjustHandles="1" noChangeArrowheads="1" noChangeShapeType="1" noTextEdit="1"/>
              </p:cNvSpPr>
              <p:nvPr/>
            </p:nvSpPr>
            <p:spPr>
              <a:xfrm>
                <a:off x="10236486" y="4195288"/>
                <a:ext cx="663964" cy="523220"/>
              </a:xfrm>
              <a:prstGeom prst="rect">
                <a:avLst/>
              </a:prstGeom>
              <a:blipFill rotWithShape="0">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Rectangle 40"/>
              <p:cNvSpPr/>
              <p:nvPr/>
            </p:nvSpPr>
            <p:spPr>
              <a:xfrm>
                <a:off x="9198795" y="4842667"/>
                <a:ext cx="663964" cy="523220"/>
              </a:xfrm>
              <a:prstGeom prst="rect">
                <a:avLst/>
              </a:prstGeom>
            </p:spPr>
            <p:txBody>
              <a:bodyPr wrap="none">
                <a:spAutoFit/>
              </a:bodyPr>
              <a:lstStyle/>
              <a:p>
                <a:pPr/>
                <a14:m>
                  <m:oMathPara xmlns:m="http://schemas.openxmlformats.org/officeDocument/2006/math">
                    <m:oMathParaPr>
                      <m:jc m:val="center"/>
                    </m:oMathParaPr>
                    <m:oMath xmlns:m="http://schemas.openxmlformats.org/officeDocument/2006/math">
                      <m:r>
                        <a:rPr lang="en-US" sz="2800" b="0" i="1" smtClean="0">
                          <a:solidFill>
                            <a:srgbClr val="002060"/>
                          </a:solidFill>
                          <a:latin typeface="Cambria Math" panose="02040503050406030204" pitchFamily="18" charset="0"/>
                          <a:ea typeface="Cambria Math" panose="02040503050406030204" pitchFamily="18" charset="0"/>
                        </a:rPr>
                        <m:t>55</m:t>
                      </m:r>
                    </m:oMath>
                  </m:oMathPara>
                </a14:m>
                <a:endParaRPr lang="en-US" sz="2800" dirty="0">
                  <a:solidFill>
                    <a:srgbClr val="002060"/>
                  </a:solidFill>
                  <a:ea typeface="Cambria Math" panose="02040503050406030204" pitchFamily="18" charset="0"/>
                </a:endParaRPr>
              </a:p>
            </p:txBody>
          </p:sp>
        </mc:Choice>
        <mc:Fallback xmlns="">
          <p:sp>
            <p:nvSpPr>
              <p:cNvPr id="41" name="Rectangle 40"/>
              <p:cNvSpPr>
                <a:spLocks noRot="1" noChangeAspect="1" noMove="1" noResize="1" noEditPoints="1" noAdjustHandles="1" noChangeArrowheads="1" noChangeShapeType="1" noTextEdit="1"/>
              </p:cNvSpPr>
              <p:nvPr/>
            </p:nvSpPr>
            <p:spPr>
              <a:xfrm>
                <a:off x="9198795" y="4842667"/>
                <a:ext cx="663964" cy="523220"/>
              </a:xfrm>
              <a:prstGeom prst="rect">
                <a:avLst/>
              </a:prstGeom>
              <a:blipFill rotWithShape="0">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Rectangle 41"/>
              <p:cNvSpPr/>
              <p:nvPr/>
            </p:nvSpPr>
            <p:spPr>
              <a:xfrm>
                <a:off x="7923475" y="5480082"/>
                <a:ext cx="663964" cy="523220"/>
              </a:xfrm>
              <a:prstGeom prst="rect">
                <a:avLst/>
              </a:prstGeom>
            </p:spPr>
            <p:txBody>
              <a:bodyPr wrap="none">
                <a:spAutoFit/>
              </a:bodyPr>
              <a:lstStyle/>
              <a:p>
                <a:pPr/>
                <a14:m>
                  <m:oMathPara xmlns:m="http://schemas.openxmlformats.org/officeDocument/2006/math">
                    <m:oMathParaPr>
                      <m:jc m:val="center"/>
                    </m:oMathParaPr>
                    <m:oMath xmlns:m="http://schemas.openxmlformats.org/officeDocument/2006/math">
                      <m:r>
                        <a:rPr lang="en-US" sz="2800" b="0" i="1" smtClean="0">
                          <a:solidFill>
                            <a:srgbClr val="002060"/>
                          </a:solidFill>
                          <a:latin typeface="Cambria Math" panose="02040503050406030204" pitchFamily="18" charset="0"/>
                          <a:ea typeface="Cambria Math" panose="02040503050406030204" pitchFamily="18" charset="0"/>
                        </a:rPr>
                        <m:t>55</m:t>
                      </m:r>
                    </m:oMath>
                  </m:oMathPara>
                </a14:m>
                <a:endParaRPr lang="en-US" sz="2800" dirty="0">
                  <a:solidFill>
                    <a:srgbClr val="002060"/>
                  </a:solidFill>
                  <a:ea typeface="Cambria Math" panose="02040503050406030204" pitchFamily="18" charset="0"/>
                </a:endParaRPr>
              </a:p>
            </p:txBody>
          </p:sp>
        </mc:Choice>
        <mc:Fallback xmlns="">
          <p:sp>
            <p:nvSpPr>
              <p:cNvPr id="42" name="Rectangle 41"/>
              <p:cNvSpPr>
                <a:spLocks noRot="1" noChangeAspect="1" noMove="1" noResize="1" noEditPoints="1" noAdjustHandles="1" noChangeArrowheads="1" noChangeShapeType="1" noTextEdit="1"/>
              </p:cNvSpPr>
              <p:nvPr/>
            </p:nvSpPr>
            <p:spPr>
              <a:xfrm>
                <a:off x="7923475" y="5480082"/>
                <a:ext cx="663964" cy="523220"/>
              </a:xfrm>
              <a:prstGeom prst="rect">
                <a:avLst/>
              </a:prstGeom>
              <a:blipFill rotWithShape="0">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Rectangle 42"/>
              <p:cNvSpPr/>
              <p:nvPr/>
            </p:nvSpPr>
            <p:spPr>
              <a:xfrm>
                <a:off x="10431833" y="4837848"/>
                <a:ext cx="862737" cy="523220"/>
              </a:xfrm>
              <a:prstGeom prst="rect">
                <a:avLst/>
              </a:prstGeom>
            </p:spPr>
            <p:txBody>
              <a:bodyPr wrap="none">
                <a:spAutoFit/>
              </a:bodyPr>
              <a:lstStyle/>
              <a:p>
                <a:pPr/>
                <a14:m>
                  <m:oMathPara xmlns:m="http://schemas.openxmlformats.org/officeDocument/2006/math">
                    <m:oMathParaPr>
                      <m:jc m:val="center"/>
                    </m:oMathParaPr>
                    <m:oMath xmlns:m="http://schemas.openxmlformats.org/officeDocument/2006/math">
                      <m:r>
                        <a:rPr lang="en-US" sz="2800" b="0" i="1" smtClean="0">
                          <a:solidFill>
                            <a:srgbClr val="002060"/>
                          </a:solidFill>
                          <a:latin typeface="Cambria Math" panose="02040503050406030204" pitchFamily="18" charset="0"/>
                          <a:ea typeface="Cambria Math" panose="02040503050406030204" pitchFamily="18" charset="0"/>
                        </a:rPr>
                        <m:t>225</m:t>
                      </m:r>
                    </m:oMath>
                  </m:oMathPara>
                </a14:m>
                <a:endParaRPr lang="en-US" sz="2800" b="0" dirty="0">
                  <a:solidFill>
                    <a:srgbClr val="002060"/>
                  </a:solidFill>
                  <a:ea typeface="Cambria Math" panose="02040503050406030204" pitchFamily="18" charset="0"/>
                </a:endParaRPr>
              </a:p>
            </p:txBody>
          </p:sp>
        </mc:Choice>
        <mc:Fallback xmlns="">
          <p:sp>
            <p:nvSpPr>
              <p:cNvPr id="43" name="Rectangle 42"/>
              <p:cNvSpPr>
                <a:spLocks noRot="1" noChangeAspect="1" noMove="1" noResize="1" noEditPoints="1" noAdjustHandles="1" noChangeArrowheads="1" noChangeShapeType="1" noTextEdit="1"/>
              </p:cNvSpPr>
              <p:nvPr/>
            </p:nvSpPr>
            <p:spPr>
              <a:xfrm>
                <a:off x="10431833" y="4837848"/>
                <a:ext cx="862737" cy="523220"/>
              </a:xfrm>
              <a:prstGeom prst="rect">
                <a:avLst/>
              </a:prstGeom>
              <a:blipFill rotWithShape="0">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Rectangle 43"/>
              <p:cNvSpPr/>
              <p:nvPr/>
            </p:nvSpPr>
            <p:spPr>
              <a:xfrm>
                <a:off x="9188315" y="5480773"/>
                <a:ext cx="862737" cy="523220"/>
              </a:xfrm>
              <a:prstGeom prst="rect">
                <a:avLst/>
              </a:prstGeom>
            </p:spPr>
            <p:txBody>
              <a:bodyPr wrap="none">
                <a:spAutoFit/>
              </a:bodyPr>
              <a:lstStyle/>
              <a:p>
                <a:pPr/>
                <a14:m>
                  <m:oMathPara xmlns:m="http://schemas.openxmlformats.org/officeDocument/2006/math">
                    <m:oMathParaPr>
                      <m:jc m:val="center"/>
                    </m:oMathParaPr>
                    <m:oMath xmlns:m="http://schemas.openxmlformats.org/officeDocument/2006/math">
                      <m:r>
                        <a:rPr lang="en-US" sz="2800" b="0" i="1" smtClean="0">
                          <a:solidFill>
                            <a:srgbClr val="002060"/>
                          </a:solidFill>
                          <a:latin typeface="Cambria Math" panose="02040503050406030204" pitchFamily="18" charset="0"/>
                          <a:ea typeface="Cambria Math" panose="02040503050406030204" pitchFamily="18" charset="0"/>
                        </a:rPr>
                        <m:t>225</m:t>
                      </m:r>
                    </m:oMath>
                  </m:oMathPara>
                </a14:m>
                <a:endParaRPr lang="en-US" sz="2800" b="0" dirty="0">
                  <a:solidFill>
                    <a:srgbClr val="002060"/>
                  </a:solidFill>
                  <a:ea typeface="Cambria Math" panose="02040503050406030204" pitchFamily="18" charset="0"/>
                </a:endParaRPr>
              </a:p>
            </p:txBody>
          </p:sp>
        </mc:Choice>
        <mc:Fallback xmlns="">
          <p:sp>
            <p:nvSpPr>
              <p:cNvPr id="44" name="Rectangle 43"/>
              <p:cNvSpPr>
                <a:spLocks noRot="1" noChangeAspect="1" noMove="1" noResize="1" noEditPoints="1" noAdjustHandles="1" noChangeArrowheads="1" noChangeShapeType="1" noTextEdit="1"/>
              </p:cNvSpPr>
              <p:nvPr/>
            </p:nvSpPr>
            <p:spPr>
              <a:xfrm>
                <a:off x="9188315" y="5480773"/>
                <a:ext cx="862737" cy="523220"/>
              </a:xfrm>
              <a:prstGeom prst="rect">
                <a:avLst/>
              </a:prstGeom>
              <a:blipFill rotWithShape="0">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Rectangle 44"/>
              <p:cNvSpPr/>
              <p:nvPr/>
            </p:nvSpPr>
            <p:spPr>
              <a:xfrm>
                <a:off x="10617203" y="5480082"/>
                <a:ext cx="862737" cy="523220"/>
              </a:xfrm>
              <a:prstGeom prst="rect">
                <a:avLst/>
              </a:prstGeom>
            </p:spPr>
            <p:txBody>
              <a:bodyPr wrap="none">
                <a:spAutoFit/>
              </a:bodyPr>
              <a:lstStyle/>
              <a:p>
                <a:pPr/>
                <a14:m>
                  <m:oMathPara xmlns:m="http://schemas.openxmlformats.org/officeDocument/2006/math">
                    <m:oMathParaPr>
                      <m:jc m:val="center"/>
                    </m:oMathParaPr>
                    <m:oMath xmlns:m="http://schemas.openxmlformats.org/officeDocument/2006/math">
                      <m:r>
                        <a:rPr lang="en-US" sz="2800" b="0" i="1" smtClean="0">
                          <a:solidFill>
                            <a:srgbClr val="002060"/>
                          </a:solidFill>
                          <a:latin typeface="Cambria Math" panose="02040503050406030204" pitchFamily="18" charset="0"/>
                          <a:ea typeface="Cambria Math" panose="02040503050406030204" pitchFamily="18" charset="0"/>
                        </a:rPr>
                        <m:t>979</m:t>
                      </m:r>
                    </m:oMath>
                  </m:oMathPara>
                </a14:m>
                <a:endParaRPr lang="en-US" sz="2800" b="0" dirty="0">
                  <a:solidFill>
                    <a:srgbClr val="002060"/>
                  </a:solidFill>
                  <a:ea typeface="Cambria Math" panose="02040503050406030204" pitchFamily="18" charset="0"/>
                </a:endParaRPr>
              </a:p>
            </p:txBody>
          </p:sp>
        </mc:Choice>
        <mc:Fallback xmlns="">
          <p:sp>
            <p:nvSpPr>
              <p:cNvPr id="45" name="Rectangle 44"/>
              <p:cNvSpPr>
                <a:spLocks noRot="1" noChangeAspect="1" noMove="1" noResize="1" noEditPoints="1" noAdjustHandles="1" noChangeArrowheads="1" noChangeShapeType="1" noTextEdit="1"/>
              </p:cNvSpPr>
              <p:nvPr/>
            </p:nvSpPr>
            <p:spPr>
              <a:xfrm>
                <a:off x="10617203" y="5480082"/>
                <a:ext cx="862737" cy="523220"/>
              </a:xfrm>
              <a:prstGeom prst="rect">
                <a:avLst/>
              </a:prstGeom>
              <a:blipFill rotWithShape="0">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Rectangle 45"/>
              <p:cNvSpPr/>
              <p:nvPr/>
            </p:nvSpPr>
            <p:spPr>
              <a:xfrm>
                <a:off x="6443137" y="4194199"/>
                <a:ext cx="862737" cy="523220"/>
              </a:xfrm>
              <a:prstGeom prst="rect">
                <a:avLst/>
              </a:prstGeom>
            </p:spPr>
            <p:txBody>
              <a:bodyPr wrap="none">
                <a:spAutoFit/>
              </a:bodyPr>
              <a:lstStyle/>
              <a:p>
                <a:pPr/>
                <a14:m>
                  <m:oMathPara xmlns:m="http://schemas.openxmlformats.org/officeDocument/2006/math">
                    <m:oMathParaPr>
                      <m:jc m:val="center"/>
                    </m:oMathParaPr>
                    <m:oMath xmlns:m="http://schemas.openxmlformats.org/officeDocument/2006/math">
                      <m:r>
                        <a:rPr lang="en-US" sz="2800" b="0" i="1" smtClean="0">
                          <a:solidFill>
                            <a:srgbClr val="002060"/>
                          </a:solidFill>
                          <a:latin typeface="Cambria Math" panose="02040503050406030204" pitchFamily="18" charset="0"/>
                          <a:ea typeface="Cambria Math" panose="02040503050406030204" pitchFamily="18" charset="0"/>
                        </a:rPr>
                        <m:t>200</m:t>
                      </m:r>
                    </m:oMath>
                  </m:oMathPara>
                </a14:m>
                <a:endParaRPr lang="en-US" sz="2800" b="0" dirty="0">
                  <a:solidFill>
                    <a:srgbClr val="002060"/>
                  </a:solidFill>
                  <a:ea typeface="Cambria Math" panose="02040503050406030204" pitchFamily="18" charset="0"/>
                </a:endParaRPr>
              </a:p>
            </p:txBody>
          </p:sp>
        </mc:Choice>
        <mc:Fallback xmlns="">
          <p:sp>
            <p:nvSpPr>
              <p:cNvPr id="46" name="Rectangle 45"/>
              <p:cNvSpPr>
                <a:spLocks noRot="1" noChangeAspect="1" noMove="1" noResize="1" noEditPoints="1" noAdjustHandles="1" noChangeArrowheads="1" noChangeShapeType="1" noTextEdit="1"/>
              </p:cNvSpPr>
              <p:nvPr/>
            </p:nvSpPr>
            <p:spPr>
              <a:xfrm>
                <a:off x="6443137" y="4194199"/>
                <a:ext cx="862737" cy="523220"/>
              </a:xfrm>
              <a:prstGeom prst="rect">
                <a:avLst/>
              </a:prstGeom>
              <a:blipFill rotWithShape="0">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Rectangle 46"/>
              <p:cNvSpPr/>
              <p:nvPr/>
            </p:nvSpPr>
            <p:spPr>
              <a:xfrm>
                <a:off x="6451400" y="4837848"/>
                <a:ext cx="862737" cy="523220"/>
              </a:xfrm>
              <a:prstGeom prst="rect">
                <a:avLst/>
              </a:prstGeom>
            </p:spPr>
            <p:txBody>
              <a:bodyPr wrap="none">
                <a:spAutoFit/>
              </a:bodyPr>
              <a:lstStyle/>
              <a:p>
                <a:pPr/>
                <a14:m>
                  <m:oMathPara xmlns:m="http://schemas.openxmlformats.org/officeDocument/2006/math">
                    <m:oMathParaPr>
                      <m:jc m:val="center"/>
                    </m:oMathParaPr>
                    <m:oMath xmlns:m="http://schemas.openxmlformats.org/officeDocument/2006/math">
                      <m:r>
                        <a:rPr lang="en-US" sz="2800" b="0" i="1" smtClean="0">
                          <a:solidFill>
                            <a:srgbClr val="002060"/>
                          </a:solidFill>
                          <a:latin typeface="Cambria Math" panose="02040503050406030204" pitchFamily="18" charset="0"/>
                          <a:ea typeface="Cambria Math" panose="02040503050406030204" pitchFamily="18" charset="0"/>
                        </a:rPr>
                        <m:t>832</m:t>
                      </m:r>
                    </m:oMath>
                  </m:oMathPara>
                </a14:m>
                <a:endParaRPr lang="en-US" sz="2800" b="0" dirty="0">
                  <a:solidFill>
                    <a:srgbClr val="002060"/>
                  </a:solidFill>
                  <a:ea typeface="Cambria Math" panose="02040503050406030204" pitchFamily="18" charset="0"/>
                </a:endParaRPr>
              </a:p>
            </p:txBody>
          </p:sp>
        </mc:Choice>
        <mc:Fallback xmlns="">
          <p:sp>
            <p:nvSpPr>
              <p:cNvPr id="47" name="Rectangle 46"/>
              <p:cNvSpPr>
                <a:spLocks noRot="1" noChangeAspect="1" noMove="1" noResize="1" noEditPoints="1" noAdjustHandles="1" noChangeArrowheads="1" noChangeShapeType="1" noTextEdit="1"/>
              </p:cNvSpPr>
              <p:nvPr/>
            </p:nvSpPr>
            <p:spPr>
              <a:xfrm>
                <a:off x="6451400" y="4837848"/>
                <a:ext cx="862737" cy="523220"/>
              </a:xfrm>
              <a:prstGeom prst="rect">
                <a:avLst/>
              </a:prstGeom>
              <a:blipFill rotWithShape="0">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Rectangle 47"/>
              <p:cNvSpPr/>
              <p:nvPr/>
            </p:nvSpPr>
            <p:spPr>
              <a:xfrm>
                <a:off x="6242654" y="5473106"/>
                <a:ext cx="1061509" cy="523220"/>
              </a:xfrm>
              <a:prstGeom prst="rect">
                <a:avLst/>
              </a:prstGeom>
            </p:spPr>
            <p:txBody>
              <a:bodyPr wrap="none">
                <a:spAutoFit/>
              </a:bodyPr>
              <a:lstStyle/>
              <a:p>
                <a:pPr/>
                <a14:m>
                  <m:oMathPara xmlns:m="http://schemas.openxmlformats.org/officeDocument/2006/math">
                    <m:oMathParaPr>
                      <m:jc m:val="center"/>
                    </m:oMathParaPr>
                    <m:oMath xmlns:m="http://schemas.openxmlformats.org/officeDocument/2006/math">
                      <m:r>
                        <a:rPr lang="en-US" sz="2800" b="0" i="1" smtClean="0">
                          <a:solidFill>
                            <a:srgbClr val="002060"/>
                          </a:solidFill>
                          <a:latin typeface="Cambria Math" panose="02040503050406030204" pitchFamily="18" charset="0"/>
                          <a:ea typeface="Cambria Math" panose="02040503050406030204" pitchFamily="18" charset="0"/>
                        </a:rPr>
                        <m:t>3672</m:t>
                      </m:r>
                    </m:oMath>
                  </m:oMathPara>
                </a14:m>
                <a:endParaRPr lang="en-US" sz="2800" b="0" dirty="0">
                  <a:solidFill>
                    <a:srgbClr val="002060"/>
                  </a:solidFill>
                  <a:ea typeface="Cambria Math" panose="02040503050406030204" pitchFamily="18" charset="0"/>
                </a:endParaRPr>
              </a:p>
            </p:txBody>
          </p:sp>
        </mc:Choice>
        <mc:Fallback xmlns="">
          <p:sp>
            <p:nvSpPr>
              <p:cNvPr id="48" name="Rectangle 47"/>
              <p:cNvSpPr>
                <a:spLocks noRot="1" noChangeAspect="1" noMove="1" noResize="1" noEditPoints="1" noAdjustHandles="1" noChangeArrowheads="1" noChangeShapeType="1" noTextEdit="1"/>
              </p:cNvSpPr>
              <p:nvPr/>
            </p:nvSpPr>
            <p:spPr>
              <a:xfrm>
                <a:off x="6242654" y="5473106"/>
                <a:ext cx="1061509" cy="523220"/>
              </a:xfrm>
              <a:prstGeom prst="rect">
                <a:avLst/>
              </a:prstGeom>
              <a:blipFill rotWithShape="0">
                <a:blip r:embed="rId2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421262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2">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4">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3">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7">
                                            <p:txEl>
                                              <p:pRg st="0" end="0"/>
                                            </p:txEl>
                                          </p:spTgt>
                                        </p:tgtEl>
                                        <p:attrNameLst>
                                          <p:attrName>style.visibility</p:attrName>
                                        </p:attrNameLst>
                                      </p:cBhvr>
                                      <p:to>
                                        <p:strVal val="visible"/>
                                      </p:to>
                                    </p:set>
                                  </p:childTnLst>
                                </p:cTn>
                              </p:par>
                            </p:childTnLst>
                          </p:cTn>
                        </p:par>
                        <p:par>
                          <p:cTn id="35" fill="hold">
                            <p:stCondLst>
                              <p:cond delay="0"/>
                            </p:stCondLst>
                            <p:childTnLst>
                              <p:par>
                                <p:cTn id="36" presetID="1" presetClass="entr" presetSubtype="0" fill="hold" nodeType="afterEffect">
                                  <p:stCondLst>
                                    <p:cond delay="0"/>
                                  </p:stCondLst>
                                  <p:childTnLst>
                                    <p:set>
                                      <p:cBhvr>
                                        <p:cTn id="37" dur="1" fill="hold">
                                          <p:stCondLst>
                                            <p:cond delay="0"/>
                                          </p:stCondLst>
                                        </p:cTn>
                                        <p:tgtEl>
                                          <p:spTgt spid="17">
                                            <p:txEl>
                                              <p:pRg st="1" end="1"/>
                                            </p:txEl>
                                          </p:spTgt>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18">
                                            <p:txEl>
                                              <p:pRg st="0" end="0"/>
                                            </p:txEl>
                                          </p:spTgt>
                                        </p:tgtEl>
                                        <p:attrNameLst>
                                          <p:attrName>style.visibility</p:attrName>
                                        </p:attrNameLst>
                                      </p:cBhvr>
                                      <p:to>
                                        <p:strVal val="visible"/>
                                      </p:to>
                                    </p:set>
                                  </p:childTnLst>
                                </p:cTn>
                              </p:par>
                            </p:childTnLst>
                          </p:cTn>
                        </p:par>
                        <p:par>
                          <p:cTn id="42" fill="hold">
                            <p:stCondLst>
                              <p:cond delay="0"/>
                            </p:stCondLst>
                            <p:childTnLst>
                              <p:par>
                                <p:cTn id="43" presetID="1" presetClass="entr" presetSubtype="0" fill="hold" nodeType="afterEffect">
                                  <p:stCondLst>
                                    <p:cond delay="0"/>
                                  </p:stCondLst>
                                  <p:childTnLst>
                                    <p:set>
                                      <p:cBhvr>
                                        <p:cTn id="44" dur="1" fill="hold">
                                          <p:stCondLst>
                                            <p:cond delay="0"/>
                                          </p:stCondLst>
                                        </p:cTn>
                                        <p:tgtEl>
                                          <p:spTgt spid="18">
                                            <p:txEl>
                                              <p:pRg st="1" end="1"/>
                                            </p:txEl>
                                          </p:spTgt>
                                        </p:tgtEl>
                                        <p:attrNameLst>
                                          <p:attrName>style.visibility</p:attrName>
                                        </p:attrNameLst>
                                      </p:cBhvr>
                                      <p:to>
                                        <p:strVal val="visible"/>
                                      </p:to>
                                    </p:set>
                                  </p:childTnLst>
                                </p:cTn>
                              </p:par>
                            </p:childTnLst>
                          </p:cTn>
                        </p:par>
                        <p:par>
                          <p:cTn id="45" fill="hold">
                            <p:stCondLst>
                              <p:cond delay="0"/>
                            </p:stCondLst>
                            <p:childTnLst>
                              <p:par>
                                <p:cTn id="46" presetID="1" presetClass="entr" presetSubtype="0" fill="hold" nodeType="afterEffect">
                                  <p:stCondLst>
                                    <p:cond delay="0"/>
                                  </p:stCondLst>
                                  <p:childTnLst>
                                    <p:set>
                                      <p:cBhvr>
                                        <p:cTn id="47" dur="1" fill="hold">
                                          <p:stCondLst>
                                            <p:cond delay="0"/>
                                          </p:stCondLst>
                                        </p:cTn>
                                        <p:tgtEl>
                                          <p:spTgt spid="18">
                                            <p:txEl>
                                              <p:pRg st="2" end="2"/>
                                            </p:txEl>
                                          </p:spTgt>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36"/>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37"/>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38"/>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39"/>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40"/>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41"/>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42"/>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43"/>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44"/>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45"/>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46"/>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47"/>
                                        </p:tgtEl>
                                        <p:attrNameLst>
                                          <p:attrName>style.visibility</p:attrName>
                                        </p:attrNameLst>
                                      </p:cBhvr>
                                      <p:to>
                                        <p:strVal val="visible"/>
                                      </p:to>
                                    </p:set>
                                  </p:childTnLst>
                                </p:cTn>
                              </p:par>
                              <p:par>
                                <p:cTn id="74" presetID="1" presetClass="entr" presetSubtype="0" fill="hold" grpId="0" nodeType="withEffect">
                                  <p:stCondLst>
                                    <p:cond delay="0"/>
                                  </p:stCondLst>
                                  <p:childTnLst>
                                    <p:set>
                                      <p:cBhvr>
                                        <p:cTn id="75"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7" grpId="0"/>
      <p:bldP spid="38" grpId="0"/>
      <p:bldP spid="39" grpId="0"/>
      <p:bldP spid="40" grpId="0"/>
      <p:bldP spid="41" grpId="0"/>
      <p:bldP spid="42" grpId="0"/>
      <p:bldP spid="43" grpId="0"/>
      <p:bldP spid="44" grpId="0"/>
      <p:bldP spid="45" grpId="0"/>
      <p:bldP spid="46" grpId="0"/>
      <p:bldP spid="47" grpId="0"/>
      <p:bldP spid="48" grpId="0"/>
    </p:bld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4.2 ⇝ Example 1(</a:t>
            </a:r>
            <a:r>
              <a:rPr lang="en-GB" dirty="0">
                <a:solidFill>
                  <a:srgbClr val="FF0000"/>
                </a:solidFill>
              </a:rPr>
              <a:t>Continue</a:t>
            </a:r>
            <a:r>
              <a:rPr lang="en-GB" dirty="0"/>
              <a:t>)</a:t>
            </a:r>
            <a:endParaRPr lang="en-US" dirty="0"/>
          </a:p>
        </p:txBody>
      </p:sp>
      <p:sp>
        <p:nvSpPr>
          <p:cNvPr id="4" name="Rectangle 3"/>
          <p:cNvSpPr/>
          <p:nvPr/>
        </p:nvSpPr>
        <p:spPr>
          <a:xfrm>
            <a:off x="134269" y="3024700"/>
            <a:ext cx="4969630" cy="523220"/>
          </a:xfrm>
          <a:prstGeom prst="rect">
            <a:avLst/>
          </a:prstGeom>
        </p:spPr>
        <p:txBody>
          <a:bodyPr wrap="none">
            <a:spAutoFit/>
          </a:bodyPr>
          <a:lstStyle/>
          <a:p>
            <a:r>
              <a:rPr lang="en-US" sz="2800" dirty="0">
                <a:solidFill>
                  <a:srgbClr val="002060"/>
                </a:solidFill>
              </a:rPr>
              <a:t>Solving above equations, We have</a:t>
            </a:r>
          </a:p>
        </p:txBody>
      </p:sp>
      <mc:AlternateContent xmlns:mc="http://schemas.openxmlformats.org/markup-compatibility/2006" xmlns:a14="http://schemas.microsoft.com/office/drawing/2010/main">
        <mc:Choice Requires="a14">
          <p:sp>
            <p:nvSpPr>
              <p:cNvPr id="21" name="Rectangle 20"/>
              <p:cNvSpPr/>
              <p:nvPr/>
            </p:nvSpPr>
            <p:spPr>
              <a:xfrm>
                <a:off x="134269" y="4809880"/>
                <a:ext cx="9561464" cy="523220"/>
              </a:xfrm>
              <a:prstGeom prst="rect">
                <a:avLst/>
              </a:prstGeom>
            </p:spPr>
            <p:txBody>
              <a:bodyPr wrap="none">
                <a:spAutoFit/>
              </a:bodyPr>
              <a:lstStyle/>
              <a:p>
                <a:pPr marL="288925" indent="-288925"/>
                <a14:m>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oMath>
                </a14:m>
                <a:r>
                  <a:rPr lang="en-US" sz="2800" dirty="0">
                    <a:solidFill>
                      <a:srgbClr val="002060"/>
                    </a:solidFill>
                  </a:rPr>
                  <a:t> The best fitting parabola to the given data is </a:t>
                </a:r>
                <a14:m>
                  <m:oMath xmlns:m="http://schemas.openxmlformats.org/officeDocument/2006/math">
                    <m:r>
                      <m:rPr>
                        <m:sty m:val="p"/>
                      </m:rPr>
                      <a:rPr lang="en-US" sz="280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m:t>
                    </m:r>
                    <m:r>
                      <m:rPr>
                        <m:sty m:val="p"/>
                      </m:rPr>
                      <a:rPr lang="en-US" sz="2800" b="0" i="0" smtClean="0">
                        <a:solidFill>
                          <a:srgbClr val="002060"/>
                        </a:solidFill>
                        <a:latin typeface="Cambria Math" panose="02040503050406030204" pitchFamily="18" charset="0"/>
                      </a:rPr>
                      <m:t>a</m:t>
                    </m:r>
                    <m:r>
                      <a:rPr lang="en-US" sz="2800" b="0" i="0" smtClean="0">
                        <a:solidFill>
                          <a:srgbClr val="002060"/>
                        </a:solidFill>
                        <a:latin typeface="Cambria Math" panose="02040503050406030204" pitchFamily="18" charset="0"/>
                      </a:rPr>
                      <m:t>+</m:t>
                    </m:r>
                    <m:r>
                      <m:rPr>
                        <m:sty m:val="p"/>
                      </m:rPr>
                      <a:rPr lang="en-US" sz="2800" b="0" i="0" smtClean="0">
                        <a:solidFill>
                          <a:srgbClr val="002060"/>
                        </a:solidFill>
                        <a:latin typeface="Cambria Math" panose="02040503050406030204" pitchFamily="18" charset="0"/>
                      </a:rPr>
                      <m:t>bx</m:t>
                    </m:r>
                    <m:r>
                      <a:rPr lang="en-US" sz="2800" b="0" i="0" smtClean="0">
                        <a:solidFill>
                          <a:srgbClr val="002060"/>
                        </a:solidFill>
                        <a:latin typeface="Cambria Math" panose="02040503050406030204" pitchFamily="18" charset="0"/>
                      </a:rPr>
                      <m:t>+</m:t>
                    </m:r>
                    <m:sSup>
                      <m:sSupPr>
                        <m:ctrlPr>
                          <a:rPr lang="en-US" sz="2800" b="0" i="1" smtClean="0">
                            <a:solidFill>
                              <a:srgbClr val="002060"/>
                            </a:solidFill>
                            <a:latin typeface="Cambria Math" panose="02040503050406030204" pitchFamily="18" charset="0"/>
                          </a:rPr>
                        </m:ctrlPr>
                      </m:sSupPr>
                      <m:e>
                        <m:r>
                          <m:rPr>
                            <m:sty m:val="p"/>
                          </m:rPr>
                          <a:rPr lang="en-US" sz="2800" b="0" i="0" smtClean="0">
                            <a:solidFill>
                              <a:srgbClr val="002060"/>
                            </a:solidFill>
                            <a:latin typeface="Cambria Math" panose="02040503050406030204" pitchFamily="18" charset="0"/>
                          </a:rPr>
                          <m:t>cx</m:t>
                        </m:r>
                      </m:e>
                      <m:sup>
                        <m:r>
                          <a:rPr lang="en-US" sz="2800" b="0" i="0" smtClean="0">
                            <a:solidFill>
                              <a:srgbClr val="002060"/>
                            </a:solidFill>
                            <a:latin typeface="Cambria Math" panose="02040503050406030204" pitchFamily="18" charset="0"/>
                          </a:rPr>
                          <m:t>2</m:t>
                        </m:r>
                      </m:sup>
                    </m:sSup>
                  </m:oMath>
                </a14:m>
                <a:endParaRPr lang="en-US" sz="2800" dirty="0">
                  <a:solidFill>
                    <a:srgbClr val="002060"/>
                  </a:solidFill>
                </a:endParaRPr>
              </a:p>
            </p:txBody>
          </p:sp>
        </mc:Choice>
        <mc:Fallback xmlns="">
          <p:sp>
            <p:nvSpPr>
              <p:cNvPr id="21" name="Rectangle 20"/>
              <p:cNvSpPr>
                <a:spLocks noRot="1" noChangeAspect="1" noMove="1" noResize="1" noEditPoints="1" noAdjustHandles="1" noChangeArrowheads="1" noChangeShapeType="1" noTextEdit="1"/>
              </p:cNvSpPr>
              <p:nvPr/>
            </p:nvSpPr>
            <p:spPr>
              <a:xfrm>
                <a:off x="134269" y="4809880"/>
                <a:ext cx="9561464" cy="523220"/>
              </a:xfrm>
              <a:prstGeom prst="rect">
                <a:avLst/>
              </a:prstGeom>
              <a:blipFill rotWithShape="0">
                <a:blip r:embed="rId2"/>
                <a:stretch>
                  <a:fillRect t="-10465" b="-325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Rectangle 21"/>
              <p:cNvSpPr/>
              <p:nvPr/>
            </p:nvSpPr>
            <p:spPr>
              <a:xfrm>
                <a:off x="134269" y="3921476"/>
                <a:ext cx="2174763"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2800" b="0" i="0" smtClean="0">
                          <a:solidFill>
                            <a:srgbClr val="002060"/>
                          </a:solidFill>
                          <a:latin typeface="Cambria Math" panose="02040503050406030204" pitchFamily="18" charset="0"/>
                        </a:rPr>
                        <m:t>a</m:t>
                      </m:r>
                      <m:r>
                        <a:rPr lang="en-US" sz="2800" b="0" i="0" smtClean="0">
                          <a:solidFill>
                            <a:srgbClr val="002060"/>
                          </a:solidFill>
                          <a:latin typeface="Cambria Math" panose="02040503050406030204" pitchFamily="18" charset="0"/>
                        </a:rPr>
                        <m:t>=10.4000</m:t>
                      </m:r>
                    </m:oMath>
                  </m:oMathPara>
                </a14:m>
                <a:endParaRPr lang="en-US" sz="2800" dirty="0"/>
              </a:p>
            </p:txBody>
          </p:sp>
        </mc:Choice>
        <mc:Fallback xmlns="">
          <p:sp>
            <p:nvSpPr>
              <p:cNvPr id="22" name="Rectangle 21"/>
              <p:cNvSpPr>
                <a:spLocks noRot="1" noChangeAspect="1" noMove="1" noResize="1" noEditPoints="1" noAdjustHandles="1" noChangeArrowheads="1" noChangeShapeType="1" noTextEdit="1"/>
              </p:cNvSpPr>
              <p:nvPr/>
            </p:nvSpPr>
            <p:spPr>
              <a:xfrm>
                <a:off x="134269" y="3921476"/>
                <a:ext cx="2174763" cy="52322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p:cNvSpPr/>
              <p:nvPr/>
            </p:nvSpPr>
            <p:spPr>
              <a:xfrm>
                <a:off x="3079708" y="3914433"/>
                <a:ext cx="2464906"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2800" smtClean="0">
                          <a:solidFill>
                            <a:srgbClr val="002060"/>
                          </a:solidFill>
                          <a:latin typeface="Cambria Math" panose="02040503050406030204" pitchFamily="18" charset="0"/>
                        </a:rPr>
                        <m:t>b</m:t>
                      </m:r>
                      <m:r>
                        <a:rPr lang="en-US" sz="2800" b="0" i="0" smtClean="0">
                          <a:solidFill>
                            <a:srgbClr val="002060"/>
                          </a:solidFill>
                          <a:latin typeface="Cambria Math" panose="02040503050406030204" pitchFamily="18" charset="0"/>
                        </a:rPr>
                        <m:t>=−11.0857</m:t>
                      </m:r>
                    </m:oMath>
                  </m:oMathPara>
                </a14:m>
                <a:endParaRPr lang="en-US" sz="2800" dirty="0"/>
              </a:p>
            </p:txBody>
          </p:sp>
        </mc:Choice>
        <mc:Fallback xmlns="">
          <p:sp>
            <p:nvSpPr>
              <p:cNvPr id="23" name="Rectangle 22"/>
              <p:cNvSpPr>
                <a:spLocks noRot="1" noChangeAspect="1" noMove="1" noResize="1" noEditPoints="1" noAdjustHandles="1" noChangeArrowheads="1" noChangeShapeType="1" noTextEdit="1"/>
              </p:cNvSpPr>
              <p:nvPr/>
            </p:nvSpPr>
            <p:spPr>
              <a:xfrm>
                <a:off x="3079708" y="3914433"/>
                <a:ext cx="2464906"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Rectangle 25"/>
              <p:cNvSpPr/>
              <p:nvPr/>
            </p:nvSpPr>
            <p:spPr>
              <a:xfrm>
                <a:off x="134269" y="5706656"/>
                <a:ext cx="6615529" cy="532966"/>
              </a:xfrm>
              <a:prstGeom prst="rect">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wrap="none">
                <a:spAutoFit/>
              </a:bodyPr>
              <a:lstStyle/>
              <a:p>
                <a:pPr marL="288925" indent="-288925"/>
                <a14:m>
                  <m:oMathPara xmlns:m="http://schemas.openxmlformats.org/officeDocument/2006/math">
                    <m:oMathParaPr>
                      <m:jc m:val="left"/>
                    </m:oMathParaPr>
                    <m:oMath xmlns:m="http://schemas.openxmlformats.org/officeDocument/2006/math">
                      <m:r>
                        <a:rPr lang="en-US" sz="2800" b="1" i="1" smtClean="0">
                          <a:solidFill>
                            <a:srgbClr val="7030A0"/>
                          </a:solidFill>
                          <a:latin typeface="Cambria Math" panose="02040503050406030204" pitchFamily="18" charset="0"/>
                          <a:ea typeface="Cambria Math" panose="02040503050406030204" pitchFamily="18" charset="0"/>
                        </a:rPr>
                        <m:t>⇒</m:t>
                      </m:r>
                      <m:r>
                        <a:rPr lang="en-US" sz="2800" b="1" i="1">
                          <a:solidFill>
                            <a:srgbClr val="7030A0"/>
                          </a:solidFill>
                          <a:latin typeface="Cambria Math" panose="02040503050406030204" pitchFamily="18" charset="0"/>
                        </a:rPr>
                        <m:t>𝐲</m:t>
                      </m:r>
                      <m:r>
                        <a:rPr lang="en-US" sz="2800" b="1">
                          <a:solidFill>
                            <a:srgbClr val="7030A0"/>
                          </a:solidFill>
                          <a:latin typeface="Cambria Math" panose="02040503050406030204" pitchFamily="18" charset="0"/>
                        </a:rPr>
                        <m:t>=</m:t>
                      </m:r>
                      <m:r>
                        <a:rPr lang="en-US" sz="2800" b="1" i="1" smtClean="0">
                          <a:solidFill>
                            <a:srgbClr val="7030A0"/>
                          </a:solidFill>
                          <a:latin typeface="Cambria Math" panose="02040503050406030204" pitchFamily="18" charset="0"/>
                        </a:rPr>
                        <m:t>𝟏𝟎</m:t>
                      </m:r>
                      <m:r>
                        <a:rPr lang="en-US" sz="2800" b="1" i="1" smtClean="0">
                          <a:solidFill>
                            <a:srgbClr val="7030A0"/>
                          </a:solidFill>
                          <a:latin typeface="Cambria Math" panose="02040503050406030204" pitchFamily="18" charset="0"/>
                        </a:rPr>
                        <m:t>.</m:t>
                      </m:r>
                      <m:r>
                        <a:rPr lang="en-US" sz="2800" b="1" i="1" smtClean="0">
                          <a:solidFill>
                            <a:srgbClr val="7030A0"/>
                          </a:solidFill>
                          <a:latin typeface="Cambria Math" panose="02040503050406030204" pitchFamily="18" charset="0"/>
                        </a:rPr>
                        <m:t>𝟒</m:t>
                      </m:r>
                      <m:r>
                        <a:rPr lang="en-US" sz="2800" b="1" i="0" smtClean="0">
                          <a:solidFill>
                            <a:srgbClr val="7030A0"/>
                          </a:solidFill>
                          <a:latin typeface="Cambria Math" panose="02040503050406030204" pitchFamily="18" charset="0"/>
                        </a:rPr>
                        <m:t>−</m:t>
                      </m:r>
                      <m:r>
                        <a:rPr lang="en-US" sz="2800" b="1" i="0" smtClean="0">
                          <a:solidFill>
                            <a:srgbClr val="7030A0"/>
                          </a:solidFill>
                          <a:latin typeface="Cambria Math" panose="02040503050406030204" pitchFamily="18" charset="0"/>
                        </a:rPr>
                        <m:t>𝟏𝟏</m:t>
                      </m:r>
                      <m:r>
                        <a:rPr lang="en-US" sz="2800" b="1" i="0" smtClean="0">
                          <a:solidFill>
                            <a:srgbClr val="7030A0"/>
                          </a:solidFill>
                          <a:latin typeface="Cambria Math" panose="02040503050406030204" pitchFamily="18" charset="0"/>
                        </a:rPr>
                        <m:t>.</m:t>
                      </m:r>
                      <m:r>
                        <a:rPr lang="en-US" sz="2800" b="1" i="0" smtClean="0">
                          <a:solidFill>
                            <a:srgbClr val="7030A0"/>
                          </a:solidFill>
                          <a:latin typeface="Cambria Math" panose="02040503050406030204" pitchFamily="18" charset="0"/>
                        </a:rPr>
                        <m:t>𝟎𝟖𝟓𝟕</m:t>
                      </m:r>
                      <m:r>
                        <a:rPr lang="en-US" sz="2800" b="1" i="0" smtClean="0">
                          <a:solidFill>
                            <a:srgbClr val="7030A0"/>
                          </a:solidFill>
                          <a:latin typeface="Cambria Math" panose="02040503050406030204" pitchFamily="18" charset="0"/>
                        </a:rPr>
                        <m:t> </m:t>
                      </m:r>
                      <m:r>
                        <a:rPr lang="en-US" sz="2800" b="1" i="0" smtClean="0">
                          <a:solidFill>
                            <a:srgbClr val="7030A0"/>
                          </a:solidFill>
                          <a:latin typeface="Cambria Math" panose="02040503050406030204" pitchFamily="18" charset="0"/>
                        </a:rPr>
                        <m:t>𝐱</m:t>
                      </m:r>
                      <m:r>
                        <a:rPr lang="en-US" sz="2800" b="1" i="0" smtClean="0">
                          <a:solidFill>
                            <a:srgbClr val="7030A0"/>
                          </a:solidFill>
                          <a:latin typeface="Cambria Math" panose="02040503050406030204" pitchFamily="18" charset="0"/>
                        </a:rPr>
                        <m:t>+</m:t>
                      </m:r>
                      <m:r>
                        <a:rPr lang="en-US" sz="2800" b="1" i="0" smtClean="0">
                          <a:solidFill>
                            <a:srgbClr val="7030A0"/>
                          </a:solidFill>
                          <a:latin typeface="Cambria Math" panose="02040503050406030204" pitchFamily="18" charset="0"/>
                        </a:rPr>
                        <m:t>𝟓</m:t>
                      </m:r>
                      <m:r>
                        <a:rPr lang="en-US" sz="2800" b="1" i="0" smtClean="0">
                          <a:solidFill>
                            <a:srgbClr val="7030A0"/>
                          </a:solidFill>
                          <a:latin typeface="Cambria Math" panose="02040503050406030204" pitchFamily="18" charset="0"/>
                        </a:rPr>
                        <m:t>.</m:t>
                      </m:r>
                      <m:r>
                        <a:rPr lang="en-US" sz="2800" b="1" i="0" smtClean="0">
                          <a:solidFill>
                            <a:srgbClr val="7030A0"/>
                          </a:solidFill>
                          <a:latin typeface="Cambria Math" panose="02040503050406030204" pitchFamily="18" charset="0"/>
                        </a:rPr>
                        <m:t>𝟕𝟏𝟒𝟑</m:t>
                      </m:r>
                      <m:r>
                        <a:rPr lang="en-US" sz="2800" b="1" i="0" smtClean="0">
                          <a:solidFill>
                            <a:srgbClr val="7030A0"/>
                          </a:solidFill>
                          <a:latin typeface="Cambria Math" panose="02040503050406030204" pitchFamily="18" charset="0"/>
                        </a:rPr>
                        <m:t> </m:t>
                      </m:r>
                      <m:sSup>
                        <m:sSupPr>
                          <m:ctrlPr>
                            <a:rPr lang="en-US" sz="2800" b="1" i="1" smtClean="0">
                              <a:solidFill>
                                <a:srgbClr val="7030A0"/>
                              </a:solidFill>
                              <a:latin typeface="Cambria Math" panose="02040503050406030204" pitchFamily="18" charset="0"/>
                            </a:rPr>
                          </m:ctrlPr>
                        </m:sSupPr>
                        <m:e>
                          <m:r>
                            <a:rPr lang="en-US" sz="2800" b="1" i="0" smtClean="0">
                              <a:solidFill>
                                <a:srgbClr val="7030A0"/>
                              </a:solidFill>
                              <a:latin typeface="Cambria Math" panose="02040503050406030204" pitchFamily="18" charset="0"/>
                            </a:rPr>
                            <m:t>𝐱</m:t>
                          </m:r>
                        </m:e>
                        <m:sup>
                          <m:r>
                            <a:rPr lang="en-US" sz="2800" b="1" i="0" smtClean="0">
                              <a:solidFill>
                                <a:srgbClr val="7030A0"/>
                              </a:solidFill>
                              <a:latin typeface="Cambria Math" panose="02040503050406030204" pitchFamily="18" charset="0"/>
                            </a:rPr>
                            <m:t>𝟐</m:t>
                          </m:r>
                        </m:sup>
                      </m:sSup>
                    </m:oMath>
                  </m:oMathPara>
                </a14:m>
                <a:endParaRPr lang="en-US" sz="2800" b="1" dirty="0">
                  <a:solidFill>
                    <a:srgbClr val="7030A0"/>
                  </a:solidFill>
                </a:endParaRPr>
              </a:p>
            </p:txBody>
          </p:sp>
        </mc:Choice>
        <mc:Fallback xmlns="">
          <p:sp>
            <p:nvSpPr>
              <p:cNvPr id="26" name="Rectangle 25"/>
              <p:cNvSpPr>
                <a:spLocks noRot="1" noChangeAspect="1" noMove="1" noResize="1" noEditPoints="1" noAdjustHandles="1" noChangeArrowheads="1" noChangeShapeType="1" noTextEdit="1"/>
              </p:cNvSpPr>
              <p:nvPr/>
            </p:nvSpPr>
            <p:spPr>
              <a:xfrm>
                <a:off x="134269" y="5706656"/>
                <a:ext cx="6615529" cy="532966"/>
              </a:xfrm>
              <a:prstGeom prst="rect">
                <a:avLst/>
              </a:prstGeom>
              <a:blipFill rotWithShape="0">
                <a:blip r:embed="rId5"/>
                <a:stretch>
                  <a:fillRect/>
                </a:stretch>
              </a:blipFill>
              <a:ln>
                <a:solidFill>
                  <a:srgbClr val="FF00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Rectangle 31"/>
              <p:cNvSpPr/>
              <p:nvPr/>
            </p:nvSpPr>
            <p:spPr>
              <a:xfrm>
                <a:off x="6315290" y="3891573"/>
                <a:ext cx="1959960"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2800" b="0" i="0" smtClean="0">
                          <a:solidFill>
                            <a:srgbClr val="002060"/>
                          </a:solidFill>
                          <a:latin typeface="Cambria Math" panose="02040503050406030204" pitchFamily="18" charset="0"/>
                        </a:rPr>
                        <m:t>c</m:t>
                      </m:r>
                      <m:r>
                        <a:rPr lang="en-US" sz="2800" b="0" i="0" smtClean="0">
                          <a:solidFill>
                            <a:srgbClr val="002060"/>
                          </a:solidFill>
                          <a:latin typeface="Cambria Math" panose="02040503050406030204" pitchFamily="18" charset="0"/>
                        </a:rPr>
                        <m:t>=5.7143</m:t>
                      </m:r>
                    </m:oMath>
                  </m:oMathPara>
                </a14:m>
                <a:endParaRPr lang="en-US" sz="2800" dirty="0"/>
              </a:p>
            </p:txBody>
          </p:sp>
        </mc:Choice>
        <mc:Fallback xmlns="">
          <p:sp>
            <p:nvSpPr>
              <p:cNvPr id="32" name="Rectangle 31"/>
              <p:cNvSpPr>
                <a:spLocks noRot="1" noChangeAspect="1" noMove="1" noResize="1" noEditPoints="1" noAdjustHandles="1" noChangeArrowheads="1" noChangeShapeType="1" noTextEdit="1"/>
              </p:cNvSpPr>
              <p:nvPr/>
            </p:nvSpPr>
            <p:spPr>
              <a:xfrm>
                <a:off x="6315290" y="3891573"/>
                <a:ext cx="1959960"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Rectangle 32"/>
              <p:cNvSpPr/>
              <p:nvPr/>
            </p:nvSpPr>
            <p:spPr>
              <a:xfrm>
                <a:off x="134269" y="852288"/>
                <a:ext cx="5789277" cy="2031325"/>
              </a:xfrm>
              <a:prstGeom prst="rect">
                <a:avLst/>
              </a:prstGeom>
            </p:spPr>
            <p:txBody>
              <a:bodyPr wrap="none">
                <a:spAutoFit/>
              </a:bodyPr>
              <a:lstStyle/>
              <a:p>
                <a:pPr>
                  <a:lnSpc>
                    <a:spcPct val="150000"/>
                  </a:lnSpc>
                </a:pPr>
                <a14:m>
                  <m:oMathPara xmlns:m="http://schemas.openxmlformats.org/officeDocument/2006/math">
                    <m:oMathParaPr>
                      <m:jc m:val="left"/>
                    </m:oMathParaPr>
                    <m:oMath xmlns:m="http://schemas.openxmlformats.org/officeDocument/2006/math">
                      <m:r>
                        <a:rPr lang="en-US" sz="2800" b="0" i="1" smtClean="0">
                          <a:solidFill>
                            <a:srgbClr val="002060"/>
                          </a:solidFill>
                          <a:latin typeface="Cambria Math" panose="02040503050406030204" pitchFamily="18" charset="0"/>
                          <a:ea typeface="Cambria Math" panose="02040503050406030204" pitchFamily="18" charset="0"/>
                        </a:rPr>
                        <m:t>∴</m:t>
                      </m:r>
                      <m:r>
                        <a:rPr lang="en-US" sz="2800" b="0" i="1" smtClean="0">
                          <a:solidFill>
                            <a:schemeClr val="bg1"/>
                          </a:solidFill>
                          <a:latin typeface="Cambria Math" panose="02040503050406030204" pitchFamily="18" charset="0"/>
                        </a:rPr>
                        <m:t>0</m:t>
                      </m:r>
                      <m:r>
                        <a:rPr lang="en-US" sz="2800" i="1" smtClean="0">
                          <a:solidFill>
                            <a:srgbClr val="002060"/>
                          </a:solidFill>
                          <a:latin typeface="Cambria Math" panose="02040503050406030204" pitchFamily="18" charset="0"/>
                        </a:rPr>
                        <m:t>2</m:t>
                      </m:r>
                      <m:r>
                        <a:rPr lang="en-US" sz="2800" b="0" i="1" smtClean="0">
                          <a:solidFill>
                            <a:srgbClr val="002060"/>
                          </a:solidFill>
                          <a:latin typeface="Cambria Math" panose="02040503050406030204" pitchFamily="18" charset="0"/>
                        </a:rPr>
                        <m:t>00</m:t>
                      </m:r>
                      <m:r>
                        <a:rPr lang="en-US" sz="2800" b="0">
                          <a:solidFill>
                            <a:srgbClr val="002060"/>
                          </a:solidFill>
                          <a:latin typeface="Cambria Math" panose="02040503050406030204" pitchFamily="18" charset="0"/>
                        </a:rPr>
                        <m:t>=</m:t>
                      </m:r>
                      <m:r>
                        <m:rPr>
                          <m:sty m:val="p"/>
                        </m:rPr>
                        <a:rPr lang="en-US" sz="2800" b="0" i="0" smtClean="0">
                          <a:solidFill>
                            <a:srgbClr val="FF0000"/>
                          </a:solidFill>
                          <a:latin typeface="Cambria Math" panose="02040503050406030204" pitchFamily="18" charset="0"/>
                        </a:rPr>
                        <m:t>a</m:t>
                      </m:r>
                      <m:r>
                        <a:rPr lang="en-US" sz="2800" b="0" i="1" smtClean="0">
                          <a:solidFill>
                            <a:srgbClr val="002060"/>
                          </a:solidFill>
                          <a:latin typeface="Cambria Math" panose="02040503050406030204" pitchFamily="18" charset="0"/>
                          <a:ea typeface="Cambria Math" panose="02040503050406030204" pitchFamily="18" charset="0"/>
                        </a:rPr>
                        <m:t>∙</m:t>
                      </m:r>
                      <m:r>
                        <a:rPr lang="en-US" sz="2800" b="0" i="1" smtClean="0">
                          <a:solidFill>
                            <a:schemeClr val="bg1"/>
                          </a:solidFill>
                          <a:latin typeface="Cambria Math" panose="02040503050406030204" pitchFamily="18" charset="0"/>
                          <a:ea typeface="Cambria Math" panose="02040503050406030204" pitchFamily="18" charset="0"/>
                        </a:rPr>
                        <m:t>0</m:t>
                      </m:r>
                      <m:r>
                        <a:rPr lang="en-US" sz="2800" b="0" i="1" smtClean="0">
                          <a:solidFill>
                            <a:srgbClr val="002060"/>
                          </a:solidFill>
                          <a:latin typeface="Cambria Math" panose="02040503050406030204" pitchFamily="18" charset="0"/>
                        </a:rPr>
                        <m:t>5</m:t>
                      </m:r>
                      <m:r>
                        <a:rPr lang="en-US" sz="2800" b="0">
                          <a:solidFill>
                            <a:srgbClr val="002060"/>
                          </a:solidFill>
                          <a:latin typeface="Cambria Math" panose="02040503050406030204" pitchFamily="18" charset="0"/>
                        </a:rPr>
                        <m:t>+</m:t>
                      </m:r>
                      <m:r>
                        <m:rPr>
                          <m:sty m:val="p"/>
                        </m:rPr>
                        <a:rPr lang="en-US" sz="2800" b="0" i="1" smtClean="0">
                          <a:solidFill>
                            <a:srgbClr val="FF0000"/>
                          </a:solidFill>
                          <a:latin typeface="Cambria Math" panose="02040503050406030204" pitchFamily="18" charset="0"/>
                        </a:rPr>
                        <m:t>b</m:t>
                      </m:r>
                      <m:r>
                        <a:rPr lang="en-US" sz="2800" i="1">
                          <a:solidFill>
                            <a:srgbClr val="002060"/>
                          </a:solidFill>
                          <a:latin typeface="Cambria Math" panose="02040503050406030204" pitchFamily="18" charset="0"/>
                          <a:ea typeface="Cambria Math" panose="02040503050406030204" pitchFamily="18" charset="0"/>
                        </a:rPr>
                        <m:t>∙</m:t>
                      </m:r>
                      <m:r>
                        <a:rPr lang="en-US" sz="2800" b="0" i="1" smtClean="0">
                          <a:solidFill>
                            <a:schemeClr val="bg1"/>
                          </a:solidFill>
                          <a:latin typeface="Cambria Math" panose="02040503050406030204" pitchFamily="18" charset="0"/>
                          <a:ea typeface="Cambria Math" panose="02040503050406030204" pitchFamily="18" charset="0"/>
                        </a:rPr>
                        <m:t>0</m:t>
                      </m:r>
                      <m:r>
                        <a:rPr lang="en-US" sz="2800" i="1" smtClean="0">
                          <a:solidFill>
                            <a:srgbClr val="002060"/>
                          </a:solidFill>
                          <a:latin typeface="Cambria Math" panose="02040503050406030204" pitchFamily="18" charset="0"/>
                        </a:rPr>
                        <m:t>1</m:t>
                      </m:r>
                      <m:r>
                        <a:rPr lang="en-US" sz="2800" b="0" i="1" smtClean="0">
                          <a:solidFill>
                            <a:srgbClr val="002060"/>
                          </a:solidFill>
                          <a:latin typeface="Cambria Math" panose="02040503050406030204" pitchFamily="18" charset="0"/>
                        </a:rPr>
                        <m:t>5+</m:t>
                      </m:r>
                      <m:r>
                        <m:rPr>
                          <m:sty m:val="p"/>
                        </m:rPr>
                        <a:rPr lang="en-US" sz="2800" b="0" i="1" smtClean="0">
                          <a:solidFill>
                            <a:srgbClr val="FF0000"/>
                          </a:solidFill>
                          <a:latin typeface="Cambria Math" panose="02040503050406030204" pitchFamily="18" charset="0"/>
                        </a:rPr>
                        <m:t>c</m:t>
                      </m:r>
                      <m:r>
                        <a:rPr lang="en-US" sz="2800" i="1">
                          <a:solidFill>
                            <a:srgbClr val="002060"/>
                          </a:solidFill>
                          <a:latin typeface="Cambria Math" panose="02040503050406030204" pitchFamily="18" charset="0"/>
                          <a:ea typeface="Cambria Math" panose="02040503050406030204" pitchFamily="18" charset="0"/>
                        </a:rPr>
                        <m:t>∙</m:t>
                      </m:r>
                      <m:r>
                        <a:rPr lang="en-US" sz="2800" b="0" i="1" smtClean="0">
                          <a:solidFill>
                            <a:schemeClr val="bg1"/>
                          </a:solidFill>
                          <a:latin typeface="Cambria Math" panose="02040503050406030204" pitchFamily="18" charset="0"/>
                          <a:ea typeface="Cambria Math" panose="02040503050406030204" pitchFamily="18" charset="0"/>
                        </a:rPr>
                        <m:t>0</m:t>
                      </m:r>
                      <m:r>
                        <a:rPr lang="en-US" sz="2800" i="1" smtClean="0">
                          <a:solidFill>
                            <a:srgbClr val="002060"/>
                          </a:solidFill>
                          <a:latin typeface="Cambria Math" panose="02040503050406030204" pitchFamily="18" charset="0"/>
                        </a:rPr>
                        <m:t>5</m:t>
                      </m:r>
                      <m:r>
                        <a:rPr lang="en-US" sz="2800" b="0" i="1" smtClean="0">
                          <a:solidFill>
                            <a:srgbClr val="002060"/>
                          </a:solidFill>
                          <a:latin typeface="Cambria Math" panose="02040503050406030204" pitchFamily="18" charset="0"/>
                        </a:rPr>
                        <m:t>5</m:t>
                      </m:r>
                    </m:oMath>
                  </m:oMathPara>
                </a14:m>
                <a:endParaRPr lang="en-US" sz="2800" dirty="0">
                  <a:solidFill>
                    <a:srgbClr val="002060"/>
                  </a:solidFill>
                  <a:latin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a:rPr lang="en-US" sz="2800" i="1" smtClean="0">
                          <a:solidFill>
                            <a:schemeClr val="bg1"/>
                          </a:solidFill>
                          <a:latin typeface="Cambria Math" panose="02040503050406030204" pitchFamily="18" charset="0"/>
                          <a:ea typeface="Cambria Math" panose="02040503050406030204" pitchFamily="18" charset="0"/>
                        </a:rPr>
                        <m:t>∴</m:t>
                      </m:r>
                      <m:r>
                        <a:rPr lang="en-US" sz="2800" b="0" i="1" smtClean="0">
                          <a:solidFill>
                            <a:schemeClr val="bg1"/>
                          </a:solidFill>
                          <a:latin typeface="Cambria Math" panose="02040503050406030204" pitchFamily="18" charset="0"/>
                        </a:rPr>
                        <m:t>0</m:t>
                      </m:r>
                      <m:r>
                        <a:rPr lang="en-US" sz="2800" i="1" smtClean="0">
                          <a:solidFill>
                            <a:srgbClr val="002060"/>
                          </a:solidFill>
                          <a:latin typeface="Cambria Math" panose="02040503050406030204" pitchFamily="18" charset="0"/>
                        </a:rPr>
                        <m:t>8</m:t>
                      </m:r>
                      <m:r>
                        <a:rPr lang="en-US" sz="2800" b="0" i="1" smtClean="0">
                          <a:solidFill>
                            <a:srgbClr val="002060"/>
                          </a:solidFill>
                          <a:latin typeface="Cambria Math" panose="02040503050406030204" pitchFamily="18" charset="0"/>
                        </a:rPr>
                        <m:t>32</m:t>
                      </m:r>
                      <m:r>
                        <a:rPr lang="en-US" sz="2800" b="0">
                          <a:solidFill>
                            <a:srgbClr val="002060"/>
                          </a:solidFill>
                          <a:latin typeface="Cambria Math" panose="02040503050406030204" pitchFamily="18" charset="0"/>
                        </a:rPr>
                        <m:t>=</m:t>
                      </m:r>
                      <m:r>
                        <m:rPr>
                          <m:sty m:val="p"/>
                        </m:rPr>
                        <a:rPr lang="en-US" sz="2800" i="1" smtClean="0">
                          <a:solidFill>
                            <a:srgbClr val="FF0000"/>
                          </a:solidFill>
                          <a:latin typeface="Cambria Math" panose="02040503050406030204" pitchFamily="18" charset="0"/>
                        </a:rPr>
                        <m:t>a</m:t>
                      </m:r>
                      <m:r>
                        <a:rPr lang="en-US" sz="2800" i="1">
                          <a:solidFill>
                            <a:srgbClr val="002060"/>
                          </a:solidFill>
                          <a:latin typeface="Cambria Math" panose="02040503050406030204" pitchFamily="18" charset="0"/>
                          <a:ea typeface="Cambria Math" panose="02040503050406030204" pitchFamily="18" charset="0"/>
                        </a:rPr>
                        <m:t>∙</m:t>
                      </m:r>
                      <m:r>
                        <a:rPr lang="en-US" sz="2800" i="1" smtClean="0">
                          <a:solidFill>
                            <a:srgbClr val="002060"/>
                          </a:solidFill>
                          <a:latin typeface="Cambria Math" panose="02040503050406030204" pitchFamily="18" charset="0"/>
                        </a:rPr>
                        <m:t>1</m:t>
                      </m:r>
                      <m:r>
                        <a:rPr lang="en-US" sz="2800" b="0" i="1" smtClean="0">
                          <a:solidFill>
                            <a:srgbClr val="002060"/>
                          </a:solidFill>
                          <a:latin typeface="Cambria Math" panose="02040503050406030204" pitchFamily="18" charset="0"/>
                        </a:rPr>
                        <m:t>5</m:t>
                      </m:r>
                      <m:r>
                        <a:rPr lang="en-US" sz="2800" b="0" smtClean="0">
                          <a:solidFill>
                            <a:srgbClr val="002060"/>
                          </a:solidFill>
                          <a:latin typeface="Cambria Math" panose="02040503050406030204" pitchFamily="18" charset="0"/>
                        </a:rPr>
                        <m:t>+</m:t>
                      </m:r>
                      <m:r>
                        <m:rPr>
                          <m:sty m:val="p"/>
                        </m:rPr>
                        <a:rPr lang="en-US" sz="2800" i="1" smtClean="0">
                          <a:solidFill>
                            <a:srgbClr val="FF0000"/>
                          </a:solidFill>
                          <a:latin typeface="Cambria Math" panose="02040503050406030204" pitchFamily="18" charset="0"/>
                        </a:rPr>
                        <m:t>b</m:t>
                      </m:r>
                      <m:r>
                        <a:rPr lang="en-US" sz="2800" i="1">
                          <a:solidFill>
                            <a:srgbClr val="002060"/>
                          </a:solidFill>
                          <a:latin typeface="Cambria Math" panose="02040503050406030204" pitchFamily="18" charset="0"/>
                          <a:ea typeface="Cambria Math" panose="02040503050406030204" pitchFamily="18" charset="0"/>
                        </a:rPr>
                        <m:t>∙</m:t>
                      </m:r>
                      <m:r>
                        <a:rPr lang="en-US" sz="2800" b="0" i="1" smtClean="0">
                          <a:solidFill>
                            <a:schemeClr val="bg1"/>
                          </a:solidFill>
                          <a:latin typeface="Cambria Math" panose="02040503050406030204" pitchFamily="18" charset="0"/>
                          <a:ea typeface="Cambria Math" panose="02040503050406030204" pitchFamily="18" charset="0"/>
                        </a:rPr>
                        <m:t>0</m:t>
                      </m:r>
                      <m:r>
                        <a:rPr lang="en-US" sz="2800" i="1" smtClean="0">
                          <a:solidFill>
                            <a:srgbClr val="002060"/>
                          </a:solidFill>
                          <a:latin typeface="Cambria Math" panose="02040503050406030204" pitchFamily="18" charset="0"/>
                        </a:rPr>
                        <m:t>5</m:t>
                      </m:r>
                      <m:r>
                        <a:rPr lang="en-US" sz="2800" b="0" i="1" smtClean="0">
                          <a:solidFill>
                            <a:srgbClr val="002060"/>
                          </a:solidFill>
                          <a:latin typeface="Cambria Math" panose="02040503050406030204" pitchFamily="18" charset="0"/>
                        </a:rPr>
                        <m:t>5</m:t>
                      </m:r>
                      <m:r>
                        <a:rPr lang="en-US" sz="2800" b="0" i="1">
                          <a:solidFill>
                            <a:srgbClr val="002060"/>
                          </a:solidFill>
                          <a:latin typeface="Cambria Math" panose="02040503050406030204" pitchFamily="18" charset="0"/>
                        </a:rPr>
                        <m:t>+</m:t>
                      </m:r>
                      <m:r>
                        <m:rPr>
                          <m:sty m:val="p"/>
                        </m:rPr>
                        <a:rPr lang="en-US" sz="2800" i="1" smtClean="0">
                          <a:solidFill>
                            <a:srgbClr val="FF0000"/>
                          </a:solidFill>
                          <a:latin typeface="Cambria Math" panose="02040503050406030204" pitchFamily="18" charset="0"/>
                        </a:rPr>
                        <m:t>c</m:t>
                      </m:r>
                      <m:r>
                        <a:rPr lang="en-US" sz="2800" i="1">
                          <a:solidFill>
                            <a:srgbClr val="002060"/>
                          </a:solidFill>
                          <a:latin typeface="Cambria Math" panose="02040503050406030204" pitchFamily="18" charset="0"/>
                          <a:ea typeface="Cambria Math" panose="02040503050406030204" pitchFamily="18" charset="0"/>
                        </a:rPr>
                        <m:t>∙</m:t>
                      </m:r>
                      <m:r>
                        <a:rPr lang="en-US" sz="2800" i="1" smtClean="0">
                          <a:solidFill>
                            <a:srgbClr val="002060"/>
                          </a:solidFill>
                          <a:latin typeface="Cambria Math" panose="02040503050406030204" pitchFamily="18" charset="0"/>
                        </a:rPr>
                        <m:t>2</m:t>
                      </m:r>
                      <m:r>
                        <a:rPr lang="en-US" sz="2800" b="0" i="1" smtClean="0">
                          <a:solidFill>
                            <a:srgbClr val="002060"/>
                          </a:solidFill>
                          <a:latin typeface="Cambria Math" panose="02040503050406030204" pitchFamily="18" charset="0"/>
                        </a:rPr>
                        <m:t>25</m:t>
                      </m:r>
                    </m:oMath>
                  </m:oMathPara>
                </a14:m>
                <a:endParaRPr lang="en-US" sz="2800" i="1" dirty="0">
                  <a:solidFill>
                    <a:srgbClr val="002060"/>
                  </a:solidFill>
                  <a:latin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a:rPr lang="en-US" sz="2800" i="1" smtClean="0">
                          <a:solidFill>
                            <a:schemeClr val="bg1"/>
                          </a:solidFill>
                          <a:latin typeface="Cambria Math" panose="02040503050406030204" pitchFamily="18" charset="0"/>
                          <a:ea typeface="Cambria Math" panose="02040503050406030204" pitchFamily="18" charset="0"/>
                        </a:rPr>
                        <m:t>∴</m:t>
                      </m:r>
                      <m:r>
                        <a:rPr lang="en-US" sz="2800" i="1" smtClean="0">
                          <a:solidFill>
                            <a:srgbClr val="002060"/>
                          </a:solidFill>
                          <a:latin typeface="Cambria Math" panose="02040503050406030204" pitchFamily="18" charset="0"/>
                        </a:rPr>
                        <m:t>3</m:t>
                      </m:r>
                      <m:r>
                        <a:rPr lang="en-US" sz="2800" b="0" i="1" smtClean="0">
                          <a:solidFill>
                            <a:srgbClr val="002060"/>
                          </a:solidFill>
                          <a:latin typeface="Cambria Math" panose="02040503050406030204" pitchFamily="18" charset="0"/>
                        </a:rPr>
                        <m:t>672</m:t>
                      </m:r>
                      <m:r>
                        <a:rPr lang="en-US" sz="2800" b="0">
                          <a:solidFill>
                            <a:srgbClr val="002060"/>
                          </a:solidFill>
                          <a:latin typeface="Cambria Math" panose="02040503050406030204" pitchFamily="18" charset="0"/>
                        </a:rPr>
                        <m:t>=</m:t>
                      </m:r>
                      <m:r>
                        <m:rPr>
                          <m:sty m:val="p"/>
                        </m:rPr>
                        <a:rPr lang="en-US" sz="2800" i="1" smtClean="0">
                          <a:solidFill>
                            <a:srgbClr val="FF0000"/>
                          </a:solidFill>
                          <a:latin typeface="Cambria Math" panose="02040503050406030204" pitchFamily="18" charset="0"/>
                        </a:rPr>
                        <m:t>a</m:t>
                      </m:r>
                      <m:r>
                        <a:rPr lang="en-US" sz="2800" i="1">
                          <a:solidFill>
                            <a:srgbClr val="002060"/>
                          </a:solidFill>
                          <a:latin typeface="Cambria Math" panose="02040503050406030204" pitchFamily="18" charset="0"/>
                          <a:ea typeface="Cambria Math" panose="02040503050406030204" pitchFamily="18" charset="0"/>
                        </a:rPr>
                        <m:t>∙</m:t>
                      </m:r>
                      <m:r>
                        <a:rPr lang="en-US" sz="2800" i="1" smtClean="0">
                          <a:solidFill>
                            <a:srgbClr val="002060"/>
                          </a:solidFill>
                          <a:latin typeface="Cambria Math" panose="02040503050406030204" pitchFamily="18" charset="0"/>
                        </a:rPr>
                        <m:t>5</m:t>
                      </m:r>
                      <m:r>
                        <a:rPr lang="en-US" sz="2800" b="0" i="1" smtClean="0">
                          <a:solidFill>
                            <a:srgbClr val="002060"/>
                          </a:solidFill>
                          <a:latin typeface="Cambria Math" panose="02040503050406030204" pitchFamily="18" charset="0"/>
                        </a:rPr>
                        <m:t>5</m:t>
                      </m:r>
                      <m:r>
                        <a:rPr lang="en-US" sz="2800" b="0">
                          <a:solidFill>
                            <a:srgbClr val="002060"/>
                          </a:solidFill>
                          <a:latin typeface="Cambria Math" panose="02040503050406030204" pitchFamily="18" charset="0"/>
                        </a:rPr>
                        <m:t>+</m:t>
                      </m:r>
                      <m:r>
                        <m:rPr>
                          <m:sty m:val="p"/>
                        </m:rPr>
                        <a:rPr lang="en-US" sz="2800" i="1" smtClean="0">
                          <a:solidFill>
                            <a:srgbClr val="FF0000"/>
                          </a:solidFill>
                          <a:latin typeface="Cambria Math" panose="02040503050406030204" pitchFamily="18" charset="0"/>
                        </a:rPr>
                        <m:t>b</m:t>
                      </m:r>
                      <m:r>
                        <a:rPr lang="en-US" sz="2800" i="1">
                          <a:solidFill>
                            <a:srgbClr val="002060"/>
                          </a:solidFill>
                          <a:latin typeface="Cambria Math" panose="02040503050406030204" pitchFamily="18" charset="0"/>
                          <a:ea typeface="Cambria Math" panose="02040503050406030204" pitchFamily="18" charset="0"/>
                        </a:rPr>
                        <m:t>∙</m:t>
                      </m:r>
                      <m:r>
                        <a:rPr lang="en-US" sz="2800" i="1" smtClean="0">
                          <a:solidFill>
                            <a:srgbClr val="002060"/>
                          </a:solidFill>
                          <a:latin typeface="Cambria Math" panose="02040503050406030204" pitchFamily="18" charset="0"/>
                        </a:rPr>
                        <m:t>2</m:t>
                      </m:r>
                      <m:r>
                        <a:rPr lang="en-US" sz="2800" b="0" i="1" smtClean="0">
                          <a:solidFill>
                            <a:srgbClr val="002060"/>
                          </a:solidFill>
                          <a:latin typeface="Cambria Math" panose="02040503050406030204" pitchFamily="18" charset="0"/>
                        </a:rPr>
                        <m:t>25+</m:t>
                      </m:r>
                      <m:r>
                        <m:rPr>
                          <m:sty m:val="p"/>
                        </m:rPr>
                        <a:rPr lang="en-US" sz="2800" i="1" smtClean="0">
                          <a:solidFill>
                            <a:srgbClr val="FF0000"/>
                          </a:solidFill>
                          <a:latin typeface="Cambria Math" panose="02040503050406030204" pitchFamily="18" charset="0"/>
                        </a:rPr>
                        <m:t>c</m:t>
                      </m:r>
                      <m:r>
                        <a:rPr lang="en-US" sz="2800" i="1">
                          <a:solidFill>
                            <a:srgbClr val="002060"/>
                          </a:solidFill>
                          <a:latin typeface="Cambria Math" panose="02040503050406030204" pitchFamily="18" charset="0"/>
                          <a:ea typeface="Cambria Math" panose="02040503050406030204" pitchFamily="18" charset="0"/>
                        </a:rPr>
                        <m:t>∙</m:t>
                      </m:r>
                      <m:r>
                        <a:rPr lang="en-US" sz="2800" i="1" smtClean="0">
                          <a:solidFill>
                            <a:srgbClr val="002060"/>
                          </a:solidFill>
                          <a:latin typeface="Cambria Math" panose="02040503050406030204" pitchFamily="18" charset="0"/>
                        </a:rPr>
                        <m:t>9</m:t>
                      </m:r>
                      <m:r>
                        <a:rPr lang="en-US" sz="2800" b="0" i="1" smtClean="0">
                          <a:solidFill>
                            <a:srgbClr val="002060"/>
                          </a:solidFill>
                          <a:latin typeface="Cambria Math" panose="02040503050406030204" pitchFamily="18" charset="0"/>
                        </a:rPr>
                        <m:t>79</m:t>
                      </m:r>
                    </m:oMath>
                  </m:oMathPara>
                </a14:m>
                <a:endParaRPr lang="en-US" sz="2800" dirty="0">
                  <a:solidFill>
                    <a:srgbClr val="002060"/>
                  </a:solidFill>
                </a:endParaRPr>
              </a:p>
            </p:txBody>
          </p:sp>
        </mc:Choice>
        <mc:Fallback xmlns="">
          <p:sp>
            <p:nvSpPr>
              <p:cNvPr id="33" name="Rectangle 32"/>
              <p:cNvSpPr>
                <a:spLocks noRot="1" noChangeAspect="1" noMove="1" noResize="1" noEditPoints="1" noAdjustHandles="1" noChangeArrowheads="1" noChangeShapeType="1" noTextEdit="1"/>
              </p:cNvSpPr>
              <p:nvPr/>
            </p:nvSpPr>
            <p:spPr>
              <a:xfrm>
                <a:off x="134269" y="852288"/>
                <a:ext cx="5789277" cy="2031325"/>
              </a:xfrm>
              <a:prstGeom prst="rect">
                <a:avLst/>
              </a:prstGeom>
              <a:blipFill rotWithShape="0">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698562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2">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6" grpId="0" animBg="1"/>
    </p:bld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4.2 ⇝ Example 1(</a:t>
            </a:r>
            <a:r>
              <a:rPr lang="en-GB" dirty="0">
                <a:solidFill>
                  <a:srgbClr val="FF0000"/>
                </a:solidFill>
              </a:rPr>
              <a:t>Continue</a:t>
            </a:r>
            <a:r>
              <a:rPr lang="en-GB" dirty="0"/>
              <a:t>)</a:t>
            </a:r>
            <a:endParaRPr lang="en-US" dirty="0"/>
          </a:p>
        </p:txBody>
      </p:sp>
      <mc:AlternateContent xmlns:mc="http://schemas.openxmlformats.org/markup-compatibility/2006" xmlns:a14="http://schemas.microsoft.com/office/drawing/2010/main">
        <mc:Choice Requires="a14">
          <p:sp>
            <p:nvSpPr>
              <p:cNvPr id="15" name="Rectangle 14"/>
              <p:cNvSpPr/>
              <p:nvPr/>
            </p:nvSpPr>
            <p:spPr>
              <a:xfrm>
                <a:off x="137270" y="862943"/>
                <a:ext cx="2705100" cy="523220"/>
              </a:xfrm>
              <a:prstGeom prst="rect">
                <a:avLst/>
              </a:prstGeom>
            </p:spPr>
            <p:txBody>
              <a:bodyPr wrap="none">
                <a:spAutoFit/>
              </a:bodyPr>
              <a:lstStyle/>
              <a:p>
                <a:pPr lvl="0"/>
                <a:r>
                  <a:rPr lang="en-US" sz="2800" b="1" dirty="0">
                    <a:solidFill>
                      <a:srgbClr val="002060"/>
                    </a:solidFill>
                  </a:rPr>
                  <a:t>Estimate </a:t>
                </a:r>
                <a14:m>
                  <m:oMath xmlns:m="http://schemas.openxmlformats.org/officeDocument/2006/math">
                    <m:r>
                      <a:rPr lang="en-US" sz="2800" b="1" i="0" dirty="0" smtClean="0">
                        <a:solidFill>
                          <a:srgbClr val="002060"/>
                        </a:solidFill>
                        <a:latin typeface="Cambria Math" panose="02040503050406030204" pitchFamily="18" charset="0"/>
                      </a:rPr>
                      <m:t>𝐲</m:t>
                    </m:r>
                    <m:r>
                      <a:rPr lang="en-US" sz="2800" b="1" i="0" dirty="0" smtClean="0">
                        <a:solidFill>
                          <a:srgbClr val="002060"/>
                        </a:solidFill>
                        <a:latin typeface="Cambria Math" panose="02040503050406030204" pitchFamily="18" charset="0"/>
                      </a:rPr>
                      <m:t>(</m:t>
                    </m:r>
                    <m:r>
                      <a:rPr lang="en-US" sz="2800" b="1" i="0" dirty="0" smtClean="0">
                        <a:solidFill>
                          <a:srgbClr val="002060"/>
                        </a:solidFill>
                        <a:latin typeface="Cambria Math" panose="02040503050406030204" pitchFamily="18" charset="0"/>
                      </a:rPr>
                      <m:t>𝟐</m:t>
                    </m:r>
                    <m:r>
                      <a:rPr lang="en-US" sz="2800" b="1" i="0" dirty="0" smtClean="0">
                        <a:solidFill>
                          <a:srgbClr val="002060"/>
                        </a:solidFill>
                        <a:latin typeface="Cambria Math" panose="02040503050406030204" pitchFamily="18" charset="0"/>
                      </a:rPr>
                      <m:t>.</m:t>
                    </m:r>
                    <m:r>
                      <a:rPr lang="en-US" sz="2800" b="1" i="0" dirty="0" smtClean="0">
                        <a:solidFill>
                          <a:srgbClr val="002060"/>
                        </a:solidFill>
                        <a:latin typeface="Cambria Math" panose="02040503050406030204" pitchFamily="18" charset="0"/>
                      </a:rPr>
                      <m:t>𝟒</m:t>
                    </m:r>
                    <m:r>
                      <a:rPr lang="en-US" sz="2800" b="1" i="0" dirty="0" smtClean="0">
                        <a:solidFill>
                          <a:srgbClr val="002060"/>
                        </a:solidFill>
                        <a:latin typeface="Cambria Math" panose="02040503050406030204" pitchFamily="18" charset="0"/>
                      </a:rPr>
                      <m:t>)</m:t>
                    </m:r>
                  </m:oMath>
                </a14:m>
                <a:r>
                  <a:rPr lang="en-US" sz="2800" b="1" dirty="0">
                    <a:solidFill>
                      <a:srgbClr val="002060"/>
                    </a:solidFill>
                  </a:rPr>
                  <a:t>.</a:t>
                </a:r>
              </a:p>
            </p:txBody>
          </p:sp>
        </mc:Choice>
        <mc:Fallback xmlns="">
          <p:sp>
            <p:nvSpPr>
              <p:cNvPr id="15" name="Rectangle 14"/>
              <p:cNvSpPr>
                <a:spLocks noRot="1" noChangeAspect="1" noMove="1" noResize="1" noEditPoints="1" noAdjustHandles="1" noChangeArrowheads="1" noChangeShapeType="1" noTextEdit="1"/>
              </p:cNvSpPr>
              <p:nvPr/>
            </p:nvSpPr>
            <p:spPr>
              <a:xfrm>
                <a:off x="137270" y="862943"/>
                <a:ext cx="2705100" cy="523220"/>
              </a:xfrm>
              <a:prstGeom prst="rect">
                <a:avLst/>
              </a:prstGeom>
              <a:blipFill rotWithShape="0">
                <a:blip r:embed="rId2"/>
                <a:stretch>
                  <a:fillRect l="-4740" t="-12941" r="-2935" b="-329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Rectangle 26"/>
              <p:cNvSpPr/>
              <p:nvPr/>
            </p:nvSpPr>
            <p:spPr>
              <a:xfrm>
                <a:off x="137270" y="1674906"/>
                <a:ext cx="6700039" cy="523220"/>
              </a:xfrm>
              <a:prstGeom prst="rect">
                <a:avLst/>
              </a:prstGeom>
            </p:spPr>
            <p:txBody>
              <a:bodyPr wrap="none">
                <a:spAutoFit/>
              </a:bodyPr>
              <a:lstStyle/>
              <a:p>
                <a:r>
                  <a:rPr lang="en-US" sz="2800" b="0" i="0" dirty="0">
                    <a:solidFill>
                      <a:srgbClr val="002060"/>
                    </a:solidFill>
                    <a:latin typeface="+mj-lt"/>
                    <a:ea typeface="Cambria Math" panose="02040503050406030204" pitchFamily="18" charset="0"/>
                  </a:rPr>
                  <a:t>That means,   we need to find </a:t>
                </a:r>
                <a14:m>
                  <m:oMath xmlns:m="http://schemas.openxmlformats.org/officeDocument/2006/math">
                    <m:r>
                      <m:rPr>
                        <m:sty m:val="p"/>
                      </m:rPr>
                      <a:rPr lang="en-US" sz="2800" b="0" i="0" dirty="0" smtClean="0">
                        <a:solidFill>
                          <a:srgbClr val="FF0000"/>
                        </a:solidFill>
                        <a:latin typeface="Cambria Math" panose="02040503050406030204" pitchFamily="18" charset="0"/>
                        <a:ea typeface="Cambria Math" panose="02040503050406030204" pitchFamily="18" charset="0"/>
                      </a:rPr>
                      <m:t>y</m:t>
                    </m:r>
                  </m:oMath>
                </a14:m>
                <a:r>
                  <a:rPr lang="en-US" sz="2800" b="0" i="0" dirty="0">
                    <a:solidFill>
                      <a:srgbClr val="002060"/>
                    </a:solidFill>
                    <a:latin typeface="+mj-lt"/>
                    <a:ea typeface="Cambria Math" panose="02040503050406030204" pitchFamily="18" charset="0"/>
                  </a:rPr>
                  <a:t> when </a:t>
                </a:r>
                <a14:m>
                  <m:oMath xmlns:m="http://schemas.openxmlformats.org/officeDocument/2006/math">
                    <m:r>
                      <m:rPr>
                        <m:sty m:val="p"/>
                      </m:rPr>
                      <a:rPr lang="en-US" sz="2800" b="0" i="0" dirty="0" smtClean="0">
                        <a:solidFill>
                          <a:srgbClr val="FF0000"/>
                        </a:solidFill>
                        <a:latin typeface="Cambria Math" panose="02040503050406030204" pitchFamily="18" charset="0"/>
                        <a:ea typeface="Cambria Math" panose="02040503050406030204" pitchFamily="18" charset="0"/>
                      </a:rPr>
                      <m:t>x</m:t>
                    </m:r>
                    <m:r>
                      <a:rPr lang="en-US" sz="2800" b="0" i="0" dirty="0" smtClean="0">
                        <a:solidFill>
                          <a:srgbClr val="FF0000"/>
                        </a:solidFill>
                        <a:latin typeface="Cambria Math" panose="02040503050406030204" pitchFamily="18" charset="0"/>
                        <a:ea typeface="Cambria Math" panose="02040503050406030204" pitchFamily="18" charset="0"/>
                      </a:rPr>
                      <m:t> =2.4</m:t>
                    </m:r>
                  </m:oMath>
                </a14:m>
                <a:endParaRPr lang="en-US" sz="2800" dirty="0">
                  <a:solidFill>
                    <a:srgbClr val="FF0000"/>
                  </a:solidFill>
                </a:endParaRPr>
              </a:p>
            </p:txBody>
          </p:sp>
        </mc:Choice>
        <mc:Fallback xmlns="">
          <p:sp>
            <p:nvSpPr>
              <p:cNvPr id="27" name="Rectangle 26"/>
              <p:cNvSpPr>
                <a:spLocks noRot="1" noChangeAspect="1" noMove="1" noResize="1" noEditPoints="1" noAdjustHandles="1" noChangeArrowheads="1" noChangeShapeType="1" noTextEdit="1"/>
              </p:cNvSpPr>
              <p:nvPr/>
            </p:nvSpPr>
            <p:spPr>
              <a:xfrm>
                <a:off x="137270" y="1674906"/>
                <a:ext cx="6700039" cy="523220"/>
              </a:xfrm>
              <a:prstGeom prst="rect">
                <a:avLst/>
              </a:prstGeom>
              <a:blipFill rotWithShape="0">
                <a:blip r:embed="rId3"/>
                <a:stretch>
                  <a:fillRect l="-1911" t="-12791" b="-31395"/>
                </a:stretch>
              </a:blipFill>
            </p:spPr>
            <p:txBody>
              <a:bodyPr/>
              <a:lstStyle/>
              <a:p>
                <a:r>
                  <a:rPr lang="en-US">
                    <a:noFill/>
                  </a:rPr>
                  <a:t> </a:t>
                </a:r>
              </a:p>
            </p:txBody>
          </p:sp>
        </mc:Fallback>
      </mc:AlternateContent>
      <p:sp>
        <p:nvSpPr>
          <p:cNvPr id="20" name="Rectangle 19"/>
          <p:cNvSpPr/>
          <p:nvPr/>
        </p:nvSpPr>
        <p:spPr>
          <a:xfrm>
            <a:off x="137270" y="2486869"/>
            <a:ext cx="1375698" cy="523220"/>
          </a:xfrm>
          <a:prstGeom prst="rect">
            <a:avLst/>
          </a:prstGeom>
        </p:spPr>
        <p:txBody>
          <a:bodyPr wrap="none">
            <a:spAutoFit/>
          </a:bodyPr>
          <a:lstStyle/>
          <a:p>
            <a:r>
              <a:rPr lang="en-US" sz="2800" dirty="0">
                <a:solidFill>
                  <a:srgbClr val="002060"/>
                </a:solidFill>
              </a:rPr>
              <a:t>We have</a:t>
            </a:r>
          </a:p>
        </p:txBody>
      </p:sp>
      <mc:AlternateContent xmlns:mc="http://schemas.openxmlformats.org/markup-compatibility/2006" xmlns:a14="http://schemas.microsoft.com/office/drawing/2010/main">
        <mc:Choice Requires="a14">
          <p:sp>
            <p:nvSpPr>
              <p:cNvPr id="21" name="Rectangle 20"/>
              <p:cNvSpPr/>
              <p:nvPr/>
            </p:nvSpPr>
            <p:spPr>
              <a:xfrm>
                <a:off x="1512968" y="2483191"/>
                <a:ext cx="5774979" cy="523220"/>
              </a:xfrm>
              <a:prstGeom prst="rect">
                <a:avLst/>
              </a:prstGeom>
            </p:spPr>
            <p:txBody>
              <a:bodyPr wrap="none">
                <a:spAutoFit/>
              </a:bodyPr>
              <a:lstStyle/>
              <a:p>
                <a:pPr marL="288925" indent="-288925"/>
                <a14:m>
                  <m:oMathPara xmlns:m="http://schemas.openxmlformats.org/officeDocument/2006/math">
                    <m:oMathParaPr>
                      <m:jc m:val="left"/>
                    </m:oMathParaPr>
                    <m:oMath xmlns:m="http://schemas.openxmlformats.org/officeDocument/2006/math">
                      <m:r>
                        <m:rPr>
                          <m:sty m:val="p"/>
                        </m:rPr>
                        <a:rPr lang="en-US" sz="2800" b="0" i="0" smtClean="0">
                          <a:solidFill>
                            <a:srgbClr val="002060"/>
                          </a:solidFill>
                          <a:latin typeface="Cambria Math" panose="02040503050406030204" pitchFamily="18" charset="0"/>
                        </a:rPr>
                        <m:t>y</m:t>
                      </m:r>
                      <m:r>
                        <a:rPr lang="en-US" sz="2800" b="0" i="0">
                          <a:solidFill>
                            <a:srgbClr val="002060"/>
                          </a:solidFill>
                          <a:latin typeface="Cambria Math" panose="02040503050406030204" pitchFamily="18" charset="0"/>
                        </a:rPr>
                        <m:t>=10.4−11.0857 </m:t>
                      </m:r>
                      <m:r>
                        <m:rPr>
                          <m:sty m:val="p"/>
                        </m:rPr>
                        <a:rPr lang="en-US" sz="2800" b="0" i="0">
                          <a:solidFill>
                            <a:srgbClr val="002060"/>
                          </a:solidFill>
                          <a:latin typeface="Cambria Math" panose="02040503050406030204" pitchFamily="18" charset="0"/>
                        </a:rPr>
                        <m:t>x</m:t>
                      </m:r>
                      <m:r>
                        <a:rPr lang="en-US" sz="2800" b="0" i="0">
                          <a:solidFill>
                            <a:srgbClr val="002060"/>
                          </a:solidFill>
                          <a:latin typeface="Cambria Math" panose="02040503050406030204" pitchFamily="18" charset="0"/>
                        </a:rPr>
                        <m:t>+5.7143 </m:t>
                      </m:r>
                      <m:sSup>
                        <m:sSupPr>
                          <m:ctrlPr>
                            <a:rPr lang="en-US" sz="2800" i="1">
                              <a:solidFill>
                                <a:srgbClr val="002060"/>
                              </a:solidFill>
                              <a:latin typeface="Cambria Math" panose="02040503050406030204" pitchFamily="18" charset="0"/>
                            </a:rPr>
                          </m:ctrlPr>
                        </m:sSupPr>
                        <m:e>
                          <m:r>
                            <m:rPr>
                              <m:sty m:val="p"/>
                            </m:rPr>
                            <a:rPr lang="en-US" sz="2800" b="0" i="0">
                              <a:solidFill>
                                <a:srgbClr val="002060"/>
                              </a:solidFill>
                              <a:latin typeface="Cambria Math" panose="02040503050406030204" pitchFamily="18" charset="0"/>
                            </a:rPr>
                            <m:t>x</m:t>
                          </m:r>
                        </m:e>
                        <m:sup>
                          <m:r>
                            <a:rPr lang="en-US" sz="2800" b="0" i="0">
                              <a:solidFill>
                                <a:srgbClr val="002060"/>
                              </a:solidFill>
                              <a:latin typeface="Cambria Math" panose="02040503050406030204" pitchFamily="18" charset="0"/>
                            </a:rPr>
                            <m:t>2</m:t>
                          </m:r>
                        </m:sup>
                      </m:sSup>
                    </m:oMath>
                  </m:oMathPara>
                </a14:m>
                <a:endParaRPr lang="en-US" sz="2800" dirty="0">
                  <a:solidFill>
                    <a:srgbClr val="002060"/>
                  </a:solidFill>
                </a:endParaRPr>
              </a:p>
            </p:txBody>
          </p:sp>
        </mc:Choice>
        <mc:Fallback xmlns="">
          <p:sp>
            <p:nvSpPr>
              <p:cNvPr id="21" name="Rectangle 20"/>
              <p:cNvSpPr>
                <a:spLocks noRot="1" noChangeAspect="1" noMove="1" noResize="1" noEditPoints="1" noAdjustHandles="1" noChangeArrowheads="1" noChangeShapeType="1" noTextEdit="1"/>
              </p:cNvSpPr>
              <p:nvPr/>
            </p:nvSpPr>
            <p:spPr>
              <a:xfrm>
                <a:off x="1512968" y="2483191"/>
                <a:ext cx="5774979" cy="52322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p:cNvSpPr/>
              <p:nvPr/>
            </p:nvSpPr>
            <p:spPr>
              <a:xfrm>
                <a:off x="1107611" y="3367347"/>
                <a:ext cx="7198766"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r>
                        <m:rPr>
                          <m:sty m:val="p"/>
                        </m:rPr>
                        <a:rPr lang="en-US" sz="280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=10.4−11.0857 </m:t>
                      </m:r>
                      <m:d>
                        <m:dPr>
                          <m:ctrlPr>
                            <a:rPr lang="en-US" sz="2800" b="0" i="1" smtClean="0">
                              <a:solidFill>
                                <a:srgbClr val="002060"/>
                              </a:solidFill>
                              <a:latin typeface="Cambria Math" panose="02040503050406030204" pitchFamily="18" charset="0"/>
                            </a:rPr>
                          </m:ctrlPr>
                        </m:dPr>
                        <m:e>
                          <m:r>
                            <a:rPr lang="en-US" sz="2800" b="0" i="1" smtClean="0">
                              <a:solidFill>
                                <a:srgbClr val="FF0000"/>
                              </a:solidFill>
                              <a:latin typeface="Cambria Math" panose="02040503050406030204" pitchFamily="18" charset="0"/>
                            </a:rPr>
                            <m:t>2.4</m:t>
                          </m:r>
                        </m:e>
                      </m:d>
                      <m:r>
                        <a:rPr lang="en-US" sz="2800">
                          <a:solidFill>
                            <a:srgbClr val="002060"/>
                          </a:solidFill>
                          <a:latin typeface="Cambria Math" panose="02040503050406030204" pitchFamily="18" charset="0"/>
                        </a:rPr>
                        <m:t>+5.7143</m:t>
                      </m:r>
                      <m:r>
                        <a:rPr lang="en-US" sz="2800" b="0" i="1" smtClean="0">
                          <a:solidFill>
                            <a:srgbClr val="002060"/>
                          </a:solidFill>
                          <a:latin typeface="Cambria Math" panose="02040503050406030204" pitchFamily="18" charset="0"/>
                        </a:rPr>
                        <m:t> </m:t>
                      </m:r>
                      <m:sSup>
                        <m:sSupPr>
                          <m:ctrlPr>
                            <a:rPr lang="en-US" sz="2800" b="0" i="1" smtClean="0">
                              <a:solidFill>
                                <a:srgbClr val="FF0000"/>
                              </a:solidFill>
                              <a:latin typeface="Cambria Math" panose="02040503050406030204" pitchFamily="18" charset="0"/>
                            </a:rPr>
                          </m:ctrlPr>
                        </m:sSupPr>
                        <m:e>
                          <m:d>
                            <m:dPr>
                              <m:ctrlPr>
                                <a:rPr lang="en-US" sz="2800" i="1">
                                  <a:solidFill>
                                    <a:srgbClr val="002060"/>
                                  </a:solidFill>
                                  <a:latin typeface="Cambria Math" panose="02040503050406030204" pitchFamily="18" charset="0"/>
                                </a:rPr>
                              </m:ctrlPr>
                            </m:dPr>
                            <m:e>
                              <m:r>
                                <a:rPr lang="en-US" sz="2800" i="1">
                                  <a:solidFill>
                                    <a:srgbClr val="FF0000"/>
                                  </a:solidFill>
                                  <a:latin typeface="Cambria Math" panose="02040503050406030204" pitchFamily="18" charset="0"/>
                                </a:rPr>
                                <m:t>2.4</m:t>
                              </m:r>
                            </m:e>
                          </m:d>
                        </m:e>
                        <m:sup>
                          <m:r>
                            <a:rPr lang="en-US" sz="2800" b="0" i="1" smtClean="0">
                              <a:solidFill>
                                <a:srgbClr val="FF0000"/>
                              </a:solidFill>
                              <a:latin typeface="Cambria Math" panose="02040503050406030204" pitchFamily="18" charset="0"/>
                            </a:rPr>
                            <m:t>2</m:t>
                          </m:r>
                        </m:sup>
                      </m:sSup>
                    </m:oMath>
                  </m:oMathPara>
                </a14:m>
                <a:endParaRPr lang="en-US" sz="2800" dirty="0">
                  <a:solidFill>
                    <a:srgbClr val="002060"/>
                  </a:solidFill>
                </a:endParaRPr>
              </a:p>
            </p:txBody>
          </p:sp>
        </mc:Choice>
        <mc:Fallback xmlns="">
          <p:sp>
            <p:nvSpPr>
              <p:cNvPr id="23" name="Rectangle 22"/>
              <p:cNvSpPr>
                <a:spLocks noRot="1" noChangeAspect="1" noMove="1" noResize="1" noEditPoints="1" noAdjustHandles="1" noChangeArrowheads="1" noChangeShapeType="1" noTextEdit="1"/>
              </p:cNvSpPr>
              <p:nvPr/>
            </p:nvSpPr>
            <p:spPr>
              <a:xfrm>
                <a:off x="1107611" y="3367347"/>
                <a:ext cx="7198766" cy="523220"/>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Rectangle 24"/>
              <p:cNvSpPr/>
              <p:nvPr/>
            </p:nvSpPr>
            <p:spPr>
              <a:xfrm>
                <a:off x="137270" y="5128303"/>
                <a:ext cx="3615542" cy="523220"/>
              </a:xfrm>
              <a:prstGeom prst="rect">
                <a:avLst/>
              </a:prstGeom>
              <a:ln>
                <a:solidFill>
                  <a:srgbClr val="FF0000"/>
                </a:solidFill>
              </a:ln>
            </p:spPr>
            <p:style>
              <a:lnRef idx="2">
                <a:schemeClr val="accent2"/>
              </a:lnRef>
              <a:fillRef idx="1">
                <a:schemeClr val="lt1"/>
              </a:fillRef>
              <a:effectRef idx="0">
                <a:schemeClr val="accent2"/>
              </a:effectRef>
              <a:fontRef idx="minor">
                <a:schemeClr val="dk1"/>
              </a:fontRef>
            </p:style>
            <p:txBody>
              <a:bodyPr wrap="none">
                <a:spAutoFit/>
              </a:bodyPr>
              <a:lstStyle/>
              <a:p>
                <a:pPr/>
                <a14:m>
                  <m:oMathPara xmlns:m="http://schemas.openxmlformats.org/officeDocument/2006/math">
                    <m:oMathParaPr>
                      <m:jc m:val="left"/>
                    </m:oMathParaPr>
                    <m:oMath xmlns:m="http://schemas.openxmlformats.org/officeDocument/2006/math">
                      <m:r>
                        <a:rPr lang="en-US" sz="2800" b="1" i="0" smtClean="0">
                          <a:solidFill>
                            <a:srgbClr val="7030A0"/>
                          </a:solidFill>
                          <a:latin typeface="Cambria Math" panose="02040503050406030204" pitchFamily="18" charset="0"/>
                          <a:ea typeface="Cambria Math" panose="02040503050406030204" pitchFamily="18" charset="0"/>
                        </a:rPr>
                        <m:t>∴</m:t>
                      </m:r>
                      <m:r>
                        <a:rPr lang="en-US" sz="2800" b="1" i="0" dirty="0" smtClean="0">
                          <a:solidFill>
                            <a:srgbClr val="7030A0"/>
                          </a:solidFill>
                          <a:latin typeface="Cambria Math" panose="02040503050406030204" pitchFamily="18" charset="0"/>
                        </a:rPr>
                        <m:t>𝐲</m:t>
                      </m:r>
                      <m:d>
                        <m:dPr>
                          <m:ctrlPr>
                            <a:rPr lang="en-US" sz="2800" b="1" i="1" dirty="0" smtClean="0">
                              <a:solidFill>
                                <a:srgbClr val="7030A0"/>
                              </a:solidFill>
                              <a:latin typeface="Cambria Math" panose="02040503050406030204" pitchFamily="18" charset="0"/>
                            </a:rPr>
                          </m:ctrlPr>
                        </m:dPr>
                        <m:e>
                          <m:r>
                            <a:rPr lang="en-US" sz="2800" b="1" i="0" dirty="0" smtClean="0">
                              <a:solidFill>
                                <a:srgbClr val="7030A0"/>
                              </a:solidFill>
                              <a:latin typeface="Cambria Math" panose="02040503050406030204" pitchFamily="18" charset="0"/>
                            </a:rPr>
                            <m:t>𝟐</m:t>
                          </m:r>
                          <m:r>
                            <a:rPr lang="en-US" sz="2800" b="1" i="0" dirty="0" smtClean="0">
                              <a:solidFill>
                                <a:srgbClr val="7030A0"/>
                              </a:solidFill>
                              <a:latin typeface="Cambria Math" panose="02040503050406030204" pitchFamily="18" charset="0"/>
                            </a:rPr>
                            <m:t>.</m:t>
                          </m:r>
                          <m:r>
                            <a:rPr lang="en-US" sz="2800" b="1" i="0" dirty="0" smtClean="0">
                              <a:solidFill>
                                <a:srgbClr val="7030A0"/>
                              </a:solidFill>
                              <a:latin typeface="Cambria Math" panose="02040503050406030204" pitchFamily="18" charset="0"/>
                            </a:rPr>
                            <m:t>𝟒</m:t>
                          </m:r>
                        </m:e>
                      </m:d>
                      <m:r>
                        <m:rPr>
                          <m:nor/>
                        </m:rPr>
                        <a:rPr lang="en-US" sz="2800" b="1" dirty="0" smtClean="0">
                          <a:solidFill>
                            <a:srgbClr val="7030A0"/>
                          </a:solidFill>
                          <a:latin typeface="Cambria Math" panose="02040503050406030204" pitchFamily="18" charset="0"/>
                        </a:rPr>
                        <m:t> </m:t>
                      </m:r>
                      <m:r>
                        <a:rPr lang="en-US" sz="2800" b="1" i="0" dirty="0" smtClean="0">
                          <a:solidFill>
                            <a:srgbClr val="7030A0"/>
                          </a:solidFill>
                          <a:latin typeface="Cambria Math" panose="02040503050406030204" pitchFamily="18" charset="0"/>
                        </a:rPr>
                        <m:t>=</m:t>
                      </m:r>
                      <m:r>
                        <a:rPr lang="en-US" sz="2800" b="1" i="0" dirty="0" smtClean="0">
                          <a:solidFill>
                            <a:srgbClr val="7030A0"/>
                          </a:solidFill>
                          <a:latin typeface="Cambria Math" panose="02040503050406030204" pitchFamily="18" charset="0"/>
                        </a:rPr>
                        <m:t>𝟏𝟔</m:t>
                      </m:r>
                      <m:r>
                        <a:rPr lang="en-US" sz="2800" b="1" i="0" dirty="0" smtClean="0">
                          <a:solidFill>
                            <a:srgbClr val="7030A0"/>
                          </a:solidFill>
                          <a:latin typeface="Cambria Math" panose="02040503050406030204" pitchFamily="18" charset="0"/>
                        </a:rPr>
                        <m:t>.</m:t>
                      </m:r>
                      <m:r>
                        <a:rPr lang="en-US" sz="2800" b="1" i="0" dirty="0" smtClean="0">
                          <a:solidFill>
                            <a:srgbClr val="7030A0"/>
                          </a:solidFill>
                          <a:latin typeface="Cambria Math" panose="02040503050406030204" pitchFamily="18" charset="0"/>
                        </a:rPr>
                        <m:t>𝟕𝟎𝟖𝟔</m:t>
                      </m:r>
                    </m:oMath>
                  </m:oMathPara>
                </a14:m>
                <a:endParaRPr lang="en-US" sz="2800" b="1" dirty="0">
                  <a:solidFill>
                    <a:srgbClr val="7030A0"/>
                  </a:solidFill>
                </a:endParaRPr>
              </a:p>
            </p:txBody>
          </p:sp>
        </mc:Choice>
        <mc:Fallback xmlns="">
          <p:sp>
            <p:nvSpPr>
              <p:cNvPr id="25" name="Rectangle 24"/>
              <p:cNvSpPr>
                <a:spLocks noRot="1" noChangeAspect="1" noMove="1" noResize="1" noEditPoints="1" noAdjustHandles="1" noChangeArrowheads="1" noChangeShapeType="1" noTextEdit="1"/>
              </p:cNvSpPr>
              <p:nvPr/>
            </p:nvSpPr>
            <p:spPr>
              <a:xfrm>
                <a:off x="137270" y="5128303"/>
                <a:ext cx="3615542" cy="523220"/>
              </a:xfrm>
              <a:prstGeom prst="rect">
                <a:avLst/>
              </a:prstGeom>
              <a:blipFill rotWithShape="0">
                <a:blip r:embed="rId6"/>
                <a:stretch>
                  <a:fillRect/>
                </a:stretch>
              </a:blipFill>
              <a:ln>
                <a:solidFill>
                  <a:srgbClr val="FF00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1107611" y="4247825"/>
                <a:ext cx="2591928"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r>
                        <m:rPr>
                          <m:sty m:val="p"/>
                        </m:rPr>
                        <a:rPr lang="en-US" sz="280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=16.7086</m:t>
                      </m:r>
                    </m:oMath>
                  </m:oMathPara>
                </a14:m>
                <a:endParaRPr lang="en-US" sz="2800" dirty="0">
                  <a:solidFill>
                    <a:srgbClr val="002060"/>
                  </a:solidFill>
                </a:endParaRPr>
              </a:p>
            </p:txBody>
          </p:sp>
        </mc:Choice>
        <mc:Fallback xmlns="">
          <p:sp>
            <p:nvSpPr>
              <p:cNvPr id="10" name="Rectangle 9"/>
              <p:cNvSpPr>
                <a:spLocks noRot="1" noChangeAspect="1" noMove="1" noResize="1" noEditPoints="1" noAdjustHandles="1" noChangeArrowheads="1" noChangeShapeType="1" noTextEdit="1"/>
              </p:cNvSpPr>
              <p:nvPr/>
            </p:nvSpPr>
            <p:spPr>
              <a:xfrm>
                <a:off x="1107611" y="4247825"/>
                <a:ext cx="2591928" cy="523220"/>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ounded Rectangle 10"/>
              <p:cNvSpPr/>
              <p:nvPr/>
            </p:nvSpPr>
            <p:spPr>
              <a:xfrm>
                <a:off x="7849573" y="3981631"/>
                <a:ext cx="4270449" cy="1055608"/>
              </a:xfrm>
              <a:prstGeom prst="roundRect">
                <a:avLst/>
              </a:prstGeom>
              <a:solidFill>
                <a:schemeClr val="accent6">
                  <a:lumMod val="20000"/>
                  <a:lumOff val="8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r>
                  <a:rPr lang="en-US" sz="2800" dirty="0">
                    <a:solidFill>
                      <a:srgbClr val="7030A0"/>
                    </a:solidFill>
                  </a:rPr>
                  <a:t>Calculation in calculator</a:t>
                </a:r>
              </a:p>
              <a:p>
                <a:pPr algn="ctr"/>
                <a14:m>
                  <m:oMathPara xmlns:m="http://schemas.openxmlformats.org/officeDocument/2006/math">
                    <m:oMathParaPr>
                      <m:jc m:val="centerGroup"/>
                    </m:oMathParaPr>
                    <m:oMath xmlns:m="http://schemas.openxmlformats.org/officeDocument/2006/math">
                      <m:r>
                        <m:rPr>
                          <m:sty m:val="p"/>
                        </m:rPr>
                        <a:rPr lang="en-US" sz="2800" b="0" i="0" smtClean="0">
                          <a:solidFill>
                            <a:srgbClr val="7030A0"/>
                          </a:solidFill>
                          <a:latin typeface="Cambria Math" panose="02040503050406030204" pitchFamily="18" charset="0"/>
                        </a:rPr>
                        <m:t>a</m:t>
                      </m:r>
                      <m:r>
                        <a:rPr lang="en-US" sz="2800" b="0" i="0" smtClean="0">
                          <a:solidFill>
                            <a:srgbClr val="7030A0"/>
                          </a:solidFill>
                          <a:latin typeface="Cambria Math" panose="02040503050406030204" pitchFamily="18" charset="0"/>
                        </a:rPr>
                        <m:t>+</m:t>
                      </m:r>
                      <m:d>
                        <m:dPr>
                          <m:ctrlPr>
                            <a:rPr lang="en-US" sz="2800" b="0" i="1" smtClean="0">
                              <a:solidFill>
                                <a:srgbClr val="7030A0"/>
                              </a:solidFill>
                              <a:latin typeface="Cambria Math" panose="02040503050406030204" pitchFamily="18" charset="0"/>
                            </a:rPr>
                          </m:ctrlPr>
                        </m:dPr>
                        <m:e>
                          <m:r>
                            <m:rPr>
                              <m:sty m:val="p"/>
                            </m:rPr>
                            <a:rPr lang="en-US" sz="2800" b="0" i="0" smtClean="0">
                              <a:solidFill>
                                <a:srgbClr val="7030A0"/>
                              </a:solidFill>
                              <a:latin typeface="Cambria Math" panose="02040503050406030204" pitchFamily="18" charset="0"/>
                            </a:rPr>
                            <m:t>b</m:t>
                          </m:r>
                          <m:r>
                            <a:rPr lang="en-US" sz="2800" i="1">
                              <a:solidFill>
                                <a:srgbClr val="7030A0"/>
                              </a:solidFill>
                              <a:latin typeface="Cambria Math" panose="02040503050406030204" pitchFamily="18" charset="0"/>
                              <a:ea typeface="Cambria Math" panose="02040503050406030204" pitchFamily="18" charset="0"/>
                            </a:rPr>
                            <m:t>×</m:t>
                          </m:r>
                          <m:r>
                            <a:rPr lang="en-US" sz="2800" b="0" i="0" smtClean="0">
                              <a:solidFill>
                                <a:srgbClr val="7030A0"/>
                              </a:solidFill>
                              <a:latin typeface="Cambria Math" panose="02040503050406030204" pitchFamily="18" charset="0"/>
                            </a:rPr>
                            <m:t>2.4</m:t>
                          </m:r>
                        </m:e>
                      </m:d>
                      <m:r>
                        <a:rPr lang="en-US" sz="2800" b="0" i="0" smtClean="0">
                          <a:solidFill>
                            <a:srgbClr val="7030A0"/>
                          </a:solidFill>
                          <a:latin typeface="Cambria Math" panose="02040503050406030204" pitchFamily="18" charset="0"/>
                        </a:rPr>
                        <m:t>+</m:t>
                      </m:r>
                      <m:r>
                        <a:rPr lang="en-US" sz="2800" i="0" smtClean="0">
                          <a:solidFill>
                            <a:srgbClr val="7030A0"/>
                          </a:solidFill>
                          <a:latin typeface="Cambria Math" panose="02040503050406030204" pitchFamily="18" charset="0"/>
                        </a:rPr>
                        <m:t>(</m:t>
                      </m:r>
                      <m:sSup>
                        <m:sSupPr>
                          <m:ctrlPr>
                            <a:rPr lang="en-US" sz="2800" b="0" i="1" smtClean="0">
                              <a:solidFill>
                                <a:srgbClr val="7030A0"/>
                              </a:solidFill>
                              <a:latin typeface="Cambria Math" panose="02040503050406030204" pitchFamily="18" charset="0"/>
                            </a:rPr>
                          </m:ctrlPr>
                        </m:sSupPr>
                        <m:e>
                          <m:r>
                            <m:rPr>
                              <m:sty m:val="p"/>
                            </m:rPr>
                            <a:rPr lang="en-US" sz="2800" b="0" i="0" smtClean="0">
                              <a:solidFill>
                                <a:srgbClr val="7030A0"/>
                              </a:solidFill>
                              <a:latin typeface="Cambria Math" panose="02040503050406030204" pitchFamily="18" charset="0"/>
                            </a:rPr>
                            <m:t>c</m:t>
                          </m:r>
                          <m:r>
                            <a:rPr lang="en-US" sz="2800" b="0" i="1" smtClean="0">
                              <a:solidFill>
                                <a:srgbClr val="7030A0"/>
                              </a:solidFill>
                              <a:latin typeface="Cambria Math" panose="02040503050406030204" pitchFamily="18" charset="0"/>
                              <a:ea typeface="Cambria Math" panose="02040503050406030204" pitchFamily="18" charset="0"/>
                            </a:rPr>
                            <m:t>×</m:t>
                          </m:r>
                          <m:r>
                            <a:rPr lang="en-US" sz="2800" b="0" i="0" smtClean="0">
                              <a:solidFill>
                                <a:srgbClr val="7030A0"/>
                              </a:solidFill>
                              <a:latin typeface="Cambria Math" panose="02040503050406030204" pitchFamily="18" charset="0"/>
                            </a:rPr>
                            <m:t>2.4</m:t>
                          </m:r>
                        </m:e>
                        <m:sup>
                          <m:r>
                            <a:rPr lang="en-US" sz="2800" b="0" i="0" smtClean="0">
                              <a:solidFill>
                                <a:srgbClr val="7030A0"/>
                              </a:solidFill>
                              <a:latin typeface="Cambria Math" panose="02040503050406030204" pitchFamily="18" charset="0"/>
                            </a:rPr>
                            <m:t>2</m:t>
                          </m:r>
                        </m:sup>
                      </m:sSup>
                      <m:r>
                        <a:rPr lang="en-US" sz="2800" b="0" i="0" smtClean="0">
                          <a:solidFill>
                            <a:srgbClr val="7030A0"/>
                          </a:solidFill>
                          <a:latin typeface="Cambria Math" panose="02040503050406030204" pitchFamily="18" charset="0"/>
                        </a:rPr>
                        <m:t>)</m:t>
                      </m:r>
                    </m:oMath>
                  </m:oMathPara>
                </a14:m>
                <a:endParaRPr lang="en-US" sz="2800" dirty="0">
                  <a:solidFill>
                    <a:srgbClr val="7030A0"/>
                  </a:solidFill>
                </a:endParaRPr>
              </a:p>
            </p:txBody>
          </p:sp>
        </mc:Choice>
        <mc:Fallback xmlns="">
          <p:sp>
            <p:nvSpPr>
              <p:cNvPr id="11" name="Rounded Rectangle 10"/>
              <p:cNvSpPr>
                <a:spLocks noRot="1" noChangeAspect="1" noMove="1" noResize="1" noEditPoints="1" noAdjustHandles="1" noChangeArrowheads="1" noChangeShapeType="1" noTextEdit="1"/>
              </p:cNvSpPr>
              <p:nvPr/>
            </p:nvSpPr>
            <p:spPr>
              <a:xfrm>
                <a:off x="7849573" y="3981631"/>
                <a:ext cx="4270449" cy="1055608"/>
              </a:xfrm>
              <a:prstGeom prst="roundRect">
                <a:avLst/>
              </a:prstGeom>
              <a:blipFill rotWithShape="0">
                <a:blip r:embed="rId8"/>
                <a:stretch>
                  <a:fillRect/>
                </a:stretch>
              </a:blipFill>
              <a:ln>
                <a:solidFill>
                  <a:srgbClr val="7030A0"/>
                </a:solidFill>
              </a:ln>
            </p:spPr>
            <p:txBody>
              <a:bodyPr/>
              <a:lstStyle/>
              <a:p>
                <a:r>
                  <a:rPr lang="en-US">
                    <a:noFill/>
                  </a:rPr>
                  <a:t> </a:t>
                </a:r>
              </a:p>
            </p:txBody>
          </p:sp>
        </mc:Fallback>
      </mc:AlternateContent>
    </p:spTree>
    <p:extLst>
      <p:ext uri="{BB962C8B-B14F-4D97-AF65-F5344CB8AC3E}">
        <p14:creationId xmlns:p14="http://schemas.microsoft.com/office/powerpoint/2010/main" val="1846613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3" grpId="0"/>
      <p:bldP spid="25" grpId="0" animBg="1"/>
      <p:bldP spid="10" grpId="0"/>
      <p:bldP spid="11" grpId="0" animBg="1"/>
    </p:bld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7" y="869082"/>
                <a:ext cx="11929643" cy="82296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Fit a second – degree parabola </a:t>
                </a:r>
                <a14:m>
                  <m:oMath xmlns:m="http://schemas.openxmlformats.org/officeDocument/2006/math">
                    <m:r>
                      <m:rPr>
                        <m:sty m:val="p"/>
                      </m:rPr>
                      <a:rPr lang="en-US">
                        <a:latin typeface="Cambria Math" panose="02040503050406030204" pitchFamily="18" charset="0"/>
                      </a:rPr>
                      <m:t>y</m:t>
                    </m:r>
                    <m:r>
                      <a:rPr lang="en-US">
                        <a:latin typeface="Cambria Math" panose="02040503050406030204" pitchFamily="18" charset="0"/>
                      </a:rPr>
                      <m:t>=</m:t>
                    </m:r>
                    <m:r>
                      <m:rPr>
                        <m:sty m:val="p"/>
                      </m:rPr>
                      <a:rPr lang="en-US">
                        <a:latin typeface="Cambria Math" panose="02040503050406030204" pitchFamily="18" charset="0"/>
                      </a:rPr>
                      <m:t>a</m:t>
                    </m:r>
                    <m:sSup>
                      <m:sSupPr>
                        <m:ctrlPr>
                          <a:rPr lang="en-US" i="1">
                            <a:latin typeface="Cambria Math" panose="02040503050406030204" pitchFamily="18" charset="0"/>
                          </a:rPr>
                        </m:ctrlPr>
                      </m:sSupPr>
                      <m:e>
                        <m:r>
                          <m:rPr>
                            <m:sty m:val="p"/>
                          </m:rPr>
                          <a:rPr lang="en-US">
                            <a:latin typeface="Cambria Math" panose="02040503050406030204" pitchFamily="18" charset="0"/>
                          </a:rPr>
                          <m:t>x</m:t>
                        </m:r>
                      </m:e>
                      <m:sup>
                        <m:r>
                          <a:rPr lang="en-US">
                            <a:latin typeface="Cambria Math" panose="02040503050406030204" pitchFamily="18" charset="0"/>
                          </a:rPr>
                          <m:t>2</m:t>
                        </m:r>
                      </m:sup>
                    </m:sSup>
                    <m:r>
                      <a:rPr lang="en-US">
                        <a:latin typeface="Cambria Math" panose="02040503050406030204" pitchFamily="18" charset="0"/>
                      </a:rPr>
                      <m:t>+</m:t>
                    </m:r>
                    <m:r>
                      <m:rPr>
                        <m:sty m:val="p"/>
                      </m:rPr>
                      <a:rPr lang="en-US">
                        <a:latin typeface="Cambria Math" panose="02040503050406030204" pitchFamily="18" charset="0"/>
                      </a:rPr>
                      <m:t>bx</m:t>
                    </m:r>
                    <m:r>
                      <a:rPr lang="en-US">
                        <a:latin typeface="Cambria Math" panose="02040503050406030204" pitchFamily="18" charset="0"/>
                      </a:rPr>
                      <m:t>+</m:t>
                    </m:r>
                    <m:r>
                      <m:rPr>
                        <m:sty m:val="p"/>
                      </m:rPr>
                      <a:rPr lang="en-US">
                        <a:latin typeface="Cambria Math" panose="02040503050406030204" pitchFamily="18" charset="0"/>
                      </a:rPr>
                      <m:t>c</m:t>
                    </m:r>
                  </m:oMath>
                </a14:m>
                <a:r>
                  <a:rPr lang="en-US" dirty="0"/>
                  <a:t> to the following data:</a:t>
                </a: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7" y="869082"/>
                <a:ext cx="11929643" cy="822960"/>
              </a:xfrm>
              <a:prstGeom prst="rect">
                <a:avLst/>
              </a:prstGeom>
              <a:blipFill rotWithShape="0">
                <a:blip r:embed="rId2"/>
                <a:stretch>
                  <a:fillRect l="-1074" b="-7407"/>
                </a:stretch>
              </a:blipFill>
              <a:ln>
                <a:noFill/>
              </a:ln>
            </p:spPr>
            <p:txBody>
              <a:bodyPr/>
              <a:lstStyle/>
              <a:p>
                <a:r>
                  <a:rPr lang="en-US">
                    <a:noFill/>
                  </a:rPr>
                  <a:t> </a:t>
                </a:r>
              </a:p>
            </p:txBody>
          </p:sp>
        </mc:Fallback>
      </mc:AlternateContent>
      <p:sp>
        <p:nvSpPr>
          <p:cNvPr id="2" name="Title 1"/>
          <p:cNvSpPr>
            <a:spLocks noGrp="1"/>
          </p:cNvSpPr>
          <p:nvPr>
            <p:ph type="title"/>
          </p:nvPr>
        </p:nvSpPr>
        <p:spPr/>
        <p:txBody>
          <a:bodyPr/>
          <a:lstStyle/>
          <a:p>
            <a:r>
              <a:rPr lang="en-GB" dirty="0"/>
              <a:t>Method 4.2 ⇝ Example 2</a:t>
            </a:r>
            <a:endParaRPr lang="en-US" dirty="0"/>
          </a:p>
        </p:txBody>
      </p:sp>
      <p:sp>
        <p:nvSpPr>
          <p:cNvPr id="50" name="Rectangle 49">
            <a:extLst>
              <a:ext uri="{FF2B5EF4-FFF2-40B4-BE49-F238E27FC236}">
                <a16:creationId xmlns:a16="http://schemas.microsoft.com/office/drawing/2014/main" id="{B2D3FB0B-D709-43AC-B65F-29361B504B61}"/>
              </a:ext>
            </a:extLst>
          </p:cNvPr>
          <p:cNvSpPr/>
          <p:nvPr/>
        </p:nvSpPr>
        <p:spPr>
          <a:xfrm>
            <a:off x="131177" y="3170910"/>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146397025"/>
                  </p:ext>
                </p:extLst>
              </p:nvPr>
            </p:nvGraphicFramePr>
            <p:xfrm>
              <a:off x="2711563" y="1841218"/>
              <a:ext cx="7680960" cy="1097280"/>
            </p:xfrm>
            <a:graphic>
              <a:graphicData uri="http://schemas.openxmlformats.org/drawingml/2006/table">
                <a:tbl>
                  <a:tblPr firstRow="1" firstCol="1" bandRow="1">
                    <a:tableStyleId>{E8B1032C-EA38-4F05-BA0D-38AFFFC7BED3}</a:tableStyleId>
                  </a:tblPr>
                  <a:tblGrid>
                    <a:gridCol w="96012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gridCol w="960120">
                      <a:extLst>
                        <a:ext uri="{9D8B030D-6E8A-4147-A177-3AD203B41FA5}">
                          <a16:colId xmlns:a16="http://schemas.microsoft.com/office/drawing/2014/main" val="20004"/>
                        </a:ext>
                      </a:extLst>
                    </a:gridCol>
                    <a:gridCol w="960120">
                      <a:extLst>
                        <a:ext uri="{9D8B030D-6E8A-4147-A177-3AD203B41FA5}">
                          <a16:colId xmlns:a16="http://schemas.microsoft.com/office/drawing/2014/main" val="20005"/>
                        </a:ext>
                      </a:extLst>
                    </a:gridCol>
                    <a:gridCol w="960120">
                      <a:extLst>
                        <a:ext uri="{9D8B030D-6E8A-4147-A177-3AD203B41FA5}">
                          <a16:colId xmlns:a16="http://schemas.microsoft.com/office/drawing/2014/main" val="20006"/>
                        </a:ext>
                      </a:extLst>
                    </a:gridCol>
                    <a:gridCol w="960120">
                      <a:extLst>
                        <a:ext uri="{9D8B030D-6E8A-4147-A177-3AD203B41FA5}">
                          <a16:colId xmlns:a16="http://schemas.microsoft.com/office/drawing/2014/main" val="20007"/>
                        </a:ext>
                      </a:extLst>
                    </a:gridCol>
                  </a:tblGrid>
                  <a:tr h="548640">
                    <a:tc>
                      <a:txBody>
                        <a:bodyPr/>
                        <a:lstStyle/>
                        <a:p>
                          <a:pPr marL="0" marR="0" algn="just">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a:rPr lang="en-US" sz="2800" b="1" i="0" smtClean="0">
                                    <a:solidFill>
                                      <a:srgbClr val="002060"/>
                                    </a:solidFill>
                                    <a:effectLst/>
                                    <a:latin typeface="Cambria Math" panose="02040503050406030204" pitchFamily="18" charset="0"/>
                                    <a:ea typeface="Calibri" panose="020F0502020204030204" pitchFamily="34" charset="0"/>
                                    <a:cs typeface="Shruti" panose="020B0502040204020203" pitchFamily="34" charset="0"/>
                                  </a:rPr>
                                  <m:t>𝐱</m:t>
                                </m:r>
                              </m:oMath>
                            </m:oMathPara>
                          </a14:m>
                          <a:endParaRPr lang="en-US" sz="2800" b="1" i="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just">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0" i="0" smtClean="0">
                                    <a:solidFill>
                                      <a:srgbClr val="002060"/>
                                    </a:solidFill>
                                    <a:effectLst/>
                                    <a:latin typeface="+mn-lt"/>
                                    <a:ea typeface="Calibri" panose="020F0502020204030204" pitchFamily="34" charset="0"/>
                                    <a:cs typeface="Shruti" panose="020B0502040204020203" pitchFamily="34" charset="0"/>
                                  </a:rPr>
                                  <m:t>−3</m:t>
                                </m:r>
                              </m:oMath>
                            </m:oMathPara>
                          </a14:m>
                          <a:endParaRPr lang="en-US" sz="2800" b="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just">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0" i="0" smtClean="0">
                                    <a:solidFill>
                                      <a:srgbClr val="002060"/>
                                    </a:solidFill>
                                    <a:effectLst/>
                                    <a:latin typeface="+mn-lt"/>
                                    <a:ea typeface="Calibri" panose="020F0502020204030204" pitchFamily="34" charset="0"/>
                                    <a:cs typeface="Shruti" panose="020B0502040204020203" pitchFamily="34" charset="0"/>
                                  </a:rPr>
                                  <m:t>−2</m:t>
                                </m:r>
                              </m:oMath>
                            </m:oMathPara>
                          </a14:m>
                          <a:endParaRPr lang="en-US" sz="2800" b="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just">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0" i="0" smtClean="0">
                                    <a:solidFill>
                                      <a:srgbClr val="002060"/>
                                    </a:solidFill>
                                    <a:effectLst/>
                                    <a:latin typeface="+mn-lt"/>
                                    <a:ea typeface="Calibri" panose="020F0502020204030204" pitchFamily="34" charset="0"/>
                                    <a:cs typeface="Shruti" panose="020B0502040204020203" pitchFamily="34" charset="0"/>
                                  </a:rPr>
                                  <m:t>−1</m:t>
                                </m:r>
                              </m:oMath>
                            </m:oMathPara>
                          </a14:m>
                          <a:endParaRPr lang="en-US" sz="2800" b="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just">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0" i="0" smtClean="0">
                                    <a:solidFill>
                                      <a:srgbClr val="002060"/>
                                    </a:solidFill>
                                    <a:effectLst/>
                                    <a:latin typeface="+mn-lt"/>
                                    <a:ea typeface="Calibri" panose="020F0502020204030204" pitchFamily="34" charset="0"/>
                                    <a:cs typeface="Shruti" panose="020B0502040204020203" pitchFamily="34" charset="0"/>
                                  </a:rPr>
                                  <m:t>0</m:t>
                                </m:r>
                              </m:oMath>
                            </m:oMathPara>
                          </a14:m>
                          <a:endParaRPr lang="en-US" sz="2800" b="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1</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2</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3</a:t>
                          </a:r>
                        </a:p>
                      </a:txBody>
                      <a:tcPr marL="68580" marR="68580" marT="0" marB="0" anchor="ctr"/>
                    </a:tc>
                    <a:extLst>
                      <a:ext uri="{0D108BD9-81ED-4DB2-BD59-A6C34878D82A}">
                        <a16:rowId xmlns:a16="http://schemas.microsoft.com/office/drawing/2014/main" val="10000"/>
                      </a:ext>
                    </a:extLst>
                  </a:tr>
                  <a:tr h="548640">
                    <a:tc>
                      <a:txBody>
                        <a:bodyPr/>
                        <a:lstStyle/>
                        <a:p>
                          <a:pPr marL="0" marR="0" algn="just">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a:rPr lang="en-US" sz="2800" b="1" i="0" smtClean="0">
                                    <a:solidFill>
                                      <a:srgbClr val="002060"/>
                                    </a:solidFill>
                                    <a:effectLst/>
                                    <a:latin typeface="Cambria Math" panose="02040503050406030204" pitchFamily="18" charset="0"/>
                                    <a:ea typeface="Calibri" panose="020F0502020204030204" pitchFamily="34" charset="0"/>
                                    <a:cs typeface="Shruti" panose="020B0502040204020203" pitchFamily="34" charset="0"/>
                                  </a:rPr>
                                  <m:t>𝐲</m:t>
                                </m:r>
                              </m:oMath>
                            </m:oMathPara>
                          </a14:m>
                          <a:endParaRPr lang="en-US" sz="2800" b="1" i="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just">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0" i="0" smtClean="0">
                                    <a:solidFill>
                                      <a:srgbClr val="002060"/>
                                    </a:solidFill>
                                    <a:effectLst/>
                                    <a:latin typeface="+mn-lt"/>
                                    <a:ea typeface="Calibri" panose="020F0502020204030204" pitchFamily="34" charset="0"/>
                                    <a:cs typeface="Shruti" panose="020B0502040204020203" pitchFamily="34" charset="0"/>
                                  </a:rPr>
                                  <m:t>12</m:t>
                                </m:r>
                              </m:oMath>
                            </m:oMathPara>
                          </a14:m>
                          <a:endParaRPr lang="en-US" sz="2800" b="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just">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0" i="0" smtClean="0">
                                    <a:solidFill>
                                      <a:srgbClr val="002060"/>
                                    </a:solidFill>
                                    <a:effectLst/>
                                    <a:latin typeface="+mn-lt"/>
                                    <a:ea typeface="Calibri" panose="020F0502020204030204" pitchFamily="34" charset="0"/>
                                    <a:cs typeface="Shruti" panose="020B0502040204020203" pitchFamily="34" charset="0"/>
                                  </a:rPr>
                                  <m:t>4</m:t>
                                </m:r>
                              </m:oMath>
                            </m:oMathPara>
                          </a14:m>
                          <a:endParaRPr lang="en-US" sz="2800" b="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just">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0" i="0" smtClean="0">
                                    <a:solidFill>
                                      <a:srgbClr val="002060"/>
                                    </a:solidFill>
                                    <a:effectLst/>
                                    <a:latin typeface="+mn-lt"/>
                                    <a:ea typeface="Calibri" panose="020F0502020204030204" pitchFamily="34" charset="0"/>
                                    <a:cs typeface="Shruti" panose="020B0502040204020203" pitchFamily="34" charset="0"/>
                                  </a:rPr>
                                  <m:t>1</m:t>
                                </m:r>
                              </m:oMath>
                            </m:oMathPara>
                          </a14:m>
                          <a:endParaRPr lang="en-US" sz="2800" b="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just">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0" i="0" smtClean="0">
                                    <a:solidFill>
                                      <a:srgbClr val="002060"/>
                                    </a:solidFill>
                                    <a:effectLst/>
                                    <a:latin typeface="+mn-lt"/>
                                    <a:ea typeface="Calibri" panose="020F0502020204030204" pitchFamily="34" charset="0"/>
                                    <a:cs typeface="Shruti" panose="020B0502040204020203" pitchFamily="34" charset="0"/>
                                  </a:rPr>
                                  <m:t>2</m:t>
                                </m:r>
                              </m:oMath>
                            </m:oMathPara>
                          </a14:m>
                          <a:endParaRPr lang="en-US" sz="2800" b="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7</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15</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30</a:t>
                          </a:r>
                        </a:p>
                      </a:txBody>
                      <a:tcPr marL="68580" marR="68580" marT="0" marB="0" anchor="ctr"/>
                    </a:tc>
                    <a:extLst>
                      <a:ext uri="{0D108BD9-81ED-4DB2-BD59-A6C34878D82A}">
                        <a16:rowId xmlns:a16="http://schemas.microsoft.com/office/drawing/2014/main" val="10001"/>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146397025"/>
                  </p:ext>
                </p:extLst>
              </p:nvPr>
            </p:nvGraphicFramePr>
            <p:xfrm>
              <a:off x="2711563" y="1841218"/>
              <a:ext cx="7680960" cy="1097280"/>
            </p:xfrm>
            <a:graphic>
              <a:graphicData uri="http://schemas.openxmlformats.org/drawingml/2006/table">
                <a:tbl>
                  <a:tblPr firstRow="1" firstCol="1" bandRow="1">
                    <a:tableStyleId>{E8B1032C-EA38-4F05-BA0D-38AFFFC7BED3}</a:tableStyleId>
                  </a:tblPr>
                  <a:tblGrid>
                    <a:gridCol w="960120"/>
                    <a:gridCol w="960120"/>
                    <a:gridCol w="960120"/>
                    <a:gridCol w="960120"/>
                    <a:gridCol w="960120"/>
                    <a:gridCol w="960120"/>
                    <a:gridCol w="960120"/>
                    <a:gridCol w="960120"/>
                  </a:tblGrid>
                  <a:tr h="548640">
                    <a:tc>
                      <a:txBody>
                        <a:bodyPr/>
                        <a:lstStyle/>
                        <a:p>
                          <a:endParaRPr lang="en-US"/>
                        </a:p>
                      </a:txBody>
                      <a:tcPr marL="68580" marR="68580" marT="0" marB="0" anchor="ctr">
                        <a:blipFill rotWithShape="0">
                          <a:blip r:embed="rId3"/>
                          <a:stretch>
                            <a:fillRect l="-633" t="-8791" r="-700000" b="-126374"/>
                          </a:stretch>
                        </a:blipFill>
                      </a:tcPr>
                    </a:tc>
                    <a:tc>
                      <a:txBody>
                        <a:bodyPr/>
                        <a:lstStyle/>
                        <a:p>
                          <a:endParaRPr lang="en-US"/>
                        </a:p>
                      </a:txBody>
                      <a:tcPr marL="68580" marR="68580" marT="0" marB="0" anchor="ctr">
                        <a:blipFill rotWithShape="0">
                          <a:blip r:embed="rId3"/>
                          <a:stretch>
                            <a:fillRect l="-101274" t="-8791" r="-604459" b="-126374"/>
                          </a:stretch>
                        </a:blipFill>
                      </a:tcPr>
                    </a:tc>
                    <a:tc>
                      <a:txBody>
                        <a:bodyPr/>
                        <a:lstStyle/>
                        <a:p>
                          <a:endParaRPr lang="en-US"/>
                        </a:p>
                      </a:txBody>
                      <a:tcPr marL="68580" marR="68580" marT="0" marB="0" anchor="ctr">
                        <a:blipFill rotWithShape="0">
                          <a:blip r:embed="rId3"/>
                          <a:stretch>
                            <a:fillRect l="-200000" t="-8791" r="-500633" b="-126374"/>
                          </a:stretch>
                        </a:blipFill>
                      </a:tcPr>
                    </a:tc>
                    <a:tc>
                      <a:txBody>
                        <a:bodyPr/>
                        <a:lstStyle/>
                        <a:p>
                          <a:endParaRPr lang="en-US"/>
                        </a:p>
                      </a:txBody>
                      <a:tcPr marL="68580" marR="68580" marT="0" marB="0" anchor="ctr">
                        <a:blipFill rotWithShape="0">
                          <a:blip r:embed="rId3"/>
                          <a:stretch>
                            <a:fillRect l="-300000" t="-8791" r="-400633" b="-126374"/>
                          </a:stretch>
                        </a:blipFill>
                      </a:tcPr>
                    </a:tc>
                    <a:tc>
                      <a:txBody>
                        <a:bodyPr/>
                        <a:lstStyle/>
                        <a:p>
                          <a:endParaRPr lang="en-US"/>
                        </a:p>
                      </a:txBody>
                      <a:tcPr marL="68580" marR="68580" marT="0" marB="0" anchor="ctr">
                        <a:blipFill rotWithShape="0">
                          <a:blip r:embed="rId3"/>
                          <a:stretch>
                            <a:fillRect l="-402548" t="-8791" r="-303185" b="-126374"/>
                          </a:stretch>
                        </a:blipFill>
                      </a:tcPr>
                    </a:tc>
                    <a:tc>
                      <a:txBody>
                        <a:bodyPr/>
                        <a:lstStyle/>
                        <a:p>
                          <a:pPr marL="0" marR="0" algn="ctr">
                            <a:lnSpc>
                              <a:spcPct val="100000"/>
                            </a:lnSpc>
                            <a:spcBef>
                              <a:spcPts val="0"/>
                            </a:spcBef>
                            <a:spcAft>
                              <a:spcPts val="0"/>
                            </a:spcAft>
                            <a:tabLst>
                              <a:tab pos="0" algn="l"/>
                              <a:tab pos="447675" algn="l"/>
                            </a:tabLst>
                          </a:pPr>
                          <a:r>
                            <a:rPr lang="en-US" sz="2800" b="0" dirty="0" smtClean="0">
                              <a:solidFill>
                                <a:srgbClr val="002060"/>
                              </a:solidFill>
                              <a:effectLst/>
                              <a:latin typeface="+mn-lt"/>
                              <a:ea typeface="Calibri" panose="020F0502020204030204" pitchFamily="34" charset="0"/>
                              <a:cs typeface="Shruti" panose="020B0502040204020203" pitchFamily="34" charset="0"/>
                            </a:rPr>
                            <a:t>1</a:t>
                          </a:r>
                          <a:endParaRPr lang="en-US" sz="2800" b="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smtClean="0">
                              <a:solidFill>
                                <a:srgbClr val="002060"/>
                              </a:solidFill>
                              <a:effectLst/>
                              <a:latin typeface="+mn-lt"/>
                              <a:ea typeface="Calibri" panose="020F0502020204030204" pitchFamily="34" charset="0"/>
                              <a:cs typeface="Shruti" panose="020B0502040204020203" pitchFamily="34" charset="0"/>
                            </a:rPr>
                            <a:t>2</a:t>
                          </a:r>
                          <a:endParaRPr lang="en-US" sz="2800" b="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smtClean="0">
                              <a:solidFill>
                                <a:srgbClr val="002060"/>
                              </a:solidFill>
                              <a:effectLst/>
                              <a:latin typeface="+mn-lt"/>
                              <a:ea typeface="Calibri" panose="020F0502020204030204" pitchFamily="34" charset="0"/>
                              <a:cs typeface="Shruti" panose="020B0502040204020203" pitchFamily="34" charset="0"/>
                            </a:rPr>
                            <a:t>3</a:t>
                          </a:r>
                          <a:endParaRPr lang="en-US" sz="2800" b="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r>
                  <a:tr h="548640">
                    <a:tc>
                      <a:txBody>
                        <a:bodyPr/>
                        <a:lstStyle/>
                        <a:p>
                          <a:endParaRPr lang="en-US"/>
                        </a:p>
                      </a:txBody>
                      <a:tcPr marL="68580" marR="68580" marT="0" marB="0" anchor="ctr">
                        <a:blipFill rotWithShape="0">
                          <a:blip r:embed="rId3"/>
                          <a:stretch>
                            <a:fillRect l="-633" t="-110000" r="-700000" b="-27778"/>
                          </a:stretch>
                        </a:blipFill>
                      </a:tcPr>
                    </a:tc>
                    <a:tc>
                      <a:txBody>
                        <a:bodyPr/>
                        <a:lstStyle/>
                        <a:p>
                          <a:endParaRPr lang="en-US"/>
                        </a:p>
                      </a:txBody>
                      <a:tcPr marL="68580" marR="68580" marT="0" marB="0" anchor="ctr">
                        <a:blipFill rotWithShape="0">
                          <a:blip r:embed="rId3"/>
                          <a:stretch>
                            <a:fillRect l="-101274" t="-110000" r="-604459" b="-27778"/>
                          </a:stretch>
                        </a:blipFill>
                      </a:tcPr>
                    </a:tc>
                    <a:tc>
                      <a:txBody>
                        <a:bodyPr/>
                        <a:lstStyle/>
                        <a:p>
                          <a:endParaRPr lang="en-US"/>
                        </a:p>
                      </a:txBody>
                      <a:tcPr marL="68580" marR="68580" marT="0" marB="0" anchor="ctr">
                        <a:blipFill rotWithShape="0">
                          <a:blip r:embed="rId3"/>
                          <a:stretch>
                            <a:fillRect l="-200000" t="-110000" r="-500633" b="-27778"/>
                          </a:stretch>
                        </a:blipFill>
                      </a:tcPr>
                    </a:tc>
                    <a:tc>
                      <a:txBody>
                        <a:bodyPr/>
                        <a:lstStyle/>
                        <a:p>
                          <a:endParaRPr lang="en-US"/>
                        </a:p>
                      </a:txBody>
                      <a:tcPr marL="68580" marR="68580" marT="0" marB="0" anchor="ctr">
                        <a:blipFill rotWithShape="0">
                          <a:blip r:embed="rId3"/>
                          <a:stretch>
                            <a:fillRect l="-300000" t="-110000" r="-400633" b="-27778"/>
                          </a:stretch>
                        </a:blipFill>
                      </a:tcPr>
                    </a:tc>
                    <a:tc>
                      <a:txBody>
                        <a:bodyPr/>
                        <a:lstStyle/>
                        <a:p>
                          <a:endParaRPr lang="en-US"/>
                        </a:p>
                      </a:txBody>
                      <a:tcPr marL="68580" marR="68580" marT="0" marB="0" anchor="ctr">
                        <a:blipFill rotWithShape="0">
                          <a:blip r:embed="rId3"/>
                          <a:stretch>
                            <a:fillRect l="-402548" t="-110000" r="-303185" b="-27778"/>
                          </a:stretch>
                        </a:blipFill>
                      </a:tcPr>
                    </a:tc>
                    <a:tc>
                      <a:txBody>
                        <a:bodyPr/>
                        <a:lstStyle/>
                        <a:p>
                          <a:pPr marL="0" marR="0" algn="ctr">
                            <a:lnSpc>
                              <a:spcPct val="100000"/>
                            </a:lnSpc>
                            <a:spcBef>
                              <a:spcPts val="0"/>
                            </a:spcBef>
                            <a:spcAft>
                              <a:spcPts val="0"/>
                            </a:spcAft>
                            <a:tabLst>
                              <a:tab pos="0" algn="l"/>
                              <a:tab pos="447675" algn="l"/>
                            </a:tabLst>
                          </a:pPr>
                          <a:r>
                            <a:rPr lang="en-US" sz="2800" b="0" dirty="0" smtClean="0">
                              <a:solidFill>
                                <a:srgbClr val="002060"/>
                              </a:solidFill>
                              <a:effectLst/>
                              <a:latin typeface="+mn-lt"/>
                              <a:ea typeface="Calibri" panose="020F0502020204030204" pitchFamily="34" charset="0"/>
                              <a:cs typeface="Shruti" panose="020B0502040204020203" pitchFamily="34" charset="0"/>
                            </a:rPr>
                            <a:t>7</a:t>
                          </a:r>
                          <a:endParaRPr lang="en-US" sz="2800" b="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smtClean="0">
                              <a:solidFill>
                                <a:srgbClr val="002060"/>
                              </a:solidFill>
                              <a:effectLst/>
                              <a:latin typeface="+mn-lt"/>
                              <a:ea typeface="Calibri" panose="020F0502020204030204" pitchFamily="34" charset="0"/>
                              <a:cs typeface="Shruti" panose="020B0502040204020203" pitchFamily="34" charset="0"/>
                            </a:rPr>
                            <a:t>15</a:t>
                          </a:r>
                          <a:endParaRPr lang="en-US" sz="2800" b="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smtClean="0">
                              <a:solidFill>
                                <a:srgbClr val="002060"/>
                              </a:solidFill>
                              <a:effectLst/>
                              <a:latin typeface="+mn-lt"/>
                              <a:ea typeface="Calibri" panose="020F0502020204030204" pitchFamily="34" charset="0"/>
                              <a:cs typeface="Shruti" panose="020B0502040204020203" pitchFamily="34" charset="0"/>
                            </a:rPr>
                            <a:t>30</a:t>
                          </a:r>
                          <a:endParaRPr lang="en-US" sz="2800" b="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r>
                </a:tbl>
              </a:graphicData>
            </a:graphic>
          </p:graphicFrame>
        </mc:Fallback>
      </mc:AlternateContent>
      <mc:AlternateContent xmlns:mc="http://schemas.openxmlformats.org/markup-compatibility/2006" xmlns:a14="http://schemas.microsoft.com/office/drawing/2010/main">
        <mc:Choice Requires="a14">
          <p:sp>
            <p:nvSpPr>
              <p:cNvPr id="7" name="Rectangle 6"/>
              <p:cNvSpPr/>
              <p:nvPr/>
            </p:nvSpPr>
            <p:spPr>
              <a:xfrm>
                <a:off x="1625597" y="3170910"/>
                <a:ext cx="6105454" cy="523220"/>
              </a:xfrm>
              <a:prstGeom prst="rect">
                <a:avLst/>
              </a:prstGeom>
            </p:spPr>
            <p:txBody>
              <a:bodyPr wrap="none">
                <a:spAutoFit/>
              </a:bodyPr>
              <a:lstStyle/>
              <a:p>
                <a:r>
                  <a:rPr lang="en-US" sz="2800" dirty="0">
                    <a:solidFill>
                      <a:srgbClr val="002060"/>
                    </a:solidFill>
                  </a:rPr>
                  <a:t>We want to fit parabola </a:t>
                </a:r>
                <a14:m>
                  <m:oMath xmlns:m="http://schemas.openxmlformats.org/officeDocument/2006/math">
                    <m:r>
                      <m:rPr>
                        <m:sty m:val="p"/>
                      </m:rPr>
                      <a:rPr lang="en-US" sz="2800" b="0" i="0" smtClean="0">
                        <a:solidFill>
                          <a:srgbClr val="002060"/>
                        </a:solidFill>
                        <a:latin typeface="Cambria Math" panose="02040503050406030204" pitchFamily="18" charset="0"/>
                      </a:rPr>
                      <m:t>y</m:t>
                    </m:r>
                    <m:r>
                      <a:rPr lang="en-US" sz="2800" b="0" i="0" smtClean="0">
                        <a:solidFill>
                          <a:srgbClr val="002060"/>
                        </a:solidFill>
                        <a:latin typeface="Cambria Math" panose="02040503050406030204" pitchFamily="18" charset="0"/>
                      </a:rPr>
                      <m:t>=</m:t>
                    </m:r>
                    <m:sSup>
                      <m:sSupPr>
                        <m:ctrlPr>
                          <a:rPr lang="en-US" sz="2800" b="0" i="1" smtClean="0">
                            <a:solidFill>
                              <a:srgbClr val="002060"/>
                            </a:solidFill>
                            <a:latin typeface="Cambria Math" panose="02040503050406030204" pitchFamily="18" charset="0"/>
                          </a:rPr>
                        </m:ctrlPr>
                      </m:sSupPr>
                      <m:e>
                        <m:r>
                          <m:rPr>
                            <m:sty m:val="p"/>
                          </m:rPr>
                          <a:rPr lang="en-US" sz="2800" b="0" i="0" smtClean="0">
                            <a:solidFill>
                              <a:srgbClr val="002060"/>
                            </a:solidFill>
                            <a:latin typeface="Cambria Math" panose="02040503050406030204" pitchFamily="18" charset="0"/>
                          </a:rPr>
                          <m:t>ax</m:t>
                        </m:r>
                      </m:e>
                      <m:sup>
                        <m:r>
                          <a:rPr lang="en-US" sz="2800" b="0" i="0" smtClean="0">
                            <a:solidFill>
                              <a:srgbClr val="002060"/>
                            </a:solidFill>
                            <a:latin typeface="Cambria Math" panose="02040503050406030204" pitchFamily="18" charset="0"/>
                          </a:rPr>
                          <m:t>2</m:t>
                        </m:r>
                      </m:sup>
                    </m:sSup>
                    <m:r>
                      <a:rPr lang="en-US" sz="2800" b="0" i="0" smtClean="0">
                        <a:solidFill>
                          <a:srgbClr val="002060"/>
                        </a:solidFill>
                        <a:latin typeface="Cambria Math" panose="02040503050406030204" pitchFamily="18" charset="0"/>
                      </a:rPr>
                      <m:t>+</m:t>
                    </m:r>
                    <m:r>
                      <m:rPr>
                        <m:sty m:val="p"/>
                      </m:rPr>
                      <a:rPr lang="en-US" sz="2800" b="0" i="0" smtClean="0">
                        <a:solidFill>
                          <a:srgbClr val="002060"/>
                        </a:solidFill>
                        <a:latin typeface="Cambria Math" panose="02040503050406030204" pitchFamily="18" charset="0"/>
                      </a:rPr>
                      <m:t>bx</m:t>
                    </m:r>
                    <m:r>
                      <a:rPr lang="en-US" sz="2800" b="0" i="0" smtClean="0">
                        <a:solidFill>
                          <a:srgbClr val="002060"/>
                        </a:solidFill>
                        <a:latin typeface="Cambria Math" panose="02040503050406030204" pitchFamily="18" charset="0"/>
                      </a:rPr>
                      <m:t>+</m:t>
                    </m:r>
                    <m:r>
                      <m:rPr>
                        <m:sty m:val="p"/>
                      </m:rPr>
                      <a:rPr lang="en-US" sz="2800" b="0" i="0" smtClean="0">
                        <a:solidFill>
                          <a:srgbClr val="002060"/>
                        </a:solidFill>
                        <a:latin typeface="Cambria Math" panose="02040503050406030204" pitchFamily="18" charset="0"/>
                      </a:rPr>
                      <m:t>c</m:t>
                    </m:r>
                  </m:oMath>
                </a14:m>
                <a:endParaRPr lang="en-US" sz="2800" dirty="0">
                  <a:solidFill>
                    <a:srgbClr val="002060"/>
                  </a:solidFill>
                </a:endParaRPr>
              </a:p>
            </p:txBody>
          </p:sp>
        </mc:Choice>
        <mc:Fallback xmlns="">
          <p:sp>
            <p:nvSpPr>
              <p:cNvPr id="7" name="Rectangle 6"/>
              <p:cNvSpPr>
                <a:spLocks noRot="1" noChangeAspect="1" noMove="1" noResize="1" noEditPoints="1" noAdjustHandles="1" noChangeArrowheads="1" noChangeShapeType="1" noTextEdit="1"/>
              </p:cNvSpPr>
              <p:nvPr/>
            </p:nvSpPr>
            <p:spPr>
              <a:xfrm>
                <a:off x="1625597" y="3170910"/>
                <a:ext cx="6105454" cy="523220"/>
              </a:xfrm>
              <a:prstGeom prst="rect">
                <a:avLst/>
              </a:prstGeom>
              <a:blipFill rotWithShape="0">
                <a:blip r:embed="rId4"/>
                <a:stretch>
                  <a:fillRect l="-2098" t="-10465" b="-325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1625597" y="3855745"/>
                <a:ext cx="7839838" cy="523220"/>
              </a:xfrm>
              <a:prstGeom prst="rect">
                <a:avLst/>
              </a:prstGeom>
            </p:spPr>
            <p:txBody>
              <a:bodyPr wrap="none">
                <a:spAutoFit/>
              </a:bodyPr>
              <a:lstStyle/>
              <a:p>
                <a:r>
                  <a:rPr lang="en-US" sz="2800" dirty="0">
                    <a:solidFill>
                      <a:srgbClr val="002060"/>
                    </a:solidFill>
                  </a:rPr>
                  <a:t>Which is not in our standard form </a:t>
                </a:r>
                <a14:m>
                  <m:oMath xmlns:m="http://schemas.openxmlformats.org/officeDocument/2006/math">
                    <m:r>
                      <m:rPr>
                        <m:sty m:val="p"/>
                      </m:rPr>
                      <a:rPr lang="en-US" sz="280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m:t>
                    </m:r>
                    <m:r>
                      <m:rPr>
                        <m:sty m:val="p"/>
                      </m:rPr>
                      <a:rPr lang="en-US" sz="2800">
                        <a:solidFill>
                          <a:srgbClr val="002060"/>
                        </a:solidFill>
                        <a:latin typeface="Cambria Math" panose="02040503050406030204" pitchFamily="18" charset="0"/>
                      </a:rPr>
                      <m:t>a</m:t>
                    </m:r>
                    <m:r>
                      <a:rPr lang="en-US" sz="2800">
                        <a:solidFill>
                          <a:srgbClr val="002060"/>
                        </a:solidFill>
                        <a:latin typeface="Cambria Math" panose="02040503050406030204" pitchFamily="18" charset="0"/>
                      </a:rPr>
                      <m:t>+</m:t>
                    </m:r>
                    <m:r>
                      <m:rPr>
                        <m:sty m:val="p"/>
                      </m:rPr>
                      <a:rPr lang="en-US" sz="2800">
                        <a:solidFill>
                          <a:srgbClr val="002060"/>
                        </a:solidFill>
                        <a:latin typeface="Cambria Math" panose="02040503050406030204" pitchFamily="18" charset="0"/>
                      </a:rPr>
                      <m:t>bx</m:t>
                    </m:r>
                    <m:r>
                      <a:rPr lang="en-US" sz="2800" b="0" i="0" smtClean="0">
                        <a:solidFill>
                          <a:srgbClr val="002060"/>
                        </a:solidFill>
                        <a:latin typeface="Cambria Math" panose="02040503050406030204" pitchFamily="18" charset="0"/>
                      </a:rPr>
                      <m:t>+</m:t>
                    </m:r>
                    <m:sSup>
                      <m:sSupPr>
                        <m:ctrlPr>
                          <a:rPr lang="en-US" sz="2800" b="0" i="1" smtClean="0">
                            <a:solidFill>
                              <a:srgbClr val="002060"/>
                            </a:solidFill>
                            <a:latin typeface="Cambria Math" panose="02040503050406030204" pitchFamily="18" charset="0"/>
                          </a:rPr>
                        </m:ctrlPr>
                      </m:sSupPr>
                      <m:e>
                        <m:r>
                          <m:rPr>
                            <m:sty m:val="p"/>
                          </m:rPr>
                          <a:rPr lang="en-US" sz="2800" b="0" i="0" smtClean="0">
                            <a:solidFill>
                              <a:srgbClr val="002060"/>
                            </a:solidFill>
                            <a:latin typeface="Cambria Math" panose="02040503050406030204" pitchFamily="18" charset="0"/>
                          </a:rPr>
                          <m:t>cx</m:t>
                        </m:r>
                      </m:e>
                      <m:sup>
                        <m:r>
                          <a:rPr lang="en-US" sz="2800" b="0" i="0" smtClean="0">
                            <a:solidFill>
                              <a:srgbClr val="002060"/>
                            </a:solidFill>
                            <a:latin typeface="Cambria Math" panose="02040503050406030204" pitchFamily="18" charset="0"/>
                          </a:rPr>
                          <m:t>2</m:t>
                        </m:r>
                      </m:sup>
                    </m:sSup>
                  </m:oMath>
                </a14:m>
                <a:r>
                  <a:rPr lang="en-US" sz="2800" dirty="0">
                    <a:solidFill>
                      <a:srgbClr val="002060"/>
                    </a:solidFill>
                  </a:rPr>
                  <a:t>.</a:t>
                </a:r>
              </a:p>
            </p:txBody>
          </p:sp>
        </mc:Choice>
        <mc:Fallback xmlns="">
          <p:sp>
            <p:nvSpPr>
              <p:cNvPr id="8" name="Rectangle 7"/>
              <p:cNvSpPr>
                <a:spLocks noRot="1" noChangeAspect="1" noMove="1" noResize="1" noEditPoints="1" noAdjustHandles="1" noChangeArrowheads="1" noChangeShapeType="1" noTextEdit="1"/>
              </p:cNvSpPr>
              <p:nvPr/>
            </p:nvSpPr>
            <p:spPr>
              <a:xfrm>
                <a:off x="1625597" y="3855745"/>
                <a:ext cx="7839838" cy="523220"/>
              </a:xfrm>
              <a:prstGeom prst="rect">
                <a:avLst/>
              </a:prstGeom>
              <a:blipFill rotWithShape="0">
                <a:blip r:embed="rId5"/>
                <a:stretch>
                  <a:fillRect l="-1633" t="-11765" b="-341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1628461" y="4540580"/>
                <a:ext cx="4982390" cy="523220"/>
              </a:xfrm>
              <a:prstGeom prst="rect">
                <a:avLst/>
              </a:prstGeom>
            </p:spPr>
            <p:txBody>
              <a:bodyPr wrap="none">
                <a:spAutoFit/>
              </a:bodyPr>
              <a:lstStyle/>
              <a:p>
                <a14:m>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oMath>
                </a14:m>
                <a:r>
                  <a:rPr lang="en-US" sz="2800" dirty="0">
                    <a:solidFill>
                      <a:srgbClr val="002060"/>
                    </a:solidFill>
                  </a:rPr>
                  <a:t> Let us take     </a:t>
                </a:r>
                <a14:m>
                  <m:oMath xmlns:m="http://schemas.openxmlformats.org/officeDocument/2006/math">
                    <m:r>
                      <m:rPr>
                        <m:sty m:val="p"/>
                      </m:rPr>
                      <a:rPr lang="en-US" sz="2800" b="0" i="0" dirty="0" smtClean="0">
                        <a:solidFill>
                          <a:srgbClr val="002060"/>
                        </a:solidFill>
                        <a:latin typeface="Cambria Math" panose="02040503050406030204" pitchFamily="18" charset="0"/>
                      </a:rPr>
                      <m:t>c</m:t>
                    </m:r>
                    <m:r>
                      <a:rPr lang="en-US" sz="2800" b="0" i="0" dirty="0" smtClean="0">
                        <a:solidFill>
                          <a:srgbClr val="002060"/>
                        </a:solidFill>
                        <a:latin typeface="Cambria Math" panose="02040503050406030204" pitchFamily="18" charset="0"/>
                      </a:rPr>
                      <m:t>′=</m:t>
                    </m:r>
                    <m:r>
                      <m:rPr>
                        <m:sty m:val="p"/>
                      </m:rPr>
                      <a:rPr lang="en-US" sz="2800" i="0" dirty="0" smtClean="0">
                        <a:solidFill>
                          <a:srgbClr val="002060"/>
                        </a:solidFill>
                        <a:latin typeface="Cambria Math" panose="02040503050406030204" pitchFamily="18" charset="0"/>
                      </a:rPr>
                      <m:t>a</m:t>
                    </m:r>
                  </m:oMath>
                </a14:m>
                <a:r>
                  <a:rPr lang="en-US" sz="2800" dirty="0">
                    <a:solidFill>
                      <a:srgbClr val="002060"/>
                    </a:solidFill>
                  </a:rPr>
                  <a:t>   &amp;   </a:t>
                </a:r>
                <a14:m>
                  <m:oMath xmlns:m="http://schemas.openxmlformats.org/officeDocument/2006/math">
                    <m:r>
                      <m:rPr>
                        <m:sty m:val="p"/>
                      </m:rPr>
                      <a:rPr lang="en-US" sz="2800" i="0" dirty="0" smtClean="0">
                        <a:solidFill>
                          <a:srgbClr val="002060"/>
                        </a:solidFill>
                        <a:latin typeface="Cambria Math" panose="02040503050406030204" pitchFamily="18" charset="0"/>
                      </a:rPr>
                      <m:t>a</m:t>
                    </m:r>
                    <m:r>
                      <a:rPr lang="en-US" sz="2800" b="0" i="0" dirty="0" smtClean="0">
                        <a:solidFill>
                          <a:srgbClr val="002060"/>
                        </a:solidFill>
                        <a:latin typeface="Cambria Math" panose="02040503050406030204" pitchFamily="18" charset="0"/>
                      </a:rPr>
                      <m:t>′</m:t>
                    </m:r>
                    <m:r>
                      <a:rPr lang="en-US" sz="2800" i="0" dirty="0" smtClean="0">
                        <a:solidFill>
                          <a:srgbClr val="002060"/>
                        </a:solidFill>
                        <a:latin typeface="Cambria Math" panose="02040503050406030204" pitchFamily="18" charset="0"/>
                      </a:rPr>
                      <m:t>=</m:t>
                    </m:r>
                    <m:r>
                      <m:rPr>
                        <m:sty m:val="p"/>
                      </m:rPr>
                      <a:rPr lang="en-US" sz="2800" b="0" i="0" dirty="0" smtClean="0">
                        <a:solidFill>
                          <a:srgbClr val="002060"/>
                        </a:solidFill>
                        <a:latin typeface="Cambria Math" panose="02040503050406030204" pitchFamily="18" charset="0"/>
                      </a:rPr>
                      <m:t>c</m:t>
                    </m:r>
                  </m:oMath>
                </a14:m>
                <a:endParaRPr lang="en-US" sz="2800" dirty="0">
                  <a:solidFill>
                    <a:srgbClr val="002060"/>
                  </a:solidFill>
                </a:endParaRPr>
              </a:p>
            </p:txBody>
          </p:sp>
        </mc:Choice>
        <mc:Fallback xmlns="">
          <p:sp>
            <p:nvSpPr>
              <p:cNvPr id="9" name="Rectangle 8"/>
              <p:cNvSpPr>
                <a:spLocks noRot="1" noChangeAspect="1" noMove="1" noResize="1" noEditPoints="1" noAdjustHandles="1" noChangeArrowheads="1" noChangeShapeType="1" noTextEdit="1"/>
              </p:cNvSpPr>
              <p:nvPr/>
            </p:nvSpPr>
            <p:spPr>
              <a:xfrm>
                <a:off x="1628461" y="4540580"/>
                <a:ext cx="4982390" cy="523220"/>
              </a:xfrm>
              <a:prstGeom prst="rect">
                <a:avLst/>
              </a:prstGeom>
              <a:blipFill rotWithShape="0">
                <a:blip r:embed="rId6"/>
                <a:stretch>
                  <a:fillRect t="-12791"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1625597" y="5225415"/>
                <a:ext cx="3703258" cy="523220"/>
              </a:xfrm>
              <a:prstGeom prst="rect">
                <a:avLst/>
              </a:prstGeom>
            </p:spPr>
            <p:txBody>
              <a:bodyPr wrap="none">
                <a:spAutoFit/>
              </a:bodyPr>
              <a:lstStyle/>
              <a:p>
                <a14:m>
                  <m:oMath xmlns:m="http://schemas.openxmlformats.org/officeDocument/2006/math">
                    <m:r>
                      <a:rPr lang="en-US" sz="2800" i="1">
                        <a:solidFill>
                          <a:srgbClr val="002060"/>
                        </a:solidFill>
                        <a:latin typeface="Cambria Math" panose="02040503050406030204" pitchFamily="18" charset="0"/>
                        <a:ea typeface="Cambria Math" panose="02040503050406030204" pitchFamily="18" charset="0"/>
                      </a:rPr>
                      <m:t>∴ </m:t>
                    </m:r>
                  </m:oMath>
                </a14:m>
                <a:r>
                  <a:rPr lang="en-US" sz="2800" dirty="0">
                    <a:solidFill>
                      <a:srgbClr val="002060"/>
                    </a:solidFill>
                  </a:rPr>
                  <a:t>We will fit the parabola</a:t>
                </a:r>
              </a:p>
            </p:txBody>
          </p:sp>
        </mc:Choice>
        <mc:Fallback xmlns="">
          <p:sp>
            <p:nvSpPr>
              <p:cNvPr id="10" name="Rectangle 9"/>
              <p:cNvSpPr>
                <a:spLocks noRot="1" noChangeAspect="1" noMove="1" noResize="1" noEditPoints="1" noAdjustHandles="1" noChangeArrowheads="1" noChangeShapeType="1" noTextEdit="1"/>
              </p:cNvSpPr>
              <p:nvPr/>
            </p:nvSpPr>
            <p:spPr>
              <a:xfrm>
                <a:off x="1625597" y="5225415"/>
                <a:ext cx="3703258" cy="523220"/>
              </a:xfrm>
              <a:prstGeom prst="rect">
                <a:avLst/>
              </a:prstGeom>
              <a:blipFill rotWithShape="0">
                <a:blip r:embed="rId7"/>
                <a:stretch>
                  <a:fillRect t="-11628" r="-2471"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a:off x="5328855" y="5225415"/>
                <a:ext cx="282731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280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m:t>
                      </m:r>
                      <m:sSup>
                        <m:sSupPr>
                          <m:ctrlPr>
                            <a:rPr lang="en-US" sz="2800" i="1">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ax</m:t>
                          </m:r>
                        </m:e>
                        <m:sup>
                          <m:r>
                            <a:rPr lang="en-US" sz="2800">
                              <a:solidFill>
                                <a:srgbClr val="002060"/>
                              </a:solidFill>
                              <a:latin typeface="Cambria Math" panose="02040503050406030204" pitchFamily="18" charset="0"/>
                            </a:rPr>
                            <m:t>2</m:t>
                          </m:r>
                        </m:sup>
                      </m:sSup>
                      <m:r>
                        <a:rPr lang="en-US" sz="2800">
                          <a:solidFill>
                            <a:srgbClr val="002060"/>
                          </a:solidFill>
                          <a:latin typeface="Cambria Math" panose="02040503050406030204" pitchFamily="18" charset="0"/>
                        </a:rPr>
                        <m:t>+</m:t>
                      </m:r>
                      <m:r>
                        <m:rPr>
                          <m:sty m:val="p"/>
                        </m:rPr>
                        <a:rPr lang="en-US" sz="2800">
                          <a:solidFill>
                            <a:srgbClr val="002060"/>
                          </a:solidFill>
                          <a:latin typeface="Cambria Math" panose="02040503050406030204" pitchFamily="18" charset="0"/>
                        </a:rPr>
                        <m:t>bx</m:t>
                      </m:r>
                      <m:r>
                        <a:rPr lang="en-US" sz="2800">
                          <a:solidFill>
                            <a:srgbClr val="002060"/>
                          </a:solidFill>
                          <a:latin typeface="Cambria Math" panose="02040503050406030204" pitchFamily="18" charset="0"/>
                        </a:rPr>
                        <m:t>+</m:t>
                      </m:r>
                      <m:r>
                        <m:rPr>
                          <m:sty m:val="p"/>
                        </m:rPr>
                        <a:rPr lang="en-US" sz="2800">
                          <a:solidFill>
                            <a:srgbClr val="002060"/>
                          </a:solidFill>
                          <a:latin typeface="Cambria Math" panose="02040503050406030204" pitchFamily="18" charset="0"/>
                        </a:rPr>
                        <m:t>c</m:t>
                      </m:r>
                    </m:oMath>
                  </m:oMathPara>
                </a14:m>
                <a:endParaRPr lang="en-US" sz="2800" dirty="0">
                  <a:solidFill>
                    <a:srgbClr val="002060"/>
                  </a:solidFill>
                </a:endParaRPr>
              </a:p>
            </p:txBody>
          </p:sp>
        </mc:Choice>
        <mc:Fallback xmlns="">
          <p:sp>
            <p:nvSpPr>
              <p:cNvPr id="11" name="Rectangle 10"/>
              <p:cNvSpPr>
                <a:spLocks noRot="1" noChangeAspect="1" noMove="1" noResize="1" noEditPoints="1" noAdjustHandles="1" noChangeArrowheads="1" noChangeShapeType="1" noTextEdit="1"/>
              </p:cNvSpPr>
              <p:nvPr/>
            </p:nvSpPr>
            <p:spPr>
              <a:xfrm>
                <a:off x="5328855" y="5225415"/>
                <a:ext cx="2827312" cy="523220"/>
              </a:xfrm>
              <a:prstGeom prst="rect">
                <a:avLst/>
              </a:prstGeom>
              <a:blipFill rotWithShape="0">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8156167" y="5220542"/>
                <a:ext cx="3533018" cy="53296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b="1" i="0" smtClean="0">
                          <a:solidFill>
                            <a:srgbClr val="7030A0"/>
                          </a:solidFill>
                          <a:latin typeface="Cambria Math" panose="02040503050406030204" pitchFamily="18" charset="0"/>
                          <a:ea typeface="Cambria Math" panose="02040503050406030204" pitchFamily="18" charset="0"/>
                        </a:rPr>
                        <m:t>⇒</m:t>
                      </m:r>
                      <m:r>
                        <a:rPr lang="en-US" sz="2800" b="1" i="0">
                          <a:solidFill>
                            <a:srgbClr val="7030A0"/>
                          </a:solidFill>
                          <a:latin typeface="Cambria Math" panose="02040503050406030204" pitchFamily="18" charset="0"/>
                        </a:rPr>
                        <m:t>𝐲</m:t>
                      </m:r>
                      <m:r>
                        <a:rPr lang="en-US" sz="2800" b="1" i="0">
                          <a:solidFill>
                            <a:srgbClr val="7030A0"/>
                          </a:solidFill>
                          <a:latin typeface="Cambria Math" panose="02040503050406030204" pitchFamily="18" charset="0"/>
                        </a:rPr>
                        <m:t>=</m:t>
                      </m:r>
                      <m:sSup>
                        <m:sSupPr>
                          <m:ctrlPr>
                            <a:rPr lang="en-US" sz="2800" b="1" i="1">
                              <a:solidFill>
                                <a:srgbClr val="7030A0"/>
                              </a:solidFill>
                              <a:latin typeface="Cambria Math" panose="02040503050406030204" pitchFamily="18" charset="0"/>
                            </a:rPr>
                          </m:ctrlPr>
                        </m:sSupPr>
                        <m:e>
                          <m:r>
                            <a:rPr lang="en-US" sz="2800" b="1">
                              <a:solidFill>
                                <a:srgbClr val="7030A0"/>
                              </a:solidFill>
                              <a:latin typeface="Cambria Math" panose="02040503050406030204" pitchFamily="18" charset="0"/>
                            </a:rPr>
                            <m:t>𝐜</m:t>
                          </m:r>
                          <m:r>
                            <a:rPr lang="en-US" sz="2800" b="1">
                              <a:solidFill>
                                <a:srgbClr val="7030A0"/>
                              </a:solidFill>
                              <a:latin typeface="Cambria Math" panose="02040503050406030204" pitchFamily="18" charset="0"/>
                            </a:rPr>
                            <m:t>′</m:t>
                          </m:r>
                          <m:r>
                            <a:rPr lang="en-US" sz="2800" b="1">
                              <a:solidFill>
                                <a:srgbClr val="7030A0"/>
                              </a:solidFill>
                              <a:latin typeface="Cambria Math" panose="02040503050406030204" pitchFamily="18" charset="0"/>
                            </a:rPr>
                            <m:t>𝐱</m:t>
                          </m:r>
                        </m:e>
                        <m:sup>
                          <m:r>
                            <a:rPr lang="en-US" sz="2800" b="1">
                              <a:solidFill>
                                <a:srgbClr val="7030A0"/>
                              </a:solidFill>
                              <a:latin typeface="Cambria Math" panose="02040503050406030204" pitchFamily="18" charset="0"/>
                            </a:rPr>
                            <m:t>𝟐</m:t>
                          </m:r>
                        </m:sup>
                      </m:sSup>
                      <m:r>
                        <a:rPr lang="en-US" sz="2800" b="1" i="0">
                          <a:solidFill>
                            <a:srgbClr val="7030A0"/>
                          </a:solidFill>
                          <a:latin typeface="Cambria Math" panose="02040503050406030204" pitchFamily="18" charset="0"/>
                        </a:rPr>
                        <m:t>+</m:t>
                      </m:r>
                      <m:r>
                        <a:rPr lang="en-US" sz="2800" b="1" i="0">
                          <a:solidFill>
                            <a:srgbClr val="7030A0"/>
                          </a:solidFill>
                          <a:latin typeface="Cambria Math" panose="02040503050406030204" pitchFamily="18" charset="0"/>
                        </a:rPr>
                        <m:t>𝐛𝐱</m:t>
                      </m:r>
                      <m:r>
                        <a:rPr lang="en-US" sz="2800" b="1" i="0">
                          <a:solidFill>
                            <a:srgbClr val="7030A0"/>
                          </a:solidFill>
                          <a:latin typeface="Cambria Math" panose="02040503050406030204" pitchFamily="18" charset="0"/>
                        </a:rPr>
                        <m:t>+</m:t>
                      </m:r>
                      <m:r>
                        <a:rPr lang="en-US" sz="2800" b="1">
                          <a:solidFill>
                            <a:srgbClr val="7030A0"/>
                          </a:solidFill>
                          <a:latin typeface="Cambria Math" panose="02040503050406030204" pitchFamily="18" charset="0"/>
                        </a:rPr>
                        <m:t>𝐚</m:t>
                      </m:r>
                      <m:r>
                        <a:rPr lang="en-US" sz="2800" b="1">
                          <a:solidFill>
                            <a:srgbClr val="7030A0"/>
                          </a:solidFill>
                          <a:latin typeface="Cambria Math" panose="02040503050406030204" pitchFamily="18" charset="0"/>
                        </a:rPr>
                        <m:t>′</m:t>
                      </m:r>
                    </m:oMath>
                  </m:oMathPara>
                </a14:m>
                <a:endParaRPr lang="en-US" sz="2800" b="1" dirty="0">
                  <a:solidFill>
                    <a:srgbClr val="7030A0"/>
                  </a:solidFill>
                </a:endParaRPr>
              </a:p>
            </p:txBody>
          </p:sp>
        </mc:Choice>
        <mc:Fallback xmlns="">
          <p:sp>
            <p:nvSpPr>
              <p:cNvPr id="13" name="Rectangle 12"/>
              <p:cNvSpPr>
                <a:spLocks noRot="1" noChangeAspect="1" noMove="1" noResize="1" noEditPoints="1" noAdjustHandles="1" noChangeArrowheads="1" noChangeShapeType="1" noTextEdit="1"/>
              </p:cNvSpPr>
              <p:nvPr/>
            </p:nvSpPr>
            <p:spPr>
              <a:xfrm>
                <a:off x="8156167" y="5220542"/>
                <a:ext cx="3533018" cy="532966"/>
              </a:xfrm>
              <a:prstGeom prst="rect">
                <a:avLst/>
              </a:prstGeom>
              <a:blipFill rotWithShape="0">
                <a:blip r:embed="rId9"/>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11431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50"/>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nodeType="after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50" grpId="0" animBg="1"/>
    </p:bld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4.2 ⇝ Example 2(</a:t>
            </a:r>
            <a:r>
              <a:rPr lang="en-GB" dirty="0">
                <a:solidFill>
                  <a:srgbClr val="FF0000"/>
                </a:solidFill>
              </a:rPr>
              <a:t>Continue</a:t>
            </a:r>
            <a:r>
              <a:rPr lang="en-GB" dirty="0"/>
              <a:t>)</a:t>
            </a:r>
            <a:endParaRPr lang="en-US" dirty="0"/>
          </a:p>
        </p:txBody>
      </p:sp>
      <mc:AlternateContent xmlns:mc="http://schemas.openxmlformats.org/markup-compatibility/2006" xmlns:a14="http://schemas.microsoft.com/office/drawing/2010/main">
        <mc:Choice Requires="a14">
          <p:sp>
            <p:nvSpPr>
              <p:cNvPr id="4" name="Rectangle 3"/>
              <p:cNvSpPr/>
              <p:nvPr/>
            </p:nvSpPr>
            <p:spPr>
              <a:xfrm>
                <a:off x="115749" y="831469"/>
                <a:ext cx="4170501" cy="523220"/>
              </a:xfrm>
              <a:prstGeom prst="rect">
                <a:avLst/>
              </a:prstGeom>
            </p:spPr>
            <p:txBody>
              <a:bodyPr wrap="none">
                <a:spAutoFit/>
              </a:bodyPr>
              <a:lstStyle/>
              <a:p>
                <a:r>
                  <a:rPr lang="en-US" sz="2800" b="0" i="0" dirty="0">
                    <a:solidFill>
                      <a:srgbClr val="002060"/>
                    </a:solidFill>
                    <a:latin typeface="+mj-lt"/>
                    <a:ea typeface="Cambria Math" panose="02040503050406030204" pitchFamily="18" charset="0"/>
                  </a:rPr>
                  <a:t>From the given data</a:t>
                </a:r>
                <a14:m>
                  <m:oMath xmlns:m="http://schemas.openxmlformats.org/officeDocument/2006/math">
                    <m:r>
                      <a:rPr lang="en-US" sz="2800" b="0" i="0" smtClean="0">
                        <a:solidFill>
                          <a:srgbClr val="002060"/>
                        </a:solidFill>
                        <a:latin typeface="Cambria Math" panose="02040503050406030204" pitchFamily="18" charset="0"/>
                        <a:ea typeface="Cambria Math" panose="02040503050406030204" pitchFamily="18" charset="0"/>
                      </a:rPr>
                      <m:t>   </m:t>
                    </m:r>
                    <m:r>
                      <a:rPr lang="en-US" sz="2800" b="0" i="1" smtClean="0">
                        <a:solidFill>
                          <a:srgbClr val="002060"/>
                        </a:solidFill>
                        <a:latin typeface="Cambria Math" panose="02040503050406030204" pitchFamily="18" charset="0"/>
                        <a:ea typeface="Cambria Math" panose="02040503050406030204" pitchFamily="18" charset="0"/>
                      </a:rPr>
                      <m:t> </m:t>
                    </m:r>
                    <m:r>
                      <m:rPr>
                        <m:sty m:val="p"/>
                      </m:rPr>
                      <a:rPr lang="en-US" sz="2800" b="0" i="0" smtClean="0">
                        <a:solidFill>
                          <a:srgbClr val="002060"/>
                        </a:solidFill>
                        <a:latin typeface="Cambria Math" panose="02040503050406030204" pitchFamily="18" charset="0"/>
                      </a:rPr>
                      <m:t>n</m:t>
                    </m:r>
                    <m:r>
                      <a:rPr lang="en-US" sz="2800" b="0" i="1" smtClean="0">
                        <a:solidFill>
                          <a:srgbClr val="002060"/>
                        </a:solidFill>
                        <a:latin typeface="Cambria Math" panose="02040503050406030204" pitchFamily="18" charset="0"/>
                      </a:rPr>
                      <m:t>=7</m:t>
                    </m:r>
                  </m:oMath>
                </a14:m>
                <a:endParaRPr lang="en-US" sz="2800" dirty="0"/>
              </a:p>
            </p:txBody>
          </p:sp>
        </mc:Choice>
        <mc:Fallback xmlns="">
          <p:sp>
            <p:nvSpPr>
              <p:cNvPr id="4" name="Rectangle 3"/>
              <p:cNvSpPr>
                <a:spLocks noRot="1" noChangeAspect="1" noMove="1" noResize="1" noEditPoints="1" noAdjustHandles="1" noChangeArrowheads="1" noChangeShapeType="1" noTextEdit="1"/>
              </p:cNvSpPr>
              <p:nvPr/>
            </p:nvSpPr>
            <p:spPr>
              <a:xfrm>
                <a:off x="115749" y="831469"/>
                <a:ext cx="4170501" cy="523220"/>
              </a:xfrm>
              <a:prstGeom prst="rect">
                <a:avLst/>
              </a:prstGeom>
              <a:blipFill rotWithShape="0">
                <a:blip r:embed="rId2"/>
                <a:stretch>
                  <a:fillRect l="-3070" t="-11628"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113291" y="2513805"/>
                <a:ext cx="1799788" cy="523220"/>
              </a:xfrm>
              <a:prstGeom prst="rect">
                <a:avLst/>
              </a:prstGeom>
            </p:spPr>
            <p:txBody>
              <a:bodyPr wrap="none">
                <a:spAutoFit/>
              </a:bodyPr>
              <a:lstStyle/>
              <a:p>
                <a:r>
                  <a:rPr lang="en-US" sz="2800" dirty="0">
                    <a:solidFill>
                      <a:srgbClr val="002060"/>
                    </a:solidFill>
                    <a:latin typeface="+mj-lt"/>
                    <a:ea typeface="Cambria Math" panose="02040503050406030204" pitchFamily="18" charset="0"/>
                  </a:rPr>
                  <a:t> </a:t>
                </a:r>
                <a14:m>
                  <m:oMath xmlns:m="http://schemas.openxmlformats.org/officeDocument/2006/math">
                    <m:nary>
                      <m:naryPr>
                        <m:chr m:val="∑"/>
                        <m:limLoc m:val="undOvr"/>
                        <m:subHide m:val="on"/>
                        <m:supHide m:val="on"/>
                        <m:ctrlPr>
                          <a:rPr lang="en-US" sz="2800" i="1">
                            <a:solidFill>
                              <a:srgbClr val="002060"/>
                            </a:solidFill>
                            <a:latin typeface="Cambria Math" panose="02040503050406030204" pitchFamily="18" charset="0"/>
                          </a:rPr>
                        </m:ctrlPr>
                      </m:naryPr>
                      <m:sub/>
                      <m:sup/>
                      <m:e>
                        <m:sSup>
                          <m:sSupPr>
                            <m:ctrlPr>
                              <a:rPr lang="en-US" sz="2800" b="0" i="1" smtClean="0">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x</m:t>
                            </m:r>
                          </m:e>
                          <m:sup>
                            <m:r>
                              <a:rPr lang="en-US" sz="2800" b="0" i="0" smtClean="0">
                                <a:solidFill>
                                  <a:srgbClr val="002060"/>
                                </a:solidFill>
                                <a:latin typeface="Cambria Math" panose="02040503050406030204" pitchFamily="18" charset="0"/>
                              </a:rPr>
                              <m:t>2</m:t>
                            </m:r>
                          </m:sup>
                        </m:sSup>
                      </m:e>
                    </m:nary>
                    <m:r>
                      <a:rPr lang="en-US" sz="2800" b="0" i="1" smtClean="0">
                        <a:solidFill>
                          <a:srgbClr val="002060"/>
                        </a:solidFill>
                        <a:latin typeface="Cambria Math" panose="02040503050406030204" pitchFamily="18" charset="0"/>
                      </a:rPr>
                      <m:t>=28</m:t>
                    </m:r>
                  </m:oMath>
                </a14:m>
                <a:endParaRPr lang="en-US" sz="2800" dirty="0"/>
              </a:p>
            </p:txBody>
          </p:sp>
        </mc:Choice>
        <mc:Fallback xmlns="">
          <p:sp>
            <p:nvSpPr>
              <p:cNvPr id="6" name="Rectangle 5"/>
              <p:cNvSpPr>
                <a:spLocks noRot="1" noChangeAspect="1" noMove="1" noResize="1" noEditPoints="1" noAdjustHandles="1" noChangeArrowheads="1" noChangeShapeType="1" noTextEdit="1"/>
              </p:cNvSpPr>
              <p:nvPr/>
            </p:nvSpPr>
            <p:spPr>
              <a:xfrm>
                <a:off x="113291" y="2513805"/>
                <a:ext cx="1799788" cy="52322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113291" y="1685054"/>
                <a:ext cx="1419812" cy="523220"/>
              </a:xfrm>
              <a:prstGeom prst="rect">
                <a:avLst/>
              </a:prstGeom>
            </p:spPr>
            <p:txBody>
              <a:bodyPr wrap="none">
                <a:spAutoFit/>
              </a:bodyPr>
              <a:lstStyle/>
              <a:p>
                <a:r>
                  <a:rPr lang="en-US" sz="2800" dirty="0">
                    <a:solidFill>
                      <a:schemeClr val="bg1"/>
                    </a:solidFill>
                    <a:ea typeface="Cambria Math" panose="02040503050406030204" pitchFamily="18" charset="0"/>
                  </a:rPr>
                  <a:t> </a:t>
                </a:r>
                <a14:m>
                  <m:oMath xmlns:m="http://schemas.openxmlformats.org/officeDocument/2006/math">
                    <m:nary>
                      <m:naryPr>
                        <m:chr m:val="∑"/>
                        <m:limLoc m:val="undOvr"/>
                        <m:subHide m:val="on"/>
                        <m:supHide m:val="on"/>
                        <m:ctrlPr>
                          <a:rPr lang="en-US" sz="2800" i="1">
                            <a:solidFill>
                              <a:srgbClr val="002060"/>
                            </a:solidFill>
                            <a:latin typeface="Cambria Math" panose="02040503050406030204" pitchFamily="18" charset="0"/>
                          </a:rPr>
                        </m:ctrlPr>
                      </m:naryPr>
                      <m:sub/>
                      <m:sup/>
                      <m:e>
                        <m:r>
                          <m:rPr>
                            <m:sty m:val="p"/>
                          </m:rPr>
                          <a:rPr lang="en-US" sz="2800" b="0" i="0" smtClean="0">
                            <a:solidFill>
                              <a:srgbClr val="002060"/>
                            </a:solidFill>
                            <a:latin typeface="Cambria Math" panose="02040503050406030204" pitchFamily="18" charset="0"/>
                          </a:rPr>
                          <m:t>x</m:t>
                        </m:r>
                      </m:e>
                    </m:nary>
                    <m:r>
                      <a:rPr lang="en-US" sz="2800" i="1">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0</m:t>
                    </m:r>
                  </m:oMath>
                </a14:m>
                <a:endParaRPr lang="en-US" sz="2800" dirty="0"/>
              </a:p>
            </p:txBody>
          </p:sp>
        </mc:Choice>
        <mc:Fallback xmlns="">
          <p:sp>
            <p:nvSpPr>
              <p:cNvPr id="7" name="Rectangle 6"/>
              <p:cNvSpPr>
                <a:spLocks noRot="1" noChangeAspect="1" noMove="1" noResize="1" noEditPoints="1" noAdjustHandles="1" noChangeArrowheads="1" noChangeShapeType="1" noTextEdit="1"/>
              </p:cNvSpPr>
              <p:nvPr/>
            </p:nvSpPr>
            <p:spPr>
              <a:xfrm>
                <a:off x="113291" y="1685054"/>
                <a:ext cx="1419812" cy="52322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3057835" y="2530193"/>
                <a:ext cx="1799723" cy="523220"/>
              </a:xfrm>
              <a:prstGeom prst="rect">
                <a:avLst/>
              </a:prstGeom>
            </p:spPr>
            <p:txBody>
              <a:bodyPr wrap="none">
                <a:spAutoFit/>
              </a:bodyPr>
              <a:lstStyle/>
              <a:p>
                <a:r>
                  <a:rPr lang="en-US" sz="2800" dirty="0">
                    <a:solidFill>
                      <a:srgbClr val="002060"/>
                    </a:solidFill>
                    <a:latin typeface="+mj-lt"/>
                    <a:ea typeface="Cambria Math" panose="02040503050406030204" pitchFamily="18" charset="0"/>
                  </a:rPr>
                  <a:t> </a:t>
                </a:r>
                <a14:m>
                  <m:oMath xmlns:m="http://schemas.openxmlformats.org/officeDocument/2006/math">
                    <m:nary>
                      <m:naryPr>
                        <m:chr m:val="∑"/>
                        <m:limLoc m:val="undOvr"/>
                        <m:subHide m:val="on"/>
                        <m:supHide m:val="on"/>
                        <m:ctrlPr>
                          <a:rPr lang="en-US" sz="2800" i="1">
                            <a:solidFill>
                              <a:srgbClr val="002060"/>
                            </a:solidFill>
                            <a:latin typeface="Cambria Math" panose="02040503050406030204" pitchFamily="18" charset="0"/>
                          </a:rPr>
                        </m:ctrlPr>
                      </m:naryPr>
                      <m:sub/>
                      <m:sup/>
                      <m:e>
                        <m:r>
                          <m:rPr>
                            <m:sty m:val="p"/>
                          </m:rPr>
                          <a:rPr lang="en-US" sz="2800" b="0" i="0" smtClean="0">
                            <a:solidFill>
                              <a:srgbClr val="002060"/>
                            </a:solidFill>
                            <a:latin typeface="Cambria Math" panose="02040503050406030204" pitchFamily="18" charset="0"/>
                          </a:rPr>
                          <m:t>xy</m:t>
                        </m:r>
                      </m:e>
                    </m:nary>
                    <m:r>
                      <a:rPr lang="en-US" sz="2800" b="0" i="1" smtClean="0">
                        <a:solidFill>
                          <a:srgbClr val="002060"/>
                        </a:solidFill>
                        <a:latin typeface="Cambria Math" panose="02040503050406030204" pitchFamily="18" charset="0"/>
                      </a:rPr>
                      <m:t>=82</m:t>
                    </m:r>
                  </m:oMath>
                </a14:m>
                <a:endParaRPr lang="en-US" sz="2800" dirty="0"/>
              </a:p>
            </p:txBody>
          </p:sp>
        </mc:Choice>
        <mc:Fallback xmlns="">
          <p:sp>
            <p:nvSpPr>
              <p:cNvPr id="8" name="Rectangle 7"/>
              <p:cNvSpPr>
                <a:spLocks noRot="1" noChangeAspect="1" noMove="1" noResize="1" noEditPoints="1" noAdjustHandles="1" noChangeArrowheads="1" noChangeShapeType="1" noTextEdit="1"/>
              </p:cNvSpPr>
              <p:nvPr/>
            </p:nvSpPr>
            <p:spPr>
              <a:xfrm>
                <a:off x="3057835" y="2530193"/>
                <a:ext cx="1799723" cy="523220"/>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3072596" y="1690208"/>
                <a:ext cx="1626599" cy="523220"/>
              </a:xfrm>
              <a:prstGeom prst="rect">
                <a:avLst/>
              </a:prstGeom>
            </p:spPr>
            <p:txBody>
              <a:bodyPr wrap="none">
                <a:spAutoFit/>
              </a:bodyPr>
              <a:lstStyle/>
              <a:p>
                <a:r>
                  <a:rPr lang="en-US" sz="2800" dirty="0">
                    <a:solidFill>
                      <a:schemeClr val="bg1"/>
                    </a:solidFill>
                    <a:ea typeface="Cambria Math" panose="02040503050406030204" pitchFamily="18" charset="0"/>
                  </a:rPr>
                  <a:t> </a:t>
                </a:r>
                <a14:m>
                  <m:oMath xmlns:m="http://schemas.openxmlformats.org/officeDocument/2006/math">
                    <m:nary>
                      <m:naryPr>
                        <m:chr m:val="∑"/>
                        <m:limLoc m:val="undOvr"/>
                        <m:subHide m:val="on"/>
                        <m:supHide m:val="on"/>
                        <m:ctrlPr>
                          <a:rPr lang="en-US" sz="2800" i="1">
                            <a:solidFill>
                              <a:srgbClr val="002060"/>
                            </a:solidFill>
                            <a:latin typeface="Cambria Math" panose="02040503050406030204" pitchFamily="18" charset="0"/>
                          </a:rPr>
                        </m:ctrlPr>
                      </m:naryPr>
                      <m:sub/>
                      <m:sup/>
                      <m:e>
                        <m:r>
                          <m:rPr>
                            <m:sty m:val="p"/>
                          </m:rPr>
                          <a:rPr lang="en-US" sz="2800">
                            <a:solidFill>
                              <a:srgbClr val="002060"/>
                            </a:solidFill>
                            <a:latin typeface="Cambria Math" panose="02040503050406030204" pitchFamily="18" charset="0"/>
                          </a:rPr>
                          <m:t>y</m:t>
                        </m:r>
                      </m:e>
                    </m:nary>
                    <m:r>
                      <a:rPr lang="en-US" sz="2800" i="1">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71</m:t>
                    </m:r>
                  </m:oMath>
                </a14:m>
                <a:endParaRPr lang="en-US" sz="2800" dirty="0"/>
              </a:p>
            </p:txBody>
          </p:sp>
        </mc:Choice>
        <mc:Fallback xmlns="">
          <p:sp>
            <p:nvSpPr>
              <p:cNvPr id="15" name="Rectangle 14"/>
              <p:cNvSpPr>
                <a:spLocks noRot="1" noChangeAspect="1" noMove="1" noResize="1" noEditPoints="1" noAdjustHandles="1" noChangeArrowheads="1" noChangeShapeType="1" noTextEdit="1"/>
              </p:cNvSpPr>
              <p:nvPr/>
            </p:nvSpPr>
            <p:spPr>
              <a:xfrm>
                <a:off x="3072596" y="1690208"/>
                <a:ext cx="1626599" cy="523220"/>
              </a:xfrm>
              <a:prstGeom prst="rect">
                <a:avLst/>
              </a:prstGeom>
              <a:blipFill rotWithShape="0">
                <a:blip r:embed="rId6"/>
                <a:stretch>
                  <a:fillRect/>
                </a:stretch>
              </a:blipFill>
            </p:spPr>
            <p:txBody>
              <a:bodyPr/>
              <a:lstStyle/>
              <a:p>
                <a:r>
                  <a:rPr lang="en-US">
                    <a:noFill/>
                  </a:rPr>
                  <a:t> </a:t>
                </a:r>
              </a:p>
            </p:txBody>
          </p:sp>
        </mc:Fallback>
      </mc:AlternateContent>
      <p:sp>
        <p:nvSpPr>
          <p:cNvPr id="16" name="Rectangle 15"/>
          <p:cNvSpPr/>
          <p:nvPr/>
        </p:nvSpPr>
        <p:spPr>
          <a:xfrm>
            <a:off x="5645453" y="790711"/>
            <a:ext cx="36000" cy="5760720"/>
          </a:xfrm>
          <a:prstGeom prst="rect">
            <a:avLst/>
          </a:prstGeom>
          <a:solidFill>
            <a:srgbClr val="B84742"/>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113291" y="5033170"/>
            <a:ext cx="5133136" cy="954107"/>
          </a:xfrm>
          <a:prstGeom prst="rect">
            <a:avLst/>
          </a:prstGeom>
        </p:spPr>
        <p:txBody>
          <a:bodyPr wrap="none">
            <a:spAutoFit/>
          </a:bodyPr>
          <a:lstStyle/>
          <a:p>
            <a:r>
              <a:rPr lang="en-US" sz="2800" b="0" i="0" dirty="0">
                <a:solidFill>
                  <a:srgbClr val="002060"/>
                </a:solidFill>
                <a:latin typeface="+mj-lt"/>
                <a:ea typeface="Cambria Math" panose="02040503050406030204" pitchFamily="18" charset="0"/>
              </a:rPr>
              <a:t>Now, substitute these values in the</a:t>
            </a:r>
          </a:p>
          <a:p>
            <a:r>
              <a:rPr lang="en-US" sz="2800" b="0" i="0" dirty="0">
                <a:solidFill>
                  <a:srgbClr val="002060"/>
                </a:solidFill>
                <a:latin typeface="+mj-lt"/>
                <a:ea typeface="Cambria Math" panose="02040503050406030204" pitchFamily="18" charset="0"/>
              </a:rPr>
              <a:t>Normal Equations</a:t>
            </a:r>
            <a:endParaRPr lang="en-US" sz="2800" dirty="0"/>
          </a:p>
        </p:txBody>
      </p:sp>
      <mc:AlternateContent xmlns:mc="http://schemas.openxmlformats.org/markup-compatibility/2006" xmlns:a14="http://schemas.microsoft.com/office/drawing/2010/main">
        <mc:Choice Requires="a14">
          <p:sp>
            <p:nvSpPr>
              <p:cNvPr id="18" name="Rectangle 17"/>
              <p:cNvSpPr/>
              <p:nvPr/>
            </p:nvSpPr>
            <p:spPr>
              <a:xfrm>
                <a:off x="5995942" y="831469"/>
                <a:ext cx="6397521" cy="3222421"/>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nary>
                        <m:naryPr>
                          <m:chr m:val="∑"/>
                          <m:limLoc m:val="undOvr"/>
                          <m:subHide m:val="on"/>
                          <m:supHide m:val="on"/>
                          <m:ctrlPr>
                            <a:rPr lang="en-US" sz="2800" i="1" smtClean="0">
                              <a:solidFill>
                                <a:srgbClr val="002060"/>
                              </a:solidFill>
                              <a:latin typeface="Cambria Math" panose="02040503050406030204" pitchFamily="18" charset="0"/>
                            </a:rPr>
                          </m:ctrlPr>
                        </m:naryPr>
                        <m:sub/>
                        <m:sup/>
                        <m:e>
                          <m:r>
                            <m:rPr>
                              <m:sty m:val="p"/>
                            </m:rPr>
                            <a:rPr lang="en-US" sz="2800" b="0" i="1">
                              <a:solidFill>
                                <a:srgbClr val="002060"/>
                              </a:solidFill>
                              <a:latin typeface="Cambria Math" panose="02040503050406030204" pitchFamily="18" charset="0"/>
                            </a:rPr>
                            <m:t>y</m:t>
                          </m:r>
                          <m:r>
                            <a:rPr lang="en-US" sz="2800" b="0">
                              <a:solidFill>
                                <a:srgbClr val="002060"/>
                              </a:solidFill>
                              <a:latin typeface="Cambria Math" panose="02040503050406030204" pitchFamily="18" charset="0"/>
                            </a:rPr>
                            <m:t> </m:t>
                          </m:r>
                        </m:e>
                      </m:nary>
                      <m:r>
                        <a:rPr lang="en-US" sz="2800" b="0">
                          <a:solidFill>
                            <a:srgbClr val="002060"/>
                          </a:solidFill>
                          <a:latin typeface="Cambria Math" panose="02040503050406030204" pitchFamily="18" charset="0"/>
                        </a:rPr>
                        <m:t>=</m:t>
                      </m:r>
                      <m:r>
                        <m:rPr>
                          <m:sty m:val="p"/>
                        </m:rPr>
                        <a:rPr lang="en-US" sz="2800" b="0" i="1" smtClean="0">
                          <a:solidFill>
                            <a:srgbClr val="FF0000"/>
                          </a:solidFill>
                          <a:latin typeface="Cambria Math" panose="02040503050406030204" pitchFamily="18" charset="0"/>
                        </a:rPr>
                        <m:t>a</m:t>
                      </m:r>
                      <m:r>
                        <a:rPr lang="en-US" sz="2800" b="0" i="1" smtClean="0">
                          <a:solidFill>
                            <a:srgbClr val="FF0000"/>
                          </a:solidFill>
                          <a:latin typeface="Cambria Math" panose="02040503050406030204" pitchFamily="18" charset="0"/>
                        </a:rPr>
                        <m:t>′ </m:t>
                      </m:r>
                      <m:r>
                        <m:rPr>
                          <m:sty m:val="p"/>
                        </m:rPr>
                        <a:rPr lang="en-US" sz="2800" i="1">
                          <a:solidFill>
                            <a:srgbClr val="002060"/>
                          </a:solidFill>
                          <a:latin typeface="Cambria Math" panose="02040503050406030204" pitchFamily="18" charset="0"/>
                        </a:rPr>
                        <m:t>n</m:t>
                      </m:r>
                      <m:r>
                        <a:rPr lang="en-US" sz="2800" b="0">
                          <a:solidFill>
                            <a:srgbClr val="002060"/>
                          </a:solidFill>
                          <a:latin typeface="Cambria Math" panose="02040503050406030204" pitchFamily="18" charset="0"/>
                        </a:rPr>
                        <m:t>+</m:t>
                      </m:r>
                      <m:r>
                        <m:rPr>
                          <m:sty m:val="p"/>
                        </m:rPr>
                        <a:rPr lang="en-US" sz="2800" b="0" i="1" smtClean="0">
                          <a:solidFill>
                            <a:srgbClr val="FF0000"/>
                          </a:solidFill>
                          <a:latin typeface="Cambria Math" panose="02040503050406030204" pitchFamily="18" charset="0"/>
                        </a:rPr>
                        <m:t>b</m:t>
                      </m:r>
                      <m:r>
                        <a:rPr lang="en-US" sz="2800" b="0" i="1" smtClean="0">
                          <a:solidFill>
                            <a:srgbClr val="FF0000"/>
                          </a:solidFill>
                          <a:latin typeface="Cambria Math" panose="02040503050406030204" pitchFamily="18" charset="0"/>
                        </a:rPr>
                        <m:t>′</m:t>
                      </m:r>
                      <m:nary>
                        <m:naryPr>
                          <m:chr m:val="∑"/>
                          <m:limLoc m:val="undOvr"/>
                          <m:subHide m:val="on"/>
                          <m:supHide m:val="on"/>
                          <m:ctrlPr>
                            <a:rPr lang="en-US" sz="2800" i="1">
                              <a:solidFill>
                                <a:srgbClr val="002060"/>
                              </a:solidFill>
                              <a:latin typeface="Cambria Math" panose="02040503050406030204" pitchFamily="18" charset="0"/>
                            </a:rPr>
                          </m:ctrlPr>
                        </m:naryPr>
                        <m:sub/>
                        <m:sup/>
                        <m:e>
                          <m:r>
                            <m:rPr>
                              <m:sty m:val="p"/>
                            </m:rPr>
                            <a:rPr lang="en-US" sz="2800" b="0" i="1">
                              <a:solidFill>
                                <a:srgbClr val="002060"/>
                              </a:solidFill>
                              <a:latin typeface="Cambria Math" panose="02040503050406030204" pitchFamily="18" charset="0"/>
                            </a:rPr>
                            <m:t>x</m:t>
                          </m:r>
                        </m:e>
                      </m:nary>
                      <m:r>
                        <a:rPr lang="en-US" sz="2800" b="0" i="1" smtClean="0">
                          <a:solidFill>
                            <a:srgbClr val="002060"/>
                          </a:solidFill>
                          <a:latin typeface="Cambria Math" panose="02040503050406030204" pitchFamily="18" charset="0"/>
                        </a:rPr>
                        <m:t>+</m:t>
                      </m:r>
                      <m:r>
                        <m:rPr>
                          <m:sty m:val="p"/>
                        </m:rPr>
                        <a:rPr lang="en-US" sz="2800" b="0" i="1" smtClean="0">
                          <a:solidFill>
                            <a:srgbClr val="FF0000"/>
                          </a:solidFill>
                          <a:latin typeface="Cambria Math" panose="02040503050406030204" pitchFamily="18" charset="0"/>
                        </a:rPr>
                        <m:t>c</m:t>
                      </m:r>
                      <m:r>
                        <a:rPr lang="en-US" sz="2800" b="0" i="1" smtClean="0">
                          <a:solidFill>
                            <a:srgbClr val="FF0000"/>
                          </a:solidFill>
                          <a:latin typeface="Cambria Math" panose="02040503050406030204" pitchFamily="18" charset="0"/>
                        </a:rPr>
                        <m:t>′</m:t>
                      </m:r>
                      <m:nary>
                        <m:naryPr>
                          <m:chr m:val="∑"/>
                          <m:limLoc m:val="undOvr"/>
                          <m:subHide m:val="on"/>
                          <m:supHide m:val="on"/>
                          <m:ctrlPr>
                            <a:rPr lang="en-US" sz="2800" i="1">
                              <a:solidFill>
                                <a:srgbClr val="002060"/>
                              </a:solidFill>
                              <a:latin typeface="Cambria Math" panose="02040503050406030204" pitchFamily="18" charset="0"/>
                            </a:rPr>
                          </m:ctrlPr>
                        </m:naryPr>
                        <m:sub/>
                        <m:sup/>
                        <m:e>
                          <m:sSup>
                            <m:sSupPr>
                              <m:ctrlPr>
                                <a:rPr lang="en-US" sz="2800" i="1">
                                  <a:solidFill>
                                    <a:srgbClr val="002060"/>
                                  </a:solidFill>
                                  <a:latin typeface="Cambria Math" panose="02040503050406030204" pitchFamily="18" charset="0"/>
                                </a:rPr>
                              </m:ctrlPr>
                            </m:sSupPr>
                            <m:e>
                              <m:r>
                                <m:rPr>
                                  <m:sty m:val="p"/>
                                </m:rPr>
                                <a:rPr lang="en-US" sz="2800" b="0" i="1">
                                  <a:solidFill>
                                    <a:srgbClr val="002060"/>
                                  </a:solidFill>
                                  <a:latin typeface="Cambria Math" panose="02040503050406030204" pitchFamily="18" charset="0"/>
                                </a:rPr>
                                <m:t>x</m:t>
                              </m:r>
                            </m:e>
                            <m:sup>
                              <m:r>
                                <a:rPr lang="en-US" sz="2800" b="0" i="1">
                                  <a:solidFill>
                                    <a:srgbClr val="002060"/>
                                  </a:solidFill>
                                  <a:latin typeface="Cambria Math" panose="02040503050406030204" pitchFamily="18" charset="0"/>
                                </a:rPr>
                                <m:t>2</m:t>
                              </m:r>
                            </m:sup>
                          </m:sSup>
                        </m:e>
                      </m:nary>
                    </m:oMath>
                  </m:oMathPara>
                </a14:m>
                <a:endParaRPr lang="en-US" sz="2800" dirty="0">
                  <a:solidFill>
                    <a:srgbClr val="002060"/>
                  </a:solidFill>
                  <a:latin typeface="Cambria Math" panose="02040503050406030204" pitchFamily="18" charset="0"/>
                </a:endParaRPr>
              </a:p>
              <a:p>
                <a:pPr/>
                <a14:m>
                  <m:oMathPara xmlns:m="http://schemas.openxmlformats.org/officeDocument/2006/math">
                    <m:oMathParaPr>
                      <m:jc m:val="left"/>
                    </m:oMathParaPr>
                    <m:oMath xmlns:m="http://schemas.openxmlformats.org/officeDocument/2006/math">
                      <m:nary>
                        <m:naryPr>
                          <m:chr m:val="∑"/>
                          <m:limLoc m:val="undOvr"/>
                          <m:subHide m:val="on"/>
                          <m:supHide m:val="on"/>
                          <m:ctrlPr>
                            <a:rPr lang="en-US" sz="2800" i="1">
                              <a:solidFill>
                                <a:srgbClr val="002060"/>
                              </a:solidFill>
                              <a:latin typeface="Cambria Math" panose="02040503050406030204" pitchFamily="18" charset="0"/>
                            </a:rPr>
                          </m:ctrlPr>
                        </m:naryPr>
                        <m:sub/>
                        <m:sup/>
                        <m:e>
                          <m:r>
                            <m:rPr>
                              <m:sty m:val="p"/>
                            </m:rPr>
                            <a:rPr lang="en-US" sz="2800" b="0" i="1">
                              <a:solidFill>
                                <a:srgbClr val="002060"/>
                              </a:solidFill>
                              <a:latin typeface="Cambria Math" panose="02040503050406030204" pitchFamily="18" charset="0"/>
                            </a:rPr>
                            <m:t>xy</m:t>
                          </m:r>
                          <m:r>
                            <a:rPr lang="en-US" sz="2800" b="0">
                              <a:solidFill>
                                <a:srgbClr val="002060"/>
                              </a:solidFill>
                              <a:latin typeface="Cambria Math" panose="02040503050406030204" pitchFamily="18" charset="0"/>
                            </a:rPr>
                            <m:t> </m:t>
                          </m:r>
                        </m:e>
                      </m:nary>
                      <m:r>
                        <a:rPr lang="en-US" sz="2800" b="0">
                          <a:solidFill>
                            <a:srgbClr val="002060"/>
                          </a:solidFill>
                          <a:latin typeface="Cambria Math" panose="02040503050406030204" pitchFamily="18" charset="0"/>
                        </a:rPr>
                        <m:t>=</m:t>
                      </m:r>
                      <m:r>
                        <m:rPr>
                          <m:sty m:val="p"/>
                        </m:rPr>
                        <a:rPr lang="en-US" sz="2800" i="1">
                          <a:solidFill>
                            <a:srgbClr val="FF0000"/>
                          </a:solidFill>
                          <a:latin typeface="Cambria Math" panose="02040503050406030204" pitchFamily="18" charset="0"/>
                        </a:rPr>
                        <m:t>a</m:t>
                      </m:r>
                      <m:r>
                        <a:rPr lang="en-US" sz="2800" b="0" i="1" smtClean="0">
                          <a:solidFill>
                            <a:srgbClr val="FF0000"/>
                          </a:solidFill>
                          <a:latin typeface="Cambria Math" panose="02040503050406030204" pitchFamily="18" charset="0"/>
                        </a:rPr>
                        <m:t>′</m:t>
                      </m:r>
                      <m:nary>
                        <m:naryPr>
                          <m:chr m:val="∑"/>
                          <m:limLoc m:val="undOvr"/>
                          <m:subHide m:val="on"/>
                          <m:supHide m:val="on"/>
                          <m:ctrlPr>
                            <a:rPr lang="en-US" sz="2800" i="1">
                              <a:solidFill>
                                <a:srgbClr val="002060"/>
                              </a:solidFill>
                              <a:latin typeface="Cambria Math" panose="02040503050406030204" pitchFamily="18" charset="0"/>
                            </a:rPr>
                          </m:ctrlPr>
                        </m:naryPr>
                        <m:sub/>
                        <m:sup/>
                        <m:e>
                          <m:r>
                            <m:rPr>
                              <m:sty m:val="p"/>
                            </m:rPr>
                            <a:rPr lang="en-US" sz="2800" b="0" i="1">
                              <a:solidFill>
                                <a:srgbClr val="002060"/>
                              </a:solidFill>
                              <a:latin typeface="Cambria Math" panose="02040503050406030204" pitchFamily="18" charset="0"/>
                            </a:rPr>
                            <m:t>x</m:t>
                          </m:r>
                        </m:e>
                      </m:nary>
                      <m:r>
                        <a:rPr lang="en-US" sz="2800" b="0" smtClean="0">
                          <a:solidFill>
                            <a:srgbClr val="002060"/>
                          </a:solidFill>
                          <a:latin typeface="Cambria Math" panose="02040503050406030204" pitchFamily="18" charset="0"/>
                        </a:rPr>
                        <m:t>+</m:t>
                      </m:r>
                      <m:r>
                        <m:rPr>
                          <m:sty m:val="p"/>
                        </m:rPr>
                        <a:rPr lang="en-US" sz="2800" i="1">
                          <a:solidFill>
                            <a:srgbClr val="FF0000"/>
                          </a:solidFill>
                          <a:latin typeface="Cambria Math" panose="02040503050406030204" pitchFamily="18" charset="0"/>
                        </a:rPr>
                        <m:t>b</m:t>
                      </m:r>
                      <m:r>
                        <a:rPr lang="en-US" sz="2800" b="0" i="1" smtClean="0">
                          <a:solidFill>
                            <a:srgbClr val="FF0000"/>
                          </a:solidFill>
                          <a:latin typeface="Cambria Math" panose="02040503050406030204" pitchFamily="18" charset="0"/>
                        </a:rPr>
                        <m:t>′</m:t>
                      </m:r>
                      <m:nary>
                        <m:naryPr>
                          <m:chr m:val="∑"/>
                          <m:limLoc m:val="undOvr"/>
                          <m:subHide m:val="on"/>
                          <m:supHide m:val="on"/>
                          <m:ctrlPr>
                            <a:rPr lang="en-US" sz="2800" i="1">
                              <a:solidFill>
                                <a:srgbClr val="002060"/>
                              </a:solidFill>
                              <a:latin typeface="Cambria Math" panose="02040503050406030204" pitchFamily="18" charset="0"/>
                            </a:rPr>
                          </m:ctrlPr>
                        </m:naryPr>
                        <m:sub/>
                        <m:sup/>
                        <m:e>
                          <m:sSup>
                            <m:sSupPr>
                              <m:ctrlPr>
                                <a:rPr lang="en-US" sz="2800" i="1">
                                  <a:solidFill>
                                    <a:srgbClr val="002060"/>
                                  </a:solidFill>
                                  <a:latin typeface="Cambria Math" panose="02040503050406030204" pitchFamily="18" charset="0"/>
                                </a:rPr>
                              </m:ctrlPr>
                            </m:sSupPr>
                            <m:e>
                              <m:r>
                                <m:rPr>
                                  <m:sty m:val="p"/>
                                </m:rPr>
                                <a:rPr lang="en-US" sz="2800" b="0" i="1">
                                  <a:solidFill>
                                    <a:srgbClr val="002060"/>
                                  </a:solidFill>
                                  <a:latin typeface="Cambria Math" panose="02040503050406030204" pitchFamily="18" charset="0"/>
                                </a:rPr>
                                <m:t>x</m:t>
                              </m:r>
                            </m:e>
                            <m:sup>
                              <m:r>
                                <a:rPr lang="en-US" sz="2800" b="0" i="1">
                                  <a:solidFill>
                                    <a:srgbClr val="002060"/>
                                  </a:solidFill>
                                  <a:latin typeface="Cambria Math" panose="02040503050406030204" pitchFamily="18" charset="0"/>
                                </a:rPr>
                                <m:t>2</m:t>
                              </m:r>
                            </m:sup>
                          </m:sSup>
                        </m:e>
                      </m:nary>
                      <m:r>
                        <a:rPr lang="en-US" sz="2800" b="0" i="1">
                          <a:solidFill>
                            <a:srgbClr val="002060"/>
                          </a:solidFill>
                          <a:latin typeface="Cambria Math" panose="02040503050406030204" pitchFamily="18" charset="0"/>
                        </a:rPr>
                        <m:t>+</m:t>
                      </m:r>
                      <m:r>
                        <m:rPr>
                          <m:sty m:val="p"/>
                        </m:rPr>
                        <a:rPr lang="en-US" sz="2800" i="1">
                          <a:solidFill>
                            <a:srgbClr val="FF0000"/>
                          </a:solidFill>
                          <a:latin typeface="Cambria Math" panose="02040503050406030204" pitchFamily="18" charset="0"/>
                        </a:rPr>
                        <m:t>c</m:t>
                      </m:r>
                      <m:r>
                        <a:rPr lang="en-US" sz="2800" b="0" i="1" smtClean="0">
                          <a:solidFill>
                            <a:srgbClr val="FF0000"/>
                          </a:solidFill>
                          <a:latin typeface="Cambria Math" panose="02040503050406030204" pitchFamily="18" charset="0"/>
                        </a:rPr>
                        <m:t>′</m:t>
                      </m:r>
                      <m:nary>
                        <m:naryPr>
                          <m:chr m:val="∑"/>
                          <m:limLoc m:val="undOvr"/>
                          <m:subHide m:val="on"/>
                          <m:supHide m:val="on"/>
                          <m:ctrlPr>
                            <a:rPr lang="en-US" sz="2800" i="1">
                              <a:solidFill>
                                <a:srgbClr val="002060"/>
                              </a:solidFill>
                              <a:latin typeface="Cambria Math" panose="02040503050406030204" pitchFamily="18" charset="0"/>
                            </a:rPr>
                          </m:ctrlPr>
                        </m:naryPr>
                        <m:sub/>
                        <m:sup/>
                        <m:e>
                          <m:sSup>
                            <m:sSupPr>
                              <m:ctrlPr>
                                <a:rPr lang="en-US" sz="2800" i="1">
                                  <a:solidFill>
                                    <a:srgbClr val="002060"/>
                                  </a:solidFill>
                                  <a:latin typeface="Cambria Math" panose="02040503050406030204" pitchFamily="18" charset="0"/>
                                </a:rPr>
                              </m:ctrlPr>
                            </m:sSupPr>
                            <m:e>
                              <m:r>
                                <m:rPr>
                                  <m:sty m:val="p"/>
                                </m:rPr>
                                <a:rPr lang="en-US" sz="2800" b="0" i="1">
                                  <a:solidFill>
                                    <a:srgbClr val="002060"/>
                                  </a:solidFill>
                                  <a:latin typeface="Cambria Math" panose="02040503050406030204" pitchFamily="18" charset="0"/>
                                </a:rPr>
                                <m:t>x</m:t>
                              </m:r>
                            </m:e>
                            <m:sup>
                              <m:r>
                                <a:rPr lang="en-US" sz="2800" b="0" i="1">
                                  <a:solidFill>
                                    <a:srgbClr val="002060"/>
                                  </a:solidFill>
                                  <a:latin typeface="Cambria Math" panose="02040503050406030204" pitchFamily="18" charset="0"/>
                                </a:rPr>
                                <m:t>3</m:t>
                              </m:r>
                            </m:sup>
                          </m:sSup>
                        </m:e>
                      </m:nary>
                    </m:oMath>
                  </m:oMathPara>
                </a14:m>
                <a:endParaRPr lang="en-US" sz="2800" i="1" dirty="0">
                  <a:solidFill>
                    <a:srgbClr val="002060"/>
                  </a:solidFill>
                  <a:latin typeface="Cambria Math" panose="02040503050406030204" pitchFamily="18" charset="0"/>
                </a:endParaRPr>
              </a:p>
              <a:p>
                <a:pPr/>
                <a14:m>
                  <m:oMathPara xmlns:m="http://schemas.openxmlformats.org/officeDocument/2006/math">
                    <m:oMathParaPr>
                      <m:jc m:val="left"/>
                    </m:oMathParaPr>
                    <m:oMath xmlns:m="http://schemas.openxmlformats.org/officeDocument/2006/math">
                      <m:nary>
                        <m:naryPr>
                          <m:chr m:val="∑"/>
                          <m:limLoc m:val="undOvr"/>
                          <m:subHide m:val="on"/>
                          <m:supHide m:val="on"/>
                          <m:ctrlPr>
                            <a:rPr lang="en-US" sz="2800" i="1">
                              <a:solidFill>
                                <a:srgbClr val="002060"/>
                              </a:solidFill>
                              <a:latin typeface="Cambria Math" panose="02040503050406030204" pitchFamily="18" charset="0"/>
                            </a:rPr>
                          </m:ctrlPr>
                        </m:naryPr>
                        <m:sub/>
                        <m:sup/>
                        <m:e>
                          <m:sSup>
                            <m:sSupPr>
                              <m:ctrlPr>
                                <a:rPr lang="en-US" sz="2800" i="1">
                                  <a:solidFill>
                                    <a:srgbClr val="002060"/>
                                  </a:solidFill>
                                  <a:latin typeface="Cambria Math" panose="02040503050406030204" pitchFamily="18" charset="0"/>
                                </a:rPr>
                              </m:ctrlPr>
                            </m:sSupPr>
                            <m:e>
                              <m:r>
                                <m:rPr>
                                  <m:sty m:val="p"/>
                                </m:rPr>
                                <a:rPr lang="en-US" sz="2800" b="0" i="1">
                                  <a:solidFill>
                                    <a:srgbClr val="002060"/>
                                  </a:solidFill>
                                  <a:latin typeface="Cambria Math" panose="02040503050406030204" pitchFamily="18" charset="0"/>
                                </a:rPr>
                                <m:t>x</m:t>
                              </m:r>
                            </m:e>
                            <m:sup>
                              <m:r>
                                <a:rPr lang="en-US" sz="2800" b="0" i="1">
                                  <a:solidFill>
                                    <a:srgbClr val="002060"/>
                                  </a:solidFill>
                                  <a:latin typeface="Cambria Math" panose="02040503050406030204" pitchFamily="18" charset="0"/>
                                </a:rPr>
                                <m:t>2</m:t>
                              </m:r>
                            </m:sup>
                          </m:sSup>
                          <m:r>
                            <m:rPr>
                              <m:sty m:val="p"/>
                            </m:rPr>
                            <a:rPr lang="en-US" sz="2800" b="0" i="1">
                              <a:solidFill>
                                <a:srgbClr val="002060"/>
                              </a:solidFill>
                              <a:latin typeface="Cambria Math" panose="02040503050406030204" pitchFamily="18" charset="0"/>
                            </a:rPr>
                            <m:t>y</m:t>
                          </m:r>
                          <m:r>
                            <a:rPr lang="en-US" sz="2800" b="0">
                              <a:solidFill>
                                <a:srgbClr val="002060"/>
                              </a:solidFill>
                              <a:latin typeface="Cambria Math" panose="02040503050406030204" pitchFamily="18" charset="0"/>
                            </a:rPr>
                            <m:t> </m:t>
                          </m:r>
                        </m:e>
                      </m:nary>
                      <m:r>
                        <a:rPr lang="en-US" sz="2800" b="0">
                          <a:solidFill>
                            <a:srgbClr val="002060"/>
                          </a:solidFill>
                          <a:latin typeface="Cambria Math" panose="02040503050406030204" pitchFamily="18" charset="0"/>
                        </a:rPr>
                        <m:t>=</m:t>
                      </m:r>
                      <m:r>
                        <m:rPr>
                          <m:sty m:val="p"/>
                        </m:rPr>
                        <a:rPr lang="en-US" sz="2800" i="1">
                          <a:solidFill>
                            <a:srgbClr val="FF0000"/>
                          </a:solidFill>
                          <a:latin typeface="Cambria Math" panose="02040503050406030204" pitchFamily="18" charset="0"/>
                        </a:rPr>
                        <m:t>a</m:t>
                      </m:r>
                      <m:r>
                        <a:rPr lang="en-US" sz="2800" b="0" i="1" smtClean="0">
                          <a:solidFill>
                            <a:srgbClr val="FF0000"/>
                          </a:solidFill>
                          <a:latin typeface="Cambria Math" panose="02040503050406030204" pitchFamily="18" charset="0"/>
                        </a:rPr>
                        <m:t>′</m:t>
                      </m:r>
                      <m:nary>
                        <m:naryPr>
                          <m:chr m:val="∑"/>
                          <m:limLoc m:val="undOvr"/>
                          <m:subHide m:val="on"/>
                          <m:supHide m:val="on"/>
                          <m:ctrlPr>
                            <a:rPr lang="en-US" sz="2800" i="1">
                              <a:solidFill>
                                <a:srgbClr val="002060"/>
                              </a:solidFill>
                              <a:latin typeface="Cambria Math" panose="02040503050406030204" pitchFamily="18" charset="0"/>
                            </a:rPr>
                          </m:ctrlPr>
                        </m:naryPr>
                        <m:sub/>
                        <m:sup/>
                        <m:e>
                          <m:sSup>
                            <m:sSupPr>
                              <m:ctrlPr>
                                <a:rPr lang="en-US" sz="2800" i="1">
                                  <a:solidFill>
                                    <a:srgbClr val="002060"/>
                                  </a:solidFill>
                                  <a:latin typeface="Cambria Math" panose="02040503050406030204" pitchFamily="18" charset="0"/>
                                </a:rPr>
                              </m:ctrlPr>
                            </m:sSupPr>
                            <m:e>
                              <m:r>
                                <m:rPr>
                                  <m:sty m:val="p"/>
                                </m:rPr>
                                <a:rPr lang="en-US" sz="2800" b="0" i="1">
                                  <a:solidFill>
                                    <a:srgbClr val="002060"/>
                                  </a:solidFill>
                                  <a:latin typeface="Cambria Math" panose="02040503050406030204" pitchFamily="18" charset="0"/>
                                </a:rPr>
                                <m:t>x</m:t>
                              </m:r>
                            </m:e>
                            <m:sup>
                              <m:r>
                                <a:rPr lang="en-US" sz="2800" b="0" i="1">
                                  <a:solidFill>
                                    <a:srgbClr val="002060"/>
                                  </a:solidFill>
                                  <a:latin typeface="Cambria Math" panose="02040503050406030204" pitchFamily="18" charset="0"/>
                                </a:rPr>
                                <m:t>2</m:t>
                              </m:r>
                            </m:sup>
                          </m:sSup>
                        </m:e>
                      </m:nary>
                      <m:r>
                        <a:rPr lang="en-US" sz="2800" b="0">
                          <a:solidFill>
                            <a:srgbClr val="002060"/>
                          </a:solidFill>
                          <a:latin typeface="Cambria Math" panose="02040503050406030204" pitchFamily="18" charset="0"/>
                        </a:rPr>
                        <m:t>+</m:t>
                      </m:r>
                      <m:r>
                        <m:rPr>
                          <m:sty m:val="p"/>
                        </m:rPr>
                        <a:rPr lang="en-US" sz="2800" i="1">
                          <a:solidFill>
                            <a:srgbClr val="FF0000"/>
                          </a:solidFill>
                          <a:latin typeface="Cambria Math" panose="02040503050406030204" pitchFamily="18" charset="0"/>
                        </a:rPr>
                        <m:t>b</m:t>
                      </m:r>
                      <m:r>
                        <a:rPr lang="en-US" sz="2800" b="0" i="1" smtClean="0">
                          <a:solidFill>
                            <a:srgbClr val="FF0000"/>
                          </a:solidFill>
                          <a:latin typeface="Cambria Math" panose="02040503050406030204" pitchFamily="18" charset="0"/>
                        </a:rPr>
                        <m:t>′</m:t>
                      </m:r>
                      <m:nary>
                        <m:naryPr>
                          <m:chr m:val="∑"/>
                          <m:limLoc m:val="undOvr"/>
                          <m:subHide m:val="on"/>
                          <m:supHide m:val="on"/>
                          <m:ctrlPr>
                            <a:rPr lang="en-US" sz="2800" i="1">
                              <a:solidFill>
                                <a:srgbClr val="002060"/>
                              </a:solidFill>
                              <a:latin typeface="Cambria Math" panose="02040503050406030204" pitchFamily="18" charset="0"/>
                            </a:rPr>
                          </m:ctrlPr>
                        </m:naryPr>
                        <m:sub/>
                        <m:sup/>
                        <m:e>
                          <m:sSup>
                            <m:sSupPr>
                              <m:ctrlPr>
                                <a:rPr lang="en-US" sz="2800" i="1">
                                  <a:solidFill>
                                    <a:srgbClr val="002060"/>
                                  </a:solidFill>
                                  <a:latin typeface="Cambria Math" panose="02040503050406030204" pitchFamily="18" charset="0"/>
                                </a:rPr>
                              </m:ctrlPr>
                            </m:sSupPr>
                            <m:e>
                              <m:r>
                                <m:rPr>
                                  <m:sty m:val="p"/>
                                </m:rPr>
                                <a:rPr lang="en-US" sz="2800" b="0" i="1">
                                  <a:solidFill>
                                    <a:srgbClr val="002060"/>
                                  </a:solidFill>
                                  <a:latin typeface="Cambria Math" panose="02040503050406030204" pitchFamily="18" charset="0"/>
                                </a:rPr>
                                <m:t>x</m:t>
                              </m:r>
                            </m:e>
                            <m:sup>
                              <m:r>
                                <a:rPr lang="en-US" sz="2800" b="0" i="1">
                                  <a:solidFill>
                                    <a:srgbClr val="002060"/>
                                  </a:solidFill>
                                  <a:latin typeface="Cambria Math" panose="02040503050406030204" pitchFamily="18" charset="0"/>
                                </a:rPr>
                                <m:t>3</m:t>
                              </m:r>
                            </m:sup>
                          </m:sSup>
                        </m:e>
                      </m:nary>
                      <m:r>
                        <a:rPr lang="en-US" sz="2800" b="0" i="1" smtClean="0">
                          <a:solidFill>
                            <a:srgbClr val="002060"/>
                          </a:solidFill>
                          <a:latin typeface="Cambria Math" panose="02040503050406030204" pitchFamily="18" charset="0"/>
                        </a:rPr>
                        <m:t>+</m:t>
                      </m:r>
                      <m:r>
                        <m:rPr>
                          <m:sty m:val="p"/>
                        </m:rPr>
                        <a:rPr lang="en-US" sz="2800" i="1">
                          <a:solidFill>
                            <a:srgbClr val="FF0000"/>
                          </a:solidFill>
                          <a:latin typeface="Cambria Math" panose="02040503050406030204" pitchFamily="18" charset="0"/>
                        </a:rPr>
                        <m:t>c</m:t>
                      </m:r>
                      <m:r>
                        <a:rPr lang="en-US" sz="2800" b="0" i="1" smtClean="0">
                          <a:solidFill>
                            <a:srgbClr val="FF0000"/>
                          </a:solidFill>
                          <a:latin typeface="Cambria Math" panose="02040503050406030204" pitchFamily="18" charset="0"/>
                        </a:rPr>
                        <m:t>′</m:t>
                      </m:r>
                      <m:nary>
                        <m:naryPr>
                          <m:chr m:val="∑"/>
                          <m:limLoc m:val="undOvr"/>
                          <m:subHide m:val="on"/>
                          <m:supHide m:val="on"/>
                          <m:ctrlPr>
                            <a:rPr lang="en-US" sz="2800" i="1">
                              <a:solidFill>
                                <a:srgbClr val="002060"/>
                              </a:solidFill>
                              <a:latin typeface="Cambria Math" panose="02040503050406030204" pitchFamily="18" charset="0"/>
                            </a:rPr>
                          </m:ctrlPr>
                        </m:naryPr>
                        <m:sub/>
                        <m:sup/>
                        <m:e>
                          <m:sSup>
                            <m:sSupPr>
                              <m:ctrlPr>
                                <a:rPr lang="en-US" sz="2800" i="1">
                                  <a:solidFill>
                                    <a:srgbClr val="002060"/>
                                  </a:solidFill>
                                  <a:latin typeface="Cambria Math" panose="02040503050406030204" pitchFamily="18" charset="0"/>
                                </a:rPr>
                              </m:ctrlPr>
                            </m:sSupPr>
                            <m:e>
                              <m:r>
                                <m:rPr>
                                  <m:sty m:val="p"/>
                                </m:rPr>
                                <a:rPr lang="en-US" sz="2800" b="0" i="1">
                                  <a:solidFill>
                                    <a:srgbClr val="002060"/>
                                  </a:solidFill>
                                  <a:latin typeface="Cambria Math" panose="02040503050406030204" pitchFamily="18" charset="0"/>
                                </a:rPr>
                                <m:t>x</m:t>
                              </m:r>
                            </m:e>
                            <m:sup>
                              <m:r>
                                <a:rPr lang="en-US" sz="2800" b="0" i="1">
                                  <a:solidFill>
                                    <a:srgbClr val="002060"/>
                                  </a:solidFill>
                                  <a:latin typeface="Cambria Math" panose="02040503050406030204" pitchFamily="18" charset="0"/>
                                </a:rPr>
                                <m:t>4</m:t>
                              </m:r>
                            </m:sup>
                          </m:sSup>
                        </m:e>
                      </m:nary>
                    </m:oMath>
                  </m:oMathPara>
                </a14:m>
                <a:endParaRPr lang="en-US" sz="2800" dirty="0">
                  <a:solidFill>
                    <a:srgbClr val="002060"/>
                  </a:solidFill>
                </a:endParaRPr>
              </a:p>
            </p:txBody>
          </p:sp>
        </mc:Choice>
        <mc:Fallback xmlns="">
          <p:sp>
            <p:nvSpPr>
              <p:cNvPr id="18" name="Rectangle 17"/>
              <p:cNvSpPr>
                <a:spLocks noRot="1" noChangeAspect="1" noMove="1" noResize="1" noEditPoints="1" noAdjustHandles="1" noChangeArrowheads="1" noChangeShapeType="1" noTextEdit="1"/>
              </p:cNvSpPr>
              <p:nvPr/>
            </p:nvSpPr>
            <p:spPr>
              <a:xfrm>
                <a:off x="5995942" y="831469"/>
                <a:ext cx="6397521" cy="3222421"/>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Rectangle 31"/>
              <p:cNvSpPr/>
              <p:nvPr/>
            </p:nvSpPr>
            <p:spPr>
              <a:xfrm>
                <a:off x="113293" y="3359112"/>
                <a:ext cx="1601016" cy="523220"/>
              </a:xfrm>
              <a:prstGeom prst="rect">
                <a:avLst/>
              </a:prstGeom>
            </p:spPr>
            <p:txBody>
              <a:bodyPr wrap="none">
                <a:spAutoFit/>
              </a:bodyPr>
              <a:lstStyle/>
              <a:p>
                <a:r>
                  <a:rPr lang="en-US" sz="2800" dirty="0">
                    <a:solidFill>
                      <a:srgbClr val="002060"/>
                    </a:solidFill>
                    <a:latin typeface="+mj-lt"/>
                    <a:ea typeface="Cambria Math" panose="02040503050406030204" pitchFamily="18" charset="0"/>
                  </a:rPr>
                  <a:t> </a:t>
                </a:r>
                <a14:m>
                  <m:oMath xmlns:m="http://schemas.openxmlformats.org/officeDocument/2006/math">
                    <m:nary>
                      <m:naryPr>
                        <m:chr m:val="∑"/>
                        <m:limLoc m:val="undOvr"/>
                        <m:subHide m:val="on"/>
                        <m:supHide m:val="on"/>
                        <m:ctrlPr>
                          <a:rPr lang="en-US" sz="2800" i="1">
                            <a:solidFill>
                              <a:srgbClr val="002060"/>
                            </a:solidFill>
                            <a:latin typeface="Cambria Math" panose="02040503050406030204" pitchFamily="18" charset="0"/>
                          </a:rPr>
                        </m:ctrlPr>
                      </m:naryPr>
                      <m:sub/>
                      <m:sup/>
                      <m:e>
                        <m:sSup>
                          <m:sSupPr>
                            <m:ctrlPr>
                              <a:rPr lang="en-US" sz="2800" b="0" i="1" smtClean="0">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x</m:t>
                            </m:r>
                          </m:e>
                          <m:sup>
                            <m:r>
                              <a:rPr lang="en-US" sz="2800" b="0" i="0" smtClean="0">
                                <a:solidFill>
                                  <a:srgbClr val="002060"/>
                                </a:solidFill>
                                <a:latin typeface="Cambria Math" panose="02040503050406030204" pitchFamily="18" charset="0"/>
                              </a:rPr>
                              <m:t>3</m:t>
                            </m:r>
                          </m:sup>
                        </m:sSup>
                      </m:e>
                    </m:nary>
                    <m:r>
                      <a:rPr lang="en-US" sz="2800" b="0" i="1" smtClean="0">
                        <a:solidFill>
                          <a:srgbClr val="002060"/>
                        </a:solidFill>
                        <a:latin typeface="Cambria Math" panose="02040503050406030204" pitchFamily="18" charset="0"/>
                      </a:rPr>
                      <m:t>=0</m:t>
                    </m:r>
                  </m:oMath>
                </a14:m>
                <a:endParaRPr lang="en-US" sz="2800" dirty="0"/>
              </a:p>
            </p:txBody>
          </p:sp>
        </mc:Choice>
        <mc:Fallback xmlns="">
          <p:sp>
            <p:nvSpPr>
              <p:cNvPr id="32" name="Rectangle 31"/>
              <p:cNvSpPr>
                <a:spLocks noRot="1" noChangeAspect="1" noMove="1" noResize="1" noEditPoints="1" noAdjustHandles="1" noChangeArrowheads="1" noChangeShapeType="1" noTextEdit="1"/>
              </p:cNvSpPr>
              <p:nvPr/>
            </p:nvSpPr>
            <p:spPr>
              <a:xfrm>
                <a:off x="113293" y="3359112"/>
                <a:ext cx="1601016" cy="523220"/>
              </a:xfrm>
              <a:prstGeom prst="rect">
                <a:avLst/>
              </a:prstGeom>
              <a:blipFill rotWithShape="0">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Rectangle 32"/>
              <p:cNvSpPr/>
              <p:nvPr/>
            </p:nvSpPr>
            <p:spPr>
              <a:xfrm>
                <a:off x="113291" y="4196141"/>
                <a:ext cx="1998560" cy="523220"/>
              </a:xfrm>
              <a:prstGeom prst="rect">
                <a:avLst/>
              </a:prstGeom>
            </p:spPr>
            <p:txBody>
              <a:bodyPr wrap="none">
                <a:spAutoFit/>
              </a:bodyPr>
              <a:lstStyle/>
              <a:p>
                <a:r>
                  <a:rPr lang="en-US" sz="2800" dirty="0">
                    <a:solidFill>
                      <a:srgbClr val="002060"/>
                    </a:solidFill>
                    <a:latin typeface="+mj-lt"/>
                    <a:ea typeface="Cambria Math" panose="02040503050406030204" pitchFamily="18" charset="0"/>
                  </a:rPr>
                  <a:t> </a:t>
                </a:r>
                <a14:m>
                  <m:oMath xmlns:m="http://schemas.openxmlformats.org/officeDocument/2006/math">
                    <m:nary>
                      <m:naryPr>
                        <m:chr m:val="∑"/>
                        <m:limLoc m:val="undOvr"/>
                        <m:subHide m:val="on"/>
                        <m:supHide m:val="on"/>
                        <m:ctrlPr>
                          <a:rPr lang="en-US" sz="2800" i="1">
                            <a:solidFill>
                              <a:srgbClr val="002060"/>
                            </a:solidFill>
                            <a:latin typeface="Cambria Math" panose="02040503050406030204" pitchFamily="18" charset="0"/>
                          </a:rPr>
                        </m:ctrlPr>
                      </m:naryPr>
                      <m:sub/>
                      <m:sup/>
                      <m:e>
                        <m:sSup>
                          <m:sSupPr>
                            <m:ctrlPr>
                              <a:rPr lang="en-US" sz="2800" b="0" i="1" smtClean="0">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x</m:t>
                            </m:r>
                          </m:e>
                          <m:sup>
                            <m:r>
                              <a:rPr lang="en-US" sz="2800" b="0" i="0" smtClean="0">
                                <a:solidFill>
                                  <a:srgbClr val="002060"/>
                                </a:solidFill>
                                <a:latin typeface="Cambria Math" panose="02040503050406030204" pitchFamily="18" charset="0"/>
                              </a:rPr>
                              <m:t>4</m:t>
                            </m:r>
                          </m:sup>
                        </m:sSup>
                      </m:e>
                    </m:nary>
                    <m:r>
                      <a:rPr lang="en-US" sz="2800" b="0" i="1" smtClean="0">
                        <a:solidFill>
                          <a:srgbClr val="002060"/>
                        </a:solidFill>
                        <a:latin typeface="Cambria Math" panose="02040503050406030204" pitchFamily="18" charset="0"/>
                      </a:rPr>
                      <m:t>=196</m:t>
                    </m:r>
                  </m:oMath>
                </a14:m>
                <a:endParaRPr lang="en-US" sz="2800" dirty="0"/>
              </a:p>
            </p:txBody>
          </p:sp>
        </mc:Choice>
        <mc:Fallback xmlns="">
          <p:sp>
            <p:nvSpPr>
              <p:cNvPr id="33" name="Rectangle 32"/>
              <p:cNvSpPr>
                <a:spLocks noRot="1" noChangeAspect="1" noMove="1" noResize="1" noEditPoints="1" noAdjustHandles="1" noChangeArrowheads="1" noChangeShapeType="1" noTextEdit="1"/>
              </p:cNvSpPr>
              <p:nvPr/>
            </p:nvSpPr>
            <p:spPr>
              <a:xfrm>
                <a:off x="113291" y="4196141"/>
                <a:ext cx="1998560" cy="523220"/>
              </a:xfrm>
              <a:prstGeom prst="rect">
                <a:avLst/>
              </a:prstGeom>
              <a:blipFill rotWithShape="0">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Rectangle 33"/>
              <p:cNvSpPr/>
              <p:nvPr/>
            </p:nvSpPr>
            <p:spPr>
              <a:xfrm>
                <a:off x="3053652" y="3371361"/>
                <a:ext cx="2179699" cy="523220"/>
              </a:xfrm>
              <a:prstGeom prst="rect">
                <a:avLst/>
              </a:prstGeom>
            </p:spPr>
            <p:txBody>
              <a:bodyPr wrap="none">
                <a:spAutoFit/>
              </a:bodyPr>
              <a:lstStyle/>
              <a:p>
                <a:r>
                  <a:rPr lang="en-US" sz="2800" dirty="0">
                    <a:solidFill>
                      <a:srgbClr val="002060"/>
                    </a:solidFill>
                    <a:latin typeface="+mj-lt"/>
                    <a:ea typeface="Cambria Math" panose="02040503050406030204" pitchFamily="18" charset="0"/>
                  </a:rPr>
                  <a:t> </a:t>
                </a:r>
                <a14:m>
                  <m:oMath xmlns:m="http://schemas.openxmlformats.org/officeDocument/2006/math">
                    <m:nary>
                      <m:naryPr>
                        <m:chr m:val="∑"/>
                        <m:limLoc m:val="undOvr"/>
                        <m:subHide m:val="on"/>
                        <m:supHide m:val="on"/>
                        <m:ctrlPr>
                          <a:rPr lang="en-US" sz="2800" i="1">
                            <a:solidFill>
                              <a:srgbClr val="002060"/>
                            </a:solidFill>
                            <a:latin typeface="Cambria Math" panose="02040503050406030204" pitchFamily="18" charset="0"/>
                          </a:rPr>
                        </m:ctrlPr>
                      </m:naryPr>
                      <m:sub/>
                      <m:sup/>
                      <m:e>
                        <m:sSup>
                          <m:sSupPr>
                            <m:ctrlPr>
                              <a:rPr lang="en-US" sz="2800" b="0" i="1" smtClean="0">
                                <a:solidFill>
                                  <a:srgbClr val="002060"/>
                                </a:solidFill>
                                <a:latin typeface="Cambria Math" panose="02040503050406030204" pitchFamily="18" charset="0"/>
                              </a:rPr>
                            </m:ctrlPr>
                          </m:sSupPr>
                          <m:e>
                            <m:r>
                              <m:rPr>
                                <m:sty m:val="p"/>
                              </m:rPr>
                              <a:rPr lang="en-US" sz="2800" b="0" i="0" smtClean="0">
                                <a:solidFill>
                                  <a:srgbClr val="002060"/>
                                </a:solidFill>
                                <a:latin typeface="Cambria Math" panose="02040503050406030204" pitchFamily="18" charset="0"/>
                              </a:rPr>
                              <m:t>x</m:t>
                            </m:r>
                          </m:e>
                          <m:sup>
                            <m:r>
                              <a:rPr lang="en-US" sz="2800" b="0" i="0" smtClean="0">
                                <a:solidFill>
                                  <a:srgbClr val="002060"/>
                                </a:solidFill>
                                <a:latin typeface="Cambria Math" panose="02040503050406030204" pitchFamily="18" charset="0"/>
                              </a:rPr>
                              <m:t>2</m:t>
                            </m:r>
                          </m:sup>
                        </m:sSup>
                        <m:r>
                          <m:rPr>
                            <m:sty m:val="p"/>
                          </m:rPr>
                          <a:rPr lang="en-US" sz="2800" b="0" i="0" smtClean="0">
                            <a:solidFill>
                              <a:srgbClr val="002060"/>
                            </a:solidFill>
                            <a:latin typeface="Cambria Math" panose="02040503050406030204" pitchFamily="18" charset="0"/>
                          </a:rPr>
                          <m:t>y</m:t>
                        </m:r>
                      </m:e>
                    </m:nary>
                    <m:r>
                      <a:rPr lang="en-US" sz="2800" b="0" i="1" smtClean="0">
                        <a:solidFill>
                          <a:srgbClr val="002060"/>
                        </a:solidFill>
                        <a:latin typeface="Cambria Math" panose="02040503050406030204" pitchFamily="18" charset="0"/>
                      </a:rPr>
                      <m:t>=462</m:t>
                    </m:r>
                  </m:oMath>
                </a14:m>
                <a:endParaRPr lang="en-US" sz="2800" dirty="0"/>
              </a:p>
            </p:txBody>
          </p:sp>
        </mc:Choice>
        <mc:Fallback xmlns="">
          <p:sp>
            <p:nvSpPr>
              <p:cNvPr id="34" name="Rectangle 33"/>
              <p:cNvSpPr>
                <a:spLocks noRot="1" noChangeAspect="1" noMove="1" noResize="1" noEditPoints="1" noAdjustHandles="1" noChangeArrowheads="1" noChangeShapeType="1" noTextEdit="1"/>
              </p:cNvSpPr>
              <p:nvPr/>
            </p:nvSpPr>
            <p:spPr>
              <a:xfrm>
                <a:off x="3053652" y="3371361"/>
                <a:ext cx="2179699" cy="523220"/>
              </a:xfrm>
              <a:prstGeom prst="rect">
                <a:avLst/>
              </a:prstGeom>
              <a:blipFill rotWithShape="0">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Rectangle 35"/>
              <p:cNvSpPr/>
              <p:nvPr/>
            </p:nvSpPr>
            <p:spPr>
              <a:xfrm>
                <a:off x="5991276" y="4053890"/>
                <a:ext cx="5273110" cy="2031325"/>
              </a:xfrm>
              <a:prstGeom prst="rect">
                <a:avLst/>
              </a:prstGeom>
            </p:spPr>
            <p:txBody>
              <a:bodyPr wrap="none">
                <a:spAutoFit/>
              </a:bodyPr>
              <a:lstStyle/>
              <a:p>
                <a:pPr>
                  <a:lnSpc>
                    <a:spcPct val="150000"/>
                  </a:lnSpc>
                </a:pPr>
                <a14:m>
                  <m:oMathPara xmlns:m="http://schemas.openxmlformats.org/officeDocument/2006/math">
                    <m:oMathParaPr>
                      <m:jc m:val="left"/>
                    </m:oMathParaPr>
                    <m:oMath xmlns:m="http://schemas.openxmlformats.org/officeDocument/2006/math">
                      <m:r>
                        <a:rPr lang="en-US" sz="2800" b="0" i="1" smtClean="0">
                          <a:solidFill>
                            <a:srgbClr val="002060"/>
                          </a:solidFill>
                          <a:latin typeface="Cambria Math" panose="02040503050406030204" pitchFamily="18" charset="0"/>
                          <a:ea typeface="Cambria Math" panose="02040503050406030204" pitchFamily="18" charset="0"/>
                        </a:rPr>
                        <m:t>∴</m:t>
                      </m:r>
                      <m:r>
                        <a:rPr lang="en-US" sz="2800" i="1" smtClean="0">
                          <a:solidFill>
                            <a:schemeClr val="bg1"/>
                          </a:solidFill>
                          <a:latin typeface="Cambria Math" panose="02040503050406030204" pitchFamily="18" charset="0"/>
                        </a:rPr>
                        <m:t>0</m:t>
                      </m:r>
                      <m:r>
                        <a:rPr lang="en-US" sz="2800" b="0" i="1" smtClean="0">
                          <a:solidFill>
                            <a:schemeClr val="bg1"/>
                          </a:solidFill>
                          <a:latin typeface="Cambria Math" panose="02040503050406030204" pitchFamily="18" charset="0"/>
                        </a:rPr>
                        <m:t>71</m:t>
                      </m:r>
                      <m:r>
                        <a:rPr lang="en-US" sz="2800" b="0">
                          <a:solidFill>
                            <a:srgbClr val="002060"/>
                          </a:solidFill>
                          <a:latin typeface="Cambria Math" panose="02040503050406030204" pitchFamily="18" charset="0"/>
                        </a:rPr>
                        <m:t>=</m:t>
                      </m:r>
                      <m:sSup>
                        <m:sSupPr>
                          <m:ctrlPr>
                            <a:rPr lang="en-US" sz="2800" b="0" i="1" smtClean="0">
                              <a:solidFill>
                                <a:srgbClr val="FF0000"/>
                              </a:solidFill>
                              <a:latin typeface="Cambria Math" panose="02040503050406030204" pitchFamily="18" charset="0"/>
                            </a:rPr>
                          </m:ctrlPr>
                        </m:sSupPr>
                        <m:e>
                          <m:r>
                            <m:rPr>
                              <m:sty m:val="p"/>
                            </m:rPr>
                            <a:rPr lang="en-US" sz="2800" b="0" i="0" smtClean="0">
                              <a:solidFill>
                                <a:srgbClr val="FF0000"/>
                              </a:solidFill>
                              <a:latin typeface="Cambria Math" panose="02040503050406030204" pitchFamily="18" charset="0"/>
                            </a:rPr>
                            <m:t>a</m:t>
                          </m:r>
                        </m:e>
                        <m:sup>
                          <m:r>
                            <a:rPr lang="en-US" sz="2800" b="0" i="0" smtClean="0">
                              <a:solidFill>
                                <a:srgbClr val="FF0000"/>
                              </a:solidFill>
                              <a:latin typeface="Cambria Math" panose="02040503050406030204" pitchFamily="18" charset="0"/>
                            </a:rPr>
                            <m:t>′</m:t>
                          </m:r>
                        </m:sup>
                      </m:sSup>
                      <m:r>
                        <a:rPr lang="en-US" sz="2800" b="0" i="1" smtClean="0">
                          <a:solidFill>
                            <a:srgbClr val="002060"/>
                          </a:solidFill>
                          <a:latin typeface="Cambria Math" panose="02040503050406030204" pitchFamily="18" charset="0"/>
                          <a:ea typeface="Cambria Math" panose="02040503050406030204" pitchFamily="18" charset="0"/>
                        </a:rPr>
                        <m:t>∙</m:t>
                      </m:r>
                      <m:r>
                        <a:rPr lang="en-US" sz="2800" b="0" i="1" smtClean="0">
                          <a:solidFill>
                            <a:schemeClr val="bg1"/>
                          </a:solidFill>
                          <a:latin typeface="Cambria Math" panose="02040503050406030204" pitchFamily="18" charset="0"/>
                        </a:rPr>
                        <m:t>7</m:t>
                      </m:r>
                      <m:r>
                        <a:rPr lang="en-US" sz="2800" b="0">
                          <a:solidFill>
                            <a:srgbClr val="002060"/>
                          </a:solidFill>
                          <a:latin typeface="Cambria Math" panose="02040503050406030204" pitchFamily="18" charset="0"/>
                        </a:rPr>
                        <m:t>+</m:t>
                      </m:r>
                      <m:sSup>
                        <m:sSupPr>
                          <m:ctrlPr>
                            <a:rPr lang="en-US" sz="2800" b="0" i="1" smtClean="0">
                              <a:solidFill>
                                <a:srgbClr val="FF0000"/>
                              </a:solidFill>
                              <a:latin typeface="Cambria Math" panose="02040503050406030204" pitchFamily="18" charset="0"/>
                            </a:rPr>
                          </m:ctrlPr>
                        </m:sSupPr>
                        <m:e>
                          <m:r>
                            <m:rPr>
                              <m:sty m:val="p"/>
                            </m:rPr>
                            <a:rPr lang="en-US" sz="2800" b="0" i="1" smtClean="0">
                              <a:solidFill>
                                <a:srgbClr val="FF0000"/>
                              </a:solidFill>
                              <a:latin typeface="Cambria Math" panose="02040503050406030204" pitchFamily="18" charset="0"/>
                            </a:rPr>
                            <m:t>b</m:t>
                          </m:r>
                        </m:e>
                        <m:sup>
                          <m:r>
                            <a:rPr lang="en-US" sz="2800" b="0" i="1" smtClean="0">
                              <a:solidFill>
                                <a:srgbClr val="FF0000"/>
                              </a:solidFill>
                              <a:latin typeface="Cambria Math" panose="02040503050406030204" pitchFamily="18" charset="0"/>
                            </a:rPr>
                            <m:t>′</m:t>
                          </m:r>
                        </m:sup>
                      </m:sSup>
                      <m:r>
                        <a:rPr lang="en-US" sz="2800" b="0" i="1" smtClean="0">
                          <a:solidFill>
                            <a:srgbClr val="FF0000"/>
                          </a:solidFill>
                          <a:latin typeface="Cambria Math" panose="02040503050406030204" pitchFamily="18" charset="0"/>
                        </a:rPr>
                        <m:t>∙</m:t>
                      </m:r>
                      <m:r>
                        <a:rPr lang="en-IN" sz="2800" b="0" i="1" smtClean="0">
                          <a:solidFill>
                            <a:srgbClr val="FF0000"/>
                          </a:solidFill>
                          <a:latin typeface="Cambria Math" panose="02040503050406030204" pitchFamily="18" charset="0"/>
                        </a:rPr>
                        <m:t>   </m:t>
                      </m:r>
                      <m:r>
                        <a:rPr lang="en-US" sz="2800" b="0" i="1" smtClean="0">
                          <a:solidFill>
                            <a:srgbClr val="002060"/>
                          </a:solidFill>
                          <a:latin typeface="Cambria Math" panose="02040503050406030204" pitchFamily="18" charset="0"/>
                        </a:rPr>
                        <m:t>+</m:t>
                      </m:r>
                      <m:r>
                        <a:rPr lang="en-IN" sz="2800" b="0" i="1" smtClean="0">
                          <a:solidFill>
                            <a:srgbClr val="FF0000"/>
                          </a:solidFill>
                          <a:latin typeface="Cambria Math" panose="02040503050406030204" pitchFamily="18" charset="0"/>
                        </a:rPr>
                        <m:t> </m:t>
                      </m:r>
                      <m:r>
                        <m:rPr>
                          <m:sty m:val="p"/>
                        </m:rPr>
                        <a:rPr lang="en-US" sz="2800" b="0" i="1" smtClean="0">
                          <a:solidFill>
                            <a:srgbClr val="FF0000"/>
                          </a:solidFill>
                          <a:latin typeface="Cambria Math" panose="02040503050406030204" pitchFamily="18" charset="0"/>
                        </a:rPr>
                        <m:t>c</m:t>
                      </m:r>
                      <m:r>
                        <a:rPr lang="en-US" sz="2800" b="0" i="1" smtClean="0">
                          <a:solidFill>
                            <a:srgbClr val="FF0000"/>
                          </a:solidFill>
                          <a:latin typeface="Cambria Math" panose="02040503050406030204" pitchFamily="18" charset="0"/>
                        </a:rPr>
                        <m:t>′∙</m:t>
                      </m:r>
                    </m:oMath>
                  </m:oMathPara>
                </a14:m>
                <a:endParaRPr lang="en-US" sz="2800" dirty="0">
                  <a:solidFill>
                    <a:srgbClr val="002060"/>
                  </a:solidFill>
                  <a:latin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a:rPr lang="en-US" sz="2800" i="1" smtClean="0">
                          <a:solidFill>
                            <a:schemeClr val="bg1"/>
                          </a:solidFill>
                          <a:latin typeface="Cambria Math" panose="02040503050406030204" pitchFamily="18" charset="0"/>
                          <a:ea typeface="Cambria Math" panose="02040503050406030204" pitchFamily="18" charset="0"/>
                        </a:rPr>
                        <m:t>∴</m:t>
                      </m:r>
                      <m:r>
                        <a:rPr lang="en-US" sz="2800" i="1" smtClean="0">
                          <a:solidFill>
                            <a:schemeClr val="bg1"/>
                          </a:solidFill>
                          <a:latin typeface="Cambria Math" panose="02040503050406030204" pitchFamily="18" charset="0"/>
                        </a:rPr>
                        <m:t>0</m:t>
                      </m:r>
                      <m:r>
                        <a:rPr lang="en-US" sz="2800" b="0" i="1" smtClean="0">
                          <a:solidFill>
                            <a:schemeClr val="bg1"/>
                          </a:solidFill>
                          <a:latin typeface="Cambria Math" panose="02040503050406030204" pitchFamily="18" charset="0"/>
                        </a:rPr>
                        <m:t>82</m:t>
                      </m:r>
                      <m:r>
                        <a:rPr lang="en-US" sz="2800" b="0">
                          <a:solidFill>
                            <a:srgbClr val="002060"/>
                          </a:solidFill>
                          <a:latin typeface="Cambria Math" panose="02040503050406030204" pitchFamily="18" charset="0"/>
                        </a:rPr>
                        <m:t>=</m:t>
                      </m:r>
                      <m:r>
                        <m:rPr>
                          <m:sty m:val="p"/>
                        </m:rPr>
                        <a:rPr lang="en-US" sz="2800" i="1" smtClean="0">
                          <a:solidFill>
                            <a:srgbClr val="FF0000"/>
                          </a:solidFill>
                          <a:latin typeface="Cambria Math" panose="02040503050406030204" pitchFamily="18" charset="0"/>
                        </a:rPr>
                        <m:t>a</m:t>
                      </m:r>
                      <m:r>
                        <a:rPr lang="en-US" sz="2800" b="0" i="1" smtClean="0">
                          <a:solidFill>
                            <a:srgbClr val="FF0000"/>
                          </a:solidFill>
                          <a:latin typeface="Cambria Math" panose="02040503050406030204" pitchFamily="18" charset="0"/>
                        </a:rPr>
                        <m:t>′</m:t>
                      </m:r>
                      <m:r>
                        <a:rPr lang="en-US" sz="2800" i="1">
                          <a:solidFill>
                            <a:srgbClr val="002060"/>
                          </a:solidFill>
                          <a:latin typeface="Cambria Math" panose="02040503050406030204" pitchFamily="18" charset="0"/>
                          <a:ea typeface="Cambria Math" panose="02040503050406030204" pitchFamily="18" charset="0"/>
                        </a:rPr>
                        <m:t>∙</m:t>
                      </m:r>
                      <m:r>
                        <a:rPr lang="en-US" sz="2800" i="1" smtClean="0">
                          <a:solidFill>
                            <a:schemeClr val="bg1"/>
                          </a:solidFill>
                          <a:latin typeface="Cambria Math" panose="02040503050406030204" pitchFamily="18" charset="0"/>
                        </a:rPr>
                        <m:t>0</m:t>
                      </m:r>
                      <m:r>
                        <a:rPr lang="en-US" sz="2800" b="0" smtClean="0">
                          <a:solidFill>
                            <a:srgbClr val="002060"/>
                          </a:solidFill>
                          <a:latin typeface="Cambria Math" panose="02040503050406030204" pitchFamily="18" charset="0"/>
                        </a:rPr>
                        <m:t>+</m:t>
                      </m:r>
                      <m:r>
                        <m:rPr>
                          <m:sty m:val="p"/>
                        </m:rPr>
                        <a:rPr lang="en-US" sz="2800" i="1" smtClean="0">
                          <a:solidFill>
                            <a:srgbClr val="FF0000"/>
                          </a:solidFill>
                          <a:latin typeface="Cambria Math" panose="02040503050406030204" pitchFamily="18" charset="0"/>
                        </a:rPr>
                        <m:t>b</m:t>
                      </m:r>
                      <m:r>
                        <a:rPr lang="en-US" sz="2800" b="0" i="1" smtClean="0">
                          <a:solidFill>
                            <a:srgbClr val="FF0000"/>
                          </a:solidFill>
                          <a:latin typeface="Cambria Math" panose="02040503050406030204" pitchFamily="18" charset="0"/>
                        </a:rPr>
                        <m:t>′</m:t>
                      </m:r>
                      <m:r>
                        <a:rPr lang="en-US" sz="2800" i="1">
                          <a:solidFill>
                            <a:srgbClr val="002060"/>
                          </a:solidFill>
                          <a:latin typeface="Cambria Math" panose="02040503050406030204" pitchFamily="18" charset="0"/>
                          <a:ea typeface="Cambria Math" panose="02040503050406030204" pitchFamily="18" charset="0"/>
                        </a:rPr>
                        <m:t>∙</m:t>
                      </m:r>
                      <m:r>
                        <a:rPr lang="en-US" sz="2800" i="1" smtClean="0">
                          <a:solidFill>
                            <a:schemeClr val="bg1"/>
                          </a:solidFill>
                          <a:latin typeface="Cambria Math" panose="02040503050406030204" pitchFamily="18" charset="0"/>
                        </a:rPr>
                        <m:t>2</m:t>
                      </m:r>
                      <m:r>
                        <a:rPr lang="en-US" sz="2800" b="0" i="1" smtClean="0">
                          <a:solidFill>
                            <a:schemeClr val="bg1"/>
                          </a:solidFill>
                          <a:latin typeface="Cambria Math" panose="02040503050406030204" pitchFamily="18" charset="0"/>
                        </a:rPr>
                        <m:t>8</m:t>
                      </m:r>
                      <m:r>
                        <a:rPr lang="en-US" sz="2800" b="0" i="1">
                          <a:solidFill>
                            <a:srgbClr val="002060"/>
                          </a:solidFill>
                          <a:latin typeface="Cambria Math" panose="02040503050406030204" pitchFamily="18" charset="0"/>
                        </a:rPr>
                        <m:t>+</m:t>
                      </m:r>
                      <m:r>
                        <m:rPr>
                          <m:sty m:val="p"/>
                        </m:rPr>
                        <a:rPr lang="en-US" sz="2800" i="1" smtClean="0">
                          <a:solidFill>
                            <a:srgbClr val="FF0000"/>
                          </a:solidFill>
                          <a:latin typeface="Cambria Math" panose="02040503050406030204" pitchFamily="18" charset="0"/>
                        </a:rPr>
                        <m:t>c</m:t>
                      </m:r>
                      <m:r>
                        <a:rPr lang="en-US" sz="2800" b="0" i="1" smtClean="0">
                          <a:solidFill>
                            <a:srgbClr val="FF0000"/>
                          </a:solidFill>
                          <a:latin typeface="Cambria Math" panose="02040503050406030204" pitchFamily="18" charset="0"/>
                        </a:rPr>
                        <m:t>′</m:t>
                      </m:r>
                      <m:r>
                        <a:rPr lang="en-US" sz="2800" i="1">
                          <a:solidFill>
                            <a:srgbClr val="002060"/>
                          </a:solidFill>
                          <a:latin typeface="Cambria Math" panose="02040503050406030204" pitchFamily="18" charset="0"/>
                          <a:ea typeface="Cambria Math" panose="02040503050406030204" pitchFamily="18" charset="0"/>
                        </a:rPr>
                        <m:t>∙</m:t>
                      </m:r>
                      <m:r>
                        <a:rPr lang="en-US" sz="2800" i="1" smtClean="0">
                          <a:solidFill>
                            <a:schemeClr val="bg1"/>
                          </a:solidFill>
                          <a:latin typeface="Cambria Math" panose="02040503050406030204" pitchFamily="18" charset="0"/>
                        </a:rPr>
                        <m:t>0</m:t>
                      </m:r>
                    </m:oMath>
                  </m:oMathPara>
                </a14:m>
                <a:endParaRPr lang="en-US" sz="2800" i="1" dirty="0">
                  <a:solidFill>
                    <a:srgbClr val="002060"/>
                  </a:solidFill>
                  <a:latin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a:rPr lang="en-US" sz="2800" i="1" smtClean="0">
                          <a:solidFill>
                            <a:schemeClr val="bg1"/>
                          </a:solidFill>
                          <a:latin typeface="Cambria Math" panose="02040503050406030204" pitchFamily="18" charset="0"/>
                          <a:ea typeface="Cambria Math" panose="02040503050406030204" pitchFamily="18" charset="0"/>
                        </a:rPr>
                        <m:t>∴</m:t>
                      </m:r>
                      <m:r>
                        <a:rPr lang="en-US" sz="2800" b="0" i="1" smtClean="0">
                          <a:solidFill>
                            <a:schemeClr val="bg1"/>
                          </a:solidFill>
                          <a:latin typeface="Cambria Math" panose="02040503050406030204" pitchFamily="18" charset="0"/>
                        </a:rPr>
                        <m:t>462</m:t>
                      </m:r>
                      <m:r>
                        <a:rPr lang="en-US" sz="2800" b="0">
                          <a:solidFill>
                            <a:srgbClr val="002060"/>
                          </a:solidFill>
                          <a:latin typeface="Cambria Math" panose="02040503050406030204" pitchFamily="18" charset="0"/>
                        </a:rPr>
                        <m:t>=</m:t>
                      </m:r>
                      <m:r>
                        <m:rPr>
                          <m:sty m:val="p"/>
                        </m:rPr>
                        <a:rPr lang="en-US" sz="2800" i="1" smtClean="0">
                          <a:solidFill>
                            <a:srgbClr val="FF0000"/>
                          </a:solidFill>
                          <a:latin typeface="Cambria Math" panose="02040503050406030204" pitchFamily="18" charset="0"/>
                        </a:rPr>
                        <m:t>a</m:t>
                      </m:r>
                      <m:r>
                        <a:rPr lang="en-US" sz="2800" b="0" i="1" smtClean="0">
                          <a:solidFill>
                            <a:srgbClr val="FF0000"/>
                          </a:solidFill>
                          <a:latin typeface="Cambria Math" panose="02040503050406030204" pitchFamily="18" charset="0"/>
                        </a:rPr>
                        <m:t>′</m:t>
                      </m:r>
                      <m:r>
                        <a:rPr lang="en-US" sz="2800" i="1">
                          <a:solidFill>
                            <a:srgbClr val="002060"/>
                          </a:solidFill>
                          <a:latin typeface="Cambria Math" panose="02040503050406030204" pitchFamily="18" charset="0"/>
                          <a:ea typeface="Cambria Math" panose="02040503050406030204" pitchFamily="18" charset="0"/>
                        </a:rPr>
                        <m:t>∙</m:t>
                      </m:r>
                      <m:r>
                        <a:rPr lang="en-US" sz="2800" i="1" smtClean="0">
                          <a:solidFill>
                            <a:schemeClr val="bg1"/>
                          </a:solidFill>
                          <a:latin typeface="Cambria Math" panose="02040503050406030204" pitchFamily="18" charset="0"/>
                        </a:rPr>
                        <m:t>2</m:t>
                      </m:r>
                      <m:r>
                        <a:rPr lang="en-US" sz="2800" b="0" i="1" smtClean="0">
                          <a:solidFill>
                            <a:schemeClr val="bg1"/>
                          </a:solidFill>
                          <a:latin typeface="Cambria Math" panose="02040503050406030204" pitchFamily="18" charset="0"/>
                        </a:rPr>
                        <m:t>8</m:t>
                      </m:r>
                      <m:r>
                        <a:rPr lang="en-US" sz="2800" b="0">
                          <a:solidFill>
                            <a:srgbClr val="002060"/>
                          </a:solidFill>
                          <a:latin typeface="Cambria Math" panose="02040503050406030204" pitchFamily="18" charset="0"/>
                        </a:rPr>
                        <m:t>+</m:t>
                      </m:r>
                      <m:r>
                        <m:rPr>
                          <m:sty m:val="p"/>
                        </m:rPr>
                        <a:rPr lang="en-US" sz="2800" i="1" smtClean="0">
                          <a:solidFill>
                            <a:srgbClr val="FF0000"/>
                          </a:solidFill>
                          <a:latin typeface="Cambria Math" panose="02040503050406030204" pitchFamily="18" charset="0"/>
                        </a:rPr>
                        <m:t>b</m:t>
                      </m:r>
                      <m:r>
                        <a:rPr lang="en-US" sz="2800" b="0" i="1" smtClean="0">
                          <a:solidFill>
                            <a:srgbClr val="FF0000"/>
                          </a:solidFill>
                          <a:latin typeface="Cambria Math" panose="02040503050406030204" pitchFamily="18" charset="0"/>
                        </a:rPr>
                        <m:t>′</m:t>
                      </m:r>
                      <m:r>
                        <a:rPr lang="en-US" sz="2800" i="1">
                          <a:solidFill>
                            <a:srgbClr val="002060"/>
                          </a:solidFill>
                          <a:latin typeface="Cambria Math" panose="02040503050406030204" pitchFamily="18" charset="0"/>
                          <a:ea typeface="Cambria Math" panose="02040503050406030204" pitchFamily="18" charset="0"/>
                        </a:rPr>
                        <m:t>∙</m:t>
                      </m:r>
                      <m:r>
                        <a:rPr lang="en-US" sz="2800" i="1" smtClean="0">
                          <a:solidFill>
                            <a:schemeClr val="bg1"/>
                          </a:solidFill>
                          <a:latin typeface="Cambria Math" panose="02040503050406030204" pitchFamily="18" charset="0"/>
                        </a:rPr>
                        <m:t>0</m:t>
                      </m:r>
                      <m:r>
                        <a:rPr lang="en-US" sz="2800" b="0" i="1" smtClean="0">
                          <a:solidFill>
                            <a:srgbClr val="002060"/>
                          </a:solidFill>
                          <a:latin typeface="Cambria Math" panose="02040503050406030204" pitchFamily="18" charset="0"/>
                        </a:rPr>
                        <m:t>+</m:t>
                      </m:r>
                      <m:r>
                        <m:rPr>
                          <m:sty m:val="p"/>
                        </m:rPr>
                        <a:rPr lang="en-US" sz="2800" i="1" smtClean="0">
                          <a:solidFill>
                            <a:srgbClr val="FF0000"/>
                          </a:solidFill>
                          <a:latin typeface="Cambria Math" panose="02040503050406030204" pitchFamily="18" charset="0"/>
                        </a:rPr>
                        <m:t>c</m:t>
                      </m:r>
                      <m:r>
                        <a:rPr lang="en-US" sz="2800" b="0" i="1" smtClean="0">
                          <a:solidFill>
                            <a:srgbClr val="FF0000"/>
                          </a:solidFill>
                          <a:latin typeface="Cambria Math" panose="02040503050406030204" pitchFamily="18" charset="0"/>
                        </a:rPr>
                        <m:t>′</m:t>
                      </m:r>
                      <m:r>
                        <a:rPr lang="en-US" sz="2800" i="1">
                          <a:solidFill>
                            <a:srgbClr val="002060"/>
                          </a:solidFill>
                          <a:latin typeface="Cambria Math" panose="02040503050406030204" pitchFamily="18" charset="0"/>
                          <a:ea typeface="Cambria Math" panose="02040503050406030204" pitchFamily="18" charset="0"/>
                        </a:rPr>
                        <m:t>∙</m:t>
                      </m:r>
                      <m:r>
                        <a:rPr lang="en-US" sz="2800" i="1" smtClean="0">
                          <a:solidFill>
                            <a:schemeClr val="bg1"/>
                          </a:solidFill>
                          <a:latin typeface="Cambria Math" panose="02040503050406030204" pitchFamily="18" charset="0"/>
                        </a:rPr>
                        <m:t>1</m:t>
                      </m:r>
                      <m:r>
                        <a:rPr lang="en-US" sz="2800" b="0" i="1" smtClean="0">
                          <a:solidFill>
                            <a:schemeClr val="bg1"/>
                          </a:solidFill>
                          <a:latin typeface="Cambria Math" panose="02040503050406030204" pitchFamily="18" charset="0"/>
                        </a:rPr>
                        <m:t>96</m:t>
                      </m:r>
                    </m:oMath>
                  </m:oMathPara>
                </a14:m>
                <a:endParaRPr lang="en-US" sz="2800" dirty="0">
                  <a:solidFill>
                    <a:srgbClr val="002060"/>
                  </a:solidFill>
                </a:endParaRPr>
              </a:p>
            </p:txBody>
          </p:sp>
        </mc:Choice>
        <mc:Fallback xmlns="">
          <p:sp>
            <p:nvSpPr>
              <p:cNvPr id="36" name="Rectangle 35"/>
              <p:cNvSpPr>
                <a:spLocks noRot="1" noChangeAspect="1" noMove="1" noResize="1" noEditPoints="1" noAdjustHandles="1" noChangeArrowheads="1" noChangeShapeType="1" noTextEdit="1"/>
              </p:cNvSpPr>
              <p:nvPr/>
            </p:nvSpPr>
            <p:spPr>
              <a:xfrm>
                <a:off x="5991276" y="4053890"/>
                <a:ext cx="5273110" cy="2031325"/>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Rectangle 36"/>
              <p:cNvSpPr/>
              <p:nvPr/>
            </p:nvSpPr>
            <p:spPr>
              <a:xfrm>
                <a:off x="7826293" y="4204638"/>
                <a:ext cx="465192" cy="523220"/>
              </a:xfrm>
              <a:prstGeom prst="rect">
                <a:avLst/>
              </a:prstGeom>
            </p:spPr>
            <p:txBody>
              <a:bodyPr wrap="none">
                <a:spAutoFit/>
              </a:bodyPr>
              <a:lstStyle/>
              <a:p>
                <a:pPr/>
                <a14:m>
                  <m:oMathPara xmlns:m="http://schemas.openxmlformats.org/officeDocument/2006/math">
                    <m:oMathParaPr>
                      <m:jc m:val="center"/>
                    </m:oMathParaPr>
                    <m:oMath xmlns:m="http://schemas.openxmlformats.org/officeDocument/2006/math">
                      <m:r>
                        <a:rPr lang="en-US" sz="2800" b="0" i="1" smtClean="0">
                          <a:solidFill>
                            <a:srgbClr val="002060"/>
                          </a:solidFill>
                          <a:latin typeface="Cambria Math" panose="02040503050406030204" pitchFamily="18" charset="0"/>
                          <a:ea typeface="Cambria Math" panose="02040503050406030204" pitchFamily="18" charset="0"/>
                        </a:rPr>
                        <m:t>7</m:t>
                      </m:r>
                    </m:oMath>
                  </m:oMathPara>
                </a14:m>
                <a:endParaRPr lang="en-US" sz="2800" dirty="0">
                  <a:solidFill>
                    <a:srgbClr val="002060"/>
                  </a:solidFill>
                  <a:ea typeface="Cambria Math" panose="02040503050406030204" pitchFamily="18" charset="0"/>
                </a:endParaRPr>
              </a:p>
            </p:txBody>
          </p:sp>
        </mc:Choice>
        <mc:Fallback xmlns="">
          <p:sp>
            <p:nvSpPr>
              <p:cNvPr id="37" name="Rectangle 36"/>
              <p:cNvSpPr>
                <a:spLocks noRot="1" noChangeAspect="1" noMove="1" noResize="1" noEditPoints="1" noAdjustHandles="1" noChangeArrowheads="1" noChangeShapeType="1" noTextEdit="1"/>
              </p:cNvSpPr>
              <p:nvPr/>
            </p:nvSpPr>
            <p:spPr>
              <a:xfrm>
                <a:off x="7826293" y="4204638"/>
                <a:ext cx="465192" cy="523220"/>
              </a:xfrm>
              <a:prstGeom prst="rect">
                <a:avLst/>
              </a:prstGeom>
              <a:blipFill rotWithShape="0">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Rectangle 37"/>
              <p:cNvSpPr/>
              <p:nvPr/>
            </p:nvSpPr>
            <p:spPr>
              <a:xfrm>
                <a:off x="8994782" y="4203881"/>
                <a:ext cx="465191" cy="523220"/>
              </a:xfrm>
              <a:prstGeom prst="rect">
                <a:avLst/>
              </a:prstGeom>
            </p:spPr>
            <p:txBody>
              <a:bodyPr wrap="none">
                <a:spAutoFit/>
              </a:bodyPr>
              <a:lstStyle/>
              <a:p>
                <a:pPr/>
                <a14:m>
                  <m:oMathPara xmlns:m="http://schemas.openxmlformats.org/officeDocument/2006/math">
                    <m:oMathParaPr>
                      <m:jc m:val="center"/>
                    </m:oMathParaPr>
                    <m:oMath xmlns:m="http://schemas.openxmlformats.org/officeDocument/2006/math">
                      <m:r>
                        <a:rPr lang="en-US" sz="2800" b="0" i="1" smtClean="0">
                          <a:solidFill>
                            <a:srgbClr val="002060"/>
                          </a:solidFill>
                          <a:latin typeface="Cambria Math" panose="02040503050406030204" pitchFamily="18" charset="0"/>
                          <a:ea typeface="Cambria Math" panose="02040503050406030204" pitchFamily="18" charset="0"/>
                        </a:rPr>
                        <m:t>0</m:t>
                      </m:r>
                    </m:oMath>
                  </m:oMathPara>
                </a14:m>
                <a:endParaRPr lang="en-US" sz="2800" dirty="0">
                  <a:solidFill>
                    <a:srgbClr val="002060"/>
                  </a:solidFill>
                  <a:ea typeface="Cambria Math" panose="02040503050406030204" pitchFamily="18" charset="0"/>
                </a:endParaRPr>
              </a:p>
            </p:txBody>
          </p:sp>
        </mc:Choice>
        <mc:Fallback xmlns="">
          <p:sp>
            <p:nvSpPr>
              <p:cNvPr id="38" name="Rectangle 37"/>
              <p:cNvSpPr>
                <a:spLocks noRot="1" noChangeAspect="1" noMove="1" noResize="1" noEditPoints="1" noAdjustHandles="1" noChangeArrowheads="1" noChangeShapeType="1" noTextEdit="1"/>
              </p:cNvSpPr>
              <p:nvPr/>
            </p:nvSpPr>
            <p:spPr>
              <a:xfrm>
                <a:off x="8994782" y="4203881"/>
                <a:ext cx="465191"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Rectangle 38"/>
              <p:cNvSpPr/>
              <p:nvPr/>
            </p:nvSpPr>
            <p:spPr>
              <a:xfrm>
                <a:off x="7831373" y="4843502"/>
                <a:ext cx="465191" cy="523220"/>
              </a:xfrm>
              <a:prstGeom prst="rect">
                <a:avLst/>
              </a:prstGeom>
            </p:spPr>
            <p:txBody>
              <a:bodyPr wrap="none">
                <a:spAutoFit/>
              </a:bodyPr>
              <a:lstStyle/>
              <a:p>
                <a:pPr/>
                <a14:m>
                  <m:oMathPara xmlns:m="http://schemas.openxmlformats.org/officeDocument/2006/math">
                    <m:oMathParaPr>
                      <m:jc m:val="center"/>
                    </m:oMathParaPr>
                    <m:oMath xmlns:m="http://schemas.openxmlformats.org/officeDocument/2006/math">
                      <m:r>
                        <a:rPr lang="en-US" sz="2800" b="0" i="1" smtClean="0">
                          <a:solidFill>
                            <a:srgbClr val="002060"/>
                          </a:solidFill>
                          <a:latin typeface="Cambria Math" panose="02040503050406030204" pitchFamily="18" charset="0"/>
                          <a:ea typeface="Cambria Math" panose="02040503050406030204" pitchFamily="18" charset="0"/>
                        </a:rPr>
                        <m:t>0</m:t>
                      </m:r>
                    </m:oMath>
                  </m:oMathPara>
                </a14:m>
                <a:endParaRPr lang="en-US" sz="2800" dirty="0">
                  <a:solidFill>
                    <a:srgbClr val="002060"/>
                  </a:solidFill>
                  <a:ea typeface="Cambria Math" panose="02040503050406030204" pitchFamily="18" charset="0"/>
                </a:endParaRPr>
              </a:p>
            </p:txBody>
          </p:sp>
        </mc:Choice>
        <mc:Fallback xmlns="">
          <p:sp>
            <p:nvSpPr>
              <p:cNvPr id="39" name="Rectangle 38"/>
              <p:cNvSpPr>
                <a:spLocks noRot="1" noChangeAspect="1" noMove="1" noResize="1" noEditPoints="1" noAdjustHandles="1" noChangeArrowheads="1" noChangeShapeType="1" noTextEdit="1"/>
              </p:cNvSpPr>
              <p:nvPr/>
            </p:nvSpPr>
            <p:spPr>
              <a:xfrm>
                <a:off x="7831373" y="4843502"/>
                <a:ext cx="465191" cy="523220"/>
              </a:xfrm>
              <a:prstGeom prst="rect">
                <a:avLst/>
              </a:prstGeom>
              <a:blipFill rotWithShape="0">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Rectangle 39"/>
              <p:cNvSpPr/>
              <p:nvPr/>
            </p:nvSpPr>
            <p:spPr>
              <a:xfrm>
                <a:off x="10085463" y="4199599"/>
                <a:ext cx="663964" cy="523220"/>
              </a:xfrm>
              <a:prstGeom prst="rect">
                <a:avLst/>
              </a:prstGeom>
            </p:spPr>
            <p:txBody>
              <a:bodyPr wrap="none">
                <a:spAutoFit/>
              </a:bodyPr>
              <a:lstStyle/>
              <a:p>
                <a:pPr/>
                <a14:m>
                  <m:oMathPara xmlns:m="http://schemas.openxmlformats.org/officeDocument/2006/math">
                    <m:oMathParaPr>
                      <m:jc m:val="center"/>
                    </m:oMathParaPr>
                    <m:oMath xmlns:m="http://schemas.openxmlformats.org/officeDocument/2006/math">
                      <m:r>
                        <a:rPr lang="en-US" sz="2800" b="0" i="1" smtClean="0">
                          <a:solidFill>
                            <a:srgbClr val="002060"/>
                          </a:solidFill>
                          <a:latin typeface="Cambria Math" panose="02040503050406030204" pitchFamily="18" charset="0"/>
                          <a:ea typeface="Cambria Math" panose="02040503050406030204" pitchFamily="18" charset="0"/>
                        </a:rPr>
                        <m:t>28</m:t>
                      </m:r>
                    </m:oMath>
                  </m:oMathPara>
                </a14:m>
                <a:endParaRPr lang="en-US" sz="2800" dirty="0">
                  <a:solidFill>
                    <a:srgbClr val="002060"/>
                  </a:solidFill>
                  <a:ea typeface="Cambria Math" panose="02040503050406030204" pitchFamily="18" charset="0"/>
                </a:endParaRPr>
              </a:p>
            </p:txBody>
          </p:sp>
        </mc:Choice>
        <mc:Fallback xmlns="">
          <p:sp>
            <p:nvSpPr>
              <p:cNvPr id="40" name="Rectangle 39"/>
              <p:cNvSpPr>
                <a:spLocks noRot="1" noChangeAspect="1" noMove="1" noResize="1" noEditPoints="1" noAdjustHandles="1" noChangeArrowheads="1" noChangeShapeType="1" noTextEdit="1"/>
              </p:cNvSpPr>
              <p:nvPr/>
            </p:nvSpPr>
            <p:spPr>
              <a:xfrm>
                <a:off x="10085463" y="4199599"/>
                <a:ext cx="663964" cy="523220"/>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Rectangle 40"/>
              <p:cNvSpPr/>
              <p:nvPr/>
            </p:nvSpPr>
            <p:spPr>
              <a:xfrm>
                <a:off x="8996052" y="4839790"/>
                <a:ext cx="663964" cy="523220"/>
              </a:xfrm>
              <a:prstGeom prst="rect">
                <a:avLst/>
              </a:prstGeom>
            </p:spPr>
            <p:txBody>
              <a:bodyPr wrap="none">
                <a:spAutoFit/>
              </a:bodyPr>
              <a:lstStyle/>
              <a:p>
                <a:pPr/>
                <a14:m>
                  <m:oMathPara xmlns:m="http://schemas.openxmlformats.org/officeDocument/2006/math">
                    <m:oMathParaPr>
                      <m:jc m:val="center"/>
                    </m:oMathParaPr>
                    <m:oMath xmlns:m="http://schemas.openxmlformats.org/officeDocument/2006/math">
                      <m:r>
                        <a:rPr lang="en-US" sz="2800" b="0" i="1" smtClean="0">
                          <a:solidFill>
                            <a:srgbClr val="002060"/>
                          </a:solidFill>
                          <a:latin typeface="Cambria Math" panose="02040503050406030204" pitchFamily="18" charset="0"/>
                          <a:ea typeface="Cambria Math" panose="02040503050406030204" pitchFamily="18" charset="0"/>
                        </a:rPr>
                        <m:t>28</m:t>
                      </m:r>
                    </m:oMath>
                  </m:oMathPara>
                </a14:m>
                <a:endParaRPr lang="en-US" sz="2800" dirty="0">
                  <a:solidFill>
                    <a:srgbClr val="002060"/>
                  </a:solidFill>
                  <a:ea typeface="Cambria Math" panose="02040503050406030204" pitchFamily="18" charset="0"/>
                </a:endParaRPr>
              </a:p>
            </p:txBody>
          </p:sp>
        </mc:Choice>
        <mc:Fallback xmlns="">
          <p:sp>
            <p:nvSpPr>
              <p:cNvPr id="41" name="Rectangle 40"/>
              <p:cNvSpPr>
                <a:spLocks noRot="1" noChangeAspect="1" noMove="1" noResize="1" noEditPoints="1" noAdjustHandles="1" noChangeArrowheads="1" noChangeShapeType="1" noTextEdit="1"/>
              </p:cNvSpPr>
              <p:nvPr/>
            </p:nvSpPr>
            <p:spPr>
              <a:xfrm>
                <a:off x="8996052" y="4839790"/>
                <a:ext cx="663964" cy="523220"/>
              </a:xfrm>
              <a:prstGeom prst="rect">
                <a:avLst/>
              </a:prstGeom>
              <a:blipFill rotWithShape="0">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Rectangle 41"/>
              <p:cNvSpPr/>
              <p:nvPr/>
            </p:nvSpPr>
            <p:spPr>
              <a:xfrm>
                <a:off x="7837204" y="5479743"/>
                <a:ext cx="663964" cy="523220"/>
              </a:xfrm>
              <a:prstGeom prst="rect">
                <a:avLst/>
              </a:prstGeom>
            </p:spPr>
            <p:txBody>
              <a:bodyPr wrap="none">
                <a:spAutoFit/>
              </a:bodyPr>
              <a:lstStyle/>
              <a:p>
                <a:pPr/>
                <a14:m>
                  <m:oMathPara xmlns:m="http://schemas.openxmlformats.org/officeDocument/2006/math">
                    <m:oMathParaPr>
                      <m:jc m:val="center"/>
                    </m:oMathParaPr>
                    <m:oMath xmlns:m="http://schemas.openxmlformats.org/officeDocument/2006/math">
                      <m:r>
                        <a:rPr lang="en-US" sz="2800" b="0" i="1" smtClean="0">
                          <a:solidFill>
                            <a:srgbClr val="002060"/>
                          </a:solidFill>
                          <a:latin typeface="Cambria Math" panose="02040503050406030204" pitchFamily="18" charset="0"/>
                          <a:ea typeface="Cambria Math" panose="02040503050406030204" pitchFamily="18" charset="0"/>
                        </a:rPr>
                        <m:t>28</m:t>
                      </m:r>
                    </m:oMath>
                  </m:oMathPara>
                </a14:m>
                <a:endParaRPr lang="en-US" sz="2800" dirty="0">
                  <a:solidFill>
                    <a:srgbClr val="002060"/>
                  </a:solidFill>
                  <a:ea typeface="Cambria Math" panose="02040503050406030204" pitchFamily="18" charset="0"/>
                </a:endParaRPr>
              </a:p>
            </p:txBody>
          </p:sp>
        </mc:Choice>
        <mc:Fallback xmlns="">
          <p:sp>
            <p:nvSpPr>
              <p:cNvPr id="42" name="Rectangle 41"/>
              <p:cNvSpPr>
                <a:spLocks noRot="1" noChangeAspect="1" noMove="1" noResize="1" noEditPoints="1" noAdjustHandles="1" noChangeArrowheads="1" noChangeShapeType="1" noTextEdit="1"/>
              </p:cNvSpPr>
              <p:nvPr/>
            </p:nvSpPr>
            <p:spPr>
              <a:xfrm>
                <a:off x="7837204" y="5479743"/>
                <a:ext cx="663964" cy="523220"/>
              </a:xfrm>
              <a:prstGeom prst="rect">
                <a:avLst/>
              </a:prstGeom>
              <a:blipFill rotWithShape="0">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Rectangle 42"/>
              <p:cNvSpPr/>
              <p:nvPr/>
            </p:nvSpPr>
            <p:spPr>
              <a:xfrm>
                <a:off x="10312175" y="4843128"/>
                <a:ext cx="465192" cy="523220"/>
              </a:xfrm>
              <a:prstGeom prst="rect">
                <a:avLst/>
              </a:prstGeom>
            </p:spPr>
            <p:txBody>
              <a:bodyPr wrap="none">
                <a:spAutoFit/>
              </a:bodyPr>
              <a:lstStyle/>
              <a:p>
                <a:pPr/>
                <a14:m>
                  <m:oMathPara xmlns:m="http://schemas.openxmlformats.org/officeDocument/2006/math">
                    <m:oMathParaPr>
                      <m:jc m:val="center"/>
                    </m:oMathParaPr>
                    <m:oMath xmlns:m="http://schemas.openxmlformats.org/officeDocument/2006/math">
                      <m:r>
                        <a:rPr lang="en-US" sz="2800" b="0" i="1" smtClean="0">
                          <a:solidFill>
                            <a:srgbClr val="002060"/>
                          </a:solidFill>
                          <a:latin typeface="Cambria Math" panose="02040503050406030204" pitchFamily="18" charset="0"/>
                          <a:ea typeface="Cambria Math" panose="02040503050406030204" pitchFamily="18" charset="0"/>
                        </a:rPr>
                        <m:t>0</m:t>
                      </m:r>
                    </m:oMath>
                  </m:oMathPara>
                </a14:m>
                <a:endParaRPr lang="en-US" sz="2800" b="0" dirty="0">
                  <a:solidFill>
                    <a:srgbClr val="002060"/>
                  </a:solidFill>
                  <a:ea typeface="Cambria Math" panose="02040503050406030204" pitchFamily="18" charset="0"/>
                </a:endParaRPr>
              </a:p>
            </p:txBody>
          </p:sp>
        </mc:Choice>
        <mc:Fallback xmlns="">
          <p:sp>
            <p:nvSpPr>
              <p:cNvPr id="43" name="Rectangle 42"/>
              <p:cNvSpPr>
                <a:spLocks noRot="1" noChangeAspect="1" noMove="1" noResize="1" noEditPoints="1" noAdjustHandles="1" noChangeArrowheads="1" noChangeShapeType="1" noTextEdit="1"/>
              </p:cNvSpPr>
              <p:nvPr/>
            </p:nvSpPr>
            <p:spPr>
              <a:xfrm>
                <a:off x="10312175" y="4843128"/>
                <a:ext cx="465192" cy="523220"/>
              </a:xfrm>
              <a:prstGeom prst="rect">
                <a:avLst/>
              </a:prstGeom>
              <a:blipFill rotWithShape="0">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Rectangle 43"/>
              <p:cNvSpPr/>
              <p:nvPr/>
            </p:nvSpPr>
            <p:spPr>
              <a:xfrm>
                <a:off x="9195876" y="5480779"/>
                <a:ext cx="465192" cy="523220"/>
              </a:xfrm>
              <a:prstGeom prst="rect">
                <a:avLst/>
              </a:prstGeom>
            </p:spPr>
            <p:txBody>
              <a:bodyPr wrap="none">
                <a:spAutoFit/>
              </a:bodyPr>
              <a:lstStyle/>
              <a:p>
                <a:pPr/>
                <a14:m>
                  <m:oMathPara xmlns:m="http://schemas.openxmlformats.org/officeDocument/2006/math">
                    <m:oMathParaPr>
                      <m:jc m:val="center"/>
                    </m:oMathParaPr>
                    <m:oMath xmlns:m="http://schemas.openxmlformats.org/officeDocument/2006/math">
                      <m:r>
                        <a:rPr lang="en-US" sz="2800" b="0" i="1" smtClean="0">
                          <a:solidFill>
                            <a:srgbClr val="002060"/>
                          </a:solidFill>
                          <a:latin typeface="Cambria Math" panose="02040503050406030204" pitchFamily="18" charset="0"/>
                          <a:ea typeface="Cambria Math" panose="02040503050406030204" pitchFamily="18" charset="0"/>
                        </a:rPr>
                        <m:t>0</m:t>
                      </m:r>
                    </m:oMath>
                  </m:oMathPara>
                </a14:m>
                <a:endParaRPr lang="en-US" sz="2800" b="0" dirty="0">
                  <a:solidFill>
                    <a:srgbClr val="002060"/>
                  </a:solidFill>
                  <a:ea typeface="Cambria Math" panose="02040503050406030204" pitchFamily="18" charset="0"/>
                </a:endParaRPr>
              </a:p>
            </p:txBody>
          </p:sp>
        </mc:Choice>
        <mc:Fallback xmlns="">
          <p:sp>
            <p:nvSpPr>
              <p:cNvPr id="44" name="Rectangle 43"/>
              <p:cNvSpPr>
                <a:spLocks noRot="1" noChangeAspect="1" noMove="1" noResize="1" noEditPoints="1" noAdjustHandles="1" noChangeArrowheads="1" noChangeShapeType="1" noTextEdit="1"/>
              </p:cNvSpPr>
              <p:nvPr/>
            </p:nvSpPr>
            <p:spPr>
              <a:xfrm>
                <a:off x="9195876" y="5480779"/>
                <a:ext cx="465192" cy="523220"/>
              </a:xfrm>
              <a:prstGeom prst="rect">
                <a:avLst/>
              </a:prstGeom>
              <a:blipFill rotWithShape="0">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Rectangle 44"/>
              <p:cNvSpPr/>
              <p:nvPr/>
            </p:nvSpPr>
            <p:spPr>
              <a:xfrm>
                <a:off x="10307196" y="5481577"/>
                <a:ext cx="862737" cy="523220"/>
              </a:xfrm>
              <a:prstGeom prst="rect">
                <a:avLst/>
              </a:prstGeom>
            </p:spPr>
            <p:txBody>
              <a:bodyPr wrap="none">
                <a:spAutoFit/>
              </a:bodyPr>
              <a:lstStyle/>
              <a:p>
                <a:pPr/>
                <a14:m>
                  <m:oMathPara xmlns:m="http://schemas.openxmlformats.org/officeDocument/2006/math">
                    <m:oMathParaPr>
                      <m:jc m:val="center"/>
                    </m:oMathParaPr>
                    <m:oMath xmlns:m="http://schemas.openxmlformats.org/officeDocument/2006/math">
                      <m:r>
                        <a:rPr lang="en-US" sz="2800" b="0" i="1" smtClean="0">
                          <a:solidFill>
                            <a:srgbClr val="002060"/>
                          </a:solidFill>
                          <a:latin typeface="Cambria Math" panose="02040503050406030204" pitchFamily="18" charset="0"/>
                          <a:ea typeface="Cambria Math" panose="02040503050406030204" pitchFamily="18" charset="0"/>
                        </a:rPr>
                        <m:t>196</m:t>
                      </m:r>
                    </m:oMath>
                  </m:oMathPara>
                </a14:m>
                <a:endParaRPr lang="en-US" sz="2800" b="0" dirty="0">
                  <a:solidFill>
                    <a:srgbClr val="002060"/>
                  </a:solidFill>
                  <a:ea typeface="Cambria Math" panose="02040503050406030204" pitchFamily="18" charset="0"/>
                </a:endParaRPr>
              </a:p>
            </p:txBody>
          </p:sp>
        </mc:Choice>
        <mc:Fallback xmlns="">
          <p:sp>
            <p:nvSpPr>
              <p:cNvPr id="45" name="Rectangle 44"/>
              <p:cNvSpPr>
                <a:spLocks noRot="1" noChangeAspect="1" noMove="1" noResize="1" noEditPoints="1" noAdjustHandles="1" noChangeArrowheads="1" noChangeShapeType="1" noTextEdit="1"/>
              </p:cNvSpPr>
              <p:nvPr/>
            </p:nvSpPr>
            <p:spPr>
              <a:xfrm>
                <a:off x="10307196" y="5481577"/>
                <a:ext cx="862737" cy="523220"/>
              </a:xfrm>
              <a:prstGeom prst="rect">
                <a:avLst/>
              </a:prstGeom>
              <a:blipFill rotWithShape="0">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Rectangle 45"/>
              <p:cNvSpPr/>
              <p:nvPr/>
            </p:nvSpPr>
            <p:spPr>
              <a:xfrm>
                <a:off x="6444855" y="4199493"/>
                <a:ext cx="663964" cy="523220"/>
              </a:xfrm>
              <a:prstGeom prst="rect">
                <a:avLst/>
              </a:prstGeom>
            </p:spPr>
            <p:txBody>
              <a:bodyPr wrap="none">
                <a:spAutoFit/>
              </a:bodyPr>
              <a:lstStyle/>
              <a:p>
                <a:pPr/>
                <a14:m>
                  <m:oMathPara xmlns:m="http://schemas.openxmlformats.org/officeDocument/2006/math">
                    <m:oMathParaPr>
                      <m:jc m:val="center"/>
                    </m:oMathParaPr>
                    <m:oMath xmlns:m="http://schemas.openxmlformats.org/officeDocument/2006/math">
                      <m:r>
                        <a:rPr lang="en-US" sz="2800" b="0" i="1" smtClean="0">
                          <a:solidFill>
                            <a:srgbClr val="002060"/>
                          </a:solidFill>
                          <a:latin typeface="Cambria Math" panose="02040503050406030204" pitchFamily="18" charset="0"/>
                          <a:ea typeface="Cambria Math" panose="02040503050406030204" pitchFamily="18" charset="0"/>
                        </a:rPr>
                        <m:t>71</m:t>
                      </m:r>
                    </m:oMath>
                  </m:oMathPara>
                </a14:m>
                <a:endParaRPr lang="en-US" sz="2800" b="0" dirty="0">
                  <a:solidFill>
                    <a:srgbClr val="002060"/>
                  </a:solidFill>
                  <a:ea typeface="Cambria Math" panose="02040503050406030204" pitchFamily="18" charset="0"/>
                </a:endParaRPr>
              </a:p>
            </p:txBody>
          </p:sp>
        </mc:Choice>
        <mc:Fallback xmlns="">
          <p:sp>
            <p:nvSpPr>
              <p:cNvPr id="46" name="Rectangle 45"/>
              <p:cNvSpPr>
                <a:spLocks noRot="1" noChangeAspect="1" noMove="1" noResize="1" noEditPoints="1" noAdjustHandles="1" noChangeArrowheads="1" noChangeShapeType="1" noTextEdit="1"/>
              </p:cNvSpPr>
              <p:nvPr/>
            </p:nvSpPr>
            <p:spPr>
              <a:xfrm>
                <a:off x="6444855" y="4199493"/>
                <a:ext cx="663964" cy="523220"/>
              </a:xfrm>
              <a:prstGeom prst="rect">
                <a:avLst/>
              </a:prstGeom>
              <a:blipFill rotWithShape="0">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Rectangle 46"/>
              <p:cNvSpPr/>
              <p:nvPr/>
            </p:nvSpPr>
            <p:spPr>
              <a:xfrm>
                <a:off x="6441838" y="4843400"/>
                <a:ext cx="663964" cy="523220"/>
              </a:xfrm>
              <a:prstGeom prst="rect">
                <a:avLst/>
              </a:prstGeom>
            </p:spPr>
            <p:txBody>
              <a:bodyPr wrap="none">
                <a:spAutoFit/>
              </a:bodyPr>
              <a:lstStyle/>
              <a:p>
                <a:pPr/>
                <a14:m>
                  <m:oMathPara xmlns:m="http://schemas.openxmlformats.org/officeDocument/2006/math">
                    <m:oMathParaPr>
                      <m:jc m:val="center"/>
                    </m:oMathParaPr>
                    <m:oMath xmlns:m="http://schemas.openxmlformats.org/officeDocument/2006/math">
                      <m:r>
                        <a:rPr lang="en-US" sz="2800" b="0" i="1" smtClean="0">
                          <a:solidFill>
                            <a:srgbClr val="002060"/>
                          </a:solidFill>
                          <a:latin typeface="Cambria Math" panose="02040503050406030204" pitchFamily="18" charset="0"/>
                          <a:ea typeface="Cambria Math" panose="02040503050406030204" pitchFamily="18" charset="0"/>
                        </a:rPr>
                        <m:t>82</m:t>
                      </m:r>
                    </m:oMath>
                  </m:oMathPara>
                </a14:m>
                <a:endParaRPr lang="en-US" sz="2800" b="0" dirty="0">
                  <a:solidFill>
                    <a:srgbClr val="002060"/>
                  </a:solidFill>
                  <a:ea typeface="Cambria Math" panose="02040503050406030204" pitchFamily="18" charset="0"/>
                </a:endParaRPr>
              </a:p>
            </p:txBody>
          </p:sp>
        </mc:Choice>
        <mc:Fallback xmlns="">
          <p:sp>
            <p:nvSpPr>
              <p:cNvPr id="47" name="Rectangle 46"/>
              <p:cNvSpPr>
                <a:spLocks noRot="1" noChangeAspect="1" noMove="1" noResize="1" noEditPoints="1" noAdjustHandles="1" noChangeArrowheads="1" noChangeShapeType="1" noTextEdit="1"/>
              </p:cNvSpPr>
              <p:nvPr/>
            </p:nvSpPr>
            <p:spPr>
              <a:xfrm>
                <a:off x="6441838" y="4843400"/>
                <a:ext cx="663964" cy="523220"/>
              </a:xfrm>
              <a:prstGeom prst="rect">
                <a:avLst/>
              </a:prstGeom>
              <a:blipFill rotWithShape="0">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Rectangle 47"/>
              <p:cNvSpPr/>
              <p:nvPr/>
            </p:nvSpPr>
            <p:spPr>
              <a:xfrm>
                <a:off x="6251782" y="5481743"/>
                <a:ext cx="862737" cy="523220"/>
              </a:xfrm>
              <a:prstGeom prst="rect">
                <a:avLst/>
              </a:prstGeom>
            </p:spPr>
            <p:txBody>
              <a:bodyPr wrap="none">
                <a:spAutoFit/>
              </a:bodyPr>
              <a:lstStyle/>
              <a:p>
                <a:pPr/>
                <a14:m>
                  <m:oMathPara xmlns:m="http://schemas.openxmlformats.org/officeDocument/2006/math">
                    <m:oMathParaPr>
                      <m:jc m:val="center"/>
                    </m:oMathParaPr>
                    <m:oMath xmlns:m="http://schemas.openxmlformats.org/officeDocument/2006/math">
                      <m:r>
                        <a:rPr lang="en-US" sz="2800" b="0" i="1" smtClean="0">
                          <a:solidFill>
                            <a:srgbClr val="002060"/>
                          </a:solidFill>
                          <a:latin typeface="Cambria Math" panose="02040503050406030204" pitchFamily="18" charset="0"/>
                          <a:ea typeface="Cambria Math" panose="02040503050406030204" pitchFamily="18" charset="0"/>
                        </a:rPr>
                        <m:t>462</m:t>
                      </m:r>
                    </m:oMath>
                  </m:oMathPara>
                </a14:m>
                <a:endParaRPr lang="en-US" sz="2800" b="0" dirty="0">
                  <a:solidFill>
                    <a:srgbClr val="002060"/>
                  </a:solidFill>
                  <a:ea typeface="Cambria Math" panose="02040503050406030204" pitchFamily="18" charset="0"/>
                </a:endParaRPr>
              </a:p>
            </p:txBody>
          </p:sp>
        </mc:Choice>
        <mc:Fallback xmlns="">
          <p:sp>
            <p:nvSpPr>
              <p:cNvPr id="48" name="Rectangle 47"/>
              <p:cNvSpPr>
                <a:spLocks noRot="1" noChangeAspect="1" noMove="1" noResize="1" noEditPoints="1" noAdjustHandles="1" noChangeArrowheads="1" noChangeShapeType="1" noTextEdit="1"/>
              </p:cNvSpPr>
              <p:nvPr/>
            </p:nvSpPr>
            <p:spPr>
              <a:xfrm>
                <a:off x="6251782" y="5481743"/>
                <a:ext cx="862737" cy="523220"/>
              </a:xfrm>
              <a:prstGeom prst="rect">
                <a:avLst/>
              </a:prstGeom>
              <a:blipFill rotWithShape="0">
                <a:blip r:embed="rId2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027268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2">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4">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3">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7">
                                            <p:txEl>
                                              <p:pRg st="0" end="0"/>
                                            </p:txEl>
                                          </p:spTgt>
                                        </p:tgtEl>
                                        <p:attrNameLst>
                                          <p:attrName>style.visibility</p:attrName>
                                        </p:attrNameLst>
                                      </p:cBhvr>
                                      <p:to>
                                        <p:strVal val="visible"/>
                                      </p:to>
                                    </p:set>
                                  </p:childTnLst>
                                </p:cTn>
                              </p:par>
                            </p:childTnLst>
                          </p:cTn>
                        </p:par>
                        <p:par>
                          <p:cTn id="35" fill="hold">
                            <p:stCondLst>
                              <p:cond delay="0"/>
                            </p:stCondLst>
                            <p:childTnLst>
                              <p:par>
                                <p:cTn id="36" presetID="1" presetClass="entr" presetSubtype="0" fill="hold" nodeType="afterEffect">
                                  <p:stCondLst>
                                    <p:cond delay="0"/>
                                  </p:stCondLst>
                                  <p:childTnLst>
                                    <p:set>
                                      <p:cBhvr>
                                        <p:cTn id="37" dur="1" fill="hold">
                                          <p:stCondLst>
                                            <p:cond delay="0"/>
                                          </p:stCondLst>
                                        </p:cTn>
                                        <p:tgtEl>
                                          <p:spTgt spid="17">
                                            <p:txEl>
                                              <p:pRg st="1" end="1"/>
                                            </p:txEl>
                                          </p:spTgt>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18">
                                            <p:txEl>
                                              <p:pRg st="0" end="0"/>
                                            </p:txEl>
                                          </p:spTgt>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18">
                                            <p:txEl>
                                              <p:pRg st="1" end="1"/>
                                            </p:txEl>
                                          </p:spTgt>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18">
                                            <p:txEl>
                                              <p:pRg st="2" end="2"/>
                                            </p:txEl>
                                          </p:spTgt>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36"/>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37"/>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38"/>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39"/>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40"/>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41"/>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42"/>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44"/>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45"/>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46"/>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47"/>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7" grpId="0"/>
      <p:bldP spid="38" grpId="0"/>
      <p:bldP spid="39" grpId="0"/>
      <p:bldP spid="40" grpId="0"/>
      <p:bldP spid="41" grpId="0"/>
      <p:bldP spid="42" grpId="0"/>
      <p:bldP spid="43" grpId="0"/>
      <p:bldP spid="44" grpId="0"/>
      <p:bldP spid="45" grpId="0"/>
      <p:bldP spid="46" grpId="0"/>
      <p:bldP spid="47" grpId="0"/>
      <p:bldP spid="48" grpId="0"/>
    </p:bld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4.2 ⇝ Example 2(</a:t>
            </a:r>
            <a:r>
              <a:rPr lang="en-GB" dirty="0">
                <a:solidFill>
                  <a:srgbClr val="FF0000"/>
                </a:solidFill>
              </a:rPr>
              <a:t>Continue</a:t>
            </a:r>
            <a:r>
              <a:rPr lang="en-GB" dirty="0"/>
              <a:t>)</a:t>
            </a:r>
            <a:endParaRPr lang="en-US" dirty="0"/>
          </a:p>
        </p:txBody>
      </p:sp>
      <p:sp>
        <p:nvSpPr>
          <p:cNvPr id="4" name="Rectangle 3"/>
          <p:cNvSpPr/>
          <p:nvPr/>
        </p:nvSpPr>
        <p:spPr>
          <a:xfrm>
            <a:off x="134269" y="3024700"/>
            <a:ext cx="4969630" cy="523220"/>
          </a:xfrm>
          <a:prstGeom prst="rect">
            <a:avLst/>
          </a:prstGeom>
        </p:spPr>
        <p:txBody>
          <a:bodyPr wrap="none">
            <a:spAutoFit/>
          </a:bodyPr>
          <a:lstStyle/>
          <a:p>
            <a:r>
              <a:rPr lang="en-US" sz="2800" dirty="0">
                <a:solidFill>
                  <a:srgbClr val="002060"/>
                </a:solidFill>
              </a:rPr>
              <a:t>Solving above equations, We have</a:t>
            </a:r>
          </a:p>
        </p:txBody>
      </p:sp>
      <mc:AlternateContent xmlns:mc="http://schemas.openxmlformats.org/markup-compatibility/2006" xmlns:a14="http://schemas.microsoft.com/office/drawing/2010/main">
        <mc:Choice Requires="a14">
          <p:sp>
            <p:nvSpPr>
              <p:cNvPr id="21" name="Rectangle 20"/>
              <p:cNvSpPr/>
              <p:nvPr/>
            </p:nvSpPr>
            <p:spPr>
              <a:xfrm>
                <a:off x="134269" y="4809880"/>
                <a:ext cx="9556719" cy="532966"/>
              </a:xfrm>
              <a:prstGeom prst="rect">
                <a:avLst/>
              </a:prstGeom>
            </p:spPr>
            <p:txBody>
              <a:bodyPr wrap="none">
                <a:spAutoFit/>
              </a:bodyPr>
              <a:lstStyle/>
              <a:p>
                <a:pPr marL="288925" indent="-288925"/>
                <a14:m>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oMath>
                </a14:m>
                <a:r>
                  <a:rPr lang="en-US" sz="2800" dirty="0">
                    <a:solidFill>
                      <a:srgbClr val="002060"/>
                    </a:solidFill>
                  </a:rPr>
                  <a:t> The best fitting parabola to the given data is </a:t>
                </a:r>
                <a14:m>
                  <m:oMath xmlns:m="http://schemas.openxmlformats.org/officeDocument/2006/math">
                    <m:r>
                      <m:rPr>
                        <m:sty m:val="p"/>
                      </m:rPr>
                      <a:rPr lang="en-US" sz="2800" b="0" i="1" smtClean="0">
                        <a:solidFill>
                          <a:srgbClr val="002060"/>
                        </a:solidFill>
                        <a:latin typeface="Cambria Math" panose="02040503050406030204" pitchFamily="18" charset="0"/>
                      </a:rPr>
                      <m:t>y</m:t>
                    </m:r>
                    <m:r>
                      <a:rPr lang="en-US" sz="2800" b="0">
                        <a:solidFill>
                          <a:srgbClr val="002060"/>
                        </a:solidFill>
                        <a:latin typeface="Cambria Math" panose="02040503050406030204" pitchFamily="18" charset="0"/>
                      </a:rPr>
                      <m:t>=</m:t>
                    </m:r>
                    <m:sSup>
                      <m:sSupPr>
                        <m:ctrlPr>
                          <a:rPr lang="en-US" sz="2800" i="1">
                            <a:solidFill>
                              <a:srgbClr val="002060"/>
                            </a:solidFill>
                            <a:latin typeface="Cambria Math" panose="02040503050406030204" pitchFamily="18" charset="0"/>
                          </a:rPr>
                        </m:ctrlPr>
                      </m:sSupPr>
                      <m:e>
                        <m:r>
                          <m:rPr>
                            <m:sty m:val="p"/>
                          </m:rPr>
                          <a:rPr lang="en-US" sz="2800" b="0" i="1">
                            <a:solidFill>
                              <a:srgbClr val="002060"/>
                            </a:solidFill>
                            <a:latin typeface="Cambria Math" panose="02040503050406030204" pitchFamily="18" charset="0"/>
                          </a:rPr>
                          <m:t>c</m:t>
                        </m:r>
                        <m:r>
                          <a:rPr lang="en-US" sz="2800" b="0">
                            <a:solidFill>
                              <a:srgbClr val="002060"/>
                            </a:solidFill>
                            <a:latin typeface="Cambria Math" panose="02040503050406030204" pitchFamily="18" charset="0"/>
                          </a:rPr>
                          <m:t>′</m:t>
                        </m:r>
                        <m:r>
                          <m:rPr>
                            <m:sty m:val="p"/>
                          </m:rPr>
                          <a:rPr lang="en-US" sz="2800" b="0" i="1">
                            <a:solidFill>
                              <a:srgbClr val="002060"/>
                            </a:solidFill>
                            <a:latin typeface="Cambria Math" panose="02040503050406030204" pitchFamily="18" charset="0"/>
                          </a:rPr>
                          <m:t>x</m:t>
                        </m:r>
                      </m:e>
                      <m:sup>
                        <m:r>
                          <a:rPr lang="en-US" sz="2800" b="0" i="1">
                            <a:solidFill>
                              <a:srgbClr val="002060"/>
                            </a:solidFill>
                            <a:latin typeface="Cambria Math" panose="02040503050406030204" pitchFamily="18" charset="0"/>
                          </a:rPr>
                          <m:t>2</m:t>
                        </m:r>
                      </m:sup>
                    </m:sSup>
                    <m:r>
                      <a:rPr lang="en-US" sz="2800" b="0">
                        <a:solidFill>
                          <a:srgbClr val="002060"/>
                        </a:solidFill>
                        <a:latin typeface="Cambria Math" panose="02040503050406030204" pitchFamily="18" charset="0"/>
                      </a:rPr>
                      <m:t>+</m:t>
                    </m:r>
                    <m:r>
                      <m:rPr>
                        <m:sty m:val="p"/>
                      </m:rPr>
                      <a:rPr lang="en-US" sz="2800" b="0" i="1">
                        <a:solidFill>
                          <a:srgbClr val="002060"/>
                        </a:solidFill>
                        <a:latin typeface="Cambria Math" panose="02040503050406030204" pitchFamily="18" charset="0"/>
                      </a:rPr>
                      <m:t>bx</m:t>
                    </m:r>
                    <m:r>
                      <a:rPr lang="en-US" sz="2800" b="0">
                        <a:solidFill>
                          <a:srgbClr val="002060"/>
                        </a:solidFill>
                        <a:latin typeface="Cambria Math" panose="02040503050406030204" pitchFamily="18" charset="0"/>
                      </a:rPr>
                      <m:t>+</m:t>
                    </m:r>
                    <m:r>
                      <m:rPr>
                        <m:sty m:val="p"/>
                      </m:rPr>
                      <a:rPr lang="en-US" sz="2800" b="0" i="1">
                        <a:solidFill>
                          <a:srgbClr val="002060"/>
                        </a:solidFill>
                        <a:latin typeface="Cambria Math" panose="02040503050406030204" pitchFamily="18" charset="0"/>
                      </a:rPr>
                      <m:t>a</m:t>
                    </m:r>
                    <m:r>
                      <a:rPr lang="en-US" sz="2800" b="0">
                        <a:solidFill>
                          <a:srgbClr val="002060"/>
                        </a:solidFill>
                        <a:latin typeface="Cambria Math" panose="02040503050406030204" pitchFamily="18" charset="0"/>
                      </a:rPr>
                      <m:t>′</m:t>
                    </m:r>
                  </m:oMath>
                </a14:m>
                <a:endParaRPr lang="en-US" sz="2800" dirty="0">
                  <a:solidFill>
                    <a:srgbClr val="002060"/>
                  </a:solidFill>
                </a:endParaRPr>
              </a:p>
            </p:txBody>
          </p:sp>
        </mc:Choice>
        <mc:Fallback xmlns="">
          <p:sp>
            <p:nvSpPr>
              <p:cNvPr id="21" name="Rectangle 20"/>
              <p:cNvSpPr>
                <a:spLocks noRot="1" noChangeAspect="1" noMove="1" noResize="1" noEditPoints="1" noAdjustHandles="1" noChangeArrowheads="1" noChangeShapeType="1" noTextEdit="1"/>
              </p:cNvSpPr>
              <p:nvPr/>
            </p:nvSpPr>
            <p:spPr>
              <a:xfrm>
                <a:off x="134269" y="4809880"/>
                <a:ext cx="9556719" cy="532966"/>
              </a:xfrm>
              <a:prstGeom prst="rect">
                <a:avLst/>
              </a:prstGeom>
              <a:blipFill rotWithShape="0">
                <a:blip r:embed="rId2"/>
                <a:stretch>
                  <a:fillRect t="-10345" b="-3103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Rectangle 21"/>
              <p:cNvSpPr/>
              <p:nvPr/>
            </p:nvSpPr>
            <p:spPr>
              <a:xfrm>
                <a:off x="134269" y="3921476"/>
                <a:ext cx="206896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2800" b="0" i="0" smtClean="0">
                          <a:solidFill>
                            <a:srgbClr val="002060"/>
                          </a:solidFill>
                          <a:latin typeface="Cambria Math" panose="02040503050406030204" pitchFamily="18" charset="0"/>
                        </a:rPr>
                        <m:t>a</m:t>
                      </m:r>
                      <m:r>
                        <a:rPr lang="en-US" sz="2800" b="0" i="0" smtClean="0">
                          <a:solidFill>
                            <a:srgbClr val="002060"/>
                          </a:solidFill>
                          <a:latin typeface="Cambria Math" panose="02040503050406030204" pitchFamily="18" charset="0"/>
                        </a:rPr>
                        <m:t>′=1.6667</m:t>
                      </m:r>
                    </m:oMath>
                  </m:oMathPara>
                </a14:m>
                <a:endParaRPr lang="en-US" sz="2800" dirty="0"/>
              </a:p>
            </p:txBody>
          </p:sp>
        </mc:Choice>
        <mc:Fallback xmlns="">
          <p:sp>
            <p:nvSpPr>
              <p:cNvPr id="22" name="Rectangle 21"/>
              <p:cNvSpPr>
                <a:spLocks noRot="1" noChangeAspect="1" noMove="1" noResize="1" noEditPoints="1" noAdjustHandles="1" noChangeArrowheads="1" noChangeShapeType="1" noTextEdit="1"/>
              </p:cNvSpPr>
              <p:nvPr/>
            </p:nvSpPr>
            <p:spPr>
              <a:xfrm>
                <a:off x="134269" y="3921476"/>
                <a:ext cx="2068964" cy="52322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p:cNvSpPr/>
              <p:nvPr/>
            </p:nvSpPr>
            <p:spPr>
              <a:xfrm>
                <a:off x="2730749" y="3923030"/>
                <a:ext cx="2091406"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2800" smtClean="0">
                          <a:solidFill>
                            <a:srgbClr val="002060"/>
                          </a:solidFill>
                          <a:latin typeface="Cambria Math" panose="02040503050406030204" pitchFamily="18" charset="0"/>
                        </a:rPr>
                        <m:t>b</m:t>
                      </m:r>
                      <m:r>
                        <a:rPr lang="en-US" sz="2800" b="0" i="0" smtClean="0">
                          <a:solidFill>
                            <a:srgbClr val="002060"/>
                          </a:solidFill>
                          <a:latin typeface="Cambria Math" panose="02040503050406030204" pitchFamily="18" charset="0"/>
                        </a:rPr>
                        <m:t>′=2.9286</m:t>
                      </m:r>
                    </m:oMath>
                  </m:oMathPara>
                </a14:m>
                <a:endParaRPr lang="en-US" sz="2800" dirty="0"/>
              </a:p>
            </p:txBody>
          </p:sp>
        </mc:Choice>
        <mc:Fallback xmlns="">
          <p:sp>
            <p:nvSpPr>
              <p:cNvPr id="23" name="Rectangle 22"/>
              <p:cNvSpPr>
                <a:spLocks noRot="1" noChangeAspect="1" noMove="1" noResize="1" noEditPoints="1" noAdjustHandles="1" noChangeArrowheads="1" noChangeShapeType="1" noTextEdit="1"/>
              </p:cNvSpPr>
              <p:nvPr/>
            </p:nvSpPr>
            <p:spPr>
              <a:xfrm>
                <a:off x="2730749" y="3923030"/>
                <a:ext cx="2091406" cy="52322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Rectangle 25"/>
              <p:cNvSpPr/>
              <p:nvPr/>
            </p:nvSpPr>
            <p:spPr>
              <a:xfrm>
                <a:off x="134269" y="5706656"/>
                <a:ext cx="6615529" cy="532966"/>
              </a:xfrm>
              <a:prstGeom prst="rect">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wrap="none">
                <a:spAutoFit/>
              </a:bodyPr>
              <a:lstStyle/>
              <a:p>
                <a:pPr marL="288925" indent="-288925"/>
                <a14:m>
                  <m:oMathPara xmlns:m="http://schemas.openxmlformats.org/officeDocument/2006/math">
                    <m:oMathParaPr>
                      <m:jc m:val="left"/>
                    </m:oMathParaPr>
                    <m:oMath xmlns:m="http://schemas.openxmlformats.org/officeDocument/2006/math">
                      <m:r>
                        <a:rPr lang="en-US" sz="2800" b="1" i="1" smtClean="0">
                          <a:solidFill>
                            <a:srgbClr val="7030A0"/>
                          </a:solidFill>
                          <a:latin typeface="Cambria Math" panose="02040503050406030204" pitchFamily="18" charset="0"/>
                          <a:ea typeface="Cambria Math" panose="02040503050406030204" pitchFamily="18" charset="0"/>
                        </a:rPr>
                        <m:t>⇒</m:t>
                      </m:r>
                      <m:r>
                        <a:rPr lang="en-US" sz="2800" b="1" i="1">
                          <a:solidFill>
                            <a:srgbClr val="7030A0"/>
                          </a:solidFill>
                          <a:latin typeface="Cambria Math" panose="02040503050406030204" pitchFamily="18" charset="0"/>
                        </a:rPr>
                        <m:t>𝐲</m:t>
                      </m:r>
                      <m:r>
                        <a:rPr lang="en-US" sz="2800" b="1">
                          <a:solidFill>
                            <a:srgbClr val="7030A0"/>
                          </a:solidFill>
                          <a:latin typeface="Cambria Math" panose="02040503050406030204" pitchFamily="18" charset="0"/>
                        </a:rPr>
                        <m:t>=</m:t>
                      </m:r>
                      <m:r>
                        <a:rPr lang="en-US" sz="2800" b="1">
                          <a:solidFill>
                            <a:srgbClr val="7030A0"/>
                          </a:solidFill>
                          <a:latin typeface="Cambria Math" panose="02040503050406030204" pitchFamily="18" charset="0"/>
                        </a:rPr>
                        <m:t>𝟐</m:t>
                      </m:r>
                      <m:r>
                        <a:rPr lang="en-US" sz="2800" b="1">
                          <a:solidFill>
                            <a:srgbClr val="7030A0"/>
                          </a:solidFill>
                          <a:latin typeface="Cambria Math" panose="02040503050406030204" pitchFamily="18" charset="0"/>
                        </a:rPr>
                        <m:t>.</m:t>
                      </m:r>
                      <m:r>
                        <a:rPr lang="en-US" sz="2800" b="1">
                          <a:solidFill>
                            <a:srgbClr val="7030A0"/>
                          </a:solidFill>
                          <a:latin typeface="Cambria Math" panose="02040503050406030204" pitchFamily="18" charset="0"/>
                        </a:rPr>
                        <m:t>𝟏𝟏𝟗</m:t>
                      </m:r>
                      <m:r>
                        <a:rPr lang="en-US" sz="2800" b="1">
                          <a:solidFill>
                            <a:srgbClr val="7030A0"/>
                          </a:solidFill>
                          <a:latin typeface="Cambria Math" panose="02040503050406030204" pitchFamily="18" charset="0"/>
                        </a:rPr>
                        <m:t> </m:t>
                      </m:r>
                      <m:sSup>
                        <m:sSupPr>
                          <m:ctrlPr>
                            <a:rPr lang="en-US" sz="2800" b="1" i="1">
                              <a:solidFill>
                                <a:srgbClr val="7030A0"/>
                              </a:solidFill>
                              <a:latin typeface="Cambria Math" panose="02040503050406030204" pitchFamily="18" charset="0"/>
                            </a:rPr>
                          </m:ctrlPr>
                        </m:sSupPr>
                        <m:e>
                          <m:r>
                            <a:rPr lang="en-US" sz="2800" b="1">
                              <a:solidFill>
                                <a:srgbClr val="7030A0"/>
                              </a:solidFill>
                              <a:latin typeface="Cambria Math" panose="02040503050406030204" pitchFamily="18" charset="0"/>
                            </a:rPr>
                            <m:t>𝐱</m:t>
                          </m:r>
                        </m:e>
                        <m:sup>
                          <m:r>
                            <a:rPr lang="en-US" sz="2800" b="1">
                              <a:solidFill>
                                <a:srgbClr val="7030A0"/>
                              </a:solidFill>
                              <a:latin typeface="Cambria Math" panose="02040503050406030204" pitchFamily="18" charset="0"/>
                            </a:rPr>
                            <m:t>𝟐</m:t>
                          </m:r>
                        </m:sup>
                      </m:sSup>
                      <m:r>
                        <a:rPr lang="en-US" sz="2800" b="1" i="0" smtClean="0">
                          <a:solidFill>
                            <a:srgbClr val="7030A0"/>
                          </a:solidFill>
                          <a:latin typeface="Cambria Math" panose="02040503050406030204" pitchFamily="18" charset="0"/>
                        </a:rPr>
                        <m:t>+</m:t>
                      </m:r>
                      <m:r>
                        <a:rPr lang="en-US" sz="2800" b="1" i="0" smtClean="0">
                          <a:solidFill>
                            <a:srgbClr val="7030A0"/>
                          </a:solidFill>
                          <a:latin typeface="Cambria Math" panose="02040503050406030204" pitchFamily="18" charset="0"/>
                        </a:rPr>
                        <m:t>𝟐</m:t>
                      </m:r>
                      <m:r>
                        <a:rPr lang="en-US" sz="2800" b="1" i="0" smtClean="0">
                          <a:solidFill>
                            <a:srgbClr val="7030A0"/>
                          </a:solidFill>
                          <a:latin typeface="Cambria Math" panose="02040503050406030204" pitchFamily="18" charset="0"/>
                        </a:rPr>
                        <m:t>.</m:t>
                      </m:r>
                      <m:r>
                        <a:rPr lang="en-US" sz="2800" b="1" i="0" smtClean="0">
                          <a:solidFill>
                            <a:srgbClr val="7030A0"/>
                          </a:solidFill>
                          <a:latin typeface="Cambria Math" panose="02040503050406030204" pitchFamily="18" charset="0"/>
                        </a:rPr>
                        <m:t>𝟗𝟐𝟖𝟔</m:t>
                      </m:r>
                      <m:r>
                        <a:rPr lang="en-US" sz="2800" b="1" i="0" smtClean="0">
                          <a:solidFill>
                            <a:srgbClr val="7030A0"/>
                          </a:solidFill>
                          <a:latin typeface="Cambria Math" panose="02040503050406030204" pitchFamily="18" charset="0"/>
                        </a:rPr>
                        <m:t> </m:t>
                      </m:r>
                      <m:r>
                        <a:rPr lang="en-US" sz="2800" b="1" i="0" smtClean="0">
                          <a:solidFill>
                            <a:srgbClr val="7030A0"/>
                          </a:solidFill>
                          <a:latin typeface="Cambria Math" panose="02040503050406030204" pitchFamily="18" charset="0"/>
                        </a:rPr>
                        <m:t>𝐱</m:t>
                      </m:r>
                      <m:r>
                        <a:rPr lang="en-US" sz="2800" b="1" i="0" smtClean="0">
                          <a:solidFill>
                            <a:srgbClr val="7030A0"/>
                          </a:solidFill>
                          <a:latin typeface="Cambria Math" panose="02040503050406030204" pitchFamily="18" charset="0"/>
                        </a:rPr>
                        <m:t>+</m:t>
                      </m:r>
                      <m:r>
                        <a:rPr lang="en-US" sz="2800" b="1" i="1">
                          <a:solidFill>
                            <a:srgbClr val="7030A0"/>
                          </a:solidFill>
                          <a:latin typeface="Cambria Math" panose="02040503050406030204" pitchFamily="18" charset="0"/>
                        </a:rPr>
                        <m:t>𝟏</m:t>
                      </m:r>
                      <m:r>
                        <a:rPr lang="en-US" sz="2800" b="1" i="1">
                          <a:solidFill>
                            <a:srgbClr val="7030A0"/>
                          </a:solidFill>
                          <a:latin typeface="Cambria Math" panose="02040503050406030204" pitchFamily="18" charset="0"/>
                        </a:rPr>
                        <m:t>.</m:t>
                      </m:r>
                      <m:r>
                        <a:rPr lang="en-US" sz="2800" b="1" i="1">
                          <a:solidFill>
                            <a:srgbClr val="7030A0"/>
                          </a:solidFill>
                          <a:latin typeface="Cambria Math" panose="02040503050406030204" pitchFamily="18" charset="0"/>
                        </a:rPr>
                        <m:t>𝟔𝟔𝟔𝟕</m:t>
                      </m:r>
                    </m:oMath>
                  </m:oMathPara>
                </a14:m>
                <a:endParaRPr lang="en-US" sz="2800" b="1" dirty="0">
                  <a:solidFill>
                    <a:srgbClr val="7030A0"/>
                  </a:solidFill>
                </a:endParaRPr>
              </a:p>
            </p:txBody>
          </p:sp>
        </mc:Choice>
        <mc:Fallback xmlns="">
          <p:sp>
            <p:nvSpPr>
              <p:cNvPr id="26" name="Rectangle 25"/>
              <p:cNvSpPr>
                <a:spLocks noRot="1" noChangeAspect="1" noMove="1" noResize="1" noEditPoints="1" noAdjustHandles="1" noChangeArrowheads="1" noChangeShapeType="1" noTextEdit="1"/>
              </p:cNvSpPr>
              <p:nvPr/>
            </p:nvSpPr>
            <p:spPr>
              <a:xfrm>
                <a:off x="134269" y="5706656"/>
                <a:ext cx="6615529" cy="532966"/>
              </a:xfrm>
              <a:prstGeom prst="rect">
                <a:avLst/>
              </a:prstGeom>
              <a:blipFill rotWithShape="0">
                <a:blip r:embed="rId5"/>
                <a:stretch>
                  <a:fillRect/>
                </a:stretch>
              </a:blipFill>
              <a:ln>
                <a:solidFill>
                  <a:srgbClr val="FF00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Rectangle 31"/>
              <p:cNvSpPr/>
              <p:nvPr/>
            </p:nvSpPr>
            <p:spPr>
              <a:xfrm>
                <a:off x="5349671" y="3921476"/>
                <a:ext cx="205293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2800" b="0" i="0" smtClean="0">
                          <a:solidFill>
                            <a:srgbClr val="002060"/>
                          </a:solidFill>
                          <a:latin typeface="Cambria Math" panose="02040503050406030204" pitchFamily="18" charset="0"/>
                        </a:rPr>
                        <m:t>c</m:t>
                      </m:r>
                      <m:r>
                        <a:rPr lang="en-US" sz="2800" b="0" i="0" smtClean="0">
                          <a:solidFill>
                            <a:srgbClr val="002060"/>
                          </a:solidFill>
                          <a:latin typeface="Cambria Math" panose="02040503050406030204" pitchFamily="18" charset="0"/>
                        </a:rPr>
                        <m:t>′=2.1190</m:t>
                      </m:r>
                    </m:oMath>
                  </m:oMathPara>
                </a14:m>
                <a:endParaRPr lang="en-US" sz="2800" dirty="0"/>
              </a:p>
            </p:txBody>
          </p:sp>
        </mc:Choice>
        <mc:Fallback xmlns="">
          <p:sp>
            <p:nvSpPr>
              <p:cNvPr id="32" name="Rectangle 31"/>
              <p:cNvSpPr>
                <a:spLocks noRot="1" noChangeAspect="1" noMove="1" noResize="1" noEditPoints="1" noAdjustHandles="1" noChangeArrowheads="1" noChangeShapeType="1" noTextEdit="1"/>
              </p:cNvSpPr>
              <p:nvPr/>
            </p:nvSpPr>
            <p:spPr>
              <a:xfrm>
                <a:off x="5349671" y="3921476"/>
                <a:ext cx="2052934" cy="523220"/>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Rectangle 32"/>
              <p:cNvSpPr/>
              <p:nvPr/>
            </p:nvSpPr>
            <p:spPr>
              <a:xfrm>
                <a:off x="134269" y="852288"/>
                <a:ext cx="5468677" cy="2031325"/>
              </a:xfrm>
              <a:prstGeom prst="rect">
                <a:avLst/>
              </a:prstGeom>
            </p:spPr>
            <p:txBody>
              <a:bodyPr wrap="none">
                <a:spAutoFit/>
              </a:bodyPr>
              <a:lstStyle/>
              <a:p>
                <a:pPr>
                  <a:lnSpc>
                    <a:spcPct val="150000"/>
                  </a:lnSpc>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r>
                        <a:rPr lang="en-US" sz="2800" i="1" smtClean="0">
                          <a:solidFill>
                            <a:schemeClr val="bg1"/>
                          </a:solidFill>
                          <a:latin typeface="Cambria Math" panose="02040503050406030204" pitchFamily="18" charset="0"/>
                        </a:rPr>
                        <m:t>0</m:t>
                      </m:r>
                      <m:r>
                        <a:rPr lang="en-US" sz="2800" i="1">
                          <a:solidFill>
                            <a:srgbClr val="002060"/>
                          </a:solidFill>
                          <a:latin typeface="Cambria Math" panose="02040503050406030204" pitchFamily="18" charset="0"/>
                        </a:rPr>
                        <m:t>71</m:t>
                      </m:r>
                      <m:r>
                        <a:rPr lang="en-US" sz="2800">
                          <a:solidFill>
                            <a:srgbClr val="002060"/>
                          </a:solidFill>
                          <a:latin typeface="Cambria Math" panose="02040503050406030204" pitchFamily="18" charset="0"/>
                        </a:rPr>
                        <m:t>=</m:t>
                      </m:r>
                      <m:r>
                        <m:rPr>
                          <m:sty m:val="p"/>
                        </m:rPr>
                        <a:rPr lang="en-US" sz="2800" smtClean="0">
                          <a:solidFill>
                            <a:srgbClr val="FF0000"/>
                          </a:solidFill>
                          <a:latin typeface="Cambria Math" panose="02040503050406030204" pitchFamily="18" charset="0"/>
                        </a:rPr>
                        <m:t>a</m:t>
                      </m:r>
                      <m:r>
                        <a:rPr lang="en-US" sz="2800" b="0" i="0" smtClean="0">
                          <a:solidFill>
                            <a:srgbClr val="FF0000"/>
                          </a:solidFill>
                          <a:latin typeface="Cambria Math" panose="02040503050406030204" pitchFamily="18" charset="0"/>
                        </a:rPr>
                        <m:t>′</m:t>
                      </m:r>
                      <m:r>
                        <a:rPr lang="en-US" sz="2800" i="1">
                          <a:solidFill>
                            <a:srgbClr val="002060"/>
                          </a:solidFill>
                          <a:latin typeface="Cambria Math" panose="02040503050406030204" pitchFamily="18" charset="0"/>
                          <a:ea typeface="Cambria Math" panose="02040503050406030204" pitchFamily="18" charset="0"/>
                        </a:rPr>
                        <m:t>∙</m:t>
                      </m:r>
                      <m:r>
                        <a:rPr lang="en-US" sz="2800" b="0" i="1" smtClean="0">
                          <a:solidFill>
                            <a:schemeClr val="bg1"/>
                          </a:solidFill>
                          <a:latin typeface="Cambria Math" panose="02040503050406030204" pitchFamily="18" charset="0"/>
                          <a:ea typeface="Cambria Math" panose="02040503050406030204" pitchFamily="18" charset="0"/>
                        </a:rPr>
                        <m:t>0</m:t>
                      </m:r>
                      <m:r>
                        <a:rPr lang="en-US" sz="2800" i="1">
                          <a:solidFill>
                            <a:srgbClr val="002060"/>
                          </a:solidFill>
                          <a:latin typeface="Cambria Math" panose="02040503050406030204" pitchFamily="18" charset="0"/>
                        </a:rPr>
                        <m:t>7</m:t>
                      </m:r>
                      <m:r>
                        <a:rPr lang="en-US" sz="2800">
                          <a:solidFill>
                            <a:srgbClr val="002060"/>
                          </a:solidFill>
                          <a:latin typeface="Cambria Math" panose="02040503050406030204" pitchFamily="18" charset="0"/>
                        </a:rPr>
                        <m:t>+</m:t>
                      </m:r>
                      <m:r>
                        <m:rPr>
                          <m:sty m:val="p"/>
                        </m:rPr>
                        <a:rPr lang="en-US" sz="2800" i="1" smtClean="0">
                          <a:solidFill>
                            <a:srgbClr val="FF0000"/>
                          </a:solidFill>
                          <a:latin typeface="Cambria Math" panose="02040503050406030204" pitchFamily="18" charset="0"/>
                        </a:rPr>
                        <m:t>b</m:t>
                      </m:r>
                      <m:r>
                        <a:rPr lang="en-US" sz="2800" b="0" i="1" smtClean="0">
                          <a:solidFill>
                            <a:srgbClr val="FF0000"/>
                          </a:solidFill>
                          <a:latin typeface="Cambria Math" panose="02040503050406030204" pitchFamily="18" charset="0"/>
                        </a:rPr>
                        <m:t>′</m:t>
                      </m:r>
                      <m:r>
                        <a:rPr lang="en-US" sz="2800" i="1">
                          <a:solidFill>
                            <a:srgbClr val="002060"/>
                          </a:solidFill>
                          <a:latin typeface="Cambria Math" panose="02040503050406030204" pitchFamily="18" charset="0"/>
                          <a:ea typeface="Cambria Math" panose="02040503050406030204" pitchFamily="18" charset="0"/>
                        </a:rPr>
                        <m:t>∙</m:t>
                      </m:r>
                      <m:r>
                        <a:rPr lang="en-US" sz="2800" i="1" smtClean="0">
                          <a:solidFill>
                            <a:schemeClr val="bg1"/>
                          </a:solidFill>
                          <a:latin typeface="Cambria Math" panose="02040503050406030204" pitchFamily="18" charset="0"/>
                        </a:rPr>
                        <m:t>0</m:t>
                      </m:r>
                      <m:r>
                        <a:rPr lang="en-US" sz="2800" b="0" i="1" smtClean="0">
                          <a:solidFill>
                            <a:srgbClr val="002060"/>
                          </a:solidFill>
                          <a:latin typeface="Cambria Math" panose="02040503050406030204" pitchFamily="18" charset="0"/>
                        </a:rPr>
                        <m:t>0</m:t>
                      </m:r>
                      <m:r>
                        <a:rPr lang="en-US" sz="2800" i="1">
                          <a:solidFill>
                            <a:srgbClr val="002060"/>
                          </a:solidFill>
                          <a:latin typeface="Cambria Math" panose="02040503050406030204" pitchFamily="18" charset="0"/>
                        </a:rPr>
                        <m:t>+</m:t>
                      </m:r>
                      <m:r>
                        <m:rPr>
                          <m:sty m:val="p"/>
                        </m:rPr>
                        <a:rPr lang="en-US" sz="2800" i="1" smtClean="0">
                          <a:solidFill>
                            <a:srgbClr val="FF0000"/>
                          </a:solidFill>
                          <a:latin typeface="Cambria Math" panose="02040503050406030204" pitchFamily="18" charset="0"/>
                        </a:rPr>
                        <m:t>c</m:t>
                      </m:r>
                      <m:r>
                        <a:rPr lang="en-US" sz="2800" b="0" i="1" smtClean="0">
                          <a:solidFill>
                            <a:srgbClr val="FF0000"/>
                          </a:solidFill>
                          <a:latin typeface="Cambria Math" panose="02040503050406030204" pitchFamily="18" charset="0"/>
                        </a:rPr>
                        <m:t>′</m:t>
                      </m:r>
                      <m:r>
                        <a:rPr lang="en-US" sz="2800" i="1">
                          <a:solidFill>
                            <a:srgbClr val="002060"/>
                          </a:solidFill>
                          <a:latin typeface="Cambria Math" panose="02040503050406030204" pitchFamily="18" charset="0"/>
                          <a:ea typeface="Cambria Math" panose="02040503050406030204" pitchFamily="18" charset="0"/>
                        </a:rPr>
                        <m:t>∙</m:t>
                      </m:r>
                      <m:r>
                        <a:rPr lang="en-US" sz="2800" b="0" i="1" smtClean="0">
                          <a:solidFill>
                            <a:schemeClr val="bg1"/>
                          </a:solidFill>
                          <a:latin typeface="Cambria Math" panose="02040503050406030204" pitchFamily="18" charset="0"/>
                          <a:ea typeface="Cambria Math" panose="02040503050406030204" pitchFamily="18" charset="0"/>
                        </a:rPr>
                        <m:t>0</m:t>
                      </m:r>
                      <m:r>
                        <a:rPr lang="en-US" sz="2800" i="1">
                          <a:solidFill>
                            <a:srgbClr val="002060"/>
                          </a:solidFill>
                          <a:latin typeface="Cambria Math" panose="02040503050406030204" pitchFamily="18" charset="0"/>
                        </a:rPr>
                        <m:t>28</m:t>
                      </m:r>
                    </m:oMath>
                  </m:oMathPara>
                </a14:m>
                <a:endParaRPr lang="en-US" sz="2800" dirty="0">
                  <a:solidFill>
                    <a:srgbClr val="002060"/>
                  </a:solidFill>
                  <a:latin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a:rPr lang="en-US" sz="2800" i="1" smtClean="0">
                          <a:solidFill>
                            <a:schemeClr val="bg1"/>
                          </a:solidFill>
                          <a:latin typeface="Cambria Math" panose="02040503050406030204" pitchFamily="18" charset="0"/>
                          <a:ea typeface="Cambria Math" panose="02040503050406030204" pitchFamily="18" charset="0"/>
                        </a:rPr>
                        <m:t>∴</m:t>
                      </m:r>
                      <m:r>
                        <a:rPr lang="en-US" sz="2800" i="1">
                          <a:solidFill>
                            <a:schemeClr val="bg1"/>
                          </a:solidFill>
                          <a:latin typeface="Cambria Math" panose="02040503050406030204" pitchFamily="18" charset="0"/>
                        </a:rPr>
                        <m:t>0</m:t>
                      </m:r>
                      <m:r>
                        <a:rPr lang="en-US" sz="2800" i="1">
                          <a:solidFill>
                            <a:srgbClr val="002060"/>
                          </a:solidFill>
                          <a:latin typeface="Cambria Math" panose="02040503050406030204" pitchFamily="18" charset="0"/>
                        </a:rPr>
                        <m:t>82</m:t>
                      </m:r>
                      <m:r>
                        <a:rPr lang="en-US" sz="2800">
                          <a:solidFill>
                            <a:srgbClr val="002060"/>
                          </a:solidFill>
                          <a:latin typeface="Cambria Math" panose="02040503050406030204" pitchFamily="18" charset="0"/>
                        </a:rPr>
                        <m:t>=</m:t>
                      </m:r>
                      <m:r>
                        <m:rPr>
                          <m:sty m:val="p"/>
                        </m:rPr>
                        <a:rPr lang="en-US" sz="2800" i="1" smtClean="0">
                          <a:solidFill>
                            <a:srgbClr val="FF0000"/>
                          </a:solidFill>
                          <a:latin typeface="Cambria Math" panose="02040503050406030204" pitchFamily="18" charset="0"/>
                        </a:rPr>
                        <m:t>a</m:t>
                      </m:r>
                      <m:r>
                        <a:rPr lang="en-US" sz="2800" b="0" i="1" smtClean="0">
                          <a:solidFill>
                            <a:srgbClr val="FF0000"/>
                          </a:solidFill>
                          <a:latin typeface="Cambria Math" panose="02040503050406030204" pitchFamily="18" charset="0"/>
                        </a:rPr>
                        <m:t>′</m:t>
                      </m:r>
                      <m:r>
                        <a:rPr lang="en-US" sz="2800" i="1">
                          <a:solidFill>
                            <a:srgbClr val="002060"/>
                          </a:solidFill>
                          <a:latin typeface="Cambria Math" panose="02040503050406030204" pitchFamily="18" charset="0"/>
                          <a:ea typeface="Cambria Math" panose="02040503050406030204" pitchFamily="18" charset="0"/>
                        </a:rPr>
                        <m:t>∙</m:t>
                      </m:r>
                      <m:r>
                        <a:rPr lang="en-US" sz="2800" b="0" i="1" smtClean="0">
                          <a:solidFill>
                            <a:schemeClr val="bg1"/>
                          </a:solidFill>
                          <a:latin typeface="Cambria Math" panose="02040503050406030204" pitchFamily="18" charset="0"/>
                          <a:ea typeface="Cambria Math" panose="02040503050406030204" pitchFamily="18" charset="0"/>
                        </a:rPr>
                        <m:t>0</m:t>
                      </m:r>
                      <m:r>
                        <a:rPr lang="en-US" sz="2800" i="1" smtClean="0">
                          <a:solidFill>
                            <a:srgbClr val="002060"/>
                          </a:solidFill>
                          <a:latin typeface="Cambria Math" panose="02040503050406030204" pitchFamily="18" charset="0"/>
                        </a:rPr>
                        <m:t>0</m:t>
                      </m:r>
                      <m:r>
                        <a:rPr lang="en-US" sz="2800">
                          <a:solidFill>
                            <a:srgbClr val="002060"/>
                          </a:solidFill>
                          <a:latin typeface="Cambria Math" panose="02040503050406030204" pitchFamily="18" charset="0"/>
                        </a:rPr>
                        <m:t>+</m:t>
                      </m:r>
                      <m:r>
                        <m:rPr>
                          <m:sty m:val="p"/>
                        </m:rPr>
                        <a:rPr lang="en-US" sz="2800" i="1" smtClean="0">
                          <a:solidFill>
                            <a:srgbClr val="FF0000"/>
                          </a:solidFill>
                          <a:latin typeface="Cambria Math" panose="02040503050406030204" pitchFamily="18" charset="0"/>
                        </a:rPr>
                        <m:t>b</m:t>
                      </m:r>
                      <m:r>
                        <a:rPr lang="en-US" sz="2800" b="0" i="1" smtClean="0">
                          <a:solidFill>
                            <a:srgbClr val="FF0000"/>
                          </a:solidFill>
                          <a:latin typeface="Cambria Math" panose="02040503050406030204" pitchFamily="18" charset="0"/>
                        </a:rPr>
                        <m:t>′</m:t>
                      </m:r>
                      <m:r>
                        <a:rPr lang="en-US" sz="2800" i="1">
                          <a:solidFill>
                            <a:srgbClr val="002060"/>
                          </a:solidFill>
                          <a:latin typeface="Cambria Math" panose="02040503050406030204" pitchFamily="18" charset="0"/>
                          <a:ea typeface="Cambria Math" panose="02040503050406030204" pitchFamily="18" charset="0"/>
                        </a:rPr>
                        <m:t>∙</m:t>
                      </m:r>
                      <m:r>
                        <a:rPr lang="en-US" sz="2800" i="1">
                          <a:solidFill>
                            <a:srgbClr val="002060"/>
                          </a:solidFill>
                          <a:latin typeface="Cambria Math" panose="02040503050406030204" pitchFamily="18" charset="0"/>
                        </a:rPr>
                        <m:t>28+</m:t>
                      </m:r>
                      <m:r>
                        <m:rPr>
                          <m:sty m:val="p"/>
                        </m:rPr>
                        <a:rPr lang="en-US" sz="2800" i="1" smtClean="0">
                          <a:solidFill>
                            <a:srgbClr val="FF0000"/>
                          </a:solidFill>
                          <a:latin typeface="Cambria Math" panose="02040503050406030204" pitchFamily="18" charset="0"/>
                        </a:rPr>
                        <m:t>c</m:t>
                      </m:r>
                      <m:r>
                        <a:rPr lang="en-US" sz="2800" b="0" i="1" smtClean="0">
                          <a:solidFill>
                            <a:srgbClr val="FF0000"/>
                          </a:solidFill>
                          <a:latin typeface="Cambria Math" panose="02040503050406030204" pitchFamily="18" charset="0"/>
                        </a:rPr>
                        <m:t>′</m:t>
                      </m:r>
                      <m:r>
                        <a:rPr lang="en-US" sz="2800" i="1">
                          <a:solidFill>
                            <a:srgbClr val="002060"/>
                          </a:solidFill>
                          <a:latin typeface="Cambria Math" panose="02040503050406030204" pitchFamily="18" charset="0"/>
                          <a:ea typeface="Cambria Math" panose="02040503050406030204" pitchFamily="18" charset="0"/>
                        </a:rPr>
                        <m:t>∙</m:t>
                      </m:r>
                      <m:r>
                        <a:rPr lang="en-US" sz="2800" b="0" i="1" smtClean="0">
                          <a:solidFill>
                            <a:schemeClr val="bg1"/>
                          </a:solidFill>
                          <a:latin typeface="Cambria Math" panose="02040503050406030204" pitchFamily="18" charset="0"/>
                          <a:ea typeface="Cambria Math" panose="02040503050406030204" pitchFamily="18" charset="0"/>
                        </a:rPr>
                        <m:t>00</m:t>
                      </m:r>
                      <m:r>
                        <a:rPr lang="en-US" sz="2800" i="1">
                          <a:solidFill>
                            <a:srgbClr val="002060"/>
                          </a:solidFill>
                          <a:latin typeface="Cambria Math" panose="02040503050406030204" pitchFamily="18" charset="0"/>
                        </a:rPr>
                        <m:t>0</m:t>
                      </m:r>
                    </m:oMath>
                  </m:oMathPara>
                </a14:m>
                <a:endParaRPr lang="en-US" sz="2800" i="1" dirty="0">
                  <a:solidFill>
                    <a:srgbClr val="002060"/>
                  </a:solidFill>
                  <a:latin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a:rPr lang="en-US" sz="2800" i="1" smtClean="0">
                          <a:solidFill>
                            <a:schemeClr val="bg1"/>
                          </a:solidFill>
                          <a:latin typeface="Cambria Math" panose="02040503050406030204" pitchFamily="18" charset="0"/>
                          <a:ea typeface="Cambria Math" panose="02040503050406030204" pitchFamily="18" charset="0"/>
                        </a:rPr>
                        <m:t>∴</m:t>
                      </m:r>
                      <m:r>
                        <a:rPr lang="en-US" sz="2800" i="1">
                          <a:solidFill>
                            <a:srgbClr val="002060"/>
                          </a:solidFill>
                          <a:latin typeface="Cambria Math" panose="02040503050406030204" pitchFamily="18" charset="0"/>
                        </a:rPr>
                        <m:t>462</m:t>
                      </m:r>
                      <m:r>
                        <a:rPr lang="en-US" sz="2800">
                          <a:solidFill>
                            <a:srgbClr val="002060"/>
                          </a:solidFill>
                          <a:latin typeface="Cambria Math" panose="02040503050406030204" pitchFamily="18" charset="0"/>
                        </a:rPr>
                        <m:t>=</m:t>
                      </m:r>
                      <m:r>
                        <m:rPr>
                          <m:sty m:val="p"/>
                        </m:rPr>
                        <a:rPr lang="en-US" sz="2800" i="1" smtClean="0">
                          <a:solidFill>
                            <a:srgbClr val="FF0000"/>
                          </a:solidFill>
                          <a:latin typeface="Cambria Math" panose="02040503050406030204" pitchFamily="18" charset="0"/>
                        </a:rPr>
                        <m:t>a</m:t>
                      </m:r>
                      <m:r>
                        <a:rPr lang="en-US" sz="2800" b="0" i="1" smtClean="0">
                          <a:solidFill>
                            <a:srgbClr val="FF0000"/>
                          </a:solidFill>
                          <a:latin typeface="Cambria Math" panose="02040503050406030204" pitchFamily="18" charset="0"/>
                        </a:rPr>
                        <m:t>′</m:t>
                      </m:r>
                      <m:r>
                        <a:rPr lang="en-US" sz="2800" i="1">
                          <a:solidFill>
                            <a:srgbClr val="002060"/>
                          </a:solidFill>
                          <a:latin typeface="Cambria Math" panose="02040503050406030204" pitchFamily="18" charset="0"/>
                          <a:ea typeface="Cambria Math" panose="02040503050406030204" pitchFamily="18" charset="0"/>
                        </a:rPr>
                        <m:t>∙</m:t>
                      </m:r>
                      <m:r>
                        <a:rPr lang="en-US" sz="2800" i="1">
                          <a:solidFill>
                            <a:srgbClr val="002060"/>
                          </a:solidFill>
                          <a:latin typeface="Cambria Math" panose="02040503050406030204" pitchFamily="18" charset="0"/>
                        </a:rPr>
                        <m:t>28</m:t>
                      </m:r>
                      <m:r>
                        <a:rPr lang="en-US" sz="2800">
                          <a:solidFill>
                            <a:srgbClr val="002060"/>
                          </a:solidFill>
                          <a:latin typeface="Cambria Math" panose="02040503050406030204" pitchFamily="18" charset="0"/>
                        </a:rPr>
                        <m:t>+</m:t>
                      </m:r>
                      <m:r>
                        <m:rPr>
                          <m:sty m:val="p"/>
                        </m:rPr>
                        <a:rPr lang="en-US" sz="2800" i="1" smtClean="0">
                          <a:solidFill>
                            <a:srgbClr val="FF0000"/>
                          </a:solidFill>
                          <a:latin typeface="Cambria Math" panose="02040503050406030204" pitchFamily="18" charset="0"/>
                        </a:rPr>
                        <m:t>b</m:t>
                      </m:r>
                      <m:r>
                        <a:rPr lang="en-US" sz="2800" b="0" i="1" smtClean="0">
                          <a:solidFill>
                            <a:srgbClr val="FF0000"/>
                          </a:solidFill>
                          <a:latin typeface="Cambria Math" panose="02040503050406030204" pitchFamily="18" charset="0"/>
                        </a:rPr>
                        <m:t>′</m:t>
                      </m:r>
                      <m:r>
                        <a:rPr lang="en-US" sz="2800" i="1">
                          <a:solidFill>
                            <a:srgbClr val="002060"/>
                          </a:solidFill>
                          <a:latin typeface="Cambria Math" panose="02040503050406030204" pitchFamily="18" charset="0"/>
                          <a:ea typeface="Cambria Math" panose="02040503050406030204" pitchFamily="18" charset="0"/>
                        </a:rPr>
                        <m:t>∙</m:t>
                      </m:r>
                      <m:r>
                        <a:rPr lang="en-US" sz="2800" b="0" i="1" smtClean="0">
                          <a:solidFill>
                            <a:schemeClr val="bg1"/>
                          </a:solidFill>
                          <a:latin typeface="Cambria Math" panose="02040503050406030204" pitchFamily="18" charset="0"/>
                          <a:ea typeface="Cambria Math" panose="02040503050406030204" pitchFamily="18" charset="0"/>
                        </a:rPr>
                        <m:t>0</m:t>
                      </m:r>
                      <m:r>
                        <a:rPr lang="en-US" sz="2800" i="1">
                          <a:solidFill>
                            <a:srgbClr val="002060"/>
                          </a:solidFill>
                          <a:latin typeface="Cambria Math" panose="02040503050406030204" pitchFamily="18" charset="0"/>
                        </a:rPr>
                        <m:t>0+</m:t>
                      </m:r>
                      <m:r>
                        <m:rPr>
                          <m:sty m:val="p"/>
                        </m:rPr>
                        <a:rPr lang="en-US" sz="2800" i="1" smtClean="0">
                          <a:solidFill>
                            <a:srgbClr val="FF0000"/>
                          </a:solidFill>
                          <a:latin typeface="Cambria Math" panose="02040503050406030204" pitchFamily="18" charset="0"/>
                        </a:rPr>
                        <m:t>c</m:t>
                      </m:r>
                      <m:r>
                        <a:rPr lang="en-US" sz="2800" b="0" i="1" smtClean="0">
                          <a:solidFill>
                            <a:srgbClr val="FF0000"/>
                          </a:solidFill>
                          <a:latin typeface="Cambria Math" panose="02040503050406030204" pitchFamily="18" charset="0"/>
                        </a:rPr>
                        <m:t>′</m:t>
                      </m:r>
                      <m:r>
                        <a:rPr lang="en-US" sz="2800" i="1">
                          <a:solidFill>
                            <a:srgbClr val="002060"/>
                          </a:solidFill>
                          <a:latin typeface="Cambria Math" panose="02040503050406030204" pitchFamily="18" charset="0"/>
                          <a:ea typeface="Cambria Math" panose="02040503050406030204" pitchFamily="18" charset="0"/>
                        </a:rPr>
                        <m:t>∙</m:t>
                      </m:r>
                      <m:r>
                        <a:rPr lang="en-US" sz="2800" i="1">
                          <a:solidFill>
                            <a:srgbClr val="002060"/>
                          </a:solidFill>
                          <a:latin typeface="Cambria Math" panose="02040503050406030204" pitchFamily="18" charset="0"/>
                        </a:rPr>
                        <m:t>196</m:t>
                      </m:r>
                    </m:oMath>
                  </m:oMathPara>
                </a14:m>
                <a:endParaRPr lang="en-US" sz="2800" dirty="0">
                  <a:solidFill>
                    <a:srgbClr val="002060"/>
                  </a:solidFill>
                </a:endParaRPr>
              </a:p>
            </p:txBody>
          </p:sp>
        </mc:Choice>
        <mc:Fallback xmlns="">
          <p:sp>
            <p:nvSpPr>
              <p:cNvPr id="33" name="Rectangle 32"/>
              <p:cNvSpPr>
                <a:spLocks noRot="1" noChangeAspect="1" noMove="1" noResize="1" noEditPoints="1" noAdjustHandles="1" noChangeArrowheads="1" noChangeShapeType="1" noTextEdit="1"/>
              </p:cNvSpPr>
              <p:nvPr/>
            </p:nvSpPr>
            <p:spPr>
              <a:xfrm>
                <a:off x="134269" y="852288"/>
                <a:ext cx="5468677" cy="2031325"/>
              </a:xfrm>
              <a:prstGeom prst="rect">
                <a:avLst/>
              </a:prstGeom>
              <a:blipFill rotWithShape="0">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550349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2">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6" grpId="0" animBg="1"/>
    </p:bld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7" y="869082"/>
                <a:ext cx="11929643" cy="137160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Fit a relation of the form </a:t>
                </a:r>
                <a14:m>
                  <m:oMath xmlns:m="http://schemas.openxmlformats.org/officeDocument/2006/math">
                    <m:r>
                      <m:rPr>
                        <m:sty m:val="p"/>
                      </m:rPr>
                      <a:rPr lang="en-US">
                        <a:latin typeface="Cambria Math" panose="02040503050406030204" pitchFamily="18" charset="0"/>
                      </a:rPr>
                      <m:t>R</m:t>
                    </m:r>
                    <m:r>
                      <a:rPr lang="en-US">
                        <a:latin typeface="Cambria Math" panose="02040503050406030204" pitchFamily="18" charset="0"/>
                      </a:rPr>
                      <m:t>=</m:t>
                    </m:r>
                    <m:r>
                      <m:rPr>
                        <m:sty m:val="p"/>
                      </m:rPr>
                      <a:rPr lang="en-US">
                        <a:latin typeface="Cambria Math" panose="02040503050406030204" pitchFamily="18" charset="0"/>
                      </a:rPr>
                      <m:t>a</m:t>
                    </m:r>
                    <m:r>
                      <a:rPr lang="en-US">
                        <a:latin typeface="Cambria Math" panose="02040503050406030204" pitchFamily="18" charset="0"/>
                      </a:rPr>
                      <m:t>+</m:t>
                    </m:r>
                    <m:r>
                      <m:rPr>
                        <m:sty m:val="p"/>
                      </m:rPr>
                      <a:rPr lang="en-US">
                        <a:latin typeface="Cambria Math" panose="02040503050406030204" pitchFamily="18" charset="0"/>
                      </a:rPr>
                      <m:t>bV</m:t>
                    </m:r>
                    <m:r>
                      <a:rPr lang="en-US">
                        <a:latin typeface="Cambria Math" panose="02040503050406030204" pitchFamily="18" charset="0"/>
                      </a:rPr>
                      <m:t>+</m:t>
                    </m:r>
                    <m:r>
                      <m:rPr>
                        <m:sty m:val="p"/>
                      </m:rPr>
                      <a:rPr lang="en-US">
                        <a:latin typeface="Cambria Math" panose="02040503050406030204" pitchFamily="18" charset="0"/>
                      </a:rPr>
                      <m:t>c</m:t>
                    </m:r>
                    <m:sSup>
                      <m:sSupPr>
                        <m:ctrlPr>
                          <a:rPr lang="en-US" i="1">
                            <a:latin typeface="Cambria Math" panose="02040503050406030204" pitchFamily="18" charset="0"/>
                          </a:rPr>
                        </m:ctrlPr>
                      </m:sSupPr>
                      <m:e>
                        <m:r>
                          <m:rPr>
                            <m:sty m:val="p"/>
                          </m:rPr>
                          <a:rPr lang="en-US">
                            <a:latin typeface="Cambria Math" panose="02040503050406030204" pitchFamily="18" charset="0"/>
                          </a:rPr>
                          <m:t>V</m:t>
                        </m:r>
                      </m:e>
                      <m:sup>
                        <m:r>
                          <a:rPr lang="en-US">
                            <a:latin typeface="Cambria Math" panose="02040503050406030204" pitchFamily="18" charset="0"/>
                          </a:rPr>
                          <m:t>2</m:t>
                        </m:r>
                      </m:sup>
                    </m:sSup>
                  </m:oMath>
                </a14:m>
                <a:r>
                  <a:rPr lang="en-US" dirty="0"/>
                  <a:t> to the following data, where V is the velocity in km/hr. and R is the resistance in km/quintal. Estimate R when </a:t>
                </a:r>
                <a14:m>
                  <m:oMath xmlns:m="http://schemas.openxmlformats.org/officeDocument/2006/math">
                    <m:r>
                      <m:rPr>
                        <m:sty m:val="p"/>
                      </m:rPr>
                      <a:rPr lang="en-US">
                        <a:latin typeface="Cambria Math" panose="02040503050406030204" pitchFamily="18" charset="0"/>
                      </a:rPr>
                      <m:t>V</m:t>
                    </m:r>
                    <m:r>
                      <a:rPr lang="en-US">
                        <a:latin typeface="Cambria Math" panose="02040503050406030204" pitchFamily="18" charset="0"/>
                      </a:rPr>
                      <m:t> = 90</m:t>
                    </m:r>
                  </m:oMath>
                </a14:m>
                <a:r>
                  <a:rPr lang="en-US" dirty="0"/>
                  <a:t>.</a:t>
                </a: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7" y="869082"/>
                <a:ext cx="11929643" cy="1371600"/>
              </a:xfrm>
              <a:prstGeom prst="rect">
                <a:avLst/>
              </a:prstGeom>
              <a:blipFill rotWithShape="0">
                <a:blip r:embed="rId2"/>
                <a:stretch>
                  <a:fillRect l="-1074" r="-1074" b="-9333"/>
                </a:stretch>
              </a:blipFill>
              <a:ln>
                <a:noFill/>
              </a:ln>
            </p:spPr>
            <p:txBody>
              <a:bodyPr/>
              <a:lstStyle/>
              <a:p>
                <a:r>
                  <a:rPr lang="en-US">
                    <a:noFill/>
                  </a:rPr>
                  <a:t> </a:t>
                </a:r>
              </a:p>
            </p:txBody>
          </p:sp>
        </mc:Fallback>
      </mc:AlternateContent>
      <p:sp>
        <p:nvSpPr>
          <p:cNvPr id="2" name="Title 1"/>
          <p:cNvSpPr>
            <a:spLocks noGrp="1"/>
          </p:cNvSpPr>
          <p:nvPr>
            <p:ph type="title"/>
          </p:nvPr>
        </p:nvSpPr>
        <p:spPr/>
        <p:txBody>
          <a:bodyPr/>
          <a:lstStyle/>
          <a:p>
            <a:r>
              <a:rPr lang="en-GB" dirty="0"/>
              <a:t>Method 4.2 ⇝ Example 3</a:t>
            </a:r>
            <a:endParaRPr lang="en-US" dirty="0"/>
          </a:p>
        </p:txBody>
      </p:sp>
      <p:sp>
        <p:nvSpPr>
          <p:cNvPr id="50" name="Rectangle 49">
            <a:extLst>
              <a:ext uri="{FF2B5EF4-FFF2-40B4-BE49-F238E27FC236}">
                <a16:creationId xmlns:a16="http://schemas.microsoft.com/office/drawing/2014/main" id="{B2D3FB0B-D709-43AC-B65F-29361B504B61}"/>
              </a:ext>
            </a:extLst>
          </p:cNvPr>
          <p:cNvSpPr/>
          <p:nvPr/>
        </p:nvSpPr>
        <p:spPr>
          <a:xfrm>
            <a:off x="131177" y="3911689"/>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3216269627"/>
                  </p:ext>
                </p:extLst>
              </p:nvPr>
            </p:nvGraphicFramePr>
            <p:xfrm>
              <a:off x="2255520" y="2570422"/>
              <a:ext cx="7680960" cy="1097280"/>
            </p:xfrm>
            <a:graphic>
              <a:graphicData uri="http://schemas.openxmlformats.org/drawingml/2006/table">
                <a:tbl>
                  <a:tblPr firstRow="1" firstCol="1" bandRow="1">
                    <a:tableStyleId>{E8B1032C-EA38-4F05-BA0D-38AFFFC7BED3}</a:tableStyleId>
                  </a:tblPr>
                  <a:tblGrid>
                    <a:gridCol w="10972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tblGrid>
                  <a:tr h="548640">
                    <a:tc>
                      <a:txBody>
                        <a:bodyPr/>
                        <a:lstStyle/>
                        <a:p>
                          <a:pPr marL="0" marR="0" algn="just">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1" i="0" smtClean="0">
                                    <a:solidFill>
                                      <a:srgbClr val="002060"/>
                                    </a:solidFill>
                                    <a:effectLst/>
                                    <a:latin typeface="+mn-lt"/>
                                    <a:ea typeface="Calibri" panose="020F0502020204030204" pitchFamily="34" charset="0"/>
                                    <a:cs typeface="Shruti" panose="020B0502040204020203" pitchFamily="34" charset="0"/>
                                  </a:rPr>
                                  <m:t>V</m:t>
                                </m:r>
                              </m:oMath>
                            </m:oMathPara>
                          </a14:m>
                          <a:endParaRPr lang="en-US" sz="2800" b="1" i="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20</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40</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60</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80</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100</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120</a:t>
                          </a:r>
                        </a:p>
                      </a:txBody>
                      <a:tcPr marL="68580" marR="68580" marT="0" marB="0" anchor="ctr"/>
                    </a:tc>
                    <a:extLst>
                      <a:ext uri="{0D108BD9-81ED-4DB2-BD59-A6C34878D82A}">
                        <a16:rowId xmlns:a16="http://schemas.microsoft.com/office/drawing/2014/main" val="10000"/>
                      </a:ext>
                    </a:extLst>
                  </a:tr>
                  <a:tr h="548640">
                    <a:tc>
                      <a:txBody>
                        <a:bodyPr/>
                        <a:lstStyle/>
                        <a:p>
                          <a:pPr marL="0" marR="0" algn="just">
                            <a:lnSpc>
                              <a:spcPct val="100000"/>
                            </a:lnSpc>
                            <a:spcBef>
                              <a:spcPts val="0"/>
                            </a:spcBef>
                            <a:spcAft>
                              <a:spcPts val="0"/>
                            </a:spcAft>
                            <a:tabLst>
                              <a:tab pos="0" algn="l"/>
                              <a:tab pos="447675" algn="l"/>
                            </a:tabLst>
                          </a:pPr>
                          <a14:m>
                            <m:oMathPara xmlns:m="http://schemas.openxmlformats.org/officeDocument/2006/math">
                              <m:oMathParaPr>
                                <m:jc m:val="centerGroup"/>
                              </m:oMathParaPr>
                              <m:oMath xmlns:m="http://schemas.openxmlformats.org/officeDocument/2006/math">
                                <m:r>
                                  <m:rPr>
                                    <m:nor/>
                                  </m:rPr>
                                  <a:rPr lang="en-US" sz="2800" b="1" i="0" smtClean="0">
                                    <a:solidFill>
                                      <a:srgbClr val="002060"/>
                                    </a:solidFill>
                                    <a:effectLst/>
                                    <a:latin typeface="+mn-lt"/>
                                    <a:ea typeface="Calibri" panose="020F0502020204030204" pitchFamily="34" charset="0"/>
                                    <a:cs typeface="Shruti" panose="020B0502040204020203" pitchFamily="34" charset="0"/>
                                  </a:rPr>
                                  <m:t>R</m:t>
                                </m:r>
                              </m:oMath>
                            </m:oMathPara>
                          </a14:m>
                          <a:endParaRPr lang="en-US" sz="2800" b="1" i="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5.5</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9.1</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14.9</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22.8</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33.3</a:t>
                          </a: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a:solidFill>
                                <a:srgbClr val="002060"/>
                              </a:solidFill>
                              <a:effectLst/>
                              <a:latin typeface="+mn-lt"/>
                              <a:ea typeface="Calibri" panose="020F0502020204030204" pitchFamily="34" charset="0"/>
                              <a:cs typeface="Shruti" panose="020B0502040204020203" pitchFamily="34" charset="0"/>
                            </a:rPr>
                            <a:t>46.0</a:t>
                          </a:r>
                        </a:p>
                      </a:txBody>
                      <a:tcPr marL="68580" marR="68580" marT="0" marB="0" anchor="ctr"/>
                    </a:tc>
                    <a:extLst>
                      <a:ext uri="{0D108BD9-81ED-4DB2-BD59-A6C34878D82A}">
                        <a16:rowId xmlns:a16="http://schemas.microsoft.com/office/drawing/2014/main" val="10001"/>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3216269627"/>
                  </p:ext>
                </p:extLst>
              </p:nvPr>
            </p:nvGraphicFramePr>
            <p:xfrm>
              <a:off x="2255520" y="2570422"/>
              <a:ext cx="7680960" cy="1097280"/>
            </p:xfrm>
            <a:graphic>
              <a:graphicData uri="http://schemas.openxmlformats.org/drawingml/2006/table">
                <a:tbl>
                  <a:tblPr firstRow="1" firstCol="1" bandRow="1">
                    <a:tableStyleId>{E8B1032C-EA38-4F05-BA0D-38AFFFC7BED3}</a:tableStyleId>
                  </a:tblPr>
                  <a:tblGrid>
                    <a:gridCol w="1097280"/>
                    <a:gridCol w="1097280"/>
                    <a:gridCol w="1097280"/>
                    <a:gridCol w="1097280"/>
                    <a:gridCol w="1097280"/>
                    <a:gridCol w="1097280"/>
                    <a:gridCol w="1097280"/>
                  </a:tblGrid>
                  <a:tr h="548640">
                    <a:tc>
                      <a:txBody>
                        <a:bodyPr/>
                        <a:lstStyle/>
                        <a:p>
                          <a:endParaRPr lang="en-US"/>
                        </a:p>
                      </a:txBody>
                      <a:tcPr marL="68580" marR="68580" marT="0" marB="0" anchor="ctr">
                        <a:blipFill rotWithShape="0">
                          <a:blip r:embed="rId3"/>
                          <a:stretch>
                            <a:fillRect l="-1111" t="-7692" r="-602222" b="-126374"/>
                          </a:stretch>
                        </a:blipFill>
                      </a:tcPr>
                    </a:tc>
                    <a:tc>
                      <a:txBody>
                        <a:bodyPr/>
                        <a:lstStyle/>
                        <a:p>
                          <a:pPr marL="0" marR="0" algn="ctr">
                            <a:lnSpc>
                              <a:spcPct val="100000"/>
                            </a:lnSpc>
                            <a:spcBef>
                              <a:spcPts val="0"/>
                            </a:spcBef>
                            <a:spcAft>
                              <a:spcPts val="0"/>
                            </a:spcAft>
                            <a:tabLst>
                              <a:tab pos="0" algn="l"/>
                              <a:tab pos="447675" algn="l"/>
                            </a:tabLst>
                          </a:pPr>
                          <a:r>
                            <a:rPr lang="en-US" sz="2800" b="0" dirty="0" smtClean="0">
                              <a:solidFill>
                                <a:srgbClr val="002060"/>
                              </a:solidFill>
                              <a:effectLst/>
                              <a:latin typeface="+mn-lt"/>
                              <a:ea typeface="Calibri" panose="020F0502020204030204" pitchFamily="34" charset="0"/>
                              <a:cs typeface="Shruti" panose="020B0502040204020203" pitchFamily="34" charset="0"/>
                            </a:rPr>
                            <a:t>20</a:t>
                          </a:r>
                          <a:endParaRPr lang="en-US" sz="2800" b="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smtClean="0">
                              <a:solidFill>
                                <a:srgbClr val="002060"/>
                              </a:solidFill>
                              <a:effectLst/>
                              <a:latin typeface="+mn-lt"/>
                              <a:ea typeface="Calibri" panose="020F0502020204030204" pitchFamily="34" charset="0"/>
                              <a:cs typeface="Shruti" panose="020B0502040204020203" pitchFamily="34" charset="0"/>
                            </a:rPr>
                            <a:t>40</a:t>
                          </a:r>
                          <a:endParaRPr lang="en-US" sz="2800" b="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smtClean="0">
                              <a:solidFill>
                                <a:srgbClr val="002060"/>
                              </a:solidFill>
                              <a:effectLst/>
                              <a:latin typeface="+mn-lt"/>
                              <a:ea typeface="Calibri" panose="020F0502020204030204" pitchFamily="34" charset="0"/>
                              <a:cs typeface="Shruti" panose="020B0502040204020203" pitchFamily="34" charset="0"/>
                            </a:rPr>
                            <a:t>60</a:t>
                          </a:r>
                          <a:endParaRPr lang="en-US" sz="2800" b="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smtClean="0">
                              <a:solidFill>
                                <a:srgbClr val="002060"/>
                              </a:solidFill>
                              <a:effectLst/>
                              <a:latin typeface="+mn-lt"/>
                              <a:ea typeface="Calibri" panose="020F0502020204030204" pitchFamily="34" charset="0"/>
                              <a:cs typeface="Shruti" panose="020B0502040204020203" pitchFamily="34" charset="0"/>
                            </a:rPr>
                            <a:t>80</a:t>
                          </a:r>
                          <a:endParaRPr lang="en-US" sz="2800" b="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smtClean="0">
                              <a:solidFill>
                                <a:srgbClr val="002060"/>
                              </a:solidFill>
                              <a:effectLst/>
                              <a:latin typeface="+mn-lt"/>
                              <a:ea typeface="Calibri" panose="020F0502020204030204" pitchFamily="34" charset="0"/>
                              <a:cs typeface="Shruti" panose="020B0502040204020203" pitchFamily="34" charset="0"/>
                            </a:rPr>
                            <a:t>100</a:t>
                          </a:r>
                          <a:endParaRPr lang="en-US" sz="2800" b="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smtClean="0">
                              <a:solidFill>
                                <a:srgbClr val="002060"/>
                              </a:solidFill>
                              <a:effectLst/>
                              <a:latin typeface="+mn-lt"/>
                              <a:ea typeface="Calibri" panose="020F0502020204030204" pitchFamily="34" charset="0"/>
                              <a:cs typeface="Shruti" panose="020B0502040204020203" pitchFamily="34" charset="0"/>
                            </a:rPr>
                            <a:t>120</a:t>
                          </a:r>
                          <a:endParaRPr lang="en-US" sz="2800" b="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r>
                  <a:tr h="548640">
                    <a:tc>
                      <a:txBody>
                        <a:bodyPr/>
                        <a:lstStyle/>
                        <a:p>
                          <a:endParaRPr lang="en-US"/>
                        </a:p>
                      </a:txBody>
                      <a:tcPr marL="68580" marR="68580" marT="0" marB="0" anchor="ctr">
                        <a:blipFill rotWithShape="0">
                          <a:blip r:embed="rId3"/>
                          <a:stretch>
                            <a:fillRect l="-1111" t="-108889" r="-602222" b="-27778"/>
                          </a:stretch>
                        </a:blipFill>
                      </a:tcPr>
                    </a:tc>
                    <a:tc>
                      <a:txBody>
                        <a:bodyPr/>
                        <a:lstStyle/>
                        <a:p>
                          <a:pPr marL="0" marR="0" algn="ctr">
                            <a:lnSpc>
                              <a:spcPct val="100000"/>
                            </a:lnSpc>
                            <a:spcBef>
                              <a:spcPts val="0"/>
                            </a:spcBef>
                            <a:spcAft>
                              <a:spcPts val="0"/>
                            </a:spcAft>
                            <a:tabLst>
                              <a:tab pos="0" algn="l"/>
                              <a:tab pos="447675" algn="l"/>
                            </a:tabLst>
                          </a:pPr>
                          <a:r>
                            <a:rPr lang="en-US" sz="2800" b="0" dirty="0" smtClean="0">
                              <a:solidFill>
                                <a:srgbClr val="002060"/>
                              </a:solidFill>
                              <a:effectLst/>
                              <a:latin typeface="+mn-lt"/>
                              <a:ea typeface="Calibri" panose="020F0502020204030204" pitchFamily="34" charset="0"/>
                              <a:cs typeface="Shruti" panose="020B0502040204020203" pitchFamily="34" charset="0"/>
                            </a:rPr>
                            <a:t>5.5</a:t>
                          </a:r>
                          <a:endParaRPr lang="en-US" sz="2800" b="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smtClean="0">
                              <a:solidFill>
                                <a:srgbClr val="002060"/>
                              </a:solidFill>
                              <a:effectLst/>
                              <a:latin typeface="+mn-lt"/>
                              <a:ea typeface="Calibri" panose="020F0502020204030204" pitchFamily="34" charset="0"/>
                              <a:cs typeface="Shruti" panose="020B0502040204020203" pitchFamily="34" charset="0"/>
                            </a:rPr>
                            <a:t>9.1</a:t>
                          </a:r>
                          <a:endParaRPr lang="en-US" sz="2800" b="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smtClean="0">
                              <a:solidFill>
                                <a:srgbClr val="002060"/>
                              </a:solidFill>
                              <a:effectLst/>
                              <a:latin typeface="+mn-lt"/>
                              <a:ea typeface="Calibri" panose="020F0502020204030204" pitchFamily="34" charset="0"/>
                              <a:cs typeface="Shruti" panose="020B0502040204020203" pitchFamily="34" charset="0"/>
                            </a:rPr>
                            <a:t>14.9</a:t>
                          </a:r>
                          <a:endParaRPr lang="en-US" sz="2800" b="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smtClean="0">
                              <a:solidFill>
                                <a:srgbClr val="002060"/>
                              </a:solidFill>
                              <a:effectLst/>
                              <a:latin typeface="+mn-lt"/>
                              <a:ea typeface="Calibri" panose="020F0502020204030204" pitchFamily="34" charset="0"/>
                              <a:cs typeface="Shruti" panose="020B0502040204020203" pitchFamily="34" charset="0"/>
                            </a:rPr>
                            <a:t>22.8</a:t>
                          </a:r>
                          <a:endParaRPr lang="en-US" sz="2800" b="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smtClean="0">
                              <a:solidFill>
                                <a:srgbClr val="002060"/>
                              </a:solidFill>
                              <a:effectLst/>
                              <a:latin typeface="+mn-lt"/>
                              <a:ea typeface="Calibri" panose="020F0502020204030204" pitchFamily="34" charset="0"/>
                              <a:cs typeface="Shruti" panose="020B0502040204020203" pitchFamily="34" charset="0"/>
                            </a:rPr>
                            <a:t>33.3</a:t>
                          </a:r>
                          <a:endParaRPr lang="en-US" sz="2800" b="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c>
                      <a:txBody>
                        <a:bodyPr/>
                        <a:lstStyle/>
                        <a:p>
                          <a:pPr marL="0" marR="0" algn="ctr">
                            <a:lnSpc>
                              <a:spcPct val="100000"/>
                            </a:lnSpc>
                            <a:spcBef>
                              <a:spcPts val="0"/>
                            </a:spcBef>
                            <a:spcAft>
                              <a:spcPts val="0"/>
                            </a:spcAft>
                            <a:tabLst>
                              <a:tab pos="0" algn="l"/>
                              <a:tab pos="447675" algn="l"/>
                            </a:tabLst>
                          </a:pPr>
                          <a:r>
                            <a:rPr lang="en-US" sz="2800" b="0" dirty="0" smtClean="0">
                              <a:solidFill>
                                <a:srgbClr val="002060"/>
                              </a:solidFill>
                              <a:effectLst/>
                              <a:latin typeface="+mn-lt"/>
                              <a:ea typeface="Calibri" panose="020F0502020204030204" pitchFamily="34" charset="0"/>
                              <a:cs typeface="Shruti" panose="020B0502040204020203" pitchFamily="34" charset="0"/>
                            </a:rPr>
                            <a:t>46.0</a:t>
                          </a:r>
                          <a:endParaRPr lang="en-US" sz="2800" b="0" dirty="0">
                            <a:solidFill>
                              <a:srgbClr val="002060"/>
                            </a:solidFill>
                            <a:effectLst/>
                            <a:latin typeface="+mn-lt"/>
                            <a:ea typeface="Calibri" panose="020F0502020204030204" pitchFamily="34" charset="0"/>
                            <a:cs typeface="Shruti" panose="020B0502040204020203" pitchFamily="34" charset="0"/>
                          </a:endParaRPr>
                        </a:p>
                      </a:txBody>
                      <a:tcPr marL="68580" marR="68580" marT="0" marB="0" anchor="ctr"/>
                    </a:tc>
                  </a:tr>
                </a:tbl>
              </a:graphicData>
            </a:graphic>
          </p:graphicFrame>
        </mc:Fallback>
      </mc:AlternateContent>
      <mc:AlternateContent xmlns:mc="http://schemas.openxmlformats.org/markup-compatibility/2006" xmlns:a14="http://schemas.microsoft.com/office/drawing/2010/main">
        <mc:Choice Requires="a14">
          <p:sp>
            <p:nvSpPr>
              <p:cNvPr id="12" name="Rectangle 11"/>
              <p:cNvSpPr/>
              <p:nvPr/>
            </p:nvSpPr>
            <p:spPr>
              <a:xfrm>
                <a:off x="1625597" y="3911689"/>
                <a:ext cx="4914422" cy="523220"/>
              </a:xfrm>
              <a:prstGeom prst="rect">
                <a:avLst/>
              </a:prstGeom>
            </p:spPr>
            <p:txBody>
              <a:bodyPr wrap="none">
                <a:spAutoFit/>
              </a:bodyPr>
              <a:lstStyle/>
              <a:p>
                <a:r>
                  <a:rPr lang="en-US" sz="2800" dirty="0">
                    <a:solidFill>
                      <a:srgbClr val="002060"/>
                    </a:solidFill>
                  </a:rPr>
                  <a:t>We want to fit </a:t>
                </a:r>
                <a14:m>
                  <m:oMath xmlns:m="http://schemas.openxmlformats.org/officeDocument/2006/math">
                    <m:r>
                      <m:rPr>
                        <m:sty m:val="p"/>
                      </m:rPr>
                      <a:rPr lang="en-US" sz="2800" b="0" i="0" smtClean="0">
                        <a:solidFill>
                          <a:srgbClr val="002060"/>
                        </a:solidFill>
                        <a:latin typeface="Cambria Math" panose="02040503050406030204" pitchFamily="18" charset="0"/>
                      </a:rPr>
                      <m:t>R</m:t>
                    </m:r>
                    <m:r>
                      <a:rPr lang="en-US" sz="2800" b="0" i="0" smtClean="0">
                        <a:solidFill>
                          <a:srgbClr val="002060"/>
                        </a:solidFill>
                        <a:latin typeface="Cambria Math" panose="02040503050406030204" pitchFamily="18" charset="0"/>
                      </a:rPr>
                      <m:t>=</m:t>
                    </m:r>
                    <m:r>
                      <m:rPr>
                        <m:sty m:val="p"/>
                      </m:rPr>
                      <a:rPr lang="en-US" sz="2800" b="0" i="0" smtClean="0">
                        <a:solidFill>
                          <a:srgbClr val="002060"/>
                        </a:solidFill>
                        <a:latin typeface="Cambria Math" panose="02040503050406030204" pitchFamily="18" charset="0"/>
                      </a:rPr>
                      <m:t>a</m:t>
                    </m:r>
                    <m:r>
                      <a:rPr lang="en-US" sz="2800" b="0" i="0" smtClean="0">
                        <a:solidFill>
                          <a:srgbClr val="002060"/>
                        </a:solidFill>
                        <a:latin typeface="Cambria Math" panose="02040503050406030204" pitchFamily="18" charset="0"/>
                      </a:rPr>
                      <m:t>+</m:t>
                    </m:r>
                    <m:r>
                      <m:rPr>
                        <m:sty m:val="p"/>
                      </m:rPr>
                      <a:rPr lang="en-US" sz="2800" b="0" i="0" smtClean="0">
                        <a:solidFill>
                          <a:srgbClr val="002060"/>
                        </a:solidFill>
                        <a:latin typeface="Cambria Math" panose="02040503050406030204" pitchFamily="18" charset="0"/>
                      </a:rPr>
                      <m:t>bV</m:t>
                    </m:r>
                    <m:r>
                      <a:rPr lang="en-US" sz="2800" b="0" i="0" smtClean="0">
                        <a:solidFill>
                          <a:srgbClr val="002060"/>
                        </a:solidFill>
                        <a:latin typeface="Cambria Math" panose="02040503050406030204" pitchFamily="18" charset="0"/>
                      </a:rPr>
                      <m:t>+</m:t>
                    </m:r>
                    <m:sSup>
                      <m:sSupPr>
                        <m:ctrlPr>
                          <a:rPr lang="en-US" sz="2800" b="0" i="1" smtClean="0">
                            <a:solidFill>
                              <a:srgbClr val="002060"/>
                            </a:solidFill>
                            <a:latin typeface="Cambria Math" panose="02040503050406030204" pitchFamily="18" charset="0"/>
                          </a:rPr>
                        </m:ctrlPr>
                      </m:sSupPr>
                      <m:e>
                        <m:r>
                          <m:rPr>
                            <m:sty m:val="p"/>
                          </m:rPr>
                          <a:rPr lang="en-US" sz="2800" b="0" i="0" smtClean="0">
                            <a:solidFill>
                              <a:srgbClr val="002060"/>
                            </a:solidFill>
                            <a:latin typeface="Cambria Math" panose="02040503050406030204" pitchFamily="18" charset="0"/>
                          </a:rPr>
                          <m:t>cV</m:t>
                        </m:r>
                      </m:e>
                      <m:sup>
                        <m:r>
                          <a:rPr lang="en-US" sz="2800" b="0" i="0" smtClean="0">
                            <a:solidFill>
                              <a:srgbClr val="002060"/>
                            </a:solidFill>
                            <a:latin typeface="Cambria Math" panose="02040503050406030204" pitchFamily="18" charset="0"/>
                          </a:rPr>
                          <m:t>2</m:t>
                        </m:r>
                      </m:sup>
                    </m:sSup>
                  </m:oMath>
                </a14:m>
                <a:endParaRPr lang="en-US" sz="2800" dirty="0">
                  <a:solidFill>
                    <a:srgbClr val="002060"/>
                  </a:solidFill>
                </a:endParaRPr>
              </a:p>
            </p:txBody>
          </p:sp>
        </mc:Choice>
        <mc:Fallback xmlns="">
          <p:sp>
            <p:nvSpPr>
              <p:cNvPr id="12" name="Rectangle 11"/>
              <p:cNvSpPr>
                <a:spLocks noRot="1" noChangeAspect="1" noMove="1" noResize="1" noEditPoints="1" noAdjustHandles="1" noChangeArrowheads="1" noChangeShapeType="1" noTextEdit="1"/>
              </p:cNvSpPr>
              <p:nvPr/>
            </p:nvSpPr>
            <p:spPr>
              <a:xfrm>
                <a:off x="1625597" y="3911689"/>
                <a:ext cx="4914422" cy="523220"/>
              </a:xfrm>
              <a:prstGeom prst="rect">
                <a:avLst/>
              </a:prstGeom>
              <a:blipFill rotWithShape="0">
                <a:blip r:embed="rId4"/>
                <a:stretch>
                  <a:fillRect l="-2605" t="-11628" b="-325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1625597" y="4596524"/>
                <a:ext cx="7839838" cy="523220"/>
              </a:xfrm>
              <a:prstGeom prst="rect">
                <a:avLst/>
              </a:prstGeom>
            </p:spPr>
            <p:txBody>
              <a:bodyPr wrap="none">
                <a:spAutoFit/>
              </a:bodyPr>
              <a:lstStyle/>
              <a:p>
                <a:r>
                  <a:rPr lang="en-US" sz="2800" dirty="0">
                    <a:solidFill>
                      <a:srgbClr val="002060"/>
                    </a:solidFill>
                  </a:rPr>
                  <a:t>Which is not in our standard form </a:t>
                </a:r>
                <a14:m>
                  <m:oMath xmlns:m="http://schemas.openxmlformats.org/officeDocument/2006/math">
                    <m:r>
                      <m:rPr>
                        <m:sty m:val="p"/>
                      </m:rPr>
                      <a:rPr lang="en-US" sz="280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m:t>
                    </m:r>
                    <m:r>
                      <m:rPr>
                        <m:sty m:val="p"/>
                      </m:rPr>
                      <a:rPr lang="en-US" sz="2800">
                        <a:solidFill>
                          <a:srgbClr val="002060"/>
                        </a:solidFill>
                        <a:latin typeface="Cambria Math" panose="02040503050406030204" pitchFamily="18" charset="0"/>
                      </a:rPr>
                      <m:t>a</m:t>
                    </m:r>
                    <m:r>
                      <a:rPr lang="en-US" sz="2800">
                        <a:solidFill>
                          <a:srgbClr val="002060"/>
                        </a:solidFill>
                        <a:latin typeface="Cambria Math" panose="02040503050406030204" pitchFamily="18" charset="0"/>
                      </a:rPr>
                      <m:t>+</m:t>
                    </m:r>
                    <m:r>
                      <m:rPr>
                        <m:sty m:val="p"/>
                      </m:rPr>
                      <a:rPr lang="en-US" sz="2800">
                        <a:solidFill>
                          <a:srgbClr val="002060"/>
                        </a:solidFill>
                        <a:latin typeface="Cambria Math" panose="02040503050406030204" pitchFamily="18" charset="0"/>
                      </a:rPr>
                      <m:t>bx</m:t>
                    </m:r>
                    <m:r>
                      <a:rPr lang="en-US" sz="2800" b="0" i="0" smtClean="0">
                        <a:solidFill>
                          <a:srgbClr val="002060"/>
                        </a:solidFill>
                        <a:latin typeface="Cambria Math" panose="02040503050406030204" pitchFamily="18" charset="0"/>
                      </a:rPr>
                      <m:t>+</m:t>
                    </m:r>
                    <m:sSup>
                      <m:sSupPr>
                        <m:ctrlPr>
                          <a:rPr lang="en-US" sz="2800" b="0" i="1" smtClean="0">
                            <a:solidFill>
                              <a:srgbClr val="002060"/>
                            </a:solidFill>
                            <a:latin typeface="Cambria Math" panose="02040503050406030204" pitchFamily="18" charset="0"/>
                          </a:rPr>
                        </m:ctrlPr>
                      </m:sSupPr>
                      <m:e>
                        <m:r>
                          <m:rPr>
                            <m:sty m:val="p"/>
                          </m:rPr>
                          <a:rPr lang="en-US" sz="2800" b="0" i="0" smtClean="0">
                            <a:solidFill>
                              <a:srgbClr val="002060"/>
                            </a:solidFill>
                            <a:latin typeface="Cambria Math" panose="02040503050406030204" pitchFamily="18" charset="0"/>
                          </a:rPr>
                          <m:t>cx</m:t>
                        </m:r>
                      </m:e>
                      <m:sup>
                        <m:r>
                          <a:rPr lang="en-US" sz="2800" b="0" i="0" smtClean="0">
                            <a:solidFill>
                              <a:srgbClr val="002060"/>
                            </a:solidFill>
                            <a:latin typeface="Cambria Math" panose="02040503050406030204" pitchFamily="18" charset="0"/>
                          </a:rPr>
                          <m:t>2</m:t>
                        </m:r>
                      </m:sup>
                    </m:sSup>
                  </m:oMath>
                </a14:m>
                <a:r>
                  <a:rPr lang="en-US" sz="2800" dirty="0">
                    <a:solidFill>
                      <a:srgbClr val="002060"/>
                    </a:solidFill>
                  </a:rPr>
                  <a:t>.</a:t>
                </a:r>
              </a:p>
            </p:txBody>
          </p:sp>
        </mc:Choice>
        <mc:Fallback xmlns="">
          <p:sp>
            <p:nvSpPr>
              <p:cNvPr id="14" name="Rectangle 13"/>
              <p:cNvSpPr>
                <a:spLocks noRot="1" noChangeAspect="1" noMove="1" noResize="1" noEditPoints="1" noAdjustHandles="1" noChangeArrowheads="1" noChangeShapeType="1" noTextEdit="1"/>
              </p:cNvSpPr>
              <p:nvPr/>
            </p:nvSpPr>
            <p:spPr>
              <a:xfrm>
                <a:off x="1625597" y="4596524"/>
                <a:ext cx="7839838" cy="523220"/>
              </a:xfrm>
              <a:prstGeom prst="rect">
                <a:avLst/>
              </a:prstGeom>
              <a:blipFill rotWithShape="0">
                <a:blip r:embed="rId5"/>
                <a:stretch>
                  <a:fillRect l="-1633" t="-10465" b="-325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1628461" y="5281359"/>
                <a:ext cx="4982390" cy="523220"/>
              </a:xfrm>
              <a:prstGeom prst="rect">
                <a:avLst/>
              </a:prstGeom>
            </p:spPr>
            <p:txBody>
              <a:bodyPr wrap="none">
                <a:spAutoFit/>
              </a:bodyPr>
              <a:lstStyle/>
              <a:p>
                <a14:m>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oMath>
                </a14:m>
                <a:r>
                  <a:rPr lang="en-US" sz="2800" dirty="0">
                    <a:solidFill>
                      <a:srgbClr val="002060"/>
                    </a:solidFill>
                  </a:rPr>
                  <a:t> Let us take     </a:t>
                </a:r>
                <a14:m>
                  <m:oMath xmlns:m="http://schemas.openxmlformats.org/officeDocument/2006/math">
                    <m:r>
                      <m:rPr>
                        <m:sty m:val="p"/>
                      </m:rPr>
                      <a:rPr lang="en-US" sz="2800" b="0" i="0" dirty="0" smtClean="0">
                        <a:solidFill>
                          <a:srgbClr val="002060"/>
                        </a:solidFill>
                        <a:latin typeface="Cambria Math" panose="02040503050406030204" pitchFamily="18" charset="0"/>
                      </a:rPr>
                      <m:t>R</m:t>
                    </m:r>
                    <m:r>
                      <a:rPr lang="en-US" sz="2800" i="0" dirty="0" smtClean="0">
                        <a:solidFill>
                          <a:srgbClr val="002060"/>
                        </a:solidFill>
                        <a:latin typeface="Cambria Math" panose="02040503050406030204" pitchFamily="18" charset="0"/>
                      </a:rPr>
                      <m:t>=</m:t>
                    </m:r>
                    <m:r>
                      <m:rPr>
                        <m:sty m:val="p"/>
                      </m:rPr>
                      <a:rPr lang="en-US" sz="2800" b="0" i="0" dirty="0" smtClean="0">
                        <a:solidFill>
                          <a:srgbClr val="002060"/>
                        </a:solidFill>
                        <a:latin typeface="Cambria Math" panose="02040503050406030204" pitchFamily="18" charset="0"/>
                      </a:rPr>
                      <m:t>y</m:t>
                    </m:r>
                  </m:oMath>
                </a14:m>
                <a:r>
                  <a:rPr lang="en-US" sz="2800" dirty="0">
                    <a:solidFill>
                      <a:srgbClr val="002060"/>
                    </a:solidFill>
                  </a:rPr>
                  <a:t>   &amp;   </a:t>
                </a:r>
                <a14:m>
                  <m:oMath xmlns:m="http://schemas.openxmlformats.org/officeDocument/2006/math">
                    <m:r>
                      <m:rPr>
                        <m:sty m:val="p"/>
                      </m:rPr>
                      <a:rPr lang="en-US" sz="2800" b="0" i="0" dirty="0" smtClean="0">
                        <a:solidFill>
                          <a:srgbClr val="002060"/>
                        </a:solidFill>
                        <a:latin typeface="Cambria Math" panose="02040503050406030204" pitchFamily="18" charset="0"/>
                      </a:rPr>
                      <m:t>V</m:t>
                    </m:r>
                    <m:r>
                      <a:rPr lang="en-US" sz="2800" i="0" dirty="0" smtClean="0">
                        <a:solidFill>
                          <a:srgbClr val="002060"/>
                        </a:solidFill>
                        <a:latin typeface="Cambria Math" panose="02040503050406030204" pitchFamily="18" charset="0"/>
                      </a:rPr>
                      <m:t>=</m:t>
                    </m:r>
                    <m:r>
                      <m:rPr>
                        <m:sty m:val="p"/>
                      </m:rPr>
                      <a:rPr lang="en-US" sz="2800" b="0" i="0" dirty="0" smtClean="0">
                        <a:solidFill>
                          <a:srgbClr val="002060"/>
                        </a:solidFill>
                        <a:latin typeface="Cambria Math" panose="02040503050406030204" pitchFamily="18" charset="0"/>
                      </a:rPr>
                      <m:t>x</m:t>
                    </m:r>
                  </m:oMath>
                </a14:m>
                <a:endParaRPr lang="en-US" sz="2800" dirty="0">
                  <a:solidFill>
                    <a:srgbClr val="002060"/>
                  </a:solidFill>
                </a:endParaRPr>
              </a:p>
            </p:txBody>
          </p:sp>
        </mc:Choice>
        <mc:Fallback xmlns="">
          <p:sp>
            <p:nvSpPr>
              <p:cNvPr id="15" name="Rectangle 14"/>
              <p:cNvSpPr>
                <a:spLocks noRot="1" noChangeAspect="1" noMove="1" noResize="1" noEditPoints="1" noAdjustHandles="1" noChangeArrowheads="1" noChangeShapeType="1" noTextEdit="1"/>
              </p:cNvSpPr>
              <p:nvPr/>
            </p:nvSpPr>
            <p:spPr>
              <a:xfrm>
                <a:off x="1628461" y="5281359"/>
                <a:ext cx="4982390" cy="523220"/>
              </a:xfrm>
              <a:prstGeom prst="rect">
                <a:avLst/>
              </a:prstGeom>
              <a:blipFill rotWithShape="0">
                <a:blip r:embed="rId6"/>
                <a:stretch>
                  <a:fillRect t="-11628"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1625597" y="5966194"/>
                <a:ext cx="1854995" cy="523220"/>
              </a:xfrm>
              <a:prstGeom prst="rect">
                <a:avLst/>
              </a:prstGeom>
            </p:spPr>
            <p:txBody>
              <a:bodyPr wrap="none">
                <a:spAutoFit/>
              </a:bodyPr>
              <a:lstStyle/>
              <a:p>
                <a14:m>
                  <m:oMath xmlns:m="http://schemas.openxmlformats.org/officeDocument/2006/math">
                    <m:r>
                      <a:rPr lang="en-US" sz="2800" i="1">
                        <a:solidFill>
                          <a:srgbClr val="002060"/>
                        </a:solidFill>
                        <a:latin typeface="Cambria Math" panose="02040503050406030204" pitchFamily="18" charset="0"/>
                        <a:ea typeface="Cambria Math" panose="02040503050406030204" pitchFamily="18" charset="0"/>
                      </a:rPr>
                      <m:t>∴ </m:t>
                    </m:r>
                  </m:oMath>
                </a14:m>
                <a:r>
                  <a:rPr lang="en-US" sz="2800" dirty="0">
                    <a:solidFill>
                      <a:srgbClr val="002060"/>
                    </a:solidFill>
                  </a:rPr>
                  <a:t>We will fit</a:t>
                </a:r>
              </a:p>
            </p:txBody>
          </p:sp>
        </mc:Choice>
        <mc:Fallback xmlns="">
          <p:sp>
            <p:nvSpPr>
              <p:cNvPr id="16" name="Rectangle 15"/>
              <p:cNvSpPr>
                <a:spLocks noRot="1" noChangeAspect="1" noMove="1" noResize="1" noEditPoints="1" noAdjustHandles="1" noChangeArrowheads="1" noChangeShapeType="1" noTextEdit="1"/>
              </p:cNvSpPr>
              <p:nvPr/>
            </p:nvSpPr>
            <p:spPr>
              <a:xfrm>
                <a:off x="1625597" y="5966194"/>
                <a:ext cx="1854995" cy="523220"/>
              </a:xfrm>
              <a:prstGeom prst="rect">
                <a:avLst/>
              </a:prstGeom>
              <a:blipFill rotWithShape="0">
                <a:blip r:embed="rId7"/>
                <a:stretch>
                  <a:fillRect t="-12791" r="-5263"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p:cNvSpPr/>
              <p:nvPr/>
            </p:nvSpPr>
            <p:spPr>
              <a:xfrm>
                <a:off x="3480592" y="5966194"/>
                <a:ext cx="2955553"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2800">
                          <a:solidFill>
                            <a:srgbClr val="002060"/>
                          </a:solidFill>
                          <a:latin typeface="Cambria Math" panose="02040503050406030204" pitchFamily="18" charset="0"/>
                        </a:rPr>
                        <m:t>R</m:t>
                      </m:r>
                      <m:r>
                        <a:rPr lang="en-US" sz="2800">
                          <a:solidFill>
                            <a:srgbClr val="002060"/>
                          </a:solidFill>
                          <a:latin typeface="Cambria Math" panose="02040503050406030204" pitchFamily="18" charset="0"/>
                        </a:rPr>
                        <m:t>=</m:t>
                      </m:r>
                      <m:r>
                        <m:rPr>
                          <m:sty m:val="p"/>
                        </m:rPr>
                        <a:rPr lang="en-US" sz="2800">
                          <a:solidFill>
                            <a:srgbClr val="002060"/>
                          </a:solidFill>
                          <a:latin typeface="Cambria Math" panose="02040503050406030204" pitchFamily="18" charset="0"/>
                        </a:rPr>
                        <m:t>a</m:t>
                      </m:r>
                      <m:r>
                        <a:rPr lang="en-US" sz="2800">
                          <a:solidFill>
                            <a:srgbClr val="002060"/>
                          </a:solidFill>
                          <a:latin typeface="Cambria Math" panose="02040503050406030204" pitchFamily="18" charset="0"/>
                        </a:rPr>
                        <m:t>+</m:t>
                      </m:r>
                      <m:r>
                        <m:rPr>
                          <m:sty m:val="p"/>
                        </m:rPr>
                        <a:rPr lang="en-US" sz="2800">
                          <a:solidFill>
                            <a:srgbClr val="002060"/>
                          </a:solidFill>
                          <a:latin typeface="Cambria Math" panose="02040503050406030204" pitchFamily="18" charset="0"/>
                        </a:rPr>
                        <m:t>bV</m:t>
                      </m:r>
                      <m:r>
                        <a:rPr lang="en-US" sz="2800">
                          <a:solidFill>
                            <a:srgbClr val="002060"/>
                          </a:solidFill>
                          <a:latin typeface="Cambria Math" panose="02040503050406030204" pitchFamily="18" charset="0"/>
                        </a:rPr>
                        <m:t>+</m:t>
                      </m:r>
                      <m:sSup>
                        <m:sSupPr>
                          <m:ctrlPr>
                            <a:rPr lang="en-US" sz="2800" i="1">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cV</m:t>
                          </m:r>
                        </m:e>
                        <m:sup>
                          <m:r>
                            <a:rPr lang="en-US" sz="2800">
                              <a:solidFill>
                                <a:srgbClr val="002060"/>
                              </a:solidFill>
                              <a:latin typeface="Cambria Math" panose="02040503050406030204" pitchFamily="18" charset="0"/>
                            </a:rPr>
                            <m:t>2</m:t>
                          </m:r>
                        </m:sup>
                      </m:sSup>
                    </m:oMath>
                  </m:oMathPara>
                </a14:m>
                <a:endParaRPr lang="en-US" sz="2800" dirty="0">
                  <a:solidFill>
                    <a:srgbClr val="002060"/>
                  </a:solidFill>
                </a:endParaRPr>
              </a:p>
            </p:txBody>
          </p:sp>
        </mc:Choice>
        <mc:Fallback xmlns="">
          <p:sp>
            <p:nvSpPr>
              <p:cNvPr id="17" name="Rectangle 16"/>
              <p:cNvSpPr>
                <a:spLocks noRot="1" noChangeAspect="1" noMove="1" noResize="1" noEditPoints="1" noAdjustHandles="1" noChangeArrowheads="1" noChangeShapeType="1" noTextEdit="1"/>
              </p:cNvSpPr>
              <p:nvPr/>
            </p:nvSpPr>
            <p:spPr>
              <a:xfrm>
                <a:off x="3480592" y="5966194"/>
                <a:ext cx="2955553" cy="523220"/>
              </a:xfrm>
              <a:prstGeom prst="rect">
                <a:avLst/>
              </a:prstGeom>
              <a:blipFill rotWithShape="0">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p:cNvSpPr/>
              <p:nvPr/>
            </p:nvSpPr>
            <p:spPr>
              <a:xfrm>
                <a:off x="6436145" y="5956448"/>
                <a:ext cx="3347070" cy="53296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smtClean="0">
                          <a:solidFill>
                            <a:srgbClr val="7030A0"/>
                          </a:solidFill>
                          <a:latin typeface="Cambria Math" panose="02040503050406030204" pitchFamily="18" charset="0"/>
                          <a:ea typeface="Cambria Math" panose="02040503050406030204" pitchFamily="18" charset="0"/>
                        </a:rPr>
                        <m:t>⇒</m:t>
                      </m:r>
                      <m:r>
                        <a:rPr lang="en-US" sz="2800" b="1" i="0">
                          <a:solidFill>
                            <a:srgbClr val="7030A0"/>
                          </a:solidFill>
                          <a:latin typeface="Cambria Math" panose="02040503050406030204" pitchFamily="18" charset="0"/>
                        </a:rPr>
                        <m:t>𝐲</m:t>
                      </m:r>
                      <m:r>
                        <a:rPr lang="en-US" sz="2800" b="1" i="0">
                          <a:solidFill>
                            <a:srgbClr val="7030A0"/>
                          </a:solidFill>
                          <a:latin typeface="Cambria Math" panose="02040503050406030204" pitchFamily="18" charset="0"/>
                        </a:rPr>
                        <m:t>=</m:t>
                      </m:r>
                      <m:r>
                        <a:rPr lang="en-US" sz="2800" b="1" i="0" smtClean="0">
                          <a:solidFill>
                            <a:srgbClr val="7030A0"/>
                          </a:solidFill>
                          <a:latin typeface="Cambria Math" panose="02040503050406030204" pitchFamily="18" charset="0"/>
                        </a:rPr>
                        <m:t>𝐚</m:t>
                      </m:r>
                      <m:r>
                        <a:rPr lang="en-US" sz="2800" b="1" i="0" smtClean="0">
                          <a:solidFill>
                            <a:srgbClr val="7030A0"/>
                          </a:solidFill>
                          <a:latin typeface="Cambria Math" panose="02040503050406030204" pitchFamily="18" charset="0"/>
                        </a:rPr>
                        <m:t>+</m:t>
                      </m:r>
                      <m:r>
                        <a:rPr lang="en-US" sz="2800" b="1" i="0" smtClean="0">
                          <a:solidFill>
                            <a:srgbClr val="7030A0"/>
                          </a:solidFill>
                          <a:latin typeface="Cambria Math" panose="02040503050406030204" pitchFamily="18" charset="0"/>
                        </a:rPr>
                        <m:t>𝐛𝐱</m:t>
                      </m:r>
                      <m:r>
                        <a:rPr lang="en-US" sz="2800" b="1" i="0" smtClean="0">
                          <a:solidFill>
                            <a:srgbClr val="7030A0"/>
                          </a:solidFill>
                          <a:latin typeface="Cambria Math" panose="02040503050406030204" pitchFamily="18" charset="0"/>
                        </a:rPr>
                        <m:t>+</m:t>
                      </m:r>
                      <m:r>
                        <a:rPr lang="en-US" sz="2800" b="1" i="0" smtClean="0">
                          <a:solidFill>
                            <a:srgbClr val="7030A0"/>
                          </a:solidFill>
                          <a:latin typeface="Cambria Math" panose="02040503050406030204" pitchFamily="18" charset="0"/>
                        </a:rPr>
                        <m:t>𝐜</m:t>
                      </m:r>
                      <m:sSup>
                        <m:sSupPr>
                          <m:ctrlPr>
                            <a:rPr lang="en-US" sz="2800" b="1" i="1" smtClean="0">
                              <a:solidFill>
                                <a:srgbClr val="7030A0"/>
                              </a:solidFill>
                              <a:latin typeface="Cambria Math" panose="02040503050406030204" pitchFamily="18" charset="0"/>
                            </a:rPr>
                          </m:ctrlPr>
                        </m:sSupPr>
                        <m:e>
                          <m:r>
                            <a:rPr lang="en-US" sz="2800" b="1" i="0" smtClean="0">
                              <a:solidFill>
                                <a:srgbClr val="7030A0"/>
                              </a:solidFill>
                              <a:latin typeface="Cambria Math" panose="02040503050406030204" pitchFamily="18" charset="0"/>
                            </a:rPr>
                            <m:t>𝐱</m:t>
                          </m:r>
                        </m:e>
                        <m:sup>
                          <m:r>
                            <a:rPr lang="en-US" sz="2800" b="1" i="0" smtClean="0">
                              <a:solidFill>
                                <a:srgbClr val="7030A0"/>
                              </a:solidFill>
                              <a:latin typeface="Cambria Math" panose="02040503050406030204" pitchFamily="18" charset="0"/>
                            </a:rPr>
                            <m:t>𝟐</m:t>
                          </m:r>
                        </m:sup>
                      </m:sSup>
                    </m:oMath>
                  </m:oMathPara>
                </a14:m>
                <a:endParaRPr lang="en-US" sz="2800" b="1" dirty="0">
                  <a:solidFill>
                    <a:srgbClr val="7030A0"/>
                  </a:solidFill>
                </a:endParaRPr>
              </a:p>
            </p:txBody>
          </p:sp>
        </mc:Choice>
        <mc:Fallback xmlns="">
          <p:sp>
            <p:nvSpPr>
              <p:cNvPr id="18" name="Rectangle 17"/>
              <p:cNvSpPr>
                <a:spLocks noRot="1" noChangeAspect="1" noMove="1" noResize="1" noEditPoints="1" noAdjustHandles="1" noChangeArrowheads="1" noChangeShapeType="1" noTextEdit="1"/>
              </p:cNvSpPr>
              <p:nvPr/>
            </p:nvSpPr>
            <p:spPr>
              <a:xfrm>
                <a:off x="6436145" y="5956448"/>
                <a:ext cx="3347070" cy="532966"/>
              </a:xfrm>
              <a:prstGeom prst="rect">
                <a:avLst/>
              </a:prstGeom>
              <a:blipFill rotWithShape="0">
                <a:blip r:embed="rId9"/>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06833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50"/>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nodeType="after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50" grpId="0" animBg="1"/>
    </p:bld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4.2 ⇝ Example 3(</a:t>
            </a:r>
            <a:r>
              <a:rPr lang="en-GB" dirty="0">
                <a:solidFill>
                  <a:srgbClr val="FF0000"/>
                </a:solidFill>
              </a:rPr>
              <a:t>Continue</a:t>
            </a:r>
            <a:r>
              <a:rPr lang="en-GB" dirty="0"/>
              <a:t>)</a:t>
            </a:r>
            <a:endParaRPr lang="en-US" dirty="0"/>
          </a:p>
        </p:txBody>
      </p:sp>
      <mc:AlternateContent xmlns:mc="http://schemas.openxmlformats.org/markup-compatibility/2006" xmlns:a14="http://schemas.microsoft.com/office/drawing/2010/main">
        <mc:Choice Requires="a14">
          <p:sp>
            <p:nvSpPr>
              <p:cNvPr id="4" name="Rectangle 3"/>
              <p:cNvSpPr/>
              <p:nvPr/>
            </p:nvSpPr>
            <p:spPr>
              <a:xfrm>
                <a:off x="115749" y="831469"/>
                <a:ext cx="4170501" cy="523220"/>
              </a:xfrm>
              <a:prstGeom prst="rect">
                <a:avLst/>
              </a:prstGeom>
            </p:spPr>
            <p:txBody>
              <a:bodyPr wrap="none">
                <a:spAutoFit/>
              </a:bodyPr>
              <a:lstStyle/>
              <a:p>
                <a:r>
                  <a:rPr lang="en-US" sz="2700" b="0" i="0" dirty="0">
                    <a:solidFill>
                      <a:srgbClr val="002060"/>
                    </a:solidFill>
                    <a:latin typeface="+mj-lt"/>
                    <a:ea typeface="Cambria Math" panose="02040503050406030204" pitchFamily="18" charset="0"/>
                  </a:rPr>
                  <a:t>From the given data</a:t>
                </a:r>
                <a14:m>
                  <m:oMath xmlns:m="http://schemas.openxmlformats.org/officeDocument/2006/math">
                    <m:r>
                      <a:rPr lang="en-US" sz="2700" b="0" i="0" smtClean="0">
                        <a:solidFill>
                          <a:srgbClr val="002060"/>
                        </a:solidFill>
                        <a:latin typeface="Cambria Math" panose="02040503050406030204" pitchFamily="18" charset="0"/>
                        <a:ea typeface="Cambria Math" panose="02040503050406030204" pitchFamily="18" charset="0"/>
                      </a:rPr>
                      <m:t>   </m:t>
                    </m:r>
                    <m:r>
                      <a:rPr lang="en-US" sz="2700" b="0" i="1" smtClean="0">
                        <a:solidFill>
                          <a:srgbClr val="002060"/>
                        </a:solidFill>
                        <a:latin typeface="Cambria Math" panose="02040503050406030204" pitchFamily="18" charset="0"/>
                        <a:ea typeface="Cambria Math" panose="02040503050406030204" pitchFamily="18" charset="0"/>
                      </a:rPr>
                      <m:t> </m:t>
                    </m:r>
                    <m:r>
                      <m:rPr>
                        <m:sty m:val="p"/>
                      </m:rPr>
                      <a:rPr lang="en-US" sz="2700" b="0" i="0" smtClean="0">
                        <a:solidFill>
                          <a:srgbClr val="002060"/>
                        </a:solidFill>
                        <a:latin typeface="Cambria Math" panose="02040503050406030204" pitchFamily="18" charset="0"/>
                      </a:rPr>
                      <m:t>n</m:t>
                    </m:r>
                    <m:r>
                      <a:rPr lang="en-US" sz="2700" b="0" i="1" smtClean="0">
                        <a:solidFill>
                          <a:srgbClr val="002060"/>
                        </a:solidFill>
                        <a:latin typeface="Cambria Math" panose="02040503050406030204" pitchFamily="18" charset="0"/>
                      </a:rPr>
                      <m:t>=6</m:t>
                    </m:r>
                  </m:oMath>
                </a14:m>
                <a:endParaRPr lang="en-US" sz="2700" dirty="0"/>
              </a:p>
            </p:txBody>
          </p:sp>
        </mc:Choice>
        <mc:Fallback xmlns="">
          <p:sp>
            <p:nvSpPr>
              <p:cNvPr id="4" name="Rectangle 3"/>
              <p:cNvSpPr>
                <a:spLocks noRot="1" noChangeAspect="1" noMove="1" noResize="1" noEditPoints="1" noAdjustHandles="1" noChangeArrowheads="1" noChangeShapeType="1" noTextEdit="1"/>
              </p:cNvSpPr>
              <p:nvPr/>
            </p:nvSpPr>
            <p:spPr>
              <a:xfrm>
                <a:off x="115749" y="831469"/>
                <a:ext cx="4170501" cy="523220"/>
              </a:xfrm>
              <a:prstGeom prst="rect">
                <a:avLst/>
              </a:prstGeom>
              <a:blipFill rotWithShape="0">
                <a:blip r:embed="rId2"/>
                <a:stretch>
                  <a:fillRect l="-2778" t="-10465" b="-2674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113291" y="2513805"/>
                <a:ext cx="2396105" cy="523220"/>
              </a:xfrm>
              <a:prstGeom prst="rect">
                <a:avLst/>
              </a:prstGeom>
            </p:spPr>
            <p:txBody>
              <a:bodyPr wrap="none">
                <a:spAutoFit/>
              </a:bodyPr>
              <a:lstStyle/>
              <a:p>
                <a:r>
                  <a:rPr lang="en-US" sz="2700" dirty="0">
                    <a:solidFill>
                      <a:srgbClr val="002060"/>
                    </a:solidFill>
                    <a:latin typeface="+mj-lt"/>
                    <a:ea typeface="Cambria Math" panose="02040503050406030204" pitchFamily="18" charset="0"/>
                  </a:rPr>
                  <a:t> </a:t>
                </a:r>
                <a14:m>
                  <m:oMath xmlns:m="http://schemas.openxmlformats.org/officeDocument/2006/math">
                    <m:nary>
                      <m:naryPr>
                        <m:chr m:val="∑"/>
                        <m:limLoc m:val="undOvr"/>
                        <m:subHide m:val="on"/>
                        <m:supHide m:val="on"/>
                        <m:ctrlPr>
                          <a:rPr lang="en-US" sz="2700" i="1">
                            <a:solidFill>
                              <a:srgbClr val="002060"/>
                            </a:solidFill>
                            <a:latin typeface="Cambria Math" panose="02040503050406030204" pitchFamily="18" charset="0"/>
                          </a:rPr>
                        </m:ctrlPr>
                      </m:naryPr>
                      <m:sub/>
                      <m:sup/>
                      <m:e>
                        <m:sSup>
                          <m:sSupPr>
                            <m:ctrlPr>
                              <a:rPr lang="en-US" sz="2700" b="0" i="1" smtClean="0">
                                <a:solidFill>
                                  <a:srgbClr val="002060"/>
                                </a:solidFill>
                                <a:latin typeface="Cambria Math" panose="02040503050406030204" pitchFamily="18" charset="0"/>
                              </a:rPr>
                            </m:ctrlPr>
                          </m:sSupPr>
                          <m:e>
                            <m:r>
                              <m:rPr>
                                <m:sty m:val="p"/>
                              </m:rPr>
                              <a:rPr lang="en-US" sz="2700">
                                <a:solidFill>
                                  <a:srgbClr val="002060"/>
                                </a:solidFill>
                                <a:latin typeface="Cambria Math" panose="02040503050406030204" pitchFamily="18" charset="0"/>
                              </a:rPr>
                              <m:t>x</m:t>
                            </m:r>
                          </m:e>
                          <m:sup>
                            <m:r>
                              <a:rPr lang="en-US" sz="2700" b="0" i="0" smtClean="0">
                                <a:solidFill>
                                  <a:srgbClr val="002060"/>
                                </a:solidFill>
                                <a:latin typeface="Cambria Math" panose="02040503050406030204" pitchFamily="18" charset="0"/>
                              </a:rPr>
                              <m:t>2</m:t>
                            </m:r>
                          </m:sup>
                        </m:sSup>
                      </m:e>
                    </m:nary>
                    <m:r>
                      <a:rPr lang="en-US" sz="2700" b="0" i="1" smtClean="0">
                        <a:solidFill>
                          <a:srgbClr val="002060"/>
                        </a:solidFill>
                        <a:latin typeface="Cambria Math" panose="02040503050406030204" pitchFamily="18" charset="0"/>
                      </a:rPr>
                      <m:t>=36400</m:t>
                    </m:r>
                  </m:oMath>
                </a14:m>
                <a:endParaRPr lang="en-US" sz="2700" dirty="0"/>
              </a:p>
            </p:txBody>
          </p:sp>
        </mc:Choice>
        <mc:Fallback xmlns="">
          <p:sp>
            <p:nvSpPr>
              <p:cNvPr id="6" name="Rectangle 5"/>
              <p:cNvSpPr>
                <a:spLocks noRot="1" noChangeAspect="1" noMove="1" noResize="1" noEditPoints="1" noAdjustHandles="1" noChangeArrowheads="1" noChangeShapeType="1" noTextEdit="1"/>
              </p:cNvSpPr>
              <p:nvPr/>
            </p:nvSpPr>
            <p:spPr>
              <a:xfrm>
                <a:off x="113291" y="2513805"/>
                <a:ext cx="2396105" cy="52322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113291" y="1685054"/>
                <a:ext cx="1817357" cy="523220"/>
              </a:xfrm>
              <a:prstGeom prst="rect">
                <a:avLst/>
              </a:prstGeom>
            </p:spPr>
            <p:txBody>
              <a:bodyPr wrap="none">
                <a:spAutoFit/>
              </a:bodyPr>
              <a:lstStyle/>
              <a:p>
                <a:r>
                  <a:rPr lang="en-US" sz="2700" dirty="0">
                    <a:solidFill>
                      <a:schemeClr val="bg1"/>
                    </a:solidFill>
                    <a:ea typeface="Cambria Math" panose="02040503050406030204" pitchFamily="18" charset="0"/>
                  </a:rPr>
                  <a:t> </a:t>
                </a:r>
                <a14:m>
                  <m:oMath xmlns:m="http://schemas.openxmlformats.org/officeDocument/2006/math">
                    <m:nary>
                      <m:naryPr>
                        <m:chr m:val="∑"/>
                        <m:limLoc m:val="undOvr"/>
                        <m:subHide m:val="on"/>
                        <m:supHide m:val="on"/>
                        <m:ctrlPr>
                          <a:rPr lang="en-US" sz="2700" i="1">
                            <a:solidFill>
                              <a:srgbClr val="002060"/>
                            </a:solidFill>
                            <a:latin typeface="Cambria Math" panose="02040503050406030204" pitchFamily="18" charset="0"/>
                          </a:rPr>
                        </m:ctrlPr>
                      </m:naryPr>
                      <m:sub/>
                      <m:sup/>
                      <m:e>
                        <m:r>
                          <m:rPr>
                            <m:sty m:val="p"/>
                          </m:rPr>
                          <a:rPr lang="en-US" sz="2700" b="0" i="0" smtClean="0">
                            <a:solidFill>
                              <a:srgbClr val="002060"/>
                            </a:solidFill>
                            <a:latin typeface="Cambria Math" panose="02040503050406030204" pitchFamily="18" charset="0"/>
                          </a:rPr>
                          <m:t>x</m:t>
                        </m:r>
                      </m:e>
                    </m:nary>
                    <m:r>
                      <a:rPr lang="en-US" sz="2700" i="1">
                        <a:solidFill>
                          <a:srgbClr val="002060"/>
                        </a:solidFill>
                        <a:latin typeface="Cambria Math" panose="02040503050406030204" pitchFamily="18" charset="0"/>
                      </a:rPr>
                      <m:t>=</m:t>
                    </m:r>
                    <m:r>
                      <a:rPr lang="en-US" sz="2700" b="0" i="1" smtClean="0">
                        <a:solidFill>
                          <a:srgbClr val="002060"/>
                        </a:solidFill>
                        <a:latin typeface="Cambria Math" panose="02040503050406030204" pitchFamily="18" charset="0"/>
                      </a:rPr>
                      <m:t>420</m:t>
                    </m:r>
                  </m:oMath>
                </a14:m>
                <a:endParaRPr lang="en-US" sz="2700" dirty="0"/>
              </a:p>
            </p:txBody>
          </p:sp>
        </mc:Choice>
        <mc:Fallback xmlns="">
          <p:sp>
            <p:nvSpPr>
              <p:cNvPr id="7" name="Rectangle 6"/>
              <p:cNvSpPr>
                <a:spLocks noRot="1" noChangeAspect="1" noMove="1" noResize="1" noEditPoints="1" noAdjustHandles="1" noChangeArrowheads="1" noChangeShapeType="1" noTextEdit="1"/>
              </p:cNvSpPr>
              <p:nvPr/>
            </p:nvSpPr>
            <p:spPr>
              <a:xfrm>
                <a:off x="113291" y="1685054"/>
                <a:ext cx="1817357" cy="52322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3057835" y="2530193"/>
                <a:ext cx="2396041" cy="523220"/>
              </a:xfrm>
              <a:prstGeom prst="rect">
                <a:avLst/>
              </a:prstGeom>
            </p:spPr>
            <p:txBody>
              <a:bodyPr wrap="none">
                <a:spAutoFit/>
              </a:bodyPr>
              <a:lstStyle/>
              <a:p>
                <a:r>
                  <a:rPr lang="en-US" sz="2700" dirty="0">
                    <a:solidFill>
                      <a:srgbClr val="002060"/>
                    </a:solidFill>
                    <a:latin typeface="+mj-lt"/>
                    <a:ea typeface="Cambria Math" panose="02040503050406030204" pitchFamily="18" charset="0"/>
                  </a:rPr>
                  <a:t> </a:t>
                </a:r>
                <a14:m>
                  <m:oMath xmlns:m="http://schemas.openxmlformats.org/officeDocument/2006/math">
                    <m:nary>
                      <m:naryPr>
                        <m:chr m:val="∑"/>
                        <m:limLoc m:val="undOvr"/>
                        <m:subHide m:val="on"/>
                        <m:supHide m:val="on"/>
                        <m:ctrlPr>
                          <a:rPr lang="en-US" sz="2700" i="1">
                            <a:solidFill>
                              <a:srgbClr val="002060"/>
                            </a:solidFill>
                            <a:latin typeface="Cambria Math" panose="02040503050406030204" pitchFamily="18" charset="0"/>
                          </a:rPr>
                        </m:ctrlPr>
                      </m:naryPr>
                      <m:sub/>
                      <m:sup/>
                      <m:e>
                        <m:r>
                          <m:rPr>
                            <m:sty m:val="p"/>
                          </m:rPr>
                          <a:rPr lang="en-US" sz="2700" b="0" i="0" smtClean="0">
                            <a:solidFill>
                              <a:srgbClr val="002060"/>
                            </a:solidFill>
                            <a:latin typeface="Cambria Math" panose="02040503050406030204" pitchFamily="18" charset="0"/>
                          </a:rPr>
                          <m:t>xy</m:t>
                        </m:r>
                      </m:e>
                    </m:nary>
                    <m:r>
                      <a:rPr lang="en-US" sz="2700" b="0" i="1" smtClean="0">
                        <a:solidFill>
                          <a:srgbClr val="002060"/>
                        </a:solidFill>
                        <a:latin typeface="Cambria Math" panose="02040503050406030204" pitchFamily="18" charset="0"/>
                      </a:rPr>
                      <m:t>=12042</m:t>
                    </m:r>
                  </m:oMath>
                </a14:m>
                <a:endParaRPr lang="en-US" sz="2700" dirty="0"/>
              </a:p>
            </p:txBody>
          </p:sp>
        </mc:Choice>
        <mc:Fallback xmlns="">
          <p:sp>
            <p:nvSpPr>
              <p:cNvPr id="8" name="Rectangle 7"/>
              <p:cNvSpPr>
                <a:spLocks noRot="1" noChangeAspect="1" noMove="1" noResize="1" noEditPoints="1" noAdjustHandles="1" noChangeArrowheads="1" noChangeShapeType="1" noTextEdit="1"/>
              </p:cNvSpPr>
              <p:nvPr/>
            </p:nvSpPr>
            <p:spPr>
              <a:xfrm>
                <a:off x="3057835" y="2530193"/>
                <a:ext cx="2396041" cy="523220"/>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3072596" y="1690208"/>
                <a:ext cx="2031390" cy="507831"/>
              </a:xfrm>
              <a:prstGeom prst="rect">
                <a:avLst/>
              </a:prstGeom>
            </p:spPr>
            <p:txBody>
              <a:bodyPr wrap="none">
                <a:spAutoFit/>
              </a:bodyPr>
              <a:lstStyle/>
              <a:p>
                <a:r>
                  <a:rPr lang="en-US" sz="2700" dirty="0">
                    <a:solidFill>
                      <a:schemeClr val="bg1"/>
                    </a:solidFill>
                    <a:ea typeface="Cambria Math" panose="02040503050406030204" pitchFamily="18" charset="0"/>
                  </a:rPr>
                  <a:t> </a:t>
                </a:r>
                <a14:m>
                  <m:oMath xmlns:m="http://schemas.openxmlformats.org/officeDocument/2006/math">
                    <m:nary>
                      <m:naryPr>
                        <m:chr m:val="∑"/>
                        <m:limLoc m:val="undOvr"/>
                        <m:subHide m:val="on"/>
                        <m:supHide m:val="on"/>
                        <m:ctrlPr>
                          <a:rPr lang="en-US" sz="2700" i="1">
                            <a:solidFill>
                              <a:srgbClr val="002060"/>
                            </a:solidFill>
                            <a:latin typeface="Cambria Math" panose="02040503050406030204" pitchFamily="18" charset="0"/>
                          </a:rPr>
                        </m:ctrlPr>
                      </m:naryPr>
                      <m:sub/>
                      <m:sup/>
                      <m:e>
                        <m:r>
                          <m:rPr>
                            <m:sty m:val="p"/>
                          </m:rPr>
                          <a:rPr lang="en-US" sz="2700">
                            <a:solidFill>
                              <a:srgbClr val="002060"/>
                            </a:solidFill>
                            <a:latin typeface="Cambria Math" panose="02040503050406030204" pitchFamily="18" charset="0"/>
                          </a:rPr>
                          <m:t>y</m:t>
                        </m:r>
                      </m:e>
                    </m:nary>
                    <m:r>
                      <a:rPr lang="en-US" sz="2700" i="1">
                        <a:solidFill>
                          <a:srgbClr val="002060"/>
                        </a:solidFill>
                        <a:latin typeface="Cambria Math" panose="02040503050406030204" pitchFamily="18" charset="0"/>
                      </a:rPr>
                      <m:t>=</m:t>
                    </m:r>
                    <m:r>
                      <a:rPr lang="en-US" sz="2700" b="0" i="1" smtClean="0">
                        <a:solidFill>
                          <a:srgbClr val="002060"/>
                        </a:solidFill>
                        <a:latin typeface="Cambria Math" panose="02040503050406030204" pitchFamily="18" charset="0"/>
                      </a:rPr>
                      <m:t>131</m:t>
                    </m:r>
                    <m:r>
                      <a:rPr lang="en-US" sz="2700" b="0" i="0" smtClean="0">
                        <a:solidFill>
                          <a:srgbClr val="002060"/>
                        </a:solidFill>
                        <a:latin typeface="Cambria Math" panose="02040503050406030204" pitchFamily="18" charset="0"/>
                      </a:rPr>
                      <m:t>.6</m:t>
                    </m:r>
                  </m:oMath>
                </a14:m>
                <a:endParaRPr lang="en-US" sz="2700" b="0" dirty="0">
                  <a:solidFill>
                    <a:srgbClr val="002060"/>
                  </a:solidFill>
                </a:endParaRPr>
              </a:p>
            </p:txBody>
          </p:sp>
        </mc:Choice>
        <mc:Fallback xmlns="">
          <p:sp>
            <p:nvSpPr>
              <p:cNvPr id="15" name="Rectangle 14"/>
              <p:cNvSpPr>
                <a:spLocks noRot="1" noChangeAspect="1" noMove="1" noResize="1" noEditPoints="1" noAdjustHandles="1" noChangeArrowheads="1" noChangeShapeType="1" noTextEdit="1"/>
              </p:cNvSpPr>
              <p:nvPr/>
            </p:nvSpPr>
            <p:spPr>
              <a:xfrm>
                <a:off x="3072596" y="1690208"/>
                <a:ext cx="2031390" cy="507831"/>
              </a:xfrm>
              <a:prstGeom prst="rect">
                <a:avLst/>
              </a:prstGeom>
              <a:blipFill rotWithShape="0">
                <a:blip r:embed="rId6"/>
                <a:stretch>
                  <a:fillRect/>
                </a:stretch>
              </a:blipFill>
            </p:spPr>
            <p:txBody>
              <a:bodyPr/>
              <a:lstStyle/>
              <a:p>
                <a:r>
                  <a:rPr lang="en-US">
                    <a:noFill/>
                  </a:rPr>
                  <a:t> </a:t>
                </a:r>
              </a:p>
            </p:txBody>
          </p:sp>
        </mc:Fallback>
      </mc:AlternateContent>
      <p:sp>
        <p:nvSpPr>
          <p:cNvPr id="16" name="Rectangle 15"/>
          <p:cNvSpPr/>
          <p:nvPr/>
        </p:nvSpPr>
        <p:spPr>
          <a:xfrm>
            <a:off x="6050280" y="782362"/>
            <a:ext cx="36000" cy="5760720"/>
          </a:xfrm>
          <a:prstGeom prst="rect">
            <a:avLst/>
          </a:prstGeom>
          <a:solidFill>
            <a:srgbClr val="B84742"/>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7" name="Rectangle 16"/>
          <p:cNvSpPr/>
          <p:nvPr/>
        </p:nvSpPr>
        <p:spPr>
          <a:xfrm>
            <a:off x="113291" y="5033170"/>
            <a:ext cx="4929555" cy="923330"/>
          </a:xfrm>
          <a:prstGeom prst="rect">
            <a:avLst/>
          </a:prstGeom>
        </p:spPr>
        <p:txBody>
          <a:bodyPr wrap="none">
            <a:spAutoFit/>
          </a:bodyPr>
          <a:lstStyle/>
          <a:p>
            <a:r>
              <a:rPr lang="en-US" sz="2700" b="0" i="0" dirty="0">
                <a:solidFill>
                  <a:srgbClr val="002060"/>
                </a:solidFill>
                <a:latin typeface="+mj-lt"/>
                <a:ea typeface="Cambria Math" panose="02040503050406030204" pitchFamily="18" charset="0"/>
              </a:rPr>
              <a:t>Now, substitute these values in the</a:t>
            </a:r>
          </a:p>
          <a:p>
            <a:r>
              <a:rPr lang="en-US" sz="2700" b="0" i="0" dirty="0">
                <a:solidFill>
                  <a:srgbClr val="002060"/>
                </a:solidFill>
                <a:latin typeface="+mj-lt"/>
                <a:ea typeface="Cambria Math" panose="02040503050406030204" pitchFamily="18" charset="0"/>
              </a:rPr>
              <a:t>Normal Equations</a:t>
            </a:r>
            <a:endParaRPr lang="en-US" sz="2700" dirty="0"/>
          </a:p>
        </p:txBody>
      </p:sp>
      <mc:AlternateContent xmlns:mc="http://schemas.openxmlformats.org/markup-compatibility/2006" xmlns:a14="http://schemas.microsoft.com/office/drawing/2010/main">
        <mc:Choice Requires="a14">
          <p:sp>
            <p:nvSpPr>
              <p:cNvPr id="18" name="Rectangle 17"/>
              <p:cNvSpPr/>
              <p:nvPr/>
            </p:nvSpPr>
            <p:spPr>
              <a:xfrm>
                <a:off x="6296892" y="831469"/>
                <a:ext cx="6118598" cy="3222421"/>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nary>
                        <m:naryPr>
                          <m:chr m:val="∑"/>
                          <m:limLoc m:val="undOvr"/>
                          <m:subHide m:val="on"/>
                          <m:supHide m:val="on"/>
                          <m:ctrlPr>
                            <a:rPr lang="en-US" sz="2700" i="1" smtClean="0">
                              <a:solidFill>
                                <a:srgbClr val="002060"/>
                              </a:solidFill>
                              <a:latin typeface="Cambria Math" panose="02040503050406030204" pitchFamily="18" charset="0"/>
                            </a:rPr>
                          </m:ctrlPr>
                        </m:naryPr>
                        <m:sub/>
                        <m:sup/>
                        <m:e>
                          <m:r>
                            <m:rPr>
                              <m:sty m:val="p"/>
                            </m:rPr>
                            <a:rPr lang="en-US" sz="2700" b="0" i="1">
                              <a:solidFill>
                                <a:srgbClr val="002060"/>
                              </a:solidFill>
                              <a:latin typeface="Cambria Math" panose="02040503050406030204" pitchFamily="18" charset="0"/>
                            </a:rPr>
                            <m:t>y</m:t>
                          </m:r>
                          <m:r>
                            <a:rPr lang="en-US" sz="2700" b="0">
                              <a:solidFill>
                                <a:srgbClr val="002060"/>
                              </a:solidFill>
                              <a:latin typeface="Cambria Math" panose="02040503050406030204" pitchFamily="18" charset="0"/>
                            </a:rPr>
                            <m:t> </m:t>
                          </m:r>
                        </m:e>
                      </m:nary>
                      <m:r>
                        <a:rPr lang="en-US" sz="2700" b="0">
                          <a:solidFill>
                            <a:srgbClr val="002060"/>
                          </a:solidFill>
                          <a:latin typeface="Cambria Math" panose="02040503050406030204" pitchFamily="18" charset="0"/>
                        </a:rPr>
                        <m:t>=</m:t>
                      </m:r>
                      <m:r>
                        <m:rPr>
                          <m:sty m:val="p"/>
                        </m:rPr>
                        <a:rPr lang="en-US" sz="2700" b="0" i="1" smtClean="0">
                          <a:solidFill>
                            <a:srgbClr val="FF0000"/>
                          </a:solidFill>
                          <a:latin typeface="Cambria Math" panose="02040503050406030204" pitchFamily="18" charset="0"/>
                        </a:rPr>
                        <m:t>a</m:t>
                      </m:r>
                      <m:r>
                        <a:rPr lang="en-US" sz="2700" b="0" i="1" smtClean="0">
                          <a:solidFill>
                            <a:srgbClr val="FF0000"/>
                          </a:solidFill>
                          <a:latin typeface="Cambria Math" panose="02040503050406030204" pitchFamily="18" charset="0"/>
                        </a:rPr>
                        <m:t> </m:t>
                      </m:r>
                      <m:r>
                        <m:rPr>
                          <m:sty m:val="p"/>
                        </m:rPr>
                        <a:rPr lang="en-US" sz="2700" i="1">
                          <a:solidFill>
                            <a:srgbClr val="002060"/>
                          </a:solidFill>
                          <a:latin typeface="Cambria Math" panose="02040503050406030204" pitchFamily="18" charset="0"/>
                        </a:rPr>
                        <m:t>n</m:t>
                      </m:r>
                      <m:r>
                        <a:rPr lang="en-US" sz="2700" b="0">
                          <a:solidFill>
                            <a:srgbClr val="002060"/>
                          </a:solidFill>
                          <a:latin typeface="Cambria Math" panose="02040503050406030204" pitchFamily="18" charset="0"/>
                        </a:rPr>
                        <m:t>+</m:t>
                      </m:r>
                      <m:r>
                        <m:rPr>
                          <m:sty m:val="p"/>
                        </m:rPr>
                        <a:rPr lang="en-US" sz="2700" b="0" i="1" smtClean="0">
                          <a:solidFill>
                            <a:srgbClr val="FF0000"/>
                          </a:solidFill>
                          <a:latin typeface="Cambria Math" panose="02040503050406030204" pitchFamily="18" charset="0"/>
                        </a:rPr>
                        <m:t>b</m:t>
                      </m:r>
                      <m:nary>
                        <m:naryPr>
                          <m:chr m:val="∑"/>
                          <m:limLoc m:val="undOvr"/>
                          <m:subHide m:val="on"/>
                          <m:supHide m:val="on"/>
                          <m:ctrlPr>
                            <a:rPr lang="en-US" sz="2700" i="1">
                              <a:solidFill>
                                <a:srgbClr val="002060"/>
                              </a:solidFill>
                              <a:latin typeface="Cambria Math" panose="02040503050406030204" pitchFamily="18" charset="0"/>
                            </a:rPr>
                          </m:ctrlPr>
                        </m:naryPr>
                        <m:sub/>
                        <m:sup/>
                        <m:e>
                          <m:r>
                            <m:rPr>
                              <m:sty m:val="p"/>
                            </m:rPr>
                            <a:rPr lang="en-US" sz="2700" b="0" i="1">
                              <a:solidFill>
                                <a:srgbClr val="002060"/>
                              </a:solidFill>
                              <a:latin typeface="Cambria Math" panose="02040503050406030204" pitchFamily="18" charset="0"/>
                            </a:rPr>
                            <m:t>x</m:t>
                          </m:r>
                        </m:e>
                      </m:nary>
                      <m:r>
                        <a:rPr lang="en-US" sz="2700" b="0" i="1" smtClean="0">
                          <a:solidFill>
                            <a:srgbClr val="002060"/>
                          </a:solidFill>
                          <a:latin typeface="Cambria Math" panose="02040503050406030204" pitchFamily="18" charset="0"/>
                        </a:rPr>
                        <m:t>+</m:t>
                      </m:r>
                      <m:r>
                        <m:rPr>
                          <m:sty m:val="p"/>
                        </m:rPr>
                        <a:rPr lang="en-US" sz="2700" b="0" i="1" smtClean="0">
                          <a:solidFill>
                            <a:srgbClr val="FF0000"/>
                          </a:solidFill>
                          <a:latin typeface="Cambria Math" panose="02040503050406030204" pitchFamily="18" charset="0"/>
                        </a:rPr>
                        <m:t>c</m:t>
                      </m:r>
                      <m:nary>
                        <m:naryPr>
                          <m:chr m:val="∑"/>
                          <m:limLoc m:val="undOvr"/>
                          <m:subHide m:val="on"/>
                          <m:supHide m:val="on"/>
                          <m:ctrlPr>
                            <a:rPr lang="en-US" sz="2700" i="1">
                              <a:solidFill>
                                <a:srgbClr val="002060"/>
                              </a:solidFill>
                              <a:latin typeface="Cambria Math" panose="02040503050406030204" pitchFamily="18" charset="0"/>
                            </a:rPr>
                          </m:ctrlPr>
                        </m:naryPr>
                        <m:sub/>
                        <m:sup/>
                        <m:e>
                          <m:sSup>
                            <m:sSupPr>
                              <m:ctrlPr>
                                <a:rPr lang="en-US" sz="2700" i="1">
                                  <a:solidFill>
                                    <a:srgbClr val="002060"/>
                                  </a:solidFill>
                                  <a:latin typeface="Cambria Math" panose="02040503050406030204" pitchFamily="18" charset="0"/>
                                </a:rPr>
                              </m:ctrlPr>
                            </m:sSupPr>
                            <m:e>
                              <m:r>
                                <m:rPr>
                                  <m:sty m:val="p"/>
                                </m:rPr>
                                <a:rPr lang="en-US" sz="2700" b="0" i="1">
                                  <a:solidFill>
                                    <a:srgbClr val="002060"/>
                                  </a:solidFill>
                                  <a:latin typeface="Cambria Math" panose="02040503050406030204" pitchFamily="18" charset="0"/>
                                </a:rPr>
                                <m:t>x</m:t>
                              </m:r>
                            </m:e>
                            <m:sup>
                              <m:r>
                                <a:rPr lang="en-US" sz="2700" b="0" i="1">
                                  <a:solidFill>
                                    <a:srgbClr val="002060"/>
                                  </a:solidFill>
                                  <a:latin typeface="Cambria Math" panose="02040503050406030204" pitchFamily="18" charset="0"/>
                                </a:rPr>
                                <m:t>2</m:t>
                              </m:r>
                            </m:sup>
                          </m:sSup>
                        </m:e>
                      </m:nary>
                    </m:oMath>
                  </m:oMathPara>
                </a14:m>
                <a:endParaRPr lang="en-US" sz="2700" dirty="0">
                  <a:solidFill>
                    <a:srgbClr val="002060"/>
                  </a:solidFill>
                  <a:latin typeface="Cambria Math" panose="02040503050406030204" pitchFamily="18" charset="0"/>
                </a:endParaRPr>
              </a:p>
              <a:p>
                <a:pPr/>
                <a14:m>
                  <m:oMathPara xmlns:m="http://schemas.openxmlformats.org/officeDocument/2006/math">
                    <m:oMathParaPr>
                      <m:jc m:val="left"/>
                    </m:oMathParaPr>
                    <m:oMath xmlns:m="http://schemas.openxmlformats.org/officeDocument/2006/math">
                      <m:nary>
                        <m:naryPr>
                          <m:chr m:val="∑"/>
                          <m:limLoc m:val="undOvr"/>
                          <m:subHide m:val="on"/>
                          <m:supHide m:val="on"/>
                          <m:ctrlPr>
                            <a:rPr lang="en-US" sz="2700" i="1">
                              <a:solidFill>
                                <a:srgbClr val="002060"/>
                              </a:solidFill>
                              <a:latin typeface="Cambria Math" panose="02040503050406030204" pitchFamily="18" charset="0"/>
                            </a:rPr>
                          </m:ctrlPr>
                        </m:naryPr>
                        <m:sub/>
                        <m:sup/>
                        <m:e>
                          <m:r>
                            <m:rPr>
                              <m:sty m:val="p"/>
                            </m:rPr>
                            <a:rPr lang="en-US" sz="2700" b="0" i="1">
                              <a:solidFill>
                                <a:srgbClr val="002060"/>
                              </a:solidFill>
                              <a:latin typeface="Cambria Math" panose="02040503050406030204" pitchFamily="18" charset="0"/>
                            </a:rPr>
                            <m:t>xy</m:t>
                          </m:r>
                          <m:r>
                            <a:rPr lang="en-US" sz="2700" b="0">
                              <a:solidFill>
                                <a:srgbClr val="002060"/>
                              </a:solidFill>
                              <a:latin typeface="Cambria Math" panose="02040503050406030204" pitchFamily="18" charset="0"/>
                            </a:rPr>
                            <m:t> </m:t>
                          </m:r>
                        </m:e>
                      </m:nary>
                      <m:r>
                        <a:rPr lang="en-US" sz="2700" b="0">
                          <a:solidFill>
                            <a:srgbClr val="002060"/>
                          </a:solidFill>
                          <a:latin typeface="Cambria Math" panose="02040503050406030204" pitchFamily="18" charset="0"/>
                        </a:rPr>
                        <m:t>=</m:t>
                      </m:r>
                      <m:r>
                        <m:rPr>
                          <m:sty m:val="p"/>
                        </m:rPr>
                        <a:rPr lang="en-US" sz="2700" i="1">
                          <a:solidFill>
                            <a:srgbClr val="FF0000"/>
                          </a:solidFill>
                          <a:latin typeface="Cambria Math" panose="02040503050406030204" pitchFamily="18" charset="0"/>
                        </a:rPr>
                        <m:t>a</m:t>
                      </m:r>
                      <m:nary>
                        <m:naryPr>
                          <m:chr m:val="∑"/>
                          <m:limLoc m:val="undOvr"/>
                          <m:subHide m:val="on"/>
                          <m:supHide m:val="on"/>
                          <m:ctrlPr>
                            <a:rPr lang="en-US" sz="2700" i="1">
                              <a:solidFill>
                                <a:srgbClr val="002060"/>
                              </a:solidFill>
                              <a:latin typeface="Cambria Math" panose="02040503050406030204" pitchFamily="18" charset="0"/>
                            </a:rPr>
                          </m:ctrlPr>
                        </m:naryPr>
                        <m:sub/>
                        <m:sup/>
                        <m:e>
                          <m:r>
                            <m:rPr>
                              <m:sty m:val="p"/>
                            </m:rPr>
                            <a:rPr lang="en-US" sz="2700" b="0" i="1">
                              <a:solidFill>
                                <a:srgbClr val="002060"/>
                              </a:solidFill>
                              <a:latin typeface="Cambria Math" panose="02040503050406030204" pitchFamily="18" charset="0"/>
                            </a:rPr>
                            <m:t>x</m:t>
                          </m:r>
                        </m:e>
                      </m:nary>
                      <m:r>
                        <a:rPr lang="en-US" sz="2700" b="0" smtClean="0">
                          <a:solidFill>
                            <a:srgbClr val="002060"/>
                          </a:solidFill>
                          <a:latin typeface="Cambria Math" panose="02040503050406030204" pitchFamily="18" charset="0"/>
                        </a:rPr>
                        <m:t>+</m:t>
                      </m:r>
                      <m:r>
                        <m:rPr>
                          <m:sty m:val="p"/>
                        </m:rPr>
                        <a:rPr lang="en-US" sz="2700" i="1">
                          <a:solidFill>
                            <a:srgbClr val="FF0000"/>
                          </a:solidFill>
                          <a:latin typeface="Cambria Math" panose="02040503050406030204" pitchFamily="18" charset="0"/>
                        </a:rPr>
                        <m:t>b</m:t>
                      </m:r>
                      <m:nary>
                        <m:naryPr>
                          <m:chr m:val="∑"/>
                          <m:limLoc m:val="undOvr"/>
                          <m:subHide m:val="on"/>
                          <m:supHide m:val="on"/>
                          <m:ctrlPr>
                            <a:rPr lang="en-US" sz="2700" i="1">
                              <a:solidFill>
                                <a:srgbClr val="002060"/>
                              </a:solidFill>
                              <a:latin typeface="Cambria Math" panose="02040503050406030204" pitchFamily="18" charset="0"/>
                            </a:rPr>
                          </m:ctrlPr>
                        </m:naryPr>
                        <m:sub/>
                        <m:sup/>
                        <m:e>
                          <m:sSup>
                            <m:sSupPr>
                              <m:ctrlPr>
                                <a:rPr lang="en-US" sz="2700" i="1">
                                  <a:solidFill>
                                    <a:srgbClr val="002060"/>
                                  </a:solidFill>
                                  <a:latin typeface="Cambria Math" panose="02040503050406030204" pitchFamily="18" charset="0"/>
                                </a:rPr>
                              </m:ctrlPr>
                            </m:sSupPr>
                            <m:e>
                              <m:r>
                                <m:rPr>
                                  <m:sty m:val="p"/>
                                </m:rPr>
                                <a:rPr lang="en-US" sz="2700" b="0" i="1">
                                  <a:solidFill>
                                    <a:srgbClr val="002060"/>
                                  </a:solidFill>
                                  <a:latin typeface="Cambria Math" panose="02040503050406030204" pitchFamily="18" charset="0"/>
                                </a:rPr>
                                <m:t>x</m:t>
                              </m:r>
                            </m:e>
                            <m:sup>
                              <m:r>
                                <a:rPr lang="en-US" sz="2700" b="0" i="1">
                                  <a:solidFill>
                                    <a:srgbClr val="002060"/>
                                  </a:solidFill>
                                  <a:latin typeface="Cambria Math" panose="02040503050406030204" pitchFamily="18" charset="0"/>
                                </a:rPr>
                                <m:t>2</m:t>
                              </m:r>
                            </m:sup>
                          </m:sSup>
                        </m:e>
                      </m:nary>
                      <m:r>
                        <a:rPr lang="en-US" sz="2700" b="0" i="1">
                          <a:solidFill>
                            <a:srgbClr val="002060"/>
                          </a:solidFill>
                          <a:latin typeface="Cambria Math" panose="02040503050406030204" pitchFamily="18" charset="0"/>
                        </a:rPr>
                        <m:t>+</m:t>
                      </m:r>
                      <m:r>
                        <m:rPr>
                          <m:sty m:val="p"/>
                        </m:rPr>
                        <a:rPr lang="en-US" sz="2700" i="1">
                          <a:solidFill>
                            <a:srgbClr val="FF0000"/>
                          </a:solidFill>
                          <a:latin typeface="Cambria Math" panose="02040503050406030204" pitchFamily="18" charset="0"/>
                        </a:rPr>
                        <m:t>c</m:t>
                      </m:r>
                      <m:nary>
                        <m:naryPr>
                          <m:chr m:val="∑"/>
                          <m:limLoc m:val="undOvr"/>
                          <m:subHide m:val="on"/>
                          <m:supHide m:val="on"/>
                          <m:ctrlPr>
                            <a:rPr lang="en-US" sz="2700" i="1">
                              <a:solidFill>
                                <a:srgbClr val="002060"/>
                              </a:solidFill>
                              <a:latin typeface="Cambria Math" panose="02040503050406030204" pitchFamily="18" charset="0"/>
                            </a:rPr>
                          </m:ctrlPr>
                        </m:naryPr>
                        <m:sub/>
                        <m:sup/>
                        <m:e>
                          <m:sSup>
                            <m:sSupPr>
                              <m:ctrlPr>
                                <a:rPr lang="en-US" sz="2700" i="1">
                                  <a:solidFill>
                                    <a:srgbClr val="002060"/>
                                  </a:solidFill>
                                  <a:latin typeface="Cambria Math" panose="02040503050406030204" pitchFamily="18" charset="0"/>
                                </a:rPr>
                              </m:ctrlPr>
                            </m:sSupPr>
                            <m:e>
                              <m:r>
                                <m:rPr>
                                  <m:sty m:val="p"/>
                                </m:rPr>
                                <a:rPr lang="en-US" sz="2700" b="0" i="1">
                                  <a:solidFill>
                                    <a:srgbClr val="002060"/>
                                  </a:solidFill>
                                  <a:latin typeface="Cambria Math" panose="02040503050406030204" pitchFamily="18" charset="0"/>
                                </a:rPr>
                                <m:t>x</m:t>
                              </m:r>
                            </m:e>
                            <m:sup>
                              <m:r>
                                <a:rPr lang="en-US" sz="2700" b="0" i="1">
                                  <a:solidFill>
                                    <a:srgbClr val="002060"/>
                                  </a:solidFill>
                                  <a:latin typeface="Cambria Math" panose="02040503050406030204" pitchFamily="18" charset="0"/>
                                </a:rPr>
                                <m:t>3</m:t>
                              </m:r>
                            </m:sup>
                          </m:sSup>
                        </m:e>
                      </m:nary>
                    </m:oMath>
                  </m:oMathPara>
                </a14:m>
                <a:endParaRPr lang="en-US" sz="2700" i="1" dirty="0">
                  <a:solidFill>
                    <a:srgbClr val="002060"/>
                  </a:solidFill>
                  <a:latin typeface="Cambria Math" panose="02040503050406030204" pitchFamily="18" charset="0"/>
                </a:endParaRPr>
              </a:p>
              <a:p>
                <a:pPr/>
                <a14:m>
                  <m:oMathPara xmlns:m="http://schemas.openxmlformats.org/officeDocument/2006/math">
                    <m:oMathParaPr>
                      <m:jc m:val="left"/>
                    </m:oMathParaPr>
                    <m:oMath xmlns:m="http://schemas.openxmlformats.org/officeDocument/2006/math">
                      <m:nary>
                        <m:naryPr>
                          <m:chr m:val="∑"/>
                          <m:limLoc m:val="undOvr"/>
                          <m:subHide m:val="on"/>
                          <m:supHide m:val="on"/>
                          <m:ctrlPr>
                            <a:rPr lang="en-US" sz="2700" i="1">
                              <a:solidFill>
                                <a:srgbClr val="002060"/>
                              </a:solidFill>
                              <a:latin typeface="Cambria Math" panose="02040503050406030204" pitchFamily="18" charset="0"/>
                            </a:rPr>
                          </m:ctrlPr>
                        </m:naryPr>
                        <m:sub/>
                        <m:sup/>
                        <m:e>
                          <m:sSup>
                            <m:sSupPr>
                              <m:ctrlPr>
                                <a:rPr lang="en-US" sz="2700" i="1">
                                  <a:solidFill>
                                    <a:srgbClr val="002060"/>
                                  </a:solidFill>
                                  <a:latin typeface="Cambria Math" panose="02040503050406030204" pitchFamily="18" charset="0"/>
                                </a:rPr>
                              </m:ctrlPr>
                            </m:sSupPr>
                            <m:e>
                              <m:r>
                                <m:rPr>
                                  <m:sty m:val="p"/>
                                </m:rPr>
                                <a:rPr lang="en-US" sz="2700" b="0" i="1">
                                  <a:solidFill>
                                    <a:srgbClr val="002060"/>
                                  </a:solidFill>
                                  <a:latin typeface="Cambria Math" panose="02040503050406030204" pitchFamily="18" charset="0"/>
                                </a:rPr>
                                <m:t>x</m:t>
                              </m:r>
                            </m:e>
                            <m:sup>
                              <m:r>
                                <a:rPr lang="en-US" sz="2700" b="0" i="1">
                                  <a:solidFill>
                                    <a:srgbClr val="002060"/>
                                  </a:solidFill>
                                  <a:latin typeface="Cambria Math" panose="02040503050406030204" pitchFamily="18" charset="0"/>
                                </a:rPr>
                                <m:t>2</m:t>
                              </m:r>
                            </m:sup>
                          </m:sSup>
                          <m:r>
                            <m:rPr>
                              <m:sty m:val="p"/>
                            </m:rPr>
                            <a:rPr lang="en-US" sz="2700" b="0" i="1">
                              <a:solidFill>
                                <a:srgbClr val="002060"/>
                              </a:solidFill>
                              <a:latin typeface="Cambria Math" panose="02040503050406030204" pitchFamily="18" charset="0"/>
                            </a:rPr>
                            <m:t>y</m:t>
                          </m:r>
                          <m:r>
                            <a:rPr lang="en-US" sz="2700" b="0">
                              <a:solidFill>
                                <a:srgbClr val="002060"/>
                              </a:solidFill>
                              <a:latin typeface="Cambria Math" panose="02040503050406030204" pitchFamily="18" charset="0"/>
                            </a:rPr>
                            <m:t> </m:t>
                          </m:r>
                        </m:e>
                      </m:nary>
                      <m:r>
                        <a:rPr lang="en-US" sz="2700" b="0">
                          <a:solidFill>
                            <a:srgbClr val="002060"/>
                          </a:solidFill>
                          <a:latin typeface="Cambria Math" panose="02040503050406030204" pitchFamily="18" charset="0"/>
                        </a:rPr>
                        <m:t>=</m:t>
                      </m:r>
                      <m:r>
                        <m:rPr>
                          <m:sty m:val="p"/>
                        </m:rPr>
                        <a:rPr lang="en-US" sz="2700" i="1">
                          <a:solidFill>
                            <a:srgbClr val="FF0000"/>
                          </a:solidFill>
                          <a:latin typeface="Cambria Math" panose="02040503050406030204" pitchFamily="18" charset="0"/>
                        </a:rPr>
                        <m:t>a</m:t>
                      </m:r>
                      <m:nary>
                        <m:naryPr>
                          <m:chr m:val="∑"/>
                          <m:limLoc m:val="undOvr"/>
                          <m:subHide m:val="on"/>
                          <m:supHide m:val="on"/>
                          <m:ctrlPr>
                            <a:rPr lang="en-US" sz="2700" i="1">
                              <a:solidFill>
                                <a:srgbClr val="002060"/>
                              </a:solidFill>
                              <a:latin typeface="Cambria Math" panose="02040503050406030204" pitchFamily="18" charset="0"/>
                            </a:rPr>
                          </m:ctrlPr>
                        </m:naryPr>
                        <m:sub/>
                        <m:sup/>
                        <m:e>
                          <m:sSup>
                            <m:sSupPr>
                              <m:ctrlPr>
                                <a:rPr lang="en-US" sz="2700" i="1">
                                  <a:solidFill>
                                    <a:srgbClr val="002060"/>
                                  </a:solidFill>
                                  <a:latin typeface="Cambria Math" panose="02040503050406030204" pitchFamily="18" charset="0"/>
                                </a:rPr>
                              </m:ctrlPr>
                            </m:sSupPr>
                            <m:e>
                              <m:r>
                                <m:rPr>
                                  <m:sty m:val="p"/>
                                </m:rPr>
                                <a:rPr lang="en-US" sz="2700" b="0" i="1">
                                  <a:solidFill>
                                    <a:srgbClr val="002060"/>
                                  </a:solidFill>
                                  <a:latin typeface="Cambria Math" panose="02040503050406030204" pitchFamily="18" charset="0"/>
                                </a:rPr>
                                <m:t>x</m:t>
                              </m:r>
                            </m:e>
                            <m:sup>
                              <m:r>
                                <a:rPr lang="en-US" sz="2700" b="0" i="1">
                                  <a:solidFill>
                                    <a:srgbClr val="002060"/>
                                  </a:solidFill>
                                  <a:latin typeface="Cambria Math" panose="02040503050406030204" pitchFamily="18" charset="0"/>
                                </a:rPr>
                                <m:t>2</m:t>
                              </m:r>
                            </m:sup>
                          </m:sSup>
                        </m:e>
                      </m:nary>
                      <m:r>
                        <a:rPr lang="en-US" sz="2700" b="0">
                          <a:solidFill>
                            <a:srgbClr val="002060"/>
                          </a:solidFill>
                          <a:latin typeface="Cambria Math" panose="02040503050406030204" pitchFamily="18" charset="0"/>
                        </a:rPr>
                        <m:t>+</m:t>
                      </m:r>
                      <m:r>
                        <m:rPr>
                          <m:sty m:val="p"/>
                        </m:rPr>
                        <a:rPr lang="en-US" sz="2700" i="1">
                          <a:solidFill>
                            <a:srgbClr val="FF0000"/>
                          </a:solidFill>
                          <a:latin typeface="Cambria Math" panose="02040503050406030204" pitchFamily="18" charset="0"/>
                        </a:rPr>
                        <m:t>b</m:t>
                      </m:r>
                      <m:nary>
                        <m:naryPr>
                          <m:chr m:val="∑"/>
                          <m:limLoc m:val="undOvr"/>
                          <m:subHide m:val="on"/>
                          <m:supHide m:val="on"/>
                          <m:ctrlPr>
                            <a:rPr lang="en-US" sz="2700" i="1">
                              <a:solidFill>
                                <a:srgbClr val="002060"/>
                              </a:solidFill>
                              <a:latin typeface="Cambria Math" panose="02040503050406030204" pitchFamily="18" charset="0"/>
                            </a:rPr>
                          </m:ctrlPr>
                        </m:naryPr>
                        <m:sub/>
                        <m:sup/>
                        <m:e>
                          <m:sSup>
                            <m:sSupPr>
                              <m:ctrlPr>
                                <a:rPr lang="en-US" sz="2700" i="1">
                                  <a:solidFill>
                                    <a:srgbClr val="002060"/>
                                  </a:solidFill>
                                  <a:latin typeface="Cambria Math" panose="02040503050406030204" pitchFamily="18" charset="0"/>
                                </a:rPr>
                              </m:ctrlPr>
                            </m:sSupPr>
                            <m:e>
                              <m:r>
                                <m:rPr>
                                  <m:sty m:val="p"/>
                                </m:rPr>
                                <a:rPr lang="en-US" sz="2700" b="0" i="1">
                                  <a:solidFill>
                                    <a:srgbClr val="002060"/>
                                  </a:solidFill>
                                  <a:latin typeface="Cambria Math" panose="02040503050406030204" pitchFamily="18" charset="0"/>
                                </a:rPr>
                                <m:t>x</m:t>
                              </m:r>
                            </m:e>
                            <m:sup>
                              <m:r>
                                <a:rPr lang="en-US" sz="2700" b="0" i="1">
                                  <a:solidFill>
                                    <a:srgbClr val="002060"/>
                                  </a:solidFill>
                                  <a:latin typeface="Cambria Math" panose="02040503050406030204" pitchFamily="18" charset="0"/>
                                </a:rPr>
                                <m:t>3</m:t>
                              </m:r>
                            </m:sup>
                          </m:sSup>
                        </m:e>
                      </m:nary>
                      <m:r>
                        <a:rPr lang="en-US" sz="2700" b="0" i="1" smtClean="0">
                          <a:solidFill>
                            <a:srgbClr val="002060"/>
                          </a:solidFill>
                          <a:latin typeface="Cambria Math" panose="02040503050406030204" pitchFamily="18" charset="0"/>
                        </a:rPr>
                        <m:t>+</m:t>
                      </m:r>
                      <m:r>
                        <m:rPr>
                          <m:sty m:val="p"/>
                        </m:rPr>
                        <a:rPr lang="en-US" sz="2700" i="1">
                          <a:solidFill>
                            <a:srgbClr val="FF0000"/>
                          </a:solidFill>
                          <a:latin typeface="Cambria Math" panose="02040503050406030204" pitchFamily="18" charset="0"/>
                        </a:rPr>
                        <m:t>c</m:t>
                      </m:r>
                      <m:nary>
                        <m:naryPr>
                          <m:chr m:val="∑"/>
                          <m:limLoc m:val="undOvr"/>
                          <m:subHide m:val="on"/>
                          <m:supHide m:val="on"/>
                          <m:ctrlPr>
                            <a:rPr lang="en-US" sz="2700" i="1">
                              <a:solidFill>
                                <a:srgbClr val="002060"/>
                              </a:solidFill>
                              <a:latin typeface="Cambria Math" panose="02040503050406030204" pitchFamily="18" charset="0"/>
                            </a:rPr>
                          </m:ctrlPr>
                        </m:naryPr>
                        <m:sub/>
                        <m:sup/>
                        <m:e>
                          <m:sSup>
                            <m:sSupPr>
                              <m:ctrlPr>
                                <a:rPr lang="en-US" sz="2700" i="1">
                                  <a:solidFill>
                                    <a:srgbClr val="002060"/>
                                  </a:solidFill>
                                  <a:latin typeface="Cambria Math" panose="02040503050406030204" pitchFamily="18" charset="0"/>
                                </a:rPr>
                              </m:ctrlPr>
                            </m:sSupPr>
                            <m:e>
                              <m:r>
                                <m:rPr>
                                  <m:sty m:val="p"/>
                                </m:rPr>
                                <a:rPr lang="en-US" sz="2700" b="0" i="1">
                                  <a:solidFill>
                                    <a:srgbClr val="002060"/>
                                  </a:solidFill>
                                  <a:latin typeface="Cambria Math" panose="02040503050406030204" pitchFamily="18" charset="0"/>
                                </a:rPr>
                                <m:t>x</m:t>
                              </m:r>
                            </m:e>
                            <m:sup>
                              <m:r>
                                <a:rPr lang="en-US" sz="2700" b="0" i="1">
                                  <a:solidFill>
                                    <a:srgbClr val="002060"/>
                                  </a:solidFill>
                                  <a:latin typeface="Cambria Math" panose="02040503050406030204" pitchFamily="18" charset="0"/>
                                </a:rPr>
                                <m:t>4</m:t>
                              </m:r>
                            </m:sup>
                          </m:sSup>
                        </m:e>
                      </m:nary>
                    </m:oMath>
                  </m:oMathPara>
                </a14:m>
                <a:endParaRPr lang="en-US" sz="2700" dirty="0">
                  <a:solidFill>
                    <a:srgbClr val="002060"/>
                  </a:solidFill>
                </a:endParaRPr>
              </a:p>
            </p:txBody>
          </p:sp>
        </mc:Choice>
        <mc:Fallback xmlns="">
          <p:sp>
            <p:nvSpPr>
              <p:cNvPr id="18" name="Rectangle 17"/>
              <p:cNvSpPr>
                <a:spLocks noRot="1" noChangeAspect="1" noMove="1" noResize="1" noEditPoints="1" noAdjustHandles="1" noChangeArrowheads="1" noChangeShapeType="1" noTextEdit="1"/>
              </p:cNvSpPr>
              <p:nvPr/>
            </p:nvSpPr>
            <p:spPr>
              <a:xfrm>
                <a:off x="6296892" y="831469"/>
                <a:ext cx="6118598" cy="3222421"/>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Rectangle 31"/>
              <p:cNvSpPr/>
              <p:nvPr/>
            </p:nvSpPr>
            <p:spPr>
              <a:xfrm>
                <a:off x="113293" y="3359112"/>
                <a:ext cx="2793650" cy="523220"/>
              </a:xfrm>
              <a:prstGeom prst="rect">
                <a:avLst/>
              </a:prstGeom>
            </p:spPr>
            <p:txBody>
              <a:bodyPr wrap="none">
                <a:spAutoFit/>
              </a:bodyPr>
              <a:lstStyle/>
              <a:p>
                <a:r>
                  <a:rPr lang="en-US" sz="2700" dirty="0">
                    <a:solidFill>
                      <a:srgbClr val="002060"/>
                    </a:solidFill>
                    <a:latin typeface="+mj-lt"/>
                    <a:ea typeface="Cambria Math" panose="02040503050406030204" pitchFamily="18" charset="0"/>
                  </a:rPr>
                  <a:t> </a:t>
                </a:r>
                <a14:m>
                  <m:oMath xmlns:m="http://schemas.openxmlformats.org/officeDocument/2006/math">
                    <m:nary>
                      <m:naryPr>
                        <m:chr m:val="∑"/>
                        <m:limLoc m:val="undOvr"/>
                        <m:subHide m:val="on"/>
                        <m:supHide m:val="on"/>
                        <m:ctrlPr>
                          <a:rPr lang="en-US" sz="2700" i="1">
                            <a:solidFill>
                              <a:srgbClr val="002060"/>
                            </a:solidFill>
                            <a:latin typeface="Cambria Math" panose="02040503050406030204" pitchFamily="18" charset="0"/>
                          </a:rPr>
                        </m:ctrlPr>
                      </m:naryPr>
                      <m:sub/>
                      <m:sup/>
                      <m:e>
                        <m:sSup>
                          <m:sSupPr>
                            <m:ctrlPr>
                              <a:rPr lang="en-US" sz="2700" b="0" i="1" smtClean="0">
                                <a:solidFill>
                                  <a:srgbClr val="002060"/>
                                </a:solidFill>
                                <a:latin typeface="Cambria Math" panose="02040503050406030204" pitchFamily="18" charset="0"/>
                              </a:rPr>
                            </m:ctrlPr>
                          </m:sSupPr>
                          <m:e>
                            <m:r>
                              <m:rPr>
                                <m:sty m:val="p"/>
                              </m:rPr>
                              <a:rPr lang="en-US" sz="2700">
                                <a:solidFill>
                                  <a:srgbClr val="002060"/>
                                </a:solidFill>
                                <a:latin typeface="Cambria Math" panose="02040503050406030204" pitchFamily="18" charset="0"/>
                              </a:rPr>
                              <m:t>x</m:t>
                            </m:r>
                          </m:e>
                          <m:sup>
                            <m:r>
                              <a:rPr lang="en-US" sz="2700" b="0" i="0" smtClean="0">
                                <a:solidFill>
                                  <a:srgbClr val="002060"/>
                                </a:solidFill>
                                <a:latin typeface="Cambria Math" panose="02040503050406030204" pitchFamily="18" charset="0"/>
                              </a:rPr>
                              <m:t>3</m:t>
                            </m:r>
                          </m:sup>
                        </m:sSup>
                      </m:e>
                    </m:nary>
                    <m:r>
                      <a:rPr lang="en-US" sz="2700" b="0" i="1" smtClean="0">
                        <a:solidFill>
                          <a:srgbClr val="002060"/>
                        </a:solidFill>
                        <a:latin typeface="Cambria Math" panose="02040503050406030204" pitchFamily="18" charset="0"/>
                      </a:rPr>
                      <m:t>=3528000</m:t>
                    </m:r>
                  </m:oMath>
                </a14:m>
                <a:endParaRPr lang="en-US" sz="2700" dirty="0"/>
              </a:p>
            </p:txBody>
          </p:sp>
        </mc:Choice>
        <mc:Fallback xmlns="">
          <p:sp>
            <p:nvSpPr>
              <p:cNvPr id="32" name="Rectangle 31"/>
              <p:cNvSpPr>
                <a:spLocks noRot="1" noChangeAspect="1" noMove="1" noResize="1" noEditPoints="1" noAdjustHandles="1" noChangeArrowheads="1" noChangeShapeType="1" noTextEdit="1"/>
              </p:cNvSpPr>
              <p:nvPr/>
            </p:nvSpPr>
            <p:spPr>
              <a:xfrm>
                <a:off x="113293" y="3359112"/>
                <a:ext cx="2793650" cy="523220"/>
              </a:xfrm>
              <a:prstGeom prst="rect">
                <a:avLst/>
              </a:prstGeom>
              <a:blipFill rotWithShape="0">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Rectangle 32"/>
              <p:cNvSpPr/>
              <p:nvPr/>
            </p:nvSpPr>
            <p:spPr>
              <a:xfrm>
                <a:off x="113291" y="4196141"/>
                <a:ext cx="3191195" cy="523220"/>
              </a:xfrm>
              <a:prstGeom prst="rect">
                <a:avLst/>
              </a:prstGeom>
            </p:spPr>
            <p:txBody>
              <a:bodyPr wrap="none">
                <a:spAutoFit/>
              </a:bodyPr>
              <a:lstStyle/>
              <a:p>
                <a:r>
                  <a:rPr lang="en-US" sz="2700" dirty="0">
                    <a:solidFill>
                      <a:srgbClr val="002060"/>
                    </a:solidFill>
                    <a:latin typeface="+mj-lt"/>
                    <a:ea typeface="Cambria Math" panose="02040503050406030204" pitchFamily="18" charset="0"/>
                  </a:rPr>
                  <a:t> </a:t>
                </a:r>
                <a14:m>
                  <m:oMath xmlns:m="http://schemas.openxmlformats.org/officeDocument/2006/math">
                    <m:nary>
                      <m:naryPr>
                        <m:chr m:val="∑"/>
                        <m:limLoc m:val="undOvr"/>
                        <m:subHide m:val="on"/>
                        <m:supHide m:val="on"/>
                        <m:ctrlPr>
                          <a:rPr lang="en-US" sz="2700" i="1">
                            <a:solidFill>
                              <a:srgbClr val="002060"/>
                            </a:solidFill>
                            <a:latin typeface="Cambria Math" panose="02040503050406030204" pitchFamily="18" charset="0"/>
                          </a:rPr>
                        </m:ctrlPr>
                      </m:naryPr>
                      <m:sub/>
                      <m:sup/>
                      <m:e>
                        <m:sSup>
                          <m:sSupPr>
                            <m:ctrlPr>
                              <a:rPr lang="en-US" sz="2700" b="0" i="1" smtClean="0">
                                <a:solidFill>
                                  <a:srgbClr val="002060"/>
                                </a:solidFill>
                                <a:latin typeface="Cambria Math" panose="02040503050406030204" pitchFamily="18" charset="0"/>
                              </a:rPr>
                            </m:ctrlPr>
                          </m:sSupPr>
                          <m:e>
                            <m:r>
                              <m:rPr>
                                <m:sty m:val="p"/>
                              </m:rPr>
                              <a:rPr lang="en-US" sz="2700">
                                <a:solidFill>
                                  <a:srgbClr val="002060"/>
                                </a:solidFill>
                                <a:latin typeface="Cambria Math" panose="02040503050406030204" pitchFamily="18" charset="0"/>
                              </a:rPr>
                              <m:t>x</m:t>
                            </m:r>
                          </m:e>
                          <m:sup>
                            <m:r>
                              <a:rPr lang="en-US" sz="2700" b="0" i="0" smtClean="0">
                                <a:solidFill>
                                  <a:srgbClr val="002060"/>
                                </a:solidFill>
                                <a:latin typeface="Cambria Math" panose="02040503050406030204" pitchFamily="18" charset="0"/>
                              </a:rPr>
                              <m:t>4</m:t>
                            </m:r>
                          </m:sup>
                        </m:sSup>
                      </m:e>
                    </m:nary>
                    <m:r>
                      <a:rPr lang="en-US" sz="2700" b="0" i="1" smtClean="0">
                        <a:solidFill>
                          <a:srgbClr val="002060"/>
                        </a:solidFill>
                        <a:latin typeface="Cambria Math" panose="02040503050406030204" pitchFamily="18" charset="0"/>
                      </a:rPr>
                      <m:t>=364000000</m:t>
                    </m:r>
                  </m:oMath>
                </a14:m>
                <a:endParaRPr lang="en-US" sz="2700" dirty="0"/>
              </a:p>
            </p:txBody>
          </p:sp>
        </mc:Choice>
        <mc:Fallback xmlns="">
          <p:sp>
            <p:nvSpPr>
              <p:cNvPr id="33" name="Rectangle 32"/>
              <p:cNvSpPr>
                <a:spLocks noRot="1" noChangeAspect="1" noMove="1" noResize="1" noEditPoints="1" noAdjustHandles="1" noChangeArrowheads="1" noChangeShapeType="1" noTextEdit="1"/>
              </p:cNvSpPr>
              <p:nvPr/>
            </p:nvSpPr>
            <p:spPr>
              <a:xfrm>
                <a:off x="113291" y="4196141"/>
                <a:ext cx="3191195" cy="523220"/>
              </a:xfrm>
              <a:prstGeom prst="rect">
                <a:avLst/>
              </a:prstGeom>
              <a:blipFill rotWithShape="0">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Rectangle 33"/>
              <p:cNvSpPr/>
              <p:nvPr/>
            </p:nvSpPr>
            <p:spPr>
              <a:xfrm>
                <a:off x="3053652" y="3371361"/>
                <a:ext cx="2974789" cy="523220"/>
              </a:xfrm>
              <a:prstGeom prst="rect">
                <a:avLst/>
              </a:prstGeom>
            </p:spPr>
            <p:txBody>
              <a:bodyPr wrap="none">
                <a:spAutoFit/>
              </a:bodyPr>
              <a:lstStyle/>
              <a:p>
                <a:r>
                  <a:rPr lang="en-US" sz="2700" dirty="0">
                    <a:solidFill>
                      <a:srgbClr val="002060"/>
                    </a:solidFill>
                    <a:latin typeface="+mj-lt"/>
                    <a:ea typeface="Cambria Math" panose="02040503050406030204" pitchFamily="18" charset="0"/>
                  </a:rPr>
                  <a:t> </a:t>
                </a:r>
                <a14:m>
                  <m:oMath xmlns:m="http://schemas.openxmlformats.org/officeDocument/2006/math">
                    <m:nary>
                      <m:naryPr>
                        <m:chr m:val="∑"/>
                        <m:limLoc m:val="undOvr"/>
                        <m:subHide m:val="on"/>
                        <m:supHide m:val="on"/>
                        <m:ctrlPr>
                          <a:rPr lang="en-US" sz="2700" i="1">
                            <a:solidFill>
                              <a:srgbClr val="002060"/>
                            </a:solidFill>
                            <a:latin typeface="Cambria Math" panose="02040503050406030204" pitchFamily="18" charset="0"/>
                          </a:rPr>
                        </m:ctrlPr>
                      </m:naryPr>
                      <m:sub/>
                      <m:sup/>
                      <m:e>
                        <m:sSup>
                          <m:sSupPr>
                            <m:ctrlPr>
                              <a:rPr lang="en-US" sz="2700" b="0" i="1" smtClean="0">
                                <a:solidFill>
                                  <a:srgbClr val="002060"/>
                                </a:solidFill>
                                <a:latin typeface="Cambria Math" panose="02040503050406030204" pitchFamily="18" charset="0"/>
                              </a:rPr>
                            </m:ctrlPr>
                          </m:sSupPr>
                          <m:e>
                            <m:r>
                              <m:rPr>
                                <m:sty m:val="p"/>
                              </m:rPr>
                              <a:rPr lang="en-US" sz="2700" b="0" i="0" smtClean="0">
                                <a:solidFill>
                                  <a:srgbClr val="002060"/>
                                </a:solidFill>
                                <a:latin typeface="Cambria Math" panose="02040503050406030204" pitchFamily="18" charset="0"/>
                              </a:rPr>
                              <m:t>x</m:t>
                            </m:r>
                          </m:e>
                          <m:sup>
                            <m:r>
                              <a:rPr lang="en-US" sz="2700" b="0" i="0" smtClean="0">
                                <a:solidFill>
                                  <a:srgbClr val="002060"/>
                                </a:solidFill>
                                <a:latin typeface="Cambria Math" panose="02040503050406030204" pitchFamily="18" charset="0"/>
                              </a:rPr>
                              <m:t>2</m:t>
                            </m:r>
                          </m:sup>
                        </m:sSup>
                        <m:r>
                          <m:rPr>
                            <m:sty m:val="p"/>
                          </m:rPr>
                          <a:rPr lang="en-US" sz="2700" b="0" i="0" smtClean="0">
                            <a:solidFill>
                              <a:srgbClr val="002060"/>
                            </a:solidFill>
                            <a:latin typeface="Cambria Math" panose="02040503050406030204" pitchFamily="18" charset="0"/>
                          </a:rPr>
                          <m:t>y</m:t>
                        </m:r>
                      </m:e>
                    </m:nary>
                    <m:r>
                      <a:rPr lang="en-US" sz="2700" b="0" i="1" smtClean="0">
                        <a:solidFill>
                          <a:srgbClr val="002060"/>
                        </a:solidFill>
                        <a:latin typeface="Cambria Math" panose="02040503050406030204" pitchFamily="18" charset="0"/>
                      </a:rPr>
                      <m:t>=1211720</m:t>
                    </m:r>
                  </m:oMath>
                </a14:m>
                <a:endParaRPr lang="en-US" sz="2700" dirty="0"/>
              </a:p>
            </p:txBody>
          </p:sp>
        </mc:Choice>
        <mc:Fallback xmlns="">
          <p:sp>
            <p:nvSpPr>
              <p:cNvPr id="34" name="Rectangle 33"/>
              <p:cNvSpPr>
                <a:spLocks noRot="1" noChangeAspect="1" noMove="1" noResize="1" noEditPoints="1" noAdjustHandles="1" noChangeArrowheads="1" noChangeShapeType="1" noTextEdit="1"/>
              </p:cNvSpPr>
              <p:nvPr/>
            </p:nvSpPr>
            <p:spPr>
              <a:xfrm>
                <a:off x="3053652" y="3371361"/>
                <a:ext cx="2974789" cy="523220"/>
              </a:xfrm>
              <a:prstGeom prst="rect">
                <a:avLst/>
              </a:prstGeom>
              <a:blipFill rotWithShape="0">
                <a:blip r:embed="rId10"/>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128486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2">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4">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3">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7">
                                            <p:txEl>
                                              <p:pRg st="0" end="0"/>
                                            </p:txEl>
                                          </p:spTgt>
                                        </p:tgtEl>
                                        <p:attrNameLst>
                                          <p:attrName>style.visibility</p:attrName>
                                        </p:attrNameLst>
                                      </p:cBhvr>
                                      <p:to>
                                        <p:strVal val="visible"/>
                                      </p:to>
                                    </p:set>
                                  </p:childTnLst>
                                </p:cTn>
                              </p:par>
                            </p:childTnLst>
                          </p:cTn>
                        </p:par>
                        <p:par>
                          <p:cTn id="35" fill="hold">
                            <p:stCondLst>
                              <p:cond delay="0"/>
                            </p:stCondLst>
                            <p:childTnLst>
                              <p:par>
                                <p:cTn id="36" presetID="1" presetClass="entr" presetSubtype="0" fill="hold" nodeType="afterEffect">
                                  <p:stCondLst>
                                    <p:cond delay="0"/>
                                  </p:stCondLst>
                                  <p:childTnLst>
                                    <p:set>
                                      <p:cBhvr>
                                        <p:cTn id="37" dur="1" fill="hold">
                                          <p:stCondLst>
                                            <p:cond delay="0"/>
                                          </p:stCondLst>
                                        </p:cTn>
                                        <p:tgtEl>
                                          <p:spTgt spid="17">
                                            <p:txEl>
                                              <p:pRg st="1" end="1"/>
                                            </p:txEl>
                                          </p:spTgt>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18">
                                            <p:txEl>
                                              <p:pRg st="0" end="0"/>
                                            </p:txEl>
                                          </p:spTgt>
                                        </p:tgtEl>
                                        <p:attrNameLst>
                                          <p:attrName>style.visibility</p:attrName>
                                        </p:attrNameLst>
                                      </p:cBhvr>
                                      <p:to>
                                        <p:strVal val="visible"/>
                                      </p:to>
                                    </p:set>
                                  </p:childTnLst>
                                </p:cTn>
                              </p:par>
                            </p:childTnLst>
                          </p:cTn>
                        </p:par>
                        <p:par>
                          <p:cTn id="42" fill="hold">
                            <p:stCondLst>
                              <p:cond delay="0"/>
                            </p:stCondLst>
                            <p:childTnLst>
                              <p:par>
                                <p:cTn id="43" presetID="1" presetClass="entr" presetSubtype="0" fill="hold" nodeType="afterEffect">
                                  <p:stCondLst>
                                    <p:cond delay="0"/>
                                  </p:stCondLst>
                                  <p:childTnLst>
                                    <p:set>
                                      <p:cBhvr>
                                        <p:cTn id="44" dur="1" fill="hold">
                                          <p:stCondLst>
                                            <p:cond delay="0"/>
                                          </p:stCondLst>
                                        </p:cTn>
                                        <p:tgtEl>
                                          <p:spTgt spid="18">
                                            <p:txEl>
                                              <p:pRg st="1" end="1"/>
                                            </p:txEl>
                                          </p:spTgt>
                                        </p:tgtEl>
                                        <p:attrNameLst>
                                          <p:attrName>style.visibility</p:attrName>
                                        </p:attrNameLst>
                                      </p:cBhvr>
                                      <p:to>
                                        <p:strVal val="visible"/>
                                      </p:to>
                                    </p:set>
                                  </p:childTnLst>
                                </p:cTn>
                              </p:par>
                            </p:childTnLst>
                          </p:cTn>
                        </p:par>
                        <p:par>
                          <p:cTn id="45" fill="hold">
                            <p:stCondLst>
                              <p:cond delay="0"/>
                            </p:stCondLst>
                            <p:childTnLst>
                              <p:par>
                                <p:cTn id="46" presetID="1" presetClass="entr" presetSubtype="0" fill="hold" nodeType="afterEffect">
                                  <p:stCondLst>
                                    <p:cond delay="0"/>
                                  </p:stCondLst>
                                  <p:childTnLst>
                                    <p:set>
                                      <p:cBhvr>
                                        <p:cTn id="47" dur="1" fill="hold">
                                          <p:stCondLst>
                                            <p:cond delay="0"/>
                                          </p:stCondLst>
                                        </p:cTn>
                                        <p:tgtEl>
                                          <p:spTgt spid="1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4.2 ⇝ Example 3(</a:t>
            </a:r>
            <a:r>
              <a:rPr lang="en-GB" dirty="0">
                <a:solidFill>
                  <a:srgbClr val="FF0000"/>
                </a:solidFill>
              </a:rPr>
              <a:t>Continue</a:t>
            </a:r>
            <a:r>
              <a:rPr lang="en-GB" dirty="0"/>
              <a:t>)</a:t>
            </a:r>
            <a:endParaRPr lang="en-US" dirty="0"/>
          </a:p>
        </p:txBody>
      </p:sp>
      <mc:AlternateContent xmlns:mc="http://schemas.openxmlformats.org/markup-compatibility/2006" xmlns:a14="http://schemas.microsoft.com/office/drawing/2010/main">
        <mc:Choice Requires="a14">
          <p:sp>
            <p:nvSpPr>
              <p:cNvPr id="6" name="Rectangle 5"/>
              <p:cNvSpPr/>
              <p:nvPr/>
            </p:nvSpPr>
            <p:spPr>
              <a:xfrm>
                <a:off x="6381100" y="4341715"/>
                <a:ext cx="2396105" cy="523220"/>
              </a:xfrm>
              <a:prstGeom prst="rect">
                <a:avLst/>
              </a:prstGeom>
            </p:spPr>
            <p:txBody>
              <a:bodyPr wrap="none">
                <a:spAutoFit/>
              </a:bodyPr>
              <a:lstStyle/>
              <a:p>
                <a:r>
                  <a:rPr lang="en-US" sz="2700" dirty="0">
                    <a:solidFill>
                      <a:srgbClr val="FF0000"/>
                    </a:solidFill>
                    <a:latin typeface="+mj-lt"/>
                    <a:ea typeface="Cambria Math" panose="02040503050406030204" pitchFamily="18" charset="0"/>
                  </a:rPr>
                  <a:t> </a:t>
                </a:r>
                <a14:m>
                  <m:oMath xmlns:m="http://schemas.openxmlformats.org/officeDocument/2006/math">
                    <m:nary>
                      <m:naryPr>
                        <m:chr m:val="∑"/>
                        <m:limLoc m:val="undOvr"/>
                        <m:subHide m:val="on"/>
                        <m:supHide m:val="on"/>
                        <m:ctrlPr>
                          <a:rPr lang="en-US" sz="2700" i="1">
                            <a:solidFill>
                              <a:srgbClr val="FF0000"/>
                            </a:solidFill>
                            <a:latin typeface="Cambria Math" panose="02040503050406030204" pitchFamily="18" charset="0"/>
                          </a:rPr>
                        </m:ctrlPr>
                      </m:naryPr>
                      <m:sub/>
                      <m:sup/>
                      <m:e>
                        <m:sSup>
                          <m:sSupPr>
                            <m:ctrlPr>
                              <a:rPr lang="en-US" sz="2700" b="0" i="1" smtClean="0">
                                <a:solidFill>
                                  <a:srgbClr val="FF0000"/>
                                </a:solidFill>
                                <a:latin typeface="Cambria Math" panose="02040503050406030204" pitchFamily="18" charset="0"/>
                              </a:rPr>
                            </m:ctrlPr>
                          </m:sSupPr>
                          <m:e>
                            <m:r>
                              <m:rPr>
                                <m:sty m:val="p"/>
                              </m:rPr>
                              <a:rPr lang="en-US" sz="2700">
                                <a:solidFill>
                                  <a:srgbClr val="FF0000"/>
                                </a:solidFill>
                                <a:latin typeface="Cambria Math" panose="02040503050406030204" pitchFamily="18" charset="0"/>
                              </a:rPr>
                              <m:t>x</m:t>
                            </m:r>
                          </m:e>
                          <m:sup>
                            <m:r>
                              <a:rPr lang="en-US" sz="2700" b="0" i="0" smtClean="0">
                                <a:solidFill>
                                  <a:srgbClr val="FF0000"/>
                                </a:solidFill>
                                <a:latin typeface="Cambria Math" panose="02040503050406030204" pitchFamily="18" charset="0"/>
                              </a:rPr>
                              <m:t>2</m:t>
                            </m:r>
                          </m:sup>
                        </m:sSup>
                      </m:e>
                    </m:nary>
                    <m:r>
                      <a:rPr lang="en-US" sz="2700" b="0" i="1" smtClean="0">
                        <a:solidFill>
                          <a:srgbClr val="FF0000"/>
                        </a:solidFill>
                        <a:latin typeface="Cambria Math" panose="02040503050406030204" pitchFamily="18" charset="0"/>
                      </a:rPr>
                      <m:t>=36400</m:t>
                    </m:r>
                  </m:oMath>
                </a14:m>
                <a:endParaRPr lang="en-US" sz="2700" dirty="0">
                  <a:solidFill>
                    <a:srgbClr val="FF0000"/>
                  </a:solidFill>
                </a:endParaRPr>
              </a:p>
            </p:txBody>
          </p:sp>
        </mc:Choice>
        <mc:Fallback xmlns="">
          <p:sp>
            <p:nvSpPr>
              <p:cNvPr id="6" name="Rectangle 5"/>
              <p:cNvSpPr>
                <a:spLocks noRot="1" noChangeAspect="1" noMove="1" noResize="1" noEditPoints="1" noAdjustHandles="1" noChangeArrowheads="1" noChangeShapeType="1" noTextEdit="1"/>
              </p:cNvSpPr>
              <p:nvPr/>
            </p:nvSpPr>
            <p:spPr>
              <a:xfrm>
                <a:off x="6381100" y="4341715"/>
                <a:ext cx="2396105" cy="523220"/>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6381100" y="3512964"/>
                <a:ext cx="1817357" cy="523220"/>
              </a:xfrm>
              <a:prstGeom prst="rect">
                <a:avLst/>
              </a:prstGeom>
            </p:spPr>
            <p:txBody>
              <a:bodyPr wrap="none">
                <a:spAutoFit/>
              </a:bodyPr>
              <a:lstStyle/>
              <a:p>
                <a:r>
                  <a:rPr lang="en-US" sz="2700" dirty="0">
                    <a:solidFill>
                      <a:srgbClr val="FF0000"/>
                    </a:solidFill>
                    <a:ea typeface="Cambria Math" panose="02040503050406030204" pitchFamily="18" charset="0"/>
                  </a:rPr>
                  <a:t> </a:t>
                </a:r>
                <a14:m>
                  <m:oMath xmlns:m="http://schemas.openxmlformats.org/officeDocument/2006/math">
                    <m:nary>
                      <m:naryPr>
                        <m:chr m:val="∑"/>
                        <m:limLoc m:val="undOvr"/>
                        <m:subHide m:val="on"/>
                        <m:supHide m:val="on"/>
                        <m:ctrlPr>
                          <a:rPr lang="en-US" sz="2700" i="1">
                            <a:solidFill>
                              <a:srgbClr val="FF0000"/>
                            </a:solidFill>
                            <a:latin typeface="Cambria Math" panose="02040503050406030204" pitchFamily="18" charset="0"/>
                          </a:rPr>
                        </m:ctrlPr>
                      </m:naryPr>
                      <m:sub/>
                      <m:sup/>
                      <m:e>
                        <m:r>
                          <m:rPr>
                            <m:sty m:val="p"/>
                          </m:rPr>
                          <a:rPr lang="en-US" sz="2700" b="0" i="0" smtClean="0">
                            <a:solidFill>
                              <a:srgbClr val="FF0000"/>
                            </a:solidFill>
                            <a:latin typeface="Cambria Math" panose="02040503050406030204" pitchFamily="18" charset="0"/>
                          </a:rPr>
                          <m:t>x</m:t>
                        </m:r>
                      </m:e>
                    </m:nary>
                    <m:r>
                      <a:rPr lang="en-US" sz="2700" i="1">
                        <a:solidFill>
                          <a:srgbClr val="FF0000"/>
                        </a:solidFill>
                        <a:latin typeface="Cambria Math" panose="02040503050406030204" pitchFamily="18" charset="0"/>
                      </a:rPr>
                      <m:t>=</m:t>
                    </m:r>
                    <m:r>
                      <a:rPr lang="en-US" sz="2700" b="0" i="1" smtClean="0">
                        <a:solidFill>
                          <a:srgbClr val="FF0000"/>
                        </a:solidFill>
                        <a:latin typeface="Cambria Math" panose="02040503050406030204" pitchFamily="18" charset="0"/>
                      </a:rPr>
                      <m:t>420</m:t>
                    </m:r>
                  </m:oMath>
                </a14:m>
                <a:endParaRPr lang="en-US" sz="2700" dirty="0">
                  <a:solidFill>
                    <a:srgbClr val="FF0000"/>
                  </a:solidFill>
                </a:endParaRPr>
              </a:p>
            </p:txBody>
          </p:sp>
        </mc:Choice>
        <mc:Fallback xmlns="">
          <p:sp>
            <p:nvSpPr>
              <p:cNvPr id="7" name="Rectangle 6"/>
              <p:cNvSpPr>
                <a:spLocks noRot="1" noChangeAspect="1" noMove="1" noResize="1" noEditPoints="1" noAdjustHandles="1" noChangeArrowheads="1" noChangeShapeType="1" noTextEdit="1"/>
              </p:cNvSpPr>
              <p:nvPr/>
            </p:nvSpPr>
            <p:spPr>
              <a:xfrm>
                <a:off x="6381100" y="3512964"/>
                <a:ext cx="1817357" cy="52322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9325644" y="4358103"/>
                <a:ext cx="2396041" cy="523220"/>
              </a:xfrm>
              <a:prstGeom prst="rect">
                <a:avLst/>
              </a:prstGeom>
            </p:spPr>
            <p:txBody>
              <a:bodyPr wrap="none">
                <a:spAutoFit/>
              </a:bodyPr>
              <a:lstStyle/>
              <a:p>
                <a:r>
                  <a:rPr lang="en-US" sz="2700" dirty="0">
                    <a:solidFill>
                      <a:srgbClr val="FF0000"/>
                    </a:solidFill>
                    <a:latin typeface="+mj-lt"/>
                    <a:ea typeface="Cambria Math" panose="02040503050406030204" pitchFamily="18" charset="0"/>
                  </a:rPr>
                  <a:t> </a:t>
                </a:r>
                <a14:m>
                  <m:oMath xmlns:m="http://schemas.openxmlformats.org/officeDocument/2006/math">
                    <m:nary>
                      <m:naryPr>
                        <m:chr m:val="∑"/>
                        <m:limLoc m:val="undOvr"/>
                        <m:subHide m:val="on"/>
                        <m:supHide m:val="on"/>
                        <m:ctrlPr>
                          <a:rPr lang="en-US" sz="2700" i="1">
                            <a:solidFill>
                              <a:srgbClr val="FF0000"/>
                            </a:solidFill>
                            <a:latin typeface="Cambria Math" panose="02040503050406030204" pitchFamily="18" charset="0"/>
                          </a:rPr>
                        </m:ctrlPr>
                      </m:naryPr>
                      <m:sub/>
                      <m:sup/>
                      <m:e>
                        <m:r>
                          <m:rPr>
                            <m:sty m:val="p"/>
                          </m:rPr>
                          <a:rPr lang="en-US" sz="2700" b="0" i="0" smtClean="0">
                            <a:solidFill>
                              <a:srgbClr val="FF0000"/>
                            </a:solidFill>
                            <a:latin typeface="Cambria Math" panose="02040503050406030204" pitchFamily="18" charset="0"/>
                          </a:rPr>
                          <m:t>xy</m:t>
                        </m:r>
                      </m:e>
                    </m:nary>
                    <m:r>
                      <a:rPr lang="en-US" sz="2700" b="0" i="1" smtClean="0">
                        <a:solidFill>
                          <a:srgbClr val="FF0000"/>
                        </a:solidFill>
                        <a:latin typeface="Cambria Math" panose="02040503050406030204" pitchFamily="18" charset="0"/>
                      </a:rPr>
                      <m:t>=12042</m:t>
                    </m:r>
                  </m:oMath>
                </a14:m>
                <a:endParaRPr lang="en-US" sz="2700" dirty="0">
                  <a:solidFill>
                    <a:srgbClr val="FF0000"/>
                  </a:solidFill>
                </a:endParaRPr>
              </a:p>
            </p:txBody>
          </p:sp>
        </mc:Choice>
        <mc:Fallback xmlns="">
          <p:sp>
            <p:nvSpPr>
              <p:cNvPr id="8" name="Rectangle 7"/>
              <p:cNvSpPr>
                <a:spLocks noRot="1" noChangeAspect="1" noMove="1" noResize="1" noEditPoints="1" noAdjustHandles="1" noChangeArrowheads="1" noChangeShapeType="1" noTextEdit="1"/>
              </p:cNvSpPr>
              <p:nvPr/>
            </p:nvSpPr>
            <p:spPr>
              <a:xfrm>
                <a:off x="9325644" y="4358103"/>
                <a:ext cx="2396041" cy="52322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9340405" y="3518118"/>
                <a:ext cx="2031390" cy="507831"/>
              </a:xfrm>
              <a:prstGeom prst="rect">
                <a:avLst/>
              </a:prstGeom>
            </p:spPr>
            <p:txBody>
              <a:bodyPr wrap="none">
                <a:spAutoFit/>
              </a:bodyPr>
              <a:lstStyle/>
              <a:p>
                <a:r>
                  <a:rPr lang="en-US" sz="2700" dirty="0">
                    <a:solidFill>
                      <a:srgbClr val="FF0000"/>
                    </a:solidFill>
                    <a:ea typeface="Cambria Math" panose="02040503050406030204" pitchFamily="18" charset="0"/>
                  </a:rPr>
                  <a:t> </a:t>
                </a:r>
                <a14:m>
                  <m:oMath xmlns:m="http://schemas.openxmlformats.org/officeDocument/2006/math">
                    <m:nary>
                      <m:naryPr>
                        <m:chr m:val="∑"/>
                        <m:limLoc m:val="undOvr"/>
                        <m:subHide m:val="on"/>
                        <m:supHide m:val="on"/>
                        <m:ctrlPr>
                          <a:rPr lang="en-US" sz="2700" i="1">
                            <a:solidFill>
                              <a:srgbClr val="FF0000"/>
                            </a:solidFill>
                            <a:latin typeface="Cambria Math" panose="02040503050406030204" pitchFamily="18" charset="0"/>
                          </a:rPr>
                        </m:ctrlPr>
                      </m:naryPr>
                      <m:sub/>
                      <m:sup/>
                      <m:e>
                        <m:r>
                          <m:rPr>
                            <m:sty m:val="p"/>
                          </m:rPr>
                          <a:rPr lang="en-US" sz="2700">
                            <a:solidFill>
                              <a:srgbClr val="FF0000"/>
                            </a:solidFill>
                            <a:latin typeface="Cambria Math" panose="02040503050406030204" pitchFamily="18" charset="0"/>
                          </a:rPr>
                          <m:t>y</m:t>
                        </m:r>
                      </m:e>
                    </m:nary>
                    <m:r>
                      <a:rPr lang="en-US" sz="2700" i="1">
                        <a:solidFill>
                          <a:srgbClr val="FF0000"/>
                        </a:solidFill>
                        <a:latin typeface="Cambria Math" panose="02040503050406030204" pitchFamily="18" charset="0"/>
                      </a:rPr>
                      <m:t>=</m:t>
                    </m:r>
                    <m:r>
                      <a:rPr lang="en-US" sz="2700" b="0" i="1" smtClean="0">
                        <a:solidFill>
                          <a:srgbClr val="FF0000"/>
                        </a:solidFill>
                        <a:latin typeface="Cambria Math" panose="02040503050406030204" pitchFamily="18" charset="0"/>
                      </a:rPr>
                      <m:t>131</m:t>
                    </m:r>
                    <m:r>
                      <a:rPr lang="en-US" sz="2700" b="0" i="0" smtClean="0">
                        <a:solidFill>
                          <a:srgbClr val="FF0000"/>
                        </a:solidFill>
                        <a:latin typeface="Cambria Math" panose="02040503050406030204" pitchFamily="18" charset="0"/>
                      </a:rPr>
                      <m:t>.6</m:t>
                    </m:r>
                  </m:oMath>
                </a14:m>
                <a:endParaRPr lang="en-US" sz="2700" b="0" dirty="0">
                  <a:solidFill>
                    <a:srgbClr val="FF0000"/>
                  </a:solidFill>
                </a:endParaRPr>
              </a:p>
            </p:txBody>
          </p:sp>
        </mc:Choice>
        <mc:Fallback xmlns="">
          <p:sp>
            <p:nvSpPr>
              <p:cNvPr id="15" name="Rectangle 14"/>
              <p:cNvSpPr>
                <a:spLocks noRot="1" noChangeAspect="1" noMove="1" noResize="1" noEditPoints="1" noAdjustHandles="1" noChangeArrowheads="1" noChangeShapeType="1" noTextEdit="1"/>
              </p:cNvSpPr>
              <p:nvPr/>
            </p:nvSpPr>
            <p:spPr>
              <a:xfrm>
                <a:off x="9340405" y="3518118"/>
                <a:ext cx="2031390" cy="507831"/>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Rectangle 31"/>
              <p:cNvSpPr/>
              <p:nvPr/>
            </p:nvSpPr>
            <p:spPr>
              <a:xfrm>
                <a:off x="6381102" y="5187022"/>
                <a:ext cx="2793650" cy="523220"/>
              </a:xfrm>
              <a:prstGeom prst="rect">
                <a:avLst/>
              </a:prstGeom>
            </p:spPr>
            <p:txBody>
              <a:bodyPr wrap="none">
                <a:spAutoFit/>
              </a:bodyPr>
              <a:lstStyle/>
              <a:p>
                <a:r>
                  <a:rPr lang="en-US" sz="2700" dirty="0">
                    <a:solidFill>
                      <a:srgbClr val="FF0000"/>
                    </a:solidFill>
                    <a:latin typeface="+mj-lt"/>
                    <a:ea typeface="Cambria Math" panose="02040503050406030204" pitchFamily="18" charset="0"/>
                  </a:rPr>
                  <a:t> </a:t>
                </a:r>
                <a14:m>
                  <m:oMath xmlns:m="http://schemas.openxmlformats.org/officeDocument/2006/math">
                    <m:nary>
                      <m:naryPr>
                        <m:chr m:val="∑"/>
                        <m:limLoc m:val="undOvr"/>
                        <m:subHide m:val="on"/>
                        <m:supHide m:val="on"/>
                        <m:ctrlPr>
                          <a:rPr lang="en-US" sz="2700" i="1">
                            <a:solidFill>
                              <a:srgbClr val="FF0000"/>
                            </a:solidFill>
                            <a:latin typeface="Cambria Math" panose="02040503050406030204" pitchFamily="18" charset="0"/>
                          </a:rPr>
                        </m:ctrlPr>
                      </m:naryPr>
                      <m:sub/>
                      <m:sup/>
                      <m:e>
                        <m:sSup>
                          <m:sSupPr>
                            <m:ctrlPr>
                              <a:rPr lang="en-US" sz="2700" b="0" i="1" smtClean="0">
                                <a:solidFill>
                                  <a:srgbClr val="FF0000"/>
                                </a:solidFill>
                                <a:latin typeface="Cambria Math" panose="02040503050406030204" pitchFamily="18" charset="0"/>
                              </a:rPr>
                            </m:ctrlPr>
                          </m:sSupPr>
                          <m:e>
                            <m:r>
                              <m:rPr>
                                <m:sty m:val="p"/>
                              </m:rPr>
                              <a:rPr lang="en-US" sz="2700">
                                <a:solidFill>
                                  <a:srgbClr val="FF0000"/>
                                </a:solidFill>
                                <a:latin typeface="Cambria Math" panose="02040503050406030204" pitchFamily="18" charset="0"/>
                              </a:rPr>
                              <m:t>x</m:t>
                            </m:r>
                          </m:e>
                          <m:sup>
                            <m:r>
                              <a:rPr lang="en-US" sz="2700" b="0" i="0" smtClean="0">
                                <a:solidFill>
                                  <a:srgbClr val="FF0000"/>
                                </a:solidFill>
                                <a:latin typeface="Cambria Math" panose="02040503050406030204" pitchFamily="18" charset="0"/>
                              </a:rPr>
                              <m:t>3</m:t>
                            </m:r>
                          </m:sup>
                        </m:sSup>
                      </m:e>
                    </m:nary>
                    <m:r>
                      <a:rPr lang="en-US" sz="2700" b="0" i="1" smtClean="0">
                        <a:solidFill>
                          <a:srgbClr val="FF0000"/>
                        </a:solidFill>
                        <a:latin typeface="Cambria Math" panose="02040503050406030204" pitchFamily="18" charset="0"/>
                      </a:rPr>
                      <m:t>=3528000</m:t>
                    </m:r>
                  </m:oMath>
                </a14:m>
                <a:endParaRPr lang="en-US" sz="2700" dirty="0">
                  <a:solidFill>
                    <a:srgbClr val="FF0000"/>
                  </a:solidFill>
                </a:endParaRPr>
              </a:p>
            </p:txBody>
          </p:sp>
        </mc:Choice>
        <mc:Fallback xmlns="">
          <p:sp>
            <p:nvSpPr>
              <p:cNvPr id="32" name="Rectangle 31"/>
              <p:cNvSpPr>
                <a:spLocks noRot="1" noChangeAspect="1" noMove="1" noResize="1" noEditPoints="1" noAdjustHandles="1" noChangeArrowheads="1" noChangeShapeType="1" noTextEdit="1"/>
              </p:cNvSpPr>
              <p:nvPr/>
            </p:nvSpPr>
            <p:spPr>
              <a:xfrm>
                <a:off x="6381102" y="5187022"/>
                <a:ext cx="2793650" cy="523220"/>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Rectangle 32"/>
              <p:cNvSpPr/>
              <p:nvPr/>
            </p:nvSpPr>
            <p:spPr>
              <a:xfrm>
                <a:off x="6381100" y="6024051"/>
                <a:ext cx="3191195" cy="523220"/>
              </a:xfrm>
              <a:prstGeom prst="rect">
                <a:avLst/>
              </a:prstGeom>
            </p:spPr>
            <p:txBody>
              <a:bodyPr wrap="none">
                <a:spAutoFit/>
              </a:bodyPr>
              <a:lstStyle/>
              <a:p>
                <a:r>
                  <a:rPr lang="en-US" sz="2700" dirty="0">
                    <a:solidFill>
                      <a:srgbClr val="FF0000"/>
                    </a:solidFill>
                    <a:latin typeface="+mj-lt"/>
                    <a:ea typeface="Cambria Math" panose="02040503050406030204" pitchFamily="18" charset="0"/>
                  </a:rPr>
                  <a:t> </a:t>
                </a:r>
                <a14:m>
                  <m:oMath xmlns:m="http://schemas.openxmlformats.org/officeDocument/2006/math">
                    <m:nary>
                      <m:naryPr>
                        <m:chr m:val="∑"/>
                        <m:limLoc m:val="undOvr"/>
                        <m:subHide m:val="on"/>
                        <m:supHide m:val="on"/>
                        <m:ctrlPr>
                          <a:rPr lang="en-US" sz="2700" i="1">
                            <a:solidFill>
                              <a:srgbClr val="FF0000"/>
                            </a:solidFill>
                            <a:latin typeface="Cambria Math" panose="02040503050406030204" pitchFamily="18" charset="0"/>
                          </a:rPr>
                        </m:ctrlPr>
                      </m:naryPr>
                      <m:sub/>
                      <m:sup/>
                      <m:e>
                        <m:sSup>
                          <m:sSupPr>
                            <m:ctrlPr>
                              <a:rPr lang="en-US" sz="2700" b="0" i="1" smtClean="0">
                                <a:solidFill>
                                  <a:srgbClr val="FF0000"/>
                                </a:solidFill>
                                <a:latin typeface="Cambria Math" panose="02040503050406030204" pitchFamily="18" charset="0"/>
                              </a:rPr>
                            </m:ctrlPr>
                          </m:sSupPr>
                          <m:e>
                            <m:r>
                              <m:rPr>
                                <m:sty m:val="p"/>
                              </m:rPr>
                              <a:rPr lang="en-US" sz="2700">
                                <a:solidFill>
                                  <a:srgbClr val="FF0000"/>
                                </a:solidFill>
                                <a:latin typeface="Cambria Math" panose="02040503050406030204" pitchFamily="18" charset="0"/>
                              </a:rPr>
                              <m:t>x</m:t>
                            </m:r>
                          </m:e>
                          <m:sup>
                            <m:r>
                              <a:rPr lang="en-US" sz="2700" b="0" i="0" smtClean="0">
                                <a:solidFill>
                                  <a:srgbClr val="FF0000"/>
                                </a:solidFill>
                                <a:latin typeface="Cambria Math" panose="02040503050406030204" pitchFamily="18" charset="0"/>
                              </a:rPr>
                              <m:t>4</m:t>
                            </m:r>
                          </m:sup>
                        </m:sSup>
                      </m:e>
                    </m:nary>
                    <m:r>
                      <a:rPr lang="en-US" sz="2700" b="0" i="1" smtClean="0">
                        <a:solidFill>
                          <a:srgbClr val="FF0000"/>
                        </a:solidFill>
                        <a:latin typeface="Cambria Math" panose="02040503050406030204" pitchFamily="18" charset="0"/>
                      </a:rPr>
                      <m:t>=364000000</m:t>
                    </m:r>
                  </m:oMath>
                </a14:m>
                <a:endParaRPr lang="en-US" sz="2700" dirty="0">
                  <a:solidFill>
                    <a:srgbClr val="FF0000"/>
                  </a:solidFill>
                </a:endParaRPr>
              </a:p>
            </p:txBody>
          </p:sp>
        </mc:Choice>
        <mc:Fallback xmlns="">
          <p:sp>
            <p:nvSpPr>
              <p:cNvPr id="33" name="Rectangle 32"/>
              <p:cNvSpPr>
                <a:spLocks noRot="1" noChangeAspect="1" noMove="1" noResize="1" noEditPoints="1" noAdjustHandles="1" noChangeArrowheads="1" noChangeShapeType="1" noTextEdit="1"/>
              </p:cNvSpPr>
              <p:nvPr/>
            </p:nvSpPr>
            <p:spPr>
              <a:xfrm>
                <a:off x="6381100" y="6024051"/>
                <a:ext cx="3191195" cy="523220"/>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Rectangle 33"/>
              <p:cNvSpPr/>
              <p:nvPr/>
            </p:nvSpPr>
            <p:spPr>
              <a:xfrm>
                <a:off x="9321461" y="5199271"/>
                <a:ext cx="2974789" cy="523220"/>
              </a:xfrm>
              <a:prstGeom prst="rect">
                <a:avLst/>
              </a:prstGeom>
            </p:spPr>
            <p:txBody>
              <a:bodyPr wrap="none">
                <a:spAutoFit/>
              </a:bodyPr>
              <a:lstStyle/>
              <a:p>
                <a:r>
                  <a:rPr lang="en-US" sz="2700" dirty="0">
                    <a:solidFill>
                      <a:srgbClr val="FF0000"/>
                    </a:solidFill>
                    <a:latin typeface="+mj-lt"/>
                    <a:ea typeface="Cambria Math" panose="02040503050406030204" pitchFamily="18" charset="0"/>
                  </a:rPr>
                  <a:t> </a:t>
                </a:r>
                <a14:m>
                  <m:oMath xmlns:m="http://schemas.openxmlformats.org/officeDocument/2006/math">
                    <m:nary>
                      <m:naryPr>
                        <m:chr m:val="∑"/>
                        <m:limLoc m:val="undOvr"/>
                        <m:subHide m:val="on"/>
                        <m:supHide m:val="on"/>
                        <m:ctrlPr>
                          <a:rPr lang="en-US" sz="2700" i="1">
                            <a:solidFill>
                              <a:srgbClr val="FF0000"/>
                            </a:solidFill>
                            <a:latin typeface="Cambria Math" panose="02040503050406030204" pitchFamily="18" charset="0"/>
                          </a:rPr>
                        </m:ctrlPr>
                      </m:naryPr>
                      <m:sub/>
                      <m:sup/>
                      <m:e>
                        <m:sSup>
                          <m:sSupPr>
                            <m:ctrlPr>
                              <a:rPr lang="en-US" sz="2700" b="0" i="1" smtClean="0">
                                <a:solidFill>
                                  <a:srgbClr val="FF0000"/>
                                </a:solidFill>
                                <a:latin typeface="Cambria Math" panose="02040503050406030204" pitchFamily="18" charset="0"/>
                              </a:rPr>
                            </m:ctrlPr>
                          </m:sSupPr>
                          <m:e>
                            <m:r>
                              <m:rPr>
                                <m:sty m:val="p"/>
                              </m:rPr>
                              <a:rPr lang="en-US" sz="2700" b="0" i="0" smtClean="0">
                                <a:solidFill>
                                  <a:srgbClr val="FF0000"/>
                                </a:solidFill>
                                <a:latin typeface="Cambria Math" panose="02040503050406030204" pitchFamily="18" charset="0"/>
                              </a:rPr>
                              <m:t>x</m:t>
                            </m:r>
                          </m:e>
                          <m:sup>
                            <m:r>
                              <a:rPr lang="en-US" sz="2700" b="0" i="0" smtClean="0">
                                <a:solidFill>
                                  <a:srgbClr val="FF0000"/>
                                </a:solidFill>
                                <a:latin typeface="Cambria Math" panose="02040503050406030204" pitchFamily="18" charset="0"/>
                              </a:rPr>
                              <m:t>2</m:t>
                            </m:r>
                          </m:sup>
                        </m:sSup>
                        <m:r>
                          <m:rPr>
                            <m:sty m:val="p"/>
                          </m:rPr>
                          <a:rPr lang="en-US" sz="2700" b="0" i="0" smtClean="0">
                            <a:solidFill>
                              <a:srgbClr val="FF0000"/>
                            </a:solidFill>
                            <a:latin typeface="Cambria Math" panose="02040503050406030204" pitchFamily="18" charset="0"/>
                          </a:rPr>
                          <m:t>y</m:t>
                        </m:r>
                      </m:e>
                    </m:nary>
                    <m:r>
                      <a:rPr lang="en-US" sz="2700" b="0" i="1" smtClean="0">
                        <a:solidFill>
                          <a:srgbClr val="FF0000"/>
                        </a:solidFill>
                        <a:latin typeface="Cambria Math" panose="02040503050406030204" pitchFamily="18" charset="0"/>
                      </a:rPr>
                      <m:t>=1211720</m:t>
                    </m:r>
                  </m:oMath>
                </a14:m>
                <a:endParaRPr lang="en-US" sz="2700" dirty="0">
                  <a:solidFill>
                    <a:srgbClr val="FF0000"/>
                  </a:solidFill>
                </a:endParaRPr>
              </a:p>
            </p:txBody>
          </p:sp>
        </mc:Choice>
        <mc:Fallback xmlns="">
          <p:sp>
            <p:nvSpPr>
              <p:cNvPr id="34" name="Rectangle 33"/>
              <p:cNvSpPr>
                <a:spLocks noRot="1" noChangeAspect="1" noMove="1" noResize="1" noEditPoints="1" noAdjustHandles="1" noChangeArrowheads="1" noChangeShapeType="1" noTextEdit="1"/>
              </p:cNvSpPr>
              <p:nvPr/>
            </p:nvSpPr>
            <p:spPr>
              <a:xfrm>
                <a:off x="9321461" y="5199271"/>
                <a:ext cx="2974789" cy="523220"/>
              </a:xfrm>
              <a:prstGeom prst="rect">
                <a:avLst/>
              </a:prstGeom>
              <a:blipFill rotWithShape="0">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120540" y="857956"/>
                <a:ext cx="8844601" cy="2031325"/>
              </a:xfrm>
              <a:prstGeom prst="rect">
                <a:avLst/>
              </a:prstGeom>
            </p:spPr>
            <p:txBody>
              <a:bodyPr wrap="none">
                <a:spAutoFit/>
              </a:bodyPr>
              <a:lstStyle/>
              <a:p>
                <a:pPr>
                  <a:lnSpc>
                    <a:spcPct val="150000"/>
                  </a:lnSpc>
                </a:pPr>
                <a14:m>
                  <m:oMathPara xmlns:m="http://schemas.openxmlformats.org/officeDocument/2006/math">
                    <m:oMathParaPr>
                      <m:jc m:val="left"/>
                    </m:oMathParaPr>
                    <m:oMath xmlns:m="http://schemas.openxmlformats.org/officeDocument/2006/math">
                      <m:r>
                        <a:rPr lang="en-US" sz="2800" b="0" i="1" smtClean="0">
                          <a:solidFill>
                            <a:srgbClr val="002060"/>
                          </a:solidFill>
                          <a:latin typeface="Cambria Math" panose="02040503050406030204" pitchFamily="18" charset="0"/>
                          <a:ea typeface="Cambria Math" panose="02040503050406030204" pitchFamily="18" charset="0"/>
                        </a:rPr>
                        <m:t>∴</m:t>
                      </m:r>
                      <m:r>
                        <a:rPr lang="en-US" sz="2800" b="0" i="1" smtClean="0">
                          <a:solidFill>
                            <a:schemeClr val="bg1"/>
                          </a:solidFill>
                          <a:latin typeface="Cambria Math" panose="02040503050406030204" pitchFamily="18" charset="0"/>
                          <a:ea typeface="Cambria Math" panose="02040503050406030204" pitchFamily="18" charset="0"/>
                        </a:rPr>
                        <m:t>000</m:t>
                      </m:r>
                      <m:r>
                        <a:rPr lang="en-US" sz="2800" b="0" i="1" smtClean="0">
                          <a:solidFill>
                            <a:schemeClr val="bg1"/>
                          </a:solidFill>
                          <a:latin typeface="Cambria Math" panose="02040503050406030204" pitchFamily="18" charset="0"/>
                        </a:rPr>
                        <m:t>131.6</m:t>
                      </m:r>
                      <m:r>
                        <a:rPr lang="en-US" sz="2800" b="0">
                          <a:solidFill>
                            <a:srgbClr val="002060"/>
                          </a:solidFill>
                          <a:latin typeface="Cambria Math" panose="02040503050406030204" pitchFamily="18" charset="0"/>
                        </a:rPr>
                        <m:t>=</m:t>
                      </m:r>
                      <m:r>
                        <m:rPr>
                          <m:sty m:val="p"/>
                        </m:rPr>
                        <a:rPr lang="en-US" sz="2800" b="0" i="0" smtClean="0">
                          <a:solidFill>
                            <a:srgbClr val="FF0000"/>
                          </a:solidFill>
                          <a:latin typeface="Cambria Math" panose="02040503050406030204" pitchFamily="18" charset="0"/>
                        </a:rPr>
                        <m:t>a</m:t>
                      </m:r>
                      <m:r>
                        <a:rPr lang="en-US" sz="2800" b="0" i="1" smtClean="0">
                          <a:solidFill>
                            <a:srgbClr val="002060"/>
                          </a:solidFill>
                          <a:latin typeface="Cambria Math" panose="02040503050406030204" pitchFamily="18" charset="0"/>
                          <a:ea typeface="Cambria Math" panose="02040503050406030204" pitchFamily="18" charset="0"/>
                        </a:rPr>
                        <m:t>∙</m:t>
                      </m:r>
                      <m:r>
                        <a:rPr lang="en-US" sz="2800" b="0" i="1" smtClean="0">
                          <a:solidFill>
                            <a:schemeClr val="bg1"/>
                          </a:solidFill>
                          <a:latin typeface="Cambria Math" panose="02040503050406030204" pitchFamily="18" charset="0"/>
                        </a:rPr>
                        <m:t>6</m:t>
                      </m:r>
                      <m:r>
                        <a:rPr lang="en-US" sz="2800" b="0">
                          <a:solidFill>
                            <a:srgbClr val="002060"/>
                          </a:solidFill>
                          <a:latin typeface="Cambria Math" panose="02040503050406030204" pitchFamily="18" charset="0"/>
                        </a:rPr>
                        <m:t>+</m:t>
                      </m:r>
                      <m:r>
                        <m:rPr>
                          <m:sty m:val="p"/>
                        </m:rPr>
                        <a:rPr lang="en-US" sz="2800" b="0" i="1" smtClean="0">
                          <a:solidFill>
                            <a:srgbClr val="FF0000"/>
                          </a:solidFill>
                          <a:latin typeface="Cambria Math" panose="02040503050406030204" pitchFamily="18" charset="0"/>
                        </a:rPr>
                        <m:t>b</m:t>
                      </m:r>
                      <m:r>
                        <a:rPr lang="en-US" sz="2800" i="1">
                          <a:solidFill>
                            <a:srgbClr val="002060"/>
                          </a:solidFill>
                          <a:latin typeface="Cambria Math" panose="02040503050406030204" pitchFamily="18" charset="0"/>
                          <a:ea typeface="Cambria Math" panose="02040503050406030204" pitchFamily="18" charset="0"/>
                        </a:rPr>
                        <m:t>∙</m:t>
                      </m:r>
                      <m:r>
                        <a:rPr lang="en-US" sz="2800" i="1" smtClean="0">
                          <a:solidFill>
                            <a:schemeClr val="bg1"/>
                          </a:solidFill>
                          <a:latin typeface="Cambria Math" panose="02040503050406030204" pitchFamily="18" charset="0"/>
                        </a:rPr>
                        <m:t>4</m:t>
                      </m:r>
                      <m:r>
                        <a:rPr lang="en-US" sz="2800" b="0" i="1" smtClean="0">
                          <a:solidFill>
                            <a:schemeClr val="bg1"/>
                          </a:solidFill>
                          <a:latin typeface="Cambria Math" panose="02040503050406030204" pitchFamily="18" charset="0"/>
                        </a:rPr>
                        <m:t>20</m:t>
                      </m:r>
                      <m:r>
                        <a:rPr lang="en-US" sz="2800" b="0" i="1" smtClean="0">
                          <a:solidFill>
                            <a:srgbClr val="002060"/>
                          </a:solidFill>
                          <a:latin typeface="Cambria Math" panose="02040503050406030204" pitchFamily="18" charset="0"/>
                        </a:rPr>
                        <m:t>+</m:t>
                      </m:r>
                      <m:r>
                        <m:rPr>
                          <m:sty m:val="p"/>
                        </m:rPr>
                        <a:rPr lang="en-US" sz="2800" b="0" i="1" smtClean="0">
                          <a:solidFill>
                            <a:srgbClr val="FF0000"/>
                          </a:solidFill>
                          <a:latin typeface="Cambria Math" panose="02040503050406030204" pitchFamily="18" charset="0"/>
                        </a:rPr>
                        <m:t>c</m:t>
                      </m:r>
                      <m:r>
                        <a:rPr lang="en-US" sz="2800" i="1">
                          <a:solidFill>
                            <a:srgbClr val="002060"/>
                          </a:solidFill>
                          <a:latin typeface="Cambria Math" panose="02040503050406030204" pitchFamily="18" charset="0"/>
                          <a:ea typeface="Cambria Math" panose="02040503050406030204" pitchFamily="18" charset="0"/>
                        </a:rPr>
                        <m:t>∙</m:t>
                      </m:r>
                      <m:r>
                        <a:rPr lang="en-US" sz="2800" i="1" smtClean="0">
                          <a:solidFill>
                            <a:schemeClr val="bg1"/>
                          </a:solidFill>
                          <a:latin typeface="Cambria Math" panose="02040503050406030204" pitchFamily="18" charset="0"/>
                        </a:rPr>
                        <m:t>3</m:t>
                      </m:r>
                      <m:r>
                        <a:rPr lang="en-US" sz="2800" b="0" i="1" smtClean="0">
                          <a:solidFill>
                            <a:schemeClr val="bg1"/>
                          </a:solidFill>
                          <a:latin typeface="Cambria Math" panose="02040503050406030204" pitchFamily="18" charset="0"/>
                        </a:rPr>
                        <m:t>6400</m:t>
                      </m:r>
                    </m:oMath>
                  </m:oMathPara>
                </a14:m>
                <a:endParaRPr lang="en-US" sz="2800" dirty="0">
                  <a:solidFill>
                    <a:srgbClr val="002060"/>
                  </a:solidFill>
                  <a:latin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a:rPr lang="en-US" sz="2800" i="1" smtClean="0">
                          <a:solidFill>
                            <a:schemeClr val="bg1"/>
                          </a:solidFill>
                          <a:latin typeface="Cambria Math" panose="02040503050406030204" pitchFamily="18" charset="0"/>
                          <a:ea typeface="Cambria Math" panose="02040503050406030204" pitchFamily="18" charset="0"/>
                        </a:rPr>
                        <m:t>∴</m:t>
                      </m:r>
                      <m:r>
                        <a:rPr lang="en-US" sz="2800" b="0" i="1" smtClean="0">
                          <a:solidFill>
                            <a:schemeClr val="bg1"/>
                          </a:solidFill>
                          <a:latin typeface="Cambria Math" panose="02040503050406030204" pitchFamily="18" charset="0"/>
                          <a:ea typeface="Cambria Math" panose="02040503050406030204" pitchFamily="18" charset="0"/>
                        </a:rPr>
                        <m:t>.00</m:t>
                      </m:r>
                      <m:r>
                        <a:rPr lang="en-US" sz="2800" b="0" i="1" smtClean="0">
                          <a:solidFill>
                            <a:schemeClr val="bg1"/>
                          </a:solidFill>
                          <a:latin typeface="Cambria Math" panose="02040503050406030204" pitchFamily="18" charset="0"/>
                        </a:rPr>
                        <m:t>12042</m:t>
                      </m:r>
                      <m:r>
                        <a:rPr lang="en-US" sz="2800" b="0">
                          <a:solidFill>
                            <a:srgbClr val="002060"/>
                          </a:solidFill>
                          <a:latin typeface="Cambria Math" panose="02040503050406030204" pitchFamily="18" charset="0"/>
                        </a:rPr>
                        <m:t>=</m:t>
                      </m:r>
                      <m:r>
                        <m:rPr>
                          <m:sty m:val="p"/>
                        </m:rPr>
                        <a:rPr lang="en-US" sz="2800" i="1" smtClean="0">
                          <a:solidFill>
                            <a:srgbClr val="FF0000"/>
                          </a:solidFill>
                          <a:latin typeface="Cambria Math" panose="02040503050406030204" pitchFamily="18" charset="0"/>
                        </a:rPr>
                        <m:t>a</m:t>
                      </m:r>
                      <m:r>
                        <a:rPr lang="en-US" sz="2800" i="1">
                          <a:solidFill>
                            <a:srgbClr val="002060"/>
                          </a:solidFill>
                          <a:latin typeface="Cambria Math" panose="02040503050406030204" pitchFamily="18" charset="0"/>
                          <a:ea typeface="Cambria Math" panose="02040503050406030204" pitchFamily="18" charset="0"/>
                        </a:rPr>
                        <m:t>∙</m:t>
                      </m:r>
                      <m:r>
                        <a:rPr lang="en-US" sz="2800" i="1" smtClean="0">
                          <a:solidFill>
                            <a:schemeClr val="bg1"/>
                          </a:solidFill>
                          <a:latin typeface="Cambria Math" panose="02040503050406030204" pitchFamily="18" charset="0"/>
                        </a:rPr>
                        <m:t>4</m:t>
                      </m:r>
                      <m:r>
                        <a:rPr lang="en-US" sz="2800" b="0" i="1" smtClean="0">
                          <a:solidFill>
                            <a:schemeClr val="bg1"/>
                          </a:solidFill>
                          <a:latin typeface="Cambria Math" panose="02040503050406030204" pitchFamily="18" charset="0"/>
                        </a:rPr>
                        <m:t>20</m:t>
                      </m:r>
                      <m:r>
                        <a:rPr lang="en-US" sz="2800" b="0" smtClean="0">
                          <a:solidFill>
                            <a:srgbClr val="002060"/>
                          </a:solidFill>
                          <a:latin typeface="Cambria Math" panose="02040503050406030204" pitchFamily="18" charset="0"/>
                        </a:rPr>
                        <m:t>+</m:t>
                      </m:r>
                      <m:r>
                        <m:rPr>
                          <m:sty m:val="p"/>
                        </m:rPr>
                        <a:rPr lang="en-US" sz="2800" i="1" smtClean="0">
                          <a:solidFill>
                            <a:srgbClr val="FF0000"/>
                          </a:solidFill>
                          <a:latin typeface="Cambria Math" panose="02040503050406030204" pitchFamily="18" charset="0"/>
                        </a:rPr>
                        <m:t>b</m:t>
                      </m:r>
                      <m:r>
                        <a:rPr lang="en-US" sz="2800" i="1">
                          <a:solidFill>
                            <a:srgbClr val="002060"/>
                          </a:solidFill>
                          <a:latin typeface="Cambria Math" panose="02040503050406030204" pitchFamily="18" charset="0"/>
                          <a:ea typeface="Cambria Math" panose="02040503050406030204" pitchFamily="18" charset="0"/>
                        </a:rPr>
                        <m:t>∙</m:t>
                      </m:r>
                      <m:r>
                        <a:rPr lang="en-US" sz="2800" i="1" smtClean="0">
                          <a:solidFill>
                            <a:schemeClr val="bg1"/>
                          </a:solidFill>
                          <a:latin typeface="Cambria Math" panose="02040503050406030204" pitchFamily="18" charset="0"/>
                        </a:rPr>
                        <m:t>36400</m:t>
                      </m:r>
                      <m:r>
                        <a:rPr lang="en-US" sz="2800" b="0" i="1">
                          <a:solidFill>
                            <a:srgbClr val="002060"/>
                          </a:solidFill>
                          <a:latin typeface="Cambria Math" panose="02040503050406030204" pitchFamily="18" charset="0"/>
                        </a:rPr>
                        <m:t>+</m:t>
                      </m:r>
                      <m:r>
                        <m:rPr>
                          <m:sty m:val="p"/>
                        </m:rPr>
                        <a:rPr lang="en-US" sz="2800" i="1" smtClean="0">
                          <a:solidFill>
                            <a:srgbClr val="FF0000"/>
                          </a:solidFill>
                          <a:latin typeface="Cambria Math" panose="02040503050406030204" pitchFamily="18" charset="0"/>
                        </a:rPr>
                        <m:t>c</m:t>
                      </m:r>
                      <m:r>
                        <a:rPr lang="en-US" sz="2800" i="1">
                          <a:solidFill>
                            <a:srgbClr val="002060"/>
                          </a:solidFill>
                          <a:latin typeface="Cambria Math" panose="02040503050406030204" pitchFamily="18" charset="0"/>
                          <a:ea typeface="Cambria Math" panose="02040503050406030204" pitchFamily="18" charset="0"/>
                        </a:rPr>
                        <m:t>∙</m:t>
                      </m:r>
                      <m:r>
                        <a:rPr lang="en-US" sz="2800" i="1" smtClean="0">
                          <a:solidFill>
                            <a:schemeClr val="bg1"/>
                          </a:solidFill>
                          <a:latin typeface="Cambria Math" panose="02040503050406030204" pitchFamily="18" charset="0"/>
                        </a:rPr>
                        <m:t>3</m:t>
                      </m:r>
                      <m:r>
                        <a:rPr lang="en-US" sz="2800" b="0" i="1" smtClean="0">
                          <a:solidFill>
                            <a:schemeClr val="bg1"/>
                          </a:solidFill>
                          <a:latin typeface="Cambria Math" panose="02040503050406030204" pitchFamily="18" charset="0"/>
                        </a:rPr>
                        <m:t>528000</m:t>
                      </m:r>
                    </m:oMath>
                  </m:oMathPara>
                </a14:m>
                <a:endParaRPr lang="en-US" sz="2800" i="1" dirty="0">
                  <a:solidFill>
                    <a:srgbClr val="002060"/>
                  </a:solidFill>
                  <a:latin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a:rPr lang="en-US" sz="2800" i="1" smtClean="0">
                          <a:solidFill>
                            <a:schemeClr val="bg1"/>
                          </a:solidFill>
                          <a:latin typeface="Cambria Math" panose="02040503050406030204" pitchFamily="18" charset="0"/>
                          <a:ea typeface="Cambria Math" panose="02040503050406030204" pitchFamily="18" charset="0"/>
                        </a:rPr>
                        <m:t>∴</m:t>
                      </m:r>
                      <m:r>
                        <a:rPr lang="en-US" sz="2800" b="0" i="1" smtClean="0">
                          <a:solidFill>
                            <a:schemeClr val="bg1"/>
                          </a:solidFill>
                          <a:latin typeface="Cambria Math" panose="02040503050406030204" pitchFamily="18" charset="0"/>
                          <a:ea typeface="Cambria Math" panose="02040503050406030204" pitchFamily="18" charset="0"/>
                        </a:rPr>
                        <m:t>.</m:t>
                      </m:r>
                      <m:r>
                        <a:rPr lang="en-US" sz="2800" i="1" smtClean="0">
                          <a:solidFill>
                            <a:schemeClr val="bg1"/>
                          </a:solidFill>
                          <a:latin typeface="Cambria Math" panose="02040503050406030204" pitchFamily="18" charset="0"/>
                        </a:rPr>
                        <m:t>1</m:t>
                      </m:r>
                      <m:r>
                        <a:rPr lang="en-US" sz="2800" b="0" i="1" smtClean="0">
                          <a:solidFill>
                            <a:schemeClr val="bg1"/>
                          </a:solidFill>
                          <a:latin typeface="Cambria Math" panose="02040503050406030204" pitchFamily="18" charset="0"/>
                        </a:rPr>
                        <m:t>211720</m:t>
                      </m:r>
                      <m:r>
                        <a:rPr lang="en-US" sz="2800" b="0">
                          <a:solidFill>
                            <a:srgbClr val="002060"/>
                          </a:solidFill>
                          <a:latin typeface="Cambria Math" panose="02040503050406030204" pitchFamily="18" charset="0"/>
                        </a:rPr>
                        <m:t>=</m:t>
                      </m:r>
                      <m:r>
                        <m:rPr>
                          <m:sty m:val="p"/>
                        </m:rPr>
                        <a:rPr lang="en-US" sz="2800" i="1" smtClean="0">
                          <a:solidFill>
                            <a:srgbClr val="FF0000"/>
                          </a:solidFill>
                          <a:latin typeface="Cambria Math" panose="02040503050406030204" pitchFamily="18" charset="0"/>
                        </a:rPr>
                        <m:t>a</m:t>
                      </m:r>
                      <m:r>
                        <a:rPr lang="en-US" sz="2800" i="1">
                          <a:solidFill>
                            <a:srgbClr val="002060"/>
                          </a:solidFill>
                          <a:latin typeface="Cambria Math" panose="02040503050406030204" pitchFamily="18" charset="0"/>
                          <a:ea typeface="Cambria Math" panose="02040503050406030204" pitchFamily="18" charset="0"/>
                        </a:rPr>
                        <m:t>∙</m:t>
                      </m:r>
                      <m:r>
                        <a:rPr lang="en-US" sz="2800" i="1" smtClean="0">
                          <a:solidFill>
                            <a:schemeClr val="bg1"/>
                          </a:solidFill>
                          <a:latin typeface="Cambria Math" panose="02040503050406030204" pitchFamily="18" charset="0"/>
                        </a:rPr>
                        <m:t>36400</m:t>
                      </m:r>
                      <m:r>
                        <a:rPr lang="en-US" sz="2800" b="0">
                          <a:solidFill>
                            <a:srgbClr val="002060"/>
                          </a:solidFill>
                          <a:latin typeface="Cambria Math" panose="02040503050406030204" pitchFamily="18" charset="0"/>
                        </a:rPr>
                        <m:t>+</m:t>
                      </m:r>
                      <m:r>
                        <m:rPr>
                          <m:sty m:val="p"/>
                        </m:rPr>
                        <a:rPr lang="en-US" sz="2800" i="1" smtClean="0">
                          <a:solidFill>
                            <a:srgbClr val="FF0000"/>
                          </a:solidFill>
                          <a:latin typeface="Cambria Math" panose="02040503050406030204" pitchFamily="18" charset="0"/>
                        </a:rPr>
                        <m:t>b</m:t>
                      </m:r>
                      <m:r>
                        <a:rPr lang="en-US" sz="2800" i="1">
                          <a:solidFill>
                            <a:srgbClr val="002060"/>
                          </a:solidFill>
                          <a:latin typeface="Cambria Math" panose="02040503050406030204" pitchFamily="18" charset="0"/>
                          <a:ea typeface="Cambria Math" panose="02040503050406030204" pitchFamily="18" charset="0"/>
                        </a:rPr>
                        <m:t>∙</m:t>
                      </m:r>
                      <m:r>
                        <a:rPr lang="en-US" sz="2800" i="1" smtClean="0">
                          <a:solidFill>
                            <a:schemeClr val="bg1"/>
                          </a:solidFill>
                          <a:latin typeface="Cambria Math" panose="02040503050406030204" pitchFamily="18" charset="0"/>
                        </a:rPr>
                        <m:t>3528000</m:t>
                      </m:r>
                      <m:r>
                        <a:rPr lang="en-US" sz="2800" i="1">
                          <a:solidFill>
                            <a:srgbClr val="002060"/>
                          </a:solidFill>
                          <a:latin typeface="Cambria Math" panose="02040503050406030204" pitchFamily="18" charset="0"/>
                        </a:rPr>
                        <m:t>+</m:t>
                      </m:r>
                      <m:r>
                        <m:rPr>
                          <m:sty m:val="p"/>
                        </m:rPr>
                        <a:rPr lang="en-US" sz="2800" i="1" smtClean="0">
                          <a:solidFill>
                            <a:srgbClr val="FF0000"/>
                          </a:solidFill>
                          <a:latin typeface="Cambria Math" panose="02040503050406030204" pitchFamily="18" charset="0"/>
                        </a:rPr>
                        <m:t>c</m:t>
                      </m:r>
                      <m:r>
                        <a:rPr lang="en-US" sz="2800" i="1">
                          <a:solidFill>
                            <a:srgbClr val="002060"/>
                          </a:solidFill>
                          <a:latin typeface="Cambria Math" panose="02040503050406030204" pitchFamily="18" charset="0"/>
                          <a:ea typeface="Cambria Math" panose="02040503050406030204" pitchFamily="18" charset="0"/>
                        </a:rPr>
                        <m:t>∙</m:t>
                      </m:r>
                      <m:r>
                        <a:rPr lang="en-US" sz="2800" i="1" smtClean="0">
                          <a:solidFill>
                            <a:schemeClr val="bg1"/>
                          </a:solidFill>
                          <a:latin typeface="Cambria Math" panose="02040503050406030204" pitchFamily="18" charset="0"/>
                        </a:rPr>
                        <m:t>3</m:t>
                      </m:r>
                      <m:r>
                        <a:rPr lang="en-US" sz="2800" b="0" i="1" smtClean="0">
                          <a:solidFill>
                            <a:schemeClr val="bg1"/>
                          </a:solidFill>
                          <a:latin typeface="Cambria Math" panose="02040503050406030204" pitchFamily="18" charset="0"/>
                        </a:rPr>
                        <m:t>64000000</m:t>
                      </m:r>
                    </m:oMath>
                  </m:oMathPara>
                </a14:m>
                <a:endParaRPr lang="en-US" sz="2800" dirty="0">
                  <a:solidFill>
                    <a:schemeClr val="bg1"/>
                  </a:solidFill>
                </a:endParaRPr>
              </a:p>
            </p:txBody>
          </p:sp>
        </mc:Choice>
        <mc:Fallback xmlns="">
          <p:sp>
            <p:nvSpPr>
              <p:cNvPr id="14" name="Rectangle 13"/>
              <p:cNvSpPr>
                <a:spLocks noRot="1" noChangeAspect="1" noMove="1" noResize="1" noEditPoints="1" noAdjustHandles="1" noChangeArrowheads="1" noChangeShapeType="1" noTextEdit="1"/>
              </p:cNvSpPr>
              <p:nvPr/>
            </p:nvSpPr>
            <p:spPr>
              <a:xfrm>
                <a:off x="120540" y="857956"/>
                <a:ext cx="8844601" cy="2031325"/>
              </a:xfrm>
              <a:prstGeom prst="rect">
                <a:avLst/>
              </a:prstGeom>
              <a:blipFill rotWithShape="0">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p:cNvSpPr/>
              <p:nvPr/>
            </p:nvSpPr>
            <p:spPr>
              <a:xfrm>
                <a:off x="3790629" y="998454"/>
                <a:ext cx="862737" cy="523220"/>
              </a:xfrm>
              <a:prstGeom prst="rect">
                <a:avLst/>
              </a:prstGeom>
            </p:spPr>
            <p:txBody>
              <a:bodyPr wrap="none">
                <a:spAutoFit/>
              </a:bodyPr>
              <a:lstStyle/>
              <a:p>
                <a:pPr/>
                <a14:m>
                  <m:oMathPara xmlns:m="http://schemas.openxmlformats.org/officeDocument/2006/math">
                    <m:oMathParaPr>
                      <m:jc m:val="center"/>
                    </m:oMathParaPr>
                    <m:oMath xmlns:m="http://schemas.openxmlformats.org/officeDocument/2006/math">
                      <m:r>
                        <a:rPr lang="en-US" sz="2800" b="0" i="1" smtClean="0">
                          <a:solidFill>
                            <a:srgbClr val="002060"/>
                          </a:solidFill>
                          <a:latin typeface="Cambria Math" panose="02040503050406030204" pitchFamily="18" charset="0"/>
                          <a:ea typeface="Cambria Math" panose="02040503050406030204" pitchFamily="18" charset="0"/>
                        </a:rPr>
                        <m:t>420</m:t>
                      </m:r>
                    </m:oMath>
                  </m:oMathPara>
                </a14:m>
                <a:endParaRPr lang="en-US" sz="2800" dirty="0">
                  <a:solidFill>
                    <a:srgbClr val="002060"/>
                  </a:solidFill>
                  <a:ea typeface="Cambria Math" panose="02040503050406030204" pitchFamily="18" charset="0"/>
                </a:endParaRPr>
              </a:p>
            </p:txBody>
          </p:sp>
        </mc:Choice>
        <mc:Fallback xmlns="">
          <p:sp>
            <p:nvSpPr>
              <p:cNvPr id="20" name="Rectangle 19"/>
              <p:cNvSpPr>
                <a:spLocks noRot="1" noChangeAspect="1" noMove="1" noResize="1" noEditPoints="1" noAdjustHandles="1" noChangeArrowheads="1" noChangeShapeType="1" noTextEdit="1"/>
              </p:cNvSpPr>
              <p:nvPr/>
            </p:nvSpPr>
            <p:spPr>
              <a:xfrm>
                <a:off x="3790629" y="998454"/>
                <a:ext cx="862737" cy="523220"/>
              </a:xfrm>
              <a:prstGeom prst="rect">
                <a:avLst/>
              </a:prstGeom>
              <a:blipFill rotWithShape="0">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Rectangle 20"/>
              <p:cNvSpPr/>
              <p:nvPr/>
            </p:nvSpPr>
            <p:spPr>
              <a:xfrm>
                <a:off x="2719875" y="1656014"/>
                <a:ext cx="862737" cy="523220"/>
              </a:xfrm>
              <a:prstGeom prst="rect">
                <a:avLst/>
              </a:prstGeom>
            </p:spPr>
            <p:txBody>
              <a:bodyPr wrap="none">
                <a:spAutoFit/>
              </a:bodyPr>
              <a:lstStyle/>
              <a:p>
                <a:pPr/>
                <a14:m>
                  <m:oMathPara xmlns:m="http://schemas.openxmlformats.org/officeDocument/2006/math">
                    <m:oMathParaPr>
                      <m:jc m:val="center"/>
                    </m:oMathParaPr>
                    <m:oMath xmlns:m="http://schemas.openxmlformats.org/officeDocument/2006/math">
                      <m:r>
                        <a:rPr lang="en-US" sz="2800" b="0" i="1" smtClean="0">
                          <a:solidFill>
                            <a:srgbClr val="002060"/>
                          </a:solidFill>
                          <a:latin typeface="Cambria Math" panose="02040503050406030204" pitchFamily="18" charset="0"/>
                          <a:ea typeface="Cambria Math" panose="02040503050406030204" pitchFamily="18" charset="0"/>
                        </a:rPr>
                        <m:t>420</m:t>
                      </m:r>
                    </m:oMath>
                  </m:oMathPara>
                </a14:m>
                <a:endParaRPr lang="en-US" sz="2800" dirty="0">
                  <a:solidFill>
                    <a:srgbClr val="002060"/>
                  </a:solidFill>
                  <a:ea typeface="Cambria Math" panose="02040503050406030204" pitchFamily="18" charset="0"/>
                </a:endParaRPr>
              </a:p>
            </p:txBody>
          </p:sp>
        </mc:Choice>
        <mc:Fallback xmlns="">
          <p:sp>
            <p:nvSpPr>
              <p:cNvPr id="21" name="Rectangle 20"/>
              <p:cNvSpPr>
                <a:spLocks noRot="1" noChangeAspect="1" noMove="1" noResize="1" noEditPoints="1" noAdjustHandles="1" noChangeArrowheads="1" noChangeShapeType="1" noTextEdit="1"/>
              </p:cNvSpPr>
              <p:nvPr/>
            </p:nvSpPr>
            <p:spPr>
              <a:xfrm>
                <a:off x="2719875" y="1656014"/>
                <a:ext cx="862737" cy="523220"/>
              </a:xfrm>
              <a:prstGeom prst="rect">
                <a:avLst/>
              </a:prstGeom>
              <a:blipFill rotWithShape="0">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Rectangle 21"/>
              <p:cNvSpPr/>
              <p:nvPr/>
            </p:nvSpPr>
            <p:spPr>
              <a:xfrm>
                <a:off x="5223980" y="996367"/>
                <a:ext cx="1260280" cy="523220"/>
              </a:xfrm>
              <a:prstGeom prst="rect">
                <a:avLst/>
              </a:prstGeom>
            </p:spPr>
            <p:txBody>
              <a:bodyPr wrap="none">
                <a:spAutoFit/>
              </a:bodyPr>
              <a:lstStyle/>
              <a:p>
                <a:pPr/>
                <a14:m>
                  <m:oMathPara xmlns:m="http://schemas.openxmlformats.org/officeDocument/2006/math">
                    <m:oMathParaPr>
                      <m:jc m:val="center"/>
                    </m:oMathParaPr>
                    <m:oMath xmlns:m="http://schemas.openxmlformats.org/officeDocument/2006/math">
                      <m:r>
                        <a:rPr lang="en-US" sz="2800" b="0" i="1" smtClean="0">
                          <a:solidFill>
                            <a:srgbClr val="002060"/>
                          </a:solidFill>
                          <a:latin typeface="Cambria Math" panose="02040503050406030204" pitchFamily="18" charset="0"/>
                          <a:ea typeface="Cambria Math" panose="02040503050406030204" pitchFamily="18" charset="0"/>
                        </a:rPr>
                        <m:t>36400</m:t>
                      </m:r>
                    </m:oMath>
                  </m:oMathPara>
                </a14:m>
                <a:endParaRPr lang="en-US" sz="2800" dirty="0">
                  <a:solidFill>
                    <a:srgbClr val="002060"/>
                  </a:solidFill>
                  <a:ea typeface="Cambria Math" panose="02040503050406030204" pitchFamily="18" charset="0"/>
                </a:endParaRPr>
              </a:p>
            </p:txBody>
          </p:sp>
        </mc:Choice>
        <mc:Fallback xmlns="">
          <p:sp>
            <p:nvSpPr>
              <p:cNvPr id="22" name="Rectangle 21"/>
              <p:cNvSpPr>
                <a:spLocks noRot="1" noChangeAspect="1" noMove="1" noResize="1" noEditPoints="1" noAdjustHandles="1" noChangeArrowheads="1" noChangeShapeType="1" noTextEdit="1"/>
              </p:cNvSpPr>
              <p:nvPr/>
            </p:nvSpPr>
            <p:spPr>
              <a:xfrm>
                <a:off x="5223980" y="996367"/>
                <a:ext cx="1260280" cy="523220"/>
              </a:xfrm>
              <a:prstGeom prst="rect">
                <a:avLst/>
              </a:prstGeom>
              <a:blipFill rotWithShape="0">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p:cNvSpPr/>
              <p:nvPr/>
            </p:nvSpPr>
            <p:spPr>
              <a:xfrm>
                <a:off x="4186289" y="1643746"/>
                <a:ext cx="1260280" cy="523220"/>
              </a:xfrm>
              <a:prstGeom prst="rect">
                <a:avLst/>
              </a:prstGeom>
            </p:spPr>
            <p:txBody>
              <a:bodyPr wrap="none">
                <a:spAutoFit/>
              </a:bodyPr>
              <a:lstStyle/>
              <a:p>
                <a:pPr/>
                <a14:m>
                  <m:oMathPara xmlns:m="http://schemas.openxmlformats.org/officeDocument/2006/math">
                    <m:oMathParaPr>
                      <m:jc m:val="center"/>
                    </m:oMathParaPr>
                    <m:oMath xmlns:m="http://schemas.openxmlformats.org/officeDocument/2006/math">
                      <m:r>
                        <a:rPr lang="en-US" sz="2800" i="1">
                          <a:solidFill>
                            <a:srgbClr val="002060"/>
                          </a:solidFill>
                          <a:latin typeface="Cambria Math" panose="02040503050406030204" pitchFamily="18" charset="0"/>
                          <a:ea typeface="Cambria Math" panose="02040503050406030204" pitchFamily="18" charset="0"/>
                        </a:rPr>
                        <m:t>36400</m:t>
                      </m:r>
                    </m:oMath>
                  </m:oMathPara>
                </a14:m>
                <a:endParaRPr lang="en-US" sz="2800" dirty="0">
                  <a:solidFill>
                    <a:srgbClr val="002060"/>
                  </a:solidFill>
                  <a:ea typeface="Cambria Math" panose="02040503050406030204" pitchFamily="18" charset="0"/>
                </a:endParaRPr>
              </a:p>
            </p:txBody>
          </p:sp>
        </mc:Choice>
        <mc:Fallback xmlns="">
          <p:sp>
            <p:nvSpPr>
              <p:cNvPr id="23" name="Rectangle 22"/>
              <p:cNvSpPr>
                <a:spLocks noRot="1" noChangeAspect="1" noMove="1" noResize="1" noEditPoints="1" noAdjustHandles="1" noChangeArrowheads="1" noChangeShapeType="1" noTextEdit="1"/>
              </p:cNvSpPr>
              <p:nvPr/>
            </p:nvSpPr>
            <p:spPr>
              <a:xfrm>
                <a:off x="4186289" y="1643746"/>
                <a:ext cx="1260280" cy="523220"/>
              </a:xfrm>
              <a:prstGeom prst="rect">
                <a:avLst/>
              </a:prstGeom>
              <a:blipFill rotWithShape="0">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Rectangle 23"/>
              <p:cNvSpPr/>
              <p:nvPr/>
            </p:nvSpPr>
            <p:spPr>
              <a:xfrm>
                <a:off x="2719875" y="2281079"/>
                <a:ext cx="1260280" cy="523220"/>
              </a:xfrm>
              <a:prstGeom prst="rect">
                <a:avLst/>
              </a:prstGeom>
            </p:spPr>
            <p:txBody>
              <a:bodyPr wrap="none">
                <a:spAutoFit/>
              </a:bodyPr>
              <a:lstStyle/>
              <a:p>
                <a:pPr/>
                <a14:m>
                  <m:oMathPara xmlns:m="http://schemas.openxmlformats.org/officeDocument/2006/math">
                    <m:oMathParaPr>
                      <m:jc m:val="center"/>
                    </m:oMathParaPr>
                    <m:oMath xmlns:m="http://schemas.openxmlformats.org/officeDocument/2006/math">
                      <m:r>
                        <a:rPr lang="en-US" sz="2800" i="1">
                          <a:solidFill>
                            <a:srgbClr val="002060"/>
                          </a:solidFill>
                          <a:latin typeface="Cambria Math" panose="02040503050406030204" pitchFamily="18" charset="0"/>
                          <a:ea typeface="Cambria Math" panose="02040503050406030204" pitchFamily="18" charset="0"/>
                        </a:rPr>
                        <m:t>36400</m:t>
                      </m:r>
                    </m:oMath>
                  </m:oMathPara>
                </a14:m>
                <a:endParaRPr lang="en-US" sz="2800" dirty="0">
                  <a:solidFill>
                    <a:srgbClr val="002060"/>
                  </a:solidFill>
                  <a:ea typeface="Cambria Math" panose="02040503050406030204" pitchFamily="18" charset="0"/>
                </a:endParaRPr>
              </a:p>
            </p:txBody>
          </p:sp>
        </mc:Choice>
        <mc:Fallback xmlns="">
          <p:sp>
            <p:nvSpPr>
              <p:cNvPr id="24" name="Rectangle 23"/>
              <p:cNvSpPr>
                <a:spLocks noRot="1" noChangeAspect="1" noMove="1" noResize="1" noEditPoints="1" noAdjustHandles="1" noChangeArrowheads="1" noChangeShapeType="1" noTextEdit="1"/>
              </p:cNvSpPr>
              <p:nvPr/>
            </p:nvSpPr>
            <p:spPr>
              <a:xfrm>
                <a:off x="2719875" y="2281079"/>
                <a:ext cx="1260280" cy="523220"/>
              </a:xfrm>
              <a:prstGeom prst="rect">
                <a:avLst/>
              </a:prstGeom>
              <a:blipFill rotWithShape="0">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Rectangle 24"/>
              <p:cNvSpPr/>
              <p:nvPr/>
            </p:nvSpPr>
            <p:spPr>
              <a:xfrm>
                <a:off x="6003946" y="1641559"/>
                <a:ext cx="1657826" cy="523220"/>
              </a:xfrm>
              <a:prstGeom prst="rect">
                <a:avLst/>
              </a:prstGeom>
            </p:spPr>
            <p:txBody>
              <a:bodyPr wrap="none">
                <a:spAutoFit/>
              </a:bodyPr>
              <a:lstStyle/>
              <a:p>
                <a:pPr/>
                <a14:m>
                  <m:oMathPara xmlns:m="http://schemas.openxmlformats.org/officeDocument/2006/math">
                    <m:oMathParaPr>
                      <m:jc m:val="center"/>
                    </m:oMathParaPr>
                    <m:oMath xmlns:m="http://schemas.openxmlformats.org/officeDocument/2006/math">
                      <m:r>
                        <a:rPr lang="en-US" sz="2800" b="0" i="1" smtClean="0">
                          <a:solidFill>
                            <a:srgbClr val="002060"/>
                          </a:solidFill>
                          <a:latin typeface="Cambria Math" panose="02040503050406030204" pitchFamily="18" charset="0"/>
                          <a:ea typeface="Cambria Math" panose="02040503050406030204" pitchFamily="18" charset="0"/>
                        </a:rPr>
                        <m:t>3528000</m:t>
                      </m:r>
                    </m:oMath>
                  </m:oMathPara>
                </a14:m>
                <a:endParaRPr lang="en-US" sz="2800" b="0" dirty="0">
                  <a:solidFill>
                    <a:srgbClr val="002060"/>
                  </a:solidFill>
                  <a:ea typeface="Cambria Math" panose="02040503050406030204" pitchFamily="18" charset="0"/>
                </a:endParaRPr>
              </a:p>
            </p:txBody>
          </p:sp>
        </mc:Choice>
        <mc:Fallback xmlns="">
          <p:sp>
            <p:nvSpPr>
              <p:cNvPr id="25" name="Rectangle 24"/>
              <p:cNvSpPr>
                <a:spLocks noRot="1" noChangeAspect="1" noMove="1" noResize="1" noEditPoints="1" noAdjustHandles="1" noChangeArrowheads="1" noChangeShapeType="1" noTextEdit="1"/>
              </p:cNvSpPr>
              <p:nvPr/>
            </p:nvSpPr>
            <p:spPr>
              <a:xfrm>
                <a:off x="6003946" y="1641559"/>
                <a:ext cx="1657826" cy="523220"/>
              </a:xfrm>
              <a:prstGeom prst="rect">
                <a:avLst/>
              </a:prstGeom>
              <a:blipFill rotWithShape="0">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Rectangle 25"/>
              <p:cNvSpPr/>
              <p:nvPr/>
            </p:nvSpPr>
            <p:spPr>
              <a:xfrm>
                <a:off x="4578262" y="2277363"/>
                <a:ext cx="1657826" cy="523220"/>
              </a:xfrm>
              <a:prstGeom prst="rect">
                <a:avLst/>
              </a:prstGeom>
            </p:spPr>
            <p:txBody>
              <a:bodyPr wrap="none">
                <a:spAutoFit/>
              </a:bodyPr>
              <a:lstStyle/>
              <a:p>
                <a:pPr/>
                <a14:m>
                  <m:oMathPara xmlns:m="http://schemas.openxmlformats.org/officeDocument/2006/math">
                    <m:oMathParaPr>
                      <m:jc m:val="center"/>
                    </m:oMathParaPr>
                    <m:oMath xmlns:m="http://schemas.openxmlformats.org/officeDocument/2006/math">
                      <m:r>
                        <a:rPr lang="en-US" sz="2800" i="1">
                          <a:solidFill>
                            <a:srgbClr val="002060"/>
                          </a:solidFill>
                          <a:latin typeface="Cambria Math" panose="02040503050406030204" pitchFamily="18" charset="0"/>
                          <a:ea typeface="Cambria Math" panose="02040503050406030204" pitchFamily="18" charset="0"/>
                        </a:rPr>
                        <m:t>3528000</m:t>
                      </m:r>
                    </m:oMath>
                  </m:oMathPara>
                </a14:m>
                <a:endParaRPr lang="en-US" sz="2800" dirty="0">
                  <a:solidFill>
                    <a:srgbClr val="002060"/>
                  </a:solidFill>
                  <a:ea typeface="Cambria Math" panose="02040503050406030204" pitchFamily="18" charset="0"/>
                </a:endParaRPr>
              </a:p>
            </p:txBody>
          </p:sp>
        </mc:Choice>
        <mc:Fallback xmlns="">
          <p:sp>
            <p:nvSpPr>
              <p:cNvPr id="26" name="Rectangle 25"/>
              <p:cNvSpPr>
                <a:spLocks noRot="1" noChangeAspect="1" noMove="1" noResize="1" noEditPoints="1" noAdjustHandles="1" noChangeArrowheads="1" noChangeShapeType="1" noTextEdit="1"/>
              </p:cNvSpPr>
              <p:nvPr/>
            </p:nvSpPr>
            <p:spPr>
              <a:xfrm>
                <a:off x="4578262" y="2277363"/>
                <a:ext cx="1657826" cy="523220"/>
              </a:xfrm>
              <a:prstGeom prst="rect">
                <a:avLst/>
              </a:prstGeom>
              <a:blipFill rotWithShape="0">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Rectangle 26"/>
              <p:cNvSpPr/>
              <p:nvPr/>
            </p:nvSpPr>
            <p:spPr>
              <a:xfrm>
                <a:off x="6793772" y="2276809"/>
                <a:ext cx="2055371" cy="523220"/>
              </a:xfrm>
              <a:prstGeom prst="rect">
                <a:avLst/>
              </a:prstGeom>
            </p:spPr>
            <p:txBody>
              <a:bodyPr wrap="none">
                <a:spAutoFit/>
              </a:bodyPr>
              <a:lstStyle/>
              <a:p>
                <a:pPr/>
                <a14:m>
                  <m:oMathPara xmlns:m="http://schemas.openxmlformats.org/officeDocument/2006/math">
                    <m:oMathParaPr>
                      <m:jc m:val="center"/>
                    </m:oMathParaPr>
                    <m:oMath xmlns:m="http://schemas.openxmlformats.org/officeDocument/2006/math">
                      <m:r>
                        <a:rPr lang="en-US" sz="2800" b="0" i="1" smtClean="0">
                          <a:solidFill>
                            <a:srgbClr val="002060"/>
                          </a:solidFill>
                          <a:latin typeface="Cambria Math" panose="02040503050406030204" pitchFamily="18" charset="0"/>
                          <a:ea typeface="Cambria Math" panose="02040503050406030204" pitchFamily="18" charset="0"/>
                        </a:rPr>
                        <m:t>364000000</m:t>
                      </m:r>
                    </m:oMath>
                  </m:oMathPara>
                </a14:m>
                <a:endParaRPr lang="en-US" sz="2800" b="0" dirty="0">
                  <a:solidFill>
                    <a:srgbClr val="002060"/>
                  </a:solidFill>
                  <a:ea typeface="Cambria Math" panose="02040503050406030204" pitchFamily="18" charset="0"/>
                </a:endParaRPr>
              </a:p>
            </p:txBody>
          </p:sp>
        </mc:Choice>
        <mc:Fallback xmlns="">
          <p:sp>
            <p:nvSpPr>
              <p:cNvPr id="27" name="Rectangle 26"/>
              <p:cNvSpPr>
                <a:spLocks noRot="1" noChangeAspect="1" noMove="1" noResize="1" noEditPoints="1" noAdjustHandles="1" noChangeArrowheads="1" noChangeShapeType="1" noTextEdit="1"/>
              </p:cNvSpPr>
              <p:nvPr/>
            </p:nvSpPr>
            <p:spPr>
              <a:xfrm>
                <a:off x="6793772" y="2276809"/>
                <a:ext cx="2055371" cy="523220"/>
              </a:xfrm>
              <a:prstGeom prst="rect">
                <a:avLst/>
              </a:prstGeom>
              <a:blipFill rotWithShape="0">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Rectangle 27"/>
              <p:cNvSpPr/>
              <p:nvPr/>
            </p:nvSpPr>
            <p:spPr>
              <a:xfrm>
                <a:off x="967616" y="999227"/>
                <a:ext cx="1135247" cy="523220"/>
              </a:xfrm>
              <a:prstGeom prst="rect">
                <a:avLst/>
              </a:prstGeom>
            </p:spPr>
            <p:txBody>
              <a:bodyPr wrap="none">
                <a:spAutoFit/>
              </a:bodyPr>
              <a:lstStyle/>
              <a:p>
                <a:pPr/>
                <a14:m>
                  <m:oMathPara xmlns:m="http://schemas.openxmlformats.org/officeDocument/2006/math">
                    <m:oMathParaPr>
                      <m:jc m:val="center"/>
                    </m:oMathParaPr>
                    <m:oMath xmlns:m="http://schemas.openxmlformats.org/officeDocument/2006/math">
                      <m:r>
                        <a:rPr lang="en-US" sz="2800" b="0" i="1" smtClean="0">
                          <a:solidFill>
                            <a:srgbClr val="002060"/>
                          </a:solidFill>
                          <a:latin typeface="Cambria Math" panose="02040503050406030204" pitchFamily="18" charset="0"/>
                          <a:ea typeface="Cambria Math" panose="02040503050406030204" pitchFamily="18" charset="0"/>
                        </a:rPr>
                        <m:t>131.6</m:t>
                      </m:r>
                    </m:oMath>
                  </m:oMathPara>
                </a14:m>
                <a:endParaRPr lang="en-US" sz="2800" b="0" dirty="0">
                  <a:solidFill>
                    <a:srgbClr val="002060"/>
                  </a:solidFill>
                  <a:ea typeface="Cambria Math" panose="02040503050406030204" pitchFamily="18" charset="0"/>
                </a:endParaRPr>
              </a:p>
            </p:txBody>
          </p:sp>
        </mc:Choice>
        <mc:Fallback xmlns="">
          <p:sp>
            <p:nvSpPr>
              <p:cNvPr id="28" name="Rectangle 27"/>
              <p:cNvSpPr>
                <a:spLocks noRot="1" noChangeAspect="1" noMove="1" noResize="1" noEditPoints="1" noAdjustHandles="1" noChangeArrowheads="1" noChangeShapeType="1" noTextEdit="1"/>
              </p:cNvSpPr>
              <p:nvPr/>
            </p:nvSpPr>
            <p:spPr>
              <a:xfrm>
                <a:off x="967616" y="999227"/>
                <a:ext cx="1135247" cy="523220"/>
              </a:xfrm>
              <a:prstGeom prst="rect">
                <a:avLst/>
              </a:prstGeom>
              <a:blipFill rotWithShape="0">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Rectangle 28"/>
              <p:cNvSpPr/>
              <p:nvPr/>
            </p:nvSpPr>
            <p:spPr>
              <a:xfrm>
                <a:off x="849912" y="1648737"/>
                <a:ext cx="1260281" cy="523220"/>
              </a:xfrm>
              <a:prstGeom prst="rect">
                <a:avLst/>
              </a:prstGeom>
            </p:spPr>
            <p:txBody>
              <a:bodyPr wrap="none">
                <a:spAutoFit/>
              </a:bodyPr>
              <a:lstStyle/>
              <a:p>
                <a:pPr/>
                <a14:m>
                  <m:oMathPara xmlns:m="http://schemas.openxmlformats.org/officeDocument/2006/math">
                    <m:oMathParaPr>
                      <m:jc m:val="center"/>
                    </m:oMathParaPr>
                    <m:oMath xmlns:m="http://schemas.openxmlformats.org/officeDocument/2006/math">
                      <m:r>
                        <a:rPr lang="en-US" sz="2800" b="0" i="1" smtClean="0">
                          <a:solidFill>
                            <a:srgbClr val="002060"/>
                          </a:solidFill>
                          <a:latin typeface="Cambria Math" panose="02040503050406030204" pitchFamily="18" charset="0"/>
                          <a:ea typeface="Cambria Math" panose="02040503050406030204" pitchFamily="18" charset="0"/>
                        </a:rPr>
                        <m:t>12042</m:t>
                      </m:r>
                    </m:oMath>
                  </m:oMathPara>
                </a14:m>
                <a:endParaRPr lang="en-US" sz="2800" b="0" dirty="0">
                  <a:solidFill>
                    <a:srgbClr val="002060"/>
                  </a:solidFill>
                  <a:ea typeface="Cambria Math" panose="02040503050406030204" pitchFamily="18" charset="0"/>
                </a:endParaRPr>
              </a:p>
            </p:txBody>
          </p:sp>
        </mc:Choice>
        <mc:Fallback xmlns="">
          <p:sp>
            <p:nvSpPr>
              <p:cNvPr id="29" name="Rectangle 28"/>
              <p:cNvSpPr>
                <a:spLocks noRot="1" noChangeAspect="1" noMove="1" noResize="1" noEditPoints="1" noAdjustHandles="1" noChangeArrowheads="1" noChangeShapeType="1" noTextEdit="1"/>
              </p:cNvSpPr>
              <p:nvPr/>
            </p:nvSpPr>
            <p:spPr>
              <a:xfrm>
                <a:off x="849912" y="1648737"/>
                <a:ext cx="1260281" cy="523220"/>
              </a:xfrm>
              <a:prstGeom prst="rect">
                <a:avLst/>
              </a:prstGeom>
              <a:blipFill rotWithShape="0">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Rectangle 29"/>
              <p:cNvSpPr/>
              <p:nvPr/>
            </p:nvSpPr>
            <p:spPr>
              <a:xfrm>
                <a:off x="440792" y="2275409"/>
                <a:ext cx="1657826" cy="523220"/>
              </a:xfrm>
              <a:prstGeom prst="rect">
                <a:avLst/>
              </a:prstGeom>
            </p:spPr>
            <p:txBody>
              <a:bodyPr wrap="none">
                <a:spAutoFit/>
              </a:bodyPr>
              <a:lstStyle/>
              <a:p>
                <a:pPr/>
                <a14:m>
                  <m:oMathPara xmlns:m="http://schemas.openxmlformats.org/officeDocument/2006/math">
                    <m:oMathParaPr>
                      <m:jc m:val="center"/>
                    </m:oMathParaPr>
                    <m:oMath xmlns:m="http://schemas.openxmlformats.org/officeDocument/2006/math">
                      <m:r>
                        <a:rPr lang="en-US" sz="2800" b="0" i="1" smtClean="0">
                          <a:solidFill>
                            <a:srgbClr val="002060"/>
                          </a:solidFill>
                          <a:latin typeface="Cambria Math" panose="02040503050406030204" pitchFamily="18" charset="0"/>
                          <a:ea typeface="Cambria Math" panose="02040503050406030204" pitchFamily="18" charset="0"/>
                        </a:rPr>
                        <m:t>1211720</m:t>
                      </m:r>
                    </m:oMath>
                  </m:oMathPara>
                </a14:m>
                <a:endParaRPr lang="en-US" sz="2800" b="0" dirty="0">
                  <a:solidFill>
                    <a:srgbClr val="002060"/>
                  </a:solidFill>
                  <a:ea typeface="Cambria Math" panose="02040503050406030204" pitchFamily="18" charset="0"/>
                </a:endParaRPr>
              </a:p>
            </p:txBody>
          </p:sp>
        </mc:Choice>
        <mc:Fallback xmlns="">
          <p:sp>
            <p:nvSpPr>
              <p:cNvPr id="30" name="Rectangle 29"/>
              <p:cNvSpPr>
                <a:spLocks noRot="1" noChangeAspect="1" noMove="1" noResize="1" noEditPoints="1" noAdjustHandles="1" noChangeArrowheads="1" noChangeShapeType="1" noTextEdit="1"/>
              </p:cNvSpPr>
              <p:nvPr/>
            </p:nvSpPr>
            <p:spPr>
              <a:xfrm>
                <a:off x="440792" y="2275409"/>
                <a:ext cx="1657826" cy="523220"/>
              </a:xfrm>
              <a:prstGeom prst="rect">
                <a:avLst/>
              </a:prstGeom>
              <a:blipFill rotWithShape="0">
                <a:blip r:embed="rId21"/>
                <a:stretch>
                  <a:fillRect/>
                </a:stretch>
              </a:blipFill>
            </p:spPr>
            <p:txBody>
              <a:bodyPr/>
              <a:lstStyle/>
              <a:p>
                <a:r>
                  <a:rPr lang="en-US">
                    <a:noFill/>
                  </a:rPr>
                  <a:t> </a:t>
                </a:r>
              </a:p>
            </p:txBody>
          </p:sp>
        </mc:Fallback>
      </mc:AlternateContent>
      <p:sp>
        <p:nvSpPr>
          <p:cNvPr id="31" name="Rectangle 30"/>
          <p:cNvSpPr/>
          <p:nvPr/>
        </p:nvSpPr>
        <p:spPr>
          <a:xfrm>
            <a:off x="120540" y="3040484"/>
            <a:ext cx="4969630" cy="523220"/>
          </a:xfrm>
          <a:prstGeom prst="rect">
            <a:avLst/>
          </a:prstGeom>
        </p:spPr>
        <p:txBody>
          <a:bodyPr wrap="none">
            <a:spAutoFit/>
          </a:bodyPr>
          <a:lstStyle/>
          <a:p>
            <a:r>
              <a:rPr lang="en-US" sz="2800" dirty="0">
                <a:solidFill>
                  <a:srgbClr val="002060"/>
                </a:solidFill>
              </a:rPr>
              <a:t>Solving above equations, We have</a:t>
            </a:r>
          </a:p>
        </p:txBody>
      </p:sp>
      <mc:AlternateContent xmlns:mc="http://schemas.openxmlformats.org/markup-compatibility/2006" xmlns:a14="http://schemas.microsoft.com/office/drawing/2010/main">
        <mc:Choice Requires="a14">
          <p:sp>
            <p:nvSpPr>
              <p:cNvPr id="35" name="Rectangle 34"/>
              <p:cNvSpPr/>
              <p:nvPr/>
            </p:nvSpPr>
            <p:spPr>
              <a:xfrm>
                <a:off x="120540" y="4825664"/>
                <a:ext cx="9561464" cy="523220"/>
              </a:xfrm>
              <a:prstGeom prst="rect">
                <a:avLst/>
              </a:prstGeom>
            </p:spPr>
            <p:txBody>
              <a:bodyPr wrap="none">
                <a:spAutoFit/>
              </a:bodyPr>
              <a:lstStyle/>
              <a:p>
                <a:pPr marL="288925" indent="-288925"/>
                <a14:m>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oMath>
                </a14:m>
                <a:r>
                  <a:rPr lang="en-US" sz="2800" dirty="0">
                    <a:solidFill>
                      <a:srgbClr val="002060"/>
                    </a:solidFill>
                  </a:rPr>
                  <a:t> The best fitting parabola to the given data is </a:t>
                </a:r>
                <a14:m>
                  <m:oMath xmlns:m="http://schemas.openxmlformats.org/officeDocument/2006/math">
                    <m:r>
                      <m:rPr>
                        <m:sty m:val="p"/>
                      </m:rPr>
                      <a:rPr lang="en-US" sz="2800">
                        <a:solidFill>
                          <a:srgbClr val="002060"/>
                        </a:solidFill>
                        <a:latin typeface="Cambria Math" panose="02040503050406030204" pitchFamily="18" charset="0"/>
                      </a:rPr>
                      <m:t>y</m:t>
                    </m:r>
                    <m:r>
                      <a:rPr lang="en-US" sz="2800">
                        <a:solidFill>
                          <a:srgbClr val="002060"/>
                        </a:solidFill>
                        <a:latin typeface="Cambria Math" panose="02040503050406030204" pitchFamily="18" charset="0"/>
                      </a:rPr>
                      <m:t>=</m:t>
                    </m:r>
                    <m:r>
                      <m:rPr>
                        <m:sty m:val="p"/>
                      </m:rPr>
                      <a:rPr lang="en-US" sz="2800" b="0" i="0" smtClean="0">
                        <a:solidFill>
                          <a:srgbClr val="002060"/>
                        </a:solidFill>
                        <a:latin typeface="Cambria Math" panose="02040503050406030204" pitchFamily="18" charset="0"/>
                      </a:rPr>
                      <m:t>a</m:t>
                    </m:r>
                    <m:r>
                      <a:rPr lang="en-US" sz="2800" b="0" i="0" smtClean="0">
                        <a:solidFill>
                          <a:srgbClr val="002060"/>
                        </a:solidFill>
                        <a:latin typeface="Cambria Math" panose="02040503050406030204" pitchFamily="18" charset="0"/>
                      </a:rPr>
                      <m:t>+</m:t>
                    </m:r>
                    <m:r>
                      <m:rPr>
                        <m:sty m:val="p"/>
                      </m:rPr>
                      <a:rPr lang="en-US" sz="2800" b="0" i="0" smtClean="0">
                        <a:solidFill>
                          <a:srgbClr val="002060"/>
                        </a:solidFill>
                        <a:latin typeface="Cambria Math" panose="02040503050406030204" pitchFamily="18" charset="0"/>
                      </a:rPr>
                      <m:t>bx</m:t>
                    </m:r>
                    <m:r>
                      <a:rPr lang="en-US" sz="2800" b="0" i="0" smtClean="0">
                        <a:solidFill>
                          <a:srgbClr val="002060"/>
                        </a:solidFill>
                        <a:latin typeface="Cambria Math" panose="02040503050406030204" pitchFamily="18" charset="0"/>
                      </a:rPr>
                      <m:t>+</m:t>
                    </m:r>
                    <m:sSup>
                      <m:sSupPr>
                        <m:ctrlPr>
                          <a:rPr lang="en-US" sz="2800" b="0" i="1" smtClean="0">
                            <a:solidFill>
                              <a:srgbClr val="002060"/>
                            </a:solidFill>
                            <a:latin typeface="Cambria Math" panose="02040503050406030204" pitchFamily="18" charset="0"/>
                          </a:rPr>
                        </m:ctrlPr>
                      </m:sSupPr>
                      <m:e>
                        <m:r>
                          <m:rPr>
                            <m:sty m:val="p"/>
                          </m:rPr>
                          <a:rPr lang="en-US" sz="2800" b="0" i="0" smtClean="0">
                            <a:solidFill>
                              <a:srgbClr val="002060"/>
                            </a:solidFill>
                            <a:latin typeface="Cambria Math" panose="02040503050406030204" pitchFamily="18" charset="0"/>
                          </a:rPr>
                          <m:t>cx</m:t>
                        </m:r>
                      </m:e>
                      <m:sup>
                        <m:r>
                          <a:rPr lang="en-US" sz="2800" b="0" i="0" smtClean="0">
                            <a:solidFill>
                              <a:srgbClr val="002060"/>
                            </a:solidFill>
                            <a:latin typeface="Cambria Math" panose="02040503050406030204" pitchFamily="18" charset="0"/>
                          </a:rPr>
                          <m:t>2</m:t>
                        </m:r>
                      </m:sup>
                    </m:sSup>
                  </m:oMath>
                </a14:m>
                <a:endParaRPr lang="en-US" sz="2800" dirty="0">
                  <a:solidFill>
                    <a:srgbClr val="002060"/>
                  </a:solidFill>
                </a:endParaRPr>
              </a:p>
            </p:txBody>
          </p:sp>
        </mc:Choice>
        <mc:Fallback xmlns="">
          <p:sp>
            <p:nvSpPr>
              <p:cNvPr id="35" name="Rectangle 34"/>
              <p:cNvSpPr>
                <a:spLocks noRot="1" noChangeAspect="1" noMove="1" noResize="1" noEditPoints="1" noAdjustHandles="1" noChangeArrowheads="1" noChangeShapeType="1" noTextEdit="1"/>
              </p:cNvSpPr>
              <p:nvPr/>
            </p:nvSpPr>
            <p:spPr>
              <a:xfrm>
                <a:off x="120540" y="4825664"/>
                <a:ext cx="9561464" cy="523220"/>
              </a:xfrm>
              <a:prstGeom prst="rect">
                <a:avLst/>
              </a:prstGeom>
              <a:blipFill rotWithShape="0">
                <a:blip r:embed="rId22"/>
                <a:stretch>
                  <a:fillRect t="-11765" b="-341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Rectangle 35"/>
              <p:cNvSpPr/>
              <p:nvPr/>
            </p:nvSpPr>
            <p:spPr>
              <a:xfrm>
                <a:off x="120540" y="3937260"/>
                <a:ext cx="1975990"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2800" b="0" i="0" smtClean="0">
                          <a:solidFill>
                            <a:srgbClr val="002060"/>
                          </a:solidFill>
                          <a:latin typeface="Cambria Math" panose="02040503050406030204" pitchFamily="18" charset="0"/>
                        </a:rPr>
                        <m:t>a</m:t>
                      </m:r>
                      <m:r>
                        <a:rPr lang="en-US" sz="2800" b="0" i="0" smtClean="0">
                          <a:solidFill>
                            <a:srgbClr val="002060"/>
                          </a:solidFill>
                          <a:latin typeface="Cambria Math" panose="02040503050406030204" pitchFamily="18" charset="0"/>
                        </a:rPr>
                        <m:t>=4.3500</m:t>
                      </m:r>
                    </m:oMath>
                  </m:oMathPara>
                </a14:m>
                <a:endParaRPr lang="en-US" sz="2800" dirty="0"/>
              </a:p>
            </p:txBody>
          </p:sp>
        </mc:Choice>
        <mc:Fallback xmlns="">
          <p:sp>
            <p:nvSpPr>
              <p:cNvPr id="36" name="Rectangle 35"/>
              <p:cNvSpPr>
                <a:spLocks noRot="1" noChangeAspect="1" noMove="1" noResize="1" noEditPoints="1" noAdjustHandles="1" noChangeArrowheads="1" noChangeShapeType="1" noTextEdit="1"/>
              </p:cNvSpPr>
              <p:nvPr/>
            </p:nvSpPr>
            <p:spPr>
              <a:xfrm>
                <a:off x="120540" y="3937260"/>
                <a:ext cx="1975990" cy="523220"/>
              </a:xfrm>
              <a:prstGeom prst="rect">
                <a:avLst/>
              </a:prstGeom>
              <a:blipFill rotWithShape="0">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Rectangle 36"/>
              <p:cNvSpPr/>
              <p:nvPr/>
            </p:nvSpPr>
            <p:spPr>
              <a:xfrm>
                <a:off x="2350799" y="3937260"/>
                <a:ext cx="199843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2800" smtClean="0">
                          <a:solidFill>
                            <a:srgbClr val="002060"/>
                          </a:solidFill>
                          <a:latin typeface="Cambria Math" panose="02040503050406030204" pitchFamily="18" charset="0"/>
                        </a:rPr>
                        <m:t>b</m:t>
                      </m:r>
                      <m:r>
                        <a:rPr lang="en-US" sz="2800" b="0" i="0" smtClean="0">
                          <a:solidFill>
                            <a:srgbClr val="002060"/>
                          </a:solidFill>
                          <a:latin typeface="Cambria Math" panose="02040503050406030204" pitchFamily="18" charset="0"/>
                        </a:rPr>
                        <m:t>=0.0024</m:t>
                      </m:r>
                    </m:oMath>
                  </m:oMathPara>
                </a14:m>
                <a:endParaRPr lang="en-US" sz="2800" dirty="0"/>
              </a:p>
            </p:txBody>
          </p:sp>
        </mc:Choice>
        <mc:Fallback xmlns="">
          <p:sp>
            <p:nvSpPr>
              <p:cNvPr id="37" name="Rectangle 36"/>
              <p:cNvSpPr>
                <a:spLocks noRot="1" noChangeAspect="1" noMove="1" noResize="1" noEditPoints="1" noAdjustHandles="1" noChangeArrowheads="1" noChangeShapeType="1" noTextEdit="1"/>
              </p:cNvSpPr>
              <p:nvPr/>
            </p:nvSpPr>
            <p:spPr>
              <a:xfrm>
                <a:off x="2350799" y="3937260"/>
                <a:ext cx="1998432" cy="523220"/>
              </a:xfrm>
              <a:prstGeom prst="rect">
                <a:avLst/>
              </a:prstGeom>
              <a:blipFill rotWithShape="0">
                <a:blip r:embed="rId2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Rectangle 37"/>
              <p:cNvSpPr/>
              <p:nvPr/>
            </p:nvSpPr>
            <p:spPr>
              <a:xfrm>
                <a:off x="120540" y="5722440"/>
                <a:ext cx="6400727" cy="532966"/>
              </a:xfrm>
              <a:prstGeom prst="rect">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wrap="none">
                <a:spAutoFit/>
              </a:bodyPr>
              <a:lstStyle/>
              <a:p>
                <a:pPr marL="288925" indent="-288925"/>
                <a14:m>
                  <m:oMathPara xmlns:m="http://schemas.openxmlformats.org/officeDocument/2006/math">
                    <m:oMathParaPr>
                      <m:jc m:val="left"/>
                    </m:oMathParaPr>
                    <m:oMath xmlns:m="http://schemas.openxmlformats.org/officeDocument/2006/math">
                      <m:r>
                        <a:rPr lang="en-US" sz="2800" b="1" i="1" smtClean="0">
                          <a:solidFill>
                            <a:srgbClr val="7030A0"/>
                          </a:solidFill>
                          <a:latin typeface="Cambria Math" panose="02040503050406030204" pitchFamily="18" charset="0"/>
                          <a:ea typeface="Cambria Math" panose="02040503050406030204" pitchFamily="18" charset="0"/>
                        </a:rPr>
                        <m:t>⇒</m:t>
                      </m:r>
                      <m:r>
                        <a:rPr lang="en-US" sz="2800" b="1" i="1">
                          <a:solidFill>
                            <a:srgbClr val="7030A0"/>
                          </a:solidFill>
                          <a:latin typeface="Cambria Math" panose="02040503050406030204" pitchFamily="18" charset="0"/>
                        </a:rPr>
                        <m:t>𝐲</m:t>
                      </m:r>
                      <m:r>
                        <a:rPr lang="en-US" sz="2800" b="1">
                          <a:solidFill>
                            <a:srgbClr val="7030A0"/>
                          </a:solidFill>
                          <a:latin typeface="Cambria Math" panose="02040503050406030204" pitchFamily="18" charset="0"/>
                        </a:rPr>
                        <m:t>=</m:t>
                      </m:r>
                      <m:r>
                        <a:rPr lang="en-US" sz="2800" b="1" i="1" smtClean="0">
                          <a:solidFill>
                            <a:srgbClr val="7030A0"/>
                          </a:solidFill>
                          <a:latin typeface="Cambria Math" panose="02040503050406030204" pitchFamily="18" charset="0"/>
                        </a:rPr>
                        <m:t>𝟒</m:t>
                      </m:r>
                      <m:r>
                        <a:rPr lang="en-US" sz="2800" b="1" i="1" smtClean="0">
                          <a:solidFill>
                            <a:srgbClr val="7030A0"/>
                          </a:solidFill>
                          <a:latin typeface="Cambria Math" panose="02040503050406030204" pitchFamily="18" charset="0"/>
                        </a:rPr>
                        <m:t>.</m:t>
                      </m:r>
                      <m:r>
                        <a:rPr lang="en-US" sz="2800" b="1" i="1" smtClean="0">
                          <a:solidFill>
                            <a:srgbClr val="7030A0"/>
                          </a:solidFill>
                          <a:latin typeface="Cambria Math" panose="02040503050406030204" pitchFamily="18" charset="0"/>
                        </a:rPr>
                        <m:t>𝟑𝟓</m:t>
                      </m:r>
                      <m:r>
                        <a:rPr lang="en-US" sz="2800" b="1" i="0" smtClean="0">
                          <a:solidFill>
                            <a:srgbClr val="7030A0"/>
                          </a:solidFill>
                          <a:latin typeface="Cambria Math" panose="02040503050406030204" pitchFamily="18" charset="0"/>
                        </a:rPr>
                        <m:t>+</m:t>
                      </m:r>
                      <m:r>
                        <a:rPr lang="en-US" sz="2800" b="1" i="0" smtClean="0">
                          <a:solidFill>
                            <a:srgbClr val="7030A0"/>
                          </a:solidFill>
                          <a:latin typeface="Cambria Math" panose="02040503050406030204" pitchFamily="18" charset="0"/>
                        </a:rPr>
                        <m:t>𝟎</m:t>
                      </m:r>
                      <m:r>
                        <a:rPr lang="en-US" sz="2800" b="1" i="0" smtClean="0">
                          <a:solidFill>
                            <a:srgbClr val="7030A0"/>
                          </a:solidFill>
                          <a:latin typeface="Cambria Math" panose="02040503050406030204" pitchFamily="18" charset="0"/>
                        </a:rPr>
                        <m:t>.</m:t>
                      </m:r>
                      <m:r>
                        <a:rPr lang="en-US" sz="2800" b="1" i="0" smtClean="0">
                          <a:solidFill>
                            <a:srgbClr val="7030A0"/>
                          </a:solidFill>
                          <a:latin typeface="Cambria Math" panose="02040503050406030204" pitchFamily="18" charset="0"/>
                        </a:rPr>
                        <m:t>𝟎𝟎𝟐𝟒</m:t>
                      </m:r>
                      <m:r>
                        <a:rPr lang="en-US" sz="2800" b="1" i="0" smtClean="0">
                          <a:solidFill>
                            <a:srgbClr val="7030A0"/>
                          </a:solidFill>
                          <a:latin typeface="Cambria Math" panose="02040503050406030204" pitchFamily="18" charset="0"/>
                        </a:rPr>
                        <m:t> </m:t>
                      </m:r>
                      <m:r>
                        <a:rPr lang="en-US" sz="2800" b="1" i="0" smtClean="0">
                          <a:solidFill>
                            <a:srgbClr val="7030A0"/>
                          </a:solidFill>
                          <a:latin typeface="Cambria Math" panose="02040503050406030204" pitchFamily="18" charset="0"/>
                        </a:rPr>
                        <m:t>𝐱</m:t>
                      </m:r>
                      <m:r>
                        <a:rPr lang="en-US" sz="2800" b="1" i="0" smtClean="0">
                          <a:solidFill>
                            <a:srgbClr val="7030A0"/>
                          </a:solidFill>
                          <a:latin typeface="Cambria Math" panose="02040503050406030204" pitchFamily="18" charset="0"/>
                        </a:rPr>
                        <m:t>+</m:t>
                      </m:r>
                      <m:r>
                        <a:rPr lang="en-US" sz="2800" b="1" i="0" smtClean="0">
                          <a:solidFill>
                            <a:srgbClr val="7030A0"/>
                          </a:solidFill>
                          <a:latin typeface="Cambria Math" panose="02040503050406030204" pitchFamily="18" charset="0"/>
                        </a:rPr>
                        <m:t>𝟎</m:t>
                      </m:r>
                      <m:r>
                        <a:rPr lang="en-US" sz="2800" b="1" i="0" smtClean="0">
                          <a:solidFill>
                            <a:srgbClr val="7030A0"/>
                          </a:solidFill>
                          <a:latin typeface="Cambria Math" panose="02040503050406030204" pitchFamily="18" charset="0"/>
                        </a:rPr>
                        <m:t>.</m:t>
                      </m:r>
                      <m:r>
                        <a:rPr lang="en-US" sz="2800" b="1" i="0" smtClean="0">
                          <a:solidFill>
                            <a:srgbClr val="7030A0"/>
                          </a:solidFill>
                          <a:latin typeface="Cambria Math" panose="02040503050406030204" pitchFamily="18" charset="0"/>
                        </a:rPr>
                        <m:t>𝟎𝟎𝟐𝟗</m:t>
                      </m:r>
                      <m:r>
                        <a:rPr lang="en-US" sz="2800" b="1" i="0" smtClean="0">
                          <a:solidFill>
                            <a:srgbClr val="7030A0"/>
                          </a:solidFill>
                          <a:latin typeface="Cambria Math" panose="02040503050406030204" pitchFamily="18" charset="0"/>
                        </a:rPr>
                        <m:t> </m:t>
                      </m:r>
                      <m:sSup>
                        <m:sSupPr>
                          <m:ctrlPr>
                            <a:rPr lang="en-US" sz="2800" b="1" i="1" smtClean="0">
                              <a:solidFill>
                                <a:srgbClr val="7030A0"/>
                              </a:solidFill>
                              <a:latin typeface="Cambria Math" panose="02040503050406030204" pitchFamily="18" charset="0"/>
                            </a:rPr>
                          </m:ctrlPr>
                        </m:sSupPr>
                        <m:e>
                          <m:r>
                            <a:rPr lang="en-US" sz="2800" b="1" i="0" smtClean="0">
                              <a:solidFill>
                                <a:srgbClr val="7030A0"/>
                              </a:solidFill>
                              <a:latin typeface="Cambria Math" panose="02040503050406030204" pitchFamily="18" charset="0"/>
                            </a:rPr>
                            <m:t>𝐱</m:t>
                          </m:r>
                        </m:e>
                        <m:sup>
                          <m:r>
                            <a:rPr lang="en-US" sz="2800" b="1" i="0" smtClean="0">
                              <a:solidFill>
                                <a:srgbClr val="7030A0"/>
                              </a:solidFill>
                              <a:latin typeface="Cambria Math" panose="02040503050406030204" pitchFamily="18" charset="0"/>
                            </a:rPr>
                            <m:t>𝟐</m:t>
                          </m:r>
                        </m:sup>
                      </m:sSup>
                    </m:oMath>
                  </m:oMathPara>
                </a14:m>
                <a:endParaRPr lang="en-US" sz="2800" b="1" dirty="0">
                  <a:solidFill>
                    <a:srgbClr val="7030A0"/>
                  </a:solidFill>
                </a:endParaRPr>
              </a:p>
            </p:txBody>
          </p:sp>
        </mc:Choice>
        <mc:Fallback xmlns="">
          <p:sp>
            <p:nvSpPr>
              <p:cNvPr id="38" name="Rectangle 37"/>
              <p:cNvSpPr>
                <a:spLocks noRot="1" noChangeAspect="1" noMove="1" noResize="1" noEditPoints="1" noAdjustHandles="1" noChangeArrowheads="1" noChangeShapeType="1" noTextEdit="1"/>
              </p:cNvSpPr>
              <p:nvPr/>
            </p:nvSpPr>
            <p:spPr>
              <a:xfrm>
                <a:off x="120540" y="5722440"/>
                <a:ext cx="6400727" cy="532966"/>
              </a:xfrm>
              <a:prstGeom prst="rect">
                <a:avLst/>
              </a:prstGeom>
              <a:blipFill rotWithShape="0">
                <a:blip r:embed="rId25"/>
                <a:stretch>
                  <a:fillRect/>
                </a:stretch>
              </a:blipFill>
              <a:ln>
                <a:solidFill>
                  <a:srgbClr val="FF00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Rectangle 38"/>
              <p:cNvSpPr/>
              <p:nvPr/>
            </p:nvSpPr>
            <p:spPr>
              <a:xfrm>
                <a:off x="4603500" y="3937260"/>
                <a:ext cx="1959960"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2800" b="0" i="0" smtClean="0">
                          <a:solidFill>
                            <a:srgbClr val="002060"/>
                          </a:solidFill>
                          <a:latin typeface="Cambria Math" panose="02040503050406030204" pitchFamily="18" charset="0"/>
                        </a:rPr>
                        <m:t>c</m:t>
                      </m:r>
                      <m:r>
                        <a:rPr lang="en-US" sz="2800" b="0" i="0" smtClean="0">
                          <a:solidFill>
                            <a:srgbClr val="002060"/>
                          </a:solidFill>
                          <a:latin typeface="Cambria Math" panose="02040503050406030204" pitchFamily="18" charset="0"/>
                        </a:rPr>
                        <m:t>=0.0029</m:t>
                      </m:r>
                    </m:oMath>
                  </m:oMathPara>
                </a14:m>
                <a:endParaRPr lang="en-US" sz="2800" dirty="0"/>
              </a:p>
            </p:txBody>
          </p:sp>
        </mc:Choice>
        <mc:Fallback xmlns="">
          <p:sp>
            <p:nvSpPr>
              <p:cNvPr id="39" name="Rectangle 38"/>
              <p:cNvSpPr>
                <a:spLocks noRot="1" noChangeAspect="1" noMove="1" noResize="1" noEditPoints="1" noAdjustHandles="1" noChangeArrowheads="1" noChangeShapeType="1" noTextEdit="1"/>
              </p:cNvSpPr>
              <p:nvPr/>
            </p:nvSpPr>
            <p:spPr>
              <a:xfrm>
                <a:off x="4603500" y="3937260"/>
                <a:ext cx="1959960" cy="523220"/>
              </a:xfrm>
              <a:prstGeom prst="rect">
                <a:avLst/>
              </a:prstGeom>
              <a:blipFill rotWithShape="0">
                <a:blip r:embed="rId2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822157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0" nodeType="clickEffect">
                                  <p:stCondLst>
                                    <p:cond delay="0"/>
                                  </p:stCondLst>
                                  <p:childTnLst>
                                    <p:set>
                                      <p:cBhvr>
                                        <p:cTn id="32" dur="1" fill="hold">
                                          <p:stCondLst>
                                            <p:cond delay="0"/>
                                          </p:stCondLst>
                                        </p:cTn>
                                        <p:tgtEl>
                                          <p:spTgt spid="7">
                                            <p:txEl>
                                              <p:pRg st="0" end="0"/>
                                            </p:txEl>
                                          </p:spTgt>
                                        </p:tgtEl>
                                        <p:attrNameLst>
                                          <p:attrName>style.visibility</p:attrName>
                                        </p:attrNameLst>
                                      </p:cBhvr>
                                      <p:to>
                                        <p:strVal val="hidden"/>
                                      </p:to>
                                    </p:set>
                                  </p:childTnLst>
                                </p:cTn>
                              </p:par>
                              <p:par>
                                <p:cTn id="33" presetID="1" presetClass="exit" presetSubtype="0" fill="hold" grpId="0" nodeType="withEffect">
                                  <p:stCondLst>
                                    <p:cond delay="0"/>
                                  </p:stCondLst>
                                  <p:childTnLst>
                                    <p:set>
                                      <p:cBhvr>
                                        <p:cTn id="34" dur="1" fill="hold">
                                          <p:stCondLst>
                                            <p:cond delay="0"/>
                                          </p:stCondLst>
                                        </p:cTn>
                                        <p:tgtEl>
                                          <p:spTgt spid="15">
                                            <p:txEl>
                                              <p:pRg st="0" end="0"/>
                                            </p:txEl>
                                          </p:spTgt>
                                        </p:tgtEl>
                                        <p:attrNameLst>
                                          <p:attrName>style.visibility</p:attrName>
                                        </p:attrNameLst>
                                      </p:cBhvr>
                                      <p:to>
                                        <p:strVal val="hidden"/>
                                      </p:to>
                                    </p:set>
                                  </p:childTnLst>
                                </p:cTn>
                              </p:par>
                              <p:par>
                                <p:cTn id="35" presetID="1" presetClass="exit" presetSubtype="0" fill="hold" grpId="0" nodeType="withEffect">
                                  <p:stCondLst>
                                    <p:cond delay="0"/>
                                  </p:stCondLst>
                                  <p:childTnLst>
                                    <p:set>
                                      <p:cBhvr>
                                        <p:cTn id="36" dur="1" fill="hold">
                                          <p:stCondLst>
                                            <p:cond delay="0"/>
                                          </p:stCondLst>
                                        </p:cTn>
                                        <p:tgtEl>
                                          <p:spTgt spid="6">
                                            <p:txEl>
                                              <p:pRg st="0" end="0"/>
                                            </p:txEl>
                                          </p:spTgt>
                                        </p:tgtEl>
                                        <p:attrNameLst>
                                          <p:attrName>style.visibility</p:attrName>
                                        </p:attrNameLst>
                                      </p:cBhvr>
                                      <p:to>
                                        <p:strVal val="hidden"/>
                                      </p:to>
                                    </p:set>
                                  </p:childTnLst>
                                </p:cTn>
                              </p:par>
                              <p:par>
                                <p:cTn id="37" presetID="1" presetClass="exit" presetSubtype="0" fill="hold" grpId="0" nodeType="withEffect">
                                  <p:stCondLst>
                                    <p:cond delay="0"/>
                                  </p:stCondLst>
                                  <p:childTnLst>
                                    <p:set>
                                      <p:cBhvr>
                                        <p:cTn id="38" dur="1" fill="hold">
                                          <p:stCondLst>
                                            <p:cond delay="0"/>
                                          </p:stCondLst>
                                        </p:cTn>
                                        <p:tgtEl>
                                          <p:spTgt spid="8">
                                            <p:txEl>
                                              <p:pRg st="0" end="0"/>
                                            </p:txEl>
                                          </p:spTgt>
                                        </p:tgtEl>
                                        <p:attrNameLst>
                                          <p:attrName>style.visibility</p:attrName>
                                        </p:attrNameLst>
                                      </p:cBhvr>
                                      <p:to>
                                        <p:strVal val="hidden"/>
                                      </p:to>
                                    </p:set>
                                  </p:childTnLst>
                                </p:cTn>
                              </p:par>
                              <p:par>
                                <p:cTn id="39" presetID="1" presetClass="exit" presetSubtype="0" fill="hold" grpId="0" nodeType="withEffect">
                                  <p:stCondLst>
                                    <p:cond delay="0"/>
                                  </p:stCondLst>
                                  <p:childTnLst>
                                    <p:set>
                                      <p:cBhvr>
                                        <p:cTn id="40" dur="1" fill="hold">
                                          <p:stCondLst>
                                            <p:cond delay="0"/>
                                          </p:stCondLst>
                                        </p:cTn>
                                        <p:tgtEl>
                                          <p:spTgt spid="32">
                                            <p:txEl>
                                              <p:pRg st="0" end="0"/>
                                            </p:txEl>
                                          </p:spTgt>
                                        </p:tgtEl>
                                        <p:attrNameLst>
                                          <p:attrName>style.visibility</p:attrName>
                                        </p:attrNameLst>
                                      </p:cBhvr>
                                      <p:to>
                                        <p:strVal val="hidden"/>
                                      </p:to>
                                    </p:set>
                                  </p:childTnLst>
                                </p:cTn>
                              </p:par>
                              <p:par>
                                <p:cTn id="41" presetID="1" presetClass="exit" presetSubtype="0" fill="hold" grpId="0" nodeType="withEffect">
                                  <p:stCondLst>
                                    <p:cond delay="0"/>
                                  </p:stCondLst>
                                  <p:childTnLst>
                                    <p:set>
                                      <p:cBhvr>
                                        <p:cTn id="42" dur="1" fill="hold">
                                          <p:stCondLst>
                                            <p:cond delay="0"/>
                                          </p:stCondLst>
                                        </p:cTn>
                                        <p:tgtEl>
                                          <p:spTgt spid="34">
                                            <p:txEl>
                                              <p:pRg st="0" end="0"/>
                                            </p:txEl>
                                          </p:spTgt>
                                        </p:tgtEl>
                                        <p:attrNameLst>
                                          <p:attrName>style.visibility</p:attrName>
                                        </p:attrNameLst>
                                      </p:cBhvr>
                                      <p:to>
                                        <p:strVal val="hidden"/>
                                      </p:to>
                                    </p:set>
                                  </p:childTnLst>
                                </p:cTn>
                              </p:par>
                              <p:par>
                                <p:cTn id="43" presetID="1" presetClass="exit" presetSubtype="0" fill="hold" grpId="0" nodeType="withEffect">
                                  <p:stCondLst>
                                    <p:cond delay="0"/>
                                  </p:stCondLst>
                                  <p:childTnLst>
                                    <p:set>
                                      <p:cBhvr>
                                        <p:cTn id="44" dur="1" fill="hold">
                                          <p:stCondLst>
                                            <p:cond delay="0"/>
                                          </p:stCondLst>
                                        </p:cTn>
                                        <p:tgtEl>
                                          <p:spTgt spid="33">
                                            <p:txEl>
                                              <p:pRg st="0" end="0"/>
                                            </p:txEl>
                                          </p:spTgt>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36">
                                            <p:txEl>
                                              <p:pRg st="0" end="0"/>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37">
                                            <p:txEl>
                                              <p:pRg st="0" end="0"/>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9">
                                            <p:txEl>
                                              <p:pRg st="0" end="0"/>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35">
                                            <p:txEl>
                                              <p:pRg st="0" end="0"/>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P spid="7" grpId="0" build="allAtOnce"/>
      <p:bldP spid="8" grpId="0" build="allAtOnce"/>
      <p:bldP spid="15" grpId="0" build="allAtOnce"/>
      <p:bldP spid="32" grpId="0" build="allAtOnce"/>
      <p:bldP spid="33" grpId="0" build="allAtOnce"/>
      <p:bldP spid="34" grpId="0" build="allAtOnce"/>
      <p:bldP spid="14" grpId="0"/>
      <p:bldP spid="20" grpId="0"/>
      <p:bldP spid="21" grpId="0"/>
      <p:bldP spid="22" grpId="0"/>
      <p:bldP spid="23" grpId="0"/>
      <p:bldP spid="24" grpId="0"/>
      <p:bldP spid="25" grpId="0"/>
      <p:bldP spid="26" grpId="0"/>
      <p:bldP spid="27" grpId="0"/>
      <p:bldP spid="28" grpId="0"/>
      <p:bldP spid="29" grpId="0"/>
      <p:bldP spid="30" grpId="0"/>
      <p:bldP spid="31" grpId="0"/>
      <p:bldP spid="38" grpId="0" animBg="1"/>
    </p:bld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4.2 ⇝ Example 3(</a:t>
            </a:r>
            <a:r>
              <a:rPr lang="en-GB" dirty="0">
                <a:solidFill>
                  <a:srgbClr val="FF0000"/>
                </a:solidFill>
              </a:rPr>
              <a:t>Continue</a:t>
            </a:r>
            <a:r>
              <a:rPr lang="en-GB" dirty="0"/>
              <a:t>)</a:t>
            </a:r>
            <a:endParaRPr lang="en-US" dirty="0"/>
          </a:p>
        </p:txBody>
      </p:sp>
      <mc:AlternateContent xmlns:mc="http://schemas.openxmlformats.org/markup-compatibility/2006" xmlns:a14="http://schemas.microsoft.com/office/drawing/2010/main">
        <mc:Choice Requires="a14">
          <p:sp>
            <p:nvSpPr>
              <p:cNvPr id="15" name="Rectangle 14"/>
              <p:cNvSpPr/>
              <p:nvPr/>
            </p:nvSpPr>
            <p:spPr>
              <a:xfrm>
                <a:off x="137270" y="862943"/>
                <a:ext cx="3813865" cy="523220"/>
              </a:xfrm>
              <a:prstGeom prst="rect">
                <a:avLst/>
              </a:prstGeom>
            </p:spPr>
            <p:txBody>
              <a:bodyPr wrap="none">
                <a:spAutoFit/>
              </a:bodyPr>
              <a:lstStyle/>
              <a:p>
                <a:pPr lvl="0"/>
                <a:r>
                  <a:rPr lang="en-US" sz="2800" b="1" dirty="0">
                    <a:solidFill>
                      <a:srgbClr val="002060"/>
                    </a:solidFill>
                  </a:rPr>
                  <a:t>Estimate R, when V </a:t>
                </a:r>
                <a14:m>
                  <m:oMath xmlns:m="http://schemas.openxmlformats.org/officeDocument/2006/math">
                    <m:r>
                      <a:rPr lang="en-US" sz="2800" b="1" i="1" dirty="0" smtClean="0">
                        <a:solidFill>
                          <a:srgbClr val="002060"/>
                        </a:solidFill>
                        <a:latin typeface="Cambria Math" panose="02040503050406030204" pitchFamily="18" charset="0"/>
                      </a:rPr>
                      <m:t>=</m:t>
                    </m:r>
                  </m:oMath>
                </a14:m>
                <a:r>
                  <a:rPr lang="en-US" sz="2800" b="1" dirty="0">
                    <a:solidFill>
                      <a:srgbClr val="002060"/>
                    </a:solidFill>
                  </a:rPr>
                  <a:t> 90.</a:t>
                </a:r>
              </a:p>
            </p:txBody>
          </p:sp>
        </mc:Choice>
        <mc:Fallback xmlns="">
          <p:sp>
            <p:nvSpPr>
              <p:cNvPr id="15" name="Rectangle 14"/>
              <p:cNvSpPr>
                <a:spLocks noRot="1" noChangeAspect="1" noMove="1" noResize="1" noEditPoints="1" noAdjustHandles="1" noChangeArrowheads="1" noChangeShapeType="1" noTextEdit="1"/>
              </p:cNvSpPr>
              <p:nvPr/>
            </p:nvSpPr>
            <p:spPr>
              <a:xfrm>
                <a:off x="137270" y="862943"/>
                <a:ext cx="3813865" cy="523220"/>
              </a:xfrm>
              <a:prstGeom prst="rect">
                <a:avLst/>
              </a:prstGeom>
              <a:blipFill rotWithShape="0">
                <a:blip r:embed="rId2"/>
                <a:stretch>
                  <a:fillRect l="-3360" t="-12941" r="-2720" b="-329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Rectangle 26"/>
              <p:cNvSpPr/>
              <p:nvPr/>
            </p:nvSpPr>
            <p:spPr>
              <a:xfrm>
                <a:off x="137270" y="1674906"/>
                <a:ext cx="6711261" cy="523220"/>
              </a:xfrm>
              <a:prstGeom prst="rect">
                <a:avLst/>
              </a:prstGeom>
            </p:spPr>
            <p:txBody>
              <a:bodyPr wrap="none">
                <a:spAutoFit/>
              </a:bodyPr>
              <a:lstStyle/>
              <a:p>
                <a:r>
                  <a:rPr lang="en-US" sz="2800" b="0" i="0" dirty="0">
                    <a:solidFill>
                      <a:srgbClr val="002060"/>
                    </a:solidFill>
                    <a:latin typeface="+mj-lt"/>
                    <a:ea typeface="Cambria Math" panose="02040503050406030204" pitchFamily="18" charset="0"/>
                  </a:rPr>
                  <a:t>That means,   we need to find </a:t>
                </a:r>
                <a14:m>
                  <m:oMath xmlns:m="http://schemas.openxmlformats.org/officeDocument/2006/math">
                    <m:r>
                      <m:rPr>
                        <m:sty m:val="p"/>
                      </m:rPr>
                      <a:rPr lang="en-US" sz="2800" b="0" i="0" dirty="0" smtClean="0">
                        <a:solidFill>
                          <a:srgbClr val="FF0000"/>
                        </a:solidFill>
                        <a:latin typeface="Cambria Math" panose="02040503050406030204" pitchFamily="18" charset="0"/>
                        <a:ea typeface="Cambria Math" panose="02040503050406030204" pitchFamily="18" charset="0"/>
                      </a:rPr>
                      <m:t>R</m:t>
                    </m:r>
                  </m:oMath>
                </a14:m>
                <a:r>
                  <a:rPr lang="en-US" sz="2800" b="0" i="0" dirty="0">
                    <a:solidFill>
                      <a:srgbClr val="002060"/>
                    </a:solidFill>
                    <a:latin typeface="+mj-lt"/>
                    <a:ea typeface="Cambria Math" panose="02040503050406030204" pitchFamily="18" charset="0"/>
                  </a:rPr>
                  <a:t> when </a:t>
                </a:r>
                <a14:m>
                  <m:oMath xmlns:m="http://schemas.openxmlformats.org/officeDocument/2006/math">
                    <m:r>
                      <m:rPr>
                        <m:sty m:val="p"/>
                      </m:rPr>
                      <a:rPr lang="en-US" sz="2800" b="0" i="0" dirty="0" smtClean="0">
                        <a:solidFill>
                          <a:srgbClr val="FF0000"/>
                        </a:solidFill>
                        <a:latin typeface="Cambria Math" panose="02040503050406030204" pitchFamily="18" charset="0"/>
                        <a:ea typeface="Cambria Math" panose="02040503050406030204" pitchFamily="18" charset="0"/>
                      </a:rPr>
                      <m:t>V</m:t>
                    </m:r>
                    <m:r>
                      <a:rPr lang="en-US" sz="2800" b="0" i="0" dirty="0" smtClean="0">
                        <a:solidFill>
                          <a:srgbClr val="FF0000"/>
                        </a:solidFill>
                        <a:latin typeface="Cambria Math" panose="02040503050406030204" pitchFamily="18" charset="0"/>
                        <a:ea typeface="Cambria Math" panose="02040503050406030204" pitchFamily="18" charset="0"/>
                      </a:rPr>
                      <m:t> =90</m:t>
                    </m:r>
                  </m:oMath>
                </a14:m>
                <a:endParaRPr lang="en-US" sz="2800" dirty="0">
                  <a:solidFill>
                    <a:srgbClr val="FF0000"/>
                  </a:solidFill>
                </a:endParaRPr>
              </a:p>
            </p:txBody>
          </p:sp>
        </mc:Choice>
        <mc:Fallback xmlns="">
          <p:sp>
            <p:nvSpPr>
              <p:cNvPr id="27" name="Rectangle 26"/>
              <p:cNvSpPr>
                <a:spLocks noRot="1" noChangeAspect="1" noMove="1" noResize="1" noEditPoints="1" noAdjustHandles="1" noChangeArrowheads="1" noChangeShapeType="1" noTextEdit="1"/>
              </p:cNvSpPr>
              <p:nvPr/>
            </p:nvSpPr>
            <p:spPr>
              <a:xfrm>
                <a:off x="137270" y="1674906"/>
                <a:ext cx="6711261" cy="523220"/>
              </a:xfrm>
              <a:prstGeom prst="rect">
                <a:avLst/>
              </a:prstGeom>
              <a:blipFill rotWithShape="0">
                <a:blip r:embed="rId3"/>
                <a:stretch>
                  <a:fillRect l="-1909" t="-12791" b="-31395"/>
                </a:stretch>
              </a:blipFill>
            </p:spPr>
            <p:txBody>
              <a:bodyPr/>
              <a:lstStyle/>
              <a:p>
                <a:r>
                  <a:rPr lang="en-US">
                    <a:noFill/>
                  </a:rPr>
                  <a:t> </a:t>
                </a:r>
              </a:p>
            </p:txBody>
          </p:sp>
        </mc:Fallback>
      </mc:AlternateContent>
      <p:sp>
        <p:nvSpPr>
          <p:cNvPr id="20" name="Rectangle 19"/>
          <p:cNvSpPr/>
          <p:nvPr/>
        </p:nvSpPr>
        <p:spPr>
          <a:xfrm>
            <a:off x="137270" y="2486869"/>
            <a:ext cx="1375698" cy="523220"/>
          </a:xfrm>
          <a:prstGeom prst="rect">
            <a:avLst/>
          </a:prstGeom>
        </p:spPr>
        <p:txBody>
          <a:bodyPr wrap="none">
            <a:spAutoFit/>
          </a:bodyPr>
          <a:lstStyle/>
          <a:p>
            <a:r>
              <a:rPr lang="en-US" sz="2800" dirty="0">
                <a:solidFill>
                  <a:srgbClr val="002060"/>
                </a:solidFill>
              </a:rPr>
              <a:t>We have</a:t>
            </a:r>
          </a:p>
        </p:txBody>
      </p:sp>
      <mc:AlternateContent xmlns:mc="http://schemas.openxmlformats.org/markup-compatibility/2006" xmlns:a14="http://schemas.microsoft.com/office/drawing/2010/main">
        <mc:Choice Requires="a14">
          <p:sp>
            <p:nvSpPr>
              <p:cNvPr id="21" name="Rectangle 20"/>
              <p:cNvSpPr/>
              <p:nvPr/>
            </p:nvSpPr>
            <p:spPr>
              <a:xfrm>
                <a:off x="1512968" y="2486869"/>
                <a:ext cx="5576206" cy="523220"/>
              </a:xfrm>
              <a:prstGeom prst="rect">
                <a:avLst/>
              </a:prstGeom>
            </p:spPr>
            <p:txBody>
              <a:bodyPr wrap="none">
                <a:spAutoFit/>
              </a:bodyPr>
              <a:lstStyle/>
              <a:p>
                <a:pPr marL="288925" indent="-288925"/>
                <a14:m>
                  <m:oMathPara xmlns:m="http://schemas.openxmlformats.org/officeDocument/2006/math">
                    <m:oMathParaPr>
                      <m:jc m:val="left"/>
                    </m:oMathParaPr>
                    <m:oMath xmlns:m="http://schemas.openxmlformats.org/officeDocument/2006/math">
                      <m:r>
                        <m:rPr>
                          <m:sty m:val="p"/>
                        </m:rPr>
                        <a:rPr lang="en-US" sz="2800" b="0" i="0" smtClean="0">
                          <a:solidFill>
                            <a:srgbClr val="002060"/>
                          </a:solidFill>
                          <a:latin typeface="Cambria Math" panose="02040503050406030204" pitchFamily="18" charset="0"/>
                        </a:rPr>
                        <m:t>y</m:t>
                      </m:r>
                      <m:r>
                        <a:rPr lang="en-US" sz="2800" b="0" i="0">
                          <a:solidFill>
                            <a:srgbClr val="002060"/>
                          </a:solidFill>
                          <a:latin typeface="Cambria Math" panose="02040503050406030204" pitchFamily="18" charset="0"/>
                        </a:rPr>
                        <m:t>=4.35+0.0024 </m:t>
                      </m:r>
                      <m:r>
                        <m:rPr>
                          <m:sty m:val="p"/>
                        </m:rPr>
                        <a:rPr lang="en-US" sz="2800" b="0" i="0">
                          <a:solidFill>
                            <a:srgbClr val="002060"/>
                          </a:solidFill>
                          <a:latin typeface="Cambria Math" panose="02040503050406030204" pitchFamily="18" charset="0"/>
                        </a:rPr>
                        <m:t>x</m:t>
                      </m:r>
                      <m:r>
                        <a:rPr lang="en-US" sz="2800" b="0" i="0">
                          <a:solidFill>
                            <a:srgbClr val="002060"/>
                          </a:solidFill>
                          <a:latin typeface="Cambria Math" panose="02040503050406030204" pitchFamily="18" charset="0"/>
                        </a:rPr>
                        <m:t>+0.0029 </m:t>
                      </m:r>
                      <m:sSup>
                        <m:sSupPr>
                          <m:ctrlPr>
                            <a:rPr lang="en-US" sz="2800" i="1">
                              <a:solidFill>
                                <a:srgbClr val="002060"/>
                              </a:solidFill>
                              <a:latin typeface="Cambria Math" panose="02040503050406030204" pitchFamily="18" charset="0"/>
                            </a:rPr>
                          </m:ctrlPr>
                        </m:sSupPr>
                        <m:e>
                          <m:r>
                            <m:rPr>
                              <m:sty m:val="p"/>
                            </m:rPr>
                            <a:rPr lang="en-US" sz="2800" b="0" i="0">
                              <a:solidFill>
                                <a:srgbClr val="002060"/>
                              </a:solidFill>
                              <a:latin typeface="Cambria Math" panose="02040503050406030204" pitchFamily="18" charset="0"/>
                            </a:rPr>
                            <m:t>x</m:t>
                          </m:r>
                        </m:e>
                        <m:sup>
                          <m:r>
                            <a:rPr lang="en-US" sz="2800" b="0" i="0">
                              <a:solidFill>
                                <a:srgbClr val="002060"/>
                              </a:solidFill>
                              <a:latin typeface="Cambria Math" panose="02040503050406030204" pitchFamily="18" charset="0"/>
                            </a:rPr>
                            <m:t>2</m:t>
                          </m:r>
                        </m:sup>
                      </m:sSup>
                    </m:oMath>
                  </m:oMathPara>
                </a14:m>
                <a:endParaRPr lang="en-US" sz="2800" dirty="0">
                  <a:solidFill>
                    <a:srgbClr val="002060"/>
                  </a:solidFill>
                </a:endParaRPr>
              </a:p>
            </p:txBody>
          </p:sp>
        </mc:Choice>
        <mc:Fallback xmlns="">
          <p:sp>
            <p:nvSpPr>
              <p:cNvPr id="21" name="Rectangle 20"/>
              <p:cNvSpPr>
                <a:spLocks noRot="1" noChangeAspect="1" noMove="1" noResize="1" noEditPoints="1" noAdjustHandles="1" noChangeArrowheads="1" noChangeShapeType="1" noTextEdit="1"/>
              </p:cNvSpPr>
              <p:nvPr/>
            </p:nvSpPr>
            <p:spPr>
              <a:xfrm>
                <a:off x="1512968" y="2486869"/>
                <a:ext cx="5576206" cy="52322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Rectangle 21"/>
              <p:cNvSpPr/>
              <p:nvPr/>
            </p:nvSpPr>
            <p:spPr>
              <a:xfrm>
                <a:off x="1063679" y="3298832"/>
                <a:ext cx="5798062"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r>
                        <m:rPr>
                          <m:sty m:val="p"/>
                        </m:rPr>
                        <a:rPr lang="en-US" sz="2800" b="0" i="0" smtClean="0">
                          <a:solidFill>
                            <a:srgbClr val="FF0000"/>
                          </a:solidFill>
                          <a:latin typeface="Cambria Math" panose="02040503050406030204" pitchFamily="18" charset="0"/>
                        </a:rPr>
                        <m:t>R</m:t>
                      </m:r>
                      <m:r>
                        <a:rPr lang="en-US" sz="2800">
                          <a:solidFill>
                            <a:srgbClr val="002060"/>
                          </a:solidFill>
                          <a:latin typeface="Cambria Math" panose="02040503050406030204" pitchFamily="18" charset="0"/>
                        </a:rPr>
                        <m:t>=4.35+0.0024</m:t>
                      </m:r>
                      <m:r>
                        <a:rPr lang="en-US" sz="2800" b="0" i="0" smtClean="0">
                          <a:solidFill>
                            <a:srgbClr val="002060"/>
                          </a:solidFill>
                          <a:latin typeface="Cambria Math" panose="02040503050406030204" pitchFamily="18" charset="0"/>
                        </a:rPr>
                        <m:t> </m:t>
                      </m:r>
                      <m:r>
                        <m:rPr>
                          <m:sty m:val="p"/>
                        </m:rPr>
                        <a:rPr lang="en-US" sz="2800">
                          <a:solidFill>
                            <a:srgbClr val="FF0000"/>
                          </a:solidFill>
                          <a:latin typeface="Cambria Math" panose="02040503050406030204" pitchFamily="18" charset="0"/>
                        </a:rPr>
                        <m:t>V</m:t>
                      </m:r>
                      <m:r>
                        <a:rPr lang="en-US" sz="2800">
                          <a:solidFill>
                            <a:srgbClr val="002060"/>
                          </a:solidFill>
                          <a:latin typeface="Cambria Math" panose="02040503050406030204" pitchFamily="18" charset="0"/>
                        </a:rPr>
                        <m:t>+0.0029 </m:t>
                      </m:r>
                      <m:sSup>
                        <m:sSupPr>
                          <m:ctrlPr>
                            <a:rPr lang="en-US" sz="2800" i="1">
                              <a:solidFill>
                                <a:srgbClr val="002060"/>
                              </a:solidFill>
                              <a:latin typeface="Cambria Math" panose="02040503050406030204" pitchFamily="18" charset="0"/>
                            </a:rPr>
                          </m:ctrlPr>
                        </m:sSupPr>
                        <m:e>
                          <m:r>
                            <m:rPr>
                              <m:sty m:val="p"/>
                            </m:rPr>
                            <a:rPr lang="en-US" sz="2800" b="0" i="0" smtClean="0">
                              <a:solidFill>
                                <a:srgbClr val="FF0000"/>
                              </a:solidFill>
                              <a:latin typeface="Cambria Math" panose="02040503050406030204" pitchFamily="18" charset="0"/>
                            </a:rPr>
                            <m:t>V</m:t>
                          </m:r>
                        </m:e>
                        <m:sup>
                          <m:r>
                            <a:rPr lang="en-US" sz="2800">
                              <a:solidFill>
                                <a:srgbClr val="002060"/>
                              </a:solidFill>
                              <a:latin typeface="Cambria Math" panose="02040503050406030204" pitchFamily="18" charset="0"/>
                            </a:rPr>
                            <m:t>2</m:t>
                          </m:r>
                        </m:sup>
                      </m:sSup>
                    </m:oMath>
                  </m:oMathPara>
                </a14:m>
                <a:endParaRPr lang="en-US" sz="2800" dirty="0">
                  <a:solidFill>
                    <a:srgbClr val="002060"/>
                  </a:solidFill>
                </a:endParaRPr>
              </a:p>
            </p:txBody>
          </p:sp>
        </mc:Choice>
        <mc:Fallback xmlns="">
          <p:sp>
            <p:nvSpPr>
              <p:cNvPr id="22" name="Rectangle 21"/>
              <p:cNvSpPr>
                <a:spLocks noRot="1" noChangeAspect="1" noMove="1" noResize="1" noEditPoints="1" noAdjustHandles="1" noChangeArrowheads="1" noChangeShapeType="1" noTextEdit="1"/>
              </p:cNvSpPr>
              <p:nvPr/>
            </p:nvSpPr>
            <p:spPr>
              <a:xfrm>
                <a:off x="1063679" y="3298832"/>
                <a:ext cx="5798062" cy="523220"/>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p:cNvSpPr/>
              <p:nvPr/>
            </p:nvSpPr>
            <p:spPr>
              <a:xfrm>
                <a:off x="1063679" y="4110795"/>
                <a:ext cx="6742359"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r>
                        <m:rPr>
                          <m:sty m:val="p"/>
                        </m:rPr>
                        <a:rPr lang="en-US" sz="2800">
                          <a:solidFill>
                            <a:srgbClr val="002060"/>
                          </a:solidFill>
                          <a:latin typeface="Cambria Math" panose="02040503050406030204" pitchFamily="18" charset="0"/>
                        </a:rPr>
                        <m:t>R</m:t>
                      </m:r>
                      <m:r>
                        <a:rPr lang="en-US" sz="2800">
                          <a:solidFill>
                            <a:srgbClr val="002060"/>
                          </a:solidFill>
                          <a:latin typeface="Cambria Math" panose="02040503050406030204" pitchFamily="18" charset="0"/>
                        </a:rPr>
                        <m:t>=4.35+0.0024 </m:t>
                      </m:r>
                      <m:d>
                        <m:dPr>
                          <m:ctrlPr>
                            <a:rPr lang="en-US" sz="2800" b="0" i="1" smtClean="0">
                              <a:solidFill>
                                <a:srgbClr val="002060"/>
                              </a:solidFill>
                              <a:latin typeface="Cambria Math" panose="02040503050406030204" pitchFamily="18" charset="0"/>
                            </a:rPr>
                          </m:ctrlPr>
                        </m:dPr>
                        <m:e>
                          <m:r>
                            <a:rPr lang="en-US" sz="2800" b="0" i="1" smtClean="0">
                              <a:solidFill>
                                <a:srgbClr val="FF0000"/>
                              </a:solidFill>
                              <a:latin typeface="Cambria Math" panose="02040503050406030204" pitchFamily="18" charset="0"/>
                            </a:rPr>
                            <m:t>90</m:t>
                          </m:r>
                        </m:e>
                      </m:d>
                      <m:r>
                        <a:rPr lang="en-US" sz="2800">
                          <a:solidFill>
                            <a:srgbClr val="002060"/>
                          </a:solidFill>
                          <a:latin typeface="Cambria Math" panose="02040503050406030204" pitchFamily="18" charset="0"/>
                        </a:rPr>
                        <m:t>+0.0029 </m:t>
                      </m:r>
                      <m:sSup>
                        <m:sSupPr>
                          <m:ctrlPr>
                            <a:rPr lang="en-US" sz="2800" b="0" i="1" smtClean="0">
                              <a:solidFill>
                                <a:srgbClr val="002060"/>
                              </a:solidFill>
                              <a:latin typeface="Cambria Math" panose="02040503050406030204" pitchFamily="18" charset="0"/>
                            </a:rPr>
                          </m:ctrlPr>
                        </m:sSupPr>
                        <m:e>
                          <m:d>
                            <m:dPr>
                              <m:ctrlPr>
                                <a:rPr lang="en-US" sz="2800" b="0" i="1" smtClean="0">
                                  <a:solidFill>
                                    <a:srgbClr val="002060"/>
                                  </a:solidFill>
                                  <a:latin typeface="Cambria Math" panose="02040503050406030204" pitchFamily="18" charset="0"/>
                                </a:rPr>
                              </m:ctrlPr>
                            </m:dPr>
                            <m:e>
                              <m:r>
                                <a:rPr lang="en-US" sz="2800" b="0" i="1" smtClean="0">
                                  <a:solidFill>
                                    <a:srgbClr val="FF0000"/>
                                  </a:solidFill>
                                  <a:latin typeface="Cambria Math" panose="02040503050406030204" pitchFamily="18" charset="0"/>
                                </a:rPr>
                                <m:t>90</m:t>
                              </m:r>
                            </m:e>
                          </m:d>
                        </m:e>
                        <m:sup>
                          <m:r>
                            <a:rPr lang="en-US" sz="2800" b="0" i="1" smtClean="0">
                              <a:solidFill>
                                <a:srgbClr val="002060"/>
                              </a:solidFill>
                              <a:latin typeface="Cambria Math" panose="02040503050406030204" pitchFamily="18" charset="0"/>
                            </a:rPr>
                            <m:t>2</m:t>
                          </m:r>
                        </m:sup>
                      </m:sSup>
                    </m:oMath>
                  </m:oMathPara>
                </a14:m>
                <a:endParaRPr lang="en-US" sz="2800" dirty="0">
                  <a:solidFill>
                    <a:srgbClr val="002060"/>
                  </a:solidFill>
                </a:endParaRPr>
              </a:p>
            </p:txBody>
          </p:sp>
        </mc:Choice>
        <mc:Fallback xmlns="">
          <p:sp>
            <p:nvSpPr>
              <p:cNvPr id="23" name="Rectangle 22"/>
              <p:cNvSpPr>
                <a:spLocks noRot="1" noChangeAspect="1" noMove="1" noResize="1" noEditPoints="1" noAdjustHandles="1" noChangeArrowheads="1" noChangeShapeType="1" noTextEdit="1"/>
              </p:cNvSpPr>
              <p:nvPr/>
            </p:nvSpPr>
            <p:spPr>
              <a:xfrm>
                <a:off x="1063679" y="4110795"/>
                <a:ext cx="6742359" cy="523220"/>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Rectangle 24"/>
              <p:cNvSpPr/>
              <p:nvPr/>
            </p:nvSpPr>
            <p:spPr>
              <a:xfrm>
                <a:off x="137270" y="5734721"/>
                <a:ext cx="4777333" cy="523220"/>
              </a:xfrm>
              <a:prstGeom prst="rect">
                <a:avLst/>
              </a:prstGeom>
              <a:ln>
                <a:solidFill>
                  <a:srgbClr val="FF0000"/>
                </a:solidFill>
              </a:ln>
            </p:spPr>
            <p:style>
              <a:lnRef idx="2">
                <a:schemeClr val="accent2"/>
              </a:lnRef>
              <a:fillRef idx="1">
                <a:schemeClr val="lt1"/>
              </a:fillRef>
              <a:effectRef idx="0">
                <a:schemeClr val="accent2"/>
              </a:effectRef>
              <a:fontRef idx="minor">
                <a:schemeClr val="dk1"/>
              </a:fontRef>
            </p:style>
            <p:txBody>
              <a:bodyPr wrap="none">
                <a:spAutoFit/>
              </a:bodyPr>
              <a:lstStyle/>
              <a:p>
                <a:pPr/>
                <a14:m>
                  <m:oMathPara xmlns:m="http://schemas.openxmlformats.org/officeDocument/2006/math">
                    <m:oMathParaPr>
                      <m:jc m:val="left"/>
                    </m:oMathParaPr>
                    <m:oMath xmlns:m="http://schemas.openxmlformats.org/officeDocument/2006/math">
                      <m:r>
                        <a:rPr lang="en-US" sz="2800" b="1" i="1" smtClean="0">
                          <a:solidFill>
                            <a:srgbClr val="7030A0"/>
                          </a:solidFill>
                          <a:latin typeface="Cambria Math" panose="02040503050406030204" pitchFamily="18" charset="0"/>
                          <a:ea typeface="Cambria Math" panose="02040503050406030204" pitchFamily="18" charset="0"/>
                        </a:rPr>
                        <m:t>∴</m:t>
                      </m:r>
                      <m:r>
                        <m:rPr>
                          <m:nor/>
                        </m:rPr>
                        <a:rPr lang="en-US" sz="2800" b="1" i="0" dirty="0" smtClean="0">
                          <a:solidFill>
                            <a:srgbClr val="7030A0"/>
                          </a:solidFill>
                        </a:rPr>
                        <m:t>When</m:t>
                      </m:r>
                      <m:r>
                        <m:rPr>
                          <m:nor/>
                        </m:rPr>
                        <a:rPr lang="en-US" sz="2800" b="1" i="0" dirty="0" smtClean="0">
                          <a:solidFill>
                            <a:srgbClr val="7030A0"/>
                          </a:solidFill>
                        </a:rPr>
                        <m:t> </m:t>
                      </m:r>
                      <m:r>
                        <m:rPr>
                          <m:nor/>
                        </m:rPr>
                        <a:rPr lang="en-US" sz="2800" b="1" i="0" dirty="0" smtClean="0">
                          <a:solidFill>
                            <a:srgbClr val="7030A0"/>
                          </a:solidFill>
                        </a:rPr>
                        <m:t>V</m:t>
                      </m:r>
                      <m:r>
                        <m:rPr>
                          <m:nor/>
                        </m:rPr>
                        <a:rPr lang="en-US" sz="2800" b="1" i="0" dirty="0" smtClean="0">
                          <a:solidFill>
                            <a:srgbClr val="7030A0"/>
                          </a:solidFill>
                        </a:rPr>
                        <m:t> </m:t>
                      </m:r>
                      <m:r>
                        <m:rPr>
                          <m:nor/>
                        </m:rPr>
                        <a:rPr lang="en-US" sz="2800" b="1" i="0" dirty="0" smtClean="0">
                          <a:solidFill>
                            <a:srgbClr val="7030A0"/>
                          </a:solidFill>
                        </a:rPr>
                        <m:t>is</m:t>
                      </m:r>
                      <m:r>
                        <m:rPr>
                          <m:nor/>
                        </m:rPr>
                        <a:rPr lang="en-US" sz="2800" b="1" i="0" dirty="0" smtClean="0">
                          <a:solidFill>
                            <a:srgbClr val="7030A0"/>
                          </a:solidFill>
                        </a:rPr>
                        <m:t> 90, </m:t>
                      </m:r>
                      <m:r>
                        <m:rPr>
                          <m:nor/>
                        </m:rPr>
                        <a:rPr lang="en-US" sz="2800" b="1" i="0" dirty="0" smtClean="0">
                          <a:solidFill>
                            <a:srgbClr val="7030A0"/>
                          </a:solidFill>
                        </a:rPr>
                        <m:t>R</m:t>
                      </m:r>
                      <m:r>
                        <m:rPr>
                          <m:nor/>
                        </m:rPr>
                        <a:rPr lang="en-US" sz="2800" b="1" i="0" dirty="0" smtClean="0">
                          <a:solidFill>
                            <a:srgbClr val="7030A0"/>
                          </a:solidFill>
                          <a:latin typeface="Cambria Math" panose="02040503050406030204" pitchFamily="18" charset="0"/>
                        </a:rPr>
                        <m:t> </m:t>
                      </m:r>
                      <m:r>
                        <a:rPr lang="en-US" sz="2800" b="1" i="1" dirty="0" smtClean="0">
                          <a:solidFill>
                            <a:srgbClr val="7030A0"/>
                          </a:solidFill>
                          <a:latin typeface="Cambria Math" panose="02040503050406030204" pitchFamily="18" charset="0"/>
                        </a:rPr>
                        <m:t>=</m:t>
                      </m:r>
                      <m:r>
                        <a:rPr lang="en-US" sz="2800" b="1" i="1" dirty="0" smtClean="0">
                          <a:solidFill>
                            <a:srgbClr val="7030A0"/>
                          </a:solidFill>
                          <a:latin typeface="Cambria Math" panose="02040503050406030204" pitchFamily="18" charset="0"/>
                        </a:rPr>
                        <m:t>𝟐𝟕</m:t>
                      </m:r>
                      <m:r>
                        <a:rPr lang="en-US" sz="2800" b="1" i="1" dirty="0" smtClean="0">
                          <a:solidFill>
                            <a:srgbClr val="7030A0"/>
                          </a:solidFill>
                          <a:latin typeface="Cambria Math" panose="02040503050406030204" pitchFamily="18" charset="0"/>
                        </a:rPr>
                        <m:t>.</m:t>
                      </m:r>
                      <m:r>
                        <a:rPr lang="en-US" sz="2800" b="1" i="1" dirty="0" smtClean="0">
                          <a:solidFill>
                            <a:srgbClr val="7030A0"/>
                          </a:solidFill>
                          <a:latin typeface="Cambria Math" panose="02040503050406030204" pitchFamily="18" charset="0"/>
                        </a:rPr>
                        <m:t>𝟖𝟏𝟖𝟑</m:t>
                      </m:r>
                    </m:oMath>
                  </m:oMathPara>
                </a14:m>
                <a:endParaRPr lang="en-US" sz="2800" b="1" dirty="0">
                  <a:solidFill>
                    <a:srgbClr val="7030A0"/>
                  </a:solidFill>
                </a:endParaRPr>
              </a:p>
            </p:txBody>
          </p:sp>
        </mc:Choice>
        <mc:Fallback xmlns="">
          <p:sp>
            <p:nvSpPr>
              <p:cNvPr id="25" name="Rectangle 24"/>
              <p:cNvSpPr>
                <a:spLocks noRot="1" noChangeAspect="1" noMove="1" noResize="1" noEditPoints="1" noAdjustHandles="1" noChangeArrowheads="1" noChangeShapeType="1" noTextEdit="1"/>
              </p:cNvSpPr>
              <p:nvPr/>
            </p:nvSpPr>
            <p:spPr>
              <a:xfrm>
                <a:off x="137270" y="5734721"/>
                <a:ext cx="4777333" cy="523220"/>
              </a:xfrm>
              <a:prstGeom prst="rect">
                <a:avLst/>
              </a:prstGeom>
              <a:blipFill rotWithShape="0">
                <a:blip r:embed="rId7"/>
                <a:stretch>
                  <a:fillRect/>
                </a:stretch>
              </a:blipFill>
              <a:ln>
                <a:solidFill>
                  <a:srgbClr val="FF00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1063679" y="4922758"/>
                <a:ext cx="2633606" cy="52322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r>
                        <m:rPr>
                          <m:sty m:val="p"/>
                        </m:rPr>
                        <a:rPr lang="en-US" sz="2800" b="0" i="0" smtClean="0">
                          <a:solidFill>
                            <a:srgbClr val="002060"/>
                          </a:solidFill>
                          <a:latin typeface="Cambria Math" panose="02040503050406030204" pitchFamily="18" charset="0"/>
                        </a:rPr>
                        <m:t>R</m:t>
                      </m:r>
                      <m:r>
                        <a:rPr lang="en-US" sz="2800">
                          <a:solidFill>
                            <a:srgbClr val="002060"/>
                          </a:solidFill>
                          <a:latin typeface="Cambria Math" panose="02040503050406030204" pitchFamily="18" charset="0"/>
                        </a:rPr>
                        <m:t>=</m:t>
                      </m:r>
                      <m:r>
                        <a:rPr lang="en-US" sz="2800" i="1" smtClean="0">
                          <a:solidFill>
                            <a:srgbClr val="002060"/>
                          </a:solidFill>
                          <a:latin typeface="Cambria Math" panose="02040503050406030204" pitchFamily="18" charset="0"/>
                        </a:rPr>
                        <m:t>2</m:t>
                      </m:r>
                      <m:r>
                        <a:rPr lang="en-US" sz="2800" b="0" i="1" smtClean="0">
                          <a:solidFill>
                            <a:srgbClr val="002060"/>
                          </a:solidFill>
                          <a:latin typeface="Cambria Math" panose="02040503050406030204" pitchFamily="18" charset="0"/>
                        </a:rPr>
                        <m:t>7.8183</m:t>
                      </m:r>
                    </m:oMath>
                  </m:oMathPara>
                </a14:m>
                <a:endParaRPr lang="en-US" sz="2800" dirty="0">
                  <a:solidFill>
                    <a:srgbClr val="002060"/>
                  </a:solidFill>
                </a:endParaRPr>
              </a:p>
            </p:txBody>
          </p:sp>
        </mc:Choice>
        <mc:Fallback xmlns="">
          <p:sp>
            <p:nvSpPr>
              <p:cNvPr id="10" name="Rectangle 9"/>
              <p:cNvSpPr>
                <a:spLocks noRot="1" noChangeAspect="1" noMove="1" noResize="1" noEditPoints="1" noAdjustHandles="1" noChangeArrowheads="1" noChangeShapeType="1" noTextEdit="1"/>
              </p:cNvSpPr>
              <p:nvPr/>
            </p:nvSpPr>
            <p:spPr>
              <a:xfrm>
                <a:off x="1063679" y="4922758"/>
                <a:ext cx="2633606" cy="523220"/>
              </a:xfrm>
              <a:prstGeom prst="rect">
                <a:avLst/>
              </a:prstGeom>
              <a:blipFill rotWithShape="0">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ounded Rectangle 10"/>
              <p:cNvSpPr/>
              <p:nvPr/>
            </p:nvSpPr>
            <p:spPr>
              <a:xfrm>
                <a:off x="8026337" y="4656564"/>
                <a:ext cx="4120121" cy="1055608"/>
              </a:xfrm>
              <a:prstGeom prst="roundRect">
                <a:avLst/>
              </a:prstGeom>
              <a:solidFill>
                <a:schemeClr val="accent6">
                  <a:lumMod val="20000"/>
                  <a:lumOff val="8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r>
                  <a:rPr lang="en-US" sz="2800" dirty="0">
                    <a:solidFill>
                      <a:srgbClr val="7030A0"/>
                    </a:solidFill>
                  </a:rPr>
                  <a:t>Calculation in calculator</a:t>
                </a:r>
              </a:p>
              <a:p>
                <a:pPr algn="ctr"/>
                <a14:m>
                  <m:oMathPara xmlns:m="http://schemas.openxmlformats.org/officeDocument/2006/math">
                    <m:oMathParaPr>
                      <m:jc m:val="centerGroup"/>
                    </m:oMathParaPr>
                    <m:oMath xmlns:m="http://schemas.openxmlformats.org/officeDocument/2006/math">
                      <m:r>
                        <m:rPr>
                          <m:sty m:val="p"/>
                        </m:rPr>
                        <a:rPr lang="en-US" sz="2800">
                          <a:solidFill>
                            <a:srgbClr val="7030A0"/>
                          </a:solidFill>
                          <a:latin typeface="Cambria Math" panose="02040503050406030204" pitchFamily="18" charset="0"/>
                        </a:rPr>
                        <m:t>a</m:t>
                      </m:r>
                      <m:r>
                        <a:rPr lang="en-US" sz="2800">
                          <a:solidFill>
                            <a:srgbClr val="7030A0"/>
                          </a:solidFill>
                          <a:latin typeface="Cambria Math" panose="02040503050406030204" pitchFamily="18" charset="0"/>
                        </a:rPr>
                        <m:t>+</m:t>
                      </m:r>
                      <m:d>
                        <m:dPr>
                          <m:ctrlPr>
                            <a:rPr lang="en-US" sz="2800" i="1">
                              <a:solidFill>
                                <a:srgbClr val="7030A0"/>
                              </a:solidFill>
                              <a:latin typeface="Cambria Math" panose="02040503050406030204" pitchFamily="18" charset="0"/>
                            </a:rPr>
                          </m:ctrlPr>
                        </m:dPr>
                        <m:e>
                          <m:r>
                            <m:rPr>
                              <m:sty m:val="p"/>
                            </m:rPr>
                            <a:rPr lang="en-US" sz="2800">
                              <a:solidFill>
                                <a:srgbClr val="7030A0"/>
                              </a:solidFill>
                              <a:latin typeface="Cambria Math" panose="02040503050406030204" pitchFamily="18" charset="0"/>
                            </a:rPr>
                            <m:t>b</m:t>
                          </m:r>
                          <m:r>
                            <a:rPr lang="en-US" sz="2800" i="1">
                              <a:solidFill>
                                <a:srgbClr val="7030A0"/>
                              </a:solidFill>
                              <a:latin typeface="Cambria Math" panose="02040503050406030204" pitchFamily="18" charset="0"/>
                              <a:ea typeface="Cambria Math" panose="02040503050406030204" pitchFamily="18" charset="0"/>
                            </a:rPr>
                            <m:t>×</m:t>
                          </m:r>
                          <m:r>
                            <a:rPr lang="en-US" sz="2800" b="0" i="0" smtClean="0">
                              <a:solidFill>
                                <a:srgbClr val="7030A0"/>
                              </a:solidFill>
                              <a:latin typeface="Cambria Math" panose="02040503050406030204" pitchFamily="18" charset="0"/>
                            </a:rPr>
                            <m:t>90</m:t>
                          </m:r>
                        </m:e>
                      </m:d>
                      <m:r>
                        <a:rPr lang="en-US" sz="2800">
                          <a:solidFill>
                            <a:srgbClr val="7030A0"/>
                          </a:solidFill>
                          <a:latin typeface="Cambria Math" panose="02040503050406030204" pitchFamily="18" charset="0"/>
                        </a:rPr>
                        <m:t>+(</m:t>
                      </m:r>
                      <m:sSup>
                        <m:sSupPr>
                          <m:ctrlPr>
                            <a:rPr lang="en-US" sz="2800" i="1">
                              <a:solidFill>
                                <a:srgbClr val="7030A0"/>
                              </a:solidFill>
                              <a:latin typeface="Cambria Math" panose="02040503050406030204" pitchFamily="18" charset="0"/>
                            </a:rPr>
                          </m:ctrlPr>
                        </m:sSupPr>
                        <m:e>
                          <m:r>
                            <m:rPr>
                              <m:sty m:val="p"/>
                            </m:rPr>
                            <a:rPr lang="en-US" sz="2800">
                              <a:solidFill>
                                <a:srgbClr val="7030A0"/>
                              </a:solidFill>
                              <a:latin typeface="Cambria Math" panose="02040503050406030204" pitchFamily="18" charset="0"/>
                            </a:rPr>
                            <m:t>c</m:t>
                          </m:r>
                          <m:r>
                            <a:rPr lang="en-US" sz="2800" i="1">
                              <a:solidFill>
                                <a:srgbClr val="7030A0"/>
                              </a:solidFill>
                              <a:latin typeface="Cambria Math" panose="02040503050406030204" pitchFamily="18" charset="0"/>
                              <a:ea typeface="Cambria Math" panose="02040503050406030204" pitchFamily="18" charset="0"/>
                            </a:rPr>
                            <m:t>×</m:t>
                          </m:r>
                          <m:r>
                            <a:rPr lang="en-US" sz="2800" b="0" i="0" smtClean="0">
                              <a:solidFill>
                                <a:srgbClr val="7030A0"/>
                              </a:solidFill>
                              <a:latin typeface="Cambria Math" panose="02040503050406030204" pitchFamily="18" charset="0"/>
                            </a:rPr>
                            <m:t>90</m:t>
                          </m:r>
                        </m:e>
                        <m:sup>
                          <m:r>
                            <a:rPr lang="en-US" sz="2800">
                              <a:solidFill>
                                <a:srgbClr val="7030A0"/>
                              </a:solidFill>
                              <a:latin typeface="Cambria Math" panose="02040503050406030204" pitchFamily="18" charset="0"/>
                            </a:rPr>
                            <m:t>2</m:t>
                          </m:r>
                        </m:sup>
                      </m:sSup>
                      <m:r>
                        <a:rPr lang="en-US" sz="2800">
                          <a:solidFill>
                            <a:srgbClr val="7030A0"/>
                          </a:solidFill>
                          <a:latin typeface="Cambria Math" panose="02040503050406030204" pitchFamily="18" charset="0"/>
                        </a:rPr>
                        <m:t>)</m:t>
                      </m:r>
                    </m:oMath>
                  </m:oMathPara>
                </a14:m>
                <a:endParaRPr lang="en-US" sz="2800" dirty="0">
                  <a:solidFill>
                    <a:srgbClr val="7030A0"/>
                  </a:solidFill>
                </a:endParaRPr>
              </a:p>
            </p:txBody>
          </p:sp>
        </mc:Choice>
        <mc:Fallback xmlns="">
          <p:sp>
            <p:nvSpPr>
              <p:cNvPr id="11" name="Rounded Rectangle 10"/>
              <p:cNvSpPr>
                <a:spLocks noRot="1" noChangeAspect="1" noMove="1" noResize="1" noEditPoints="1" noAdjustHandles="1" noChangeArrowheads="1" noChangeShapeType="1" noTextEdit="1"/>
              </p:cNvSpPr>
              <p:nvPr/>
            </p:nvSpPr>
            <p:spPr>
              <a:xfrm>
                <a:off x="8026337" y="4656564"/>
                <a:ext cx="4120121" cy="1055608"/>
              </a:xfrm>
              <a:prstGeom prst="roundRect">
                <a:avLst/>
              </a:prstGeom>
              <a:blipFill rotWithShape="0">
                <a:blip r:embed="rId9"/>
                <a:stretch>
                  <a:fillRect t="-571"/>
                </a:stretch>
              </a:blipFill>
              <a:ln>
                <a:solidFill>
                  <a:srgbClr val="7030A0"/>
                </a:solidFill>
              </a:ln>
            </p:spPr>
            <p:txBody>
              <a:bodyPr/>
              <a:lstStyle/>
              <a:p>
                <a:r>
                  <a:rPr lang="en-US">
                    <a:noFill/>
                  </a:rPr>
                  <a:t> </a:t>
                </a:r>
              </a:p>
            </p:txBody>
          </p:sp>
        </mc:Fallback>
      </mc:AlternateContent>
    </p:spTree>
    <p:extLst>
      <p:ext uri="{BB962C8B-B14F-4D97-AF65-F5344CB8AC3E}">
        <p14:creationId xmlns:p14="http://schemas.microsoft.com/office/powerpoint/2010/main" val="92821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P spid="23" grpId="0"/>
      <p:bldP spid="25" grpId="0" animBg="1"/>
      <p:bldP spid="10" grpId="0"/>
      <p:bldP spid="11" grpId="0" animBg="1"/>
    </p:bld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4181-BBBD-8F2C-3463-ACFCDF6DBE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F6DB7B-0EBF-6FAE-15E4-18997D587932}"/>
              </a:ext>
            </a:extLst>
          </p:cNvPr>
          <p:cNvSpPr>
            <a:spLocks noGrp="1"/>
          </p:cNvSpPr>
          <p:nvPr>
            <p:ph type="title"/>
          </p:nvPr>
        </p:nvSpPr>
        <p:spPr/>
        <p:txBody>
          <a:bodyPr/>
          <a:lstStyle/>
          <a:p>
            <a:pPr lvl="0"/>
            <a:r>
              <a:rPr lang="en-US" dirty="0"/>
              <a:t>Hypothesis Testing - I</a:t>
            </a:r>
            <a:endParaRPr lang="en-IN" dirty="0"/>
          </a:p>
        </p:txBody>
      </p:sp>
    </p:spTree>
    <p:extLst>
      <p:ext uri="{BB962C8B-B14F-4D97-AF65-F5344CB8AC3E}">
        <p14:creationId xmlns:p14="http://schemas.microsoft.com/office/powerpoint/2010/main" val="2387927067"/>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AD0E4-F2D5-0D2A-5C50-11DBD06BA4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80FE99-1326-D6D9-66CC-E391457C042E}"/>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4FB6A02F-875F-47C5-7808-CFDE00E45AB0}"/>
              </a:ext>
            </a:extLst>
          </p:cNvPr>
          <p:cNvSpPr>
            <a:spLocks noGrp="1"/>
          </p:cNvSpPr>
          <p:nvPr>
            <p:ph idx="1"/>
          </p:nvPr>
        </p:nvSpPr>
        <p:spPr/>
        <p:txBody>
          <a:bodyPr/>
          <a:lstStyle/>
          <a:p>
            <a:pPr lvl="0">
              <a:lnSpc>
                <a:spcPct val="145000"/>
              </a:lnSpc>
            </a:pPr>
            <a:r>
              <a:rPr lang="en-US" dirty="0"/>
              <a:t>Many problems in engineering required to decide which of two competing claims for statements about parameter is true. </a:t>
            </a:r>
          </a:p>
          <a:p>
            <a:pPr lvl="1">
              <a:lnSpc>
                <a:spcPct val="145000"/>
              </a:lnSpc>
            </a:pPr>
            <a:r>
              <a:rPr lang="en-US" dirty="0"/>
              <a:t>Statements are known as </a:t>
            </a:r>
            <a:r>
              <a:rPr lang="en-US" b="1" dirty="0">
                <a:solidFill>
                  <a:srgbClr val="FF0000"/>
                </a:solidFill>
              </a:rPr>
              <a:t>Hypothesis</a:t>
            </a:r>
            <a:r>
              <a:rPr lang="en-US" dirty="0"/>
              <a:t>, and </a:t>
            </a:r>
          </a:p>
          <a:p>
            <a:pPr lvl="1">
              <a:lnSpc>
                <a:spcPct val="145000"/>
              </a:lnSpc>
            </a:pPr>
            <a:r>
              <a:rPr lang="en-US" dirty="0"/>
              <a:t>the decision making procedure is known as </a:t>
            </a:r>
            <a:r>
              <a:rPr lang="en-US" b="1" dirty="0">
                <a:solidFill>
                  <a:srgbClr val="FF0000"/>
                </a:solidFill>
              </a:rPr>
              <a:t>hypothesis testing</a:t>
            </a:r>
            <a:r>
              <a:rPr lang="en-US" dirty="0"/>
              <a:t>.</a:t>
            </a:r>
          </a:p>
          <a:p>
            <a:pPr lvl="0">
              <a:lnSpc>
                <a:spcPct val="145000"/>
              </a:lnSpc>
            </a:pPr>
            <a:endParaRPr lang="en-US" dirty="0"/>
          </a:p>
          <a:p>
            <a:pPr lvl="0">
              <a:lnSpc>
                <a:spcPct val="145000"/>
              </a:lnSpc>
            </a:pPr>
            <a:r>
              <a:rPr lang="en-US" dirty="0"/>
              <a:t>This is one of the most useful aspects of statistical inference, because many types of </a:t>
            </a:r>
            <a:r>
              <a:rPr lang="en-US" b="1" dirty="0">
                <a:solidFill>
                  <a:srgbClr val="FF0000"/>
                </a:solidFill>
              </a:rPr>
              <a:t>decision-making problem</a:t>
            </a:r>
            <a:r>
              <a:rPr lang="en-US" dirty="0"/>
              <a:t>, </a:t>
            </a:r>
            <a:r>
              <a:rPr lang="en-US" b="1" dirty="0">
                <a:solidFill>
                  <a:srgbClr val="FF0000"/>
                </a:solidFill>
              </a:rPr>
              <a:t>tests</a:t>
            </a:r>
            <a:r>
              <a:rPr lang="en-US" dirty="0"/>
              <a:t> or </a:t>
            </a:r>
            <a:r>
              <a:rPr lang="en-US" b="1" dirty="0">
                <a:solidFill>
                  <a:srgbClr val="FF0000"/>
                </a:solidFill>
              </a:rPr>
              <a:t>experiments</a:t>
            </a:r>
            <a:r>
              <a:rPr lang="en-US" dirty="0"/>
              <a:t> in the engineering world can be formulated as hypothesis testing problems.</a:t>
            </a:r>
          </a:p>
        </p:txBody>
      </p:sp>
    </p:spTree>
    <p:extLst>
      <p:ext uri="{BB962C8B-B14F-4D97-AF65-F5344CB8AC3E}">
        <p14:creationId xmlns:p14="http://schemas.microsoft.com/office/powerpoint/2010/main" val="1818503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504C94-2957-5A3C-F761-F815C7077C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DC07AD-A7E3-B7E7-75A1-6E1FC9805C5B}"/>
              </a:ext>
            </a:extLst>
          </p:cNvPr>
          <p:cNvSpPr>
            <a:spLocks noGrp="1"/>
          </p:cNvSpPr>
          <p:nvPr>
            <p:ph type="title"/>
          </p:nvPr>
        </p:nvSpPr>
        <p:spPr/>
        <p:txBody>
          <a:bodyPr/>
          <a:lstStyle/>
          <a:p>
            <a:r>
              <a:rPr lang="en-US" dirty="0"/>
              <a:t>What is Hypothesis ?</a:t>
            </a:r>
          </a:p>
        </p:txBody>
      </p:sp>
      <p:sp>
        <p:nvSpPr>
          <p:cNvPr id="4" name="Rectangle 3">
            <a:extLst>
              <a:ext uri="{FF2B5EF4-FFF2-40B4-BE49-F238E27FC236}">
                <a16:creationId xmlns:a16="http://schemas.microsoft.com/office/drawing/2014/main" id="{D225C2A9-818A-3DF5-B4BE-C6F0561A7411}"/>
              </a:ext>
            </a:extLst>
          </p:cNvPr>
          <p:cNvSpPr/>
          <p:nvPr/>
        </p:nvSpPr>
        <p:spPr>
          <a:xfrm>
            <a:off x="1482649" y="1715850"/>
            <a:ext cx="9337751" cy="954107"/>
          </a:xfrm>
          <a:prstGeom prst="rect">
            <a:avLst/>
          </a:prstGeom>
          <a:ln>
            <a:solidFill>
              <a:srgbClr val="FF0000"/>
            </a:solidFill>
          </a:ln>
          <a:effectLst>
            <a:outerShdw blurRad="57785" dist="33020" dir="3180000" algn="ctr">
              <a:srgbClr val="000000">
                <a:alpha val="30000"/>
              </a:srgbClr>
            </a:outerShdw>
          </a:effectLst>
        </p:spPr>
        <p:style>
          <a:lnRef idx="2">
            <a:schemeClr val="accent6"/>
          </a:lnRef>
          <a:fillRef idx="1">
            <a:schemeClr val="lt1"/>
          </a:fillRef>
          <a:effectRef idx="0">
            <a:schemeClr val="accent6"/>
          </a:effectRef>
          <a:fontRef idx="minor">
            <a:schemeClr val="dk1"/>
          </a:fontRef>
        </p:style>
        <p:txBody>
          <a:bodyPr wrap="square">
            <a:spAutoFit/>
          </a:bodyPr>
          <a:lstStyle/>
          <a:p>
            <a:pPr algn="ctr"/>
            <a:r>
              <a:rPr lang="en-GB" sz="2800" b="1" dirty="0"/>
              <a:t>A STATEMENT/ASSUMPTION WHICH IS MADE TO FIND</a:t>
            </a:r>
          </a:p>
          <a:p>
            <a:pPr algn="ctr"/>
            <a:r>
              <a:rPr lang="en-GB" sz="2800" b="1" dirty="0"/>
              <a:t>OUT SOLUTION OF THE PROBLEM.</a:t>
            </a:r>
          </a:p>
        </p:txBody>
      </p:sp>
      <p:sp>
        <p:nvSpPr>
          <p:cNvPr id="5" name="Rectangle 4">
            <a:extLst>
              <a:ext uri="{FF2B5EF4-FFF2-40B4-BE49-F238E27FC236}">
                <a16:creationId xmlns:a16="http://schemas.microsoft.com/office/drawing/2014/main" id="{63965399-BE41-43AC-FE54-EB36EDB9262B}"/>
              </a:ext>
            </a:extLst>
          </p:cNvPr>
          <p:cNvSpPr/>
          <p:nvPr/>
        </p:nvSpPr>
        <p:spPr>
          <a:xfrm>
            <a:off x="1468582" y="904143"/>
            <a:ext cx="9351818" cy="845127"/>
          </a:xfrm>
          <a:prstGeom prst="rect">
            <a:avLst/>
          </a:prstGeom>
          <a:solidFill>
            <a:schemeClr val="accent6"/>
          </a:solidFill>
          <a:ln>
            <a:noFill/>
          </a:ln>
          <a:effectLst>
            <a:outerShdw blurRad="50800" dist="38100" dir="2700000" algn="tl" rotWithShape="0">
              <a:prstClr val="black">
                <a:alpha val="40000"/>
              </a:prstClr>
            </a:outerShdw>
          </a:effectLst>
          <a:scene3d>
            <a:camera prst="orthographicFront">
              <a:rot lat="0" lon="0" rev="0"/>
            </a:camera>
            <a:lightRig rig="contrasting" dir="t">
              <a:rot lat="0" lon="0" rev="7800000"/>
            </a:lightRig>
          </a:scene3d>
          <a:sp3d>
            <a:bevelT w="139700" h="139700"/>
          </a:sp3d>
        </p:spPr>
        <p:style>
          <a:lnRef idx="0">
            <a:schemeClr val="accent5">
              <a:shade val="80000"/>
              <a:hueOff val="0"/>
              <a:satOff val="0"/>
              <a:lumOff val="0"/>
              <a:alphaOff val="0"/>
            </a:schemeClr>
          </a:lnRef>
          <a:fillRef idx="1">
            <a:schemeClr val="accent5">
              <a:tint val="40000"/>
              <a:hueOff val="0"/>
              <a:satOff val="0"/>
              <a:lumOff val="0"/>
              <a:alphaOff val="0"/>
            </a:schemeClr>
          </a:fillRef>
          <a:effectRef idx="0">
            <a:schemeClr val="accent5">
              <a:tint val="40000"/>
              <a:hueOff val="0"/>
              <a:satOff val="0"/>
              <a:lumOff val="0"/>
              <a:alphaOff val="0"/>
            </a:schemeClr>
          </a:effectRef>
          <a:fontRef idx="minor">
            <a:schemeClr val="lt1">
              <a:hueOff val="0"/>
              <a:satOff val="0"/>
              <a:lumOff val="0"/>
              <a:alphaOff val="0"/>
            </a:schemeClr>
          </a:fontRef>
        </p:style>
        <p:txBody>
          <a:bodyPr/>
          <a:lstStyle/>
          <a:p>
            <a:pPr algn="ctr"/>
            <a:endParaRPr lang="en-GB" b="1" dirty="0">
              <a:solidFill>
                <a:schemeClr val="bg2"/>
              </a:solidFill>
            </a:endParaRPr>
          </a:p>
        </p:txBody>
      </p:sp>
      <p:cxnSp>
        <p:nvCxnSpPr>
          <p:cNvPr id="6" name="Straight Connector 5">
            <a:extLst>
              <a:ext uri="{FF2B5EF4-FFF2-40B4-BE49-F238E27FC236}">
                <a16:creationId xmlns:a16="http://schemas.microsoft.com/office/drawing/2014/main" id="{ECA76121-51F9-57C1-7289-8FE9AFFCF000}"/>
              </a:ext>
            </a:extLst>
          </p:cNvPr>
          <p:cNvCxnSpPr/>
          <p:nvPr/>
        </p:nvCxnSpPr>
        <p:spPr>
          <a:xfrm>
            <a:off x="6119476" y="2684022"/>
            <a:ext cx="0" cy="914400"/>
          </a:xfrm>
          <a:prstGeom prst="line">
            <a:avLst/>
          </a:prstGeom>
          <a:ln w="76200" cap="flat" cmpd="sng" algn="ctr">
            <a:solidFill>
              <a:schemeClr val="tx1">
                <a:lumMod val="75000"/>
                <a:lumOff val="25000"/>
              </a:schemeClr>
            </a:solidFill>
            <a:prstDash val="sysDot"/>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7" name="Picture 6" descr="COVID-19 drug repurposing research - Wikipedia">
            <a:extLst>
              <a:ext uri="{FF2B5EF4-FFF2-40B4-BE49-F238E27FC236}">
                <a16:creationId xmlns:a16="http://schemas.microsoft.com/office/drawing/2014/main" id="{83F40A1D-34BE-324D-275C-1416FB45635A}"/>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8543926" y="3929151"/>
            <a:ext cx="2377440" cy="2377440"/>
          </a:xfrm>
          <a:prstGeom prst="rect">
            <a:avLst/>
          </a:prstGeom>
        </p:spPr>
      </p:pic>
      <p:pic>
        <p:nvPicPr>
          <p:cNvPr id="8" name="Picture 7" descr="The campaign for a hand-washing emoji #LemiWashMyHands">
            <a:extLst>
              <a:ext uri="{FF2B5EF4-FFF2-40B4-BE49-F238E27FC236}">
                <a16:creationId xmlns:a16="http://schemas.microsoft.com/office/drawing/2014/main" id="{9B255CF5-E8EF-A880-5912-834FC17948F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33990" y="3929151"/>
            <a:ext cx="2377440" cy="2377440"/>
          </a:xfrm>
          <a:prstGeom prst="rect">
            <a:avLst/>
          </a:prstGeom>
        </p:spPr>
      </p:pic>
      <p:sp>
        <p:nvSpPr>
          <p:cNvPr id="9" name="Rectangle 8">
            <a:extLst>
              <a:ext uri="{FF2B5EF4-FFF2-40B4-BE49-F238E27FC236}">
                <a16:creationId xmlns:a16="http://schemas.microsoft.com/office/drawing/2014/main" id="{0B6A55F1-E4D1-9397-1FEC-64113A88317D}"/>
              </a:ext>
            </a:extLst>
          </p:cNvPr>
          <p:cNvSpPr/>
          <p:nvPr/>
        </p:nvSpPr>
        <p:spPr>
          <a:xfrm>
            <a:off x="4299106" y="782098"/>
            <a:ext cx="3640740" cy="1015663"/>
          </a:xfrm>
          <a:prstGeom prst="rect">
            <a:avLst/>
          </a:prstGeom>
        </p:spPr>
        <p:txBody>
          <a:bodyPr wrap="none">
            <a:spAutoFit/>
          </a:bodyPr>
          <a:lstStyle/>
          <a:p>
            <a:r>
              <a:rPr lang="en-GB" sz="6000" b="1" dirty="0">
                <a:solidFill>
                  <a:schemeClr val="bg2"/>
                </a:solidFill>
              </a:rPr>
              <a:t>Hypothesis</a:t>
            </a:r>
            <a:endParaRPr lang="en-US" sz="6000" b="1" dirty="0"/>
          </a:p>
        </p:txBody>
      </p:sp>
      <p:sp>
        <p:nvSpPr>
          <p:cNvPr id="10" name="Rectangle 9">
            <a:extLst>
              <a:ext uri="{FF2B5EF4-FFF2-40B4-BE49-F238E27FC236}">
                <a16:creationId xmlns:a16="http://schemas.microsoft.com/office/drawing/2014/main" id="{44D760F4-BBE3-72DA-E9F8-F49C6EACF8AD}"/>
              </a:ext>
            </a:extLst>
          </p:cNvPr>
          <p:cNvSpPr/>
          <p:nvPr/>
        </p:nvSpPr>
        <p:spPr>
          <a:xfrm>
            <a:off x="4153301" y="3506982"/>
            <a:ext cx="3932347" cy="1384995"/>
          </a:xfrm>
          <a:prstGeom prst="rect">
            <a:avLst/>
          </a:prstGeom>
        </p:spPr>
        <p:txBody>
          <a:bodyPr wrap="square">
            <a:spAutoFit/>
          </a:bodyPr>
          <a:lstStyle/>
          <a:p>
            <a:pPr algn="ctr"/>
            <a:r>
              <a:rPr lang="en-GB" sz="2800" b="1" u="sng" dirty="0">
                <a:solidFill>
                  <a:srgbClr val="C00000"/>
                </a:solidFill>
              </a:rPr>
              <a:t>ASSUMPTION</a:t>
            </a:r>
          </a:p>
          <a:p>
            <a:pPr algn="ctr"/>
            <a:r>
              <a:rPr lang="en-GB" sz="2800" b="1" dirty="0"/>
              <a:t>COVID IS STOPPED BY WASHING HANDS.</a:t>
            </a:r>
          </a:p>
        </p:txBody>
      </p:sp>
      <p:sp>
        <p:nvSpPr>
          <p:cNvPr id="11" name="Rectangle 10">
            <a:extLst>
              <a:ext uri="{FF2B5EF4-FFF2-40B4-BE49-F238E27FC236}">
                <a16:creationId xmlns:a16="http://schemas.microsoft.com/office/drawing/2014/main" id="{3140CD51-35E1-5CBA-64A7-CCD47D94247E}"/>
              </a:ext>
            </a:extLst>
          </p:cNvPr>
          <p:cNvSpPr/>
          <p:nvPr/>
        </p:nvSpPr>
        <p:spPr>
          <a:xfrm>
            <a:off x="4153301" y="4941016"/>
            <a:ext cx="3932347" cy="1384995"/>
          </a:xfrm>
          <a:prstGeom prst="rect">
            <a:avLst/>
          </a:prstGeom>
          <a:solidFill>
            <a:srgbClr val="002060"/>
          </a:solidFill>
        </p:spPr>
        <p:txBody>
          <a:bodyPr wrap="square">
            <a:spAutoFit/>
          </a:bodyPr>
          <a:lstStyle/>
          <a:p>
            <a:pPr algn="ctr"/>
            <a:r>
              <a:rPr lang="en-GB" sz="2800" b="1" dirty="0">
                <a:solidFill>
                  <a:schemeClr val="bg1"/>
                </a:solidFill>
              </a:rPr>
              <a:t>STUDY ON THIS STATEMENT IS CALLED </a:t>
            </a:r>
            <a:r>
              <a:rPr lang="en-GB" sz="2800" b="1" u="sng" dirty="0">
                <a:solidFill>
                  <a:schemeClr val="bg1"/>
                </a:solidFill>
              </a:rPr>
              <a:t>HYPOTHESIS.</a:t>
            </a:r>
          </a:p>
        </p:txBody>
      </p:sp>
    </p:spTree>
    <p:extLst>
      <p:ext uri="{BB962C8B-B14F-4D97-AF65-F5344CB8AC3E}">
        <p14:creationId xmlns:p14="http://schemas.microsoft.com/office/powerpoint/2010/main" val="599644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bg/>
                                          </p:spTgt>
                                        </p:tgtEl>
                                        <p:attrNameLst>
                                          <p:attrName>style.visibility</p:attrName>
                                        </p:attrNameLst>
                                      </p:cBhvr>
                                      <p:to>
                                        <p:strVal val="visible"/>
                                      </p:to>
                                    </p:set>
                                    <p:animEffect transition="in" filter="fade">
                                      <p:cBhvr>
                                        <p:cTn id="13" dur="500"/>
                                        <p:tgtEl>
                                          <p:spTgt spid="4">
                                            <p:bg/>
                                          </p:spTgt>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4">
                                            <p:txEl>
                                              <p:pRg st="0" end="0"/>
                                            </p:txEl>
                                          </p:spTgt>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grpId="0" nodeType="after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up)">
                                      <p:cBhvr>
                                        <p:cTn id="25" dur="500"/>
                                        <p:tgtEl>
                                          <p:spTgt spid="6"/>
                                        </p:tgtEl>
                                      </p:cBhvr>
                                    </p:animEffect>
                                  </p:childTnLst>
                                </p:cTn>
                              </p:par>
                              <p:par>
                                <p:cTn id="26" presetID="1" presetClass="entr" presetSubtype="0" fill="hold" grpId="0" nodeType="withEffect">
                                  <p:stCondLst>
                                    <p:cond delay="600"/>
                                  </p:stCondLst>
                                  <p:childTnLst>
                                    <p:set>
                                      <p:cBhvr>
                                        <p:cTn id="27" dur="1" fill="hold">
                                          <p:stCondLst>
                                            <p:cond delay="0"/>
                                          </p:stCondLst>
                                        </p:cTn>
                                        <p:tgtEl>
                                          <p:spTgt spid="10">
                                            <p:txEl>
                                              <p:pRg st="0" end="0"/>
                                            </p:txEl>
                                          </p:spTgt>
                                        </p:tgtEl>
                                        <p:attrNameLst>
                                          <p:attrName>style.visibility</p:attrName>
                                        </p:attrNameLst>
                                      </p:cBhvr>
                                      <p:to>
                                        <p:strVal val="visible"/>
                                      </p:to>
                                    </p:set>
                                  </p:childTnLst>
                                </p:cTn>
                              </p:par>
                              <p:par>
                                <p:cTn id="28" presetID="1" presetClass="entr" presetSubtype="0" fill="hold" grpId="0" nodeType="withEffect">
                                  <p:stCondLst>
                                    <p:cond delay="1000"/>
                                  </p:stCondLst>
                                  <p:childTnLst>
                                    <p:set>
                                      <p:cBhvr>
                                        <p:cTn id="29" dur="1" fill="hold">
                                          <p:stCondLst>
                                            <p:cond delay="0"/>
                                          </p:stCondLst>
                                        </p:cTn>
                                        <p:tgtEl>
                                          <p:spTgt spid="10">
                                            <p:txEl>
                                              <p:pRg st="1" end="1"/>
                                            </p:txEl>
                                          </p:spTgt>
                                        </p:tgtEl>
                                        <p:attrNameLst>
                                          <p:attrName>style.visibility</p:attrName>
                                        </p:attrNameLst>
                                      </p:cBhvr>
                                      <p:to>
                                        <p:strVal val="visible"/>
                                      </p:to>
                                    </p:set>
                                  </p:childTnLst>
                                </p:cTn>
                              </p:par>
                              <p:par>
                                <p:cTn id="30" presetID="53" presetClass="entr" presetSubtype="16" fill="hold" nodeType="withEffect">
                                  <p:stCondLst>
                                    <p:cond delay="1000"/>
                                  </p:stCondLst>
                                  <p:childTnLst>
                                    <p:set>
                                      <p:cBhvr>
                                        <p:cTn id="31" dur="1" fill="hold">
                                          <p:stCondLst>
                                            <p:cond delay="0"/>
                                          </p:stCondLst>
                                        </p:cTn>
                                        <p:tgtEl>
                                          <p:spTgt spid="8"/>
                                        </p:tgtEl>
                                        <p:attrNameLst>
                                          <p:attrName>style.visibility</p:attrName>
                                        </p:attrNameLst>
                                      </p:cBhvr>
                                      <p:to>
                                        <p:strVal val="visible"/>
                                      </p:to>
                                    </p:set>
                                    <p:anim calcmode="lin" valueType="num">
                                      <p:cBhvr>
                                        <p:cTn id="32" dur="500" fill="hold"/>
                                        <p:tgtEl>
                                          <p:spTgt spid="8"/>
                                        </p:tgtEl>
                                        <p:attrNameLst>
                                          <p:attrName>ppt_w</p:attrName>
                                        </p:attrNameLst>
                                      </p:cBhvr>
                                      <p:tavLst>
                                        <p:tav tm="0">
                                          <p:val>
                                            <p:fltVal val="0"/>
                                          </p:val>
                                        </p:tav>
                                        <p:tav tm="100000">
                                          <p:val>
                                            <p:strVal val="#ppt_w"/>
                                          </p:val>
                                        </p:tav>
                                      </p:tavLst>
                                    </p:anim>
                                    <p:anim calcmode="lin" valueType="num">
                                      <p:cBhvr>
                                        <p:cTn id="33" dur="500" fill="hold"/>
                                        <p:tgtEl>
                                          <p:spTgt spid="8"/>
                                        </p:tgtEl>
                                        <p:attrNameLst>
                                          <p:attrName>ppt_h</p:attrName>
                                        </p:attrNameLst>
                                      </p:cBhvr>
                                      <p:tavLst>
                                        <p:tav tm="0">
                                          <p:val>
                                            <p:fltVal val="0"/>
                                          </p:val>
                                        </p:tav>
                                        <p:tav tm="100000">
                                          <p:val>
                                            <p:strVal val="#ppt_h"/>
                                          </p:val>
                                        </p:tav>
                                      </p:tavLst>
                                    </p:anim>
                                    <p:animEffect transition="in" filter="fade">
                                      <p:cBhvr>
                                        <p:cTn id="34" dur="500"/>
                                        <p:tgtEl>
                                          <p:spTgt spid="8"/>
                                        </p:tgtEl>
                                      </p:cBhvr>
                                    </p:animEffect>
                                  </p:childTnLst>
                                </p:cTn>
                              </p:par>
                              <p:par>
                                <p:cTn id="35" presetID="53" presetClass="entr" presetSubtype="16" fill="hold" nodeType="withEffect">
                                  <p:stCondLst>
                                    <p:cond delay="1000"/>
                                  </p:stCondLst>
                                  <p:childTnLst>
                                    <p:set>
                                      <p:cBhvr>
                                        <p:cTn id="36" dur="1" fill="hold">
                                          <p:stCondLst>
                                            <p:cond delay="0"/>
                                          </p:stCondLst>
                                        </p:cTn>
                                        <p:tgtEl>
                                          <p:spTgt spid="7"/>
                                        </p:tgtEl>
                                        <p:attrNameLst>
                                          <p:attrName>style.visibility</p:attrName>
                                        </p:attrNameLst>
                                      </p:cBhvr>
                                      <p:to>
                                        <p:strVal val="visible"/>
                                      </p:to>
                                    </p:set>
                                    <p:anim calcmode="lin" valueType="num">
                                      <p:cBhvr>
                                        <p:cTn id="37" dur="500" fill="hold"/>
                                        <p:tgtEl>
                                          <p:spTgt spid="7"/>
                                        </p:tgtEl>
                                        <p:attrNameLst>
                                          <p:attrName>ppt_w</p:attrName>
                                        </p:attrNameLst>
                                      </p:cBhvr>
                                      <p:tavLst>
                                        <p:tav tm="0">
                                          <p:val>
                                            <p:fltVal val="0"/>
                                          </p:val>
                                        </p:tav>
                                        <p:tav tm="100000">
                                          <p:val>
                                            <p:strVal val="#ppt_w"/>
                                          </p:val>
                                        </p:tav>
                                      </p:tavLst>
                                    </p:anim>
                                    <p:anim calcmode="lin" valueType="num">
                                      <p:cBhvr>
                                        <p:cTn id="38" dur="500" fill="hold"/>
                                        <p:tgtEl>
                                          <p:spTgt spid="7"/>
                                        </p:tgtEl>
                                        <p:attrNameLst>
                                          <p:attrName>ppt_h</p:attrName>
                                        </p:attrNameLst>
                                      </p:cBhvr>
                                      <p:tavLst>
                                        <p:tav tm="0">
                                          <p:val>
                                            <p:fltVal val="0"/>
                                          </p:val>
                                        </p:tav>
                                        <p:tav tm="100000">
                                          <p:val>
                                            <p:strVal val="#ppt_h"/>
                                          </p:val>
                                        </p:tav>
                                      </p:tavLst>
                                    </p:anim>
                                    <p:animEffect transition="in" filter="fade">
                                      <p:cBhvr>
                                        <p:cTn id="39" dur="500"/>
                                        <p:tgtEl>
                                          <p:spTgt spid="7"/>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11">
                                            <p:bg/>
                                          </p:spTgt>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nimBg="1"/>
      <p:bldP spid="5" grpId="0" animBg="1"/>
      <p:bldP spid="9" grpId="0"/>
      <p:bldP spid="10" grpId="0" uiExpand="1" build="p"/>
      <p:bldP spid="11" grpId="0" uiExpand="1" build="p" animBg="1"/>
    </p:bld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5E231-BB8C-8617-61A5-CF1E19F7DB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689C4C-6583-2E3B-81E5-449B7DE1C22A}"/>
              </a:ext>
            </a:extLst>
          </p:cNvPr>
          <p:cNvSpPr>
            <a:spLocks noGrp="1"/>
          </p:cNvSpPr>
          <p:nvPr>
            <p:ph type="title"/>
          </p:nvPr>
        </p:nvSpPr>
        <p:spPr/>
        <p:txBody>
          <a:bodyPr/>
          <a:lstStyle/>
          <a:p>
            <a:r>
              <a:rPr lang="en-US" dirty="0"/>
              <a:t>Population OR Universe</a:t>
            </a:r>
          </a:p>
        </p:txBody>
      </p:sp>
      <p:pic>
        <p:nvPicPr>
          <p:cNvPr id="282" name="Picture 281">
            <a:extLst>
              <a:ext uri="{FF2B5EF4-FFF2-40B4-BE49-F238E27FC236}">
                <a16:creationId xmlns:a16="http://schemas.microsoft.com/office/drawing/2014/main" id="{A776ACB8-88A5-4A37-F076-25E8FBED4F07}"/>
              </a:ext>
            </a:extLst>
          </p:cNvPr>
          <p:cNvPicPr>
            <a:picLocks noChangeAspect="1"/>
          </p:cNvPicPr>
          <p:nvPr/>
        </p:nvPicPr>
        <p:blipFill>
          <a:blip r:embed="rId2">
            <a:clrChange>
              <a:clrFrom>
                <a:srgbClr val="EFFBFB"/>
              </a:clrFrom>
              <a:clrTo>
                <a:srgbClr val="EFFBFB">
                  <a:alpha val="0"/>
                </a:srgbClr>
              </a:clrTo>
            </a:clrChange>
            <a:extLst>
              <a:ext uri="{28A0092B-C50C-407E-A947-70E740481C1C}">
                <a14:useLocalDpi xmlns:a14="http://schemas.microsoft.com/office/drawing/2010/main" val="0"/>
              </a:ext>
            </a:extLst>
          </a:blip>
          <a:stretch>
            <a:fillRect/>
          </a:stretch>
        </p:blipFill>
        <p:spPr>
          <a:xfrm>
            <a:off x="1916923" y="711201"/>
            <a:ext cx="8198134" cy="5880099"/>
          </a:xfrm>
          <a:prstGeom prst="rect">
            <a:avLst/>
          </a:prstGeom>
        </p:spPr>
      </p:pic>
      <p:sp>
        <p:nvSpPr>
          <p:cNvPr id="283" name="TextBox 282">
            <a:extLst>
              <a:ext uri="{FF2B5EF4-FFF2-40B4-BE49-F238E27FC236}">
                <a16:creationId xmlns:a16="http://schemas.microsoft.com/office/drawing/2014/main" id="{2A49EE4E-295D-0045-7D85-8D1B8CFE285B}"/>
              </a:ext>
            </a:extLst>
          </p:cNvPr>
          <p:cNvSpPr txBox="1"/>
          <p:nvPr/>
        </p:nvSpPr>
        <p:spPr>
          <a:xfrm>
            <a:off x="559206" y="5966889"/>
            <a:ext cx="5190429" cy="523220"/>
          </a:xfrm>
          <a:prstGeom prst="rect">
            <a:avLst/>
          </a:prstGeom>
          <a:noFill/>
        </p:spPr>
        <p:txBody>
          <a:bodyPr wrap="square" rtlCol="0">
            <a:spAutoFit/>
          </a:bodyPr>
          <a:lstStyle/>
          <a:p>
            <a:r>
              <a:rPr lang="en-US" sz="2800" dirty="0">
                <a:solidFill>
                  <a:srgbClr val="002060"/>
                </a:solidFill>
              </a:rPr>
              <a:t>People of Gujarat is POPULATION.</a:t>
            </a:r>
          </a:p>
        </p:txBody>
      </p:sp>
    </p:spTree>
    <p:extLst>
      <p:ext uri="{BB962C8B-B14F-4D97-AF65-F5344CB8AC3E}">
        <p14:creationId xmlns:p14="http://schemas.microsoft.com/office/powerpoint/2010/main" val="1219606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82"/>
                                        </p:tgtEl>
                                        <p:attrNameLst>
                                          <p:attrName>style.visibility</p:attrName>
                                        </p:attrNameLst>
                                      </p:cBhvr>
                                      <p:to>
                                        <p:strVal val="visible"/>
                                      </p:to>
                                    </p:set>
                                    <p:anim calcmode="lin" valueType="num">
                                      <p:cBhvr>
                                        <p:cTn id="7" dur="250" fill="hold"/>
                                        <p:tgtEl>
                                          <p:spTgt spid="282"/>
                                        </p:tgtEl>
                                        <p:attrNameLst>
                                          <p:attrName>ppt_w</p:attrName>
                                        </p:attrNameLst>
                                      </p:cBhvr>
                                      <p:tavLst>
                                        <p:tav tm="0">
                                          <p:val>
                                            <p:fltVal val="0"/>
                                          </p:val>
                                        </p:tav>
                                        <p:tav tm="100000">
                                          <p:val>
                                            <p:strVal val="#ppt_w"/>
                                          </p:val>
                                        </p:tav>
                                      </p:tavLst>
                                    </p:anim>
                                    <p:anim calcmode="lin" valueType="num">
                                      <p:cBhvr>
                                        <p:cTn id="8" dur="250" fill="hold"/>
                                        <p:tgtEl>
                                          <p:spTgt spid="282"/>
                                        </p:tgtEl>
                                        <p:attrNameLst>
                                          <p:attrName>ppt_h</p:attrName>
                                        </p:attrNameLst>
                                      </p:cBhvr>
                                      <p:tavLst>
                                        <p:tav tm="0">
                                          <p:val>
                                            <p:fltVal val="0"/>
                                          </p:val>
                                        </p:tav>
                                        <p:tav tm="100000">
                                          <p:val>
                                            <p:strVal val="#ppt_h"/>
                                          </p:val>
                                        </p:tav>
                                      </p:tavLst>
                                    </p:anim>
                                  </p:childTnLst>
                                </p:cTn>
                              </p:par>
                              <p:par>
                                <p:cTn id="9" presetID="1" presetClass="entr" presetSubtype="0" fill="hold" grpId="0" nodeType="withEffect">
                                  <p:stCondLst>
                                    <p:cond delay="250"/>
                                  </p:stCondLst>
                                  <p:childTnLst>
                                    <p:set>
                                      <p:cBhvr>
                                        <p:cTn id="10" dur="1" fill="hold">
                                          <p:stCondLst>
                                            <p:cond delay="0"/>
                                          </p:stCondLst>
                                        </p:cTn>
                                        <p:tgtEl>
                                          <p:spTgt spid="28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3" grpId="0" uiExpand="1" build="p"/>
    </p:bld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E33D0-C530-642B-8C4E-1140F891B0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798280-817C-1F7D-7A20-CB616766A1CC}"/>
              </a:ext>
            </a:extLst>
          </p:cNvPr>
          <p:cNvSpPr>
            <a:spLocks noGrp="1"/>
          </p:cNvSpPr>
          <p:nvPr>
            <p:ph type="title"/>
          </p:nvPr>
        </p:nvSpPr>
        <p:spPr/>
        <p:txBody>
          <a:bodyPr/>
          <a:lstStyle/>
          <a:p>
            <a:r>
              <a:rPr lang="en-US" dirty="0"/>
              <a:t>Population OR Universe</a:t>
            </a:r>
          </a:p>
        </p:txBody>
      </p:sp>
      <p:sp>
        <p:nvSpPr>
          <p:cNvPr id="3" name="Content Placeholder 2">
            <a:extLst>
              <a:ext uri="{FF2B5EF4-FFF2-40B4-BE49-F238E27FC236}">
                <a16:creationId xmlns:a16="http://schemas.microsoft.com/office/drawing/2014/main" id="{0F2E9899-C539-F6D4-9375-48CA23083D6A}"/>
              </a:ext>
            </a:extLst>
          </p:cNvPr>
          <p:cNvSpPr>
            <a:spLocks noGrp="1"/>
          </p:cNvSpPr>
          <p:nvPr>
            <p:ph idx="1"/>
          </p:nvPr>
        </p:nvSpPr>
        <p:spPr/>
        <p:txBody>
          <a:bodyPr/>
          <a:lstStyle/>
          <a:p>
            <a:pPr lvl="0">
              <a:lnSpc>
                <a:spcPct val="145000"/>
              </a:lnSpc>
            </a:pPr>
            <a:r>
              <a:rPr lang="en-US" dirty="0"/>
              <a:t>An aggregate of objects under study is known as </a:t>
            </a:r>
            <a:r>
              <a:rPr lang="en-US" b="1" dirty="0">
                <a:solidFill>
                  <a:srgbClr val="FF0000"/>
                </a:solidFill>
              </a:rPr>
              <a:t>Population</a:t>
            </a:r>
            <a:r>
              <a:rPr lang="en-US" dirty="0"/>
              <a:t> OR </a:t>
            </a:r>
            <a:r>
              <a:rPr lang="en-US" b="1" dirty="0">
                <a:solidFill>
                  <a:srgbClr val="FF0000"/>
                </a:solidFill>
              </a:rPr>
              <a:t>Universe</a:t>
            </a:r>
            <a:r>
              <a:rPr lang="en-US" dirty="0"/>
              <a:t>. </a:t>
            </a:r>
          </a:p>
          <a:p>
            <a:pPr lvl="0">
              <a:lnSpc>
                <a:spcPct val="145000"/>
              </a:lnSpc>
            </a:pPr>
            <a:r>
              <a:rPr lang="en-US" dirty="0"/>
              <a:t>It is collection of individuals or of their attributes (qualities) or of results of operation which can be numerically specified. </a:t>
            </a:r>
          </a:p>
          <a:p>
            <a:pPr lvl="0">
              <a:lnSpc>
                <a:spcPct val="145000"/>
              </a:lnSpc>
            </a:pPr>
            <a:r>
              <a:rPr lang="en-US" dirty="0"/>
              <a:t>A universe containing a finite number of individuals or members is known as a </a:t>
            </a:r>
            <a:r>
              <a:rPr lang="en-US" b="1" dirty="0">
                <a:solidFill>
                  <a:srgbClr val="FF0000"/>
                </a:solidFill>
              </a:rPr>
              <a:t>finite universe</a:t>
            </a:r>
            <a:r>
              <a:rPr lang="en-US" dirty="0"/>
              <a:t>.</a:t>
            </a:r>
          </a:p>
          <a:p>
            <a:pPr lvl="0">
              <a:lnSpc>
                <a:spcPct val="145000"/>
              </a:lnSpc>
            </a:pPr>
            <a:r>
              <a:rPr lang="en-US" b="1" dirty="0">
                <a:solidFill>
                  <a:schemeClr val="accent6">
                    <a:lumMod val="75000"/>
                  </a:schemeClr>
                </a:solidFill>
              </a:rPr>
              <a:t>For Example:</a:t>
            </a:r>
          </a:p>
          <a:p>
            <a:pPr lvl="1">
              <a:lnSpc>
                <a:spcPct val="145000"/>
              </a:lnSpc>
            </a:pPr>
            <a:r>
              <a:rPr lang="en-US" dirty="0"/>
              <a:t>The universe of the weight of students in a particular class.</a:t>
            </a:r>
          </a:p>
        </p:txBody>
      </p:sp>
    </p:spTree>
    <p:extLst>
      <p:ext uri="{BB962C8B-B14F-4D97-AF65-F5344CB8AC3E}">
        <p14:creationId xmlns:p14="http://schemas.microsoft.com/office/powerpoint/2010/main" val="446995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A9B1D-7BD9-3A02-ABFB-15E64F367B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307B3B-0555-B192-C2A1-BA478D87BAC9}"/>
              </a:ext>
            </a:extLst>
          </p:cNvPr>
          <p:cNvSpPr>
            <a:spLocks noGrp="1"/>
          </p:cNvSpPr>
          <p:nvPr>
            <p:ph type="title"/>
          </p:nvPr>
        </p:nvSpPr>
        <p:spPr/>
        <p:txBody>
          <a:bodyPr/>
          <a:lstStyle/>
          <a:p>
            <a:r>
              <a:rPr lang="en-US" dirty="0"/>
              <a:t>Population OR Universe</a:t>
            </a:r>
          </a:p>
        </p:txBody>
      </p:sp>
      <p:sp>
        <p:nvSpPr>
          <p:cNvPr id="3" name="Content Placeholder 2">
            <a:extLst>
              <a:ext uri="{FF2B5EF4-FFF2-40B4-BE49-F238E27FC236}">
                <a16:creationId xmlns:a16="http://schemas.microsoft.com/office/drawing/2014/main" id="{65DC7F62-ED09-444C-908C-5173E324B8D7}"/>
              </a:ext>
            </a:extLst>
          </p:cNvPr>
          <p:cNvSpPr>
            <a:spLocks noGrp="1"/>
          </p:cNvSpPr>
          <p:nvPr>
            <p:ph idx="1"/>
          </p:nvPr>
        </p:nvSpPr>
        <p:spPr>
          <a:xfrm>
            <a:off x="131180" y="767747"/>
            <a:ext cx="11929641" cy="5633053"/>
          </a:xfrm>
        </p:spPr>
        <p:txBody>
          <a:bodyPr/>
          <a:lstStyle/>
          <a:p>
            <a:pPr lvl="0">
              <a:lnSpc>
                <a:spcPct val="145000"/>
              </a:lnSpc>
            </a:pPr>
            <a:r>
              <a:rPr lang="en-US" dirty="0"/>
              <a:t>A universe with infinite number of members is known as an </a:t>
            </a:r>
            <a:r>
              <a:rPr lang="en-US" b="1" dirty="0">
                <a:solidFill>
                  <a:srgbClr val="FF0000"/>
                </a:solidFill>
              </a:rPr>
              <a:t>infinite universe</a:t>
            </a:r>
            <a:r>
              <a:rPr lang="en-US" dirty="0"/>
              <a:t>.</a:t>
            </a:r>
          </a:p>
          <a:p>
            <a:pPr lvl="0">
              <a:lnSpc>
                <a:spcPct val="145000"/>
              </a:lnSpc>
            </a:pPr>
            <a:endParaRPr lang="en-US" dirty="0"/>
          </a:p>
          <a:p>
            <a:pPr lvl="0">
              <a:lnSpc>
                <a:spcPct val="145000"/>
              </a:lnSpc>
            </a:pPr>
            <a:r>
              <a:rPr lang="en-US" b="1" dirty="0">
                <a:solidFill>
                  <a:schemeClr val="accent6">
                    <a:lumMod val="75000"/>
                  </a:schemeClr>
                </a:solidFill>
              </a:rPr>
              <a:t>For Example:</a:t>
            </a:r>
          </a:p>
          <a:p>
            <a:pPr lvl="1">
              <a:lnSpc>
                <a:spcPct val="145000"/>
              </a:lnSpc>
            </a:pPr>
            <a:r>
              <a:rPr lang="en-US" dirty="0"/>
              <a:t>The universe of stars</a:t>
            </a:r>
          </a:p>
          <a:p>
            <a:pPr lvl="1">
              <a:lnSpc>
                <a:spcPct val="145000"/>
              </a:lnSpc>
            </a:pPr>
            <a:r>
              <a:rPr lang="en-US" dirty="0"/>
              <a:t>Set of points in real line</a:t>
            </a:r>
          </a:p>
          <a:p>
            <a:pPr lvl="1">
              <a:lnSpc>
                <a:spcPct val="145000"/>
              </a:lnSpc>
            </a:pPr>
            <a:r>
              <a:rPr lang="en-US" dirty="0"/>
              <a:t>Set of email id’s</a:t>
            </a:r>
          </a:p>
          <a:p>
            <a:pPr marL="0" lvl="0" indent="0">
              <a:lnSpc>
                <a:spcPct val="145000"/>
              </a:lnSpc>
              <a:buNone/>
            </a:pPr>
            <a:endParaRPr lang="en-US" dirty="0"/>
          </a:p>
          <a:p>
            <a:pPr lvl="0">
              <a:lnSpc>
                <a:spcPct val="145000"/>
              </a:lnSpc>
            </a:pPr>
            <a:endParaRPr lang="en-US" dirty="0"/>
          </a:p>
        </p:txBody>
      </p:sp>
    </p:spTree>
    <p:extLst>
      <p:ext uri="{BB962C8B-B14F-4D97-AF65-F5344CB8AC3E}">
        <p14:creationId xmlns:p14="http://schemas.microsoft.com/office/powerpoint/2010/main" val="1270402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BF005-1098-580F-7BD4-CD59D9BE72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8BD829-5FC5-F403-4819-C4BBC968B0CB}"/>
              </a:ext>
            </a:extLst>
          </p:cNvPr>
          <p:cNvSpPr>
            <a:spLocks noGrp="1"/>
          </p:cNvSpPr>
          <p:nvPr>
            <p:ph type="title"/>
          </p:nvPr>
        </p:nvSpPr>
        <p:spPr/>
        <p:txBody>
          <a:bodyPr/>
          <a:lstStyle/>
          <a:p>
            <a:r>
              <a:rPr lang="en-US" dirty="0"/>
              <a:t>Population OR Universe</a:t>
            </a:r>
          </a:p>
        </p:txBody>
      </p:sp>
      <p:sp>
        <p:nvSpPr>
          <p:cNvPr id="3" name="Content Placeholder 2">
            <a:extLst>
              <a:ext uri="{FF2B5EF4-FFF2-40B4-BE49-F238E27FC236}">
                <a16:creationId xmlns:a16="http://schemas.microsoft.com/office/drawing/2014/main" id="{B3446A3B-CC88-DE02-6628-63819236048A}"/>
              </a:ext>
            </a:extLst>
          </p:cNvPr>
          <p:cNvSpPr>
            <a:spLocks noGrp="1"/>
          </p:cNvSpPr>
          <p:nvPr>
            <p:ph idx="1"/>
          </p:nvPr>
        </p:nvSpPr>
        <p:spPr>
          <a:xfrm>
            <a:off x="131180" y="831545"/>
            <a:ext cx="11929641" cy="5579893"/>
          </a:xfrm>
        </p:spPr>
        <p:txBody>
          <a:bodyPr/>
          <a:lstStyle/>
          <a:p>
            <a:pPr lvl="0">
              <a:lnSpc>
                <a:spcPct val="145000"/>
              </a:lnSpc>
            </a:pPr>
            <a:r>
              <a:rPr lang="en-US" dirty="0"/>
              <a:t>The collection of all possible ways in which a specified event can happen is known as a </a:t>
            </a:r>
            <a:r>
              <a:rPr lang="en-US" b="1" dirty="0">
                <a:solidFill>
                  <a:srgbClr val="FF0000"/>
                </a:solidFill>
              </a:rPr>
              <a:t>hypothetical universe</a:t>
            </a:r>
            <a:r>
              <a:rPr lang="en-US" dirty="0"/>
              <a:t>.</a:t>
            </a:r>
          </a:p>
          <a:p>
            <a:pPr lvl="0">
              <a:lnSpc>
                <a:spcPct val="145000"/>
              </a:lnSpc>
            </a:pPr>
            <a:endParaRPr lang="en-US" dirty="0"/>
          </a:p>
        </p:txBody>
      </p:sp>
      <p:sp>
        <p:nvSpPr>
          <p:cNvPr id="6" name="Rectangle: Rounded Corners 5">
            <a:extLst>
              <a:ext uri="{FF2B5EF4-FFF2-40B4-BE49-F238E27FC236}">
                <a16:creationId xmlns:a16="http://schemas.microsoft.com/office/drawing/2014/main" id="{42A9C7CE-8E63-7D17-60ED-B4D105701C03}"/>
              </a:ext>
            </a:extLst>
          </p:cNvPr>
          <p:cNvSpPr/>
          <p:nvPr/>
        </p:nvSpPr>
        <p:spPr>
          <a:xfrm>
            <a:off x="7875270" y="2663190"/>
            <a:ext cx="2320290" cy="605790"/>
          </a:xfrm>
          <a:prstGeom prst="round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Outcome 1</a:t>
            </a:r>
            <a:endParaRPr lang="en-IN" sz="2800" dirty="0"/>
          </a:p>
        </p:txBody>
      </p:sp>
      <p:sp>
        <p:nvSpPr>
          <p:cNvPr id="7" name="Rectangle: Rounded Corners 6">
            <a:extLst>
              <a:ext uri="{FF2B5EF4-FFF2-40B4-BE49-F238E27FC236}">
                <a16:creationId xmlns:a16="http://schemas.microsoft.com/office/drawing/2014/main" id="{4EDC28E4-079A-6808-AFDF-3EB324311E2B}"/>
              </a:ext>
            </a:extLst>
          </p:cNvPr>
          <p:cNvSpPr/>
          <p:nvPr/>
        </p:nvSpPr>
        <p:spPr>
          <a:xfrm>
            <a:off x="8427720" y="4154409"/>
            <a:ext cx="2320290" cy="605790"/>
          </a:xfrm>
          <a:prstGeom prst="round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Outcome 2</a:t>
            </a:r>
            <a:endParaRPr lang="en-IN" sz="2800" dirty="0"/>
          </a:p>
        </p:txBody>
      </p:sp>
      <p:sp>
        <p:nvSpPr>
          <p:cNvPr id="8" name="Rectangle: Rounded Corners 7">
            <a:extLst>
              <a:ext uri="{FF2B5EF4-FFF2-40B4-BE49-F238E27FC236}">
                <a16:creationId xmlns:a16="http://schemas.microsoft.com/office/drawing/2014/main" id="{D47C796D-B4DE-B982-8B9F-9EDF13DA8CA7}"/>
              </a:ext>
            </a:extLst>
          </p:cNvPr>
          <p:cNvSpPr/>
          <p:nvPr/>
        </p:nvSpPr>
        <p:spPr>
          <a:xfrm>
            <a:off x="5114925" y="5637941"/>
            <a:ext cx="2320290" cy="605790"/>
          </a:xfrm>
          <a:prstGeom prst="round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Outcome 3</a:t>
            </a:r>
            <a:endParaRPr lang="en-IN" sz="2800" dirty="0"/>
          </a:p>
        </p:txBody>
      </p:sp>
      <p:sp>
        <p:nvSpPr>
          <p:cNvPr id="9" name="Rectangle: Rounded Corners 8">
            <a:extLst>
              <a:ext uri="{FF2B5EF4-FFF2-40B4-BE49-F238E27FC236}">
                <a16:creationId xmlns:a16="http://schemas.microsoft.com/office/drawing/2014/main" id="{30BD7C68-CD4F-3DD0-EBAD-9C3DD6F3C2DB}"/>
              </a:ext>
            </a:extLst>
          </p:cNvPr>
          <p:cNvSpPr/>
          <p:nvPr/>
        </p:nvSpPr>
        <p:spPr>
          <a:xfrm>
            <a:off x="1824990" y="4154409"/>
            <a:ext cx="2320290" cy="605790"/>
          </a:xfrm>
          <a:prstGeom prst="round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Outcome 4</a:t>
            </a:r>
            <a:endParaRPr lang="en-IN" sz="2800" dirty="0"/>
          </a:p>
        </p:txBody>
      </p:sp>
      <p:sp>
        <p:nvSpPr>
          <p:cNvPr id="10" name="Rectangle: Rounded Corners 9">
            <a:extLst>
              <a:ext uri="{FF2B5EF4-FFF2-40B4-BE49-F238E27FC236}">
                <a16:creationId xmlns:a16="http://schemas.microsoft.com/office/drawing/2014/main" id="{C439B07F-0353-23B1-EE80-F7CFCE8D8001}"/>
              </a:ext>
            </a:extLst>
          </p:cNvPr>
          <p:cNvSpPr/>
          <p:nvPr/>
        </p:nvSpPr>
        <p:spPr>
          <a:xfrm>
            <a:off x="2099310" y="2663190"/>
            <a:ext cx="2320290" cy="605790"/>
          </a:xfrm>
          <a:prstGeom prst="round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Outcome 5</a:t>
            </a:r>
            <a:endParaRPr lang="en-IN" sz="2800" dirty="0"/>
          </a:p>
        </p:txBody>
      </p:sp>
      <p:grpSp>
        <p:nvGrpSpPr>
          <p:cNvPr id="16" name="Group 15">
            <a:extLst>
              <a:ext uri="{FF2B5EF4-FFF2-40B4-BE49-F238E27FC236}">
                <a16:creationId xmlns:a16="http://schemas.microsoft.com/office/drawing/2014/main" id="{E7A78B8E-E43E-8B3B-7C33-52A6FCB7C07F}"/>
              </a:ext>
            </a:extLst>
          </p:cNvPr>
          <p:cNvGrpSpPr/>
          <p:nvPr/>
        </p:nvGrpSpPr>
        <p:grpSpPr>
          <a:xfrm>
            <a:off x="4282126" y="3113246"/>
            <a:ext cx="4020177" cy="2456115"/>
            <a:chOff x="4282126" y="3273266"/>
            <a:chExt cx="4020177" cy="2456115"/>
          </a:xfrm>
          <a:solidFill>
            <a:schemeClr val="accent6">
              <a:lumMod val="75000"/>
            </a:schemeClr>
          </a:solidFill>
        </p:grpSpPr>
        <p:sp>
          <p:nvSpPr>
            <p:cNvPr id="5" name="Oval 4">
              <a:extLst>
                <a:ext uri="{FF2B5EF4-FFF2-40B4-BE49-F238E27FC236}">
                  <a16:creationId xmlns:a16="http://schemas.microsoft.com/office/drawing/2014/main" id="{D472E8AE-DEAE-A28C-FF8F-7D05CD0EBA43}"/>
                </a:ext>
              </a:extLst>
            </p:cNvPr>
            <p:cNvSpPr/>
            <p:nvPr/>
          </p:nvSpPr>
          <p:spPr>
            <a:xfrm>
              <a:off x="4869180" y="3587201"/>
              <a:ext cx="2811780" cy="16705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Hypothetical Universe</a:t>
              </a:r>
              <a:endParaRPr lang="en-IN" sz="2800" dirty="0"/>
            </a:p>
          </p:txBody>
        </p:sp>
        <p:sp>
          <p:nvSpPr>
            <p:cNvPr id="11" name="Arrow: Up 10">
              <a:extLst>
                <a:ext uri="{FF2B5EF4-FFF2-40B4-BE49-F238E27FC236}">
                  <a16:creationId xmlns:a16="http://schemas.microsoft.com/office/drawing/2014/main" id="{A4E65F1F-A333-7A92-8F64-5AF55B821B7C}"/>
                </a:ext>
              </a:extLst>
            </p:cNvPr>
            <p:cNvSpPr/>
            <p:nvPr/>
          </p:nvSpPr>
          <p:spPr>
            <a:xfrm rot="2628304">
              <a:off x="7202984" y="3273266"/>
              <a:ext cx="588645" cy="713825"/>
            </a:xfrm>
            <a:prstGeom prst="upArrow">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Arrow: Up 11">
              <a:extLst>
                <a:ext uri="{FF2B5EF4-FFF2-40B4-BE49-F238E27FC236}">
                  <a16:creationId xmlns:a16="http://schemas.microsoft.com/office/drawing/2014/main" id="{C51C442F-4A03-F498-695D-739815F5770E}"/>
                </a:ext>
              </a:extLst>
            </p:cNvPr>
            <p:cNvSpPr/>
            <p:nvPr/>
          </p:nvSpPr>
          <p:spPr>
            <a:xfrm rot="5400000">
              <a:off x="7651068" y="4208976"/>
              <a:ext cx="588645" cy="713825"/>
            </a:xfrm>
            <a:prstGeom prst="upArrow">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Arrow: Up 12">
              <a:extLst>
                <a:ext uri="{FF2B5EF4-FFF2-40B4-BE49-F238E27FC236}">
                  <a16:creationId xmlns:a16="http://schemas.microsoft.com/office/drawing/2014/main" id="{A324C15E-A4B5-5926-6CC3-BFC3F70774EE}"/>
                </a:ext>
              </a:extLst>
            </p:cNvPr>
            <p:cNvSpPr/>
            <p:nvPr/>
          </p:nvSpPr>
          <p:spPr>
            <a:xfrm rot="10800000">
              <a:off x="5980747" y="5015556"/>
              <a:ext cx="588645" cy="713825"/>
            </a:xfrm>
            <a:prstGeom prst="upArrow">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Arrow: Up 13">
              <a:extLst>
                <a:ext uri="{FF2B5EF4-FFF2-40B4-BE49-F238E27FC236}">
                  <a16:creationId xmlns:a16="http://schemas.microsoft.com/office/drawing/2014/main" id="{30570DCF-E427-F07E-3F07-CD0383E918CE}"/>
                </a:ext>
              </a:extLst>
            </p:cNvPr>
            <p:cNvSpPr/>
            <p:nvPr/>
          </p:nvSpPr>
          <p:spPr>
            <a:xfrm rot="16200000">
              <a:off x="4344716" y="4249625"/>
              <a:ext cx="588645" cy="713825"/>
            </a:xfrm>
            <a:prstGeom prst="upArrow">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Arrow: Up 14">
              <a:extLst>
                <a:ext uri="{FF2B5EF4-FFF2-40B4-BE49-F238E27FC236}">
                  <a16:creationId xmlns:a16="http://schemas.microsoft.com/office/drawing/2014/main" id="{EB731B2E-D57E-1843-A689-D51850EECBBD}"/>
                </a:ext>
              </a:extLst>
            </p:cNvPr>
            <p:cNvSpPr/>
            <p:nvPr/>
          </p:nvSpPr>
          <p:spPr>
            <a:xfrm rot="18567456">
              <a:off x="4737024" y="3266102"/>
              <a:ext cx="588645" cy="833658"/>
            </a:xfrm>
            <a:prstGeom prst="upArrow">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1721873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grpId="0" nodeType="after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childTnLst>
                                </p:cTn>
                              </p:par>
                            </p:childTnLst>
                          </p:cTn>
                        </p:par>
                        <p:par>
                          <p:cTn id="24" fill="hold">
                            <p:stCondLst>
                              <p:cond delay="0"/>
                            </p:stCondLst>
                            <p:childTnLst>
                              <p:par>
                                <p:cTn id="25" presetID="1" presetClass="entr" presetSubtype="0" fill="hold" grpId="0" nodeType="after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animBg="1"/>
      <p:bldP spid="7" grpId="0" animBg="1"/>
      <p:bldP spid="8" grpId="0" animBg="1"/>
      <p:bldP spid="9" grpId="0" animBg="1"/>
      <p:bldP spid="10" grpId="0" animBg="1"/>
    </p:bld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1D261-9A1D-A423-A6C1-0AF96F0DB0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A0E86C-C9A6-E22D-D623-557AC158B1EF}"/>
              </a:ext>
            </a:extLst>
          </p:cNvPr>
          <p:cNvSpPr>
            <a:spLocks noGrp="1"/>
          </p:cNvSpPr>
          <p:nvPr>
            <p:ph type="title"/>
          </p:nvPr>
        </p:nvSpPr>
        <p:spPr/>
        <p:txBody>
          <a:bodyPr/>
          <a:lstStyle/>
          <a:p>
            <a:r>
              <a:rPr lang="en-US" dirty="0"/>
              <a:t>Population OR Universe</a:t>
            </a:r>
          </a:p>
        </p:txBody>
      </p:sp>
      <p:sp>
        <p:nvSpPr>
          <p:cNvPr id="3" name="Content Placeholder 2">
            <a:extLst>
              <a:ext uri="{FF2B5EF4-FFF2-40B4-BE49-F238E27FC236}">
                <a16:creationId xmlns:a16="http://schemas.microsoft.com/office/drawing/2014/main" id="{0A0B6EF8-DF24-33B5-25D7-D07DFC4704F6}"/>
              </a:ext>
            </a:extLst>
          </p:cNvPr>
          <p:cNvSpPr>
            <a:spLocks noGrp="1"/>
          </p:cNvSpPr>
          <p:nvPr>
            <p:ph idx="1"/>
          </p:nvPr>
        </p:nvSpPr>
        <p:spPr>
          <a:xfrm>
            <a:off x="131180" y="831545"/>
            <a:ext cx="11929641" cy="5579893"/>
          </a:xfrm>
        </p:spPr>
        <p:txBody>
          <a:bodyPr/>
          <a:lstStyle/>
          <a:p>
            <a:pPr lvl="0">
              <a:lnSpc>
                <a:spcPct val="145000"/>
              </a:lnSpc>
            </a:pPr>
            <a:r>
              <a:rPr lang="en-US" b="1" dirty="0">
                <a:solidFill>
                  <a:schemeClr val="accent6">
                    <a:lumMod val="75000"/>
                  </a:schemeClr>
                </a:solidFill>
              </a:rPr>
              <a:t>For Example:</a:t>
            </a:r>
          </a:p>
          <a:p>
            <a:pPr lvl="1">
              <a:lnSpc>
                <a:spcPct val="145000"/>
              </a:lnSpc>
            </a:pPr>
            <a:r>
              <a:rPr lang="en-US" dirty="0"/>
              <a:t>Event: </a:t>
            </a:r>
            <a:r>
              <a:rPr lang="en-IN" dirty="0"/>
              <a:t>Rolling a six-sided die.</a:t>
            </a:r>
            <a:endParaRPr lang="en-US" dirty="0"/>
          </a:p>
          <a:p>
            <a:pPr lvl="0">
              <a:lnSpc>
                <a:spcPct val="145000"/>
              </a:lnSpc>
            </a:pPr>
            <a:endParaRPr lang="en-US" dirty="0"/>
          </a:p>
        </p:txBody>
      </p:sp>
      <p:sp>
        <p:nvSpPr>
          <p:cNvPr id="6" name="Rectangle: Rounded Corners 5">
            <a:extLst>
              <a:ext uri="{FF2B5EF4-FFF2-40B4-BE49-F238E27FC236}">
                <a16:creationId xmlns:a16="http://schemas.microsoft.com/office/drawing/2014/main" id="{C6E1E6C9-5F99-AC62-9C17-E3F7B1148D01}"/>
              </a:ext>
            </a:extLst>
          </p:cNvPr>
          <p:cNvSpPr/>
          <p:nvPr/>
        </p:nvSpPr>
        <p:spPr>
          <a:xfrm>
            <a:off x="7942912" y="2663190"/>
            <a:ext cx="646183" cy="605790"/>
          </a:xfrm>
          <a:prstGeom prst="round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2</a:t>
            </a:r>
            <a:endParaRPr lang="en-IN" sz="2800" dirty="0"/>
          </a:p>
        </p:txBody>
      </p:sp>
      <p:sp>
        <p:nvSpPr>
          <p:cNvPr id="7" name="Rectangle: Rounded Corners 6">
            <a:extLst>
              <a:ext uri="{FF2B5EF4-FFF2-40B4-BE49-F238E27FC236}">
                <a16:creationId xmlns:a16="http://schemas.microsoft.com/office/drawing/2014/main" id="{AAD41032-D942-6CDF-E704-CAA8CF1DF2DA}"/>
              </a:ext>
            </a:extLst>
          </p:cNvPr>
          <p:cNvSpPr/>
          <p:nvPr/>
        </p:nvSpPr>
        <p:spPr>
          <a:xfrm>
            <a:off x="8427721" y="4154409"/>
            <a:ext cx="613410" cy="605790"/>
          </a:xfrm>
          <a:prstGeom prst="round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3</a:t>
            </a:r>
            <a:endParaRPr lang="en-IN" sz="2800" dirty="0"/>
          </a:p>
        </p:txBody>
      </p:sp>
      <p:sp>
        <p:nvSpPr>
          <p:cNvPr id="8" name="Rectangle: Rounded Corners 7">
            <a:extLst>
              <a:ext uri="{FF2B5EF4-FFF2-40B4-BE49-F238E27FC236}">
                <a16:creationId xmlns:a16="http://schemas.microsoft.com/office/drawing/2014/main" id="{C5437423-DB2E-ECA1-1E0B-F7EF08596137}"/>
              </a:ext>
            </a:extLst>
          </p:cNvPr>
          <p:cNvSpPr/>
          <p:nvPr/>
        </p:nvSpPr>
        <p:spPr>
          <a:xfrm>
            <a:off x="5969316" y="5684174"/>
            <a:ext cx="611505" cy="605790"/>
          </a:xfrm>
          <a:prstGeom prst="round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4</a:t>
            </a:r>
            <a:endParaRPr lang="en-IN" sz="2800" dirty="0"/>
          </a:p>
        </p:txBody>
      </p:sp>
      <p:sp>
        <p:nvSpPr>
          <p:cNvPr id="9" name="Rectangle: Rounded Corners 8">
            <a:extLst>
              <a:ext uri="{FF2B5EF4-FFF2-40B4-BE49-F238E27FC236}">
                <a16:creationId xmlns:a16="http://schemas.microsoft.com/office/drawing/2014/main" id="{2B73E0CC-AA8E-65EA-85AC-B68FDE864596}"/>
              </a:ext>
            </a:extLst>
          </p:cNvPr>
          <p:cNvSpPr/>
          <p:nvPr/>
        </p:nvSpPr>
        <p:spPr>
          <a:xfrm>
            <a:off x="3569968" y="4154409"/>
            <a:ext cx="586740" cy="605790"/>
          </a:xfrm>
          <a:prstGeom prst="round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5</a:t>
            </a:r>
            <a:endParaRPr lang="en-IN" sz="2800" dirty="0"/>
          </a:p>
        </p:txBody>
      </p:sp>
      <p:sp>
        <p:nvSpPr>
          <p:cNvPr id="10" name="Rectangle: Rounded Corners 9">
            <a:extLst>
              <a:ext uri="{FF2B5EF4-FFF2-40B4-BE49-F238E27FC236}">
                <a16:creationId xmlns:a16="http://schemas.microsoft.com/office/drawing/2014/main" id="{3E6FE89C-A3D5-504B-05AB-AA93C5F4D2CF}"/>
              </a:ext>
            </a:extLst>
          </p:cNvPr>
          <p:cNvSpPr/>
          <p:nvPr/>
        </p:nvSpPr>
        <p:spPr>
          <a:xfrm>
            <a:off x="3830954" y="2663190"/>
            <a:ext cx="588645" cy="605790"/>
          </a:xfrm>
          <a:prstGeom prst="round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6</a:t>
            </a:r>
            <a:endParaRPr lang="en-IN" sz="2800" dirty="0"/>
          </a:p>
        </p:txBody>
      </p:sp>
      <p:sp>
        <p:nvSpPr>
          <p:cNvPr id="18" name="Rectangle: Rounded Corners 17">
            <a:extLst>
              <a:ext uri="{FF2B5EF4-FFF2-40B4-BE49-F238E27FC236}">
                <a16:creationId xmlns:a16="http://schemas.microsoft.com/office/drawing/2014/main" id="{1C58B880-DE1C-8AA8-03BE-2D0C69AE8AE7}"/>
              </a:ext>
            </a:extLst>
          </p:cNvPr>
          <p:cNvSpPr/>
          <p:nvPr/>
        </p:nvSpPr>
        <p:spPr>
          <a:xfrm>
            <a:off x="5883889" y="2066453"/>
            <a:ext cx="588646" cy="605790"/>
          </a:xfrm>
          <a:prstGeom prst="round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1</a:t>
            </a:r>
            <a:endParaRPr lang="en-IN" sz="2800" dirty="0"/>
          </a:p>
        </p:txBody>
      </p:sp>
      <p:grpSp>
        <p:nvGrpSpPr>
          <p:cNvPr id="20" name="Group 19">
            <a:extLst>
              <a:ext uri="{FF2B5EF4-FFF2-40B4-BE49-F238E27FC236}">
                <a16:creationId xmlns:a16="http://schemas.microsoft.com/office/drawing/2014/main" id="{AB1DDDE4-2B03-7734-2F8C-FE625254AFB3}"/>
              </a:ext>
            </a:extLst>
          </p:cNvPr>
          <p:cNvGrpSpPr/>
          <p:nvPr/>
        </p:nvGrpSpPr>
        <p:grpSpPr>
          <a:xfrm>
            <a:off x="4282126" y="2770857"/>
            <a:ext cx="4020177" cy="2798504"/>
            <a:chOff x="4282126" y="2770857"/>
            <a:chExt cx="4020177" cy="2798504"/>
          </a:xfrm>
        </p:grpSpPr>
        <p:grpSp>
          <p:nvGrpSpPr>
            <p:cNvPr id="16" name="Group 15">
              <a:extLst>
                <a:ext uri="{FF2B5EF4-FFF2-40B4-BE49-F238E27FC236}">
                  <a16:creationId xmlns:a16="http://schemas.microsoft.com/office/drawing/2014/main" id="{8E1688ED-31B2-A139-28CC-D04A952D90DB}"/>
                </a:ext>
              </a:extLst>
            </p:cNvPr>
            <p:cNvGrpSpPr/>
            <p:nvPr/>
          </p:nvGrpSpPr>
          <p:grpSpPr>
            <a:xfrm>
              <a:off x="4282126" y="3113246"/>
              <a:ext cx="4020177" cy="2456115"/>
              <a:chOff x="4282126" y="3273266"/>
              <a:chExt cx="4020177" cy="2456115"/>
            </a:xfrm>
            <a:solidFill>
              <a:schemeClr val="accent6">
                <a:lumMod val="75000"/>
              </a:schemeClr>
            </a:solidFill>
          </p:grpSpPr>
          <p:sp>
            <p:nvSpPr>
              <p:cNvPr id="5" name="Oval 4">
                <a:extLst>
                  <a:ext uri="{FF2B5EF4-FFF2-40B4-BE49-F238E27FC236}">
                    <a16:creationId xmlns:a16="http://schemas.microsoft.com/office/drawing/2014/main" id="{9D0EA146-CF9D-71DE-2262-96970D08DA3D}"/>
                  </a:ext>
                </a:extLst>
              </p:cNvPr>
              <p:cNvSpPr/>
              <p:nvPr/>
            </p:nvSpPr>
            <p:spPr>
              <a:xfrm>
                <a:off x="4869180" y="3587201"/>
                <a:ext cx="2811780" cy="16705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Hypothetical Universe</a:t>
                </a:r>
                <a:endParaRPr lang="en-IN" sz="2800" dirty="0"/>
              </a:p>
            </p:txBody>
          </p:sp>
          <p:sp>
            <p:nvSpPr>
              <p:cNvPr id="11" name="Arrow: Up 10">
                <a:extLst>
                  <a:ext uri="{FF2B5EF4-FFF2-40B4-BE49-F238E27FC236}">
                    <a16:creationId xmlns:a16="http://schemas.microsoft.com/office/drawing/2014/main" id="{1F293522-DE28-0575-DD78-1F6D2708E37D}"/>
                  </a:ext>
                </a:extLst>
              </p:cNvPr>
              <p:cNvSpPr/>
              <p:nvPr/>
            </p:nvSpPr>
            <p:spPr>
              <a:xfrm rot="2628304">
                <a:off x="7202984" y="3273266"/>
                <a:ext cx="588645" cy="713825"/>
              </a:xfrm>
              <a:prstGeom prst="upArrow">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Arrow: Up 11">
                <a:extLst>
                  <a:ext uri="{FF2B5EF4-FFF2-40B4-BE49-F238E27FC236}">
                    <a16:creationId xmlns:a16="http://schemas.microsoft.com/office/drawing/2014/main" id="{9C84DA30-9AB3-F2A1-2249-9F6153FA8482}"/>
                  </a:ext>
                </a:extLst>
              </p:cNvPr>
              <p:cNvSpPr/>
              <p:nvPr/>
            </p:nvSpPr>
            <p:spPr>
              <a:xfrm rot="5400000">
                <a:off x="7651068" y="4208976"/>
                <a:ext cx="588645" cy="713825"/>
              </a:xfrm>
              <a:prstGeom prst="upArrow">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Arrow: Up 12">
                <a:extLst>
                  <a:ext uri="{FF2B5EF4-FFF2-40B4-BE49-F238E27FC236}">
                    <a16:creationId xmlns:a16="http://schemas.microsoft.com/office/drawing/2014/main" id="{CF758652-E2FC-C15C-8C4D-31E1E343B462}"/>
                  </a:ext>
                </a:extLst>
              </p:cNvPr>
              <p:cNvSpPr/>
              <p:nvPr/>
            </p:nvSpPr>
            <p:spPr>
              <a:xfrm rot="10800000">
                <a:off x="5980747" y="5015556"/>
                <a:ext cx="588645" cy="713825"/>
              </a:xfrm>
              <a:prstGeom prst="upArrow">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Arrow: Up 13">
                <a:extLst>
                  <a:ext uri="{FF2B5EF4-FFF2-40B4-BE49-F238E27FC236}">
                    <a16:creationId xmlns:a16="http://schemas.microsoft.com/office/drawing/2014/main" id="{8729750F-AE3F-DF2E-2D14-88D41A4FCFDB}"/>
                  </a:ext>
                </a:extLst>
              </p:cNvPr>
              <p:cNvSpPr/>
              <p:nvPr/>
            </p:nvSpPr>
            <p:spPr>
              <a:xfrm rot="16200000">
                <a:off x="4344716" y="4249625"/>
                <a:ext cx="588645" cy="713825"/>
              </a:xfrm>
              <a:prstGeom prst="upArrow">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Arrow: Up 14">
                <a:extLst>
                  <a:ext uri="{FF2B5EF4-FFF2-40B4-BE49-F238E27FC236}">
                    <a16:creationId xmlns:a16="http://schemas.microsoft.com/office/drawing/2014/main" id="{9CD066D2-DB8E-2213-48DD-93A9F1E5B231}"/>
                  </a:ext>
                </a:extLst>
              </p:cNvPr>
              <p:cNvSpPr/>
              <p:nvPr/>
            </p:nvSpPr>
            <p:spPr>
              <a:xfrm rot="18567456">
                <a:off x="4737024" y="3266102"/>
                <a:ext cx="588645" cy="833658"/>
              </a:xfrm>
              <a:prstGeom prst="upArrow">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19" name="Arrow: Up 18">
              <a:extLst>
                <a:ext uri="{FF2B5EF4-FFF2-40B4-BE49-F238E27FC236}">
                  <a16:creationId xmlns:a16="http://schemas.microsoft.com/office/drawing/2014/main" id="{3DC64F3D-98C4-9ACC-FB1E-2F32F2DEA948}"/>
                </a:ext>
              </a:extLst>
            </p:cNvPr>
            <p:cNvSpPr/>
            <p:nvPr/>
          </p:nvSpPr>
          <p:spPr>
            <a:xfrm>
              <a:off x="5886933" y="2770857"/>
              <a:ext cx="588645" cy="833658"/>
            </a:xfrm>
            <a:prstGeom prst="upArrow">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2326704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grpId="0" nodeType="after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grpId="0" nodeType="afterEffect">
                                  <p:stCondLst>
                                    <p:cond delay="0"/>
                                  </p:stCondLst>
                                  <p:childTnLst>
                                    <p:set>
                                      <p:cBhvr>
                                        <p:cTn id="25" dur="1" fill="hold">
                                          <p:stCondLst>
                                            <p:cond delay="0"/>
                                          </p:stCondLst>
                                        </p:cTn>
                                        <p:tgtEl>
                                          <p:spTgt spid="9"/>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grpId="0" nodeType="after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par>
                          <p:cTn id="29" fill="hold">
                            <p:stCondLst>
                              <p:cond delay="0"/>
                            </p:stCondLst>
                            <p:childTnLst>
                              <p:par>
                                <p:cTn id="30" presetID="1" presetClass="entr" presetSubtype="0" fill="hold" grpId="0" nodeType="afterEffect">
                                  <p:stCondLst>
                                    <p:cond delay="0"/>
                                  </p:stCondLst>
                                  <p:childTnLst>
                                    <p:set>
                                      <p:cBhvr>
                                        <p:cTn id="31"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animBg="1"/>
      <p:bldP spid="7" grpId="0" animBg="1"/>
      <p:bldP spid="8" grpId="0" animBg="1"/>
      <p:bldP spid="9" grpId="0" animBg="1"/>
      <p:bldP spid="10" grpId="0" animBg="1"/>
      <p:bldP spid="18" grpId="0" animBg="1"/>
    </p:bld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E36C8-ACA7-5311-C9BA-7DA37DD81F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3690C8-802B-4B41-0816-CFD8CD1F91A4}"/>
              </a:ext>
            </a:extLst>
          </p:cNvPr>
          <p:cNvSpPr>
            <a:spLocks noGrp="1"/>
          </p:cNvSpPr>
          <p:nvPr>
            <p:ph type="title"/>
          </p:nvPr>
        </p:nvSpPr>
        <p:spPr/>
        <p:txBody>
          <a:bodyPr/>
          <a:lstStyle/>
          <a:p>
            <a:r>
              <a:rPr lang="en-US" dirty="0"/>
              <a:t>Sampling</a:t>
            </a:r>
          </a:p>
        </p:txBody>
      </p:sp>
      <p:pic>
        <p:nvPicPr>
          <p:cNvPr id="282" name="Picture 281">
            <a:extLst>
              <a:ext uri="{FF2B5EF4-FFF2-40B4-BE49-F238E27FC236}">
                <a16:creationId xmlns:a16="http://schemas.microsoft.com/office/drawing/2014/main" id="{A40D7464-1F81-5171-2059-56B6220A0FFF}"/>
              </a:ext>
            </a:extLst>
          </p:cNvPr>
          <p:cNvPicPr>
            <a:picLocks noChangeAspect="1"/>
          </p:cNvPicPr>
          <p:nvPr/>
        </p:nvPicPr>
        <p:blipFill>
          <a:blip r:embed="rId2">
            <a:clrChange>
              <a:clrFrom>
                <a:srgbClr val="EFFBFB"/>
              </a:clrFrom>
              <a:clrTo>
                <a:srgbClr val="EFFBFB">
                  <a:alpha val="0"/>
                </a:srgbClr>
              </a:clrTo>
            </a:clrChange>
            <a:extLst>
              <a:ext uri="{28A0092B-C50C-407E-A947-70E740481C1C}">
                <a14:useLocalDpi xmlns:a14="http://schemas.microsoft.com/office/drawing/2010/main" val="0"/>
              </a:ext>
            </a:extLst>
          </a:blip>
          <a:stretch>
            <a:fillRect/>
          </a:stretch>
        </p:blipFill>
        <p:spPr>
          <a:xfrm>
            <a:off x="195842" y="711200"/>
            <a:ext cx="8198134" cy="5880099"/>
          </a:xfrm>
          <a:prstGeom prst="rect">
            <a:avLst/>
          </a:prstGeom>
        </p:spPr>
      </p:pic>
      <p:sp>
        <p:nvSpPr>
          <p:cNvPr id="283" name="TextBox 282">
            <a:extLst>
              <a:ext uri="{FF2B5EF4-FFF2-40B4-BE49-F238E27FC236}">
                <a16:creationId xmlns:a16="http://schemas.microsoft.com/office/drawing/2014/main" id="{586BCC21-0D6E-471F-A2D8-67BA4C1C6321}"/>
              </a:ext>
            </a:extLst>
          </p:cNvPr>
          <p:cNvSpPr txBox="1"/>
          <p:nvPr/>
        </p:nvSpPr>
        <p:spPr>
          <a:xfrm>
            <a:off x="559206" y="5966889"/>
            <a:ext cx="5190429" cy="523220"/>
          </a:xfrm>
          <a:prstGeom prst="rect">
            <a:avLst/>
          </a:prstGeom>
          <a:noFill/>
        </p:spPr>
        <p:txBody>
          <a:bodyPr wrap="square" rtlCol="0">
            <a:spAutoFit/>
          </a:bodyPr>
          <a:lstStyle/>
          <a:p>
            <a:r>
              <a:rPr lang="en-US" sz="2800" dirty="0">
                <a:solidFill>
                  <a:srgbClr val="002060"/>
                </a:solidFill>
              </a:rPr>
              <a:t>People of Gujarat is POPULATION.</a:t>
            </a:r>
          </a:p>
        </p:txBody>
      </p:sp>
      <p:sp>
        <p:nvSpPr>
          <p:cNvPr id="284" name="TextBox 283">
            <a:extLst>
              <a:ext uri="{FF2B5EF4-FFF2-40B4-BE49-F238E27FC236}">
                <a16:creationId xmlns:a16="http://schemas.microsoft.com/office/drawing/2014/main" id="{D55A1E09-F9AD-65F1-72D4-1FAC7675D40B}"/>
              </a:ext>
            </a:extLst>
          </p:cNvPr>
          <p:cNvSpPr txBox="1"/>
          <p:nvPr/>
        </p:nvSpPr>
        <p:spPr>
          <a:xfrm>
            <a:off x="7834572" y="711199"/>
            <a:ext cx="4261139" cy="523220"/>
          </a:xfrm>
          <a:prstGeom prst="rect">
            <a:avLst/>
          </a:prstGeom>
          <a:noFill/>
        </p:spPr>
        <p:txBody>
          <a:bodyPr wrap="square" rtlCol="0">
            <a:spAutoFit/>
          </a:bodyPr>
          <a:lstStyle/>
          <a:p>
            <a:r>
              <a:rPr lang="en-US" sz="2800" dirty="0">
                <a:solidFill>
                  <a:srgbClr val="002060"/>
                </a:solidFill>
              </a:rPr>
              <a:t>People of Rajkot is SAMPLE.</a:t>
            </a:r>
          </a:p>
        </p:txBody>
      </p:sp>
      <p:pic>
        <p:nvPicPr>
          <p:cNvPr id="285" name="Picture 284">
            <a:extLst>
              <a:ext uri="{FF2B5EF4-FFF2-40B4-BE49-F238E27FC236}">
                <a16:creationId xmlns:a16="http://schemas.microsoft.com/office/drawing/2014/main" id="{99E2A9B5-E6D9-6EBD-425C-FBFC084297AC}"/>
              </a:ext>
            </a:extLst>
          </p:cNvPr>
          <p:cNvPicPr>
            <a:picLocks noChangeAspect="1"/>
          </p:cNvPicPr>
          <p:nvPr/>
        </p:nvPicPr>
        <p:blipFill rotWithShape="1">
          <a:blip r:embed="rId3">
            <a:extLst>
              <a:ext uri="{BEBA8EAE-BF5A-486C-A8C5-ECC9F3942E4B}">
                <a14:imgProps xmlns:a14="http://schemas.microsoft.com/office/drawing/2010/main">
                  <a14:imgLayer r:embed="rId4">
                    <a14:imgEffect>
                      <a14:backgroundRemoval t="35075" b="70896" l="30000" r="54600"/>
                    </a14:imgEffect>
                  </a14:imgLayer>
                </a14:imgProps>
              </a:ext>
              <a:ext uri="{28A0092B-C50C-407E-A947-70E740481C1C}">
                <a14:useLocalDpi xmlns:a14="http://schemas.microsoft.com/office/drawing/2010/main" val="0"/>
              </a:ext>
            </a:extLst>
          </a:blip>
          <a:srcRect l="29551" t="33211" r="44592" b="28744"/>
          <a:stretch/>
        </p:blipFill>
        <p:spPr>
          <a:xfrm>
            <a:off x="2561358" y="2594610"/>
            <a:ext cx="2240665" cy="2364971"/>
          </a:xfrm>
          <a:prstGeom prst="rect">
            <a:avLst/>
          </a:prstGeom>
        </p:spPr>
      </p:pic>
      <p:sp>
        <p:nvSpPr>
          <p:cNvPr id="3" name="TextBox 2">
            <a:extLst>
              <a:ext uri="{FF2B5EF4-FFF2-40B4-BE49-F238E27FC236}">
                <a16:creationId xmlns:a16="http://schemas.microsoft.com/office/drawing/2014/main" id="{6289C206-F349-3723-DEEF-73D7EDCC0A59}"/>
              </a:ext>
            </a:extLst>
          </p:cNvPr>
          <p:cNvSpPr txBox="1"/>
          <p:nvPr/>
        </p:nvSpPr>
        <p:spPr>
          <a:xfrm>
            <a:off x="8627831" y="3449300"/>
            <a:ext cx="2537460" cy="523220"/>
          </a:xfrm>
          <a:prstGeom prst="rect">
            <a:avLst/>
          </a:prstGeom>
          <a:noFill/>
        </p:spPr>
        <p:txBody>
          <a:bodyPr wrap="square" rtlCol="0">
            <a:spAutoFit/>
          </a:bodyPr>
          <a:lstStyle/>
          <a:p>
            <a:r>
              <a:rPr lang="en-US" sz="2800" dirty="0">
                <a:solidFill>
                  <a:srgbClr val="002060"/>
                </a:solidFill>
              </a:rPr>
              <a:t>Sample size “ n ”</a:t>
            </a:r>
            <a:endParaRPr lang="en-IN" sz="2800" dirty="0">
              <a:solidFill>
                <a:srgbClr val="002060"/>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B0E2A21-F753-3D6D-03CF-797350731E71}"/>
                  </a:ext>
                </a:extLst>
              </p:cNvPr>
              <p:cNvSpPr txBox="1"/>
              <p:nvPr/>
            </p:nvSpPr>
            <p:spPr>
              <a:xfrm>
                <a:off x="8662120" y="3997822"/>
                <a:ext cx="3433591" cy="523220"/>
              </a:xfrm>
              <a:prstGeom prst="rect">
                <a:avLst/>
              </a:prstGeom>
              <a:noFill/>
            </p:spPr>
            <p:txBody>
              <a:bodyPr wrap="square" rtlCol="0">
                <a:spAutoFit/>
              </a:bodyPr>
              <a:lstStyle/>
              <a:p>
                <a:r>
                  <a:rPr lang="en-US" sz="2800" dirty="0">
                    <a:solidFill>
                      <a:srgbClr val="002060"/>
                    </a:solidFill>
                  </a:rPr>
                  <a:t>Large sample : </a:t>
                </a:r>
                <a14:m>
                  <m:oMath xmlns:m="http://schemas.openxmlformats.org/officeDocument/2006/math">
                    <m:r>
                      <m:rPr>
                        <m:sty m:val="p"/>
                      </m:rPr>
                      <a:rPr lang="en-US" sz="2800" b="0" i="0" smtClean="0">
                        <a:solidFill>
                          <a:srgbClr val="002060"/>
                        </a:solidFill>
                        <a:latin typeface="Cambria Math" panose="02040503050406030204" pitchFamily="18" charset="0"/>
                      </a:rPr>
                      <m:t>n</m:t>
                    </m:r>
                    <m:r>
                      <a:rPr lang="en-US" sz="2800" b="0" i="0" smtClean="0">
                        <a:solidFill>
                          <a:srgbClr val="002060"/>
                        </a:solidFill>
                        <a:latin typeface="Cambria Math" panose="02040503050406030204" pitchFamily="18" charset="0"/>
                        <a:ea typeface="Cambria Math" panose="02040503050406030204" pitchFamily="18" charset="0"/>
                      </a:rPr>
                      <m:t>≥30</m:t>
                    </m:r>
                  </m:oMath>
                </a14:m>
                <a:endParaRPr lang="en-IN" sz="2800" dirty="0">
                  <a:solidFill>
                    <a:srgbClr val="002060"/>
                  </a:solidFill>
                </a:endParaRPr>
              </a:p>
            </p:txBody>
          </p:sp>
        </mc:Choice>
        <mc:Fallback xmlns="">
          <p:sp>
            <p:nvSpPr>
              <p:cNvPr id="4" name="TextBox 3">
                <a:extLst>
                  <a:ext uri="{FF2B5EF4-FFF2-40B4-BE49-F238E27FC236}">
                    <a16:creationId xmlns:a16="http://schemas.microsoft.com/office/drawing/2014/main" id="{CB0E2A21-F753-3D6D-03CF-797350731E71}"/>
                  </a:ext>
                </a:extLst>
              </p:cNvPr>
              <p:cNvSpPr txBox="1">
                <a:spLocks noRot="1" noChangeAspect="1" noMove="1" noResize="1" noEditPoints="1" noAdjustHandles="1" noChangeArrowheads="1" noChangeShapeType="1" noTextEdit="1"/>
              </p:cNvSpPr>
              <p:nvPr/>
            </p:nvSpPr>
            <p:spPr>
              <a:xfrm>
                <a:off x="8662120" y="3997822"/>
                <a:ext cx="3433591" cy="523220"/>
              </a:xfrm>
              <a:prstGeom prst="rect">
                <a:avLst/>
              </a:prstGeom>
              <a:blipFill>
                <a:blip r:embed="rId5"/>
                <a:stretch>
                  <a:fillRect l="-3730" t="-12791" b="-3139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4CB427C-1CC7-DDF9-4DD3-AB913D595915}"/>
                  </a:ext>
                </a:extLst>
              </p:cNvPr>
              <p:cNvSpPr txBox="1"/>
              <p:nvPr/>
            </p:nvSpPr>
            <p:spPr>
              <a:xfrm>
                <a:off x="8662120" y="4546344"/>
                <a:ext cx="3433591" cy="523220"/>
              </a:xfrm>
              <a:prstGeom prst="rect">
                <a:avLst/>
              </a:prstGeom>
              <a:noFill/>
            </p:spPr>
            <p:txBody>
              <a:bodyPr wrap="square" rtlCol="0">
                <a:spAutoFit/>
              </a:bodyPr>
              <a:lstStyle/>
              <a:p>
                <a:r>
                  <a:rPr lang="en-US" sz="2800" dirty="0">
                    <a:solidFill>
                      <a:srgbClr val="002060"/>
                    </a:solidFill>
                  </a:rPr>
                  <a:t>Small sample : </a:t>
                </a:r>
                <a14:m>
                  <m:oMath xmlns:m="http://schemas.openxmlformats.org/officeDocument/2006/math">
                    <m:r>
                      <m:rPr>
                        <m:sty m:val="p"/>
                      </m:rPr>
                      <a:rPr lang="en-US" sz="2800" b="0" i="0" smtClean="0">
                        <a:solidFill>
                          <a:srgbClr val="002060"/>
                        </a:solidFill>
                        <a:latin typeface="Cambria Math" panose="02040503050406030204" pitchFamily="18" charset="0"/>
                      </a:rPr>
                      <m:t>n</m:t>
                    </m:r>
                    <m:r>
                      <a:rPr lang="en-US" sz="2800" b="0" i="1" smtClean="0">
                        <a:solidFill>
                          <a:srgbClr val="002060"/>
                        </a:solidFill>
                        <a:latin typeface="Cambria Math" panose="02040503050406030204" pitchFamily="18" charset="0"/>
                        <a:ea typeface="Cambria Math" panose="02040503050406030204" pitchFamily="18" charset="0"/>
                      </a:rPr>
                      <m:t>&lt;</m:t>
                    </m:r>
                    <m:r>
                      <a:rPr lang="en-US" sz="2800" b="0" i="0" smtClean="0">
                        <a:solidFill>
                          <a:srgbClr val="002060"/>
                        </a:solidFill>
                        <a:latin typeface="Cambria Math" panose="02040503050406030204" pitchFamily="18" charset="0"/>
                        <a:ea typeface="Cambria Math" panose="02040503050406030204" pitchFamily="18" charset="0"/>
                      </a:rPr>
                      <m:t>30</m:t>
                    </m:r>
                  </m:oMath>
                </a14:m>
                <a:endParaRPr lang="en-IN" sz="2800" dirty="0">
                  <a:solidFill>
                    <a:srgbClr val="002060"/>
                  </a:solidFill>
                </a:endParaRPr>
              </a:p>
            </p:txBody>
          </p:sp>
        </mc:Choice>
        <mc:Fallback xmlns="">
          <p:sp>
            <p:nvSpPr>
              <p:cNvPr id="5" name="TextBox 4">
                <a:extLst>
                  <a:ext uri="{FF2B5EF4-FFF2-40B4-BE49-F238E27FC236}">
                    <a16:creationId xmlns:a16="http://schemas.microsoft.com/office/drawing/2014/main" id="{C4CB427C-1CC7-DDF9-4DD3-AB913D595915}"/>
                  </a:ext>
                </a:extLst>
              </p:cNvPr>
              <p:cNvSpPr txBox="1">
                <a:spLocks noRot="1" noChangeAspect="1" noMove="1" noResize="1" noEditPoints="1" noAdjustHandles="1" noChangeArrowheads="1" noChangeShapeType="1" noTextEdit="1"/>
              </p:cNvSpPr>
              <p:nvPr/>
            </p:nvSpPr>
            <p:spPr>
              <a:xfrm>
                <a:off x="8662120" y="4546344"/>
                <a:ext cx="3433591" cy="523220"/>
              </a:xfrm>
              <a:prstGeom prst="rect">
                <a:avLst/>
              </a:prstGeom>
              <a:blipFill>
                <a:blip r:embed="rId6"/>
                <a:stretch>
                  <a:fillRect l="-3730" t="-12791" b="-31395"/>
                </a:stretch>
              </a:blipFill>
            </p:spPr>
            <p:txBody>
              <a:bodyPr/>
              <a:lstStyle/>
              <a:p>
                <a:r>
                  <a:rPr lang="en-IN">
                    <a:noFill/>
                  </a:rPr>
                  <a:t> </a:t>
                </a:r>
              </a:p>
            </p:txBody>
          </p:sp>
        </mc:Fallback>
      </mc:AlternateContent>
    </p:spTree>
    <p:extLst>
      <p:ext uri="{BB962C8B-B14F-4D97-AF65-F5344CB8AC3E}">
        <p14:creationId xmlns:p14="http://schemas.microsoft.com/office/powerpoint/2010/main" val="3787601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82"/>
                                        </p:tgtEl>
                                        <p:attrNameLst>
                                          <p:attrName>style.visibility</p:attrName>
                                        </p:attrNameLst>
                                      </p:cBhvr>
                                      <p:to>
                                        <p:strVal val="visible"/>
                                      </p:to>
                                    </p:set>
                                    <p:anim calcmode="lin" valueType="num">
                                      <p:cBhvr>
                                        <p:cTn id="7" dur="250" fill="hold"/>
                                        <p:tgtEl>
                                          <p:spTgt spid="282"/>
                                        </p:tgtEl>
                                        <p:attrNameLst>
                                          <p:attrName>ppt_w</p:attrName>
                                        </p:attrNameLst>
                                      </p:cBhvr>
                                      <p:tavLst>
                                        <p:tav tm="0">
                                          <p:val>
                                            <p:fltVal val="0"/>
                                          </p:val>
                                        </p:tav>
                                        <p:tav tm="100000">
                                          <p:val>
                                            <p:strVal val="#ppt_w"/>
                                          </p:val>
                                        </p:tav>
                                      </p:tavLst>
                                    </p:anim>
                                    <p:anim calcmode="lin" valueType="num">
                                      <p:cBhvr>
                                        <p:cTn id="8" dur="250" fill="hold"/>
                                        <p:tgtEl>
                                          <p:spTgt spid="282"/>
                                        </p:tgtEl>
                                        <p:attrNameLst>
                                          <p:attrName>ppt_h</p:attrName>
                                        </p:attrNameLst>
                                      </p:cBhvr>
                                      <p:tavLst>
                                        <p:tav tm="0">
                                          <p:val>
                                            <p:fltVal val="0"/>
                                          </p:val>
                                        </p:tav>
                                        <p:tav tm="100000">
                                          <p:val>
                                            <p:strVal val="#ppt_h"/>
                                          </p:val>
                                        </p:tav>
                                      </p:tavLst>
                                    </p:anim>
                                  </p:childTnLst>
                                </p:cTn>
                              </p:par>
                              <p:par>
                                <p:cTn id="9" presetID="1" presetClass="entr" presetSubtype="0" fill="hold" grpId="0" nodeType="withEffect">
                                  <p:stCondLst>
                                    <p:cond delay="250"/>
                                  </p:stCondLst>
                                  <p:childTnLst>
                                    <p:set>
                                      <p:cBhvr>
                                        <p:cTn id="10" dur="1" fill="hold">
                                          <p:stCondLst>
                                            <p:cond delay="0"/>
                                          </p:stCondLst>
                                        </p:cTn>
                                        <p:tgtEl>
                                          <p:spTgt spid="283">
                                            <p:txEl>
                                              <p:pRg st="0" end="0"/>
                                            </p:txEl>
                                          </p:spTgt>
                                        </p:tgtEl>
                                        <p:attrNameLst>
                                          <p:attrName>style.visibility</p:attrName>
                                        </p:attrNameLst>
                                      </p:cBhvr>
                                      <p:to>
                                        <p:strVal val="visible"/>
                                      </p:to>
                                    </p:set>
                                  </p:childTnLst>
                                </p:cTn>
                              </p:par>
                              <p:par>
                                <p:cTn id="11" presetID="1" presetClass="entr" presetSubtype="0" fill="hold" grpId="0" nodeType="withEffect">
                                  <p:stCondLst>
                                    <p:cond delay="1750"/>
                                  </p:stCondLst>
                                  <p:childTnLst>
                                    <p:set>
                                      <p:cBhvr>
                                        <p:cTn id="12" dur="1" fill="hold">
                                          <p:stCondLst>
                                            <p:cond delay="0"/>
                                          </p:stCondLst>
                                        </p:cTn>
                                        <p:tgtEl>
                                          <p:spTgt spid="284">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9"/>
                                          </p:stCondLst>
                                        </p:cTn>
                                        <p:tgtEl>
                                          <p:spTgt spid="285"/>
                                        </p:tgtEl>
                                        <p:attrNameLst>
                                          <p:attrName>style.visibility</p:attrName>
                                        </p:attrNameLst>
                                      </p:cBhvr>
                                      <p:to>
                                        <p:strVal val="visible"/>
                                      </p:to>
                                    </p:set>
                                  </p:childTnLst>
                                </p:cTn>
                              </p:par>
                              <p:par>
                                <p:cTn id="17" presetID="42" presetClass="path" presetSubtype="0" accel="50000" decel="50000" fill="hold" nodeType="withEffect">
                                  <p:stCondLst>
                                    <p:cond delay="0"/>
                                  </p:stCondLst>
                                  <p:childTnLst>
                                    <p:animMotion origin="layout" path="M -3.125E-6 -4.44444E-6 L 0.53711 -0.22731 " pathEditMode="relative" rAng="0" ptsTypes="AA">
                                      <p:cBhvr>
                                        <p:cTn id="18" dur="1750" fill="hold"/>
                                        <p:tgtEl>
                                          <p:spTgt spid="285"/>
                                        </p:tgtEl>
                                        <p:attrNameLst>
                                          <p:attrName>ppt_x</p:attrName>
                                          <p:attrName>ppt_y</p:attrName>
                                        </p:attrNameLst>
                                      </p:cBhvr>
                                      <p:rCtr x="26849" y="-11366"/>
                                    </p:animMotion>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3" grpId="0" uiExpand="1" build="p"/>
      <p:bldP spid="284" grpId="0" uiExpand="1" build="p"/>
      <p:bldP spid="3" grpId="0"/>
      <p:bldP spid="4" grpId="0"/>
      <p:bldP spid="5" grpId="0"/>
    </p:bld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4D4A2-3194-10AC-A007-6639F2DCCA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95A680-5B99-AFF7-4B73-84659B19A4A3}"/>
              </a:ext>
            </a:extLst>
          </p:cNvPr>
          <p:cNvSpPr>
            <a:spLocks noGrp="1"/>
          </p:cNvSpPr>
          <p:nvPr>
            <p:ph type="title"/>
          </p:nvPr>
        </p:nvSpPr>
        <p:spPr/>
        <p:txBody>
          <a:bodyPr/>
          <a:lstStyle/>
          <a:p>
            <a:r>
              <a:rPr lang="en-US" dirty="0"/>
              <a:t>Sampling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AB4B336-00A1-B9D8-E595-9195FACFD7F2}"/>
                  </a:ext>
                </a:extLst>
              </p:cNvPr>
              <p:cNvSpPr>
                <a:spLocks noGrp="1"/>
              </p:cNvSpPr>
              <p:nvPr>
                <p:ph idx="1"/>
              </p:nvPr>
            </p:nvSpPr>
            <p:spPr>
              <a:xfrm>
                <a:off x="131180" y="831545"/>
                <a:ext cx="11929641" cy="5579893"/>
              </a:xfrm>
            </p:spPr>
            <p:txBody>
              <a:bodyPr/>
              <a:lstStyle/>
              <a:p>
                <a:pPr lvl="0">
                  <a:lnSpc>
                    <a:spcPct val="145000"/>
                  </a:lnSpc>
                </a:pPr>
                <a:r>
                  <a:rPr lang="en-US" dirty="0"/>
                  <a:t>A finite subset of a universe or population is known as a </a:t>
                </a:r>
                <a:r>
                  <a:rPr lang="en-US" b="1" dirty="0">
                    <a:solidFill>
                      <a:srgbClr val="FF0000"/>
                    </a:solidFill>
                  </a:rPr>
                  <a:t>sample</a:t>
                </a:r>
                <a:r>
                  <a:rPr lang="en-US" dirty="0"/>
                  <a:t>.</a:t>
                </a:r>
              </a:p>
              <a:p>
                <a:pPr lvl="0">
                  <a:lnSpc>
                    <a:spcPct val="145000"/>
                  </a:lnSpc>
                </a:pPr>
                <a:r>
                  <a:rPr lang="en-US" dirty="0"/>
                  <a:t>A sample is the small portion of the universe.</a:t>
                </a:r>
              </a:p>
              <a:p>
                <a:pPr lvl="0">
                  <a:lnSpc>
                    <a:spcPct val="145000"/>
                  </a:lnSpc>
                </a:pPr>
                <a:r>
                  <a:rPr lang="en-US" dirty="0"/>
                  <a:t>The number of individuals in a sample is known as </a:t>
                </a:r>
                <a:r>
                  <a:rPr lang="en-US" b="1" dirty="0">
                    <a:solidFill>
                      <a:srgbClr val="FF0000"/>
                    </a:solidFill>
                  </a:rPr>
                  <a:t>sample size</a:t>
                </a:r>
                <a:r>
                  <a:rPr lang="en-US" dirty="0"/>
                  <a:t>.</a:t>
                </a:r>
              </a:p>
              <a:p>
                <a:pPr lvl="0">
                  <a:lnSpc>
                    <a:spcPct val="145000"/>
                  </a:lnSpc>
                </a:pPr>
                <a:r>
                  <a:rPr lang="en-US" dirty="0"/>
                  <a:t>Sample size is denoted by </a:t>
                </a:r>
                <a:r>
                  <a:rPr lang="en-US" b="1" dirty="0">
                    <a:solidFill>
                      <a:srgbClr val="FF0000"/>
                    </a:solidFill>
                  </a:rPr>
                  <a:t>“ n ” </a:t>
                </a:r>
                <a:r>
                  <a:rPr lang="en-US" dirty="0"/>
                  <a:t>and population size is denoted by </a:t>
                </a:r>
                <a:r>
                  <a:rPr lang="en-US" b="1" dirty="0">
                    <a:solidFill>
                      <a:srgbClr val="FF0000"/>
                    </a:solidFill>
                  </a:rPr>
                  <a:t>“ N ”</a:t>
                </a:r>
                <a:r>
                  <a:rPr lang="en-US" dirty="0"/>
                  <a:t>.</a:t>
                </a:r>
              </a:p>
              <a:p>
                <a:pPr lvl="0">
                  <a:lnSpc>
                    <a:spcPct val="145000"/>
                  </a:lnSpc>
                </a:pPr>
                <a:r>
                  <a:rPr lang="en-US" dirty="0"/>
                  <a:t>If a sample size </a:t>
                </a:r>
                <a14:m>
                  <m:oMath xmlns:m="http://schemas.openxmlformats.org/officeDocument/2006/math">
                    <m:r>
                      <a:rPr lang="en-IN" b="1" i="0" smtClean="0">
                        <a:solidFill>
                          <a:srgbClr val="FF0000"/>
                        </a:solidFill>
                        <a:latin typeface="Cambria Math" panose="02040503050406030204" pitchFamily="18" charset="0"/>
                      </a:rPr>
                      <m:t>𝐧</m:t>
                    </m:r>
                    <m:r>
                      <a:rPr lang="en-IN" b="1" i="0" smtClean="0">
                        <a:solidFill>
                          <a:srgbClr val="FF0000"/>
                        </a:solidFill>
                        <a:latin typeface="Cambria Math" panose="02040503050406030204" pitchFamily="18" charset="0"/>
                        <a:ea typeface="Cambria Math" panose="02040503050406030204" pitchFamily="18" charset="0"/>
                      </a:rPr>
                      <m:t>≥</m:t>
                    </m:r>
                    <m:r>
                      <a:rPr lang="en-IN" b="1" i="0" smtClean="0">
                        <a:solidFill>
                          <a:srgbClr val="FF0000"/>
                        </a:solidFill>
                        <a:latin typeface="Cambria Math" panose="02040503050406030204" pitchFamily="18" charset="0"/>
                        <a:ea typeface="Cambria Math" panose="02040503050406030204" pitchFamily="18" charset="0"/>
                      </a:rPr>
                      <m:t>𝟑𝟎</m:t>
                    </m:r>
                  </m:oMath>
                </a14:m>
                <a:r>
                  <a:rPr lang="en-US" dirty="0"/>
                  <a:t>, then it is known as </a:t>
                </a:r>
                <a:r>
                  <a:rPr lang="en-US" b="1" dirty="0">
                    <a:solidFill>
                      <a:srgbClr val="FF0000"/>
                    </a:solidFill>
                  </a:rPr>
                  <a:t>Large sample</a:t>
                </a:r>
                <a:r>
                  <a:rPr lang="en-US" dirty="0"/>
                  <a:t>, otherwise it is known as </a:t>
                </a:r>
                <a:r>
                  <a:rPr lang="en-US" b="1" dirty="0">
                    <a:solidFill>
                      <a:srgbClr val="FF0000"/>
                    </a:solidFill>
                  </a:rPr>
                  <a:t>Small sample</a:t>
                </a:r>
                <a:r>
                  <a:rPr lang="en-US" dirty="0"/>
                  <a:t>.</a:t>
                </a:r>
              </a:p>
              <a:p>
                <a:pPr lvl="0">
                  <a:lnSpc>
                    <a:spcPct val="145000"/>
                  </a:lnSpc>
                </a:pPr>
                <a:r>
                  <a:rPr lang="en-US" dirty="0"/>
                  <a:t>The process of selecting a sample from a universe is known as </a:t>
                </a:r>
                <a:r>
                  <a:rPr lang="en-US" b="1" dirty="0">
                    <a:solidFill>
                      <a:srgbClr val="FF0000"/>
                    </a:solidFill>
                  </a:rPr>
                  <a:t>sampling</a:t>
                </a:r>
                <a:r>
                  <a:rPr lang="en-US" dirty="0"/>
                  <a:t>.</a:t>
                </a:r>
              </a:p>
              <a:p>
                <a:pPr lvl="0">
                  <a:lnSpc>
                    <a:spcPct val="145000"/>
                  </a:lnSpc>
                </a:pPr>
                <a:r>
                  <a:rPr lang="en-US" dirty="0"/>
                  <a:t>The theory of sampling is a study of relationship between a population and samples drawn from the population.</a:t>
                </a:r>
              </a:p>
              <a:p>
                <a:pPr lvl="0">
                  <a:lnSpc>
                    <a:spcPct val="145000"/>
                  </a:lnSpc>
                </a:pPr>
                <a:endParaRPr lang="en-US" dirty="0"/>
              </a:p>
            </p:txBody>
          </p:sp>
        </mc:Choice>
        <mc:Fallback xmlns="">
          <p:sp>
            <p:nvSpPr>
              <p:cNvPr id="3" name="Content Placeholder 2">
                <a:extLst>
                  <a:ext uri="{FF2B5EF4-FFF2-40B4-BE49-F238E27FC236}">
                    <a16:creationId xmlns:a16="http://schemas.microsoft.com/office/drawing/2014/main" id="{DAB4B336-00A1-B9D8-E595-9195FACFD7F2}"/>
                  </a:ext>
                </a:extLst>
              </p:cNvPr>
              <p:cNvSpPr>
                <a:spLocks noGrp="1" noRot="1" noChangeAspect="1" noMove="1" noResize="1" noEditPoints="1" noAdjustHandles="1" noChangeArrowheads="1" noChangeShapeType="1" noTextEdit="1"/>
              </p:cNvSpPr>
              <p:nvPr>
                <p:ph idx="1"/>
              </p:nvPr>
            </p:nvSpPr>
            <p:spPr>
              <a:xfrm>
                <a:off x="131180" y="831545"/>
                <a:ext cx="11929641" cy="5579893"/>
              </a:xfrm>
              <a:blipFill>
                <a:blip r:embed="rId2"/>
                <a:stretch>
                  <a:fillRect l="-971" r="-1074" b="-3275"/>
                </a:stretch>
              </a:blipFill>
            </p:spPr>
            <p:txBody>
              <a:bodyPr/>
              <a:lstStyle/>
              <a:p>
                <a:r>
                  <a:rPr lang="en-IN">
                    <a:noFill/>
                  </a:rPr>
                  <a:t> </a:t>
                </a:r>
              </a:p>
            </p:txBody>
          </p:sp>
        </mc:Fallback>
      </mc:AlternateContent>
    </p:spTree>
    <p:extLst>
      <p:ext uri="{BB962C8B-B14F-4D97-AF65-F5344CB8AC3E}">
        <p14:creationId xmlns:p14="http://schemas.microsoft.com/office/powerpoint/2010/main" val="157719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ED18EE-BCDD-A78E-01BE-6D5DFFE7CB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96A598-1151-1A9B-F5C4-DF0850F73B05}"/>
              </a:ext>
            </a:extLst>
          </p:cNvPr>
          <p:cNvSpPr>
            <a:spLocks noGrp="1"/>
          </p:cNvSpPr>
          <p:nvPr>
            <p:ph type="title"/>
          </p:nvPr>
        </p:nvSpPr>
        <p:spPr/>
        <p:txBody>
          <a:bodyPr/>
          <a:lstStyle/>
          <a:p>
            <a:r>
              <a:rPr lang="en-US" dirty="0"/>
              <a:t>Sampling </a:t>
            </a:r>
          </a:p>
        </p:txBody>
      </p:sp>
      <p:sp>
        <p:nvSpPr>
          <p:cNvPr id="3" name="Content Placeholder 2">
            <a:extLst>
              <a:ext uri="{FF2B5EF4-FFF2-40B4-BE49-F238E27FC236}">
                <a16:creationId xmlns:a16="http://schemas.microsoft.com/office/drawing/2014/main" id="{79A64D82-49BA-716E-B290-D429E1EBEA47}"/>
              </a:ext>
            </a:extLst>
          </p:cNvPr>
          <p:cNvSpPr>
            <a:spLocks noGrp="1"/>
          </p:cNvSpPr>
          <p:nvPr>
            <p:ph idx="1"/>
          </p:nvPr>
        </p:nvSpPr>
        <p:spPr>
          <a:xfrm>
            <a:off x="131180" y="831545"/>
            <a:ext cx="11929641" cy="5579893"/>
          </a:xfrm>
        </p:spPr>
        <p:txBody>
          <a:bodyPr/>
          <a:lstStyle/>
          <a:p>
            <a:pPr lvl="0">
              <a:lnSpc>
                <a:spcPct val="145000"/>
              </a:lnSpc>
            </a:pPr>
            <a:r>
              <a:rPr lang="en-US" dirty="0"/>
              <a:t>The fundamental object of sampling is to get as much information as possible of the whole universe by examining only a part of it.</a:t>
            </a:r>
          </a:p>
          <a:p>
            <a:pPr lvl="0">
              <a:lnSpc>
                <a:spcPct val="145000"/>
              </a:lnSpc>
            </a:pPr>
            <a:r>
              <a:rPr lang="en-US" dirty="0"/>
              <a:t>Sampling is a quite often used in our day-to-day life. </a:t>
            </a:r>
          </a:p>
          <a:p>
            <a:pPr lvl="0">
              <a:lnSpc>
                <a:spcPct val="145000"/>
              </a:lnSpc>
            </a:pPr>
            <a:endParaRPr lang="en-US" dirty="0"/>
          </a:p>
          <a:p>
            <a:pPr lvl="0">
              <a:lnSpc>
                <a:spcPct val="145000"/>
              </a:lnSpc>
            </a:pPr>
            <a:r>
              <a:rPr lang="en-US" b="1" dirty="0">
                <a:solidFill>
                  <a:schemeClr val="accent6">
                    <a:lumMod val="75000"/>
                  </a:schemeClr>
                </a:solidFill>
              </a:rPr>
              <a:t>For Example:</a:t>
            </a:r>
          </a:p>
          <a:p>
            <a:pPr lvl="1">
              <a:lnSpc>
                <a:spcPct val="145000"/>
              </a:lnSpc>
            </a:pPr>
            <a:r>
              <a:rPr lang="en-US" dirty="0"/>
              <a:t>In a </a:t>
            </a:r>
            <a:r>
              <a:rPr lang="en-US" b="1" dirty="0"/>
              <a:t>shop</a:t>
            </a:r>
            <a:r>
              <a:rPr lang="en-US" dirty="0"/>
              <a:t> we assess the </a:t>
            </a:r>
            <a:r>
              <a:rPr lang="en-US" b="1" dirty="0">
                <a:solidFill>
                  <a:srgbClr val="FF0000"/>
                </a:solidFill>
              </a:rPr>
              <a:t>quality of sugar</a:t>
            </a:r>
            <a:r>
              <a:rPr lang="en-US" dirty="0"/>
              <a:t>, </a:t>
            </a:r>
            <a:r>
              <a:rPr lang="en-US" b="1" dirty="0">
                <a:solidFill>
                  <a:srgbClr val="FF0000"/>
                </a:solidFill>
              </a:rPr>
              <a:t>rice</a:t>
            </a:r>
            <a:r>
              <a:rPr lang="en-US" dirty="0"/>
              <a:t> or </a:t>
            </a:r>
            <a:r>
              <a:rPr lang="en-US" b="1" dirty="0">
                <a:solidFill>
                  <a:srgbClr val="FF0000"/>
                </a:solidFill>
              </a:rPr>
              <a:t>any commodity</a:t>
            </a:r>
            <a:r>
              <a:rPr lang="en-US" dirty="0"/>
              <a:t> by taking only a handful of it from the bag and then decide whether to purchase it or not.</a:t>
            </a:r>
          </a:p>
          <a:p>
            <a:pPr lvl="0">
              <a:lnSpc>
                <a:spcPct val="145000"/>
              </a:lnSpc>
            </a:pPr>
            <a:endParaRPr lang="en-US" dirty="0"/>
          </a:p>
        </p:txBody>
      </p:sp>
    </p:spTree>
    <p:extLst>
      <p:ext uri="{BB962C8B-B14F-4D97-AF65-F5344CB8AC3E}">
        <p14:creationId xmlns:p14="http://schemas.microsoft.com/office/powerpoint/2010/main" val="2891340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7727D-9A97-6EEB-0787-7D5FA41E7E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24FD61-4C61-5B60-7BE2-2D34DCC938B0}"/>
              </a:ext>
            </a:extLst>
          </p:cNvPr>
          <p:cNvSpPr>
            <a:spLocks noGrp="1"/>
          </p:cNvSpPr>
          <p:nvPr>
            <p:ph type="title"/>
          </p:nvPr>
        </p:nvSpPr>
        <p:spPr/>
        <p:txBody>
          <a:bodyPr/>
          <a:lstStyle/>
          <a:p>
            <a:r>
              <a:rPr lang="en-US" dirty="0"/>
              <a:t>Parameter and Statistics </a:t>
            </a:r>
          </a:p>
        </p:txBody>
      </p:sp>
      <p:sp>
        <p:nvSpPr>
          <p:cNvPr id="3" name="Content Placeholder 2">
            <a:extLst>
              <a:ext uri="{FF2B5EF4-FFF2-40B4-BE49-F238E27FC236}">
                <a16:creationId xmlns:a16="http://schemas.microsoft.com/office/drawing/2014/main" id="{3CDD9A91-BE05-1DFC-04AC-A8B92EE6E2AE}"/>
              </a:ext>
            </a:extLst>
          </p:cNvPr>
          <p:cNvSpPr>
            <a:spLocks noGrp="1"/>
          </p:cNvSpPr>
          <p:nvPr>
            <p:ph idx="1"/>
          </p:nvPr>
        </p:nvSpPr>
        <p:spPr>
          <a:xfrm>
            <a:off x="131180" y="831545"/>
            <a:ext cx="11929641" cy="5579893"/>
          </a:xfrm>
        </p:spPr>
        <p:txBody>
          <a:bodyPr/>
          <a:lstStyle/>
          <a:p>
            <a:pPr lvl="0">
              <a:lnSpc>
                <a:spcPct val="145000"/>
              </a:lnSpc>
            </a:pPr>
            <a:r>
              <a:rPr lang="en-US" dirty="0"/>
              <a:t>The statistical constants of </a:t>
            </a:r>
            <a:r>
              <a:rPr lang="en-US" b="1" dirty="0">
                <a:solidFill>
                  <a:srgbClr val="FF0000"/>
                </a:solidFill>
              </a:rPr>
              <a:t>population </a:t>
            </a:r>
            <a:r>
              <a:rPr lang="en-US" dirty="0"/>
              <a:t>are known as </a:t>
            </a:r>
            <a:r>
              <a:rPr lang="en-US" b="1" dirty="0">
                <a:solidFill>
                  <a:srgbClr val="FF0000"/>
                </a:solidFill>
              </a:rPr>
              <a:t>parameter</a:t>
            </a:r>
            <a:r>
              <a:rPr lang="en-US" dirty="0"/>
              <a:t>.</a:t>
            </a:r>
          </a:p>
          <a:p>
            <a:pPr lvl="0">
              <a:lnSpc>
                <a:spcPct val="145000"/>
              </a:lnSpc>
            </a:pPr>
            <a:r>
              <a:rPr lang="en-US" dirty="0"/>
              <a:t>The statistical constants of </a:t>
            </a:r>
            <a:r>
              <a:rPr lang="en-US" b="1" dirty="0">
                <a:solidFill>
                  <a:srgbClr val="FF0000"/>
                </a:solidFill>
              </a:rPr>
              <a:t>sample</a:t>
            </a:r>
            <a:r>
              <a:rPr lang="en-US" dirty="0"/>
              <a:t> are known as </a:t>
            </a:r>
            <a:r>
              <a:rPr lang="en-US" b="1" dirty="0">
                <a:solidFill>
                  <a:srgbClr val="FF0000"/>
                </a:solidFill>
              </a:rPr>
              <a:t>statistics</a:t>
            </a:r>
            <a:r>
              <a:rPr lang="en-US" dirty="0"/>
              <a:t>.</a:t>
            </a:r>
          </a:p>
          <a:p>
            <a:pPr lvl="0">
              <a:lnSpc>
                <a:spcPct val="145000"/>
              </a:lnSpc>
            </a:pPr>
            <a:endParaRPr lang="en-US" dirty="0"/>
          </a:p>
        </p:txBody>
      </p:sp>
    </p:spTree>
    <p:extLst>
      <p:ext uri="{BB962C8B-B14F-4D97-AF65-F5344CB8AC3E}">
        <p14:creationId xmlns:p14="http://schemas.microsoft.com/office/powerpoint/2010/main" val="1058205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25814-1C4A-856A-E6C3-B3765EE680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DA5FCF-237A-6624-8213-98A9E0FE2744}"/>
              </a:ext>
            </a:extLst>
          </p:cNvPr>
          <p:cNvSpPr>
            <a:spLocks noGrp="1"/>
          </p:cNvSpPr>
          <p:nvPr>
            <p:ph type="title"/>
          </p:nvPr>
        </p:nvSpPr>
        <p:spPr/>
        <p:txBody>
          <a:bodyPr/>
          <a:lstStyle/>
          <a:p>
            <a:r>
              <a:rPr lang="en-US" dirty="0"/>
              <a:t>Parameter and Statistics </a:t>
            </a:r>
          </a:p>
        </p:txBody>
      </p:sp>
      <p:sp>
        <p:nvSpPr>
          <p:cNvPr id="3" name="Content Placeholder 2">
            <a:extLst>
              <a:ext uri="{FF2B5EF4-FFF2-40B4-BE49-F238E27FC236}">
                <a16:creationId xmlns:a16="http://schemas.microsoft.com/office/drawing/2014/main" id="{2F97C073-C073-C29A-B577-B7B9D76BA4A0}"/>
              </a:ext>
            </a:extLst>
          </p:cNvPr>
          <p:cNvSpPr>
            <a:spLocks noGrp="1"/>
          </p:cNvSpPr>
          <p:nvPr>
            <p:ph idx="1"/>
          </p:nvPr>
        </p:nvSpPr>
        <p:spPr>
          <a:xfrm>
            <a:off x="131180" y="831545"/>
            <a:ext cx="11929641" cy="5579893"/>
          </a:xfrm>
        </p:spPr>
        <p:txBody>
          <a:bodyPr/>
          <a:lstStyle/>
          <a:p>
            <a:pPr lvl="0">
              <a:lnSpc>
                <a:spcPct val="145000"/>
              </a:lnSpc>
            </a:pPr>
            <a:r>
              <a:rPr lang="en-US" dirty="0"/>
              <a:t>Notations for statistical constants are as below:</a:t>
            </a:r>
          </a:p>
          <a:p>
            <a:pPr lvl="0">
              <a:lnSpc>
                <a:spcPct val="145000"/>
              </a:lnSpc>
            </a:pPr>
            <a:endParaRPr lang="en-US" dirty="0"/>
          </a:p>
        </p:txBody>
      </p:sp>
      <p:graphicFrame>
        <p:nvGraphicFramePr>
          <p:cNvPr id="4" name="Table 3">
            <a:extLst>
              <a:ext uri="{FF2B5EF4-FFF2-40B4-BE49-F238E27FC236}">
                <a16:creationId xmlns:a16="http://schemas.microsoft.com/office/drawing/2014/main" id="{97185138-1AF4-C632-1AE0-25BEC05E9BF0}"/>
              </a:ext>
            </a:extLst>
          </p:cNvPr>
          <p:cNvGraphicFramePr>
            <a:graphicFrameLocks noGrp="1"/>
          </p:cNvGraphicFramePr>
          <p:nvPr>
            <p:extLst>
              <p:ext uri="{D42A27DB-BD31-4B8C-83A1-F6EECF244321}">
                <p14:modId xmlns:p14="http://schemas.microsoft.com/office/powerpoint/2010/main" val="1393177364"/>
              </p:ext>
            </p:extLst>
          </p:nvPr>
        </p:nvGraphicFramePr>
        <p:xfrm>
          <a:off x="1560195" y="1698841"/>
          <a:ext cx="9071610" cy="570230"/>
        </p:xfrm>
        <a:graphic>
          <a:graphicData uri="http://schemas.openxmlformats.org/drawingml/2006/table">
            <a:tbl>
              <a:tblPr firstRow="1" bandRow="1">
                <a:tableStyleId>{93296810-A885-4BE3-A3E7-6D5BEEA58F35}</a:tableStyleId>
              </a:tblPr>
              <a:tblGrid>
                <a:gridCol w="3263265">
                  <a:extLst>
                    <a:ext uri="{9D8B030D-6E8A-4147-A177-3AD203B41FA5}">
                      <a16:colId xmlns:a16="http://schemas.microsoft.com/office/drawing/2014/main" val="246390441"/>
                    </a:ext>
                  </a:extLst>
                </a:gridCol>
                <a:gridCol w="2784475">
                  <a:extLst>
                    <a:ext uri="{9D8B030D-6E8A-4147-A177-3AD203B41FA5}">
                      <a16:colId xmlns:a16="http://schemas.microsoft.com/office/drawing/2014/main" val="320133032"/>
                    </a:ext>
                  </a:extLst>
                </a:gridCol>
                <a:gridCol w="3023870">
                  <a:extLst>
                    <a:ext uri="{9D8B030D-6E8A-4147-A177-3AD203B41FA5}">
                      <a16:colId xmlns:a16="http://schemas.microsoft.com/office/drawing/2014/main" val="3632990791"/>
                    </a:ext>
                  </a:extLst>
                </a:gridCol>
              </a:tblGrid>
              <a:tr h="570230">
                <a:tc>
                  <a:txBody>
                    <a:bodyPr/>
                    <a:lstStyle/>
                    <a:p>
                      <a:pPr algn="ctr"/>
                      <a:r>
                        <a:rPr lang="en-US" sz="2800" b="1" dirty="0">
                          <a:solidFill>
                            <a:schemeClr val="bg1"/>
                          </a:solidFill>
                        </a:rPr>
                        <a:t>Statistical Constant</a:t>
                      </a:r>
                    </a:p>
                  </a:txBody>
                  <a:tcPr anchor="ctr"/>
                </a:tc>
                <a:tc>
                  <a:txBody>
                    <a:bodyPr/>
                    <a:lstStyle/>
                    <a:p>
                      <a:pPr algn="ctr"/>
                      <a:r>
                        <a:rPr lang="en-US" sz="2800" b="1" dirty="0">
                          <a:solidFill>
                            <a:schemeClr val="bg1"/>
                          </a:solidFill>
                        </a:rPr>
                        <a:t>For sample</a:t>
                      </a:r>
                    </a:p>
                  </a:txBody>
                  <a:tcPr anchor="ctr"/>
                </a:tc>
                <a:tc>
                  <a:txBody>
                    <a:bodyPr/>
                    <a:lstStyle/>
                    <a:p>
                      <a:pPr algn="ctr"/>
                      <a:r>
                        <a:rPr lang="en-US" sz="2800" b="1" dirty="0">
                          <a:solidFill>
                            <a:schemeClr val="bg1"/>
                          </a:solidFill>
                        </a:rPr>
                        <a:t>For Population</a:t>
                      </a:r>
                      <a:endParaRPr lang="en-US" sz="2800" b="1" i="0" dirty="0">
                        <a:solidFill>
                          <a:schemeClr val="bg1"/>
                        </a:solidFill>
                      </a:endParaRPr>
                    </a:p>
                  </a:txBody>
                  <a:tcPr anchor="ctr"/>
                </a:tc>
                <a:extLst>
                  <a:ext uri="{0D108BD9-81ED-4DB2-BD59-A6C34878D82A}">
                    <a16:rowId xmlns:a16="http://schemas.microsoft.com/office/drawing/2014/main" val="3090119413"/>
                  </a:ext>
                </a:extLst>
              </a:tr>
            </a:tbl>
          </a:graphicData>
        </a:graphic>
      </p:graphicFrame>
      <p:graphicFrame>
        <p:nvGraphicFramePr>
          <p:cNvPr id="5" name="Table 4">
            <a:extLst>
              <a:ext uri="{FF2B5EF4-FFF2-40B4-BE49-F238E27FC236}">
                <a16:creationId xmlns:a16="http://schemas.microsoft.com/office/drawing/2014/main" id="{EF39F386-DFBF-92FE-0093-19C22339DD41}"/>
              </a:ext>
            </a:extLst>
          </p:cNvPr>
          <p:cNvGraphicFramePr>
            <a:graphicFrameLocks noGrp="1"/>
          </p:cNvGraphicFramePr>
          <p:nvPr>
            <p:extLst>
              <p:ext uri="{D42A27DB-BD31-4B8C-83A1-F6EECF244321}">
                <p14:modId xmlns:p14="http://schemas.microsoft.com/office/powerpoint/2010/main" val="3032138961"/>
              </p:ext>
            </p:extLst>
          </p:nvPr>
        </p:nvGraphicFramePr>
        <p:xfrm>
          <a:off x="1560195" y="2271185"/>
          <a:ext cx="9071610" cy="2957620"/>
        </p:xfrm>
        <a:graphic>
          <a:graphicData uri="http://schemas.openxmlformats.org/drawingml/2006/table">
            <a:tbl>
              <a:tblPr firstRow="1" bandRow="1">
                <a:tableStyleId>{93296810-A885-4BE3-A3E7-6D5BEEA58F35}</a:tableStyleId>
              </a:tblPr>
              <a:tblGrid>
                <a:gridCol w="3264218">
                  <a:extLst>
                    <a:ext uri="{9D8B030D-6E8A-4147-A177-3AD203B41FA5}">
                      <a16:colId xmlns:a16="http://schemas.microsoft.com/office/drawing/2014/main" val="3609682916"/>
                    </a:ext>
                  </a:extLst>
                </a:gridCol>
                <a:gridCol w="2783522">
                  <a:extLst>
                    <a:ext uri="{9D8B030D-6E8A-4147-A177-3AD203B41FA5}">
                      <a16:colId xmlns:a16="http://schemas.microsoft.com/office/drawing/2014/main" val="2858619736"/>
                    </a:ext>
                  </a:extLst>
                </a:gridCol>
                <a:gridCol w="3023870">
                  <a:extLst>
                    <a:ext uri="{9D8B030D-6E8A-4147-A177-3AD203B41FA5}">
                      <a16:colId xmlns:a16="http://schemas.microsoft.com/office/drawing/2014/main" val="3458152345"/>
                    </a:ext>
                  </a:extLst>
                </a:gridCol>
              </a:tblGrid>
              <a:tr h="487892">
                <a:tc>
                  <a:txBody>
                    <a:bodyPr/>
                    <a:lstStyle/>
                    <a:p>
                      <a:pPr algn="ctr"/>
                      <a:endParaRPr lang="en-IN" sz="2800" dirty="0">
                        <a:solidFill>
                          <a:srgbClr val="002060"/>
                        </a:solidFill>
                      </a:endParaRPr>
                    </a:p>
                  </a:txBody>
                  <a:tcPr>
                    <a:solidFill>
                      <a:schemeClr val="accent6">
                        <a:lumMod val="20000"/>
                        <a:lumOff val="80000"/>
                      </a:schemeClr>
                    </a:solidFill>
                  </a:tcPr>
                </a:tc>
                <a:tc>
                  <a:txBody>
                    <a:bodyPr/>
                    <a:lstStyle/>
                    <a:p>
                      <a:endParaRPr lang="en-IN" sz="2500" b="0" i="0" dirty="0">
                        <a:solidFill>
                          <a:srgbClr val="002060"/>
                        </a:solidFill>
                      </a:endParaRPr>
                    </a:p>
                  </a:txBody>
                  <a:tcPr>
                    <a:solidFill>
                      <a:schemeClr val="accent6">
                        <a:lumMod val="20000"/>
                        <a:lumOff val="80000"/>
                      </a:schemeClr>
                    </a:solidFill>
                  </a:tcPr>
                </a:tc>
                <a:tc>
                  <a:txBody>
                    <a:bodyPr/>
                    <a:lstStyle/>
                    <a:p>
                      <a:endParaRPr lang="en-IN" sz="2500" b="0" i="0" dirty="0">
                        <a:solidFill>
                          <a:srgbClr val="002060"/>
                        </a:solidFill>
                      </a:endParaRPr>
                    </a:p>
                  </a:txBody>
                  <a:tcPr>
                    <a:solidFill>
                      <a:schemeClr val="accent6">
                        <a:lumMod val="20000"/>
                        <a:lumOff val="80000"/>
                      </a:schemeClr>
                    </a:solidFill>
                  </a:tcPr>
                </a:tc>
                <a:extLst>
                  <a:ext uri="{0D108BD9-81ED-4DB2-BD59-A6C34878D82A}">
                    <a16:rowId xmlns:a16="http://schemas.microsoft.com/office/drawing/2014/main" val="1528425406"/>
                  </a:ext>
                </a:extLst>
              </a:tr>
              <a:tr h="487892">
                <a:tc>
                  <a:txBody>
                    <a:bodyPr/>
                    <a:lstStyle/>
                    <a:p>
                      <a:pPr algn="ctr"/>
                      <a:endParaRPr lang="en-IN" sz="2500" b="1" dirty="0">
                        <a:solidFill>
                          <a:srgbClr val="002060"/>
                        </a:solidFill>
                      </a:endParaRPr>
                    </a:p>
                  </a:txBody>
                  <a:tcPr/>
                </a:tc>
                <a:tc>
                  <a:txBody>
                    <a:bodyPr/>
                    <a:lstStyle/>
                    <a:p>
                      <a:endParaRPr lang="en-IN" sz="2500" i="0" dirty="0">
                        <a:solidFill>
                          <a:srgbClr val="002060"/>
                        </a:solidFill>
                      </a:endParaRPr>
                    </a:p>
                  </a:txBody>
                  <a:tcPr/>
                </a:tc>
                <a:tc>
                  <a:txBody>
                    <a:bodyPr/>
                    <a:lstStyle/>
                    <a:p>
                      <a:endParaRPr lang="en-IN" sz="2500" i="0" dirty="0">
                        <a:solidFill>
                          <a:srgbClr val="002060"/>
                        </a:solidFill>
                      </a:endParaRPr>
                    </a:p>
                  </a:txBody>
                  <a:tcPr/>
                </a:tc>
                <a:extLst>
                  <a:ext uri="{0D108BD9-81ED-4DB2-BD59-A6C34878D82A}">
                    <a16:rowId xmlns:a16="http://schemas.microsoft.com/office/drawing/2014/main" val="3392558140"/>
                  </a:ext>
                </a:extLst>
              </a:tr>
              <a:tr h="487892">
                <a:tc>
                  <a:txBody>
                    <a:bodyPr/>
                    <a:lstStyle/>
                    <a:p>
                      <a:pPr algn="ctr"/>
                      <a:endParaRPr lang="en-IN" sz="2500" b="1" dirty="0">
                        <a:solidFill>
                          <a:srgbClr val="002060"/>
                        </a:solidFill>
                      </a:endParaRPr>
                    </a:p>
                  </a:txBody>
                  <a:tcPr/>
                </a:tc>
                <a:tc>
                  <a:txBody>
                    <a:bodyPr/>
                    <a:lstStyle/>
                    <a:p>
                      <a:endParaRPr lang="en-IN" sz="2500" i="0" dirty="0">
                        <a:solidFill>
                          <a:srgbClr val="002060"/>
                        </a:solidFill>
                      </a:endParaRPr>
                    </a:p>
                  </a:txBody>
                  <a:tcPr/>
                </a:tc>
                <a:tc>
                  <a:txBody>
                    <a:bodyPr/>
                    <a:lstStyle/>
                    <a:p>
                      <a:endParaRPr lang="en-IN" sz="2500" i="0" dirty="0">
                        <a:solidFill>
                          <a:srgbClr val="002060"/>
                        </a:solidFill>
                      </a:endParaRPr>
                    </a:p>
                  </a:txBody>
                  <a:tcPr/>
                </a:tc>
                <a:extLst>
                  <a:ext uri="{0D108BD9-81ED-4DB2-BD59-A6C34878D82A}">
                    <a16:rowId xmlns:a16="http://schemas.microsoft.com/office/drawing/2014/main" val="925004363"/>
                  </a:ext>
                </a:extLst>
              </a:tr>
              <a:tr h="487892">
                <a:tc>
                  <a:txBody>
                    <a:bodyPr/>
                    <a:lstStyle/>
                    <a:p>
                      <a:pPr algn="ctr"/>
                      <a:endParaRPr lang="en-IN" sz="2500" b="1" dirty="0">
                        <a:solidFill>
                          <a:srgbClr val="002060"/>
                        </a:solidFill>
                      </a:endParaRPr>
                    </a:p>
                  </a:txBody>
                  <a:tcPr/>
                </a:tc>
                <a:tc>
                  <a:txBody>
                    <a:bodyPr/>
                    <a:lstStyle/>
                    <a:p>
                      <a:endParaRPr lang="en-IN" sz="2500" i="0" dirty="0">
                        <a:solidFill>
                          <a:srgbClr val="002060"/>
                        </a:solidFill>
                      </a:endParaRPr>
                    </a:p>
                  </a:txBody>
                  <a:tcPr/>
                </a:tc>
                <a:tc>
                  <a:txBody>
                    <a:bodyPr/>
                    <a:lstStyle/>
                    <a:p>
                      <a:endParaRPr lang="en-IN" sz="2500" i="0" dirty="0">
                        <a:solidFill>
                          <a:srgbClr val="002060"/>
                        </a:solidFill>
                      </a:endParaRPr>
                    </a:p>
                  </a:txBody>
                  <a:tcPr/>
                </a:tc>
                <a:extLst>
                  <a:ext uri="{0D108BD9-81ED-4DB2-BD59-A6C34878D82A}">
                    <a16:rowId xmlns:a16="http://schemas.microsoft.com/office/drawing/2014/main" val="3295584499"/>
                  </a:ext>
                </a:extLst>
              </a:tr>
              <a:tr h="487892">
                <a:tc>
                  <a:txBody>
                    <a:bodyPr/>
                    <a:lstStyle/>
                    <a:p>
                      <a:pPr algn="ctr"/>
                      <a:r>
                        <a:rPr lang="en-IN" sz="2500" b="1" dirty="0">
                          <a:solidFill>
                            <a:srgbClr val="002060"/>
                          </a:solidFill>
                        </a:rPr>
                        <a:t> </a:t>
                      </a:r>
                    </a:p>
                  </a:txBody>
                  <a:tcPr/>
                </a:tc>
                <a:tc>
                  <a:txBody>
                    <a:bodyPr/>
                    <a:lstStyle/>
                    <a:p>
                      <a:endParaRPr lang="en-IN" sz="2500" i="0" dirty="0">
                        <a:solidFill>
                          <a:srgbClr val="002060"/>
                        </a:solidFill>
                      </a:endParaRPr>
                    </a:p>
                  </a:txBody>
                  <a:tcPr/>
                </a:tc>
                <a:tc>
                  <a:txBody>
                    <a:bodyPr/>
                    <a:lstStyle/>
                    <a:p>
                      <a:endParaRPr lang="en-IN" sz="2500" dirty="0">
                        <a:solidFill>
                          <a:srgbClr val="002060"/>
                        </a:solidFill>
                      </a:endParaRPr>
                    </a:p>
                  </a:txBody>
                  <a:tcPr/>
                </a:tc>
                <a:extLst>
                  <a:ext uri="{0D108BD9-81ED-4DB2-BD59-A6C34878D82A}">
                    <a16:rowId xmlns:a16="http://schemas.microsoft.com/office/drawing/2014/main" val="2993728756"/>
                  </a:ext>
                </a:extLst>
              </a:tr>
              <a:tr h="487892">
                <a:tc>
                  <a:txBody>
                    <a:bodyPr/>
                    <a:lstStyle/>
                    <a:p>
                      <a:pPr algn="ctr"/>
                      <a:endParaRPr lang="en-IN" sz="2500" b="1" dirty="0">
                        <a:solidFill>
                          <a:srgbClr val="002060"/>
                        </a:solidFill>
                      </a:endParaRPr>
                    </a:p>
                  </a:txBody>
                  <a:tcPr/>
                </a:tc>
                <a:tc>
                  <a:txBody>
                    <a:bodyPr/>
                    <a:lstStyle/>
                    <a:p>
                      <a:endParaRPr lang="en-IN" sz="2500" i="0" dirty="0">
                        <a:solidFill>
                          <a:srgbClr val="002060"/>
                        </a:solidFill>
                      </a:endParaRPr>
                    </a:p>
                  </a:txBody>
                  <a:tcPr/>
                </a:tc>
                <a:tc>
                  <a:txBody>
                    <a:bodyPr/>
                    <a:lstStyle/>
                    <a:p>
                      <a:endParaRPr lang="en-IN" sz="2500" i="0" dirty="0">
                        <a:solidFill>
                          <a:srgbClr val="002060"/>
                        </a:solidFill>
                      </a:endParaRPr>
                    </a:p>
                  </a:txBody>
                  <a:tcPr/>
                </a:tc>
                <a:extLst>
                  <a:ext uri="{0D108BD9-81ED-4DB2-BD59-A6C34878D82A}">
                    <a16:rowId xmlns:a16="http://schemas.microsoft.com/office/drawing/2014/main" val="3269912931"/>
                  </a:ext>
                </a:extLst>
              </a:tr>
            </a:tbl>
          </a:graphicData>
        </a:graphic>
      </p:graphicFrame>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9E4B4A0-C16D-2B18-E6FF-3F4FA6B8D6E5}"/>
                  </a:ext>
                </a:extLst>
              </p:cNvPr>
              <p:cNvSpPr txBox="1"/>
              <p:nvPr/>
            </p:nvSpPr>
            <p:spPr>
              <a:xfrm>
                <a:off x="5943600" y="2246173"/>
                <a:ext cx="548640" cy="4770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IN" sz="2500" b="0" i="0" smtClean="0">
                          <a:solidFill>
                            <a:srgbClr val="002060"/>
                          </a:solidFill>
                          <a:latin typeface="Cambria Math" panose="02040503050406030204" pitchFamily="18" charset="0"/>
                        </a:rPr>
                        <m:t>n</m:t>
                      </m:r>
                    </m:oMath>
                  </m:oMathPara>
                </a14:m>
                <a:endParaRPr lang="en-IN" sz="2500" dirty="0"/>
              </a:p>
            </p:txBody>
          </p:sp>
        </mc:Choice>
        <mc:Fallback xmlns="">
          <p:sp>
            <p:nvSpPr>
              <p:cNvPr id="7" name="TextBox 6">
                <a:extLst>
                  <a:ext uri="{FF2B5EF4-FFF2-40B4-BE49-F238E27FC236}">
                    <a16:creationId xmlns:a16="http://schemas.microsoft.com/office/drawing/2014/main" id="{99E4B4A0-C16D-2B18-E6FF-3F4FA6B8D6E5}"/>
                  </a:ext>
                </a:extLst>
              </p:cNvPr>
              <p:cNvSpPr txBox="1">
                <a:spLocks noRot="1" noChangeAspect="1" noMove="1" noResize="1" noEditPoints="1" noAdjustHandles="1" noChangeArrowheads="1" noChangeShapeType="1" noTextEdit="1"/>
              </p:cNvSpPr>
              <p:nvPr/>
            </p:nvSpPr>
            <p:spPr>
              <a:xfrm>
                <a:off x="5943600" y="2246173"/>
                <a:ext cx="548640" cy="477054"/>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AF709D9-8EAC-CDE7-2DCF-5D12EBCDB0E4}"/>
                  </a:ext>
                </a:extLst>
              </p:cNvPr>
              <p:cNvSpPr txBox="1"/>
              <p:nvPr/>
            </p:nvSpPr>
            <p:spPr>
              <a:xfrm>
                <a:off x="8847772" y="2269071"/>
                <a:ext cx="548640" cy="4770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IN" sz="2500">
                          <a:solidFill>
                            <a:srgbClr val="002060"/>
                          </a:solidFill>
                          <a:latin typeface="Cambria Math" panose="02040503050406030204" pitchFamily="18" charset="0"/>
                        </a:rPr>
                        <m:t>N</m:t>
                      </m:r>
                    </m:oMath>
                  </m:oMathPara>
                </a14:m>
                <a:endParaRPr lang="en-IN" sz="2500" dirty="0"/>
              </a:p>
            </p:txBody>
          </p:sp>
        </mc:Choice>
        <mc:Fallback xmlns="">
          <p:sp>
            <p:nvSpPr>
              <p:cNvPr id="8" name="TextBox 7">
                <a:extLst>
                  <a:ext uri="{FF2B5EF4-FFF2-40B4-BE49-F238E27FC236}">
                    <a16:creationId xmlns:a16="http://schemas.microsoft.com/office/drawing/2014/main" id="{3AF709D9-8EAC-CDE7-2DCF-5D12EBCDB0E4}"/>
                  </a:ext>
                </a:extLst>
              </p:cNvPr>
              <p:cNvSpPr txBox="1">
                <a:spLocks noRot="1" noChangeAspect="1" noMove="1" noResize="1" noEditPoints="1" noAdjustHandles="1" noChangeArrowheads="1" noChangeShapeType="1" noTextEdit="1"/>
              </p:cNvSpPr>
              <p:nvPr/>
            </p:nvSpPr>
            <p:spPr>
              <a:xfrm>
                <a:off x="8847772" y="2269071"/>
                <a:ext cx="548640" cy="477054"/>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961C81E-45C4-E92D-23E2-531ED3DEF490}"/>
                  </a:ext>
                </a:extLst>
              </p:cNvPr>
              <p:cNvSpPr txBox="1"/>
              <p:nvPr/>
            </p:nvSpPr>
            <p:spPr>
              <a:xfrm>
                <a:off x="5966460" y="2759215"/>
                <a:ext cx="548640" cy="4770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IN" sz="2500">
                          <a:solidFill>
                            <a:srgbClr val="002060"/>
                          </a:solidFill>
                          <a:latin typeface="Cambria Math" panose="02040503050406030204" pitchFamily="18" charset="0"/>
                        </a:rPr>
                        <m:t>p</m:t>
                      </m:r>
                    </m:oMath>
                  </m:oMathPara>
                </a14:m>
                <a:endParaRPr lang="en-IN" sz="2500" dirty="0">
                  <a:solidFill>
                    <a:srgbClr val="002060"/>
                  </a:solidFill>
                </a:endParaRPr>
              </a:p>
            </p:txBody>
          </p:sp>
        </mc:Choice>
        <mc:Fallback xmlns="">
          <p:sp>
            <p:nvSpPr>
              <p:cNvPr id="9" name="TextBox 8">
                <a:extLst>
                  <a:ext uri="{FF2B5EF4-FFF2-40B4-BE49-F238E27FC236}">
                    <a16:creationId xmlns:a16="http://schemas.microsoft.com/office/drawing/2014/main" id="{3961C81E-45C4-E92D-23E2-531ED3DEF490}"/>
                  </a:ext>
                </a:extLst>
              </p:cNvPr>
              <p:cNvSpPr txBox="1">
                <a:spLocks noRot="1" noChangeAspect="1" noMove="1" noResize="1" noEditPoints="1" noAdjustHandles="1" noChangeArrowheads="1" noChangeShapeType="1" noTextEdit="1"/>
              </p:cNvSpPr>
              <p:nvPr/>
            </p:nvSpPr>
            <p:spPr>
              <a:xfrm>
                <a:off x="5966460" y="2759215"/>
                <a:ext cx="548640" cy="477054"/>
              </a:xfrm>
              <a:prstGeom prst="rect">
                <a:avLst/>
              </a:prstGeom>
              <a:blipFill>
                <a:blip r:embed="rId4"/>
                <a:stretch>
                  <a:fillRect b="-1025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4C79F616-EF97-E4FD-16E5-41DDD3B19C3E}"/>
                  </a:ext>
                </a:extLst>
              </p:cNvPr>
              <p:cNvSpPr txBox="1"/>
              <p:nvPr/>
            </p:nvSpPr>
            <p:spPr>
              <a:xfrm>
                <a:off x="8825864" y="2816365"/>
                <a:ext cx="548640" cy="4770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IN" sz="2500">
                          <a:solidFill>
                            <a:srgbClr val="002060"/>
                          </a:solidFill>
                          <a:latin typeface="Cambria Math" panose="02040503050406030204" pitchFamily="18" charset="0"/>
                        </a:rPr>
                        <m:t>P</m:t>
                      </m:r>
                    </m:oMath>
                  </m:oMathPara>
                </a14:m>
                <a:endParaRPr lang="en-IN" sz="2500" dirty="0"/>
              </a:p>
            </p:txBody>
          </p:sp>
        </mc:Choice>
        <mc:Fallback xmlns="">
          <p:sp>
            <p:nvSpPr>
              <p:cNvPr id="10" name="TextBox 9">
                <a:extLst>
                  <a:ext uri="{FF2B5EF4-FFF2-40B4-BE49-F238E27FC236}">
                    <a16:creationId xmlns:a16="http://schemas.microsoft.com/office/drawing/2014/main" id="{4C79F616-EF97-E4FD-16E5-41DDD3B19C3E}"/>
                  </a:ext>
                </a:extLst>
              </p:cNvPr>
              <p:cNvSpPr txBox="1">
                <a:spLocks noRot="1" noChangeAspect="1" noMove="1" noResize="1" noEditPoints="1" noAdjustHandles="1" noChangeArrowheads="1" noChangeShapeType="1" noTextEdit="1"/>
              </p:cNvSpPr>
              <p:nvPr/>
            </p:nvSpPr>
            <p:spPr>
              <a:xfrm>
                <a:off x="8825864" y="2816365"/>
                <a:ext cx="548640" cy="477054"/>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B32F1F8-A490-0D4B-EE8A-06616630CEE6}"/>
                  </a:ext>
                </a:extLst>
              </p:cNvPr>
              <p:cNvSpPr txBox="1"/>
              <p:nvPr/>
            </p:nvSpPr>
            <p:spPr>
              <a:xfrm>
                <a:off x="5943600" y="3268407"/>
                <a:ext cx="548640" cy="4770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IN" sz="2500" i="1">
                              <a:solidFill>
                                <a:srgbClr val="002060"/>
                              </a:solidFill>
                              <a:latin typeface="Cambria Math" panose="02040503050406030204" pitchFamily="18" charset="0"/>
                            </a:rPr>
                          </m:ctrlPr>
                        </m:accPr>
                        <m:e>
                          <m:r>
                            <m:rPr>
                              <m:sty m:val="p"/>
                            </m:rPr>
                            <a:rPr lang="en-IN" sz="2500">
                              <a:solidFill>
                                <a:srgbClr val="002060"/>
                              </a:solidFill>
                              <a:latin typeface="Cambria Math" panose="02040503050406030204" pitchFamily="18" charset="0"/>
                            </a:rPr>
                            <m:t>x</m:t>
                          </m:r>
                        </m:e>
                      </m:acc>
                    </m:oMath>
                  </m:oMathPara>
                </a14:m>
                <a:endParaRPr lang="en-IN" sz="2500" dirty="0">
                  <a:solidFill>
                    <a:srgbClr val="002060"/>
                  </a:solidFill>
                </a:endParaRPr>
              </a:p>
            </p:txBody>
          </p:sp>
        </mc:Choice>
        <mc:Fallback xmlns="">
          <p:sp>
            <p:nvSpPr>
              <p:cNvPr id="11" name="TextBox 10">
                <a:extLst>
                  <a:ext uri="{FF2B5EF4-FFF2-40B4-BE49-F238E27FC236}">
                    <a16:creationId xmlns:a16="http://schemas.microsoft.com/office/drawing/2014/main" id="{6B32F1F8-A490-0D4B-EE8A-06616630CEE6}"/>
                  </a:ext>
                </a:extLst>
              </p:cNvPr>
              <p:cNvSpPr txBox="1">
                <a:spLocks noRot="1" noChangeAspect="1" noMove="1" noResize="1" noEditPoints="1" noAdjustHandles="1" noChangeArrowheads="1" noChangeShapeType="1" noTextEdit="1"/>
              </p:cNvSpPr>
              <p:nvPr/>
            </p:nvSpPr>
            <p:spPr>
              <a:xfrm>
                <a:off x="5943600" y="3268407"/>
                <a:ext cx="548640" cy="477054"/>
              </a:xfrm>
              <a:prstGeom prst="rect">
                <a:avLst/>
              </a:prstGeom>
              <a:blipFill>
                <a:blip r:embed="rId6"/>
                <a:stretch>
                  <a:fillRect r="-100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4930F56-8127-FA38-7E96-0540D159C8C4}"/>
                  </a:ext>
                </a:extLst>
              </p:cNvPr>
              <p:cNvSpPr txBox="1"/>
              <p:nvPr/>
            </p:nvSpPr>
            <p:spPr>
              <a:xfrm>
                <a:off x="8825864" y="3257015"/>
                <a:ext cx="548640" cy="4770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IN" sz="2500">
                          <a:solidFill>
                            <a:srgbClr val="002060"/>
                          </a:solidFill>
                          <a:latin typeface="Cambria Math" panose="02040503050406030204" pitchFamily="18" charset="0"/>
                          <a:ea typeface="Cambria Math" panose="02040503050406030204" pitchFamily="18" charset="0"/>
                        </a:rPr>
                        <m:t>μ</m:t>
                      </m:r>
                    </m:oMath>
                  </m:oMathPara>
                </a14:m>
                <a:endParaRPr lang="en-IN" sz="2500" dirty="0"/>
              </a:p>
            </p:txBody>
          </p:sp>
        </mc:Choice>
        <mc:Fallback xmlns="">
          <p:sp>
            <p:nvSpPr>
              <p:cNvPr id="12" name="TextBox 11">
                <a:extLst>
                  <a:ext uri="{FF2B5EF4-FFF2-40B4-BE49-F238E27FC236}">
                    <a16:creationId xmlns:a16="http://schemas.microsoft.com/office/drawing/2014/main" id="{94930F56-8127-FA38-7E96-0540D159C8C4}"/>
                  </a:ext>
                </a:extLst>
              </p:cNvPr>
              <p:cNvSpPr txBox="1">
                <a:spLocks noRot="1" noChangeAspect="1" noMove="1" noResize="1" noEditPoints="1" noAdjustHandles="1" noChangeArrowheads="1" noChangeShapeType="1" noTextEdit="1"/>
              </p:cNvSpPr>
              <p:nvPr/>
            </p:nvSpPr>
            <p:spPr>
              <a:xfrm>
                <a:off x="8825864" y="3257015"/>
                <a:ext cx="548640" cy="477054"/>
              </a:xfrm>
              <a:prstGeom prst="rect">
                <a:avLst/>
              </a:prstGeom>
              <a:blipFill>
                <a:blip r:embed="rId7"/>
                <a:stretch>
                  <a:fillRect b="-759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2D5C37D-227B-C9B6-DBA8-6D389148A7A8}"/>
                  </a:ext>
                </a:extLst>
              </p:cNvPr>
              <p:cNvSpPr txBox="1"/>
              <p:nvPr/>
            </p:nvSpPr>
            <p:spPr>
              <a:xfrm>
                <a:off x="5943600" y="3733577"/>
                <a:ext cx="548640" cy="4770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IN" sz="2500">
                          <a:solidFill>
                            <a:srgbClr val="002060"/>
                          </a:solidFill>
                          <a:latin typeface="Cambria Math" panose="02040503050406030204" pitchFamily="18" charset="0"/>
                        </a:rPr>
                        <m:t>s</m:t>
                      </m:r>
                    </m:oMath>
                  </m:oMathPara>
                </a14:m>
                <a:endParaRPr lang="en-IN" sz="2500" dirty="0">
                  <a:solidFill>
                    <a:srgbClr val="002060"/>
                  </a:solidFill>
                </a:endParaRPr>
              </a:p>
            </p:txBody>
          </p:sp>
        </mc:Choice>
        <mc:Fallback xmlns="">
          <p:sp>
            <p:nvSpPr>
              <p:cNvPr id="13" name="TextBox 12">
                <a:extLst>
                  <a:ext uri="{FF2B5EF4-FFF2-40B4-BE49-F238E27FC236}">
                    <a16:creationId xmlns:a16="http://schemas.microsoft.com/office/drawing/2014/main" id="{C2D5C37D-227B-C9B6-DBA8-6D389148A7A8}"/>
                  </a:ext>
                </a:extLst>
              </p:cNvPr>
              <p:cNvSpPr txBox="1">
                <a:spLocks noRot="1" noChangeAspect="1" noMove="1" noResize="1" noEditPoints="1" noAdjustHandles="1" noChangeArrowheads="1" noChangeShapeType="1" noTextEdit="1"/>
              </p:cNvSpPr>
              <p:nvPr/>
            </p:nvSpPr>
            <p:spPr>
              <a:xfrm>
                <a:off x="5943600" y="3733577"/>
                <a:ext cx="548640" cy="477054"/>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7E6A07D-397C-DF5B-ACE4-9CC092DEB025}"/>
                  </a:ext>
                </a:extLst>
              </p:cNvPr>
              <p:cNvSpPr txBox="1"/>
              <p:nvPr/>
            </p:nvSpPr>
            <p:spPr>
              <a:xfrm>
                <a:off x="8803956" y="3756540"/>
                <a:ext cx="548640" cy="4770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IN" sz="2500">
                          <a:solidFill>
                            <a:srgbClr val="002060"/>
                          </a:solidFill>
                          <a:latin typeface="Cambria Math" panose="02040503050406030204" pitchFamily="18" charset="0"/>
                          <a:ea typeface="Cambria Math" panose="02040503050406030204" pitchFamily="18" charset="0"/>
                        </a:rPr>
                        <m:t>σ</m:t>
                      </m:r>
                    </m:oMath>
                  </m:oMathPara>
                </a14:m>
                <a:endParaRPr lang="en-IN" sz="2500" dirty="0">
                  <a:solidFill>
                    <a:srgbClr val="002060"/>
                  </a:solidFill>
                </a:endParaRPr>
              </a:p>
            </p:txBody>
          </p:sp>
        </mc:Choice>
        <mc:Fallback xmlns="">
          <p:sp>
            <p:nvSpPr>
              <p:cNvPr id="14" name="TextBox 13">
                <a:extLst>
                  <a:ext uri="{FF2B5EF4-FFF2-40B4-BE49-F238E27FC236}">
                    <a16:creationId xmlns:a16="http://schemas.microsoft.com/office/drawing/2014/main" id="{47E6A07D-397C-DF5B-ACE4-9CC092DEB025}"/>
                  </a:ext>
                </a:extLst>
              </p:cNvPr>
              <p:cNvSpPr txBox="1">
                <a:spLocks noRot="1" noChangeAspect="1" noMove="1" noResize="1" noEditPoints="1" noAdjustHandles="1" noChangeArrowheads="1" noChangeShapeType="1" noTextEdit="1"/>
              </p:cNvSpPr>
              <p:nvPr/>
            </p:nvSpPr>
            <p:spPr>
              <a:xfrm>
                <a:off x="8803956" y="3756540"/>
                <a:ext cx="548640" cy="477054"/>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D5F89BA7-A37C-499A-C88B-56C99DB99B71}"/>
                  </a:ext>
                </a:extLst>
              </p:cNvPr>
              <p:cNvSpPr txBox="1"/>
              <p:nvPr/>
            </p:nvSpPr>
            <p:spPr>
              <a:xfrm>
                <a:off x="6023610" y="4242664"/>
                <a:ext cx="548640" cy="4770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IN" sz="2500" i="1">
                              <a:solidFill>
                                <a:srgbClr val="002060"/>
                              </a:solidFill>
                              <a:latin typeface="Cambria Math" panose="02040503050406030204" pitchFamily="18" charset="0"/>
                            </a:rPr>
                          </m:ctrlPr>
                        </m:sSupPr>
                        <m:e>
                          <m:r>
                            <m:rPr>
                              <m:sty m:val="p"/>
                            </m:rPr>
                            <a:rPr lang="en-IN" sz="2500">
                              <a:solidFill>
                                <a:srgbClr val="002060"/>
                              </a:solidFill>
                              <a:latin typeface="Cambria Math" panose="02040503050406030204" pitchFamily="18" charset="0"/>
                            </a:rPr>
                            <m:t>s</m:t>
                          </m:r>
                        </m:e>
                        <m:sup>
                          <m:r>
                            <a:rPr lang="en-IN" sz="2500">
                              <a:solidFill>
                                <a:srgbClr val="002060"/>
                              </a:solidFill>
                              <a:latin typeface="Cambria Math" panose="02040503050406030204" pitchFamily="18" charset="0"/>
                            </a:rPr>
                            <m:t>2</m:t>
                          </m:r>
                        </m:sup>
                      </m:sSup>
                    </m:oMath>
                  </m:oMathPara>
                </a14:m>
                <a:endParaRPr lang="en-IN" sz="2500" dirty="0">
                  <a:solidFill>
                    <a:srgbClr val="002060"/>
                  </a:solidFill>
                </a:endParaRPr>
              </a:p>
            </p:txBody>
          </p:sp>
        </mc:Choice>
        <mc:Fallback xmlns="">
          <p:sp>
            <p:nvSpPr>
              <p:cNvPr id="15" name="TextBox 14">
                <a:extLst>
                  <a:ext uri="{FF2B5EF4-FFF2-40B4-BE49-F238E27FC236}">
                    <a16:creationId xmlns:a16="http://schemas.microsoft.com/office/drawing/2014/main" id="{D5F89BA7-A37C-499A-C88B-56C99DB99B71}"/>
                  </a:ext>
                </a:extLst>
              </p:cNvPr>
              <p:cNvSpPr txBox="1">
                <a:spLocks noRot="1" noChangeAspect="1" noMove="1" noResize="1" noEditPoints="1" noAdjustHandles="1" noChangeArrowheads="1" noChangeShapeType="1" noTextEdit="1"/>
              </p:cNvSpPr>
              <p:nvPr/>
            </p:nvSpPr>
            <p:spPr>
              <a:xfrm>
                <a:off x="6023610" y="4242664"/>
                <a:ext cx="548640" cy="477054"/>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108B132D-D6F3-0E6E-B3BD-7E342C330B5B}"/>
                  </a:ext>
                </a:extLst>
              </p:cNvPr>
              <p:cNvSpPr txBox="1"/>
              <p:nvPr/>
            </p:nvSpPr>
            <p:spPr>
              <a:xfrm>
                <a:off x="8861106" y="4256065"/>
                <a:ext cx="548640" cy="4770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IN" sz="2500" i="1">
                              <a:solidFill>
                                <a:srgbClr val="002060"/>
                              </a:solidFill>
                              <a:latin typeface="Cambria Math" panose="02040503050406030204" pitchFamily="18" charset="0"/>
                            </a:rPr>
                          </m:ctrlPr>
                        </m:sSupPr>
                        <m:e>
                          <m:r>
                            <m:rPr>
                              <m:sty m:val="p"/>
                            </m:rPr>
                            <a:rPr lang="en-IN" sz="2500">
                              <a:solidFill>
                                <a:srgbClr val="002060"/>
                              </a:solidFill>
                              <a:latin typeface="Cambria Math" panose="02040503050406030204" pitchFamily="18" charset="0"/>
                              <a:ea typeface="Cambria Math" panose="02040503050406030204" pitchFamily="18" charset="0"/>
                            </a:rPr>
                            <m:t>σ</m:t>
                          </m:r>
                        </m:e>
                        <m:sup>
                          <m:r>
                            <a:rPr lang="en-IN" sz="2500" i="1">
                              <a:solidFill>
                                <a:srgbClr val="002060"/>
                              </a:solidFill>
                              <a:latin typeface="Cambria Math" panose="02040503050406030204" pitchFamily="18" charset="0"/>
                            </a:rPr>
                            <m:t>2</m:t>
                          </m:r>
                        </m:sup>
                      </m:sSup>
                    </m:oMath>
                  </m:oMathPara>
                </a14:m>
                <a:endParaRPr lang="en-IN" sz="2500" dirty="0">
                  <a:solidFill>
                    <a:srgbClr val="002060"/>
                  </a:solidFill>
                </a:endParaRPr>
              </a:p>
            </p:txBody>
          </p:sp>
        </mc:Choice>
        <mc:Fallback xmlns="">
          <p:sp>
            <p:nvSpPr>
              <p:cNvPr id="16" name="TextBox 15">
                <a:extLst>
                  <a:ext uri="{FF2B5EF4-FFF2-40B4-BE49-F238E27FC236}">
                    <a16:creationId xmlns:a16="http://schemas.microsoft.com/office/drawing/2014/main" id="{108B132D-D6F3-0E6E-B3BD-7E342C330B5B}"/>
                  </a:ext>
                </a:extLst>
              </p:cNvPr>
              <p:cNvSpPr txBox="1">
                <a:spLocks noRot="1" noChangeAspect="1" noMove="1" noResize="1" noEditPoints="1" noAdjustHandles="1" noChangeArrowheads="1" noChangeShapeType="1" noTextEdit="1"/>
              </p:cNvSpPr>
              <p:nvPr/>
            </p:nvSpPr>
            <p:spPr>
              <a:xfrm>
                <a:off x="8861106" y="4256065"/>
                <a:ext cx="548640" cy="477054"/>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7B01C65D-3AB8-CAB3-D6E7-D70DECF47657}"/>
                  </a:ext>
                </a:extLst>
              </p:cNvPr>
              <p:cNvSpPr txBox="1"/>
              <p:nvPr/>
            </p:nvSpPr>
            <p:spPr>
              <a:xfrm>
                <a:off x="5943600" y="4742124"/>
                <a:ext cx="548640" cy="4770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IN" sz="2500">
                          <a:solidFill>
                            <a:srgbClr val="002060"/>
                          </a:solidFill>
                          <a:latin typeface="Cambria Math" panose="02040503050406030204" pitchFamily="18" charset="0"/>
                        </a:rPr>
                        <m:t>r</m:t>
                      </m:r>
                    </m:oMath>
                  </m:oMathPara>
                </a14:m>
                <a:endParaRPr lang="en-IN" sz="2500" dirty="0">
                  <a:solidFill>
                    <a:srgbClr val="002060"/>
                  </a:solidFill>
                </a:endParaRPr>
              </a:p>
            </p:txBody>
          </p:sp>
        </mc:Choice>
        <mc:Fallback xmlns="">
          <p:sp>
            <p:nvSpPr>
              <p:cNvPr id="17" name="TextBox 16">
                <a:extLst>
                  <a:ext uri="{FF2B5EF4-FFF2-40B4-BE49-F238E27FC236}">
                    <a16:creationId xmlns:a16="http://schemas.microsoft.com/office/drawing/2014/main" id="{7B01C65D-3AB8-CAB3-D6E7-D70DECF47657}"/>
                  </a:ext>
                </a:extLst>
              </p:cNvPr>
              <p:cNvSpPr txBox="1">
                <a:spLocks noRot="1" noChangeAspect="1" noMove="1" noResize="1" noEditPoints="1" noAdjustHandles="1" noChangeArrowheads="1" noChangeShapeType="1" noTextEdit="1"/>
              </p:cNvSpPr>
              <p:nvPr/>
            </p:nvSpPr>
            <p:spPr>
              <a:xfrm>
                <a:off x="5943600" y="4742124"/>
                <a:ext cx="548640" cy="477054"/>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AFEFB3EF-1652-2356-F0F7-A13471562C05}"/>
                  </a:ext>
                </a:extLst>
              </p:cNvPr>
              <p:cNvSpPr txBox="1"/>
              <p:nvPr/>
            </p:nvSpPr>
            <p:spPr>
              <a:xfrm>
                <a:off x="8803956" y="4704965"/>
                <a:ext cx="548640" cy="4770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IN" sz="2500">
                          <a:solidFill>
                            <a:srgbClr val="002060"/>
                          </a:solidFill>
                          <a:latin typeface="Cambria Math" panose="02040503050406030204" pitchFamily="18" charset="0"/>
                          <a:ea typeface="Cambria Math" panose="02040503050406030204" pitchFamily="18" charset="0"/>
                        </a:rPr>
                        <m:t>ρ</m:t>
                      </m:r>
                    </m:oMath>
                  </m:oMathPara>
                </a14:m>
                <a:endParaRPr lang="en-IN" sz="2500" dirty="0">
                  <a:solidFill>
                    <a:srgbClr val="002060"/>
                  </a:solidFill>
                </a:endParaRPr>
              </a:p>
            </p:txBody>
          </p:sp>
        </mc:Choice>
        <mc:Fallback xmlns="">
          <p:sp>
            <p:nvSpPr>
              <p:cNvPr id="20" name="TextBox 19">
                <a:extLst>
                  <a:ext uri="{FF2B5EF4-FFF2-40B4-BE49-F238E27FC236}">
                    <a16:creationId xmlns:a16="http://schemas.microsoft.com/office/drawing/2014/main" id="{AFEFB3EF-1652-2356-F0F7-A13471562C05}"/>
                  </a:ext>
                </a:extLst>
              </p:cNvPr>
              <p:cNvSpPr txBox="1">
                <a:spLocks noRot="1" noChangeAspect="1" noMove="1" noResize="1" noEditPoints="1" noAdjustHandles="1" noChangeArrowheads="1" noChangeShapeType="1" noTextEdit="1"/>
              </p:cNvSpPr>
              <p:nvPr/>
            </p:nvSpPr>
            <p:spPr>
              <a:xfrm>
                <a:off x="8803956" y="4704965"/>
                <a:ext cx="548640" cy="477054"/>
              </a:xfrm>
              <a:prstGeom prst="rect">
                <a:avLst/>
              </a:prstGeom>
              <a:blipFill>
                <a:blip r:embed="rId13"/>
                <a:stretch>
                  <a:fillRect b="-10256"/>
                </a:stretch>
              </a:blipFill>
            </p:spPr>
            <p:txBody>
              <a:bodyPr/>
              <a:lstStyle/>
              <a:p>
                <a:r>
                  <a:rPr lang="en-IN">
                    <a:noFill/>
                  </a:rPr>
                  <a:t> </a:t>
                </a:r>
              </a:p>
            </p:txBody>
          </p:sp>
        </mc:Fallback>
      </mc:AlternateContent>
      <p:sp>
        <p:nvSpPr>
          <p:cNvPr id="22" name="TextBox 21">
            <a:extLst>
              <a:ext uri="{FF2B5EF4-FFF2-40B4-BE49-F238E27FC236}">
                <a16:creationId xmlns:a16="http://schemas.microsoft.com/office/drawing/2014/main" id="{69BAD5E4-73FD-4445-EDDA-4F2B6928EF87}"/>
              </a:ext>
            </a:extLst>
          </p:cNvPr>
          <p:cNvSpPr txBox="1"/>
          <p:nvPr/>
        </p:nvSpPr>
        <p:spPr>
          <a:xfrm>
            <a:off x="1699260" y="2293591"/>
            <a:ext cx="3008947" cy="477054"/>
          </a:xfrm>
          <a:prstGeom prst="rect">
            <a:avLst/>
          </a:prstGeom>
          <a:noFill/>
        </p:spPr>
        <p:txBody>
          <a:bodyPr wrap="square">
            <a:spAutoFit/>
          </a:bodyPr>
          <a:lstStyle/>
          <a:p>
            <a:pPr algn="ctr"/>
            <a:r>
              <a:rPr lang="en-IN" sz="2500" dirty="0">
                <a:solidFill>
                  <a:srgbClr val="002060"/>
                </a:solidFill>
              </a:rPr>
              <a:t>No. of elements (Size) </a:t>
            </a:r>
          </a:p>
        </p:txBody>
      </p:sp>
      <p:sp>
        <p:nvSpPr>
          <p:cNvPr id="24" name="TextBox 23">
            <a:extLst>
              <a:ext uri="{FF2B5EF4-FFF2-40B4-BE49-F238E27FC236}">
                <a16:creationId xmlns:a16="http://schemas.microsoft.com/office/drawing/2014/main" id="{8827A879-08F0-9B17-FC45-2218477F8E5B}"/>
              </a:ext>
            </a:extLst>
          </p:cNvPr>
          <p:cNvSpPr txBox="1"/>
          <p:nvPr/>
        </p:nvSpPr>
        <p:spPr>
          <a:xfrm>
            <a:off x="2320291" y="2795896"/>
            <a:ext cx="1611630" cy="477054"/>
          </a:xfrm>
          <a:prstGeom prst="rect">
            <a:avLst/>
          </a:prstGeom>
          <a:noFill/>
        </p:spPr>
        <p:txBody>
          <a:bodyPr wrap="square">
            <a:spAutoFit/>
          </a:bodyPr>
          <a:lstStyle/>
          <a:p>
            <a:r>
              <a:rPr lang="en-IN" sz="2500" dirty="0">
                <a:solidFill>
                  <a:srgbClr val="002060"/>
                </a:solidFill>
              </a:rPr>
              <a:t>Proportion</a:t>
            </a:r>
            <a:endParaRPr lang="en-IN" sz="2500" dirty="0"/>
          </a:p>
        </p:txBody>
      </p:sp>
      <p:sp>
        <p:nvSpPr>
          <p:cNvPr id="26" name="TextBox 25">
            <a:extLst>
              <a:ext uri="{FF2B5EF4-FFF2-40B4-BE49-F238E27FC236}">
                <a16:creationId xmlns:a16="http://schemas.microsoft.com/office/drawing/2014/main" id="{C6E31443-07BC-DD5F-D279-6216ABCC7BD7}"/>
              </a:ext>
            </a:extLst>
          </p:cNvPr>
          <p:cNvSpPr txBox="1"/>
          <p:nvPr/>
        </p:nvSpPr>
        <p:spPr>
          <a:xfrm>
            <a:off x="2666048" y="3316279"/>
            <a:ext cx="1074420" cy="477054"/>
          </a:xfrm>
          <a:prstGeom prst="rect">
            <a:avLst/>
          </a:prstGeom>
          <a:noFill/>
        </p:spPr>
        <p:txBody>
          <a:bodyPr wrap="square">
            <a:spAutoFit/>
          </a:bodyPr>
          <a:lstStyle/>
          <a:p>
            <a:r>
              <a:rPr lang="en-IN" sz="2500" dirty="0">
                <a:solidFill>
                  <a:srgbClr val="002060"/>
                </a:solidFill>
              </a:rPr>
              <a:t>Mean</a:t>
            </a:r>
            <a:endParaRPr lang="en-IN" sz="2500" dirty="0"/>
          </a:p>
        </p:txBody>
      </p:sp>
      <p:sp>
        <p:nvSpPr>
          <p:cNvPr id="28" name="TextBox 27">
            <a:extLst>
              <a:ext uri="{FF2B5EF4-FFF2-40B4-BE49-F238E27FC236}">
                <a16:creationId xmlns:a16="http://schemas.microsoft.com/office/drawing/2014/main" id="{AD135DCA-A4D5-E3F0-D145-FE0F081C7FD6}"/>
              </a:ext>
            </a:extLst>
          </p:cNvPr>
          <p:cNvSpPr txBox="1"/>
          <p:nvPr/>
        </p:nvSpPr>
        <p:spPr>
          <a:xfrm>
            <a:off x="1894523" y="3773823"/>
            <a:ext cx="2571750" cy="477054"/>
          </a:xfrm>
          <a:prstGeom prst="rect">
            <a:avLst/>
          </a:prstGeom>
          <a:noFill/>
        </p:spPr>
        <p:txBody>
          <a:bodyPr wrap="square">
            <a:spAutoFit/>
          </a:bodyPr>
          <a:lstStyle/>
          <a:p>
            <a:pPr algn="ctr"/>
            <a:r>
              <a:rPr lang="en-IN" sz="2500" dirty="0">
                <a:solidFill>
                  <a:srgbClr val="002060"/>
                </a:solidFill>
              </a:rPr>
              <a:t>Standard Deviation</a:t>
            </a:r>
          </a:p>
        </p:txBody>
      </p:sp>
      <p:sp>
        <p:nvSpPr>
          <p:cNvPr id="30" name="TextBox 29">
            <a:extLst>
              <a:ext uri="{FF2B5EF4-FFF2-40B4-BE49-F238E27FC236}">
                <a16:creationId xmlns:a16="http://schemas.microsoft.com/office/drawing/2014/main" id="{6F02EA97-00A5-F2BC-1D4C-3129DCFABFFF}"/>
              </a:ext>
            </a:extLst>
          </p:cNvPr>
          <p:cNvSpPr txBox="1"/>
          <p:nvPr/>
        </p:nvSpPr>
        <p:spPr>
          <a:xfrm>
            <a:off x="2571751" y="4256065"/>
            <a:ext cx="1360170" cy="477054"/>
          </a:xfrm>
          <a:prstGeom prst="rect">
            <a:avLst/>
          </a:prstGeom>
          <a:noFill/>
        </p:spPr>
        <p:txBody>
          <a:bodyPr wrap="square">
            <a:spAutoFit/>
          </a:bodyPr>
          <a:lstStyle/>
          <a:p>
            <a:r>
              <a:rPr lang="en-IN" sz="2500" dirty="0">
                <a:solidFill>
                  <a:srgbClr val="002060"/>
                </a:solidFill>
              </a:rPr>
              <a:t>Variance</a:t>
            </a:r>
            <a:endParaRPr lang="en-IN" sz="2500" dirty="0"/>
          </a:p>
        </p:txBody>
      </p:sp>
      <p:sp>
        <p:nvSpPr>
          <p:cNvPr id="32" name="TextBox 31">
            <a:extLst>
              <a:ext uri="{FF2B5EF4-FFF2-40B4-BE49-F238E27FC236}">
                <a16:creationId xmlns:a16="http://schemas.microsoft.com/office/drawing/2014/main" id="{D84AA18F-F9AB-2D16-D826-E43F9B7038D7}"/>
              </a:ext>
            </a:extLst>
          </p:cNvPr>
          <p:cNvSpPr txBox="1"/>
          <p:nvPr/>
        </p:nvSpPr>
        <p:spPr>
          <a:xfrm>
            <a:off x="1705926" y="4763180"/>
            <a:ext cx="3117533" cy="477054"/>
          </a:xfrm>
          <a:prstGeom prst="rect">
            <a:avLst/>
          </a:prstGeom>
          <a:noFill/>
        </p:spPr>
        <p:txBody>
          <a:bodyPr wrap="square">
            <a:spAutoFit/>
          </a:bodyPr>
          <a:lstStyle/>
          <a:p>
            <a:r>
              <a:rPr lang="en-IN" sz="2500" dirty="0">
                <a:solidFill>
                  <a:srgbClr val="002060"/>
                </a:solidFill>
              </a:rPr>
              <a:t>Correlation Coefficient</a:t>
            </a:r>
            <a:endParaRPr lang="en-IN" sz="2500" dirty="0"/>
          </a:p>
        </p:txBody>
      </p:sp>
    </p:spTree>
    <p:extLst>
      <p:ext uri="{BB962C8B-B14F-4D97-AF65-F5344CB8AC3E}">
        <p14:creationId xmlns:p14="http://schemas.microsoft.com/office/powerpoint/2010/main" val="3570630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5"/>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6"/>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32"/>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17"/>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 grpId="0"/>
      <p:bldP spid="8" grpId="0"/>
      <p:bldP spid="9" grpId="0"/>
      <p:bldP spid="10" grpId="0"/>
      <p:bldP spid="11" grpId="0"/>
      <p:bldP spid="12" grpId="0"/>
      <p:bldP spid="13" grpId="0"/>
      <p:bldP spid="14" grpId="0"/>
      <p:bldP spid="15" grpId="0"/>
      <p:bldP spid="16" grpId="0"/>
      <p:bldP spid="17" grpId="0"/>
      <p:bldP spid="20" grpId="0"/>
      <p:bldP spid="22" grpId="0"/>
      <p:bldP spid="24" grpId="0"/>
      <p:bldP spid="26" grpId="0"/>
      <p:bldP spid="28" grpId="0"/>
      <p:bldP spid="30" grpId="0"/>
      <p:bldP spid="32" grpId="0"/>
    </p:bld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EB31B6-14ED-3D6C-E8F0-8AC965A85D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FCF20E-C82A-FCB1-45C5-C6557CC6DD22}"/>
              </a:ext>
            </a:extLst>
          </p:cNvPr>
          <p:cNvSpPr>
            <a:spLocks noGrp="1"/>
          </p:cNvSpPr>
          <p:nvPr>
            <p:ph type="title"/>
          </p:nvPr>
        </p:nvSpPr>
        <p:spPr/>
        <p:txBody>
          <a:bodyPr/>
          <a:lstStyle/>
          <a:p>
            <a:r>
              <a:rPr lang="en-US" dirty="0"/>
              <a:t>Test of Significance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E9A7FB7-2F16-9B99-141D-6C59AB96C980}"/>
                  </a:ext>
                </a:extLst>
              </p:cNvPr>
              <p:cNvSpPr>
                <a:spLocks noGrp="1"/>
              </p:cNvSpPr>
              <p:nvPr>
                <p:ph idx="1"/>
              </p:nvPr>
            </p:nvSpPr>
            <p:spPr>
              <a:xfrm>
                <a:off x="131180" y="831545"/>
                <a:ext cx="11929641" cy="5579893"/>
              </a:xfrm>
            </p:spPr>
            <p:txBody>
              <a:bodyPr/>
              <a:lstStyle/>
              <a:p>
                <a:pPr lvl="0"/>
                <a:r>
                  <a:rPr lang="en-US" dirty="0"/>
                  <a:t>An important aspect of the sampling theory is to study the test of significance, which will enable us to decide, on the basis of the results of the sample.  </a:t>
                </a:r>
                <a:endParaRPr lang="en-IN" dirty="0"/>
              </a:p>
              <a:p>
                <a:pPr lvl="0"/>
                <a:r>
                  <a:rPr lang="en-US" dirty="0"/>
                  <a:t>For applying the tests of significance, </a:t>
                </a:r>
                <a:r>
                  <a:rPr lang="en-US" b="1" dirty="0"/>
                  <a:t>we first set up a hypothesis </a:t>
                </a:r>
                <a:r>
                  <a:rPr lang="en-US" dirty="0"/>
                  <a:t>which is a </a:t>
                </a:r>
                <a:r>
                  <a:rPr lang="en-US" b="1" dirty="0">
                    <a:solidFill>
                      <a:schemeClr val="accent3">
                        <a:lumMod val="50000"/>
                      </a:schemeClr>
                    </a:solidFill>
                  </a:rPr>
                  <a:t>definite statement about the population parameter known as</a:t>
                </a:r>
                <a:r>
                  <a:rPr lang="en-US" dirty="0"/>
                  <a:t> </a:t>
                </a:r>
                <a:r>
                  <a:rPr lang="en-US" b="1" dirty="0">
                    <a:solidFill>
                      <a:srgbClr val="FF0000"/>
                    </a:solidFill>
                  </a:rPr>
                  <a:t>null hypothesis</a:t>
                </a:r>
                <a:r>
                  <a:rPr lang="en-US" b="1" dirty="0"/>
                  <a:t>,</a:t>
                </a:r>
                <a:r>
                  <a:rPr lang="en-US" dirty="0"/>
                  <a:t> denoted by</a:t>
                </a:r>
                <a14:m>
                  <m:oMath xmlns:m="http://schemas.openxmlformats.org/officeDocument/2006/math">
                    <m:r>
                      <a:rPr lang="en-US">
                        <a:latin typeface="Cambria Math" panose="02040503050406030204" pitchFamily="18" charset="0"/>
                      </a:rPr>
                      <m:t> </m:t>
                    </m:r>
                    <m:sSub>
                      <m:sSubPr>
                        <m:ctrlPr>
                          <a:rPr lang="en-IN" b="1" i="1" smtClean="0">
                            <a:solidFill>
                              <a:srgbClr val="FF0000"/>
                            </a:solidFill>
                            <a:latin typeface="Cambria Math" panose="02040503050406030204" pitchFamily="18" charset="0"/>
                          </a:rPr>
                        </m:ctrlPr>
                      </m:sSubPr>
                      <m:e>
                        <m:r>
                          <a:rPr lang="en-US" b="1" i="1">
                            <a:solidFill>
                              <a:srgbClr val="FF0000"/>
                            </a:solidFill>
                            <a:latin typeface="Cambria Math" panose="02040503050406030204" pitchFamily="18" charset="0"/>
                          </a:rPr>
                          <m:t>𝐇</m:t>
                        </m:r>
                      </m:e>
                      <m:sub>
                        <m:r>
                          <a:rPr lang="en-US" b="1" i="1">
                            <a:solidFill>
                              <a:srgbClr val="FF0000"/>
                            </a:solidFill>
                            <a:latin typeface="Cambria Math" panose="02040503050406030204" pitchFamily="18" charset="0"/>
                          </a:rPr>
                          <m:t>𝟎</m:t>
                        </m:r>
                      </m:sub>
                    </m:sSub>
                  </m:oMath>
                </a14:m>
                <a:r>
                  <a:rPr lang="en-US" dirty="0"/>
                  <a:t>.</a:t>
                </a:r>
              </a:p>
              <a:p>
                <a:r>
                  <a:rPr lang="en-US" dirty="0"/>
                  <a:t>Note that, Null hypothesis </a:t>
                </a:r>
                <a14:m>
                  <m:oMath xmlns:m="http://schemas.openxmlformats.org/officeDocument/2006/math">
                    <m:sSub>
                      <m:sSubPr>
                        <m:ctrlPr>
                          <a:rPr lang="en-IN" b="1" i="1" smtClean="0">
                            <a:solidFill>
                              <a:srgbClr val="FF0000"/>
                            </a:solidFill>
                            <a:latin typeface="Cambria Math" panose="02040503050406030204" pitchFamily="18" charset="0"/>
                          </a:rPr>
                        </m:ctrlPr>
                      </m:sSubPr>
                      <m:e>
                        <m:r>
                          <a:rPr lang="en-US" b="1" i="1">
                            <a:solidFill>
                              <a:srgbClr val="FF0000"/>
                            </a:solidFill>
                            <a:latin typeface="Cambria Math" panose="02040503050406030204" pitchFamily="18" charset="0"/>
                          </a:rPr>
                          <m:t>𝐇</m:t>
                        </m:r>
                      </m:e>
                      <m:sub>
                        <m:r>
                          <a:rPr lang="en-US" b="1" i="1">
                            <a:solidFill>
                              <a:srgbClr val="FF0000"/>
                            </a:solidFill>
                            <a:latin typeface="Cambria Math" panose="02040503050406030204" pitchFamily="18" charset="0"/>
                          </a:rPr>
                          <m:t>𝟎</m:t>
                        </m:r>
                      </m:sub>
                    </m:sSub>
                  </m:oMath>
                </a14:m>
                <a:r>
                  <a:rPr lang="en-US" dirty="0"/>
                  <a:t> is </a:t>
                </a:r>
                <a:r>
                  <a:rPr lang="en-US" b="1" dirty="0"/>
                  <a:t>always in equality</a:t>
                </a:r>
                <a:r>
                  <a:rPr lang="en-US" dirty="0"/>
                  <a:t>.</a:t>
                </a:r>
              </a:p>
              <a:p>
                <a:r>
                  <a:rPr lang="en-US" b="1" dirty="0">
                    <a:solidFill>
                      <a:schemeClr val="accent3">
                        <a:lumMod val="50000"/>
                      </a:schemeClr>
                    </a:solidFill>
                  </a:rPr>
                  <a:t>Any hypothesis which is complementary to the null hypothesis</a:t>
                </a:r>
                <a:r>
                  <a:rPr lang="en-US" dirty="0"/>
                  <a:t> is known as an </a:t>
                </a:r>
                <a:r>
                  <a:rPr lang="en-US" b="1" dirty="0">
                    <a:solidFill>
                      <a:srgbClr val="FF0000"/>
                    </a:solidFill>
                  </a:rPr>
                  <a:t>alternative hypothesis</a:t>
                </a:r>
                <a:r>
                  <a:rPr lang="en-US" dirty="0"/>
                  <a:t> denoted by</a:t>
                </a:r>
                <a14:m>
                  <m:oMath xmlns:m="http://schemas.openxmlformats.org/officeDocument/2006/math">
                    <m:r>
                      <a:rPr lang="en-US">
                        <a:latin typeface="Cambria Math" panose="02040503050406030204" pitchFamily="18" charset="0"/>
                      </a:rPr>
                      <m:t> </m:t>
                    </m:r>
                    <m:sSub>
                      <m:sSubPr>
                        <m:ctrlPr>
                          <a:rPr lang="en-IN" b="1" i="1" smtClean="0">
                            <a:solidFill>
                              <a:srgbClr val="FF0000"/>
                            </a:solidFill>
                            <a:latin typeface="Cambria Math" panose="02040503050406030204" pitchFamily="18" charset="0"/>
                          </a:rPr>
                        </m:ctrlPr>
                      </m:sSubPr>
                      <m:e>
                        <m:r>
                          <a:rPr lang="en-US" b="1" i="1">
                            <a:solidFill>
                              <a:srgbClr val="FF0000"/>
                            </a:solidFill>
                            <a:latin typeface="Cambria Math" panose="02040503050406030204" pitchFamily="18" charset="0"/>
                          </a:rPr>
                          <m:t>𝐇</m:t>
                        </m:r>
                      </m:e>
                      <m:sub>
                        <m:r>
                          <a:rPr lang="en-US" b="1" i="1">
                            <a:solidFill>
                              <a:srgbClr val="FF0000"/>
                            </a:solidFill>
                            <a:latin typeface="Cambria Math" panose="02040503050406030204" pitchFamily="18" charset="0"/>
                          </a:rPr>
                          <m:t>𝟏</m:t>
                        </m:r>
                      </m:sub>
                    </m:sSub>
                  </m:oMath>
                </a14:m>
                <a:r>
                  <a:rPr lang="en-US" dirty="0"/>
                  <a:t>.</a:t>
                </a:r>
                <a:endParaRPr lang="en-IN" dirty="0"/>
              </a:p>
              <a:p>
                <a:endParaRPr lang="en-IN" dirty="0"/>
              </a:p>
              <a:p>
                <a:pPr lvl="0"/>
                <a:endParaRPr lang="en-IN" dirty="0"/>
              </a:p>
              <a:p>
                <a:pPr lvl="0">
                  <a:lnSpc>
                    <a:spcPct val="145000"/>
                  </a:lnSpc>
                </a:pPr>
                <a:endParaRPr lang="en-US" dirty="0"/>
              </a:p>
            </p:txBody>
          </p:sp>
        </mc:Choice>
        <mc:Fallback xmlns="">
          <p:sp>
            <p:nvSpPr>
              <p:cNvPr id="3" name="Content Placeholder 2">
                <a:extLst>
                  <a:ext uri="{FF2B5EF4-FFF2-40B4-BE49-F238E27FC236}">
                    <a16:creationId xmlns:a16="http://schemas.microsoft.com/office/drawing/2014/main" id="{EE9A7FB7-2F16-9B99-141D-6C59AB96C980}"/>
                  </a:ext>
                </a:extLst>
              </p:cNvPr>
              <p:cNvSpPr>
                <a:spLocks noGrp="1" noRot="1" noChangeAspect="1" noMove="1" noResize="1" noEditPoints="1" noAdjustHandles="1" noChangeArrowheads="1" noChangeShapeType="1" noTextEdit="1"/>
              </p:cNvSpPr>
              <p:nvPr>
                <p:ph idx="1"/>
              </p:nvPr>
            </p:nvSpPr>
            <p:spPr>
              <a:xfrm>
                <a:off x="131180" y="831545"/>
                <a:ext cx="11929641" cy="5579893"/>
              </a:xfrm>
              <a:blipFill>
                <a:blip r:embed="rId2"/>
                <a:stretch>
                  <a:fillRect l="-971" r="-1074"/>
                </a:stretch>
              </a:blipFill>
            </p:spPr>
            <p:txBody>
              <a:bodyPr/>
              <a:lstStyle/>
              <a:p>
                <a:r>
                  <a:rPr lang="en-IN">
                    <a:noFill/>
                  </a:rPr>
                  <a:t> </a:t>
                </a:r>
              </a:p>
            </p:txBody>
          </p:sp>
        </mc:Fallback>
      </mc:AlternateContent>
    </p:spTree>
    <p:extLst>
      <p:ext uri="{BB962C8B-B14F-4D97-AF65-F5344CB8AC3E}">
        <p14:creationId xmlns:p14="http://schemas.microsoft.com/office/powerpoint/2010/main" val="2309350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4C575-E159-1794-2CB0-BDE3424842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20F384-3960-32CC-1F88-4346824E2DF4}"/>
              </a:ext>
            </a:extLst>
          </p:cNvPr>
          <p:cNvSpPr>
            <a:spLocks noGrp="1"/>
          </p:cNvSpPr>
          <p:nvPr>
            <p:ph type="title"/>
          </p:nvPr>
        </p:nvSpPr>
        <p:spPr/>
        <p:txBody>
          <a:bodyPr/>
          <a:lstStyle/>
          <a:p>
            <a:r>
              <a:rPr lang="en-US" dirty="0"/>
              <a:t>Null Hypothesis and Alternative Hypothesis </a:t>
            </a:r>
          </a:p>
        </p:txBody>
      </p:sp>
      <p:pic>
        <p:nvPicPr>
          <p:cNvPr id="7" name="Picture 6">
            <a:extLst>
              <a:ext uri="{FF2B5EF4-FFF2-40B4-BE49-F238E27FC236}">
                <a16:creationId xmlns:a16="http://schemas.microsoft.com/office/drawing/2014/main" id="{139C7462-4CB2-7097-4218-2FE284E03C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8122" y="913447"/>
            <a:ext cx="5371148" cy="3193157"/>
          </a:xfrm>
          <a:prstGeom prst="rect">
            <a:avLst/>
          </a:prstGeom>
        </p:spPr>
      </p:pic>
      <p:pic>
        <p:nvPicPr>
          <p:cNvPr id="9" name="Picture 8">
            <a:extLst>
              <a:ext uri="{FF2B5EF4-FFF2-40B4-BE49-F238E27FC236}">
                <a16:creationId xmlns:a16="http://schemas.microsoft.com/office/drawing/2014/main" id="{C6CD7FA6-7D2B-40BC-BDEA-FFBF490C96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09698" y="1027935"/>
            <a:ext cx="2964180" cy="2964180"/>
          </a:xfrm>
          <a:prstGeom prst="rect">
            <a:avLst/>
          </a:prstGeom>
        </p:spPr>
      </p:pic>
      <p:sp>
        <p:nvSpPr>
          <p:cNvPr id="14" name="TextBox 13">
            <a:extLst>
              <a:ext uri="{FF2B5EF4-FFF2-40B4-BE49-F238E27FC236}">
                <a16:creationId xmlns:a16="http://schemas.microsoft.com/office/drawing/2014/main" id="{33BD4762-0B71-EAFE-0057-8DEBE28A5F89}"/>
              </a:ext>
            </a:extLst>
          </p:cNvPr>
          <p:cNvSpPr txBox="1"/>
          <p:nvPr/>
        </p:nvSpPr>
        <p:spPr>
          <a:xfrm>
            <a:off x="5977890" y="1439227"/>
            <a:ext cx="2720340" cy="954107"/>
          </a:xfrm>
          <a:prstGeom prst="rect">
            <a:avLst/>
          </a:prstGeom>
          <a:noFill/>
        </p:spPr>
        <p:txBody>
          <a:bodyPr wrap="square" rtlCol="0">
            <a:spAutoFit/>
          </a:bodyPr>
          <a:lstStyle/>
          <a:p>
            <a:pPr algn="ctr"/>
            <a:r>
              <a:rPr lang="en-US" sz="2800" dirty="0">
                <a:solidFill>
                  <a:srgbClr val="002060"/>
                </a:solidFill>
              </a:rPr>
              <a:t>Invented new drugs of cancer</a:t>
            </a:r>
            <a:endParaRPr lang="en-IN" sz="2800" dirty="0">
              <a:solidFill>
                <a:srgbClr val="002060"/>
              </a:solidFill>
            </a:endParaRPr>
          </a:p>
        </p:txBody>
      </p:sp>
      <p:pic>
        <p:nvPicPr>
          <p:cNvPr id="16" name="Picture 15">
            <a:extLst>
              <a:ext uri="{FF2B5EF4-FFF2-40B4-BE49-F238E27FC236}">
                <a16:creationId xmlns:a16="http://schemas.microsoft.com/office/drawing/2014/main" id="{77D3072B-65B4-F021-992B-A25D2BDCAFB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5002" y="4521454"/>
            <a:ext cx="2688694" cy="1833626"/>
          </a:xfrm>
          <a:prstGeom prst="rect">
            <a:avLst/>
          </a:prstGeom>
        </p:spPr>
      </p:pic>
      <p:sp>
        <p:nvSpPr>
          <p:cNvPr id="17" name="Rectangle: Diagonal Corners Rounded 16">
            <a:extLst>
              <a:ext uri="{FF2B5EF4-FFF2-40B4-BE49-F238E27FC236}">
                <a16:creationId xmlns:a16="http://schemas.microsoft.com/office/drawing/2014/main" id="{74367207-4062-3D3C-A69C-BB8215AF61C2}"/>
              </a:ext>
            </a:extLst>
          </p:cNvPr>
          <p:cNvSpPr/>
          <p:nvPr/>
        </p:nvSpPr>
        <p:spPr>
          <a:xfrm>
            <a:off x="2903696" y="4521454"/>
            <a:ext cx="4891564" cy="1076133"/>
          </a:xfrm>
          <a:prstGeom prst="round2DiagRect">
            <a:avLst>
              <a:gd name="adj1" fmla="val 0"/>
              <a:gd name="adj2" fmla="val 50000"/>
            </a:avLst>
          </a:prstGeom>
          <a:solidFill>
            <a:schemeClr val="accent4">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rPr>
              <a:t>Claim: New drug is as effective as the old drug </a:t>
            </a:r>
            <a:endParaRPr lang="en-IN" sz="2800" dirty="0">
              <a:solidFill>
                <a:schemeClr val="bg1"/>
              </a:solidFill>
            </a:endParaRPr>
          </a:p>
        </p:txBody>
      </p:sp>
      <p:sp>
        <p:nvSpPr>
          <p:cNvPr id="18" name="Left Brace 17">
            <a:extLst>
              <a:ext uri="{FF2B5EF4-FFF2-40B4-BE49-F238E27FC236}">
                <a16:creationId xmlns:a16="http://schemas.microsoft.com/office/drawing/2014/main" id="{E9820FEB-A58E-1602-F46E-26E52B7C5C0E}"/>
              </a:ext>
            </a:extLst>
          </p:cNvPr>
          <p:cNvSpPr/>
          <p:nvPr/>
        </p:nvSpPr>
        <p:spPr>
          <a:xfrm>
            <a:off x="7795260" y="4443984"/>
            <a:ext cx="1143000" cy="1394460"/>
          </a:xfrm>
          <a:prstGeom prst="leftBrace">
            <a:avLst/>
          </a:prstGeom>
          <a:ln w="57150">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cxnSp>
        <p:nvCxnSpPr>
          <p:cNvPr id="20" name="Straight Arrow Connector 19">
            <a:extLst>
              <a:ext uri="{FF2B5EF4-FFF2-40B4-BE49-F238E27FC236}">
                <a16:creationId xmlns:a16="http://schemas.microsoft.com/office/drawing/2014/main" id="{AB0E54BF-6E51-FC60-AC15-5C4C647AD311}"/>
              </a:ext>
            </a:extLst>
          </p:cNvPr>
          <p:cNvCxnSpPr>
            <a:cxnSpLocks/>
          </p:cNvCxnSpPr>
          <p:nvPr/>
        </p:nvCxnSpPr>
        <p:spPr>
          <a:xfrm flipV="1">
            <a:off x="5875020" y="2510025"/>
            <a:ext cx="3006090" cy="1"/>
          </a:xfrm>
          <a:prstGeom prst="straightConnector1">
            <a:avLst/>
          </a:prstGeom>
          <a:ln w="5715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39BFEBA8-DC92-5754-C5F1-7F65B115B261}"/>
              </a:ext>
            </a:extLst>
          </p:cNvPr>
          <p:cNvSpPr txBox="1"/>
          <p:nvPr/>
        </p:nvSpPr>
        <p:spPr>
          <a:xfrm>
            <a:off x="8952548" y="5581611"/>
            <a:ext cx="1143000" cy="523220"/>
          </a:xfrm>
          <a:prstGeom prst="rect">
            <a:avLst/>
          </a:prstGeom>
          <a:noFill/>
        </p:spPr>
        <p:txBody>
          <a:bodyPr wrap="square" rtlCol="0">
            <a:spAutoFit/>
          </a:bodyPr>
          <a:lstStyle/>
          <a:p>
            <a:pPr algn="ctr"/>
            <a:r>
              <a:rPr lang="en-US" sz="2800" dirty="0">
                <a:solidFill>
                  <a:srgbClr val="002060"/>
                </a:solidFill>
              </a:rPr>
              <a:t>False !</a:t>
            </a:r>
            <a:endParaRPr lang="en-IN" sz="2800" dirty="0">
              <a:solidFill>
                <a:srgbClr val="002060"/>
              </a:solidFill>
            </a:endParaRPr>
          </a:p>
        </p:txBody>
      </p:sp>
      <p:sp>
        <p:nvSpPr>
          <p:cNvPr id="22" name="TextBox 21">
            <a:extLst>
              <a:ext uri="{FF2B5EF4-FFF2-40B4-BE49-F238E27FC236}">
                <a16:creationId xmlns:a16="http://schemas.microsoft.com/office/drawing/2014/main" id="{134E4D9D-2AA8-ECE4-DD40-DA89E6359ACF}"/>
              </a:ext>
            </a:extLst>
          </p:cNvPr>
          <p:cNvSpPr txBox="1"/>
          <p:nvPr/>
        </p:nvSpPr>
        <p:spPr>
          <a:xfrm>
            <a:off x="8842534" y="4162834"/>
            <a:ext cx="1143000" cy="523220"/>
          </a:xfrm>
          <a:prstGeom prst="rect">
            <a:avLst/>
          </a:prstGeom>
          <a:noFill/>
        </p:spPr>
        <p:txBody>
          <a:bodyPr wrap="square" rtlCol="0">
            <a:spAutoFit/>
          </a:bodyPr>
          <a:lstStyle/>
          <a:p>
            <a:pPr algn="ctr"/>
            <a:r>
              <a:rPr lang="en-US" sz="2800" dirty="0">
                <a:solidFill>
                  <a:srgbClr val="002060"/>
                </a:solidFill>
              </a:rPr>
              <a:t>True !</a:t>
            </a:r>
            <a:endParaRPr lang="en-IN" sz="2800" dirty="0">
              <a:solidFill>
                <a:srgbClr val="002060"/>
              </a:solidFill>
            </a:endParaRPr>
          </a:p>
        </p:txBody>
      </p:sp>
    </p:spTree>
    <p:extLst>
      <p:ext uri="{BB962C8B-B14F-4D97-AF65-F5344CB8AC3E}">
        <p14:creationId xmlns:p14="http://schemas.microsoft.com/office/powerpoint/2010/main" val="2891578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wipe(left)">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2"/>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7" grpId="0" animBg="1"/>
      <p:bldP spid="18" grpId="0" animBg="1"/>
      <p:bldP spid="21" grpId="0"/>
      <p:bldP spid="22" grpId="0"/>
    </p:bld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D61BA-6BE2-D8AC-28B8-642B104D6A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60339C-6075-B4C8-4F7A-665E803CDA82}"/>
              </a:ext>
            </a:extLst>
          </p:cNvPr>
          <p:cNvSpPr>
            <a:spLocks noGrp="1"/>
          </p:cNvSpPr>
          <p:nvPr>
            <p:ph type="title"/>
          </p:nvPr>
        </p:nvSpPr>
        <p:spPr/>
        <p:txBody>
          <a:bodyPr/>
          <a:lstStyle/>
          <a:p>
            <a:r>
              <a:rPr lang="en-US" dirty="0"/>
              <a:t>Null Hypothesis and Alternative Hypothesis </a:t>
            </a:r>
          </a:p>
        </p:txBody>
      </p:sp>
      <p:pic>
        <p:nvPicPr>
          <p:cNvPr id="16" name="Picture 15">
            <a:extLst>
              <a:ext uri="{FF2B5EF4-FFF2-40B4-BE49-F238E27FC236}">
                <a16:creationId xmlns:a16="http://schemas.microsoft.com/office/drawing/2014/main" id="{67D3BD2A-2871-C428-4230-C94FE28209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2142" y="1229614"/>
            <a:ext cx="2688694" cy="1833626"/>
          </a:xfrm>
          <a:prstGeom prst="rect">
            <a:avLst/>
          </a:prstGeom>
        </p:spPr>
      </p:pic>
      <p:sp>
        <p:nvSpPr>
          <p:cNvPr id="17" name="Rectangle: Diagonal Corners Rounded 16">
            <a:extLst>
              <a:ext uri="{FF2B5EF4-FFF2-40B4-BE49-F238E27FC236}">
                <a16:creationId xmlns:a16="http://schemas.microsoft.com/office/drawing/2014/main" id="{F9C0035C-5A63-7AE9-2EB6-C23FE0A1DD2E}"/>
              </a:ext>
            </a:extLst>
          </p:cNvPr>
          <p:cNvSpPr/>
          <p:nvPr/>
        </p:nvSpPr>
        <p:spPr>
          <a:xfrm>
            <a:off x="2880836" y="1229614"/>
            <a:ext cx="4891564" cy="1076133"/>
          </a:xfrm>
          <a:prstGeom prst="round2DiagRect">
            <a:avLst>
              <a:gd name="adj1" fmla="val 0"/>
              <a:gd name="adj2" fmla="val 50000"/>
            </a:avLst>
          </a:prstGeom>
          <a:solidFill>
            <a:schemeClr val="accent4">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rPr>
              <a:t>Claim: New drug is as effective as the old drug </a:t>
            </a:r>
            <a:endParaRPr lang="en-IN" sz="2800" dirty="0">
              <a:solidFill>
                <a:schemeClr val="bg1"/>
              </a:solidFill>
            </a:endParaRPr>
          </a:p>
        </p:txBody>
      </p:sp>
      <p:sp>
        <p:nvSpPr>
          <p:cNvPr id="21" name="TextBox 20">
            <a:extLst>
              <a:ext uri="{FF2B5EF4-FFF2-40B4-BE49-F238E27FC236}">
                <a16:creationId xmlns:a16="http://schemas.microsoft.com/office/drawing/2014/main" id="{AD5C9A4F-55F8-4C4A-7DB7-6B777A67B275}"/>
              </a:ext>
            </a:extLst>
          </p:cNvPr>
          <p:cNvSpPr txBox="1"/>
          <p:nvPr/>
        </p:nvSpPr>
        <p:spPr>
          <a:xfrm>
            <a:off x="4149090" y="2778770"/>
            <a:ext cx="1143000" cy="523220"/>
          </a:xfrm>
          <a:prstGeom prst="rect">
            <a:avLst/>
          </a:prstGeom>
          <a:noFill/>
        </p:spPr>
        <p:txBody>
          <a:bodyPr wrap="square" rtlCol="0">
            <a:spAutoFit/>
          </a:bodyPr>
          <a:lstStyle/>
          <a:p>
            <a:pPr algn="ctr"/>
            <a:r>
              <a:rPr lang="en-US" sz="2800" dirty="0">
                <a:solidFill>
                  <a:srgbClr val="002060"/>
                </a:solidFill>
              </a:rPr>
              <a:t>False !</a:t>
            </a:r>
            <a:endParaRPr lang="en-IN" sz="2800" dirty="0">
              <a:solidFill>
                <a:srgbClr val="002060"/>
              </a:solidFill>
            </a:endParaRPr>
          </a:p>
        </p:txBody>
      </p:sp>
      <p:sp>
        <p:nvSpPr>
          <p:cNvPr id="22" name="TextBox 21">
            <a:extLst>
              <a:ext uri="{FF2B5EF4-FFF2-40B4-BE49-F238E27FC236}">
                <a16:creationId xmlns:a16="http://schemas.microsoft.com/office/drawing/2014/main" id="{A0A55288-91D0-1160-1D27-2E6A9006F06E}"/>
              </a:ext>
            </a:extLst>
          </p:cNvPr>
          <p:cNvSpPr txBox="1"/>
          <p:nvPr/>
        </p:nvSpPr>
        <p:spPr>
          <a:xfrm>
            <a:off x="4049792" y="4916180"/>
            <a:ext cx="1143000" cy="523220"/>
          </a:xfrm>
          <a:prstGeom prst="rect">
            <a:avLst/>
          </a:prstGeom>
          <a:noFill/>
        </p:spPr>
        <p:txBody>
          <a:bodyPr wrap="square" rtlCol="0">
            <a:spAutoFit/>
          </a:bodyPr>
          <a:lstStyle/>
          <a:p>
            <a:pPr algn="ctr"/>
            <a:r>
              <a:rPr lang="en-US" sz="2800" dirty="0">
                <a:solidFill>
                  <a:srgbClr val="002060"/>
                </a:solidFill>
              </a:rPr>
              <a:t>True !</a:t>
            </a:r>
            <a:endParaRPr lang="en-IN" sz="2800" dirty="0">
              <a:solidFill>
                <a:srgbClr val="002060"/>
              </a:solidFill>
            </a:endParaRPr>
          </a:p>
        </p:txBody>
      </p:sp>
      <p:sp>
        <p:nvSpPr>
          <p:cNvPr id="8" name="Rectangle: Rounded Corners 7">
            <a:extLst>
              <a:ext uri="{FF2B5EF4-FFF2-40B4-BE49-F238E27FC236}">
                <a16:creationId xmlns:a16="http://schemas.microsoft.com/office/drawing/2014/main" id="{2C21455A-CF9F-0479-B5DC-BE7D14E1FE4A}"/>
              </a:ext>
            </a:extLst>
          </p:cNvPr>
          <p:cNvSpPr/>
          <p:nvPr/>
        </p:nvSpPr>
        <p:spPr>
          <a:xfrm>
            <a:off x="5579984" y="3280843"/>
            <a:ext cx="4891563" cy="902970"/>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rPr>
              <a:t>No change, or No difference between old and new drug</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BBA3A3E-6EB8-58E4-F95B-519BC818AB5F}"/>
                  </a:ext>
                </a:extLst>
              </p:cNvPr>
              <p:cNvSpPr txBox="1"/>
              <p:nvPr/>
            </p:nvSpPr>
            <p:spPr>
              <a:xfrm>
                <a:off x="5579984" y="2693789"/>
                <a:ext cx="580786" cy="578882"/>
              </a:xfrm>
              <a:prstGeom prst="round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800" i="1" smtClean="0">
                              <a:latin typeface="Cambria Math" panose="02040503050406030204" pitchFamily="18" charset="0"/>
                            </a:rPr>
                          </m:ctrlPr>
                        </m:sSubPr>
                        <m:e>
                          <m:r>
                            <m:rPr>
                              <m:sty m:val="p"/>
                            </m:rPr>
                            <a:rPr lang="en-US" sz="2800" b="0" i="0" smtClean="0">
                              <a:latin typeface="Cambria Math" panose="02040503050406030204" pitchFamily="18" charset="0"/>
                            </a:rPr>
                            <m:t>H</m:t>
                          </m:r>
                        </m:e>
                        <m:sub>
                          <m:r>
                            <a:rPr lang="en-US" sz="2800" b="0" i="0" smtClean="0">
                              <a:latin typeface="Cambria Math" panose="02040503050406030204" pitchFamily="18" charset="0"/>
                            </a:rPr>
                            <m:t>0</m:t>
                          </m:r>
                        </m:sub>
                      </m:sSub>
                    </m:oMath>
                  </m:oMathPara>
                </a14:m>
                <a:endParaRPr lang="en-IN" sz="2800" dirty="0"/>
              </a:p>
            </p:txBody>
          </p:sp>
        </mc:Choice>
        <mc:Fallback xmlns="">
          <p:sp>
            <p:nvSpPr>
              <p:cNvPr id="10" name="TextBox 9">
                <a:extLst>
                  <a:ext uri="{FF2B5EF4-FFF2-40B4-BE49-F238E27FC236}">
                    <a16:creationId xmlns:a16="http://schemas.microsoft.com/office/drawing/2014/main" id="{7BBA3A3E-6EB8-58E4-F95B-519BC818AB5F}"/>
                  </a:ext>
                </a:extLst>
              </p:cNvPr>
              <p:cNvSpPr txBox="1">
                <a:spLocks noRot="1" noChangeAspect="1" noMove="1" noResize="1" noEditPoints="1" noAdjustHandles="1" noChangeArrowheads="1" noChangeShapeType="1" noTextEdit="1"/>
              </p:cNvSpPr>
              <p:nvPr/>
            </p:nvSpPr>
            <p:spPr>
              <a:xfrm>
                <a:off x="5579984" y="2693789"/>
                <a:ext cx="580786" cy="578882"/>
              </a:xfrm>
              <a:prstGeom prst="roundRect">
                <a:avLst/>
              </a:prstGeom>
              <a:blipFill>
                <a:blip r:embed="rId3"/>
                <a:stretch>
                  <a:fillRect/>
                </a:stretch>
              </a:blipFill>
            </p:spPr>
            <p:txBody>
              <a:bodyPr/>
              <a:lstStyle/>
              <a:p>
                <a:r>
                  <a:rPr lang="en-IN">
                    <a:noFill/>
                  </a:rPr>
                  <a:t> </a:t>
                </a:r>
              </a:p>
            </p:txBody>
          </p:sp>
        </mc:Fallback>
      </mc:AlternateContent>
      <p:sp>
        <p:nvSpPr>
          <p:cNvPr id="11" name="Rectangle: Rounded Corners 10">
            <a:extLst>
              <a:ext uri="{FF2B5EF4-FFF2-40B4-BE49-F238E27FC236}">
                <a16:creationId xmlns:a16="http://schemas.microsoft.com/office/drawing/2014/main" id="{41551972-BBA6-6E49-1116-7A914C624338}"/>
              </a:ext>
            </a:extLst>
          </p:cNvPr>
          <p:cNvSpPr/>
          <p:nvPr/>
        </p:nvSpPr>
        <p:spPr>
          <a:xfrm>
            <a:off x="5545694" y="5536946"/>
            <a:ext cx="4891563" cy="902970"/>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rPr>
              <a:t>New drug is actually better then the old one</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3D424D1C-B821-C50B-E311-347F2D4BFDBF}"/>
                  </a:ext>
                </a:extLst>
              </p:cNvPr>
              <p:cNvSpPr txBox="1"/>
              <p:nvPr/>
            </p:nvSpPr>
            <p:spPr>
              <a:xfrm>
                <a:off x="5549029" y="4931931"/>
                <a:ext cx="685800" cy="578882"/>
              </a:xfrm>
              <a:prstGeom prst="round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800" i="1" smtClean="0">
                              <a:latin typeface="Cambria Math" panose="02040503050406030204" pitchFamily="18" charset="0"/>
                            </a:rPr>
                          </m:ctrlPr>
                        </m:sSubPr>
                        <m:e>
                          <m:r>
                            <m:rPr>
                              <m:sty m:val="p"/>
                            </m:rPr>
                            <a:rPr lang="en-US" sz="2800" b="0" i="0" smtClean="0">
                              <a:latin typeface="Cambria Math" panose="02040503050406030204" pitchFamily="18" charset="0"/>
                            </a:rPr>
                            <m:t>H</m:t>
                          </m:r>
                        </m:e>
                        <m:sub>
                          <m:r>
                            <a:rPr lang="en-US" sz="2800" b="0" i="0" smtClean="0">
                              <a:latin typeface="Cambria Math" panose="02040503050406030204" pitchFamily="18" charset="0"/>
                            </a:rPr>
                            <m:t>1</m:t>
                          </m:r>
                        </m:sub>
                      </m:sSub>
                    </m:oMath>
                  </m:oMathPara>
                </a14:m>
                <a:endParaRPr lang="en-IN" sz="2800" dirty="0"/>
              </a:p>
            </p:txBody>
          </p:sp>
        </mc:Choice>
        <mc:Fallback xmlns="">
          <p:sp>
            <p:nvSpPr>
              <p:cNvPr id="13" name="TextBox 12">
                <a:extLst>
                  <a:ext uri="{FF2B5EF4-FFF2-40B4-BE49-F238E27FC236}">
                    <a16:creationId xmlns:a16="http://schemas.microsoft.com/office/drawing/2014/main" id="{3D424D1C-B821-C50B-E311-347F2D4BFDBF}"/>
                  </a:ext>
                </a:extLst>
              </p:cNvPr>
              <p:cNvSpPr txBox="1">
                <a:spLocks noRot="1" noChangeAspect="1" noMove="1" noResize="1" noEditPoints="1" noAdjustHandles="1" noChangeArrowheads="1" noChangeShapeType="1" noTextEdit="1"/>
              </p:cNvSpPr>
              <p:nvPr/>
            </p:nvSpPr>
            <p:spPr>
              <a:xfrm>
                <a:off x="5549029" y="4931931"/>
                <a:ext cx="685800" cy="578882"/>
              </a:xfrm>
              <a:prstGeom prst="roundRect">
                <a:avLst/>
              </a:prstGeom>
              <a:blipFill>
                <a:blip r:embed="rId4"/>
                <a:stretch>
                  <a:fillRect/>
                </a:stretch>
              </a:blipFill>
            </p:spPr>
            <p:txBody>
              <a:bodyPr/>
              <a:lstStyle/>
              <a:p>
                <a:r>
                  <a:rPr lang="en-IN">
                    <a:noFill/>
                  </a:rPr>
                  <a:t> </a:t>
                </a:r>
              </a:p>
            </p:txBody>
          </p:sp>
        </mc:Fallback>
      </mc:AlternateContent>
      <p:sp>
        <p:nvSpPr>
          <p:cNvPr id="9" name="Rectangle: Rounded Corners 8">
            <a:extLst>
              <a:ext uri="{FF2B5EF4-FFF2-40B4-BE49-F238E27FC236}">
                <a16:creationId xmlns:a16="http://schemas.microsoft.com/office/drawing/2014/main" id="{97484F47-C5CA-1A9C-9921-A346DCD880F1}"/>
              </a:ext>
            </a:extLst>
          </p:cNvPr>
          <p:cNvSpPr/>
          <p:nvPr/>
        </p:nvSpPr>
        <p:spPr>
          <a:xfrm>
            <a:off x="6172199" y="2693789"/>
            <a:ext cx="2462926" cy="548913"/>
          </a:xfrm>
          <a:prstGeom prst="roundRect">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rPr>
              <a:t>Null Hypothesis</a:t>
            </a:r>
            <a:endParaRPr lang="en-IN" sz="2800" dirty="0">
              <a:solidFill>
                <a:schemeClr val="bg1"/>
              </a:solidFill>
            </a:endParaRPr>
          </a:p>
        </p:txBody>
      </p:sp>
      <p:grpSp>
        <p:nvGrpSpPr>
          <p:cNvPr id="19" name="Group 18">
            <a:extLst>
              <a:ext uri="{FF2B5EF4-FFF2-40B4-BE49-F238E27FC236}">
                <a16:creationId xmlns:a16="http://schemas.microsoft.com/office/drawing/2014/main" id="{35CA0772-1846-F879-62F1-F3C4B314BCA8}"/>
              </a:ext>
            </a:extLst>
          </p:cNvPr>
          <p:cNvGrpSpPr/>
          <p:nvPr/>
        </p:nvGrpSpPr>
        <p:grpSpPr>
          <a:xfrm>
            <a:off x="3255645" y="2282887"/>
            <a:ext cx="916305" cy="2894903"/>
            <a:chOff x="3507105" y="2305747"/>
            <a:chExt cx="916305" cy="2894903"/>
          </a:xfrm>
        </p:grpSpPr>
        <p:cxnSp>
          <p:nvCxnSpPr>
            <p:cNvPr id="4" name="Straight Connector 3">
              <a:extLst>
                <a:ext uri="{FF2B5EF4-FFF2-40B4-BE49-F238E27FC236}">
                  <a16:creationId xmlns:a16="http://schemas.microsoft.com/office/drawing/2014/main" id="{666F8872-77BD-B2DE-9AF8-4E1E14FA7306}"/>
                </a:ext>
              </a:extLst>
            </p:cNvPr>
            <p:cNvCxnSpPr>
              <a:cxnSpLocks/>
            </p:cNvCxnSpPr>
            <p:nvPr/>
          </p:nvCxnSpPr>
          <p:spPr>
            <a:xfrm>
              <a:off x="3520440" y="2305747"/>
              <a:ext cx="0" cy="2894903"/>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4812E934-ADE3-BE54-D5C2-AE24DEB40E15}"/>
                </a:ext>
              </a:extLst>
            </p:cNvPr>
            <p:cNvCxnSpPr/>
            <p:nvPr/>
          </p:nvCxnSpPr>
          <p:spPr>
            <a:xfrm>
              <a:off x="3543300" y="3040380"/>
              <a:ext cx="88011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90B1A52C-403E-66DD-C96B-F1CEF9FD0FD4}"/>
                </a:ext>
              </a:extLst>
            </p:cNvPr>
            <p:cNvCxnSpPr/>
            <p:nvPr/>
          </p:nvCxnSpPr>
          <p:spPr>
            <a:xfrm>
              <a:off x="3507105" y="5177790"/>
              <a:ext cx="88011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grpSp>
      <p:sp>
        <p:nvSpPr>
          <p:cNvPr id="15" name="Rectangle: Rounded Corners 14">
            <a:extLst>
              <a:ext uri="{FF2B5EF4-FFF2-40B4-BE49-F238E27FC236}">
                <a16:creationId xmlns:a16="http://schemas.microsoft.com/office/drawing/2014/main" id="{BA04BA8B-29D1-265A-47DA-D52DC7B8B0E5}"/>
              </a:ext>
            </a:extLst>
          </p:cNvPr>
          <p:cNvSpPr/>
          <p:nvPr/>
        </p:nvSpPr>
        <p:spPr>
          <a:xfrm>
            <a:off x="6254352" y="4950470"/>
            <a:ext cx="3415428" cy="548913"/>
          </a:xfrm>
          <a:prstGeom prst="roundRect">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rPr>
              <a:t>Alternative Hypothesis</a:t>
            </a:r>
            <a:endParaRPr lang="en-IN" sz="2800" dirty="0">
              <a:solidFill>
                <a:schemeClr val="bg1"/>
              </a:solidFill>
            </a:endParaRPr>
          </a:p>
        </p:txBody>
      </p:sp>
    </p:spTree>
    <p:extLst>
      <p:ext uri="{BB962C8B-B14F-4D97-AF65-F5344CB8AC3E}">
        <p14:creationId xmlns:p14="http://schemas.microsoft.com/office/powerpoint/2010/main" val="2780619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3" grpId="0" animBg="1"/>
      <p:bldP spid="9" grpId="0" animBg="1"/>
      <p:bldP spid="15" grpId="0" animBg="1"/>
    </p:bld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B514F-810B-798E-A3B5-882805AB45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5096CD-AB45-AE08-8745-0D39F2459165}"/>
              </a:ext>
            </a:extLst>
          </p:cNvPr>
          <p:cNvSpPr>
            <a:spLocks noGrp="1"/>
          </p:cNvSpPr>
          <p:nvPr>
            <p:ph type="title"/>
          </p:nvPr>
        </p:nvSpPr>
        <p:spPr/>
        <p:txBody>
          <a:bodyPr/>
          <a:lstStyle/>
          <a:p>
            <a:r>
              <a:rPr lang="en-US" dirty="0"/>
              <a:t>Null Hypothesis and Alternative Hypothesis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2B908E7-2291-DAA1-3EC3-09BB2F5FF6B5}"/>
                  </a:ext>
                </a:extLst>
              </p:cNvPr>
              <p:cNvSpPr>
                <a:spLocks noGrp="1"/>
              </p:cNvSpPr>
              <p:nvPr>
                <p:ph idx="1"/>
              </p:nvPr>
            </p:nvSpPr>
            <p:spPr>
              <a:xfrm>
                <a:off x="131180" y="831545"/>
                <a:ext cx="11929641" cy="5579893"/>
              </a:xfrm>
            </p:spPr>
            <p:txBody>
              <a:bodyPr/>
              <a:lstStyle/>
              <a:p>
                <a:r>
                  <a:rPr lang="en-US" dirty="0"/>
                  <a:t>if we want to test the null hypothesis that the population has a specified mean </a:t>
                </a:r>
                <a14:m>
                  <m:oMath xmlns:m="http://schemas.openxmlformats.org/officeDocument/2006/math">
                    <m:sSub>
                      <m:sSubPr>
                        <m:ctrlPr>
                          <a:rPr lang="en-IN" i="1">
                            <a:latin typeface="Cambria Math" panose="02040503050406030204" pitchFamily="18" charset="0"/>
                          </a:rPr>
                        </m:ctrlPr>
                      </m:sSubPr>
                      <m:e>
                        <m:r>
                          <m:rPr>
                            <m:sty m:val="p"/>
                          </m:rPr>
                          <a:rPr lang="en-US">
                            <a:latin typeface="Cambria Math" panose="02040503050406030204" pitchFamily="18" charset="0"/>
                          </a:rPr>
                          <m:t>μ</m:t>
                        </m:r>
                      </m:e>
                      <m:sub>
                        <m:r>
                          <a:rPr lang="en-US">
                            <a:latin typeface="Cambria Math" panose="02040503050406030204" pitchFamily="18" charset="0"/>
                          </a:rPr>
                          <m:t>0</m:t>
                        </m:r>
                      </m:sub>
                    </m:sSub>
                    <m:r>
                      <a:rPr lang="en-US">
                        <a:latin typeface="Cambria Math" panose="02040503050406030204" pitchFamily="18" charset="0"/>
                      </a:rPr>
                      <m:t>, </m:t>
                    </m:r>
                  </m:oMath>
                </a14:m>
                <a:r>
                  <a:rPr lang="en-US" dirty="0"/>
                  <a:t>then we have </a:t>
                </a:r>
              </a:p>
              <a:p>
                <a:pPr lvl="1"/>
                <a14:m>
                  <m:oMath xmlns:m="http://schemas.openxmlformats.org/officeDocument/2006/math">
                    <m:sSub>
                      <m:sSubPr>
                        <m:ctrlPr>
                          <a:rPr lang="en-IN" i="1">
                            <a:latin typeface="Cambria Math" panose="02040503050406030204" pitchFamily="18" charset="0"/>
                          </a:rPr>
                        </m:ctrlPr>
                      </m:sSubPr>
                      <m:e>
                        <m:r>
                          <m:rPr>
                            <m:sty m:val="p"/>
                          </m:rPr>
                          <a:rPr lang="en-US">
                            <a:latin typeface="Cambria Math" panose="02040503050406030204" pitchFamily="18" charset="0"/>
                          </a:rPr>
                          <m:t>H</m:t>
                        </m:r>
                      </m:e>
                      <m:sub>
                        <m:r>
                          <a:rPr lang="en-US">
                            <a:latin typeface="Cambria Math" panose="02040503050406030204" pitchFamily="18" charset="0"/>
                          </a:rPr>
                          <m:t>0</m:t>
                        </m:r>
                      </m:sub>
                    </m:sSub>
                    <m:r>
                      <a:rPr lang="en-US">
                        <a:latin typeface="Cambria Math" panose="02040503050406030204" pitchFamily="18" charset="0"/>
                      </a:rPr>
                      <m:t> : </m:t>
                    </m:r>
                    <m:r>
                      <m:rPr>
                        <m:sty m:val="p"/>
                      </m:rPr>
                      <a:rPr lang="en-US">
                        <a:latin typeface="Cambria Math" panose="02040503050406030204" pitchFamily="18" charset="0"/>
                      </a:rPr>
                      <m:t>μ</m:t>
                    </m:r>
                    <m:r>
                      <a:rPr lang="en-US">
                        <a:latin typeface="Cambria Math" panose="02040503050406030204" pitchFamily="18" charset="0"/>
                      </a:rPr>
                      <m:t>=</m:t>
                    </m:r>
                    <m:sSub>
                      <m:sSubPr>
                        <m:ctrlPr>
                          <a:rPr lang="en-IN" i="1">
                            <a:latin typeface="Cambria Math" panose="02040503050406030204" pitchFamily="18" charset="0"/>
                          </a:rPr>
                        </m:ctrlPr>
                      </m:sSubPr>
                      <m:e>
                        <m:r>
                          <m:rPr>
                            <m:sty m:val="p"/>
                          </m:rPr>
                          <a:rPr lang="en-US">
                            <a:latin typeface="Cambria Math" panose="02040503050406030204" pitchFamily="18" charset="0"/>
                          </a:rPr>
                          <m:t>μ</m:t>
                        </m:r>
                      </m:e>
                      <m:sub>
                        <m:r>
                          <a:rPr lang="en-US">
                            <a:latin typeface="Cambria Math" panose="02040503050406030204" pitchFamily="18" charset="0"/>
                          </a:rPr>
                          <m:t>0</m:t>
                        </m:r>
                      </m:sub>
                    </m:sSub>
                  </m:oMath>
                </a14:m>
                <a:endParaRPr lang="en-IN" dirty="0"/>
              </a:p>
              <a:p>
                <a:r>
                  <a:rPr lang="en-US" dirty="0"/>
                  <a:t>Note that, Null hypothesis </a:t>
                </a:r>
                <a14:m>
                  <m:oMath xmlns:m="http://schemas.openxmlformats.org/officeDocument/2006/math">
                    <m:sSub>
                      <m:sSubPr>
                        <m:ctrlPr>
                          <a:rPr lang="en-IN" b="1" i="1">
                            <a:solidFill>
                              <a:srgbClr val="FF0000"/>
                            </a:solidFill>
                            <a:latin typeface="Cambria Math" panose="02040503050406030204" pitchFamily="18" charset="0"/>
                          </a:rPr>
                        </m:ctrlPr>
                      </m:sSubPr>
                      <m:e>
                        <m:r>
                          <a:rPr lang="en-US" b="1" i="1">
                            <a:solidFill>
                              <a:srgbClr val="FF0000"/>
                            </a:solidFill>
                            <a:latin typeface="Cambria Math" panose="02040503050406030204" pitchFamily="18" charset="0"/>
                          </a:rPr>
                          <m:t>𝐇</m:t>
                        </m:r>
                      </m:e>
                      <m:sub>
                        <m:r>
                          <a:rPr lang="en-US" b="1" i="1">
                            <a:solidFill>
                              <a:srgbClr val="FF0000"/>
                            </a:solidFill>
                            <a:latin typeface="Cambria Math" panose="02040503050406030204" pitchFamily="18" charset="0"/>
                          </a:rPr>
                          <m:t>𝟎</m:t>
                        </m:r>
                      </m:sub>
                    </m:sSub>
                  </m:oMath>
                </a14:m>
                <a:r>
                  <a:rPr lang="en-US" dirty="0"/>
                  <a:t> is always in equality.</a:t>
                </a:r>
              </a:p>
              <a:p>
                <a:endParaRPr lang="en-IN" dirty="0"/>
              </a:p>
              <a:p>
                <a:pPr lvl="0"/>
                <a:endParaRPr lang="en-IN" dirty="0"/>
              </a:p>
              <a:p>
                <a:pPr lvl="0">
                  <a:lnSpc>
                    <a:spcPct val="145000"/>
                  </a:lnSpc>
                </a:pPr>
                <a:endParaRPr lang="en-US" dirty="0"/>
              </a:p>
            </p:txBody>
          </p:sp>
        </mc:Choice>
        <mc:Fallback xmlns="">
          <p:sp>
            <p:nvSpPr>
              <p:cNvPr id="3" name="Content Placeholder 2">
                <a:extLst>
                  <a:ext uri="{FF2B5EF4-FFF2-40B4-BE49-F238E27FC236}">
                    <a16:creationId xmlns:a16="http://schemas.microsoft.com/office/drawing/2014/main" id="{B2B908E7-2291-DAA1-3EC3-09BB2F5FF6B5}"/>
                  </a:ext>
                </a:extLst>
              </p:cNvPr>
              <p:cNvSpPr>
                <a:spLocks noGrp="1" noRot="1" noChangeAspect="1" noMove="1" noResize="1" noEditPoints="1" noAdjustHandles="1" noChangeArrowheads="1" noChangeShapeType="1" noTextEdit="1"/>
              </p:cNvSpPr>
              <p:nvPr>
                <p:ph idx="1"/>
              </p:nvPr>
            </p:nvSpPr>
            <p:spPr>
              <a:xfrm>
                <a:off x="131180" y="831545"/>
                <a:ext cx="11929641" cy="5579893"/>
              </a:xfrm>
              <a:blipFill>
                <a:blip r:embed="rId2"/>
                <a:stretch>
                  <a:fillRect l="-971" r="-1074"/>
                </a:stretch>
              </a:blipFill>
            </p:spPr>
            <p:txBody>
              <a:bodyPr/>
              <a:lstStyle/>
              <a:p>
                <a:r>
                  <a:rPr lang="en-IN">
                    <a:noFill/>
                  </a:rPr>
                  <a:t> </a:t>
                </a:r>
              </a:p>
            </p:txBody>
          </p:sp>
        </mc:Fallback>
      </mc:AlternateContent>
    </p:spTree>
    <p:extLst>
      <p:ext uri="{BB962C8B-B14F-4D97-AF65-F5344CB8AC3E}">
        <p14:creationId xmlns:p14="http://schemas.microsoft.com/office/powerpoint/2010/main" val="771515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304498-E385-B398-55C1-D9A018C9FD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30085C-881F-EF8B-0E80-F4F62B7EEE6E}"/>
              </a:ext>
            </a:extLst>
          </p:cNvPr>
          <p:cNvSpPr>
            <a:spLocks noGrp="1"/>
          </p:cNvSpPr>
          <p:nvPr>
            <p:ph type="title"/>
          </p:nvPr>
        </p:nvSpPr>
        <p:spPr/>
        <p:txBody>
          <a:bodyPr/>
          <a:lstStyle/>
          <a:p>
            <a:r>
              <a:rPr lang="en-US" dirty="0"/>
              <a:t>Null Hypothesis and Alternative Hypothesis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B772A04-77AB-7693-FC60-FE7CA8E90B77}"/>
                  </a:ext>
                </a:extLst>
              </p:cNvPr>
              <p:cNvSpPr>
                <a:spLocks noGrp="1"/>
              </p:cNvSpPr>
              <p:nvPr>
                <p:ph idx="1"/>
              </p:nvPr>
            </p:nvSpPr>
            <p:spPr>
              <a:xfrm>
                <a:off x="131180" y="831545"/>
                <a:ext cx="11929641" cy="5579893"/>
              </a:xfrm>
            </p:spPr>
            <p:txBody>
              <a:bodyPr/>
              <a:lstStyle/>
              <a:p>
                <a:pPr lvl="0"/>
                <a:r>
                  <a:rPr lang="en-US" dirty="0"/>
                  <a:t>Alternative hypothesis will be</a:t>
                </a:r>
              </a:p>
              <a:p>
                <a:pPr lvl="1"/>
                <a:r>
                  <a:rPr lang="en-IN" dirty="0">
                    <a:solidFill>
                      <a:srgbClr val="FF0000"/>
                    </a:solidFill>
                  </a:rPr>
                  <a:t>Two tailed alternative hypothesis</a:t>
                </a:r>
                <a:r>
                  <a:rPr lang="en-IN" dirty="0"/>
                  <a:t>			=	  </a:t>
                </a:r>
                <a14:m>
                  <m:oMath xmlns:m="http://schemas.openxmlformats.org/officeDocument/2006/math">
                    <m:sSub>
                      <m:sSubPr>
                        <m:ctrlPr>
                          <a:rPr lang="en-IN" i="1">
                            <a:latin typeface="Cambria Math" panose="02040503050406030204" pitchFamily="18" charset="0"/>
                          </a:rPr>
                        </m:ctrlPr>
                      </m:sSubPr>
                      <m:e>
                        <m:r>
                          <m:rPr>
                            <m:sty m:val="p"/>
                          </m:rPr>
                          <a:rPr lang="en-US">
                            <a:latin typeface="Cambria Math" panose="02040503050406030204" pitchFamily="18" charset="0"/>
                          </a:rPr>
                          <m:t>H</m:t>
                        </m:r>
                      </m:e>
                      <m:sub>
                        <m:r>
                          <a:rPr lang="en-US">
                            <a:latin typeface="Cambria Math" panose="02040503050406030204" pitchFamily="18" charset="0"/>
                          </a:rPr>
                          <m:t>1</m:t>
                        </m:r>
                      </m:sub>
                    </m:sSub>
                    <m:r>
                      <a:rPr lang="en-US">
                        <a:latin typeface="Cambria Math" panose="02040503050406030204" pitchFamily="18" charset="0"/>
                      </a:rPr>
                      <m:t> : </m:t>
                    </m:r>
                    <m:r>
                      <m:rPr>
                        <m:sty m:val="p"/>
                      </m:rPr>
                      <a:rPr lang="en-US">
                        <a:latin typeface="Cambria Math" panose="02040503050406030204" pitchFamily="18" charset="0"/>
                      </a:rPr>
                      <m:t>μ</m:t>
                    </m:r>
                    <m:r>
                      <a:rPr lang="en-US">
                        <a:latin typeface="Cambria Math" panose="02040503050406030204" pitchFamily="18" charset="0"/>
                      </a:rPr>
                      <m:t>≠</m:t>
                    </m:r>
                    <m:sSub>
                      <m:sSubPr>
                        <m:ctrlPr>
                          <a:rPr lang="en-IN" i="1">
                            <a:latin typeface="Cambria Math" panose="02040503050406030204" pitchFamily="18" charset="0"/>
                          </a:rPr>
                        </m:ctrlPr>
                      </m:sSubPr>
                      <m:e>
                        <m:r>
                          <m:rPr>
                            <m:sty m:val="p"/>
                          </m:rPr>
                          <a:rPr lang="en-US">
                            <a:latin typeface="Cambria Math" panose="02040503050406030204" pitchFamily="18" charset="0"/>
                          </a:rPr>
                          <m:t>μ</m:t>
                        </m:r>
                      </m:e>
                      <m:sub>
                        <m:r>
                          <a:rPr lang="en-US">
                            <a:latin typeface="Cambria Math" panose="02040503050406030204" pitchFamily="18" charset="0"/>
                          </a:rPr>
                          <m:t>0</m:t>
                        </m:r>
                      </m:sub>
                    </m:sSub>
                  </m:oMath>
                </a14:m>
                <a:endParaRPr lang="en-IN" dirty="0"/>
              </a:p>
              <a:p>
                <a:pPr lvl="1"/>
                <a:r>
                  <a:rPr lang="en-US" dirty="0">
                    <a:solidFill>
                      <a:srgbClr val="FF0000"/>
                    </a:solidFill>
                  </a:rPr>
                  <a:t>Right (One) tailed alternative hypothesis</a:t>
                </a:r>
                <a:r>
                  <a:rPr lang="en-US" dirty="0"/>
                  <a:t>	=	  </a:t>
                </a:r>
                <a14:m>
                  <m:oMath xmlns:m="http://schemas.openxmlformats.org/officeDocument/2006/math">
                    <m:sSub>
                      <m:sSubPr>
                        <m:ctrlPr>
                          <a:rPr lang="en-IN" i="1">
                            <a:latin typeface="Cambria Math" panose="02040503050406030204" pitchFamily="18" charset="0"/>
                          </a:rPr>
                        </m:ctrlPr>
                      </m:sSubPr>
                      <m:e>
                        <m:r>
                          <m:rPr>
                            <m:sty m:val="p"/>
                          </m:rPr>
                          <a:rPr lang="en-US" b="0">
                            <a:latin typeface="Cambria Math" panose="02040503050406030204" pitchFamily="18" charset="0"/>
                          </a:rPr>
                          <m:t>H</m:t>
                        </m:r>
                      </m:e>
                      <m:sub>
                        <m:r>
                          <a:rPr lang="en-US" b="0">
                            <a:latin typeface="Cambria Math" panose="02040503050406030204" pitchFamily="18" charset="0"/>
                          </a:rPr>
                          <m:t>1</m:t>
                        </m:r>
                      </m:sub>
                    </m:sSub>
                    <m:r>
                      <a:rPr lang="en-US" b="0">
                        <a:latin typeface="Cambria Math" panose="02040503050406030204" pitchFamily="18" charset="0"/>
                      </a:rPr>
                      <m:t> : </m:t>
                    </m:r>
                    <m:r>
                      <m:rPr>
                        <m:sty m:val="p"/>
                      </m:rPr>
                      <a:rPr lang="en-US" b="0">
                        <a:latin typeface="Cambria Math" panose="02040503050406030204" pitchFamily="18" charset="0"/>
                      </a:rPr>
                      <m:t>μ</m:t>
                    </m:r>
                    <m:r>
                      <a:rPr lang="en-US" b="0">
                        <a:latin typeface="Cambria Math" panose="02040503050406030204" pitchFamily="18" charset="0"/>
                      </a:rPr>
                      <m:t>&gt;</m:t>
                    </m:r>
                    <m:sSub>
                      <m:sSubPr>
                        <m:ctrlPr>
                          <a:rPr lang="en-IN" i="1">
                            <a:latin typeface="Cambria Math" panose="02040503050406030204" pitchFamily="18" charset="0"/>
                          </a:rPr>
                        </m:ctrlPr>
                      </m:sSubPr>
                      <m:e>
                        <m:r>
                          <m:rPr>
                            <m:sty m:val="p"/>
                          </m:rPr>
                          <a:rPr lang="en-US" b="0">
                            <a:latin typeface="Cambria Math" panose="02040503050406030204" pitchFamily="18" charset="0"/>
                          </a:rPr>
                          <m:t>μ</m:t>
                        </m:r>
                      </m:e>
                      <m:sub>
                        <m:r>
                          <a:rPr lang="en-US" b="0">
                            <a:latin typeface="Cambria Math" panose="02040503050406030204" pitchFamily="18" charset="0"/>
                          </a:rPr>
                          <m:t>0</m:t>
                        </m:r>
                      </m:sub>
                    </m:sSub>
                  </m:oMath>
                </a14:m>
                <a:endParaRPr lang="en-IN" dirty="0"/>
              </a:p>
              <a:p>
                <a:pPr lvl="1"/>
                <a:r>
                  <a:rPr lang="en-US" dirty="0">
                    <a:solidFill>
                      <a:srgbClr val="FF0000"/>
                    </a:solidFill>
                  </a:rPr>
                  <a:t>Left (One) tailed alternative hypothesis</a:t>
                </a:r>
                <a:r>
                  <a:rPr lang="en-US" dirty="0"/>
                  <a:t>		=	  </a:t>
                </a:r>
                <a14:m>
                  <m:oMath xmlns:m="http://schemas.openxmlformats.org/officeDocument/2006/math">
                    <m:sSub>
                      <m:sSubPr>
                        <m:ctrlPr>
                          <a:rPr lang="en-IN" i="1">
                            <a:latin typeface="Cambria Math" panose="02040503050406030204" pitchFamily="18" charset="0"/>
                          </a:rPr>
                        </m:ctrlPr>
                      </m:sSubPr>
                      <m:e>
                        <m:r>
                          <m:rPr>
                            <m:sty m:val="p"/>
                          </m:rPr>
                          <a:rPr lang="en-US" b="0">
                            <a:latin typeface="Cambria Math" panose="02040503050406030204" pitchFamily="18" charset="0"/>
                          </a:rPr>
                          <m:t>H</m:t>
                        </m:r>
                      </m:e>
                      <m:sub>
                        <m:r>
                          <a:rPr lang="en-US" b="0">
                            <a:latin typeface="Cambria Math" panose="02040503050406030204" pitchFamily="18" charset="0"/>
                          </a:rPr>
                          <m:t>1</m:t>
                        </m:r>
                      </m:sub>
                    </m:sSub>
                    <m:r>
                      <a:rPr lang="en-US" b="0">
                        <a:latin typeface="Cambria Math" panose="02040503050406030204" pitchFamily="18" charset="0"/>
                      </a:rPr>
                      <m:t> : </m:t>
                    </m:r>
                    <m:r>
                      <m:rPr>
                        <m:sty m:val="p"/>
                      </m:rPr>
                      <a:rPr lang="en-US" b="0">
                        <a:latin typeface="Cambria Math" panose="02040503050406030204" pitchFamily="18" charset="0"/>
                      </a:rPr>
                      <m:t>μ</m:t>
                    </m:r>
                    <m:r>
                      <a:rPr lang="en-US" b="0">
                        <a:latin typeface="Cambria Math" panose="02040503050406030204" pitchFamily="18" charset="0"/>
                      </a:rPr>
                      <m:t>&lt;</m:t>
                    </m:r>
                    <m:sSub>
                      <m:sSubPr>
                        <m:ctrlPr>
                          <a:rPr lang="en-IN" i="1">
                            <a:latin typeface="Cambria Math" panose="02040503050406030204" pitchFamily="18" charset="0"/>
                          </a:rPr>
                        </m:ctrlPr>
                      </m:sSubPr>
                      <m:e>
                        <m:r>
                          <m:rPr>
                            <m:sty m:val="p"/>
                          </m:rPr>
                          <a:rPr lang="en-US" b="0">
                            <a:latin typeface="Cambria Math" panose="02040503050406030204" pitchFamily="18" charset="0"/>
                          </a:rPr>
                          <m:t>μ</m:t>
                        </m:r>
                      </m:e>
                      <m:sub>
                        <m:r>
                          <a:rPr lang="en-US" b="0">
                            <a:latin typeface="Cambria Math" panose="02040503050406030204" pitchFamily="18" charset="0"/>
                          </a:rPr>
                          <m:t>0</m:t>
                        </m:r>
                      </m:sub>
                    </m:sSub>
                  </m:oMath>
                </a14:m>
                <a:endParaRPr lang="en-IN" dirty="0"/>
              </a:p>
              <a:p>
                <a:r>
                  <a:rPr lang="en-US" dirty="0"/>
                  <a:t>Hence, </a:t>
                </a:r>
                <a:r>
                  <a:rPr lang="en-US" b="1" dirty="0"/>
                  <a:t>alternative hypothesis helps to know </a:t>
                </a:r>
                <a:r>
                  <a:rPr lang="en-US" dirty="0"/>
                  <a:t>whether the </a:t>
                </a:r>
                <a:r>
                  <a:rPr lang="en-US" b="1" dirty="0"/>
                  <a:t>test is two tailed or one tailed test</a:t>
                </a:r>
                <a:r>
                  <a:rPr lang="en-US" dirty="0"/>
                  <a:t>.</a:t>
                </a:r>
                <a:endParaRPr lang="en-IN" dirty="0"/>
              </a:p>
              <a:p>
                <a:r>
                  <a:rPr lang="en-US" dirty="0"/>
                  <a:t>Note that, Alternate hypothesis </a:t>
                </a:r>
                <a14:m>
                  <m:oMath xmlns:m="http://schemas.openxmlformats.org/officeDocument/2006/math">
                    <m:sSub>
                      <m:sSubPr>
                        <m:ctrlPr>
                          <a:rPr lang="en-IN" b="1" i="1" smtClean="0">
                            <a:solidFill>
                              <a:srgbClr val="FF0000"/>
                            </a:solidFill>
                            <a:latin typeface="Cambria Math" panose="02040503050406030204" pitchFamily="18" charset="0"/>
                          </a:rPr>
                        </m:ctrlPr>
                      </m:sSubPr>
                      <m:e>
                        <m:r>
                          <a:rPr lang="en-US" b="1" i="1">
                            <a:solidFill>
                              <a:srgbClr val="FF0000"/>
                            </a:solidFill>
                            <a:latin typeface="Cambria Math" panose="02040503050406030204" pitchFamily="18" charset="0"/>
                          </a:rPr>
                          <m:t>𝐇</m:t>
                        </m:r>
                      </m:e>
                      <m:sub>
                        <m:r>
                          <a:rPr lang="en-US" b="1" i="1">
                            <a:solidFill>
                              <a:srgbClr val="FF0000"/>
                            </a:solidFill>
                            <a:latin typeface="Cambria Math" panose="02040503050406030204" pitchFamily="18" charset="0"/>
                          </a:rPr>
                          <m:t>𝟏</m:t>
                        </m:r>
                      </m:sub>
                    </m:sSub>
                  </m:oMath>
                </a14:m>
                <a:r>
                  <a:rPr lang="en-US" dirty="0"/>
                  <a:t> is either in the form of </a:t>
                </a:r>
                <a:r>
                  <a:rPr lang="en-US" b="1" dirty="0">
                    <a:solidFill>
                      <a:srgbClr val="FF0000"/>
                    </a:solidFill>
                  </a:rPr>
                  <a:t>less than</a:t>
                </a:r>
                <a:r>
                  <a:rPr lang="en-US" dirty="0"/>
                  <a:t> OR </a:t>
                </a:r>
                <a:r>
                  <a:rPr lang="en-US" b="1" dirty="0">
                    <a:solidFill>
                      <a:srgbClr val="FF0000"/>
                    </a:solidFill>
                  </a:rPr>
                  <a:t>greater than</a:t>
                </a:r>
                <a:r>
                  <a:rPr lang="en-US" dirty="0"/>
                  <a:t> OR </a:t>
                </a:r>
                <a:r>
                  <a:rPr lang="en-US" b="1" dirty="0">
                    <a:solidFill>
                      <a:srgbClr val="FF0000"/>
                    </a:solidFill>
                  </a:rPr>
                  <a:t>not equal</a:t>
                </a:r>
                <a:r>
                  <a:rPr lang="en-US" dirty="0"/>
                  <a:t>.</a:t>
                </a:r>
                <a:endParaRPr lang="en-IN" dirty="0"/>
              </a:p>
              <a:p>
                <a:endParaRPr lang="en-IN" dirty="0"/>
              </a:p>
              <a:p>
                <a:pPr lvl="0"/>
                <a:endParaRPr lang="en-IN" dirty="0"/>
              </a:p>
              <a:p>
                <a:pPr lvl="0">
                  <a:lnSpc>
                    <a:spcPct val="145000"/>
                  </a:lnSpc>
                </a:pPr>
                <a:endParaRPr lang="en-US" dirty="0"/>
              </a:p>
            </p:txBody>
          </p:sp>
        </mc:Choice>
        <mc:Fallback xmlns="">
          <p:sp>
            <p:nvSpPr>
              <p:cNvPr id="3" name="Content Placeholder 2">
                <a:extLst>
                  <a:ext uri="{FF2B5EF4-FFF2-40B4-BE49-F238E27FC236}">
                    <a16:creationId xmlns:a16="http://schemas.microsoft.com/office/drawing/2014/main" id="{9B772A04-77AB-7693-FC60-FE7CA8E90B77}"/>
                  </a:ext>
                </a:extLst>
              </p:cNvPr>
              <p:cNvSpPr>
                <a:spLocks noGrp="1" noRot="1" noChangeAspect="1" noMove="1" noResize="1" noEditPoints="1" noAdjustHandles="1" noChangeArrowheads="1" noChangeShapeType="1" noTextEdit="1"/>
              </p:cNvSpPr>
              <p:nvPr>
                <p:ph idx="1"/>
              </p:nvPr>
            </p:nvSpPr>
            <p:spPr>
              <a:xfrm>
                <a:off x="131180" y="831545"/>
                <a:ext cx="11929641" cy="5579893"/>
              </a:xfrm>
              <a:blipFill>
                <a:blip r:embed="rId2"/>
                <a:stretch>
                  <a:fillRect l="-971" r="-1074"/>
                </a:stretch>
              </a:blipFill>
            </p:spPr>
            <p:txBody>
              <a:bodyPr/>
              <a:lstStyle/>
              <a:p>
                <a:r>
                  <a:rPr lang="en-IN">
                    <a:noFill/>
                  </a:rPr>
                  <a:t> </a:t>
                </a:r>
              </a:p>
            </p:txBody>
          </p:sp>
        </mc:Fallback>
      </mc:AlternateContent>
    </p:spTree>
    <p:extLst>
      <p:ext uri="{BB962C8B-B14F-4D97-AF65-F5344CB8AC3E}">
        <p14:creationId xmlns:p14="http://schemas.microsoft.com/office/powerpoint/2010/main" val="2548895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C668E-1A77-93C0-4419-5C7EEA6EB0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C70D6D-E67E-074F-17A8-5C7F7E4C132E}"/>
              </a:ext>
            </a:extLst>
          </p:cNvPr>
          <p:cNvSpPr>
            <a:spLocks noGrp="1"/>
          </p:cNvSpPr>
          <p:nvPr>
            <p:ph type="title"/>
          </p:nvPr>
        </p:nvSpPr>
        <p:spPr/>
        <p:txBody>
          <a:bodyPr/>
          <a:lstStyle/>
          <a:p>
            <a:r>
              <a:rPr lang="en-US" dirty="0"/>
              <a:t>Errors in Sampling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3C0E950-D785-D2E3-9661-80247AA2B3E7}"/>
                  </a:ext>
                </a:extLst>
              </p:cNvPr>
              <p:cNvSpPr>
                <a:spLocks noGrp="1"/>
              </p:cNvSpPr>
              <p:nvPr>
                <p:ph idx="1"/>
              </p:nvPr>
            </p:nvSpPr>
            <p:spPr>
              <a:xfrm>
                <a:off x="131180" y="728675"/>
                <a:ext cx="11929641" cy="5797855"/>
              </a:xfrm>
            </p:spPr>
            <p:txBody>
              <a:bodyPr/>
              <a:lstStyle/>
              <a:p>
                <a:pPr lvl="0"/>
                <a:r>
                  <a:rPr lang="en-US" dirty="0"/>
                  <a:t>The </a:t>
                </a:r>
                <a:r>
                  <a:rPr lang="en-US" b="1" dirty="0"/>
                  <a:t>main aim of the sampling theory </a:t>
                </a:r>
                <a:r>
                  <a:rPr lang="en-US" dirty="0"/>
                  <a:t>is to draw a </a:t>
                </a:r>
                <a:r>
                  <a:rPr lang="en-US" b="1" dirty="0">
                    <a:solidFill>
                      <a:srgbClr val="FF0000"/>
                    </a:solidFill>
                  </a:rPr>
                  <a:t>valid conclusion about the population parameters</a:t>
                </a:r>
                <a:r>
                  <a:rPr lang="en-US" dirty="0"/>
                  <a:t>. </a:t>
                </a:r>
              </a:p>
              <a:p>
                <a:pPr lvl="0"/>
                <a:r>
                  <a:rPr lang="en-US" dirty="0"/>
                  <a:t>In doing this we may commit the following two type of errors.</a:t>
                </a:r>
                <a:endParaRPr lang="en-IN" dirty="0"/>
              </a:p>
              <a:p>
                <a:pPr lvl="2"/>
                <a:r>
                  <a:rPr lang="en-US" b="1" dirty="0"/>
                  <a:t>Type I error</a:t>
                </a:r>
                <a:r>
                  <a:rPr lang="en-US" dirty="0"/>
                  <a:t> </a:t>
                </a:r>
                <a:r>
                  <a:rPr lang="en-US" b="1" dirty="0"/>
                  <a:t>:</a:t>
                </a:r>
                <a:r>
                  <a:rPr lang="en-US" dirty="0"/>
                  <a:t> When </a:t>
                </a:r>
                <a14:m>
                  <m:oMath xmlns:m="http://schemas.openxmlformats.org/officeDocument/2006/math">
                    <m:sSub>
                      <m:sSubPr>
                        <m:ctrlPr>
                          <a:rPr lang="en-IN" i="1">
                            <a:latin typeface="Cambria Math" panose="02040503050406030204" pitchFamily="18" charset="0"/>
                          </a:rPr>
                        </m:ctrlPr>
                      </m:sSubPr>
                      <m:e>
                        <m:r>
                          <m:rPr>
                            <m:sty m:val="p"/>
                          </m:rPr>
                          <a:rPr lang="en-US">
                            <a:latin typeface="Cambria Math" panose="02040503050406030204" pitchFamily="18" charset="0"/>
                          </a:rPr>
                          <m:t>H</m:t>
                        </m:r>
                      </m:e>
                      <m:sub>
                        <m:r>
                          <a:rPr lang="en-US">
                            <a:latin typeface="Cambria Math" panose="02040503050406030204" pitchFamily="18" charset="0"/>
                          </a:rPr>
                          <m:t>0</m:t>
                        </m:r>
                      </m:sub>
                    </m:sSub>
                  </m:oMath>
                </a14:m>
                <a:r>
                  <a:rPr lang="en-US" dirty="0"/>
                  <a:t> is true, we may reject it.</a:t>
                </a:r>
              </a:p>
              <a:p>
                <a:pPr marL="914400" lvl="2" indent="0">
                  <a:buNone/>
                </a:pPr>
                <a:r>
                  <a:rPr lang="en-US" dirty="0"/>
                  <a:t>   </a:t>
                </a:r>
                <a14:m>
                  <m:oMath xmlns:m="http://schemas.openxmlformats.org/officeDocument/2006/math">
                    <m:r>
                      <a:rPr lang="en-US" b="1" i="1" smtClean="0">
                        <a:solidFill>
                          <a:srgbClr val="FF0000"/>
                        </a:solidFill>
                        <a:latin typeface="Cambria Math" panose="02040503050406030204" pitchFamily="18" charset="0"/>
                      </a:rPr>
                      <m:t>𝐏</m:t>
                    </m:r>
                    <m:d>
                      <m:dPr>
                        <m:ctrlPr>
                          <a:rPr lang="en-IN" b="1" i="1">
                            <a:solidFill>
                              <a:srgbClr val="FF0000"/>
                            </a:solidFill>
                            <a:latin typeface="Cambria Math" panose="02040503050406030204" pitchFamily="18" charset="0"/>
                          </a:rPr>
                        </m:ctrlPr>
                      </m:dPr>
                      <m:e>
                        <m:r>
                          <a:rPr lang="en-US" b="1" i="1">
                            <a:solidFill>
                              <a:srgbClr val="FF0000"/>
                            </a:solidFill>
                            <a:latin typeface="Cambria Math" panose="02040503050406030204" pitchFamily="18" charset="0"/>
                          </a:rPr>
                          <m:t>𝐑𝐞𝐣𝐞𝐜𝐭</m:t>
                        </m:r>
                        <m:r>
                          <a:rPr lang="en-US" b="1">
                            <a:solidFill>
                              <a:srgbClr val="FF0000"/>
                            </a:solidFill>
                            <a:latin typeface="Cambria Math" panose="02040503050406030204" pitchFamily="18" charset="0"/>
                          </a:rPr>
                          <m:t> </m:t>
                        </m:r>
                        <m:sSub>
                          <m:sSubPr>
                            <m:ctrlPr>
                              <a:rPr lang="en-IN" b="1" i="1">
                                <a:solidFill>
                                  <a:srgbClr val="FF0000"/>
                                </a:solidFill>
                                <a:latin typeface="Cambria Math" panose="02040503050406030204" pitchFamily="18" charset="0"/>
                              </a:rPr>
                            </m:ctrlPr>
                          </m:sSubPr>
                          <m:e>
                            <m:r>
                              <a:rPr lang="en-US" b="1" i="1">
                                <a:solidFill>
                                  <a:srgbClr val="FF0000"/>
                                </a:solidFill>
                                <a:latin typeface="Cambria Math" panose="02040503050406030204" pitchFamily="18" charset="0"/>
                              </a:rPr>
                              <m:t>𝐇</m:t>
                            </m:r>
                          </m:e>
                          <m:sub>
                            <m:r>
                              <a:rPr lang="en-US" b="1" i="1">
                                <a:solidFill>
                                  <a:srgbClr val="FF0000"/>
                                </a:solidFill>
                                <a:latin typeface="Cambria Math" panose="02040503050406030204" pitchFamily="18" charset="0"/>
                              </a:rPr>
                              <m:t>𝟎</m:t>
                            </m:r>
                          </m:sub>
                        </m:sSub>
                        <m:r>
                          <a:rPr lang="en-US" b="1">
                            <a:solidFill>
                              <a:srgbClr val="FF0000"/>
                            </a:solidFill>
                            <a:latin typeface="Cambria Math" panose="02040503050406030204" pitchFamily="18" charset="0"/>
                          </a:rPr>
                          <m:t> </m:t>
                        </m:r>
                        <m:r>
                          <a:rPr lang="en-US" b="1" i="1">
                            <a:solidFill>
                              <a:srgbClr val="FF0000"/>
                            </a:solidFill>
                            <a:latin typeface="Cambria Math" panose="02040503050406030204" pitchFamily="18" charset="0"/>
                          </a:rPr>
                          <m:t>𝐰𝐡𝐞𝐧</m:t>
                        </m:r>
                        <m:r>
                          <a:rPr lang="en-US" b="1">
                            <a:solidFill>
                              <a:srgbClr val="FF0000"/>
                            </a:solidFill>
                            <a:latin typeface="Cambria Math" panose="02040503050406030204" pitchFamily="18" charset="0"/>
                          </a:rPr>
                          <m:t> </m:t>
                        </m:r>
                        <m:sSub>
                          <m:sSubPr>
                            <m:ctrlPr>
                              <a:rPr lang="en-IN" b="1" i="1">
                                <a:solidFill>
                                  <a:srgbClr val="FF0000"/>
                                </a:solidFill>
                                <a:latin typeface="Cambria Math" panose="02040503050406030204" pitchFamily="18" charset="0"/>
                              </a:rPr>
                            </m:ctrlPr>
                          </m:sSubPr>
                          <m:e>
                            <m:r>
                              <a:rPr lang="en-US" b="1" i="1">
                                <a:solidFill>
                                  <a:srgbClr val="FF0000"/>
                                </a:solidFill>
                                <a:latin typeface="Cambria Math" panose="02040503050406030204" pitchFamily="18" charset="0"/>
                              </a:rPr>
                              <m:t>𝐇</m:t>
                            </m:r>
                          </m:e>
                          <m:sub>
                            <m:r>
                              <a:rPr lang="en-US" b="1" i="1">
                                <a:solidFill>
                                  <a:srgbClr val="FF0000"/>
                                </a:solidFill>
                                <a:latin typeface="Cambria Math" panose="02040503050406030204" pitchFamily="18" charset="0"/>
                              </a:rPr>
                              <m:t>𝟎</m:t>
                            </m:r>
                          </m:sub>
                        </m:sSub>
                        <m:r>
                          <a:rPr lang="en-US" b="1">
                            <a:solidFill>
                              <a:srgbClr val="FF0000"/>
                            </a:solidFill>
                            <a:latin typeface="Cambria Math" panose="02040503050406030204" pitchFamily="18" charset="0"/>
                          </a:rPr>
                          <m:t> </m:t>
                        </m:r>
                        <m:r>
                          <a:rPr lang="en-US" b="1" i="1">
                            <a:solidFill>
                              <a:srgbClr val="FF0000"/>
                            </a:solidFill>
                            <a:latin typeface="Cambria Math" panose="02040503050406030204" pitchFamily="18" charset="0"/>
                          </a:rPr>
                          <m:t>𝐢𝐬</m:t>
                        </m:r>
                        <m:r>
                          <a:rPr lang="en-US" b="1">
                            <a:solidFill>
                              <a:srgbClr val="FF0000"/>
                            </a:solidFill>
                            <a:latin typeface="Cambria Math" panose="02040503050406030204" pitchFamily="18" charset="0"/>
                          </a:rPr>
                          <m:t> </m:t>
                        </m:r>
                        <m:r>
                          <a:rPr lang="en-US" b="1" i="1">
                            <a:solidFill>
                              <a:srgbClr val="FF0000"/>
                            </a:solidFill>
                            <a:latin typeface="Cambria Math" panose="02040503050406030204" pitchFamily="18" charset="0"/>
                          </a:rPr>
                          <m:t>𝐭𝐫𝐮𝐞</m:t>
                        </m:r>
                      </m:e>
                    </m:d>
                    <m:r>
                      <a:rPr lang="en-US" b="1">
                        <a:solidFill>
                          <a:srgbClr val="FF0000"/>
                        </a:solidFill>
                        <a:latin typeface="Cambria Math" panose="02040503050406030204" pitchFamily="18" charset="0"/>
                      </a:rPr>
                      <m:t>=</m:t>
                    </m:r>
                    <m:r>
                      <a:rPr lang="en-US" b="1" i="1">
                        <a:solidFill>
                          <a:srgbClr val="FF0000"/>
                        </a:solidFill>
                        <a:latin typeface="Cambria Math" panose="02040503050406030204" pitchFamily="18" charset="0"/>
                      </a:rPr>
                      <m:t>𝛂</m:t>
                    </m:r>
                  </m:oMath>
                </a14:m>
                <a:endParaRPr lang="en-US" dirty="0">
                  <a:solidFill>
                    <a:srgbClr val="FF0000"/>
                  </a:solidFill>
                </a:endParaRPr>
              </a:p>
              <a:p>
                <a:pPr marL="914400" lvl="2" indent="0">
                  <a:buNone/>
                </a:pPr>
                <a:r>
                  <a:rPr lang="en-US" dirty="0"/>
                  <a:t>   Where, </a:t>
                </a:r>
                <a14:m>
                  <m:oMath xmlns:m="http://schemas.openxmlformats.org/officeDocument/2006/math">
                    <m:r>
                      <m:rPr>
                        <m:sty m:val="p"/>
                      </m:rPr>
                      <a:rPr lang="en-US">
                        <a:latin typeface="Cambria Math" panose="02040503050406030204" pitchFamily="18" charset="0"/>
                      </a:rPr>
                      <m:t>α</m:t>
                    </m:r>
                  </m:oMath>
                </a14:m>
                <a:r>
                  <a:rPr lang="en-US" dirty="0"/>
                  <a:t> is called the size of the type I error or </a:t>
                </a:r>
                <a:r>
                  <a:rPr lang="en-US" b="1" dirty="0">
                    <a:solidFill>
                      <a:srgbClr val="FF0000"/>
                    </a:solidFill>
                  </a:rPr>
                  <a:t>product’s risk</a:t>
                </a:r>
                <a:r>
                  <a:rPr lang="en-US" dirty="0"/>
                  <a:t>.</a:t>
                </a:r>
                <a:endParaRPr lang="en-IN" dirty="0"/>
              </a:p>
              <a:p>
                <a:pPr lvl="2"/>
                <a:r>
                  <a:rPr lang="en-US" b="1" dirty="0"/>
                  <a:t>Type II error : </a:t>
                </a:r>
                <a:r>
                  <a:rPr lang="en-US" dirty="0"/>
                  <a:t>When </a:t>
                </a:r>
                <a14:m>
                  <m:oMath xmlns:m="http://schemas.openxmlformats.org/officeDocument/2006/math">
                    <m:sSub>
                      <m:sSubPr>
                        <m:ctrlPr>
                          <a:rPr lang="en-IN" i="1">
                            <a:latin typeface="Cambria Math" panose="02040503050406030204" pitchFamily="18" charset="0"/>
                          </a:rPr>
                        </m:ctrlPr>
                      </m:sSubPr>
                      <m:e>
                        <m:r>
                          <m:rPr>
                            <m:sty m:val="p"/>
                          </m:rPr>
                          <a:rPr lang="en-US">
                            <a:latin typeface="Cambria Math" panose="02040503050406030204" pitchFamily="18" charset="0"/>
                          </a:rPr>
                          <m:t>H</m:t>
                        </m:r>
                      </m:e>
                      <m:sub>
                        <m:r>
                          <a:rPr lang="en-US">
                            <a:latin typeface="Cambria Math" panose="02040503050406030204" pitchFamily="18" charset="0"/>
                          </a:rPr>
                          <m:t>0</m:t>
                        </m:r>
                      </m:sub>
                    </m:sSub>
                  </m:oMath>
                </a14:m>
                <a:r>
                  <a:rPr lang="en-US" dirty="0"/>
                  <a:t> is wrong, we may accept it.</a:t>
                </a:r>
              </a:p>
              <a:p>
                <a:pPr marL="914400" lvl="2" indent="0" defTabSz="419100">
                  <a:buNone/>
                </a:pPr>
                <a:r>
                  <a:rPr lang="en-US" b="1" dirty="0">
                    <a:solidFill>
                      <a:srgbClr val="FF0000"/>
                    </a:solidFill>
                  </a:rPr>
                  <a:t>   </a:t>
                </a:r>
                <a14:m>
                  <m:oMath xmlns:m="http://schemas.openxmlformats.org/officeDocument/2006/math">
                    <m:r>
                      <a:rPr lang="en-US" b="1" i="1" smtClean="0">
                        <a:solidFill>
                          <a:srgbClr val="FF0000"/>
                        </a:solidFill>
                        <a:latin typeface="Cambria Math" panose="02040503050406030204" pitchFamily="18" charset="0"/>
                      </a:rPr>
                      <m:t>𝐏</m:t>
                    </m:r>
                    <m:d>
                      <m:dPr>
                        <m:ctrlPr>
                          <a:rPr lang="en-IN" b="1" i="1">
                            <a:solidFill>
                              <a:srgbClr val="FF0000"/>
                            </a:solidFill>
                            <a:latin typeface="Cambria Math" panose="02040503050406030204" pitchFamily="18" charset="0"/>
                          </a:rPr>
                        </m:ctrlPr>
                      </m:dPr>
                      <m:e>
                        <m:r>
                          <a:rPr lang="en-IN" b="1" i="0" smtClean="0">
                            <a:solidFill>
                              <a:srgbClr val="FF0000"/>
                            </a:solidFill>
                            <a:latin typeface="Cambria Math" panose="02040503050406030204" pitchFamily="18" charset="0"/>
                          </a:rPr>
                          <m:t>𝐀𝐜𝐜𝐞𝐩𝐭</m:t>
                        </m:r>
                        <m:r>
                          <a:rPr lang="en-US" b="1">
                            <a:solidFill>
                              <a:srgbClr val="FF0000"/>
                            </a:solidFill>
                            <a:latin typeface="Cambria Math" panose="02040503050406030204" pitchFamily="18" charset="0"/>
                          </a:rPr>
                          <m:t> </m:t>
                        </m:r>
                        <m:sSub>
                          <m:sSubPr>
                            <m:ctrlPr>
                              <a:rPr lang="en-IN" b="1" i="1">
                                <a:solidFill>
                                  <a:srgbClr val="FF0000"/>
                                </a:solidFill>
                                <a:latin typeface="Cambria Math" panose="02040503050406030204" pitchFamily="18" charset="0"/>
                              </a:rPr>
                            </m:ctrlPr>
                          </m:sSubPr>
                          <m:e>
                            <m:r>
                              <a:rPr lang="en-US" b="1" i="1">
                                <a:solidFill>
                                  <a:srgbClr val="FF0000"/>
                                </a:solidFill>
                                <a:latin typeface="Cambria Math" panose="02040503050406030204" pitchFamily="18" charset="0"/>
                              </a:rPr>
                              <m:t>𝐇</m:t>
                            </m:r>
                          </m:e>
                          <m:sub>
                            <m:r>
                              <a:rPr lang="en-US" b="1" i="1">
                                <a:solidFill>
                                  <a:srgbClr val="FF0000"/>
                                </a:solidFill>
                                <a:latin typeface="Cambria Math" panose="02040503050406030204" pitchFamily="18" charset="0"/>
                              </a:rPr>
                              <m:t>𝟎</m:t>
                            </m:r>
                          </m:sub>
                        </m:sSub>
                        <m:r>
                          <a:rPr lang="en-US" b="1">
                            <a:solidFill>
                              <a:srgbClr val="FF0000"/>
                            </a:solidFill>
                            <a:latin typeface="Cambria Math" panose="02040503050406030204" pitchFamily="18" charset="0"/>
                          </a:rPr>
                          <m:t> </m:t>
                        </m:r>
                        <m:r>
                          <a:rPr lang="en-US" b="1" i="1">
                            <a:solidFill>
                              <a:srgbClr val="FF0000"/>
                            </a:solidFill>
                            <a:latin typeface="Cambria Math" panose="02040503050406030204" pitchFamily="18" charset="0"/>
                          </a:rPr>
                          <m:t>𝐰𝐡𝐞𝐧</m:t>
                        </m:r>
                        <m:r>
                          <a:rPr lang="en-US" b="1">
                            <a:solidFill>
                              <a:srgbClr val="FF0000"/>
                            </a:solidFill>
                            <a:latin typeface="Cambria Math" panose="02040503050406030204" pitchFamily="18" charset="0"/>
                          </a:rPr>
                          <m:t> </m:t>
                        </m:r>
                        <m:sSub>
                          <m:sSubPr>
                            <m:ctrlPr>
                              <a:rPr lang="en-IN" b="1" i="1">
                                <a:solidFill>
                                  <a:srgbClr val="FF0000"/>
                                </a:solidFill>
                                <a:latin typeface="Cambria Math" panose="02040503050406030204" pitchFamily="18" charset="0"/>
                              </a:rPr>
                            </m:ctrlPr>
                          </m:sSubPr>
                          <m:e>
                            <m:r>
                              <a:rPr lang="en-US" b="1" i="1">
                                <a:solidFill>
                                  <a:srgbClr val="FF0000"/>
                                </a:solidFill>
                                <a:latin typeface="Cambria Math" panose="02040503050406030204" pitchFamily="18" charset="0"/>
                              </a:rPr>
                              <m:t>𝐇</m:t>
                            </m:r>
                          </m:e>
                          <m:sub>
                            <m:r>
                              <a:rPr lang="en-IN" b="1" i="1" smtClean="0">
                                <a:solidFill>
                                  <a:srgbClr val="FF0000"/>
                                </a:solidFill>
                                <a:latin typeface="Cambria Math" panose="02040503050406030204" pitchFamily="18" charset="0"/>
                              </a:rPr>
                              <m:t>𝟏</m:t>
                            </m:r>
                          </m:sub>
                        </m:sSub>
                        <m:r>
                          <a:rPr lang="en-US" b="1">
                            <a:solidFill>
                              <a:srgbClr val="FF0000"/>
                            </a:solidFill>
                            <a:latin typeface="Cambria Math" panose="02040503050406030204" pitchFamily="18" charset="0"/>
                          </a:rPr>
                          <m:t> </m:t>
                        </m:r>
                        <m:r>
                          <a:rPr lang="en-US" b="1" i="1">
                            <a:solidFill>
                              <a:srgbClr val="FF0000"/>
                            </a:solidFill>
                            <a:latin typeface="Cambria Math" panose="02040503050406030204" pitchFamily="18" charset="0"/>
                          </a:rPr>
                          <m:t>𝐢𝐬</m:t>
                        </m:r>
                        <m:r>
                          <a:rPr lang="en-US" b="1">
                            <a:solidFill>
                              <a:srgbClr val="FF0000"/>
                            </a:solidFill>
                            <a:latin typeface="Cambria Math" panose="02040503050406030204" pitchFamily="18" charset="0"/>
                          </a:rPr>
                          <m:t> </m:t>
                        </m:r>
                        <m:r>
                          <a:rPr lang="en-US" b="1" i="1">
                            <a:solidFill>
                              <a:srgbClr val="FF0000"/>
                            </a:solidFill>
                            <a:latin typeface="Cambria Math" panose="02040503050406030204" pitchFamily="18" charset="0"/>
                          </a:rPr>
                          <m:t>𝐭𝐫𝐮𝐞</m:t>
                        </m:r>
                      </m:e>
                    </m:d>
                    <m:r>
                      <a:rPr lang="en-US" b="1">
                        <a:solidFill>
                          <a:srgbClr val="FF0000"/>
                        </a:solidFill>
                        <a:latin typeface="Cambria Math" panose="02040503050406030204" pitchFamily="18" charset="0"/>
                      </a:rPr>
                      <m:t>=</m:t>
                    </m:r>
                    <m:r>
                      <a:rPr lang="en-US" b="1" i="0" smtClean="0">
                        <a:solidFill>
                          <a:srgbClr val="FF0000"/>
                        </a:solidFill>
                        <a:latin typeface="Cambria Math" panose="02040503050406030204" pitchFamily="18" charset="0"/>
                      </a:rPr>
                      <m:t>𝛃</m:t>
                    </m:r>
                  </m:oMath>
                </a14:m>
                <a:endParaRPr lang="en-US" b="1" dirty="0">
                  <a:solidFill>
                    <a:srgbClr val="FF0000"/>
                  </a:solidFill>
                </a:endParaRPr>
              </a:p>
              <a:p>
                <a:pPr marL="914400" lvl="2" indent="0">
                  <a:buNone/>
                </a:pPr>
                <a:r>
                  <a:rPr lang="en-US" dirty="0"/>
                  <a:t>   Where,</a:t>
                </a:r>
                <a14:m>
                  <m:oMath xmlns:m="http://schemas.openxmlformats.org/officeDocument/2006/math">
                    <m:r>
                      <a:rPr lang="en-US" b="0" i="0" smtClean="0">
                        <a:latin typeface="Cambria Math" panose="02040503050406030204" pitchFamily="18" charset="0"/>
                      </a:rPr>
                      <m:t>   </m:t>
                    </m:r>
                    <m:r>
                      <m:rPr>
                        <m:sty m:val="p"/>
                      </m:rPr>
                      <a:rPr lang="en-US">
                        <a:latin typeface="Cambria Math" panose="02040503050406030204" pitchFamily="18" charset="0"/>
                      </a:rPr>
                      <m:t>β</m:t>
                    </m:r>
                  </m:oMath>
                </a14:m>
                <a:r>
                  <a:rPr lang="en-US" dirty="0"/>
                  <a:t> is called the size of the type II error or </a:t>
                </a:r>
                <a:r>
                  <a:rPr lang="en-US" b="1" dirty="0">
                    <a:solidFill>
                      <a:srgbClr val="FF0000"/>
                    </a:solidFill>
                  </a:rPr>
                  <a:t>consumer’s risk</a:t>
                </a:r>
                <a:r>
                  <a:rPr lang="en-US" dirty="0"/>
                  <a:t>.</a:t>
                </a:r>
                <a:endParaRPr lang="en-IN" dirty="0"/>
              </a:p>
              <a:p>
                <a:pPr marL="914400" lvl="2" indent="0">
                  <a:buNone/>
                </a:pPr>
                <a:endParaRPr lang="en-US" b="1" dirty="0"/>
              </a:p>
              <a:p>
                <a:pPr lvl="1"/>
                <a:endParaRPr lang="en-IN" dirty="0"/>
              </a:p>
              <a:p>
                <a:endParaRPr lang="en-IN" dirty="0"/>
              </a:p>
              <a:p>
                <a:pPr lvl="0"/>
                <a:endParaRPr lang="en-IN" dirty="0"/>
              </a:p>
              <a:p>
                <a:pPr lvl="0">
                  <a:lnSpc>
                    <a:spcPct val="145000"/>
                  </a:lnSpc>
                </a:pPr>
                <a:endParaRPr lang="en-US" dirty="0"/>
              </a:p>
            </p:txBody>
          </p:sp>
        </mc:Choice>
        <mc:Fallback xmlns="">
          <p:sp>
            <p:nvSpPr>
              <p:cNvPr id="3" name="Content Placeholder 2">
                <a:extLst>
                  <a:ext uri="{FF2B5EF4-FFF2-40B4-BE49-F238E27FC236}">
                    <a16:creationId xmlns:a16="http://schemas.microsoft.com/office/drawing/2014/main" id="{73C0E950-D785-D2E3-9661-80247AA2B3E7}"/>
                  </a:ext>
                </a:extLst>
              </p:cNvPr>
              <p:cNvSpPr>
                <a:spLocks noGrp="1" noRot="1" noChangeAspect="1" noMove="1" noResize="1" noEditPoints="1" noAdjustHandles="1" noChangeArrowheads="1" noChangeShapeType="1" noTextEdit="1"/>
              </p:cNvSpPr>
              <p:nvPr>
                <p:ph idx="1"/>
              </p:nvPr>
            </p:nvSpPr>
            <p:spPr>
              <a:xfrm>
                <a:off x="131180" y="728675"/>
                <a:ext cx="11929641" cy="5797855"/>
              </a:xfrm>
              <a:blipFill>
                <a:blip r:embed="rId2"/>
                <a:stretch>
                  <a:fillRect l="-971" r="-1074" b="-2734"/>
                </a:stretch>
              </a:blipFill>
            </p:spPr>
            <p:txBody>
              <a:bodyPr/>
              <a:lstStyle/>
              <a:p>
                <a:r>
                  <a:rPr lang="en-IN">
                    <a:noFill/>
                  </a:rPr>
                  <a:t> </a:t>
                </a:r>
              </a:p>
            </p:txBody>
          </p:sp>
        </mc:Fallback>
      </mc:AlternateContent>
    </p:spTree>
    <p:extLst>
      <p:ext uri="{BB962C8B-B14F-4D97-AF65-F5344CB8AC3E}">
        <p14:creationId xmlns:p14="http://schemas.microsoft.com/office/powerpoint/2010/main" val="4141108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95FB6-1E9F-949D-D0DC-36D0DB86A1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E72E81-E107-03D4-8F7C-339CB1CD1B82}"/>
              </a:ext>
            </a:extLst>
          </p:cNvPr>
          <p:cNvSpPr>
            <a:spLocks noGrp="1"/>
          </p:cNvSpPr>
          <p:nvPr>
            <p:ph type="title"/>
          </p:nvPr>
        </p:nvSpPr>
        <p:spPr/>
        <p:txBody>
          <a:bodyPr/>
          <a:lstStyle/>
          <a:p>
            <a:r>
              <a:rPr lang="en-US" dirty="0"/>
              <a:t>Level of Significance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7BE7A60-011D-A114-A61D-41D26949147B}"/>
                  </a:ext>
                </a:extLst>
              </p:cNvPr>
              <p:cNvSpPr>
                <a:spLocks noGrp="1"/>
              </p:cNvSpPr>
              <p:nvPr>
                <p:ph idx="1"/>
              </p:nvPr>
            </p:nvSpPr>
            <p:spPr>
              <a:xfrm>
                <a:off x="131180" y="728675"/>
                <a:ext cx="11929641" cy="5797855"/>
              </a:xfrm>
            </p:spPr>
            <p:txBody>
              <a:bodyPr/>
              <a:lstStyle/>
              <a:p>
                <a:pPr lvl="0"/>
                <a:r>
                  <a:rPr lang="en-US" dirty="0"/>
                  <a:t>The maximum probability of making a type I error is known as </a:t>
                </a:r>
                <a:r>
                  <a:rPr lang="en-US" b="1" dirty="0">
                    <a:solidFill>
                      <a:srgbClr val="FF0000"/>
                    </a:solidFill>
                  </a:rPr>
                  <a:t>level of significance</a:t>
                </a:r>
                <a:r>
                  <a:rPr lang="en-US" dirty="0"/>
                  <a:t>.</a:t>
                </a:r>
                <a:endParaRPr lang="en-IN" dirty="0"/>
              </a:p>
              <a:p>
                <a:r>
                  <a:rPr lang="en-US" dirty="0"/>
                  <a:t>It is denoted by </a:t>
                </a:r>
                <a14:m>
                  <m:oMath xmlns:m="http://schemas.openxmlformats.org/officeDocument/2006/math">
                    <m:r>
                      <a:rPr lang="en-US" b="1" i="1" smtClean="0">
                        <a:solidFill>
                          <a:srgbClr val="FF0000"/>
                        </a:solidFill>
                        <a:latin typeface="Cambria Math" panose="02040503050406030204" pitchFamily="18" charset="0"/>
                      </a:rPr>
                      <m:t>𝛂</m:t>
                    </m:r>
                  </m:oMath>
                </a14:m>
                <a:r>
                  <a:rPr lang="en-US" dirty="0"/>
                  <a:t>. </a:t>
                </a:r>
                <a14:m>
                  <m:oMath xmlns:m="http://schemas.openxmlformats.org/officeDocument/2006/math">
                    <m:d>
                      <m:dPr>
                        <m:ctrlPr>
                          <a:rPr lang="en-US" i="1" smtClean="0">
                            <a:latin typeface="Cambria Math" panose="02040503050406030204" pitchFamily="18" charset="0"/>
                          </a:rPr>
                        </m:ctrlPr>
                      </m:dPr>
                      <m:e>
                        <m:r>
                          <m:rPr>
                            <m:nor/>
                          </m:rPr>
                          <a:rPr lang="en-US" dirty="0"/>
                          <m:t>i</m:t>
                        </m:r>
                        <m:r>
                          <m:rPr>
                            <m:nor/>
                          </m:rPr>
                          <a:rPr lang="en-US" dirty="0"/>
                          <m:t>.</m:t>
                        </m:r>
                        <m:r>
                          <m:rPr>
                            <m:nor/>
                          </m:rPr>
                          <a:rPr lang="en-US" dirty="0"/>
                          <m:t>e</m:t>
                        </m:r>
                        <m:r>
                          <m:rPr>
                            <m:nor/>
                          </m:rPr>
                          <a:rPr lang="en-US" dirty="0"/>
                          <m:t>., </m:t>
                        </m:r>
                        <m:r>
                          <m:rPr>
                            <m:nor/>
                          </m:rPr>
                          <a:rPr lang="en-US" dirty="0"/>
                          <m:t>P</m:t>
                        </m:r>
                        <m:r>
                          <m:rPr>
                            <m:nor/>
                          </m:rPr>
                          <a:rPr lang="en-US" dirty="0"/>
                          <m:t> (</m:t>
                        </m:r>
                        <m:r>
                          <m:rPr>
                            <m:nor/>
                          </m:rPr>
                          <a:rPr lang="en-US" dirty="0"/>
                          <m:t>Rejecting</m:t>
                        </m:r>
                        <m:r>
                          <m:rPr>
                            <m:nor/>
                          </m:rPr>
                          <a:rPr lang="en-US" dirty="0"/>
                          <m:t> </m:t>
                        </m:r>
                        <m:sSub>
                          <m:sSubPr>
                            <m:ctrlPr>
                              <a:rPr lang="en-IN" i="1">
                                <a:latin typeface="Cambria Math" panose="02040503050406030204" pitchFamily="18" charset="0"/>
                              </a:rPr>
                            </m:ctrlPr>
                          </m:sSubPr>
                          <m:e>
                            <m:r>
                              <m:rPr>
                                <m:sty m:val="p"/>
                              </m:rPr>
                              <a:rPr lang="en-US">
                                <a:latin typeface="Cambria Math" panose="02040503050406030204" pitchFamily="18" charset="0"/>
                              </a:rPr>
                              <m:t>H</m:t>
                            </m:r>
                          </m:e>
                          <m:sub>
                            <m:r>
                              <a:rPr lang="en-US">
                                <a:latin typeface="Cambria Math" panose="02040503050406030204" pitchFamily="18" charset="0"/>
                              </a:rPr>
                              <m:t>0</m:t>
                            </m:r>
                          </m:sub>
                        </m:sSub>
                        <m:r>
                          <m:rPr>
                            <m:nor/>
                          </m:rPr>
                          <a:rPr lang="en-US" dirty="0"/>
                          <m:t> </m:t>
                        </m:r>
                        <m:r>
                          <m:rPr>
                            <m:nor/>
                          </m:rPr>
                          <a:rPr lang="en-US" dirty="0"/>
                          <m:t>when</m:t>
                        </m:r>
                        <m:r>
                          <m:rPr>
                            <m:nor/>
                          </m:rPr>
                          <a:rPr lang="en-US" dirty="0"/>
                          <m:t> </m:t>
                        </m:r>
                        <m:sSub>
                          <m:sSubPr>
                            <m:ctrlPr>
                              <a:rPr lang="en-IN" i="1">
                                <a:latin typeface="Cambria Math" panose="02040503050406030204" pitchFamily="18" charset="0"/>
                              </a:rPr>
                            </m:ctrlPr>
                          </m:sSubPr>
                          <m:e>
                            <m:r>
                              <m:rPr>
                                <m:sty m:val="p"/>
                              </m:rPr>
                              <a:rPr lang="en-US">
                                <a:latin typeface="Cambria Math" panose="02040503050406030204" pitchFamily="18" charset="0"/>
                              </a:rPr>
                              <m:t>H</m:t>
                            </m:r>
                          </m:e>
                          <m:sub>
                            <m:r>
                              <a:rPr lang="en-US">
                                <a:latin typeface="Cambria Math" panose="02040503050406030204" pitchFamily="18" charset="0"/>
                              </a:rPr>
                              <m:t>0</m:t>
                            </m:r>
                          </m:sub>
                        </m:sSub>
                        <m:r>
                          <m:rPr>
                            <m:nor/>
                          </m:rPr>
                          <a:rPr lang="en-US" dirty="0"/>
                          <m:t> </m:t>
                        </m:r>
                        <m:r>
                          <m:rPr>
                            <m:nor/>
                          </m:rPr>
                          <a:rPr lang="en-US" dirty="0"/>
                          <m:t>is</m:t>
                        </m:r>
                        <m:r>
                          <m:rPr>
                            <m:nor/>
                          </m:rPr>
                          <a:rPr lang="en-US" dirty="0"/>
                          <m:t> </m:t>
                        </m:r>
                        <m:r>
                          <m:rPr>
                            <m:nor/>
                          </m:rPr>
                          <a:rPr lang="en-US" dirty="0"/>
                          <m:t>true</m:t>
                        </m:r>
                        <m:r>
                          <m:rPr>
                            <m:nor/>
                          </m:rPr>
                          <a:rPr lang="en-US" dirty="0"/>
                          <m:t>) = </m:t>
                        </m:r>
                        <m:r>
                          <m:rPr>
                            <m:sty m:val="p"/>
                          </m:rPr>
                          <a:rPr lang="en-US">
                            <a:solidFill>
                              <a:srgbClr val="FF0000"/>
                            </a:solidFill>
                            <a:latin typeface="Cambria Math" panose="02040503050406030204" pitchFamily="18" charset="0"/>
                          </a:rPr>
                          <m:t>α</m:t>
                        </m:r>
                        <m:r>
                          <m:rPr>
                            <m:nor/>
                          </m:rPr>
                          <a:rPr lang="en-US" dirty="0"/>
                          <m:t>.</m:t>
                        </m:r>
                      </m:e>
                    </m:d>
                  </m:oMath>
                </a14:m>
                <a:endParaRPr lang="en-IN" dirty="0"/>
              </a:p>
              <a:p>
                <a:r>
                  <a:rPr lang="en-US" dirty="0"/>
                  <a:t>The commonly used level of significance in practice are </a:t>
                </a:r>
                <a14:m>
                  <m:oMath xmlns:m="http://schemas.openxmlformats.org/officeDocument/2006/math">
                    <m:r>
                      <a:rPr lang="en-US" b="1" i="1" smtClean="0">
                        <a:solidFill>
                          <a:srgbClr val="FF0000"/>
                        </a:solidFill>
                        <a:latin typeface="Cambria Math" panose="02040503050406030204" pitchFamily="18" charset="0"/>
                      </a:rPr>
                      <m:t>𝟓</m:t>
                    </m:r>
                    <m:r>
                      <a:rPr lang="en-US" b="1">
                        <a:solidFill>
                          <a:srgbClr val="FF0000"/>
                        </a:solidFill>
                        <a:latin typeface="Cambria Math" panose="02040503050406030204" pitchFamily="18" charset="0"/>
                      </a:rPr>
                      <m:t>% (</m:t>
                    </m:r>
                    <m:r>
                      <a:rPr lang="en-US" b="1" i="1">
                        <a:solidFill>
                          <a:srgbClr val="FF0000"/>
                        </a:solidFill>
                        <a:latin typeface="Cambria Math" panose="02040503050406030204" pitchFamily="18" charset="0"/>
                      </a:rPr>
                      <m:t>𝟎</m:t>
                    </m:r>
                    <m:r>
                      <a:rPr lang="en-US" b="1">
                        <a:solidFill>
                          <a:srgbClr val="FF0000"/>
                        </a:solidFill>
                        <a:latin typeface="Cambria Math" panose="02040503050406030204" pitchFamily="18" charset="0"/>
                      </a:rPr>
                      <m:t>.</m:t>
                    </m:r>
                    <m:r>
                      <a:rPr lang="en-US" b="1" i="1">
                        <a:solidFill>
                          <a:srgbClr val="FF0000"/>
                        </a:solidFill>
                        <a:latin typeface="Cambria Math" panose="02040503050406030204" pitchFamily="18" charset="0"/>
                      </a:rPr>
                      <m:t>𝟎𝟓</m:t>
                    </m:r>
                    <m:r>
                      <a:rPr lang="en-US" b="1">
                        <a:solidFill>
                          <a:srgbClr val="FF0000"/>
                        </a:solidFill>
                        <a:latin typeface="Cambria Math" panose="02040503050406030204" pitchFamily="18" charset="0"/>
                      </a:rPr>
                      <m:t>)</m:t>
                    </m:r>
                  </m:oMath>
                </a14:m>
                <a:r>
                  <a:rPr lang="en-US" dirty="0"/>
                  <a:t> and </a:t>
                </a:r>
                <a14:m>
                  <m:oMath xmlns:m="http://schemas.openxmlformats.org/officeDocument/2006/math">
                    <m:r>
                      <a:rPr lang="en-US" b="1" i="1" smtClean="0">
                        <a:solidFill>
                          <a:srgbClr val="FF0000"/>
                        </a:solidFill>
                        <a:latin typeface="Cambria Math" panose="02040503050406030204" pitchFamily="18" charset="0"/>
                      </a:rPr>
                      <m:t>𝟏</m:t>
                    </m:r>
                    <m:r>
                      <a:rPr lang="en-US" b="1" smtClean="0">
                        <a:solidFill>
                          <a:srgbClr val="FF0000"/>
                        </a:solidFill>
                        <a:latin typeface="Cambria Math" panose="02040503050406030204" pitchFamily="18" charset="0"/>
                      </a:rPr>
                      <m:t>% (</m:t>
                    </m:r>
                    <m:r>
                      <a:rPr lang="en-US" b="1" i="1" smtClean="0">
                        <a:solidFill>
                          <a:srgbClr val="FF0000"/>
                        </a:solidFill>
                        <a:latin typeface="Cambria Math" panose="02040503050406030204" pitchFamily="18" charset="0"/>
                      </a:rPr>
                      <m:t>𝟎</m:t>
                    </m:r>
                    <m:r>
                      <a:rPr lang="en-US" b="1" smtClean="0">
                        <a:solidFill>
                          <a:srgbClr val="FF0000"/>
                        </a:solidFill>
                        <a:latin typeface="Cambria Math" panose="02040503050406030204" pitchFamily="18" charset="0"/>
                      </a:rPr>
                      <m:t>.</m:t>
                    </m:r>
                    <m:r>
                      <a:rPr lang="en-US" b="1" i="1" smtClean="0">
                        <a:solidFill>
                          <a:srgbClr val="FF0000"/>
                        </a:solidFill>
                        <a:latin typeface="Cambria Math" panose="02040503050406030204" pitchFamily="18" charset="0"/>
                      </a:rPr>
                      <m:t>𝟎𝟏</m:t>
                    </m:r>
                    <m:r>
                      <a:rPr lang="en-US" b="1" smtClean="0">
                        <a:solidFill>
                          <a:srgbClr val="FF0000"/>
                        </a:solidFill>
                        <a:latin typeface="Cambria Math" panose="02040503050406030204" pitchFamily="18" charset="0"/>
                      </a:rPr>
                      <m:t>)</m:t>
                    </m:r>
                  </m:oMath>
                </a14:m>
                <a:r>
                  <a:rPr lang="en-US" dirty="0"/>
                  <a:t>. </a:t>
                </a:r>
                <a:endParaRPr lang="en-IN" dirty="0"/>
              </a:p>
              <a:p>
                <a:r>
                  <a:rPr lang="en-US" b="1" dirty="0"/>
                  <a:t>For 5% level of significance means that there is a probability of making 5 out of 100 type I error</a:t>
                </a:r>
                <a:r>
                  <a:rPr lang="en-US" dirty="0"/>
                  <a:t>. Similarly, 1% level of significance. </a:t>
                </a:r>
                <a:endParaRPr lang="en-IN" dirty="0"/>
              </a:p>
              <a:p>
                <a:r>
                  <a:rPr lang="en-US" dirty="0"/>
                  <a:t>If no level of significance is given, </a:t>
                </a:r>
                <a14:m>
                  <m:oMath xmlns:m="http://schemas.openxmlformats.org/officeDocument/2006/math">
                    <m:r>
                      <m:rPr>
                        <m:sty m:val="p"/>
                      </m:rPr>
                      <a:rPr lang="en-US" i="0">
                        <a:solidFill>
                          <a:srgbClr val="FF0000"/>
                        </a:solidFill>
                        <a:latin typeface="Cambria Math" panose="02040503050406030204" pitchFamily="18" charset="0"/>
                      </a:rPr>
                      <m:t>α</m:t>
                    </m:r>
                  </m:oMath>
                </a14:m>
                <a:r>
                  <a:rPr lang="en-US" dirty="0"/>
                  <a:t> is taken as </a:t>
                </a:r>
                <a14:m>
                  <m:oMath xmlns:m="http://schemas.openxmlformats.org/officeDocument/2006/math">
                    <m:r>
                      <a:rPr lang="en-US" i="1">
                        <a:latin typeface="Cambria Math" panose="02040503050406030204" pitchFamily="18" charset="0"/>
                      </a:rPr>
                      <m:t>5%=0.05</m:t>
                    </m:r>
                  </m:oMath>
                </a14:m>
                <a:endParaRPr lang="en-IN" dirty="0"/>
              </a:p>
            </p:txBody>
          </p:sp>
        </mc:Choice>
        <mc:Fallback xmlns="">
          <p:sp>
            <p:nvSpPr>
              <p:cNvPr id="3" name="Content Placeholder 2">
                <a:extLst>
                  <a:ext uri="{FF2B5EF4-FFF2-40B4-BE49-F238E27FC236}">
                    <a16:creationId xmlns:a16="http://schemas.microsoft.com/office/drawing/2014/main" id="{27BE7A60-011D-A114-A61D-41D26949147B}"/>
                  </a:ext>
                </a:extLst>
              </p:cNvPr>
              <p:cNvSpPr>
                <a:spLocks noGrp="1" noRot="1" noChangeAspect="1" noMove="1" noResize="1" noEditPoints="1" noAdjustHandles="1" noChangeArrowheads="1" noChangeShapeType="1" noTextEdit="1"/>
              </p:cNvSpPr>
              <p:nvPr>
                <p:ph idx="1"/>
              </p:nvPr>
            </p:nvSpPr>
            <p:spPr>
              <a:xfrm>
                <a:off x="131180" y="728675"/>
                <a:ext cx="11929641" cy="5797855"/>
              </a:xfrm>
              <a:blipFill>
                <a:blip r:embed="rId3"/>
                <a:stretch>
                  <a:fillRect l="-971" r="-1074"/>
                </a:stretch>
              </a:blipFill>
            </p:spPr>
            <p:txBody>
              <a:bodyPr/>
              <a:lstStyle/>
              <a:p>
                <a:r>
                  <a:rPr lang="en-IN">
                    <a:noFill/>
                  </a:rPr>
                  <a:t> </a:t>
                </a:r>
              </a:p>
            </p:txBody>
          </p:sp>
        </mc:Fallback>
      </mc:AlternateContent>
    </p:spTree>
    <p:extLst>
      <p:ext uri="{BB962C8B-B14F-4D97-AF65-F5344CB8AC3E}">
        <p14:creationId xmlns:p14="http://schemas.microsoft.com/office/powerpoint/2010/main" val="2906692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FD9B8-596D-B2A7-8C0C-A2820DF23F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4B94BC-070E-EC95-7218-41CB8CCC1208}"/>
              </a:ext>
            </a:extLst>
          </p:cNvPr>
          <p:cNvSpPr>
            <a:spLocks noGrp="1"/>
          </p:cNvSpPr>
          <p:nvPr>
            <p:ph type="title"/>
          </p:nvPr>
        </p:nvSpPr>
        <p:spPr/>
        <p:txBody>
          <a:bodyPr/>
          <a:lstStyle/>
          <a:p>
            <a:r>
              <a:rPr lang="en-US" dirty="0"/>
              <a:t>Critical Region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A9C19F1-767B-387F-5109-631E3E24B683}"/>
                  </a:ext>
                </a:extLst>
              </p:cNvPr>
              <p:cNvSpPr>
                <a:spLocks noGrp="1"/>
              </p:cNvSpPr>
              <p:nvPr>
                <p:ph idx="1"/>
              </p:nvPr>
            </p:nvSpPr>
            <p:spPr>
              <a:xfrm>
                <a:off x="131180" y="728675"/>
                <a:ext cx="11929641" cy="5797855"/>
              </a:xfrm>
            </p:spPr>
            <p:txBody>
              <a:bodyPr/>
              <a:lstStyle/>
              <a:p>
                <a:pPr lvl="0"/>
                <a:r>
                  <a:rPr lang="en-US" dirty="0"/>
                  <a:t>The region of the </a:t>
                </a:r>
                <a:r>
                  <a:rPr lang="en-US" b="1" dirty="0"/>
                  <a:t>standard normal curve </a:t>
                </a:r>
                <a:r>
                  <a:rPr lang="en-US" dirty="0"/>
                  <a:t>corresponding to predetermined level of significance </a:t>
                </a:r>
                <a14:m>
                  <m:oMath xmlns:m="http://schemas.openxmlformats.org/officeDocument/2006/math">
                    <m:r>
                      <m:rPr>
                        <m:sty m:val="p"/>
                      </m:rPr>
                      <a:rPr lang="en-US">
                        <a:solidFill>
                          <a:srgbClr val="FF0000"/>
                        </a:solidFill>
                        <a:latin typeface="Cambria Math" panose="02040503050406030204" pitchFamily="18" charset="0"/>
                      </a:rPr>
                      <m:t>α</m:t>
                    </m:r>
                  </m:oMath>
                </a14:m>
                <a:r>
                  <a:rPr lang="en-US" dirty="0"/>
                  <a:t> is known as </a:t>
                </a:r>
                <a:r>
                  <a:rPr lang="en-US" b="1" dirty="0">
                    <a:solidFill>
                      <a:srgbClr val="FF0000"/>
                    </a:solidFill>
                  </a:rPr>
                  <a:t>Critical Region or Rejection Region</a:t>
                </a:r>
                <a:r>
                  <a:rPr lang="en-US" dirty="0"/>
                  <a:t>.</a:t>
                </a:r>
              </a:p>
              <a:p>
                <a:pPr lvl="0"/>
                <a:r>
                  <a:rPr lang="en-US" dirty="0"/>
                  <a:t>If level of significance </a:t>
                </a:r>
                <a14:m>
                  <m:oMath xmlns:m="http://schemas.openxmlformats.org/officeDocument/2006/math">
                    <m:r>
                      <m:rPr>
                        <m:sty m:val="p"/>
                      </m:rPr>
                      <a:rPr lang="en-US" i="0" dirty="0" smtClean="0">
                        <a:latin typeface="Cambria Math" panose="02040503050406030204" pitchFamily="18" charset="0"/>
                      </a:rPr>
                      <m:t>α</m:t>
                    </m:r>
                    <m:r>
                      <a:rPr lang="en-US" b="0" i="0" dirty="0" smtClean="0">
                        <a:latin typeface="Cambria Math" panose="02040503050406030204" pitchFamily="18" charset="0"/>
                      </a:rPr>
                      <m:t>=5%(0.05)</m:t>
                    </m:r>
                  </m:oMath>
                </a14:m>
                <a:r>
                  <a:rPr lang="en-US" dirty="0"/>
                  <a:t> (for two tailed test)</a:t>
                </a:r>
              </a:p>
              <a:p>
                <a:r>
                  <a:rPr lang="en-US" dirty="0"/>
                  <a:t>Thus, the statistic which leads to rejection of null hypothesis </a:t>
                </a:r>
                <a14:m>
                  <m:oMath xmlns:m="http://schemas.openxmlformats.org/officeDocument/2006/math">
                    <m:sSub>
                      <m:sSubPr>
                        <m:ctrlPr>
                          <a:rPr lang="en-IN" i="1">
                            <a:latin typeface="Cambria Math" panose="02040503050406030204" pitchFamily="18" charset="0"/>
                          </a:rPr>
                        </m:ctrlPr>
                      </m:sSubPr>
                      <m:e>
                        <m:r>
                          <m:rPr>
                            <m:sty m:val="p"/>
                          </m:rPr>
                          <a:rPr lang="en-US">
                            <a:latin typeface="Cambria Math" panose="02040503050406030204" pitchFamily="18" charset="0"/>
                          </a:rPr>
                          <m:t>H</m:t>
                        </m:r>
                      </m:e>
                      <m:sub>
                        <m:r>
                          <a:rPr lang="en-US">
                            <a:latin typeface="Cambria Math" panose="02040503050406030204" pitchFamily="18" charset="0"/>
                          </a:rPr>
                          <m:t>0</m:t>
                        </m:r>
                      </m:sub>
                    </m:sSub>
                  </m:oMath>
                </a14:m>
                <a:r>
                  <a:rPr lang="en-US" dirty="0"/>
                  <a:t> gives rejection region or critical region.</a:t>
                </a:r>
                <a:endParaRPr lang="en-IN" dirty="0"/>
              </a:p>
              <a:p>
                <a:pPr marL="0" lvl="0" indent="0">
                  <a:buNone/>
                </a:pPr>
                <a:endParaRPr lang="en-IN" dirty="0"/>
              </a:p>
            </p:txBody>
          </p:sp>
        </mc:Choice>
        <mc:Fallback xmlns="">
          <p:sp>
            <p:nvSpPr>
              <p:cNvPr id="3" name="Content Placeholder 2">
                <a:extLst>
                  <a:ext uri="{FF2B5EF4-FFF2-40B4-BE49-F238E27FC236}">
                    <a16:creationId xmlns:a16="http://schemas.microsoft.com/office/drawing/2014/main" id="{1A9C19F1-767B-387F-5109-631E3E24B683}"/>
                  </a:ext>
                </a:extLst>
              </p:cNvPr>
              <p:cNvSpPr>
                <a:spLocks noGrp="1" noRot="1" noChangeAspect="1" noMove="1" noResize="1" noEditPoints="1" noAdjustHandles="1" noChangeArrowheads="1" noChangeShapeType="1" noTextEdit="1"/>
              </p:cNvSpPr>
              <p:nvPr>
                <p:ph idx="1"/>
              </p:nvPr>
            </p:nvSpPr>
            <p:spPr>
              <a:xfrm>
                <a:off x="131180" y="728675"/>
                <a:ext cx="11929641" cy="5797855"/>
              </a:xfrm>
              <a:blipFill>
                <a:blip r:embed="rId2"/>
                <a:stretch>
                  <a:fillRect l="-971" r="-1074"/>
                </a:stretch>
              </a:blipFill>
            </p:spPr>
            <p:txBody>
              <a:bodyPr/>
              <a:lstStyle/>
              <a:p>
                <a:r>
                  <a:rPr lang="en-IN">
                    <a:noFill/>
                  </a:rPr>
                  <a:t> </a:t>
                </a:r>
              </a:p>
            </p:txBody>
          </p:sp>
        </mc:Fallback>
      </mc:AlternateContent>
      <p:grpSp>
        <p:nvGrpSpPr>
          <p:cNvPr id="19" name="Group 18">
            <a:extLst>
              <a:ext uri="{FF2B5EF4-FFF2-40B4-BE49-F238E27FC236}">
                <a16:creationId xmlns:a16="http://schemas.microsoft.com/office/drawing/2014/main" id="{1E68C9FF-F236-23A9-79A1-1AF4B789FBE1}"/>
              </a:ext>
            </a:extLst>
          </p:cNvPr>
          <p:cNvGrpSpPr/>
          <p:nvPr/>
        </p:nvGrpSpPr>
        <p:grpSpPr>
          <a:xfrm>
            <a:off x="4019339" y="3579677"/>
            <a:ext cx="3698028" cy="2783869"/>
            <a:chOff x="2863465" y="1652664"/>
            <a:chExt cx="6137910" cy="4273294"/>
          </a:xfrm>
        </p:grpSpPr>
        <p:cxnSp>
          <p:nvCxnSpPr>
            <p:cNvPr id="15" name="Straight Connector 14">
              <a:extLst>
                <a:ext uri="{FF2B5EF4-FFF2-40B4-BE49-F238E27FC236}">
                  <a16:creationId xmlns:a16="http://schemas.microsoft.com/office/drawing/2014/main" id="{56708EEE-C1EE-56F0-9872-04E76C113069}"/>
                </a:ext>
              </a:extLst>
            </p:cNvPr>
            <p:cNvCxnSpPr>
              <a:cxnSpLocks/>
            </p:cNvCxnSpPr>
            <p:nvPr/>
          </p:nvCxnSpPr>
          <p:spPr>
            <a:xfrm>
              <a:off x="5890260" y="1652664"/>
              <a:ext cx="40079" cy="3978771"/>
            </a:xfrm>
            <a:prstGeom prst="line">
              <a:avLst/>
            </a:prstGeom>
            <a:ln w="57150"/>
          </p:spPr>
          <p:style>
            <a:lnRef idx="3">
              <a:schemeClr val="accent6"/>
            </a:lnRef>
            <a:fillRef idx="0">
              <a:schemeClr val="accent6"/>
            </a:fillRef>
            <a:effectRef idx="2">
              <a:schemeClr val="accent6"/>
            </a:effectRef>
            <a:fontRef idx="minor">
              <a:schemeClr val="tx1"/>
            </a:fontRef>
          </p:style>
        </p:cxnSp>
        <p:grpSp>
          <p:nvGrpSpPr>
            <p:cNvPr id="12" name="Group 11">
              <a:extLst>
                <a:ext uri="{FF2B5EF4-FFF2-40B4-BE49-F238E27FC236}">
                  <a16:creationId xmlns:a16="http://schemas.microsoft.com/office/drawing/2014/main" id="{B29DA873-CC03-01B5-9385-B8087CB1CAE1}"/>
                </a:ext>
              </a:extLst>
            </p:cNvPr>
            <p:cNvGrpSpPr/>
            <p:nvPr/>
          </p:nvGrpSpPr>
          <p:grpSpPr>
            <a:xfrm>
              <a:off x="2863465" y="1652664"/>
              <a:ext cx="6137910" cy="3962792"/>
              <a:chOff x="3151402" y="2167014"/>
              <a:chExt cx="4514850" cy="2622880"/>
            </a:xfrm>
          </p:grpSpPr>
          <p:sp>
            <p:nvSpPr>
              <p:cNvPr id="13" name="Freeform: Shape 12">
                <a:extLst>
                  <a:ext uri="{FF2B5EF4-FFF2-40B4-BE49-F238E27FC236}">
                    <a16:creationId xmlns:a16="http://schemas.microsoft.com/office/drawing/2014/main" id="{D79433CC-E499-26C6-6E3E-703E6BFE8BF5}"/>
                  </a:ext>
                </a:extLst>
              </p:cNvPr>
              <p:cNvSpPr/>
              <p:nvPr/>
            </p:nvSpPr>
            <p:spPr>
              <a:xfrm>
                <a:off x="3213641" y="2167014"/>
                <a:ext cx="4387309" cy="2416416"/>
              </a:xfrm>
              <a:custGeom>
                <a:avLst/>
                <a:gdLst>
                  <a:gd name="connsiteX0" fmla="*/ 0 w 4387309"/>
                  <a:gd name="connsiteY0" fmla="*/ 2386358 h 2416416"/>
                  <a:gd name="connsiteX1" fmla="*/ 525780 w 4387309"/>
                  <a:gd name="connsiteY1" fmla="*/ 2123468 h 2416416"/>
                  <a:gd name="connsiteX2" fmla="*/ 1668780 w 4387309"/>
                  <a:gd name="connsiteY2" fmla="*/ 271808 h 2416416"/>
                  <a:gd name="connsiteX3" fmla="*/ 2594610 w 4387309"/>
                  <a:gd name="connsiteY3" fmla="*/ 191798 h 2416416"/>
                  <a:gd name="connsiteX4" fmla="*/ 3669030 w 4387309"/>
                  <a:gd name="connsiteY4" fmla="*/ 2009168 h 2416416"/>
                  <a:gd name="connsiteX5" fmla="*/ 4023360 w 4387309"/>
                  <a:gd name="connsiteY5" fmla="*/ 2386358 h 2416416"/>
                  <a:gd name="connsiteX6" fmla="*/ 4377690 w 4387309"/>
                  <a:gd name="connsiteY6" fmla="*/ 2386358 h 2416416"/>
                  <a:gd name="connsiteX7" fmla="*/ 4251960 w 4387309"/>
                  <a:gd name="connsiteY7" fmla="*/ 2397788 h 2416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87309" h="2416416">
                    <a:moveTo>
                      <a:pt x="0" y="2386358"/>
                    </a:moveTo>
                    <a:cubicBezTo>
                      <a:pt x="123825" y="2431125"/>
                      <a:pt x="247650" y="2475893"/>
                      <a:pt x="525780" y="2123468"/>
                    </a:cubicBezTo>
                    <a:cubicBezTo>
                      <a:pt x="803910" y="1771043"/>
                      <a:pt x="1323975" y="593753"/>
                      <a:pt x="1668780" y="271808"/>
                    </a:cubicBezTo>
                    <a:cubicBezTo>
                      <a:pt x="2013585" y="-50137"/>
                      <a:pt x="2261235" y="-97762"/>
                      <a:pt x="2594610" y="191798"/>
                    </a:cubicBezTo>
                    <a:cubicBezTo>
                      <a:pt x="2927985" y="481358"/>
                      <a:pt x="3430905" y="1643408"/>
                      <a:pt x="3669030" y="2009168"/>
                    </a:cubicBezTo>
                    <a:cubicBezTo>
                      <a:pt x="3907155" y="2374928"/>
                      <a:pt x="3905250" y="2323493"/>
                      <a:pt x="4023360" y="2386358"/>
                    </a:cubicBezTo>
                    <a:cubicBezTo>
                      <a:pt x="4141470" y="2449223"/>
                      <a:pt x="4339590" y="2384453"/>
                      <a:pt x="4377690" y="2386358"/>
                    </a:cubicBezTo>
                    <a:cubicBezTo>
                      <a:pt x="4415790" y="2388263"/>
                      <a:pt x="4333875" y="2393025"/>
                      <a:pt x="4251960" y="2397788"/>
                    </a:cubicBezTo>
                  </a:path>
                </a:pathLst>
              </a:custGeom>
              <a:ln w="57150"/>
            </p:spPr>
            <p:style>
              <a:lnRef idx="1">
                <a:schemeClr val="dk1"/>
              </a:lnRef>
              <a:fillRef idx="0">
                <a:schemeClr val="dk1"/>
              </a:fillRef>
              <a:effectRef idx="0">
                <a:schemeClr val="dk1"/>
              </a:effectRef>
              <a:fontRef idx="minor">
                <a:schemeClr val="tx1"/>
              </a:fontRef>
            </p:style>
            <p:txBody>
              <a:bodyPr rtlCol="0" anchor="ctr"/>
              <a:lstStyle/>
              <a:p>
                <a:pPr algn="ctr"/>
                <a:endParaRPr lang="en-IN"/>
              </a:p>
            </p:txBody>
          </p:sp>
          <p:cxnSp>
            <p:nvCxnSpPr>
              <p:cNvPr id="14" name="Straight Connector 13">
                <a:extLst>
                  <a:ext uri="{FF2B5EF4-FFF2-40B4-BE49-F238E27FC236}">
                    <a16:creationId xmlns:a16="http://schemas.microsoft.com/office/drawing/2014/main" id="{6B6E940E-589B-9B7D-8C08-EB486DC1C1FE}"/>
                  </a:ext>
                </a:extLst>
              </p:cNvPr>
              <p:cNvCxnSpPr/>
              <p:nvPr/>
            </p:nvCxnSpPr>
            <p:spPr>
              <a:xfrm>
                <a:off x="3151402" y="4789894"/>
                <a:ext cx="451485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56A6C4E9-31DB-0B9E-422C-C737ECC4CF98}"/>
                    </a:ext>
                  </a:extLst>
                </p:cNvPr>
                <p:cNvSpPr txBox="1"/>
                <p:nvPr/>
              </p:nvSpPr>
              <p:spPr>
                <a:xfrm>
                  <a:off x="5737552" y="5402739"/>
                  <a:ext cx="478665" cy="523219"/>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m:rPr>
                            <m:sty m:val="p"/>
                          </m:rPr>
                          <a:rPr lang="en-US" sz="2800" b="0" i="0" smtClean="0">
                            <a:solidFill>
                              <a:srgbClr val="002060"/>
                            </a:solidFill>
                            <a:latin typeface="Cambria Math" panose="02040503050406030204" pitchFamily="18" charset="0"/>
                            <a:ea typeface="Cambria Math" panose="02040503050406030204" pitchFamily="18" charset="0"/>
                          </a:rPr>
                          <m:t>μ</m:t>
                        </m:r>
                      </m:oMath>
                    </m:oMathPara>
                  </a14:m>
                  <a:endParaRPr lang="en-IN" sz="2800" dirty="0">
                    <a:solidFill>
                      <a:srgbClr val="002060"/>
                    </a:solidFill>
                  </a:endParaRPr>
                </a:p>
              </p:txBody>
            </p:sp>
          </mc:Choice>
          <mc:Fallback xmlns="">
            <p:sp>
              <p:nvSpPr>
                <p:cNvPr id="18" name="TextBox 17">
                  <a:extLst>
                    <a:ext uri="{FF2B5EF4-FFF2-40B4-BE49-F238E27FC236}">
                      <a16:creationId xmlns:a16="http://schemas.microsoft.com/office/drawing/2014/main" id="{56A6C4E9-31DB-0B9E-422C-C737ECC4CF98}"/>
                    </a:ext>
                  </a:extLst>
                </p:cNvPr>
                <p:cNvSpPr txBox="1">
                  <a:spLocks noRot="1" noChangeAspect="1" noMove="1" noResize="1" noEditPoints="1" noAdjustHandles="1" noChangeArrowheads="1" noChangeShapeType="1" noTextEdit="1"/>
                </p:cNvSpPr>
                <p:nvPr/>
              </p:nvSpPr>
              <p:spPr>
                <a:xfrm>
                  <a:off x="5737552" y="5402739"/>
                  <a:ext cx="478665" cy="523219"/>
                </a:xfrm>
                <a:prstGeom prst="rect">
                  <a:avLst/>
                </a:prstGeom>
                <a:blipFill>
                  <a:blip r:embed="rId3"/>
                  <a:stretch>
                    <a:fillRect b="-32143"/>
                  </a:stretch>
                </a:blipFill>
              </p:spPr>
              <p:txBody>
                <a:bodyPr/>
                <a:lstStyle/>
                <a:p>
                  <a:r>
                    <a:rPr lang="en-IN">
                      <a:noFill/>
                    </a:rPr>
                    <a:t> </a:t>
                  </a:r>
                </a:p>
              </p:txBody>
            </p:sp>
          </mc:Fallback>
        </mc:AlternateContent>
      </p:grpSp>
      <p:sp>
        <p:nvSpPr>
          <p:cNvPr id="16" name="Right Triangle 18">
            <a:extLst>
              <a:ext uri="{FF2B5EF4-FFF2-40B4-BE49-F238E27FC236}">
                <a16:creationId xmlns:a16="http://schemas.microsoft.com/office/drawing/2014/main" id="{28AF0A6F-743F-8CC5-BEA0-D1E94B2F1370}"/>
              </a:ext>
            </a:extLst>
          </p:cNvPr>
          <p:cNvSpPr/>
          <p:nvPr/>
        </p:nvSpPr>
        <p:spPr>
          <a:xfrm>
            <a:off x="6962384" y="5367326"/>
            <a:ext cx="506467" cy="761998"/>
          </a:xfrm>
          <a:custGeom>
            <a:avLst/>
            <a:gdLst>
              <a:gd name="connsiteX0" fmla="*/ 0 w 506727"/>
              <a:gd name="connsiteY0" fmla="*/ 873759 h 873759"/>
              <a:gd name="connsiteX1" fmla="*/ 0 w 506727"/>
              <a:gd name="connsiteY1" fmla="*/ 0 h 873759"/>
              <a:gd name="connsiteX2" fmla="*/ 506727 w 506727"/>
              <a:gd name="connsiteY2" fmla="*/ 873759 h 873759"/>
              <a:gd name="connsiteX3" fmla="*/ 0 w 506727"/>
              <a:gd name="connsiteY3" fmla="*/ 873759 h 873759"/>
              <a:gd name="connsiteX0" fmla="*/ 0 w 633727"/>
              <a:gd name="connsiteY0" fmla="*/ 873759 h 873759"/>
              <a:gd name="connsiteX1" fmla="*/ 0 w 633727"/>
              <a:gd name="connsiteY1" fmla="*/ 0 h 873759"/>
              <a:gd name="connsiteX2" fmla="*/ 633727 w 633727"/>
              <a:gd name="connsiteY2" fmla="*/ 873759 h 873759"/>
              <a:gd name="connsiteX3" fmla="*/ 0 w 633727"/>
              <a:gd name="connsiteY3" fmla="*/ 873759 h 873759"/>
              <a:gd name="connsiteX0" fmla="*/ 0 w 633727"/>
              <a:gd name="connsiteY0" fmla="*/ 873759 h 873759"/>
              <a:gd name="connsiteX1" fmla="*/ 0 w 633727"/>
              <a:gd name="connsiteY1" fmla="*/ 0 h 873759"/>
              <a:gd name="connsiteX2" fmla="*/ 633727 w 633727"/>
              <a:gd name="connsiteY2" fmla="*/ 873759 h 873759"/>
              <a:gd name="connsiteX3" fmla="*/ 0 w 633727"/>
              <a:gd name="connsiteY3" fmla="*/ 873759 h 873759"/>
              <a:gd name="connsiteX0" fmla="*/ 0 w 633727"/>
              <a:gd name="connsiteY0" fmla="*/ 873759 h 873759"/>
              <a:gd name="connsiteX1" fmla="*/ 0 w 633727"/>
              <a:gd name="connsiteY1" fmla="*/ 0 h 873759"/>
              <a:gd name="connsiteX2" fmla="*/ 633727 w 633727"/>
              <a:gd name="connsiteY2" fmla="*/ 873759 h 873759"/>
              <a:gd name="connsiteX3" fmla="*/ 0 w 633727"/>
              <a:gd name="connsiteY3" fmla="*/ 873759 h 873759"/>
            </a:gdLst>
            <a:ahLst/>
            <a:cxnLst>
              <a:cxn ang="0">
                <a:pos x="connsiteX0" y="connsiteY0"/>
              </a:cxn>
              <a:cxn ang="0">
                <a:pos x="connsiteX1" y="connsiteY1"/>
              </a:cxn>
              <a:cxn ang="0">
                <a:pos x="connsiteX2" y="connsiteY2"/>
              </a:cxn>
              <a:cxn ang="0">
                <a:pos x="connsiteX3" y="connsiteY3"/>
              </a:cxn>
            </a:cxnLst>
            <a:rect l="l" t="t" r="r" b="b"/>
            <a:pathLst>
              <a:path w="633727" h="873759">
                <a:moveTo>
                  <a:pt x="0" y="873759"/>
                </a:moveTo>
                <a:lnTo>
                  <a:pt x="0" y="0"/>
                </a:lnTo>
                <a:cubicBezTo>
                  <a:pt x="211242" y="291253"/>
                  <a:pt x="143085" y="455506"/>
                  <a:pt x="633727" y="873759"/>
                </a:cubicBezTo>
                <a:lnTo>
                  <a:pt x="0" y="873759"/>
                </a:lnTo>
                <a:close/>
              </a:path>
            </a:pathLst>
          </a:cu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ight Triangle 18">
            <a:extLst>
              <a:ext uri="{FF2B5EF4-FFF2-40B4-BE49-F238E27FC236}">
                <a16:creationId xmlns:a16="http://schemas.microsoft.com/office/drawing/2014/main" id="{8CDE3886-31D8-9B2D-9233-1DDBFC63AFDB}"/>
              </a:ext>
            </a:extLst>
          </p:cNvPr>
          <p:cNvSpPr/>
          <p:nvPr/>
        </p:nvSpPr>
        <p:spPr>
          <a:xfrm flipH="1">
            <a:off x="4142741" y="5366085"/>
            <a:ext cx="541554" cy="763240"/>
          </a:xfrm>
          <a:custGeom>
            <a:avLst/>
            <a:gdLst>
              <a:gd name="connsiteX0" fmla="*/ 0 w 506727"/>
              <a:gd name="connsiteY0" fmla="*/ 873759 h 873759"/>
              <a:gd name="connsiteX1" fmla="*/ 0 w 506727"/>
              <a:gd name="connsiteY1" fmla="*/ 0 h 873759"/>
              <a:gd name="connsiteX2" fmla="*/ 506727 w 506727"/>
              <a:gd name="connsiteY2" fmla="*/ 873759 h 873759"/>
              <a:gd name="connsiteX3" fmla="*/ 0 w 506727"/>
              <a:gd name="connsiteY3" fmla="*/ 873759 h 873759"/>
              <a:gd name="connsiteX0" fmla="*/ 0 w 633727"/>
              <a:gd name="connsiteY0" fmla="*/ 873759 h 873759"/>
              <a:gd name="connsiteX1" fmla="*/ 0 w 633727"/>
              <a:gd name="connsiteY1" fmla="*/ 0 h 873759"/>
              <a:gd name="connsiteX2" fmla="*/ 633727 w 633727"/>
              <a:gd name="connsiteY2" fmla="*/ 873759 h 873759"/>
              <a:gd name="connsiteX3" fmla="*/ 0 w 633727"/>
              <a:gd name="connsiteY3" fmla="*/ 873759 h 873759"/>
              <a:gd name="connsiteX0" fmla="*/ 0 w 633727"/>
              <a:gd name="connsiteY0" fmla="*/ 873759 h 873759"/>
              <a:gd name="connsiteX1" fmla="*/ 0 w 633727"/>
              <a:gd name="connsiteY1" fmla="*/ 0 h 873759"/>
              <a:gd name="connsiteX2" fmla="*/ 633727 w 633727"/>
              <a:gd name="connsiteY2" fmla="*/ 873759 h 873759"/>
              <a:gd name="connsiteX3" fmla="*/ 0 w 633727"/>
              <a:gd name="connsiteY3" fmla="*/ 873759 h 873759"/>
              <a:gd name="connsiteX0" fmla="*/ 0 w 633727"/>
              <a:gd name="connsiteY0" fmla="*/ 873759 h 873759"/>
              <a:gd name="connsiteX1" fmla="*/ 0 w 633727"/>
              <a:gd name="connsiteY1" fmla="*/ 0 h 873759"/>
              <a:gd name="connsiteX2" fmla="*/ 633727 w 633727"/>
              <a:gd name="connsiteY2" fmla="*/ 873759 h 873759"/>
              <a:gd name="connsiteX3" fmla="*/ 0 w 633727"/>
              <a:gd name="connsiteY3" fmla="*/ 873759 h 873759"/>
            </a:gdLst>
            <a:ahLst/>
            <a:cxnLst>
              <a:cxn ang="0">
                <a:pos x="connsiteX0" y="connsiteY0"/>
              </a:cxn>
              <a:cxn ang="0">
                <a:pos x="connsiteX1" y="connsiteY1"/>
              </a:cxn>
              <a:cxn ang="0">
                <a:pos x="connsiteX2" y="connsiteY2"/>
              </a:cxn>
              <a:cxn ang="0">
                <a:pos x="connsiteX3" y="connsiteY3"/>
              </a:cxn>
            </a:cxnLst>
            <a:rect l="l" t="t" r="r" b="b"/>
            <a:pathLst>
              <a:path w="633727" h="873759">
                <a:moveTo>
                  <a:pt x="0" y="873759"/>
                </a:moveTo>
                <a:lnTo>
                  <a:pt x="0" y="0"/>
                </a:lnTo>
                <a:cubicBezTo>
                  <a:pt x="211242" y="291253"/>
                  <a:pt x="143085" y="455506"/>
                  <a:pt x="633727" y="873759"/>
                </a:cubicBezTo>
                <a:lnTo>
                  <a:pt x="0" y="873759"/>
                </a:lnTo>
                <a:close/>
              </a:path>
            </a:pathLst>
          </a:cu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1" name="TextBox 20">
            <a:extLst>
              <a:ext uri="{FF2B5EF4-FFF2-40B4-BE49-F238E27FC236}">
                <a16:creationId xmlns:a16="http://schemas.microsoft.com/office/drawing/2014/main" id="{DF59E61F-8F30-26E7-2A43-6F96BD9AFBA5}"/>
              </a:ext>
            </a:extLst>
          </p:cNvPr>
          <p:cNvSpPr txBox="1"/>
          <p:nvPr/>
        </p:nvSpPr>
        <p:spPr>
          <a:xfrm>
            <a:off x="784909" y="5257768"/>
            <a:ext cx="2704103" cy="954107"/>
          </a:xfrm>
          <a:prstGeom prst="rect">
            <a:avLst/>
          </a:prstGeom>
          <a:noFill/>
        </p:spPr>
        <p:txBody>
          <a:bodyPr wrap="square" rtlCol="0">
            <a:spAutoFit/>
          </a:bodyPr>
          <a:lstStyle/>
          <a:p>
            <a:pPr algn="ctr"/>
            <a:r>
              <a:rPr lang="en-US" sz="2800" dirty="0">
                <a:solidFill>
                  <a:srgbClr val="002060"/>
                </a:solidFill>
              </a:rPr>
              <a:t>Rejection  Region</a:t>
            </a:r>
          </a:p>
          <a:p>
            <a:pPr algn="ctr"/>
            <a:r>
              <a:rPr lang="en-US" sz="2800" dirty="0">
                <a:solidFill>
                  <a:srgbClr val="002060"/>
                </a:solidFill>
              </a:rPr>
              <a:t>(Critical Region)</a:t>
            </a:r>
            <a:endParaRPr lang="en-IN" sz="2800" dirty="0">
              <a:solidFill>
                <a:srgbClr val="002060"/>
              </a:solidFill>
            </a:endParaRPr>
          </a:p>
        </p:txBody>
      </p:sp>
      <p:cxnSp>
        <p:nvCxnSpPr>
          <p:cNvPr id="22" name="Straight Arrow Connector 21">
            <a:extLst>
              <a:ext uri="{FF2B5EF4-FFF2-40B4-BE49-F238E27FC236}">
                <a16:creationId xmlns:a16="http://schemas.microsoft.com/office/drawing/2014/main" id="{A40E62BD-4D1C-264D-4E2D-041C62ECBADC}"/>
              </a:ext>
            </a:extLst>
          </p:cNvPr>
          <p:cNvCxnSpPr>
            <a:cxnSpLocks/>
          </p:cNvCxnSpPr>
          <p:nvPr/>
        </p:nvCxnSpPr>
        <p:spPr>
          <a:xfrm>
            <a:off x="3537463" y="5865437"/>
            <a:ext cx="1137305"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28472009-C3F7-ED25-B4B1-03A2EFB7E569}"/>
              </a:ext>
            </a:extLst>
          </p:cNvPr>
          <p:cNvSpPr txBox="1"/>
          <p:nvPr/>
        </p:nvSpPr>
        <p:spPr>
          <a:xfrm>
            <a:off x="8017951" y="5244644"/>
            <a:ext cx="2704103" cy="954107"/>
          </a:xfrm>
          <a:prstGeom prst="rect">
            <a:avLst/>
          </a:prstGeom>
          <a:noFill/>
        </p:spPr>
        <p:txBody>
          <a:bodyPr wrap="square" rtlCol="0">
            <a:spAutoFit/>
          </a:bodyPr>
          <a:lstStyle/>
          <a:p>
            <a:pPr algn="ctr"/>
            <a:r>
              <a:rPr lang="en-US" sz="2800" dirty="0">
                <a:solidFill>
                  <a:srgbClr val="002060"/>
                </a:solidFill>
              </a:rPr>
              <a:t>Rejection  Region</a:t>
            </a:r>
          </a:p>
          <a:p>
            <a:pPr algn="ctr"/>
            <a:r>
              <a:rPr lang="en-US" sz="2800" dirty="0">
                <a:solidFill>
                  <a:srgbClr val="002060"/>
                </a:solidFill>
              </a:rPr>
              <a:t>(Critical Region)</a:t>
            </a:r>
            <a:endParaRPr lang="en-IN" sz="2800" dirty="0">
              <a:solidFill>
                <a:srgbClr val="002060"/>
              </a:solidFill>
            </a:endParaRPr>
          </a:p>
        </p:txBody>
      </p:sp>
      <p:cxnSp>
        <p:nvCxnSpPr>
          <p:cNvPr id="26" name="Straight Arrow Connector 25">
            <a:extLst>
              <a:ext uri="{FF2B5EF4-FFF2-40B4-BE49-F238E27FC236}">
                <a16:creationId xmlns:a16="http://schemas.microsoft.com/office/drawing/2014/main" id="{8F3FE2B0-25EB-CCB0-CF83-A84552EE9328}"/>
              </a:ext>
            </a:extLst>
          </p:cNvPr>
          <p:cNvCxnSpPr>
            <a:cxnSpLocks/>
          </p:cNvCxnSpPr>
          <p:nvPr/>
        </p:nvCxnSpPr>
        <p:spPr>
          <a:xfrm flipH="1">
            <a:off x="6976355" y="5858322"/>
            <a:ext cx="1137305"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0450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wipe(left)">
                                      <p:cBhvr>
                                        <p:cTn id="25" dur="500"/>
                                        <p:tgtEl>
                                          <p:spTgt spid="22"/>
                                        </p:tgtEl>
                                      </p:cBhvr>
                                    </p:animEffect>
                                  </p:childTnLst>
                                </p:cTn>
                              </p:par>
                              <p:par>
                                <p:cTn id="26" presetID="22" presetClass="entr" presetSubtype="2" fill="hold" nodeType="with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wipe(right)">
                                      <p:cBhvr>
                                        <p:cTn id="28" dur="500"/>
                                        <p:tgtEl>
                                          <p:spTgt spid="26"/>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6" grpId="0" animBg="1"/>
      <p:bldP spid="17" grpId="0" animBg="1"/>
      <p:bldP spid="21" grpId="0"/>
      <p:bldP spid="25" grpId="0"/>
    </p:bld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605D0-AFEB-F5E8-EC7A-0EA9B226F1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9AF266-10FE-4B42-3AD2-76D8198F928F}"/>
              </a:ext>
            </a:extLst>
          </p:cNvPr>
          <p:cNvSpPr>
            <a:spLocks noGrp="1"/>
          </p:cNvSpPr>
          <p:nvPr>
            <p:ph type="title"/>
          </p:nvPr>
        </p:nvSpPr>
        <p:spPr/>
        <p:txBody>
          <a:bodyPr/>
          <a:lstStyle/>
          <a:p>
            <a:r>
              <a:rPr lang="en-US" dirty="0"/>
              <a:t>Acceptance Region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9BBD9CF-DD0F-28C6-9F91-B1F53C2D928D}"/>
                  </a:ext>
                </a:extLst>
              </p:cNvPr>
              <p:cNvSpPr>
                <a:spLocks noGrp="1"/>
              </p:cNvSpPr>
              <p:nvPr>
                <p:ph idx="1"/>
              </p:nvPr>
            </p:nvSpPr>
            <p:spPr>
              <a:xfrm>
                <a:off x="131180" y="728675"/>
                <a:ext cx="11929641" cy="5797855"/>
              </a:xfrm>
            </p:spPr>
            <p:txBody>
              <a:bodyPr/>
              <a:lstStyle/>
              <a:p>
                <a:pPr lvl="0"/>
                <a:r>
                  <a:rPr lang="en-US" dirty="0"/>
                  <a:t>The </a:t>
                </a:r>
                <a:r>
                  <a:rPr lang="en-US" b="1" dirty="0"/>
                  <a:t>region</a:t>
                </a:r>
                <a:r>
                  <a:rPr lang="en-US" dirty="0"/>
                  <a:t> under the normal curve which is </a:t>
                </a:r>
                <a:r>
                  <a:rPr lang="en-US" b="1" dirty="0"/>
                  <a:t>not covered by the rejection region</a:t>
                </a:r>
                <a:r>
                  <a:rPr lang="en-US" dirty="0"/>
                  <a:t> is known as </a:t>
                </a:r>
                <a:r>
                  <a:rPr lang="en-US" b="1" dirty="0">
                    <a:solidFill>
                      <a:srgbClr val="FF0000"/>
                    </a:solidFill>
                  </a:rPr>
                  <a:t>Acceptance Region</a:t>
                </a:r>
                <a:r>
                  <a:rPr lang="en-US" dirty="0"/>
                  <a:t>.</a:t>
                </a:r>
                <a:endParaRPr lang="en-IN" dirty="0"/>
              </a:p>
              <a:p>
                <a:pPr lvl="0"/>
                <a:r>
                  <a:rPr lang="en-US" dirty="0"/>
                  <a:t>If level of significance </a:t>
                </a:r>
                <a14:m>
                  <m:oMath xmlns:m="http://schemas.openxmlformats.org/officeDocument/2006/math">
                    <m:r>
                      <m:rPr>
                        <m:sty m:val="p"/>
                      </m:rPr>
                      <a:rPr lang="en-US" i="0" dirty="0" smtClean="0">
                        <a:latin typeface="Cambria Math" panose="02040503050406030204" pitchFamily="18" charset="0"/>
                      </a:rPr>
                      <m:t>α</m:t>
                    </m:r>
                    <m:r>
                      <a:rPr lang="en-US" b="0" i="0" dirty="0" smtClean="0">
                        <a:latin typeface="Cambria Math" panose="02040503050406030204" pitchFamily="18" charset="0"/>
                      </a:rPr>
                      <m:t>=5%(0.05)</m:t>
                    </m:r>
                  </m:oMath>
                </a14:m>
                <a:r>
                  <a:rPr lang="en-US" dirty="0"/>
                  <a:t> (for two tailed test)</a:t>
                </a:r>
              </a:p>
              <a:p>
                <a:pPr marL="0" indent="0">
                  <a:buNone/>
                </a:pPr>
                <a:endParaRPr lang="en-IN" dirty="0"/>
              </a:p>
              <a:p>
                <a:pPr marL="0" lvl="0" indent="0">
                  <a:buNone/>
                </a:pPr>
                <a:endParaRPr lang="en-IN" dirty="0"/>
              </a:p>
              <a:p>
                <a:pPr lvl="0"/>
                <a:endParaRPr lang="en-US" b="1" dirty="0"/>
              </a:p>
              <a:p>
                <a:pPr lvl="1"/>
                <a:endParaRPr lang="en-IN" dirty="0"/>
              </a:p>
              <a:p>
                <a:endParaRPr lang="en-IN" dirty="0"/>
              </a:p>
              <a:p>
                <a:pPr lvl="0"/>
                <a:endParaRPr lang="en-IN" dirty="0"/>
              </a:p>
              <a:p>
                <a:pPr lvl="0">
                  <a:lnSpc>
                    <a:spcPct val="145000"/>
                  </a:lnSpc>
                </a:pPr>
                <a:endParaRPr lang="en-US" dirty="0"/>
              </a:p>
            </p:txBody>
          </p:sp>
        </mc:Choice>
        <mc:Fallback xmlns="">
          <p:sp>
            <p:nvSpPr>
              <p:cNvPr id="3" name="Content Placeholder 2">
                <a:extLst>
                  <a:ext uri="{FF2B5EF4-FFF2-40B4-BE49-F238E27FC236}">
                    <a16:creationId xmlns:a16="http://schemas.microsoft.com/office/drawing/2014/main" id="{69BBD9CF-DD0F-28C6-9F91-B1F53C2D928D}"/>
                  </a:ext>
                </a:extLst>
              </p:cNvPr>
              <p:cNvSpPr>
                <a:spLocks noGrp="1" noRot="1" noChangeAspect="1" noMove="1" noResize="1" noEditPoints="1" noAdjustHandles="1" noChangeArrowheads="1" noChangeShapeType="1" noTextEdit="1"/>
              </p:cNvSpPr>
              <p:nvPr>
                <p:ph idx="1"/>
              </p:nvPr>
            </p:nvSpPr>
            <p:spPr>
              <a:xfrm>
                <a:off x="131180" y="728675"/>
                <a:ext cx="11929641" cy="5797855"/>
              </a:xfrm>
              <a:blipFill>
                <a:blip r:embed="rId2"/>
                <a:stretch>
                  <a:fillRect l="-971" r="-1074"/>
                </a:stretch>
              </a:blipFill>
            </p:spPr>
            <p:txBody>
              <a:bodyPr/>
              <a:lstStyle/>
              <a:p>
                <a:r>
                  <a:rPr lang="en-IN">
                    <a:noFill/>
                  </a:rPr>
                  <a:t> </a:t>
                </a:r>
              </a:p>
            </p:txBody>
          </p:sp>
        </mc:Fallback>
      </mc:AlternateContent>
      <p:sp>
        <p:nvSpPr>
          <p:cNvPr id="16" name="Right Triangle 18">
            <a:extLst>
              <a:ext uri="{FF2B5EF4-FFF2-40B4-BE49-F238E27FC236}">
                <a16:creationId xmlns:a16="http://schemas.microsoft.com/office/drawing/2014/main" id="{53267B77-00B1-2AEE-E8B9-E9018C1599D8}"/>
              </a:ext>
            </a:extLst>
          </p:cNvPr>
          <p:cNvSpPr/>
          <p:nvPr/>
        </p:nvSpPr>
        <p:spPr>
          <a:xfrm>
            <a:off x="6962384" y="5227626"/>
            <a:ext cx="479815" cy="635490"/>
          </a:xfrm>
          <a:custGeom>
            <a:avLst/>
            <a:gdLst>
              <a:gd name="connsiteX0" fmla="*/ 0 w 506727"/>
              <a:gd name="connsiteY0" fmla="*/ 873759 h 873759"/>
              <a:gd name="connsiteX1" fmla="*/ 0 w 506727"/>
              <a:gd name="connsiteY1" fmla="*/ 0 h 873759"/>
              <a:gd name="connsiteX2" fmla="*/ 506727 w 506727"/>
              <a:gd name="connsiteY2" fmla="*/ 873759 h 873759"/>
              <a:gd name="connsiteX3" fmla="*/ 0 w 506727"/>
              <a:gd name="connsiteY3" fmla="*/ 873759 h 873759"/>
              <a:gd name="connsiteX0" fmla="*/ 0 w 633727"/>
              <a:gd name="connsiteY0" fmla="*/ 873759 h 873759"/>
              <a:gd name="connsiteX1" fmla="*/ 0 w 633727"/>
              <a:gd name="connsiteY1" fmla="*/ 0 h 873759"/>
              <a:gd name="connsiteX2" fmla="*/ 633727 w 633727"/>
              <a:gd name="connsiteY2" fmla="*/ 873759 h 873759"/>
              <a:gd name="connsiteX3" fmla="*/ 0 w 633727"/>
              <a:gd name="connsiteY3" fmla="*/ 873759 h 873759"/>
              <a:gd name="connsiteX0" fmla="*/ 0 w 633727"/>
              <a:gd name="connsiteY0" fmla="*/ 873759 h 873759"/>
              <a:gd name="connsiteX1" fmla="*/ 0 w 633727"/>
              <a:gd name="connsiteY1" fmla="*/ 0 h 873759"/>
              <a:gd name="connsiteX2" fmla="*/ 633727 w 633727"/>
              <a:gd name="connsiteY2" fmla="*/ 873759 h 873759"/>
              <a:gd name="connsiteX3" fmla="*/ 0 w 633727"/>
              <a:gd name="connsiteY3" fmla="*/ 873759 h 873759"/>
              <a:gd name="connsiteX0" fmla="*/ 0 w 633727"/>
              <a:gd name="connsiteY0" fmla="*/ 873759 h 873759"/>
              <a:gd name="connsiteX1" fmla="*/ 0 w 633727"/>
              <a:gd name="connsiteY1" fmla="*/ 0 h 873759"/>
              <a:gd name="connsiteX2" fmla="*/ 633727 w 633727"/>
              <a:gd name="connsiteY2" fmla="*/ 873759 h 873759"/>
              <a:gd name="connsiteX3" fmla="*/ 0 w 633727"/>
              <a:gd name="connsiteY3" fmla="*/ 873759 h 873759"/>
            </a:gdLst>
            <a:ahLst/>
            <a:cxnLst>
              <a:cxn ang="0">
                <a:pos x="connsiteX0" y="connsiteY0"/>
              </a:cxn>
              <a:cxn ang="0">
                <a:pos x="connsiteX1" y="connsiteY1"/>
              </a:cxn>
              <a:cxn ang="0">
                <a:pos x="connsiteX2" y="connsiteY2"/>
              </a:cxn>
              <a:cxn ang="0">
                <a:pos x="connsiteX3" y="connsiteY3"/>
              </a:cxn>
            </a:cxnLst>
            <a:rect l="l" t="t" r="r" b="b"/>
            <a:pathLst>
              <a:path w="633727" h="873759">
                <a:moveTo>
                  <a:pt x="0" y="873759"/>
                </a:moveTo>
                <a:lnTo>
                  <a:pt x="0" y="0"/>
                </a:lnTo>
                <a:cubicBezTo>
                  <a:pt x="211242" y="291253"/>
                  <a:pt x="143085" y="455506"/>
                  <a:pt x="633727" y="873759"/>
                </a:cubicBezTo>
                <a:lnTo>
                  <a:pt x="0" y="873759"/>
                </a:lnTo>
                <a:close/>
              </a:path>
            </a:pathLst>
          </a:cu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ight Triangle 18">
            <a:extLst>
              <a:ext uri="{FF2B5EF4-FFF2-40B4-BE49-F238E27FC236}">
                <a16:creationId xmlns:a16="http://schemas.microsoft.com/office/drawing/2014/main" id="{54D5A466-6127-C2DF-AE1C-D045E6C8B23D}"/>
              </a:ext>
            </a:extLst>
          </p:cNvPr>
          <p:cNvSpPr/>
          <p:nvPr/>
        </p:nvSpPr>
        <p:spPr>
          <a:xfrm flipH="1">
            <a:off x="4216026" y="5226384"/>
            <a:ext cx="468267" cy="654205"/>
          </a:xfrm>
          <a:custGeom>
            <a:avLst/>
            <a:gdLst>
              <a:gd name="connsiteX0" fmla="*/ 0 w 506727"/>
              <a:gd name="connsiteY0" fmla="*/ 873759 h 873759"/>
              <a:gd name="connsiteX1" fmla="*/ 0 w 506727"/>
              <a:gd name="connsiteY1" fmla="*/ 0 h 873759"/>
              <a:gd name="connsiteX2" fmla="*/ 506727 w 506727"/>
              <a:gd name="connsiteY2" fmla="*/ 873759 h 873759"/>
              <a:gd name="connsiteX3" fmla="*/ 0 w 506727"/>
              <a:gd name="connsiteY3" fmla="*/ 873759 h 873759"/>
              <a:gd name="connsiteX0" fmla="*/ 0 w 633727"/>
              <a:gd name="connsiteY0" fmla="*/ 873759 h 873759"/>
              <a:gd name="connsiteX1" fmla="*/ 0 w 633727"/>
              <a:gd name="connsiteY1" fmla="*/ 0 h 873759"/>
              <a:gd name="connsiteX2" fmla="*/ 633727 w 633727"/>
              <a:gd name="connsiteY2" fmla="*/ 873759 h 873759"/>
              <a:gd name="connsiteX3" fmla="*/ 0 w 633727"/>
              <a:gd name="connsiteY3" fmla="*/ 873759 h 873759"/>
              <a:gd name="connsiteX0" fmla="*/ 0 w 633727"/>
              <a:gd name="connsiteY0" fmla="*/ 873759 h 873759"/>
              <a:gd name="connsiteX1" fmla="*/ 0 w 633727"/>
              <a:gd name="connsiteY1" fmla="*/ 0 h 873759"/>
              <a:gd name="connsiteX2" fmla="*/ 633727 w 633727"/>
              <a:gd name="connsiteY2" fmla="*/ 873759 h 873759"/>
              <a:gd name="connsiteX3" fmla="*/ 0 w 633727"/>
              <a:gd name="connsiteY3" fmla="*/ 873759 h 873759"/>
              <a:gd name="connsiteX0" fmla="*/ 0 w 633727"/>
              <a:gd name="connsiteY0" fmla="*/ 873759 h 873759"/>
              <a:gd name="connsiteX1" fmla="*/ 0 w 633727"/>
              <a:gd name="connsiteY1" fmla="*/ 0 h 873759"/>
              <a:gd name="connsiteX2" fmla="*/ 633727 w 633727"/>
              <a:gd name="connsiteY2" fmla="*/ 873759 h 873759"/>
              <a:gd name="connsiteX3" fmla="*/ 0 w 633727"/>
              <a:gd name="connsiteY3" fmla="*/ 873759 h 873759"/>
            </a:gdLst>
            <a:ahLst/>
            <a:cxnLst>
              <a:cxn ang="0">
                <a:pos x="connsiteX0" y="connsiteY0"/>
              </a:cxn>
              <a:cxn ang="0">
                <a:pos x="connsiteX1" y="connsiteY1"/>
              </a:cxn>
              <a:cxn ang="0">
                <a:pos x="connsiteX2" y="connsiteY2"/>
              </a:cxn>
              <a:cxn ang="0">
                <a:pos x="connsiteX3" y="connsiteY3"/>
              </a:cxn>
            </a:cxnLst>
            <a:rect l="l" t="t" r="r" b="b"/>
            <a:pathLst>
              <a:path w="633727" h="873759">
                <a:moveTo>
                  <a:pt x="0" y="873759"/>
                </a:moveTo>
                <a:lnTo>
                  <a:pt x="0" y="0"/>
                </a:lnTo>
                <a:cubicBezTo>
                  <a:pt x="211242" y="291253"/>
                  <a:pt x="143085" y="455506"/>
                  <a:pt x="633727" y="873759"/>
                </a:cubicBezTo>
                <a:lnTo>
                  <a:pt x="0" y="873759"/>
                </a:lnTo>
                <a:close/>
              </a:path>
            </a:pathLst>
          </a:cu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19" name="Group 18">
            <a:extLst>
              <a:ext uri="{FF2B5EF4-FFF2-40B4-BE49-F238E27FC236}">
                <a16:creationId xmlns:a16="http://schemas.microsoft.com/office/drawing/2014/main" id="{F44A1F95-7049-BE73-0BB4-248DBBD15754}"/>
              </a:ext>
            </a:extLst>
          </p:cNvPr>
          <p:cNvGrpSpPr/>
          <p:nvPr/>
        </p:nvGrpSpPr>
        <p:grpSpPr>
          <a:xfrm>
            <a:off x="3993939" y="3406956"/>
            <a:ext cx="3698028" cy="2682270"/>
            <a:chOff x="2821305" y="1652662"/>
            <a:chExt cx="6137910" cy="4117339"/>
          </a:xfrm>
        </p:grpSpPr>
        <p:cxnSp>
          <p:nvCxnSpPr>
            <p:cNvPr id="15" name="Straight Connector 14">
              <a:extLst>
                <a:ext uri="{FF2B5EF4-FFF2-40B4-BE49-F238E27FC236}">
                  <a16:creationId xmlns:a16="http://schemas.microsoft.com/office/drawing/2014/main" id="{A72AC837-3783-3264-3260-94006912ED88}"/>
                </a:ext>
              </a:extLst>
            </p:cNvPr>
            <p:cNvCxnSpPr/>
            <p:nvPr/>
          </p:nvCxnSpPr>
          <p:spPr>
            <a:xfrm>
              <a:off x="5890260" y="1652662"/>
              <a:ext cx="40079" cy="3757730"/>
            </a:xfrm>
            <a:prstGeom prst="line">
              <a:avLst/>
            </a:prstGeom>
            <a:ln w="57150"/>
          </p:spPr>
          <p:style>
            <a:lnRef idx="3">
              <a:schemeClr val="accent6"/>
            </a:lnRef>
            <a:fillRef idx="0">
              <a:schemeClr val="accent6"/>
            </a:fillRef>
            <a:effectRef idx="2">
              <a:schemeClr val="accent6"/>
            </a:effectRef>
            <a:fontRef idx="minor">
              <a:schemeClr val="tx1"/>
            </a:fontRef>
          </p:style>
        </p:cxnSp>
        <p:grpSp>
          <p:nvGrpSpPr>
            <p:cNvPr id="12" name="Group 11">
              <a:extLst>
                <a:ext uri="{FF2B5EF4-FFF2-40B4-BE49-F238E27FC236}">
                  <a16:creationId xmlns:a16="http://schemas.microsoft.com/office/drawing/2014/main" id="{53B4C90D-EA19-E203-942C-748E1A094539}"/>
                </a:ext>
              </a:extLst>
            </p:cNvPr>
            <p:cNvGrpSpPr/>
            <p:nvPr/>
          </p:nvGrpSpPr>
          <p:grpSpPr>
            <a:xfrm>
              <a:off x="2821305" y="1652664"/>
              <a:ext cx="6137910" cy="3797076"/>
              <a:chOff x="3120390" y="2167014"/>
              <a:chExt cx="4514850" cy="2513196"/>
            </a:xfrm>
          </p:grpSpPr>
          <p:sp>
            <p:nvSpPr>
              <p:cNvPr id="13" name="Freeform: Shape 12">
                <a:extLst>
                  <a:ext uri="{FF2B5EF4-FFF2-40B4-BE49-F238E27FC236}">
                    <a16:creationId xmlns:a16="http://schemas.microsoft.com/office/drawing/2014/main" id="{48ACED6B-AC0B-56FA-CE1A-1D5AB9CAC08E}"/>
                  </a:ext>
                </a:extLst>
              </p:cNvPr>
              <p:cNvSpPr/>
              <p:nvPr/>
            </p:nvSpPr>
            <p:spPr>
              <a:xfrm>
                <a:off x="3213641" y="2167014"/>
                <a:ext cx="4387309" cy="2416416"/>
              </a:xfrm>
              <a:custGeom>
                <a:avLst/>
                <a:gdLst>
                  <a:gd name="connsiteX0" fmla="*/ 0 w 4387309"/>
                  <a:gd name="connsiteY0" fmla="*/ 2386358 h 2416416"/>
                  <a:gd name="connsiteX1" fmla="*/ 525780 w 4387309"/>
                  <a:gd name="connsiteY1" fmla="*/ 2123468 h 2416416"/>
                  <a:gd name="connsiteX2" fmla="*/ 1668780 w 4387309"/>
                  <a:gd name="connsiteY2" fmla="*/ 271808 h 2416416"/>
                  <a:gd name="connsiteX3" fmla="*/ 2594610 w 4387309"/>
                  <a:gd name="connsiteY3" fmla="*/ 191798 h 2416416"/>
                  <a:gd name="connsiteX4" fmla="*/ 3669030 w 4387309"/>
                  <a:gd name="connsiteY4" fmla="*/ 2009168 h 2416416"/>
                  <a:gd name="connsiteX5" fmla="*/ 4023360 w 4387309"/>
                  <a:gd name="connsiteY5" fmla="*/ 2386358 h 2416416"/>
                  <a:gd name="connsiteX6" fmla="*/ 4377690 w 4387309"/>
                  <a:gd name="connsiteY6" fmla="*/ 2386358 h 2416416"/>
                  <a:gd name="connsiteX7" fmla="*/ 4251960 w 4387309"/>
                  <a:gd name="connsiteY7" fmla="*/ 2397788 h 2416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87309" h="2416416">
                    <a:moveTo>
                      <a:pt x="0" y="2386358"/>
                    </a:moveTo>
                    <a:cubicBezTo>
                      <a:pt x="123825" y="2431125"/>
                      <a:pt x="247650" y="2475893"/>
                      <a:pt x="525780" y="2123468"/>
                    </a:cubicBezTo>
                    <a:cubicBezTo>
                      <a:pt x="803910" y="1771043"/>
                      <a:pt x="1323975" y="593753"/>
                      <a:pt x="1668780" y="271808"/>
                    </a:cubicBezTo>
                    <a:cubicBezTo>
                      <a:pt x="2013585" y="-50137"/>
                      <a:pt x="2261235" y="-97762"/>
                      <a:pt x="2594610" y="191798"/>
                    </a:cubicBezTo>
                    <a:cubicBezTo>
                      <a:pt x="2927985" y="481358"/>
                      <a:pt x="3430905" y="1643408"/>
                      <a:pt x="3669030" y="2009168"/>
                    </a:cubicBezTo>
                    <a:cubicBezTo>
                      <a:pt x="3907155" y="2374928"/>
                      <a:pt x="3905250" y="2323493"/>
                      <a:pt x="4023360" y="2386358"/>
                    </a:cubicBezTo>
                    <a:cubicBezTo>
                      <a:pt x="4141470" y="2449223"/>
                      <a:pt x="4339590" y="2384453"/>
                      <a:pt x="4377690" y="2386358"/>
                    </a:cubicBezTo>
                    <a:cubicBezTo>
                      <a:pt x="4415790" y="2388263"/>
                      <a:pt x="4333875" y="2393025"/>
                      <a:pt x="4251960" y="2397788"/>
                    </a:cubicBezTo>
                  </a:path>
                </a:pathLst>
              </a:custGeom>
              <a:ln w="57150"/>
            </p:spPr>
            <p:style>
              <a:lnRef idx="1">
                <a:schemeClr val="dk1"/>
              </a:lnRef>
              <a:fillRef idx="0">
                <a:schemeClr val="dk1"/>
              </a:fillRef>
              <a:effectRef idx="0">
                <a:schemeClr val="dk1"/>
              </a:effectRef>
              <a:fontRef idx="minor">
                <a:schemeClr val="tx1"/>
              </a:fontRef>
            </p:style>
            <p:txBody>
              <a:bodyPr rtlCol="0" anchor="ctr"/>
              <a:lstStyle/>
              <a:p>
                <a:pPr algn="ctr"/>
                <a:endParaRPr lang="en-IN"/>
              </a:p>
            </p:txBody>
          </p:sp>
          <p:cxnSp>
            <p:nvCxnSpPr>
              <p:cNvPr id="14" name="Straight Connector 13">
                <a:extLst>
                  <a:ext uri="{FF2B5EF4-FFF2-40B4-BE49-F238E27FC236}">
                    <a16:creationId xmlns:a16="http://schemas.microsoft.com/office/drawing/2014/main" id="{8A5D3ADD-1613-5CB1-90A9-4982692C1676}"/>
                  </a:ext>
                </a:extLst>
              </p:cNvPr>
              <p:cNvCxnSpPr/>
              <p:nvPr/>
            </p:nvCxnSpPr>
            <p:spPr>
              <a:xfrm>
                <a:off x="3120390" y="4680210"/>
                <a:ext cx="451485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F103B053-AA52-FB75-9C09-1A61C7EE7189}"/>
                    </a:ext>
                  </a:extLst>
                </p:cNvPr>
                <p:cNvSpPr txBox="1"/>
                <p:nvPr/>
              </p:nvSpPr>
              <p:spPr>
                <a:xfrm>
                  <a:off x="5737552" y="5246781"/>
                  <a:ext cx="478666" cy="52322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m:rPr>
                            <m:sty m:val="p"/>
                          </m:rPr>
                          <a:rPr lang="en-US" sz="2800" b="0" i="0" smtClean="0">
                            <a:solidFill>
                              <a:srgbClr val="002060"/>
                            </a:solidFill>
                            <a:latin typeface="Cambria Math" panose="02040503050406030204" pitchFamily="18" charset="0"/>
                            <a:ea typeface="Cambria Math" panose="02040503050406030204" pitchFamily="18" charset="0"/>
                          </a:rPr>
                          <m:t>μ</m:t>
                        </m:r>
                      </m:oMath>
                    </m:oMathPara>
                  </a14:m>
                  <a:endParaRPr lang="en-IN" sz="2800" dirty="0">
                    <a:solidFill>
                      <a:srgbClr val="002060"/>
                    </a:solidFill>
                  </a:endParaRPr>
                </a:p>
              </p:txBody>
            </p:sp>
          </mc:Choice>
          <mc:Fallback xmlns="">
            <p:sp>
              <p:nvSpPr>
                <p:cNvPr id="18" name="TextBox 17">
                  <a:extLst>
                    <a:ext uri="{FF2B5EF4-FFF2-40B4-BE49-F238E27FC236}">
                      <a16:creationId xmlns:a16="http://schemas.microsoft.com/office/drawing/2014/main" id="{F103B053-AA52-FB75-9C09-1A61C7EE7189}"/>
                    </a:ext>
                  </a:extLst>
                </p:cNvPr>
                <p:cNvSpPr txBox="1">
                  <a:spLocks noRot="1" noChangeAspect="1" noMove="1" noResize="1" noEditPoints="1" noAdjustHandles="1" noChangeArrowheads="1" noChangeShapeType="1" noTextEdit="1"/>
                </p:cNvSpPr>
                <p:nvPr/>
              </p:nvSpPr>
              <p:spPr>
                <a:xfrm>
                  <a:off x="5737552" y="5246781"/>
                  <a:ext cx="478666" cy="523220"/>
                </a:xfrm>
                <a:prstGeom prst="rect">
                  <a:avLst/>
                </a:prstGeom>
                <a:blipFill>
                  <a:blip r:embed="rId3"/>
                  <a:stretch>
                    <a:fillRect b="-33929"/>
                  </a:stretch>
                </a:blipFill>
              </p:spPr>
              <p:txBody>
                <a:bodyPr/>
                <a:lstStyle/>
                <a:p>
                  <a:r>
                    <a:rPr lang="en-IN">
                      <a:noFill/>
                    </a:rPr>
                    <a:t> </a:t>
                  </a:r>
                </a:p>
              </p:txBody>
            </p:sp>
          </mc:Fallback>
        </mc:AlternateContent>
      </p:grpSp>
      <p:sp>
        <p:nvSpPr>
          <p:cNvPr id="4" name="TextBox 3">
            <a:extLst>
              <a:ext uri="{FF2B5EF4-FFF2-40B4-BE49-F238E27FC236}">
                <a16:creationId xmlns:a16="http://schemas.microsoft.com/office/drawing/2014/main" id="{466B98BD-AD35-539A-30B0-D10A4D0D0F65}"/>
              </a:ext>
            </a:extLst>
          </p:cNvPr>
          <p:cNvSpPr txBox="1"/>
          <p:nvPr/>
        </p:nvSpPr>
        <p:spPr>
          <a:xfrm>
            <a:off x="5139073" y="4679020"/>
            <a:ext cx="1443559" cy="707886"/>
          </a:xfrm>
          <a:prstGeom prst="rect">
            <a:avLst/>
          </a:prstGeom>
          <a:solidFill>
            <a:schemeClr val="accent4">
              <a:lumMod val="40000"/>
              <a:lumOff val="60000"/>
            </a:schemeClr>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sz="2000" dirty="0">
                <a:solidFill>
                  <a:srgbClr val="002060"/>
                </a:solidFill>
              </a:rPr>
              <a:t>Acceptance  </a:t>
            </a:r>
          </a:p>
          <a:p>
            <a:pPr algn="ctr"/>
            <a:r>
              <a:rPr lang="en-US" sz="2000" dirty="0">
                <a:solidFill>
                  <a:srgbClr val="002060"/>
                </a:solidFill>
              </a:rPr>
              <a:t>Region</a:t>
            </a:r>
            <a:endParaRPr lang="en-IN" sz="2000" dirty="0">
              <a:solidFill>
                <a:srgbClr val="002060"/>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C8FD7C9-F72B-1811-C6A0-544D39D5156A}"/>
                  </a:ext>
                </a:extLst>
              </p:cNvPr>
              <p:cNvSpPr txBox="1"/>
              <p:nvPr/>
            </p:nvSpPr>
            <p:spPr>
              <a:xfrm>
                <a:off x="8586927" y="3579677"/>
                <a:ext cx="2797346" cy="2246769"/>
              </a:xfrm>
              <a:prstGeom prst="rect">
                <a:avLst/>
              </a:prstGeom>
              <a:solidFill>
                <a:schemeClr val="accent6">
                  <a:lumMod val="40000"/>
                  <a:lumOff val="60000"/>
                </a:schemeClr>
              </a:solidFill>
            </p:spPr>
            <p:txBody>
              <a:bodyPr wrap="square">
                <a:spAutoFit/>
              </a:bodyPr>
              <a:lstStyle/>
              <a:p>
                <a:pPr algn="ctr"/>
                <a:r>
                  <a:rPr lang="en-US" sz="2800" dirty="0">
                    <a:solidFill>
                      <a:srgbClr val="002060"/>
                    </a:solidFill>
                  </a:rPr>
                  <a:t>Note:</a:t>
                </a:r>
              </a:p>
              <a:p>
                <a:pPr algn="ctr"/>
                <a:r>
                  <a:rPr lang="en-US" sz="2800" dirty="0">
                    <a:solidFill>
                      <a:srgbClr val="002060"/>
                    </a:solidFill>
                  </a:rPr>
                  <a:t>If no level of significance is given, </a:t>
                </a:r>
                <a14:m>
                  <m:oMath xmlns:m="http://schemas.openxmlformats.org/officeDocument/2006/math">
                    <m:r>
                      <m:rPr>
                        <m:sty m:val="p"/>
                      </m:rPr>
                      <a:rPr lang="en-US" sz="2800" i="0" dirty="0" smtClean="0">
                        <a:solidFill>
                          <a:srgbClr val="002060"/>
                        </a:solidFill>
                        <a:latin typeface="Cambria Math" panose="02040503050406030204" pitchFamily="18" charset="0"/>
                      </a:rPr>
                      <m:t>α</m:t>
                    </m:r>
                  </m:oMath>
                </a14:m>
                <a:r>
                  <a:rPr lang="en-US" sz="2800" dirty="0">
                    <a:solidFill>
                      <a:srgbClr val="002060"/>
                    </a:solidFill>
                  </a:rPr>
                  <a:t> is taken as </a:t>
                </a:r>
                <a14:m>
                  <m:oMath xmlns:m="http://schemas.openxmlformats.org/officeDocument/2006/math">
                    <m:r>
                      <a:rPr lang="en-US" sz="2800" i="1">
                        <a:solidFill>
                          <a:srgbClr val="002060"/>
                        </a:solidFill>
                        <a:latin typeface="Cambria Math" panose="02040503050406030204" pitchFamily="18" charset="0"/>
                      </a:rPr>
                      <m:t>5%=0.05</m:t>
                    </m:r>
                  </m:oMath>
                </a14:m>
                <a:r>
                  <a:rPr lang="en-US" sz="2800" dirty="0">
                    <a:solidFill>
                      <a:srgbClr val="002060"/>
                    </a:solidFill>
                  </a:rPr>
                  <a:t>.</a:t>
                </a:r>
                <a:endParaRPr lang="en-IN" sz="2800" dirty="0">
                  <a:solidFill>
                    <a:srgbClr val="002060"/>
                  </a:solidFill>
                </a:endParaRPr>
              </a:p>
            </p:txBody>
          </p:sp>
        </mc:Choice>
        <mc:Fallback xmlns="">
          <p:sp>
            <p:nvSpPr>
              <p:cNvPr id="6" name="TextBox 5">
                <a:extLst>
                  <a:ext uri="{FF2B5EF4-FFF2-40B4-BE49-F238E27FC236}">
                    <a16:creationId xmlns:a16="http://schemas.microsoft.com/office/drawing/2014/main" id="{BC8FD7C9-F72B-1811-C6A0-544D39D5156A}"/>
                  </a:ext>
                </a:extLst>
              </p:cNvPr>
              <p:cNvSpPr txBox="1">
                <a:spLocks noRot="1" noChangeAspect="1" noMove="1" noResize="1" noEditPoints="1" noAdjustHandles="1" noChangeArrowheads="1" noChangeShapeType="1" noTextEdit="1"/>
              </p:cNvSpPr>
              <p:nvPr/>
            </p:nvSpPr>
            <p:spPr>
              <a:xfrm>
                <a:off x="8586927" y="3579677"/>
                <a:ext cx="2797346" cy="2246769"/>
              </a:xfrm>
              <a:prstGeom prst="rect">
                <a:avLst/>
              </a:prstGeom>
              <a:blipFill>
                <a:blip r:embed="rId4"/>
                <a:stretch>
                  <a:fillRect t="-2710" r="-1528" b="-6504"/>
                </a:stretch>
              </a:blipFill>
            </p:spPr>
            <p:txBody>
              <a:bodyPr/>
              <a:lstStyle/>
              <a:p>
                <a:r>
                  <a:rPr lang="en-IN">
                    <a:noFill/>
                  </a:rPr>
                  <a:t> </a:t>
                </a:r>
              </a:p>
            </p:txBody>
          </p:sp>
        </mc:Fallback>
      </mc:AlternateContent>
    </p:spTree>
    <p:extLst>
      <p:ext uri="{BB962C8B-B14F-4D97-AF65-F5344CB8AC3E}">
        <p14:creationId xmlns:p14="http://schemas.microsoft.com/office/powerpoint/2010/main" val="3199310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6" grpId="0" animBg="1"/>
      <p:bldP spid="17" grpId="0" animBg="1"/>
      <p:bldP spid="4" grpId="0" animBg="1"/>
      <p:bldP spid="6" grpId="0" animBg="1"/>
    </p:bld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C93AF-7012-70BF-F7B1-15006F97C9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CFB4EB-CF5C-ACC7-0115-92DB574BC8BA}"/>
              </a:ext>
            </a:extLst>
          </p:cNvPr>
          <p:cNvSpPr>
            <a:spLocks noGrp="1"/>
          </p:cNvSpPr>
          <p:nvPr>
            <p:ph type="title"/>
          </p:nvPr>
        </p:nvSpPr>
        <p:spPr/>
        <p:txBody>
          <a:bodyPr/>
          <a:lstStyle/>
          <a:p>
            <a:r>
              <a:rPr lang="en-US" dirty="0"/>
              <a:t>Graphical representation </a:t>
            </a:r>
          </a:p>
        </p:txBody>
      </p:sp>
      <p:cxnSp>
        <p:nvCxnSpPr>
          <p:cNvPr id="12" name="Straight Connector 11">
            <a:extLst>
              <a:ext uri="{FF2B5EF4-FFF2-40B4-BE49-F238E27FC236}">
                <a16:creationId xmlns:a16="http://schemas.microsoft.com/office/drawing/2014/main" id="{F6A1663E-E698-722C-8D9F-D090DD6198C6}"/>
              </a:ext>
            </a:extLst>
          </p:cNvPr>
          <p:cNvCxnSpPr/>
          <p:nvPr/>
        </p:nvCxnSpPr>
        <p:spPr>
          <a:xfrm>
            <a:off x="5890260" y="1652664"/>
            <a:ext cx="40078" cy="3744000"/>
          </a:xfrm>
          <a:prstGeom prst="line">
            <a:avLst/>
          </a:prstGeom>
          <a:ln w="57150"/>
        </p:spPr>
        <p:style>
          <a:lnRef idx="3">
            <a:schemeClr val="accent6"/>
          </a:lnRef>
          <a:fillRef idx="0">
            <a:schemeClr val="accent6"/>
          </a:fillRef>
          <a:effectRef idx="2">
            <a:schemeClr val="accent6"/>
          </a:effectRef>
          <a:fontRef idx="minor">
            <a:schemeClr val="tx1"/>
          </a:fontRef>
        </p:style>
      </p:cxnSp>
      <p:grpSp>
        <p:nvGrpSpPr>
          <p:cNvPr id="10" name="Group 9">
            <a:extLst>
              <a:ext uri="{FF2B5EF4-FFF2-40B4-BE49-F238E27FC236}">
                <a16:creationId xmlns:a16="http://schemas.microsoft.com/office/drawing/2014/main" id="{53A6620A-45FB-6DBC-DD26-D01CC3ADDEBA}"/>
              </a:ext>
            </a:extLst>
          </p:cNvPr>
          <p:cNvGrpSpPr/>
          <p:nvPr/>
        </p:nvGrpSpPr>
        <p:grpSpPr>
          <a:xfrm>
            <a:off x="2821305" y="1652664"/>
            <a:ext cx="6137910" cy="3767673"/>
            <a:chOff x="3120390" y="2167014"/>
            <a:chExt cx="4514850" cy="2493742"/>
          </a:xfrm>
        </p:grpSpPr>
        <p:sp>
          <p:nvSpPr>
            <p:cNvPr id="7" name="Freeform: Shape 6">
              <a:extLst>
                <a:ext uri="{FF2B5EF4-FFF2-40B4-BE49-F238E27FC236}">
                  <a16:creationId xmlns:a16="http://schemas.microsoft.com/office/drawing/2014/main" id="{4DB5EE48-1440-D58C-CAA8-A7286E908A82}"/>
                </a:ext>
              </a:extLst>
            </p:cNvPr>
            <p:cNvSpPr/>
            <p:nvPr/>
          </p:nvSpPr>
          <p:spPr>
            <a:xfrm>
              <a:off x="3213641" y="2167014"/>
              <a:ext cx="4387309" cy="2416416"/>
            </a:xfrm>
            <a:custGeom>
              <a:avLst/>
              <a:gdLst>
                <a:gd name="connsiteX0" fmla="*/ 0 w 4387309"/>
                <a:gd name="connsiteY0" fmla="*/ 2386358 h 2416416"/>
                <a:gd name="connsiteX1" fmla="*/ 525780 w 4387309"/>
                <a:gd name="connsiteY1" fmla="*/ 2123468 h 2416416"/>
                <a:gd name="connsiteX2" fmla="*/ 1668780 w 4387309"/>
                <a:gd name="connsiteY2" fmla="*/ 271808 h 2416416"/>
                <a:gd name="connsiteX3" fmla="*/ 2594610 w 4387309"/>
                <a:gd name="connsiteY3" fmla="*/ 191798 h 2416416"/>
                <a:gd name="connsiteX4" fmla="*/ 3669030 w 4387309"/>
                <a:gd name="connsiteY4" fmla="*/ 2009168 h 2416416"/>
                <a:gd name="connsiteX5" fmla="*/ 4023360 w 4387309"/>
                <a:gd name="connsiteY5" fmla="*/ 2386358 h 2416416"/>
                <a:gd name="connsiteX6" fmla="*/ 4377690 w 4387309"/>
                <a:gd name="connsiteY6" fmla="*/ 2386358 h 2416416"/>
                <a:gd name="connsiteX7" fmla="*/ 4251960 w 4387309"/>
                <a:gd name="connsiteY7" fmla="*/ 2397788 h 2416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87309" h="2416416">
                  <a:moveTo>
                    <a:pt x="0" y="2386358"/>
                  </a:moveTo>
                  <a:cubicBezTo>
                    <a:pt x="123825" y="2431125"/>
                    <a:pt x="247650" y="2475893"/>
                    <a:pt x="525780" y="2123468"/>
                  </a:cubicBezTo>
                  <a:cubicBezTo>
                    <a:pt x="803910" y="1771043"/>
                    <a:pt x="1323975" y="593753"/>
                    <a:pt x="1668780" y="271808"/>
                  </a:cubicBezTo>
                  <a:cubicBezTo>
                    <a:pt x="2013585" y="-50137"/>
                    <a:pt x="2261235" y="-97762"/>
                    <a:pt x="2594610" y="191798"/>
                  </a:cubicBezTo>
                  <a:cubicBezTo>
                    <a:pt x="2927985" y="481358"/>
                    <a:pt x="3430905" y="1643408"/>
                    <a:pt x="3669030" y="2009168"/>
                  </a:cubicBezTo>
                  <a:cubicBezTo>
                    <a:pt x="3907155" y="2374928"/>
                    <a:pt x="3905250" y="2323493"/>
                    <a:pt x="4023360" y="2386358"/>
                  </a:cubicBezTo>
                  <a:cubicBezTo>
                    <a:pt x="4141470" y="2449223"/>
                    <a:pt x="4339590" y="2384453"/>
                    <a:pt x="4377690" y="2386358"/>
                  </a:cubicBezTo>
                  <a:cubicBezTo>
                    <a:pt x="4415790" y="2388263"/>
                    <a:pt x="4333875" y="2393025"/>
                    <a:pt x="4251960" y="2397788"/>
                  </a:cubicBezTo>
                </a:path>
              </a:pathLst>
            </a:custGeom>
            <a:ln w="57150"/>
          </p:spPr>
          <p:style>
            <a:lnRef idx="1">
              <a:schemeClr val="dk1"/>
            </a:lnRef>
            <a:fillRef idx="0">
              <a:schemeClr val="dk1"/>
            </a:fillRef>
            <a:effectRef idx="0">
              <a:schemeClr val="dk1"/>
            </a:effectRef>
            <a:fontRef idx="minor">
              <a:schemeClr val="tx1"/>
            </a:fontRef>
          </p:style>
          <p:txBody>
            <a:bodyPr rtlCol="0" anchor="ctr"/>
            <a:lstStyle/>
            <a:p>
              <a:pPr algn="ctr"/>
              <a:endParaRPr lang="en-IN"/>
            </a:p>
          </p:txBody>
        </p:sp>
        <p:cxnSp>
          <p:nvCxnSpPr>
            <p:cNvPr id="9" name="Straight Connector 8">
              <a:extLst>
                <a:ext uri="{FF2B5EF4-FFF2-40B4-BE49-F238E27FC236}">
                  <a16:creationId xmlns:a16="http://schemas.microsoft.com/office/drawing/2014/main" id="{5C90FC12-385C-9442-01F5-AA6641FAC4C9}"/>
                </a:ext>
              </a:extLst>
            </p:cNvPr>
            <p:cNvCxnSpPr/>
            <p:nvPr/>
          </p:nvCxnSpPr>
          <p:spPr>
            <a:xfrm>
              <a:off x="3120390" y="4660756"/>
              <a:ext cx="451485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3" name="Straight Connector 12">
            <a:extLst>
              <a:ext uri="{FF2B5EF4-FFF2-40B4-BE49-F238E27FC236}">
                <a16:creationId xmlns:a16="http://schemas.microsoft.com/office/drawing/2014/main" id="{7F443971-7E61-DE59-06FB-6326E1D5F7D6}"/>
              </a:ext>
            </a:extLst>
          </p:cNvPr>
          <p:cNvCxnSpPr>
            <a:cxnSpLocks/>
          </p:cNvCxnSpPr>
          <p:nvPr/>
        </p:nvCxnSpPr>
        <p:spPr>
          <a:xfrm>
            <a:off x="3992880" y="4298556"/>
            <a:ext cx="0" cy="1116000"/>
          </a:xfrm>
          <a:prstGeom prst="line">
            <a:avLst/>
          </a:prstGeom>
          <a:ln w="57150">
            <a:solidFill>
              <a:schemeClr val="tx1"/>
            </a:solidFill>
          </a:ln>
        </p:spPr>
        <p:style>
          <a:lnRef idx="3">
            <a:schemeClr val="accent6"/>
          </a:lnRef>
          <a:fillRef idx="0">
            <a:schemeClr val="accent6"/>
          </a:fillRef>
          <a:effectRef idx="2">
            <a:schemeClr val="accent6"/>
          </a:effectRef>
          <a:fontRef idx="minor">
            <a:schemeClr val="tx1"/>
          </a:fontRef>
        </p:style>
      </p:cxnSp>
      <p:cxnSp>
        <p:nvCxnSpPr>
          <p:cNvPr id="18" name="Straight Connector 17">
            <a:extLst>
              <a:ext uri="{FF2B5EF4-FFF2-40B4-BE49-F238E27FC236}">
                <a16:creationId xmlns:a16="http://schemas.microsoft.com/office/drawing/2014/main" id="{94065AA8-14C5-D8A3-6FD5-99F016C54338}"/>
              </a:ext>
            </a:extLst>
          </p:cNvPr>
          <p:cNvCxnSpPr>
            <a:cxnSpLocks/>
          </p:cNvCxnSpPr>
          <p:nvPr/>
        </p:nvCxnSpPr>
        <p:spPr>
          <a:xfrm>
            <a:off x="7722870" y="4298556"/>
            <a:ext cx="0" cy="1116000"/>
          </a:xfrm>
          <a:prstGeom prst="line">
            <a:avLst/>
          </a:prstGeom>
          <a:ln w="57150">
            <a:solidFill>
              <a:schemeClr val="tx1"/>
            </a:solidFill>
          </a:ln>
        </p:spPr>
        <p:style>
          <a:lnRef idx="3">
            <a:schemeClr val="accent6"/>
          </a:lnRef>
          <a:fillRef idx="0">
            <a:schemeClr val="accent6"/>
          </a:fillRef>
          <a:effectRef idx="2">
            <a:schemeClr val="accent6"/>
          </a:effectRef>
          <a:fontRef idx="minor">
            <a:schemeClr val="tx1"/>
          </a:fontRef>
        </p:style>
      </p:cxnSp>
      <p:sp>
        <p:nvSpPr>
          <p:cNvPr id="19" name="Right Triangle 18">
            <a:extLst>
              <a:ext uri="{FF2B5EF4-FFF2-40B4-BE49-F238E27FC236}">
                <a16:creationId xmlns:a16="http://schemas.microsoft.com/office/drawing/2014/main" id="{EEFF5734-6045-6D22-28B2-14847342F043}"/>
              </a:ext>
            </a:extLst>
          </p:cNvPr>
          <p:cNvSpPr/>
          <p:nvPr/>
        </p:nvSpPr>
        <p:spPr>
          <a:xfrm>
            <a:off x="7748270" y="4396741"/>
            <a:ext cx="711834" cy="988017"/>
          </a:xfrm>
          <a:custGeom>
            <a:avLst/>
            <a:gdLst>
              <a:gd name="connsiteX0" fmla="*/ 0 w 506727"/>
              <a:gd name="connsiteY0" fmla="*/ 873759 h 873759"/>
              <a:gd name="connsiteX1" fmla="*/ 0 w 506727"/>
              <a:gd name="connsiteY1" fmla="*/ 0 h 873759"/>
              <a:gd name="connsiteX2" fmla="*/ 506727 w 506727"/>
              <a:gd name="connsiteY2" fmla="*/ 873759 h 873759"/>
              <a:gd name="connsiteX3" fmla="*/ 0 w 506727"/>
              <a:gd name="connsiteY3" fmla="*/ 873759 h 873759"/>
              <a:gd name="connsiteX0" fmla="*/ 0 w 633727"/>
              <a:gd name="connsiteY0" fmla="*/ 873759 h 873759"/>
              <a:gd name="connsiteX1" fmla="*/ 0 w 633727"/>
              <a:gd name="connsiteY1" fmla="*/ 0 h 873759"/>
              <a:gd name="connsiteX2" fmla="*/ 633727 w 633727"/>
              <a:gd name="connsiteY2" fmla="*/ 873759 h 873759"/>
              <a:gd name="connsiteX3" fmla="*/ 0 w 633727"/>
              <a:gd name="connsiteY3" fmla="*/ 873759 h 873759"/>
              <a:gd name="connsiteX0" fmla="*/ 0 w 633727"/>
              <a:gd name="connsiteY0" fmla="*/ 873759 h 873759"/>
              <a:gd name="connsiteX1" fmla="*/ 0 w 633727"/>
              <a:gd name="connsiteY1" fmla="*/ 0 h 873759"/>
              <a:gd name="connsiteX2" fmla="*/ 633727 w 633727"/>
              <a:gd name="connsiteY2" fmla="*/ 873759 h 873759"/>
              <a:gd name="connsiteX3" fmla="*/ 0 w 633727"/>
              <a:gd name="connsiteY3" fmla="*/ 873759 h 873759"/>
              <a:gd name="connsiteX0" fmla="*/ 0 w 633727"/>
              <a:gd name="connsiteY0" fmla="*/ 873759 h 873759"/>
              <a:gd name="connsiteX1" fmla="*/ 0 w 633727"/>
              <a:gd name="connsiteY1" fmla="*/ 0 h 873759"/>
              <a:gd name="connsiteX2" fmla="*/ 633727 w 633727"/>
              <a:gd name="connsiteY2" fmla="*/ 873759 h 873759"/>
              <a:gd name="connsiteX3" fmla="*/ 0 w 633727"/>
              <a:gd name="connsiteY3" fmla="*/ 873759 h 873759"/>
            </a:gdLst>
            <a:ahLst/>
            <a:cxnLst>
              <a:cxn ang="0">
                <a:pos x="connsiteX0" y="connsiteY0"/>
              </a:cxn>
              <a:cxn ang="0">
                <a:pos x="connsiteX1" y="connsiteY1"/>
              </a:cxn>
              <a:cxn ang="0">
                <a:pos x="connsiteX2" y="connsiteY2"/>
              </a:cxn>
              <a:cxn ang="0">
                <a:pos x="connsiteX3" y="connsiteY3"/>
              </a:cxn>
            </a:cxnLst>
            <a:rect l="l" t="t" r="r" b="b"/>
            <a:pathLst>
              <a:path w="633727" h="873759">
                <a:moveTo>
                  <a:pt x="0" y="873759"/>
                </a:moveTo>
                <a:lnTo>
                  <a:pt x="0" y="0"/>
                </a:lnTo>
                <a:cubicBezTo>
                  <a:pt x="211242" y="291253"/>
                  <a:pt x="143085" y="455506"/>
                  <a:pt x="633727" y="873759"/>
                </a:cubicBezTo>
                <a:lnTo>
                  <a:pt x="0" y="873759"/>
                </a:lnTo>
                <a:close/>
              </a:path>
            </a:pathLst>
          </a:cu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ight Triangle 18">
            <a:extLst>
              <a:ext uri="{FF2B5EF4-FFF2-40B4-BE49-F238E27FC236}">
                <a16:creationId xmlns:a16="http://schemas.microsoft.com/office/drawing/2014/main" id="{202C7A9B-1E29-BDB7-D48F-169559316111}"/>
              </a:ext>
            </a:extLst>
          </p:cNvPr>
          <p:cNvSpPr/>
          <p:nvPr/>
        </p:nvSpPr>
        <p:spPr>
          <a:xfrm flipH="1">
            <a:off x="3162545" y="4394837"/>
            <a:ext cx="804598" cy="989925"/>
          </a:xfrm>
          <a:custGeom>
            <a:avLst/>
            <a:gdLst>
              <a:gd name="connsiteX0" fmla="*/ 0 w 506727"/>
              <a:gd name="connsiteY0" fmla="*/ 873759 h 873759"/>
              <a:gd name="connsiteX1" fmla="*/ 0 w 506727"/>
              <a:gd name="connsiteY1" fmla="*/ 0 h 873759"/>
              <a:gd name="connsiteX2" fmla="*/ 506727 w 506727"/>
              <a:gd name="connsiteY2" fmla="*/ 873759 h 873759"/>
              <a:gd name="connsiteX3" fmla="*/ 0 w 506727"/>
              <a:gd name="connsiteY3" fmla="*/ 873759 h 873759"/>
              <a:gd name="connsiteX0" fmla="*/ 0 w 633727"/>
              <a:gd name="connsiteY0" fmla="*/ 873759 h 873759"/>
              <a:gd name="connsiteX1" fmla="*/ 0 w 633727"/>
              <a:gd name="connsiteY1" fmla="*/ 0 h 873759"/>
              <a:gd name="connsiteX2" fmla="*/ 633727 w 633727"/>
              <a:gd name="connsiteY2" fmla="*/ 873759 h 873759"/>
              <a:gd name="connsiteX3" fmla="*/ 0 w 633727"/>
              <a:gd name="connsiteY3" fmla="*/ 873759 h 873759"/>
              <a:gd name="connsiteX0" fmla="*/ 0 w 633727"/>
              <a:gd name="connsiteY0" fmla="*/ 873759 h 873759"/>
              <a:gd name="connsiteX1" fmla="*/ 0 w 633727"/>
              <a:gd name="connsiteY1" fmla="*/ 0 h 873759"/>
              <a:gd name="connsiteX2" fmla="*/ 633727 w 633727"/>
              <a:gd name="connsiteY2" fmla="*/ 873759 h 873759"/>
              <a:gd name="connsiteX3" fmla="*/ 0 w 633727"/>
              <a:gd name="connsiteY3" fmla="*/ 873759 h 873759"/>
              <a:gd name="connsiteX0" fmla="*/ 0 w 633727"/>
              <a:gd name="connsiteY0" fmla="*/ 873759 h 873759"/>
              <a:gd name="connsiteX1" fmla="*/ 0 w 633727"/>
              <a:gd name="connsiteY1" fmla="*/ 0 h 873759"/>
              <a:gd name="connsiteX2" fmla="*/ 633727 w 633727"/>
              <a:gd name="connsiteY2" fmla="*/ 873759 h 873759"/>
              <a:gd name="connsiteX3" fmla="*/ 0 w 633727"/>
              <a:gd name="connsiteY3" fmla="*/ 873759 h 873759"/>
            </a:gdLst>
            <a:ahLst/>
            <a:cxnLst>
              <a:cxn ang="0">
                <a:pos x="connsiteX0" y="connsiteY0"/>
              </a:cxn>
              <a:cxn ang="0">
                <a:pos x="connsiteX1" y="connsiteY1"/>
              </a:cxn>
              <a:cxn ang="0">
                <a:pos x="connsiteX2" y="connsiteY2"/>
              </a:cxn>
              <a:cxn ang="0">
                <a:pos x="connsiteX3" y="connsiteY3"/>
              </a:cxn>
            </a:cxnLst>
            <a:rect l="l" t="t" r="r" b="b"/>
            <a:pathLst>
              <a:path w="633727" h="873759">
                <a:moveTo>
                  <a:pt x="0" y="873759"/>
                </a:moveTo>
                <a:lnTo>
                  <a:pt x="0" y="0"/>
                </a:lnTo>
                <a:cubicBezTo>
                  <a:pt x="211242" y="291253"/>
                  <a:pt x="143085" y="455506"/>
                  <a:pt x="633727" y="873759"/>
                </a:cubicBezTo>
                <a:lnTo>
                  <a:pt x="0" y="873759"/>
                </a:lnTo>
                <a:close/>
              </a:path>
            </a:pathLst>
          </a:cu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2" name="TextBox 21">
            <a:extLst>
              <a:ext uri="{FF2B5EF4-FFF2-40B4-BE49-F238E27FC236}">
                <a16:creationId xmlns:a16="http://schemas.microsoft.com/office/drawing/2014/main" id="{C56B9A17-E538-6DEF-D8DC-A762025CCBB8}"/>
              </a:ext>
            </a:extLst>
          </p:cNvPr>
          <p:cNvSpPr txBox="1"/>
          <p:nvPr/>
        </p:nvSpPr>
        <p:spPr>
          <a:xfrm>
            <a:off x="-240243" y="4666230"/>
            <a:ext cx="2225240" cy="1815882"/>
          </a:xfrm>
          <a:prstGeom prst="rect">
            <a:avLst/>
          </a:prstGeom>
          <a:noFill/>
        </p:spPr>
        <p:txBody>
          <a:bodyPr wrap="square" rtlCol="0">
            <a:spAutoFit/>
          </a:bodyPr>
          <a:lstStyle/>
          <a:p>
            <a:pPr algn="ctr"/>
            <a:r>
              <a:rPr lang="en-US" sz="2800" dirty="0">
                <a:solidFill>
                  <a:srgbClr val="002060"/>
                </a:solidFill>
              </a:rPr>
              <a:t>Rejection  Region</a:t>
            </a:r>
          </a:p>
          <a:p>
            <a:pPr algn="ctr"/>
            <a:r>
              <a:rPr lang="en-US" sz="2800" dirty="0">
                <a:solidFill>
                  <a:srgbClr val="002060"/>
                </a:solidFill>
              </a:rPr>
              <a:t>(Critical Region)</a:t>
            </a:r>
            <a:endParaRPr lang="en-IN" sz="2800" dirty="0">
              <a:solidFill>
                <a:srgbClr val="002060"/>
              </a:solidFill>
            </a:endParaRPr>
          </a:p>
        </p:txBody>
      </p:sp>
      <p:sp>
        <p:nvSpPr>
          <p:cNvPr id="23" name="TextBox 22">
            <a:extLst>
              <a:ext uri="{FF2B5EF4-FFF2-40B4-BE49-F238E27FC236}">
                <a16:creationId xmlns:a16="http://schemas.microsoft.com/office/drawing/2014/main" id="{3A8009C7-E464-0BCE-5351-3E1DB15D3B3E}"/>
              </a:ext>
            </a:extLst>
          </p:cNvPr>
          <p:cNvSpPr txBox="1"/>
          <p:nvPr/>
        </p:nvSpPr>
        <p:spPr>
          <a:xfrm>
            <a:off x="9698640" y="4204337"/>
            <a:ext cx="2012979" cy="2246769"/>
          </a:xfrm>
          <a:prstGeom prst="rect">
            <a:avLst/>
          </a:prstGeom>
          <a:noFill/>
        </p:spPr>
        <p:txBody>
          <a:bodyPr wrap="square" rtlCol="0">
            <a:spAutoFit/>
          </a:bodyPr>
          <a:lstStyle/>
          <a:p>
            <a:pPr algn="ctr"/>
            <a:r>
              <a:rPr lang="en-US" sz="2800" dirty="0">
                <a:solidFill>
                  <a:srgbClr val="002060"/>
                </a:solidFill>
              </a:rPr>
              <a:t>Rejection  Region</a:t>
            </a:r>
          </a:p>
          <a:p>
            <a:pPr algn="ctr"/>
            <a:r>
              <a:rPr lang="en-US" sz="2800" dirty="0">
                <a:solidFill>
                  <a:srgbClr val="002060"/>
                </a:solidFill>
              </a:rPr>
              <a:t>(Critical Region)</a:t>
            </a:r>
            <a:endParaRPr lang="en-IN" sz="2800" dirty="0">
              <a:solidFill>
                <a:srgbClr val="002060"/>
              </a:solidFill>
            </a:endParaRPr>
          </a:p>
          <a:p>
            <a:pPr algn="ctr"/>
            <a:endParaRPr lang="en-IN" sz="2800" dirty="0">
              <a:solidFill>
                <a:srgbClr val="002060"/>
              </a:solidFill>
            </a:endParaRPr>
          </a:p>
        </p:txBody>
      </p:sp>
      <p:cxnSp>
        <p:nvCxnSpPr>
          <p:cNvPr id="25" name="Straight Arrow Connector 24">
            <a:extLst>
              <a:ext uri="{FF2B5EF4-FFF2-40B4-BE49-F238E27FC236}">
                <a16:creationId xmlns:a16="http://schemas.microsoft.com/office/drawing/2014/main" id="{B5BEA441-373F-D11D-9027-F08A8AAE6C2B}"/>
              </a:ext>
            </a:extLst>
          </p:cNvPr>
          <p:cNvCxnSpPr>
            <a:cxnSpLocks/>
          </p:cNvCxnSpPr>
          <p:nvPr/>
        </p:nvCxnSpPr>
        <p:spPr>
          <a:xfrm flipH="1">
            <a:off x="7829437" y="4957689"/>
            <a:ext cx="2166322" cy="83384"/>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EE8525E1-83F7-B31A-9CE2-8E9055EB0638}"/>
              </a:ext>
            </a:extLst>
          </p:cNvPr>
          <p:cNvCxnSpPr>
            <a:cxnSpLocks/>
          </p:cNvCxnSpPr>
          <p:nvPr/>
        </p:nvCxnSpPr>
        <p:spPr>
          <a:xfrm>
            <a:off x="1984997" y="5063447"/>
            <a:ext cx="1850331"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C917DF50-88B9-26E9-372F-44D640864BC5}"/>
              </a:ext>
            </a:extLst>
          </p:cNvPr>
          <p:cNvSpPr txBox="1"/>
          <p:nvPr/>
        </p:nvSpPr>
        <p:spPr>
          <a:xfrm>
            <a:off x="0" y="716070"/>
            <a:ext cx="2354580" cy="523220"/>
          </a:xfrm>
          <a:prstGeom prst="rect">
            <a:avLst/>
          </a:prstGeom>
          <a:solidFill>
            <a:schemeClr val="accent2"/>
          </a:solidFill>
        </p:spPr>
        <p:txBody>
          <a:bodyPr wrap="square" rtlCol="0">
            <a:spAutoFit/>
          </a:bodyPr>
          <a:lstStyle/>
          <a:p>
            <a:pPr algn="ctr"/>
            <a:r>
              <a:rPr lang="en-US" sz="2800" dirty="0">
                <a:solidFill>
                  <a:srgbClr val="002060"/>
                </a:solidFill>
              </a:rPr>
              <a:t>Two tailed test</a:t>
            </a:r>
            <a:endParaRPr lang="en-IN" sz="2800" dirty="0">
              <a:solidFill>
                <a:srgbClr val="002060"/>
              </a:solidFill>
            </a:endParaRPr>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FD00CB8-58CF-DA1E-A7C7-1E241E555B80}"/>
                  </a:ext>
                </a:extLst>
              </p:cNvPr>
              <p:cNvSpPr txBox="1"/>
              <p:nvPr/>
            </p:nvSpPr>
            <p:spPr>
              <a:xfrm>
                <a:off x="2066485" y="4397592"/>
                <a:ext cx="1379878" cy="61741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IN" sz="2000" i="1" smtClean="0">
                              <a:solidFill>
                                <a:schemeClr val="accent6">
                                  <a:lumMod val="50000"/>
                                </a:schemeClr>
                              </a:solidFill>
                              <a:latin typeface="Cambria Math" panose="02040503050406030204" pitchFamily="18" charset="0"/>
                              <a:ea typeface="Cambria Math" panose="02040503050406030204" pitchFamily="18" charset="0"/>
                            </a:rPr>
                          </m:ctrlPr>
                        </m:fPr>
                        <m:num>
                          <m:r>
                            <m:rPr>
                              <m:sty m:val="p"/>
                            </m:rPr>
                            <a:rPr lang="en-IN" sz="2000">
                              <a:solidFill>
                                <a:schemeClr val="accent6">
                                  <a:lumMod val="50000"/>
                                </a:schemeClr>
                              </a:solidFill>
                              <a:latin typeface="Cambria Math" panose="02040503050406030204" pitchFamily="18" charset="0"/>
                              <a:ea typeface="Cambria Math" panose="02040503050406030204" pitchFamily="18" charset="0"/>
                            </a:rPr>
                            <m:t>α</m:t>
                          </m:r>
                        </m:num>
                        <m:den>
                          <m:r>
                            <a:rPr lang="en-US" sz="2000" b="0" i="1" smtClean="0">
                              <a:solidFill>
                                <a:schemeClr val="accent6">
                                  <a:lumMod val="50000"/>
                                </a:schemeClr>
                              </a:solidFill>
                              <a:latin typeface="Cambria Math" panose="02040503050406030204" pitchFamily="18" charset="0"/>
                              <a:ea typeface="Cambria Math" panose="02040503050406030204" pitchFamily="18" charset="0"/>
                            </a:rPr>
                            <m:t>2</m:t>
                          </m:r>
                        </m:den>
                      </m:f>
                      <m:r>
                        <a:rPr lang="en-US" sz="2000" b="0" i="0" smtClean="0">
                          <a:solidFill>
                            <a:schemeClr val="accent6">
                              <a:lumMod val="50000"/>
                            </a:schemeClr>
                          </a:solidFill>
                          <a:latin typeface="Cambria Math" panose="02040503050406030204" pitchFamily="18" charset="0"/>
                          <a:ea typeface="Cambria Math" panose="02040503050406030204" pitchFamily="18" charset="0"/>
                        </a:rPr>
                        <m:t>=0.025</m:t>
                      </m:r>
                    </m:oMath>
                  </m:oMathPara>
                </a14:m>
                <a:endParaRPr lang="en-IN" sz="2000" dirty="0">
                  <a:solidFill>
                    <a:schemeClr val="accent6">
                      <a:lumMod val="50000"/>
                    </a:schemeClr>
                  </a:solidFill>
                </a:endParaRPr>
              </a:p>
            </p:txBody>
          </p:sp>
        </mc:Choice>
        <mc:Fallback xmlns="">
          <p:sp>
            <p:nvSpPr>
              <p:cNvPr id="36" name="TextBox 35">
                <a:extLst>
                  <a:ext uri="{FF2B5EF4-FFF2-40B4-BE49-F238E27FC236}">
                    <a16:creationId xmlns:a16="http://schemas.microsoft.com/office/drawing/2014/main" id="{8FD00CB8-58CF-DA1E-A7C7-1E241E555B80}"/>
                  </a:ext>
                </a:extLst>
              </p:cNvPr>
              <p:cNvSpPr txBox="1">
                <a:spLocks noRot="1" noChangeAspect="1" noMove="1" noResize="1" noEditPoints="1" noAdjustHandles="1" noChangeArrowheads="1" noChangeShapeType="1" noTextEdit="1"/>
              </p:cNvSpPr>
              <p:nvPr/>
            </p:nvSpPr>
            <p:spPr>
              <a:xfrm>
                <a:off x="2066485" y="4397592"/>
                <a:ext cx="1379878" cy="617413"/>
              </a:xfrm>
              <a:prstGeom prst="rect">
                <a:avLst/>
              </a:prstGeom>
              <a:blipFill>
                <a:blip r:embed="rId2"/>
                <a:stretch>
                  <a:fillRect/>
                </a:stretch>
              </a:blipFill>
            </p:spPr>
            <p:txBody>
              <a:bodyPr/>
              <a:lstStyle/>
              <a:p>
                <a:r>
                  <a:rPr lang="en-IN">
                    <a:noFill/>
                  </a:rPr>
                  <a:t> </a:t>
                </a:r>
              </a:p>
            </p:txBody>
          </p:sp>
        </mc:Fallback>
      </mc:AlternateContent>
      <p:sp>
        <p:nvSpPr>
          <p:cNvPr id="21" name="TextBox 20">
            <a:extLst>
              <a:ext uri="{FF2B5EF4-FFF2-40B4-BE49-F238E27FC236}">
                <a16:creationId xmlns:a16="http://schemas.microsoft.com/office/drawing/2014/main" id="{EE8E4EA6-10F9-059C-6C67-CDC5B56A04E5}"/>
              </a:ext>
            </a:extLst>
          </p:cNvPr>
          <p:cNvSpPr txBox="1"/>
          <p:nvPr/>
        </p:nvSpPr>
        <p:spPr>
          <a:xfrm>
            <a:off x="4934381" y="3426085"/>
            <a:ext cx="1951836" cy="954107"/>
          </a:xfrm>
          <a:prstGeom prst="rect">
            <a:avLst/>
          </a:prstGeom>
          <a:solidFill>
            <a:schemeClr val="accent4">
              <a:lumMod val="40000"/>
              <a:lumOff val="60000"/>
            </a:schemeClr>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sz="2800" dirty="0">
                <a:solidFill>
                  <a:srgbClr val="002060"/>
                </a:solidFill>
              </a:rPr>
              <a:t>Acceptance  </a:t>
            </a:r>
          </a:p>
          <a:p>
            <a:pPr algn="ctr"/>
            <a:r>
              <a:rPr lang="en-US" sz="2800" dirty="0">
                <a:solidFill>
                  <a:srgbClr val="002060"/>
                </a:solidFill>
              </a:rPr>
              <a:t>Region</a:t>
            </a:r>
            <a:endParaRPr lang="en-IN" sz="2800" dirty="0">
              <a:solidFill>
                <a:srgbClr val="002060"/>
              </a:solidFill>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9A6FFA95-6F90-1E4A-00E2-DE0FA31A1AC8}"/>
                  </a:ext>
                </a:extLst>
              </p:cNvPr>
              <p:cNvSpPr txBox="1"/>
              <p:nvPr/>
            </p:nvSpPr>
            <p:spPr>
              <a:xfrm>
                <a:off x="5062612" y="2315038"/>
                <a:ext cx="1649653" cy="400110"/>
              </a:xfrm>
              <a:prstGeom prst="rect">
                <a:avLst/>
              </a:prstGeom>
              <a:ln>
                <a:solidFill>
                  <a:schemeClr val="accent2"/>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2000" b="0" i="0" smtClean="0">
                          <a:solidFill>
                            <a:srgbClr val="002060"/>
                          </a:solidFill>
                          <a:latin typeface="Cambria Math" panose="02040503050406030204" pitchFamily="18" charset="0"/>
                          <a:ea typeface="Cambria Math" panose="02040503050406030204" pitchFamily="18" charset="0"/>
                        </a:rPr>
                        <m:t>1−</m:t>
                      </m:r>
                      <m:r>
                        <m:rPr>
                          <m:sty m:val="p"/>
                        </m:rPr>
                        <a:rPr lang="en-IN" sz="2000" i="0" smtClean="0">
                          <a:solidFill>
                            <a:srgbClr val="002060"/>
                          </a:solidFill>
                          <a:latin typeface="Cambria Math" panose="02040503050406030204" pitchFamily="18" charset="0"/>
                          <a:ea typeface="Cambria Math" panose="02040503050406030204" pitchFamily="18" charset="0"/>
                        </a:rPr>
                        <m:t>α</m:t>
                      </m:r>
                      <m:r>
                        <a:rPr lang="en-US" sz="2000" b="0" i="0" smtClean="0">
                          <a:solidFill>
                            <a:srgbClr val="002060"/>
                          </a:solidFill>
                          <a:latin typeface="Cambria Math" panose="02040503050406030204" pitchFamily="18" charset="0"/>
                          <a:ea typeface="Cambria Math" panose="02040503050406030204" pitchFamily="18" charset="0"/>
                        </a:rPr>
                        <m:t>= 0.95</m:t>
                      </m:r>
                    </m:oMath>
                  </m:oMathPara>
                </a14:m>
                <a:endParaRPr lang="en-IN" sz="2000" dirty="0">
                  <a:solidFill>
                    <a:srgbClr val="002060"/>
                  </a:solidFill>
                </a:endParaRPr>
              </a:p>
            </p:txBody>
          </p:sp>
        </mc:Choice>
        <mc:Fallback xmlns="">
          <p:sp>
            <p:nvSpPr>
              <p:cNvPr id="38" name="TextBox 37">
                <a:extLst>
                  <a:ext uri="{FF2B5EF4-FFF2-40B4-BE49-F238E27FC236}">
                    <a16:creationId xmlns:a16="http://schemas.microsoft.com/office/drawing/2014/main" id="{9A6FFA95-6F90-1E4A-00E2-DE0FA31A1AC8}"/>
                  </a:ext>
                </a:extLst>
              </p:cNvPr>
              <p:cNvSpPr txBox="1">
                <a:spLocks noRot="1" noChangeAspect="1" noMove="1" noResize="1" noEditPoints="1" noAdjustHandles="1" noChangeArrowheads="1" noChangeShapeType="1" noTextEdit="1"/>
              </p:cNvSpPr>
              <p:nvPr/>
            </p:nvSpPr>
            <p:spPr>
              <a:xfrm>
                <a:off x="5062612" y="2315038"/>
                <a:ext cx="1649653" cy="400110"/>
              </a:xfrm>
              <a:prstGeom prst="rect">
                <a:avLst/>
              </a:prstGeom>
              <a:blipFill>
                <a:blip r:embed="rId3"/>
                <a:stretch>
                  <a:fillRect l="-733"/>
                </a:stretch>
              </a:blipFill>
              <a:ln>
                <a:solidFill>
                  <a:schemeClr val="accent2"/>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06CB0595-922F-0C4B-4C42-E3C609874969}"/>
                  </a:ext>
                </a:extLst>
              </p:cNvPr>
              <p:cNvSpPr txBox="1"/>
              <p:nvPr/>
            </p:nvSpPr>
            <p:spPr>
              <a:xfrm>
                <a:off x="7931437" y="4056029"/>
                <a:ext cx="2056231" cy="82747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IN" sz="2800" i="1" smtClean="0">
                              <a:solidFill>
                                <a:schemeClr val="accent6">
                                  <a:lumMod val="50000"/>
                                </a:schemeClr>
                              </a:solidFill>
                              <a:latin typeface="Cambria Math" panose="02040503050406030204" pitchFamily="18" charset="0"/>
                              <a:ea typeface="Cambria Math" panose="02040503050406030204" pitchFamily="18" charset="0"/>
                            </a:rPr>
                          </m:ctrlPr>
                        </m:fPr>
                        <m:num>
                          <m:r>
                            <m:rPr>
                              <m:sty m:val="p"/>
                            </m:rPr>
                            <a:rPr lang="en-IN" sz="2800">
                              <a:solidFill>
                                <a:schemeClr val="accent6">
                                  <a:lumMod val="50000"/>
                                </a:schemeClr>
                              </a:solidFill>
                              <a:latin typeface="Cambria Math" panose="02040503050406030204" pitchFamily="18" charset="0"/>
                              <a:ea typeface="Cambria Math" panose="02040503050406030204" pitchFamily="18" charset="0"/>
                            </a:rPr>
                            <m:t>α</m:t>
                          </m:r>
                        </m:num>
                        <m:den>
                          <m:r>
                            <a:rPr lang="en-US" sz="2800" b="0" i="1" smtClean="0">
                              <a:solidFill>
                                <a:schemeClr val="accent6">
                                  <a:lumMod val="50000"/>
                                </a:schemeClr>
                              </a:solidFill>
                              <a:latin typeface="Cambria Math" panose="02040503050406030204" pitchFamily="18" charset="0"/>
                              <a:ea typeface="Cambria Math" panose="02040503050406030204" pitchFamily="18" charset="0"/>
                            </a:rPr>
                            <m:t>2</m:t>
                          </m:r>
                        </m:den>
                      </m:f>
                      <m:r>
                        <a:rPr lang="en-US" sz="2800" b="0" i="0" smtClean="0">
                          <a:solidFill>
                            <a:schemeClr val="accent6">
                              <a:lumMod val="50000"/>
                            </a:schemeClr>
                          </a:solidFill>
                          <a:latin typeface="Cambria Math" panose="02040503050406030204" pitchFamily="18" charset="0"/>
                          <a:ea typeface="Cambria Math" panose="02040503050406030204" pitchFamily="18" charset="0"/>
                        </a:rPr>
                        <m:t>=0.025</m:t>
                      </m:r>
                    </m:oMath>
                  </m:oMathPara>
                </a14:m>
                <a:endParaRPr lang="en-IN" sz="2800" dirty="0">
                  <a:solidFill>
                    <a:schemeClr val="accent6">
                      <a:lumMod val="50000"/>
                    </a:schemeClr>
                  </a:solidFill>
                </a:endParaRPr>
              </a:p>
            </p:txBody>
          </p:sp>
        </mc:Choice>
        <mc:Fallback xmlns="">
          <p:sp>
            <p:nvSpPr>
              <p:cNvPr id="37" name="TextBox 36">
                <a:extLst>
                  <a:ext uri="{FF2B5EF4-FFF2-40B4-BE49-F238E27FC236}">
                    <a16:creationId xmlns:a16="http://schemas.microsoft.com/office/drawing/2014/main" id="{06CB0595-922F-0C4B-4C42-E3C609874969}"/>
                  </a:ext>
                </a:extLst>
              </p:cNvPr>
              <p:cNvSpPr txBox="1">
                <a:spLocks noRot="1" noChangeAspect="1" noMove="1" noResize="1" noEditPoints="1" noAdjustHandles="1" noChangeArrowheads="1" noChangeShapeType="1" noTextEdit="1"/>
              </p:cNvSpPr>
              <p:nvPr/>
            </p:nvSpPr>
            <p:spPr>
              <a:xfrm>
                <a:off x="7931437" y="4056029"/>
                <a:ext cx="2056231" cy="827471"/>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BA9CD2F9-05C5-BBF5-DAF8-BCC9A1C9F67B}"/>
                  </a:ext>
                </a:extLst>
              </p:cNvPr>
              <p:cNvSpPr txBox="1"/>
              <p:nvPr/>
            </p:nvSpPr>
            <p:spPr>
              <a:xfrm>
                <a:off x="4811140" y="2900468"/>
                <a:ext cx="800777" cy="400110"/>
              </a:xfrm>
              <a:prstGeom prst="rect">
                <a:avLst/>
              </a:prstGeom>
              <a:ln>
                <a:solidFill>
                  <a:schemeClr val="accent2"/>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2000" b="0" i="0" smtClean="0">
                          <a:solidFill>
                            <a:srgbClr val="002060"/>
                          </a:solidFill>
                          <a:latin typeface="Cambria Math" panose="02040503050406030204" pitchFamily="18" charset="0"/>
                          <a:ea typeface="Cambria Math" panose="02040503050406030204" pitchFamily="18" charset="0"/>
                        </a:rPr>
                        <m:t> 0.475</m:t>
                      </m:r>
                    </m:oMath>
                  </m:oMathPara>
                </a14:m>
                <a:endParaRPr lang="en-IN" sz="2000" dirty="0">
                  <a:solidFill>
                    <a:srgbClr val="002060"/>
                  </a:solidFill>
                </a:endParaRPr>
              </a:p>
            </p:txBody>
          </p:sp>
        </mc:Choice>
        <mc:Fallback xmlns="">
          <p:sp>
            <p:nvSpPr>
              <p:cNvPr id="39" name="TextBox 38">
                <a:extLst>
                  <a:ext uri="{FF2B5EF4-FFF2-40B4-BE49-F238E27FC236}">
                    <a16:creationId xmlns:a16="http://schemas.microsoft.com/office/drawing/2014/main" id="{BA9CD2F9-05C5-BBF5-DAF8-BCC9A1C9F67B}"/>
                  </a:ext>
                </a:extLst>
              </p:cNvPr>
              <p:cNvSpPr txBox="1">
                <a:spLocks noRot="1" noChangeAspect="1" noMove="1" noResize="1" noEditPoints="1" noAdjustHandles="1" noChangeArrowheads="1" noChangeShapeType="1" noTextEdit="1"/>
              </p:cNvSpPr>
              <p:nvPr/>
            </p:nvSpPr>
            <p:spPr>
              <a:xfrm>
                <a:off x="4811140" y="2900468"/>
                <a:ext cx="800777" cy="400110"/>
              </a:xfrm>
              <a:prstGeom prst="rect">
                <a:avLst/>
              </a:prstGeom>
              <a:blipFill>
                <a:blip r:embed="rId5"/>
                <a:stretch>
                  <a:fillRect/>
                </a:stretch>
              </a:blipFill>
              <a:ln>
                <a:solidFill>
                  <a:schemeClr val="accent2"/>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25F1C647-3A9C-D981-C00D-F1BAD1D0FAA0}"/>
                  </a:ext>
                </a:extLst>
              </p:cNvPr>
              <p:cNvSpPr txBox="1"/>
              <p:nvPr/>
            </p:nvSpPr>
            <p:spPr>
              <a:xfrm>
                <a:off x="6195981" y="2900557"/>
                <a:ext cx="800777" cy="400110"/>
              </a:xfrm>
              <a:prstGeom prst="rect">
                <a:avLst/>
              </a:prstGeom>
              <a:ln>
                <a:solidFill>
                  <a:schemeClr val="accent2"/>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2000" b="0" i="0" smtClean="0">
                          <a:solidFill>
                            <a:srgbClr val="002060"/>
                          </a:solidFill>
                          <a:latin typeface="Cambria Math" panose="02040503050406030204" pitchFamily="18" charset="0"/>
                          <a:ea typeface="Cambria Math" panose="02040503050406030204" pitchFamily="18" charset="0"/>
                        </a:rPr>
                        <m:t> 0.475</m:t>
                      </m:r>
                    </m:oMath>
                  </m:oMathPara>
                </a14:m>
                <a:endParaRPr lang="en-IN" sz="2000" dirty="0">
                  <a:solidFill>
                    <a:srgbClr val="002060"/>
                  </a:solidFill>
                </a:endParaRPr>
              </a:p>
            </p:txBody>
          </p:sp>
        </mc:Choice>
        <mc:Fallback xmlns="">
          <p:sp>
            <p:nvSpPr>
              <p:cNvPr id="40" name="TextBox 39">
                <a:extLst>
                  <a:ext uri="{FF2B5EF4-FFF2-40B4-BE49-F238E27FC236}">
                    <a16:creationId xmlns:a16="http://schemas.microsoft.com/office/drawing/2014/main" id="{25F1C647-3A9C-D981-C00D-F1BAD1D0FAA0}"/>
                  </a:ext>
                </a:extLst>
              </p:cNvPr>
              <p:cNvSpPr txBox="1">
                <a:spLocks noRot="1" noChangeAspect="1" noMove="1" noResize="1" noEditPoints="1" noAdjustHandles="1" noChangeArrowheads="1" noChangeShapeType="1" noTextEdit="1"/>
              </p:cNvSpPr>
              <p:nvPr/>
            </p:nvSpPr>
            <p:spPr>
              <a:xfrm>
                <a:off x="6195981" y="2900557"/>
                <a:ext cx="800777" cy="400110"/>
              </a:xfrm>
              <a:prstGeom prst="rect">
                <a:avLst/>
              </a:prstGeom>
              <a:blipFill>
                <a:blip r:embed="rId6"/>
                <a:stretch>
                  <a:fillRect/>
                </a:stretch>
              </a:blipFill>
              <a:ln>
                <a:solidFill>
                  <a:schemeClr val="accent2"/>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BE88C00-532B-6202-D304-155E5B9E8C35}"/>
                  </a:ext>
                </a:extLst>
              </p:cNvPr>
              <p:cNvSpPr txBox="1"/>
              <p:nvPr/>
            </p:nvSpPr>
            <p:spPr>
              <a:xfrm>
                <a:off x="3322110" y="5427723"/>
                <a:ext cx="1197652" cy="52322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2800" b="0" i="1" smtClean="0">
                          <a:solidFill>
                            <a:srgbClr val="002060"/>
                          </a:solidFill>
                          <a:latin typeface="Cambria Math" panose="02040503050406030204" pitchFamily="18" charset="0"/>
                        </a:rPr>
                        <m:t>−1.96</m:t>
                      </m:r>
                      <m:r>
                        <a:rPr lang="en-US" sz="2800" b="0" i="1" smtClean="0">
                          <a:solidFill>
                            <a:srgbClr val="002060"/>
                          </a:solidFill>
                          <a:latin typeface="Cambria Math" panose="02040503050406030204" pitchFamily="18" charset="0"/>
                          <a:ea typeface="Cambria Math" panose="02040503050406030204" pitchFamily="18" charset="0"/>
                        </a:rPr>
                        <m:t>𝜎</m:t>
                      </m:r>
                    </m:oMath>
                  </m:oMathPara>
                </a14:m>
                <a:endParaRPr lang="en-IN" sz="2800" dirty="0">
                  <a:solidFill>
                    <a:srgbClr val="002060"/>
                  </a:solidFill>
                </a:endParaRPr>
              </a:p>
            </p:txBody>
          </p:sp>
        </mc:Choice>
        <mc:Fallback xmlns="">
          <p:sp>
            <p:nvSpPr>
              <p:cNvPr id="41" name="TextBox 40">
                <a:extLst>
                  <a:ext uri="{FF2B5EF4-FFF2-40B4-BE49-F238E27FC236}">
                    <a16:creationId xmlns:a16="http://schemas.microsoft.com/office/drawing/2014/main" id="{4BE88C00-532B-6202-D304-155E5B9E8C35}"/>
                  </a:ext>
                </a:extLst>
              </p:cNvPr>
              <p:cNvSpPr txBox="1">
                <a:spLocks noRot="1" noChangeAspect="1" noMove="1" noResize="1" noEditPoints="1" noAdjustHandles="1" noChangeArrowheads="1" noChangeShapeType="1" noTextEdit="1"/>
              </p:cNvSpPr>
              <p:nvPr/>
            </p:nvSpPr>
            <p:spPr>
              <a:xfrm>
                <a:off x="3322110" y="5427723"/>
                <a:ext cx="1197652"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B3E633A5-B5BE-20E9-4D38-3B880931DC6D}"/>
                  </a:ext>
                </a:extLst>
              </p:cNvPr>
              <p:cNvSpPr txBox="1"/>
              <p:nvPr/>
            </p:nvSpPr>
            <p:spPr>
              <a:xfrm>
                <a:off x="7166612" y="5437281"/>
                <a:ext cx="1197652" cy="52322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2800" b="0" i="1" smtClean="0">
                          <a:solidFill>
                            <a:srgbClr val="002060"/>
                          </a:solidFill>
                          <a:latin typeface="Cambria Math" panose="02040503050406030204" pitchFamily="18" charset="0"/>
                        </a:rPr>
                        <m:t>1.96</m:t>
                      </m:r>
                      <m:r>
                        <a:rPr lang="en-US" sz="2800" b="0" i="1" smtClean="0">
                          <a:solidFill>
                            <a:srgbClr val="002060"/>
                          </a:solidFill>
                          <a:latin typeface="Cambria Math" panose="02040503050406030204" pitchFamily="18" charset="0"/>
                          <a:ea typeface="Cambria Math" panose="02040503050406030204" pitchFamily="18" charset="0"/>
                        </a:rPr>
                        <m:t>𝜎</m:t>
                      </m:r>
                    </m:oMath>
                  </m:oMathPara>
                </a14:m>
                <a:endParaRPr lang="en-IN" sz="2800" dirty="0">
                  <a:solidFill>
                    <a:srgbClr val="002060"/>
                  </a:solidFill>
                </a:endParaRPr>
              </a:p>
            </p:txBody>
          </p:sp>
        </mc:Choice>
        <mc:Fallback xmlns="">
          <p:sp>
            <p:nvSpPr>
              <p:cNvPr id="42" name="TextBox 41">
                <a:extLst>
                  <a:ext uri="{FF2B5EF4-FFF2-40B4-BE49-F238E27FC236}">
                    <a16:creationId xmlns:a16="http://schemas.microsoft.com/office/drawing/2014/main" id="{B3E633A5-B5BE-20E9-4D38-3B880931DC6D}"/>
                  </a:ext>
                </a:extLst>
              </p:cNvPr>
              <p:cNvSpPr txBox="1">
                <a:spLocks noRot="1" noChangeAspect="1" noMove="1" noResize="1" noEditPoints="1" noAdjustHandles="1" noChangeArrowheads="1" noChangeShapeType="1" noTextEdit="1"/>
              </p:cNvSpPr>
              <p:nvPr/>
            </p:nvSpPr>
            <p:spPr>
              <a:xfrm>
                <a:off x="7166612" y="5437281"/>
                <a:ext cx="1197652" cy="523220"/>
              </a:xfrm>
              <a:prstGeom prst="rect">
                <a:avLst/>
              </a:prstGeom>
              <a:blipFill>
                <a:blip r:embed="rId8"/>
                <a:stretch>
                  <a:fillRect/>
                </a:stretch>
              </a:blipFill>
            </p:spPr>
            <p:txBody>
              <a:bodyPr/>
              <a:lstStyle/>
              <a:p>
                <a:r>
                  <a:rPr lang="en-IN">
                    <a:noFill/>
                  </a:rPr>
                  <a:t> </a:t>
                </a:r>
              </a:p>
            </p:txBody>
          </p:sp>
        </mc:Fallback>
      </mc:AlternateContent>
      <p:sp>
        <p:nvSpPr>
          <p:cNvPr id="43" name="TextBox 42">
            <a:extLst>
              <a:ext uri="{FF2B5EF4-FFF2-40B4-BE49-F238E27FC236}">
                <a16:creationId xmlns:a16="http://schemas.microsoft.com/office/drawing/2014/main" id="{35E949E6-CB34-EBEC-661F-38221B97BCC7}"/>
              </a:ext>
            </a:extLst>
          </p:cNvPr>
          <p:cNvSpPr txBox="1"/>
          <p:nvPr/>
        </p:nvSpPr>
        <p:spPr>
          <a:xfrm>
            <a:off x="2798161" y="5941448"/>
            <a:ext cx="2012979" cy="523220"/>
          </a:xfrm>
          <a:prstGeom prst="rect">
            <a:avLst/>
          </a:prstGeom>
          <a:noFill/>
        </p:spPr>
        <p:txBody>
          <a:bodyPr wrap="square" rtlCol="0">
            <a:spAutoFit/>
          </a:bodyPr>
          <a:lstStyle/>
          <a:p>
            <a:pPr algn="ctr"/>
            <a:r>
              <a:rPr lang="en-US" sz="2800" dirty="0">
                <a:solidFill>
                  <a:srgbClr val="002060"/>
                </a:solidFill>
              </a:rPr>
              <a:t>Critical point</a:t>
            </a:r>
            <a:endParaRPr lang="en-IN" sz="2800" dirty="0">
              <a:solidFill>
                <a:srgbClr val="002060"/>
              </a:solidFill>
            </a:endParaRPr>
          </a:p>
        </p:txBody>
      </p:sp>
      <p:sp>
        <p:nvSpPr>
          <p:cNvPr id="44" name="TextBox 43">
            <a:extLst>
              <a:ext uri="{FF2B5EF4-FFF2-40B4-BE49-F238E27FC236}">
                <a16:creationId xmlns:a16="http://schemas.microsoft.com/office/drawing/2014/main" id="{47A9827F-4A79-AC70-2379-65D2B9826976}"/>
              </a:ext>
            </a:extLst>
          </p:cNvPr>
          <p:cNvSpPr txBox="1"/>
          <p:nvPr/>
        </p:nvSpPr>
        <p:spPr>
          <a:xfrm>
            <a:off x="6758948" y="5931252"/>
            <a:ext cx="2012979" cy="523220"/>
          </a:xfrm>
          <a:prstGeom prst="rect">
            <a:avLst/>
          </a:prstGeom>
          <a:noFill/>
        </p:spPr>
        <p:txBody>
          <a:bodyPr wrap="square" rtlCol="0">
            <a:spAutoFit/>
          </a:bodyPr>
          <a:lstStyle/>
          <a:p>
            <a:pPr algn="ctr"/>
            <a:r>
              <a:rPr lang="en-US" sz="2800" dirty="0">
                <a:solidFill>
                  <a:srgbClr val="002060"/>
                </a:solidFill>
              </a:rPr>
              <a:t>Critical point</a:t>
            </a:r>
            <a:endParaRPr lang="en-IN" sz="2800" dirty="0">
              <a:solidFill>
                <a:srgbClr val="002060"/>
              </a:solidFill>
            </a:endParaRPr>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F115C983-BBEA-7FE2-3914-7DB55E2EBE6A}"/>
                  </a:ext>
                </a:extLst>
              </p:cNvPr>
              <p:cNvSpPr txBox="1"/>
              <p:nvPr/>
            </p:nvSpPr>
            <p:spPr>
              <a:xfrm>
                <a:off x="5737552" y="5361081"/>
                <a:ext cx="478666" cy="52322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m:rPr>
                          <m:sty m:val="p"/>
                        </m:rPr>
                        <a:rPr lang="en-US" sz="2800" b="0" i="0" smtClean="0">
                          <a:solidFill>
                            <a:srgbClr val="002060"/>
                          </a:solidFill>
                          <a:latin typeface="Cambria Math" panose="02040503050406030204" pitchFamily="18" charset="0"/>
                          <a:ea typeface="Cambria Math" panose="02040503050406030204" pitchFamily="18" charset="0"/>
                        </a:rPr>
                        <m:t>μ</m:t>
                      </m:r>
                    </m:oMath>
                  </m:oMathPara>
                </a14:m>
                <a:endParaRPr lang="en-IN" sz="2800" dirty="0">
                  <a:solidFill>
                    <a:srgbClr val="002060"/>
                  </a:solidFill>
                </a:endParaRPr>
              </a:p>
            </p:txBody>
          </p:sp>
        </mc:Choice>
        <mc:Fallback xmlns="">
          <p:sp>
            <p:nvSpPr>
              <p:cNvPr id="45" name="TextBox 44">
                <a:extLst>
                  <a:ext uri="{FF2B5EF4-FFF2-40B4-BE49-F238E27FC236}">
                    <a16:creationId xmlns:a16="http://schemas.microsoft.com/office/drawing/2014/main" id="{F115C983-BBEA-7FE2-3914-7DB55E2EBE6A}"/>
                  </a:ext>
                </a:extLst>
              </p:cNvPr>
              <p:cNvSpPr txBox="1">
                <a:spLocks noRot="1" noChangeAspect="1" noMove="1" noResize="1" noEditPoints="1" noAdjustHandles="1" noChangeArrowheads="1" noChangeShapeType="1" noTextEdit="1"/>
              </p:cNvSpPr>
              <p:nvPr/>
            </p:nvSpPr>
            <p:spPr>
              <a:xfrm>
                <a:off x="5737552" y="5361081"/>
                <a:ext cx="478666"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9835DA4D-CAA3-C062-119D-9E7B73FCE9EA}"/>
                  </a:ext>
                </a:extLst>
              </p:cNvPr>
              <p:cNvSpPr txBox="1"/>
              <p:nvPr/>
            </p:nvSpPr>
            <p:spPr>
              <a:xfrm>
                <a:off x="2339619" y="716538"/>
                <a:ext cx="3406793" cy="523220"/>
              </a:xfrm>
              <a:prstGeom prst="rect">
                <a:avLst/>
              </a:prstGeom>
              <a:noFill/>
            </p:spPr>
            <p:txBody>
              <a:bodyPr wrap="square" rtlCol="0">
                <a:spAutoFit/>
              </a:bodyPr>
              <a:lstStyle/>
              <a:p>
                <a:pPr algn="ctr"/>
                <a:r>
                  <a:rPr lang="en-IN" sz="2800" dirty="0">
                    <a:solidFill>
                      <a:srgbClr val="002060"/>
                    </a:solidFill>
                    <a:ea typeface="Cambria Math" panose="02040503050406030204" pitchFamily="18" charset="0"/>
                  </a:rPr>
                  <a:t>L.O.S </a:t>
                </a:r>
                <a14:m>
                  <m:oMath xmlns:m="http://schemas.openxmlformats.org/officeDocument/2006/math">
                    <m:r>
                      <m:rPr>
                        <m:sty m:val="p"/>
                      </m:rPr>
                      <a:rPr lang="en-IN" sz="2800" i="0" smtClean="0">
                        <a:solidFill>
                          <a:srgbClr val="002060"/>
                        </a:solidFill>
                        <a:latin typeface="Cambria Math" panose="02040503050406030204" pitchFamily="18" charset="0"/>
                        <a:ea typeface="Cambria Math" panose="02040503050406030204" pitchFamily="18" charset="0"/>
                      </a:rPr>
                      <m:t>α</m:t>
                    </m:r>
                    <m:r>
                      <a:rPr lang="en-US" sz="2800" b="0" i="0" smtClean="0">
                        <a:solidFill>
                          <a:srgbClr val="002060"/>
                        </a:solidFill>
                        <a:latin typeface="Cambria Math" panose="02040503050406030204" pitchFamily="18" charset="0"/>
                        <a:ea typeface="Cambria Math" panose="02040503050406030204" pitchFamily="18" charset="0"/>
                      </a:rPr>
                      <m:t>=5% (0.05)</m:t>
                    </m:r>
                  </m:oMath>
                </a14:m>
                <a:endParaRPr lang="en-IN" sz="2800" dirty="0">
                  <a:solidFill>
                    <a:srgbClr val="002060"/>
                  </a:solidFill>
                </a:endParaRPr>
              </a:p>
            </p:txBody>
          </p:sp>
        </mc:Choice>
        <mc:Fallback xmlns="">
          <p:sp>
            <p:nvSpPr>
              <p:cNvPr id="46" name="TextBox 45">
                <a:extLst>
                  <a:ext uri="{FF2B5EF4-FFF2-40B4-BE49-F238E27FC236}">
                    <a16:creationId xmlns:a16="http://schemas.microsoft.com/office/drawing/2014/main" id="{9835DA4D-CAA3-C062-119D-9E7B73FCE9EA}"/>
                  </a:ext>
                </a:extLst>
              </p:cNvPr>
              <p:cNvSpPr txBox="1">
                <a:spLocks noRot="1" noChangeAspect="1" noMove="1" noResize="1" noEditPoints="1" noAdjustHandles="1" noChangeArrowheads="1" noChangeShapeType="1" noTextEdit="1"/>
              </p:cNvSpPr>
              <p:nvPr/>
            </p:nvSpPr>
            <p:spPr>
              <a:xfrm>
                <a:off x="2339619" y="716538"/>
                <a:ext cx="3406793" cy="523220"/>
              </a:xfrm>
              <a:prstGeom prst="rect">
                <a:avLst/>
              </a:prstGeom>
              <a:blipFill>
                <a:blip r:embed="rId10"/>
                <a:stretch>
                  <a:fillRect l="-1252" t="-12941" b="-3294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C083C009-8A0E-3CC8-6EFC-59BEE44FF6FD}"/>
                  </a:ext>
                </a:extLst>
              </p:cNvPr>
              <p:cNvSpPr txBox="1"/>
              <p:nvPr/>
            </p:nvSpPr>
            <p:spPr>
              <a:xfrm>
                <a:off x="4225565" y="4843846"/>
                <a:ext cx="1587689" cy="43088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m:rPr>
                          <m:sty m:val="p"/>
                        </m:rPr>
                        <a:rPr lang="en-US" sz="2200" b="0" i="0" smtClean="0">
                          <a:solidFill>
                            <a:srgbClr val="002060"/>
                          </a:solidFill>
                          <a:latin typeface="Cambria Math" panose="02040503050406030204" pitchFamily="18" charset="0"/>
                          <a:ea typeface="Cambria Math" panose="02040503050406030204" pitchFamily="18" charset="0"/>
                        </a:rPr>
                        <m:t>μ</m:t>
                      </m:r>
                      <m:r>
                        <a:rPr lang="en-US" sz="2200" b="0" i="0" smtClean="0">
                          <a:solidFill>
                            <a:srgbClr val="002060"/>
                          </a:solidFill>
                          <a:latin typeface="Cambria Math" panose="02040503050406030204" pitchFamily="18" charset="0"/>
                          <a:ea typeface="Cambria Math" panose="02040503050406030204" pitchFamily="18" charset="0"/>
                        </a:rPr>
                        <m:t>−</m:t>
                      </m:r>
                      <m:r>
                        <a:rPr lang="en-US" sz="2200" i="1">
                          <a:solidFill>
                            <a:srgbClr val="002060"/>
                          </a:solidFill>
                          <a:latin typeface="Cambria Math" panose="02040503050406030204" pitchFamily="18" charset="0"/>
                        </a:rPr>
                        <m:t>1.96</m:t>
                      </m:r>
                      <m:r>
                        <a:rPr lang="en-US" sz="2200" i="1">
                          <a:solidFill>
                            <a:srgbClr val="002060"/>
                          </a:solidFill>
                          <a:latin typeface="Cambria Math" panose="02040503050406030204" pitchFamily="18" charset="0"/>
                          <a:ea typeface="Cambria Math" panose="02040503050406030204" pitchFamily="18" charset="0"/>
                        </a:rPr>
                        <m:t>𝜎</m:t>
                      </m:r>
                    </m:oMath>
                  </m:oMathPara>
                </a14:m>
                <a:endParaRPr lang="en-IN" sz="2200" dirty="0">
                  <a:solidFill>
                    <a:srgbClr val="002060"/>
                  </a:solidFill>
                </a:endParaRPr>
              </a:p>
            </p:txBody>
          </p:sp>
        </mc:Choice>
        <mc:Fallback xmlns="">
          <p:sp>
            <p:nvSpPr>
              <p:cNvPr id="47" name="TextBox 46">
                <a:extLst>
                  <a:ext uri="{FF2B5EF4-FFF2-40B4-BE49-F238E27FC236}">
                    <a16:creationId xmlns:a16="http://schemas.microsoft.com/office/drawing/2014/main" id="{C083C009-8A0E-3CC8-6EFC-59BEE44FF6FD}"/>
                  </a:ext>
                </a:extLst>
              </p:cNvPr>
              <p:cNvSpPr txBox="1">
                <a:spLocks noRot="1" noChangeAspect="1" noMove="1" noResize="1" noEditPoints="1" noAdjustHandles="1" noChangeArrowheads="1" noChangeShapeType="1" noTextEdit="1"/>
              </p:cNvSpPr>
              <p:nvPr/>
            </p:nvSpPr>
            <p:spPr>
              <a:xfrm>
                <a:off x="4225565" y="4843846"/>
                <a:ext cx="1587689" cy="430887"/>
              </a:xfrm>
              <a:prstGeom prst="rect">
                <a:avLst/>
              </a:prstGeom>
              <a:blipFill>
                <a:blip r:embed="rId11"/>
                <a:stretch>
                  <a:fillRect b="-8571"/>
                </a:stretch>
              </a:blipFill>
            </p:spPr>
            <p:txBody>
              <a:bodyPr/>
              <a:lstStyle/>
              <a:p>
                <a:r>
                  <a:rPr lang="en-IN">
                    <a:noFill/>
                  </a:rPr>
                  <a:t> </a:t>
                </a:r>
              </a:p>
            </p:txBody>
          </p:sp>
        </mc:Fallback>
      </mc:AlternateContent>
      <p:cxnSp>
        <p:nvCxnSpPr>
          <p:cNvPr id="49" name="Straight Arrow Connector 48">
            <a:extLst>
              <a:ext uri="{FF2B5EF4-FFF2-40B4-BE49-F238E27FC236}">
                <a16:creationId xmlns:a16="http://schemas.microsoft.com/office/drawing/2014/main" id="{793F50F0-22BD-D9B7-A227-AADF62D0C197}"/>
              </a:ext>
            </a:extLst>
          </p:cNvPr>
          <p:cNvCxnSpPr>
            <a:cxnSpLocks/>
          </p:cNvCxnSpPr>
          <p:nvPr/>
        </p:nvCxnSpPr>
        <p:spPr>
          <a:xfrm>
            <a:off x="4043016" y="5272325"/>
            <a:ext cx="1844422" cy="0"/>
          </a:xfrm>
          <a:prstGeom prst="straightConnector1">
            <a:avLst/>
          </a:prstGeom>
          <a:ln w="5715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D6A3C2FE-0635-C3A3-3C22-184B9556980B}"/>
              </a:ext>
            </a:extLst>
          </p:cNvPr>
          <p:cNvCxnSpPr/>
          <p:nvPr/>
        </p:nvCxnSpPr>
        <p:spPr>
          <a:xfrm>
            <a:off x="5959774" y="5272325"/>
            <a:ext cx="1709522" cy="0"/>
          </a:xfrm>
          <a:prstGeom prst="straightConnector1">
            <a:avLst/>
          </a:prstGeom>
          <a:ln w="5715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972242FD-B71D-AD89-8FC9-5DC90E508139}"/>
                  </a:ext>
                </a:extLst>
              </p:cNvPr>
              <p:cNvSpPr txBox="1"/>
              <p:nvPr/>
            </p:nvSpPr>
            <p:spPr>
              <a:xfrm>
                <a:off x="6026063" y="4821770"/>
                <a:ext cx="1587689" cy="43088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m:rPr>
                          <m:sty m:val="p"/>
                        </m:rPr>
                        <a:rPr lang="en-US" sz="2200" b="0" i="0" smtClean="0">
                          <a:solidFill>
                            <a:srgbClr val="002060"/>
                          </a:solidFill>
                          <a:latin typeface="Cambria Math" panose="02040503050406030204" pitchFamily="18" charset="0"/>
                          <a:ea typeface="Cambria Math" panose="02040503050406030204" pitchFamily="18" charset="0"/>
                        </a:rPr>
                        <m:t>μ</m:t>
                      </m:r>
                      <m:r>
                        <a:rPr lang="en-US" sz="2200" b="0" i="0" smtClean="0">
                          <a:solidFill>
                            <a:srgbClr val="002060"/>
                          </a:solidFill>
                          <a:latin typeface="Cambria Math" panose="02040503050406030204" pitchFamily="18" charset="0"/>
                          <a:ea typeface="Cambria Math" panose="02040503050406030204" pitchFamily="18" charset="0"/>
                        </a:rPr>
                        <m:t>+</m:t>
                      </m:r>
                      <m:r>
                        <a:rPr lang="en-US" sz="2200" i="1">
                          <a:solidFill>
                            <a:srgbClr val="002060"/>
                          </a:solidFill>
                          <a:latin typeface="Cambria Math" panose="02040503050406030204" pitchFamily="18" charset="0"/>
                        </a:rPr>
                        <m:t>1.96</m:t>
                      </m:r>
                      <m:r>
                        <a:rPr lang="en-US" sz="2200" i="1">
                          <a:solidFill>
                            <a:srgbClr val="002060"/>
                          </a:solidFill>
                          <a:latin typeface="Cambria Math" panose="02040503050406030204" pitchFamily="18" charset="0"/>
                          <a:ea typeface="Cambria Math" panose="02040503050406030204" pitchFamily="18" charset="0"/>
                        </a:rPr>
                        <m:t>𝜎</m:t>
                      </m:r>
                    </m:oMath>
                  </m:oMathPara>
                </a14:m>
                <a:endParaRPr lang="en-IN" sz="2200" dirty="0">
                  <a:solidFill>
                    <a:srgbClr val="002060"/>
                  </a:solidFill>
                </a:endParaRPr>
              </a:p>
            </p:txBody>
          </p:sp>
        </mc:Choice>
        <mc:Fallback xmlns="">
          <p:sp>
            <p:nvSpPr>
              <p:cNvPr id="52" name="TextBox 51">
                <a:extLst>
                  <a:ext uri="{FF2B5EF4-FFF2-40B4-BE49-F238E27FC236}">
                    <a16:creationId xmlns:a16="http://schemas.microsoft.com/office/drawing/2014/main" id="{972242FD-B71D-AD89-8FC9-5DC90E508139}"/>
                  </a:ext>
                </a:extLst>
              </p:cNvPr>
              <p:cNvSpPr txBox="1">
                <a:spLocks noRot="1" noChangeAspect="1" noMove="1" noResize="1" noEditPoints="1" noAdjustHandles="1" noChangeArrowheads="1" noChangeShapeType="1" noTextEdit="1"/>
              </p:cNvSpPr>
              <p:nvPr/>
            </p:nvSpPr>
            <p:spPr>
              <a:xfrm>
                <a:off x="6026063" y="4821770"/>
                <a:ext cx="1587689" cy="430887"/>
              </a:xfrm>
              <a:prstGeom prst="rect">
                <a:avLst/>
              </a:prstGeom>
              <a:blipFill>
                <a:blip r:embed="rId12"/>
                <a:stretch>
                  <a:fillRect b="-704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258BB692-A6FA-7F34-3948-26A703D925F7}"/>
                  </a:ext>
                </a:extLst>
              </p:cNvPr>
              <p:cNvSpPr txBox="1"/>
              <p:nvPr/>
            </p:nvSpPr>
            <p:spPr>
              <a:xfrm>
                <a:off x="101257" y="1283829"/>
                <a:ext cx="3517607" cy="1405193"/>
              </a:xfrm>
              <a:prstGeom prst="rect">
                <a:avLst/>
              </a:prstGeom>
              <a:ln>
                <a:solidFill>
                  <a:schemeClr val="accent2"/>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14:m>
                  <m:oMathPara xmlns:m="http://schemas.openxmlformats.org/officeDocument/2006/math">
                    <m:oMathParaPr>
                      <m:jc m:val="left"/>
                    </m:oMathParaPr>
                    <m:oMath xmlns:m="http://schemas.openxmlformats.org/officeDocument/2006/math">
                      <m:r>
                        <a:rPr lang="en-US" sz="2500" b="0" i="0" smtClean="0">
                          <a:solidFill>
                            <a:srgbClr val="002060"/>
                          </a:solidFill>
                          <a:latin typeface="Cambria Math" panose="02040503050406030204" pitchFamily="18" charset="0"/>
                          <a:ea typeface="Cambria Math" panose="02040503050406030204" pitchFamily="18" charset="0"/>
                        </a:rPr>
                        <m:t>    1−</m:t>
                      </m:r>
                      <m:r>
                        <m:rPr>
                          <m:sty m:val="p"/>
                        </m:rPr>
                        <a:rPr lang="en-IN" sz="2500" i="0" smtClean="0">
                          <a:solidFill>
                            <a:srgbClr val="002060"/>
                          </a:solidFill>
                          <a:latin typeface="Cambria Math" panose="02040503050406030204" pitchFamily="18" charset="0"/>
                          <a:ea typeface="Cambria Math" panose="02040503050406030204" pitchFamily="18" charset="0"/>
                        </a:rPr>
                        <m:t>α</m:t>
                      </m:r>
                      <m:r>
                        <a:rPr lang="en-US" sz="2500" b="0" i="0" smtClean="0">
                          <a:solidFill>
                            <a:srgbClr val="002060"/>
                          </a:solidFill>
                          <a:latin typeface="Cambria Math" panose="02040503050406030204" pitchFamily="18" charset="0"/>
                          <a:ea typeface="Cambria Math" panose="02040503050406030204" pitchFamily="18" charset="0"/>
                        </a:rPr>
                        <m:t>= 0.95</m:t>
                      </m:r>
                    </m:oMath>
                  </m:oMathPara>
                </a14:m>
                <a:endParaRPr lang="en-IN" sz="2500" dirty="0">
                  <a:solidFill>
                    <a:srgbClr val="002060"/>
                  </a:solidFill>
                </a:endParaRPr>
              </a:p>
              <a:p>
                <a:pPr algn="ctr"/>
                <a:endParaRPr lang="en-IN" sz="1300" dirty="0">
                  <a:solidFill>
                    <a:srgbClr val="002060"/>
                  </a:solidFill>
                </a:endParaRPr>
              </a:p>
              <a:p>
                <a:pPr algn="ctr"/>
                <a14:m>
                  <m:oMathPara xmlns:m="http://schemas.openxmlformats.org/officeDocument/2006/math">
                    <m:oMathParaPr>
                      <m:jc m:val="left"/>
                    </m:oMathParaPr>
                    <m:oMath xmlns:m="http://schemas.openxmlformats.org/officeDocument/2006/math">
                      <m:r>
                        <a:rPr lang="en-IN" sz="2500" i="1" smtClean="0">
                          <a:solidFill>
                            <a:srgbClr val="002060"/>
                          </a:solidFill>
                          <a:latin typeface="Cambria Math" panose="02040503050406030204" pitchFamily="18" charset="0"/>
                          <a:ea typeface="Cambria Math" panose="02040503050406030204" pitchFamily="18" charset="0"/>
                        </a:rPr>
                        <m:t>∴</m:t>
                      </m:r>
                      <m:f>
                        <m:fPr>
                          <m:ctrlPr>
                            <a:rPr lang="en-IN" sz="2500" i="1" smtClean="0">
                              <a:solidFill>
                                <a:srgbClr val="002060"/>
                              </a:solidFill>
                              <a:latin typeface="Cambria Math" panose="02040503050406030204" pitchFamily="18" charset="0"/>
                              <a:ea typeface="Cambria Math" panose="02040503050406030204" pitchFamily="18" charset="0"/>
                            </a:rPr>
                          </m:ctrlPr>
                        </m:fPr>
                        <m:num>
                          <m:r>
                            <a:rPr lang="en-US" sz="2500">
                              <a:solidFill>
                                <a:srgbClr val="002060"/>
                              </a:solidFill>
                              <a:latin typeface="Cambria Math" panose="02040503050406030204" pitchFamily="18" charset="0"/>
                              <a:ea typeface="Cambria Math" panose="02040503050406030204" pitchFamily="18" charset="0"/>
                            </a:rPr>
                            <m:t>1−</m:t>
                          </m:r>
                          <m:r>
                            <m:rPr>
                              <m:sty m:val="p"/>
                            </m:rPr>
                            <a:rPr lang="en-IN" sz="2500">
                              <a:solidFill>
                                <a:srgbClr val="002060"/>
                              </a:solidFill>
                              <a:latin typeface="Cambria Math" panose="02040503050406030204" pitchFamily="18" charset="0"/>
                              <a:ea typeface="Cambria Math" panose="02040503050406030204" pitchFamily="18" charset="0"/>
                            </a:rPr>
                            <m:t>α</m:t>
                          </m:r>
                        </m:num>
                        <m:den>
                          <m:r>
                            <a:rPr lang="en-US" sz="2500" b="0" i="1" smtClean="0">
                              <a:solidFill>
                                <a:srgbClr val="002060"/>
                              </a:solidFill>
                              <a:latin typeface="Cambria Math" panose="02040503050406030204" pitchFamily="18" charset="0"/>
                              <a:ea typeface="Cambria Math" panose="02040503050406030204" pitchFamily="18" charset="0"/>
                            </a:rPr>
                            <m:t>2</m:t>
                          </m:r>
                        </m:den>
                      </m:f>
                      <m:r>
                        <a:rPr lang="en-US" sz="2500" b="0" i="1" smtClean="0">
                          <a:solidFill>
                            <a:srgbClr val="002060"/>
                          </a:solidFill>
                          <a:latin typeface="Cambria Math" panose="02040503050406030204" pitchFamily="18" charset="0"/>
                          <a:ea typeface="Cambria Math" panose="02040503050406030204" pitchFamily="18" charset="0"/>
                        </a:rPr>
                        <m:t>=</m:t>
                      </m:r>
                      <m:f>
                        <m:fPr>
                          <m:ctrlPr>
                            <a:rPr lang="en-IN" sz="2500" i="1">
                              <a:solidFill>
                                <a:srgbClr val="002060"/>
                              </a:solidFill>
                              <a:latin typeface="Cambria Math" panose="02040503050406030204" pitchFamily="18" charset="0"/>
                              <a:ea typeface="Cambria Math" panose="02040503050406030204" pitchFamily="18" charset="0"/>
                            </a:rPr>
                          </m:ctrlPr>
                        </m:fPr>
                        <m:num>
                          <m:r>
                            <a:rPr lang="en-US" sz="2500" b="0" i="0" smtClean="0">
                              <a:solidFill>
                                <a:srgbClr val="002060"/>
                              </a:solidFill>
                              <a:latin typeface="Cambria Math" panose="02040503050406030204" pitchFamily="18" charset="0"/>
                              <a:ea typeface="Cambria Math" panose="02040503050406030204" pitchFamily="18" charset="0"/>
                            </a:rPr>
                            <m:t>0.95</m:t>
                          </m:r>
                        </m:num>
                        <m:den>
                          <m:r>
                            <a:rPr lang="en-US" sz="2500" i="1" smtClean="0">
                              <a:solidFill>
                                <a:srgbClr val="002060"/>
                              </a:solidFill>
                              <a:latin typeface="Cambria Math" panose="02040503050406030204" pitchFamily="18" charset="0"/>
                              <a:ea typeface="Cambria Math" panose="02040503050406030204" pitchFamily="18" charset="0"/>
                            </a:rPr>
                            <m:t>2</m:t>
                          </m:r>
                        </m:den>
                      </m:f>
                      <m:r>
                        <a:rPr lang="en-US" sz="2500" b="0" i="1" smtClean="0">
                          <a:solidFill>
                            <a:srgbClr val="002060"/>
                          </a:solidFill>
                          <a:latin typeface="Cambria Math" panose="02040503050406030204" pitchFamily="18" charset="0"/>
                          <a:ea typeface="Cambria Math" panose="02040503050406030204" pitchFamily="18" charset="0"/>
                        </a:rPr>
                        <m:t>=0.475</m:t>
                      </m:r>
                    </m:oMath>
                  </m:oMathPara>
                </a14:m>
                <a:endParaRPr lang="en-IN" sz="2500" dirty="0">
                  <a:solidFill>
                    <a:srgbClr val="002060"/>
                  </a:solidFill>
                </a:endParaRPr>
              </a:p>
            </p:txBody>
          </p:sp>
        </mc:Choice>
        <mc:Fallback xmlns="">
          <p:sp>
            <p:nvSpPr>
              <p:cNvPr id="53" name="TextBox 52">
                <a:extLst>
                  <a:ext uri="{FF2B5EF4-FFF2-40B4-BE49-F238E27FC236}">
                    <a16:creationId xmlns:a16="http://schemas.microsoft.com/office/drawing/2014/main" id="{258BB692-A6FA-7F34-3948-26A703D925F7}"/>
                  </a:ext>
                </a:extLst>
              </p:cNvPr>
              <p:cNvSpPr txBox="1">
                <a:spLocks noRot="1" noChangeAspect="1" noMove="1" noResize="1" noEditPoints="1" noAdjustHandles="1" noChangeArrowheads="1" noChangeShapeType="1" noTextEdit="1"/>
              </p:cNvSpPr>
              <p:nvPr/>
            </p:nvSpPr>
            <p:spPr>
              <a:xfrm>
                <a:off x="101257" y="1283829"/>
                <a:ext cx="3517607" cy="1405193"/>
              </a:xfrm>
              <a:prstGeom prst="rect">
                <a:avLst/>
              </a:prstGeom>
              <a:blipFill>
                <a:blip r:embed="rId13"/>
                <a:stretch>
                  <a:fillRect/>
                </a:stretch>
              </a:blipFill>
              <a:ln>
                <a:solidFill>
                  <a:schemeClr val="accent2"/>
                </a:solidFill>
              </a:ln>
            </p:spPr>
            <p:txBody>
              <a:bodyPr/>
              <a:lstStyle/>
              <a:p>
                <a:r>
                  <a:rPr lang="en-IN">
                    <a:noFill/>
                  </a:rPr>
                  <a:t> </a:t>
                </a:r>
              </a:p>
            </p:txBody>
          </p:sp>
        </mc:Fallback>
      </mc:AlternateContent>
      <p:grpSp>
        <p:nvGrpSpPr>
          <p:cNvPr id="61" name="Group 60">
            <a:extLst>
              <a:ext uri="{FF2B5EF4-FFF2-40B4-BE49-F238E27FC236}">
                <a16:creationId xmlns:a16="http://schemas.microsoft.com/office/drawing/2014/main" id="{701E6941-65C1-3D3C-D18B-34DDE6FDED30}"/>
              </a:ext>
            </a:extLst>
          </p:cNvPr>
          <p:cNvGrpSpPr/>
          <p:nvPr/>
        </p:nvGrpSpPr>
        <p:grpSpPr>
          <a:xfrm>
            <a:off x="7088015" y="1232308"/>
            <a:ext cx="4621812" cy="2901756"/>
            <a:chOff x="7088015" y="1232308"/>
            <a:chExt cx="4621812" cy="2901756"/>
          </a:xfrm>
        </p:grpSpPr>
        <p:sp>
          <p:nvSpPr>
            <p:cNvPr id="54" name="TextBox 53">
              <a:extLst>
                <a:ext uri="{FF2B5EF4-FFF2-40B4-BE49-F238E27FC236}">
                  <a16:creationId xmlns:a16="http://schemas.microsoft.com/office/drawing/2014/main" id="{929B5856-57F8-5163-6B01-DA34BF3D957B}"/>
                </a:ext>
              </a:extLst>
            </p:cNvPr>
            <p:cNvSpPr txBox="1"/>
            <p:nvPr/>
          </p:nvSpPr>
          <p:spPr>
            <a:xfrm>
              <a:off x="8303033" y="1232308"/>
              <a:ext cx="3406794" cy="1815882"/>
            </a:xfrm>
            <a:prstGeom prst="borderCallout2">
              <a:avLst>
                <a:gd name="adj1" fmla="val 16862"/>
                <a:gd name="adj2" fmla="val -633"/>
                <a:gd name="adj3" fmla="val 18750"/>
                <a:gd name="adj4" fmla="val -16667"/>
                <a:gd name="adj5" fmla="val 154589"/>
                <a:gd name="adj6" fmla="val -32178"/>
              </a:avLst>
            </a:prstGeom>
            <a:noFill/>
            <a:ln w="57150">
              <a:solidFill>
                <a:schemeClr val="accent2"/>
              </a:solidFill>
            </a:ln>
          </p:spPr>
          <p:txBody>
            <a:bodyPr wrap="square" rtlCol="0">
              <a:spAutoFit/>
            </a:bodyPr>
            <a:lstStyle/>
            <a:p>
              <a:r>
                <a:rPr lang="en-US" sz="2800" dirty="0">
                  <a:solidFill>
                    <a:srgbClr val="002060"/>
                  </a:solidFill>
                </a:rPr>
                <a:t>If the value of test statistic belong to this region then we </a:t>
              </a:r>
              <a:r>
                <a:rPr lang="en-US" sz="2800" b="1" dirty="0">
                  <a:solidFill>
                    <a:srgbClr val="FF0000"/>
                  </a:solidFill>
                </a:rPr>
                <a:t>accept</a:t>
              </a:r>
              <a:r>
                <a:rPr lang="en-US" sz="2800" dirty="0">
                  <a:solidFill>
                    <a:srgbClr val="002060"/>
                  </a:solidFill>
                </a:rPr>
                <a:t> null hypothesis.</a:t>
              </a:r>
              <a:endParaRPr lang="en-IN" sz="2800" dirty="0">
                <a:solidFill>
                  <a:srgbClr val="002060"/>
                </a:solidFill>
              </a:endParaRPr>
            </a:p>
          </p:txBody>
        </p:sp>
        <p:sp>
          <p:nvSpPr>
            <p:cNvPr id="60" name="Right Triangle 59">
              <a:extLst>
                <a:ext uri="{FF2B5EF4-FFF2-40B4-BE49-F238E27FC236}">
                  <a16:creationId xmlns:a16="http://schemas.microsoft.com/office/drawing/2014/main" id="{09E8F5BC-753A-4E37-4785-409231EA01DD}"/>
                </a:ext>
              </a:extLst>
            </p:cNvPr>
            <p:cNvSpPr/>
            <p:nvPr/>
          </p:nvSpPr>
          <p:spPr>
            <a:xfrm rot="19852169">
              <a:off x="7088015" y="3920320"/>
              <a:ext cx="250328" cy="213744"/>
            </a:xfrm>
            <a:prstGeom prst="rtTriangle">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62" name="Group 61">
            <a:extLst>
              <a:ext uri="{FF2B5EF4-FFF2-40B4-BE49-F238E27FC236}">
                <a16:creationId xmlns:a16="http://schemas.microsoft.com/office/drawing/2014/main" id="{770CA8AF-06A2-CCDA-85E0-FE0319B347FD}"/>
              </a:ext>
            </a:extLst>
          </p:cNvPr>
          <p:cNvGrpSpPr/>
          <p:nvPr/>
        </p:nvGrpSpPr>
        <p:grpSpPr>
          <a:xfrm flipH="1">
            <a:off x="112314" y="2770275"/>
            <a:ext cx="3811730" cy="2165384"/>
            <a:chOff x="7930972" y="1232308"/>
            <a:chExt cx="3778855" cy="2165384"/>
          </a:xfrm>
        </p:grpSpPr>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179E2D58-578D-87E3-057F-4A5CE232A7B4}"/>
                    </a:ext>
                  </a:extLst>
                </p:cNvPr>
                <p:cNvSpPr txBox="1"/>
                <p:nvPr/>
              </p:nvSpPr>
              <p:spPr>
                <a:xfrm>
                  <a:off x="8303033" y="1232308"/>
                  <a:ext cx="3406794" cy="1631216"/>
                </a:xfrm>
                <a:prstGeom prst="borderCallout2">
                  <a:avLst>
                    <a:gd name="adj1" fmla="val 16862"/>
                    <a:gd name="adj2" fmla="val -633"/>
                    <a:gd name="adj3" fmla="val 22954"/>
                    <a:gd name="adj4" fmla="val -6023"/>
                    <a:gd name="adj5" fmla="val 129364"/>
                    <a:gd name="adj6" fmla="val -9149"/>
                  </a:avLst>
                </a:prstGeom>
                <a:noFill/>
                <a:ln w="57150">
                  <a:solidFill>
                    <a:schemeClr val="accent2"/>
                  </a:solidFill>
                </a:ln>
              </p:spPr>
              <p:txBody>
                <a:bodyPr wrap="square" rtlCol="0">
                  <a:spAutoFit/>
                </a:bodyPr>
                <a:lstStyle/>
                <a:p>
                  <a:r>
                    <a:rPr lang="en-US" sz="2500" dirty="0">
                      <a:solidFill>
                        <a:srgbClr val="002060"/>
                      </a:solidFill>
                    </a:rPr>
                    <a:t>If the value of test statistic belong to yellow region then we </a:t>
                  </a:r>
                  <a:r>
                    <a:rPr lang="en-US" sz="2500" b="1" dirty="0">
                      <a:solidFill>
                        <a:srgbClr val="FF0000"/>
                      </a:solidFill>
                    </a:rPr>
                    <a:t>Reject</a:t>
                  </a:r>
                  <a14:m>
                    <m:oMath xmlns:m="http://schemas.openxmlformats.org/officeDocument/2006/math">
                      <m:r>
                        <a:rPr lang="en-US" sz="2500" b="1" i="0" smtClean="0">
                          <a:solidFill>
                            <a:srgbClr val="002060"/>
                          </a:solidFill>
                          <a:latin typeface="Cambria Math" panose="02040503050406030204" pitchFamily="18" charset="0"/>
                        </a:rPr>
                        <m:t> </m:t>
                      </m:r>
                      <m:sSub>
                        <m:sSubPr>
                          <m:ctrlPr>
                            <a:rPr lang="en-US" sz="2500" i="1" smtClean="0">
                              <a:solidFill>
                                <a:srgbClr val="002060"/>
                              </a:solidFill>
                              <a:latin typeface="Cambria Math" panose="02040503050406030204" pitchFamily="18" charset="0"/>
                            </a:rPr>
                          </m:ctrlPr>
                        </m:sSubPr>
                        <m:e>
                          <m:r>
                            <m:rPr>
                              <m:sty m:val="p"/>
                            </m:rPr>
                            <a:rPr lang="en-US" sz="2500" b="0" i="0" smtClean="0">
                              <a:solidFill>
                                <a:srgbClr val="002060"/>
                              </a:solidFill>
                              <a:latin typeface="Cambria Math" panose="02040503050406030204" pitchFamily="18" charset="0"/>
                            </a:rPr>
                            <m:t>H</m:t>
                          </m:r>
                        </m:e>
                        <m:sub>
                          <m:r>
                            <a:rPr lang="en-US" sz="2500" b="0" i="0" smtClean="0">
                              <a:solidFill>
                                <a:srgbClr val="002060"/>
                              </a:solidFill>
                              <a:latin typeface="Cambria Math" panose="02040503050406030204" pitchFamily="18" charset="0"/>
                            </a:rPr>
                            <m:t>0</m:t>
                          </m:r>
                        </m:sub>
                      </m:sSub>
                    </m:oMath>
                  </a14:m>
                  <a:r>
                    <a:rPr lang="en-US" sz="2500" dirty="0">
                      <a:solidFill>
                        <a:srgbClr val="002060"/>
                      </a:solidFill>
                    </a:rPr>
                    <a:t>.</a:t>
                  </a:r>
                  <a:endParaRPr lang="en-IN" sz="2500" dirty="0">
                    <a:solidFill>
                      <a:srgbClr val="002060"/>
                    </a:solidFill>
                  </a:endParaRPr>
                </a:p>
              </p:txBody>
            </p:sp>
          </mc:Choice>
          <mc:Fallback xmlns="">
            <p:sp>
              <p:nvSpPr>
                <p:cNvPr id="63" name="TextBox 62">
                  <a:extLst>
                    <a:ext uri="{FF2B5EF4-FFF2-40B4-BE49-F238E27FC236}">
                      <a16:creationId xmlns:a16="http://schemas.microsoft.com/office/drawing/2014/main" id="{179E2D58-578D-87E3-057F-4A5CE232A7B4}"/>
                    </a:ext>
                  </a:extLst>
                </p:cNvPr>
                <p:cNvSpPr txBox="1">
                  <a:spLocks noRot="1" noChangeAspect="1" noMove="1" noResize="1" noEditPoints="1" noAdjustHandles="1" noChangeArrowheads="1" noChangeShapeType="1" noTextEdit="1"/>
                </p:cNvSpPr>
                <p:nvPr/>
              </p:nvSpPr>
              <p:spPr>
                <a:xfrm>
                  <a:off x="8303033" y="1232308"/>
                  <a:ext cx="3406794" cy="1631216"/>
                </a:xfrm>
                <a:prstGeom prst="borderCallout2">
                  <a:avLst>
                    <a:gd name="adj1" fmla="val 16862"/>
                    <a:gd name="adj2" fmla="val -633"/>
                    <a:gd name="adj3" fmla="val 22954"/>
                    <a:gd name="adj4" fmla="val -6023"/>
                    <a:gd name="adj5" fmla="val 129364"/>
                    <a:gd name="adj6" fmla="val -9149"/>
                  </a:avLst>
                </a:prstGeom>
                <a:blipFill>
                  <a:blip r:embed="rId14"/>
                  <a:stretch>
                    <a:fillRect l="-1920" t="-1136"/>
                  </a:stretch>
                </a:blipFill>
                <a:ln w="57150">
                  <a:solidFill>
                    <a:schemeClr val="accent2"/>
                  </a:solidFill>
                </a:ln>
              </p:spPr>
              <p:txBody>
                <a:bodyPr/>
                <a:lstStyle/>
                <a:p>
                  <a:r>
                    <a:rPr lang="en-IN">
                      <a:noFill/>
                    </a:rPr>
                    <a:t> </a:t>
                  </a:r>
                </a:p>
              </p:txBody>
            </p:sp>
          </mc:Fallback>
        </mc:AlternateContent>
        <p:sp>
          <p:nvSpPr>
            <p:cNvPr id="64" name="Right Triangle 63">
              <a:extLst>
                <a:ext uri="{FF2B5EF4-FFF2-40B4-BE49-F238E27FC236}">
                  <a16:creationId xmlns:a16="http://schemas.microsoft.com/office/drawing/2014/main" id="{525BC3A1-0EE0-2964-9B41-F60FDFACA081}"/>
                </a:ext>
              </a:extLst>
            </p:cNvPr>
            <p:cNvSpPr/>
            <p:nvPr/>
          </p:nvSpPr>
          <p:spPr>
            <a:xfrm rot="19852169">
              <a:off x="7930972" y="3261624"/>
              <a:ext cx="127637" cy="136068"/>
            </a:xfrm>
            <a:prstGeom prst="rtTriangle">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2411698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up)">
                                      <p:cBhvr>
                                        <p:cTn id="19" dur="500"/>
                                        <p:tgtEl>
                                          <p:spTgt spid="12"/>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45"/>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wipe(up)">
                                      <p:cBhvr>
                                        <p:cTn id="28" dur="500"/>
                                        <p:tgtEl>
                                          <p:spTgt spid="13"/>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wipe(up)">
                                      <p:cBhvr>
                                        <p:cTn id="33" dur="500"/>
                                        <p:tgtEl>
                                          <p:spTgt spid="18"/>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20"/>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37"/>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36"/>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8"/>
                                        </p:tgtEl>
                                        <p:attrNameLst>
                                          <p:attrName>style.visibility</p:attrName>
                                        </p:attrNameLst>
                                      </p:cBhvr>
                                      <p:to>
                                        <p:strVal val="visible"/>
                                      </p:to>
                                    </p:set>
                                    <p:animEffect transition="in" filter="wipe(left)">
                                      <p:cBhvr>
                                        <p:cTn id="52" dur="500"/>
                                        <p:tgtEl>
                                          <p:spTgt spid="28"/>
                                        </p:tgtEl>
                                      </p:cBhvr>
                                    </p:animEffect>
                                  </p:childTnLst>
                                </p:cTn>
                              </p:par>
                              <p:par>
                                <p:cTn id="53" presetID="22" presetClass="entr" presetSubtype="2" fill="hold" nodeType="with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wipe(right)">
                                      <p:cBhvr>
                                        <p:cTn id="55" dur="500"/>
                                        <p:tgtEl>
                                          <p:spTgt spid="25"/>
                                        </p:tgtEl>
                                      </p:cBhvr>
                                    </p:animEffec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22"/>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23"/>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21"/>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38"/>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53"/>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0" nodeType="clickEffect">
                                  <p:stCondLst>
                                    <p:cond delay="0"/>
                                  </p:stCondLst>
                                  <p:childTnLst>
                                    <p:set>
                                      <p:cBhvr>
                                        <p:cTn id="77" dur="1" fill="hold">
                                          <p:stCondLst>
                                            <p:cond delay="0"/>
                                          </p:stCondLst>
                                        </p:cTn>
                                        <p:tgtEl>
                                          <p:spTgt spid="39"/>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0" nodeType="clickEffect">
                                  <p:stCondLst>
                                    <p:cond delay="0"/>
                                  </p:stCondLst>
                                  <p:childTnLst>
                                    <p:set>
                                      <p:cBhvr>
                                        <p:cTn id="81" dur="1" fill="hold">
                                          <p:stCondLst>
                                            <p:cond delay="0"/>
                                          </p:stCondLst>
                                        </p:cTn>
                                        <p:tgtEl>
                                          <p:spTgt spid="40"/>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grpId="0" nodeType="clickEffect">
                                  <p:stCondLst>
                                    <p:cond delay="0"/>
                                  </p:stCondLst>
                                  <p:childTnLst>
                                    <p:set>
                                      <p:cBhvr>
                                        <p:cTn id="85" dur="1" fill="hold">
                                          <p:stCondLst>
                                            <p:cond delay="0"/>
                                          </p:stCondLst>
                                        </p:cTn>
                                        <p:tgtEl>
                                          <p:spTgt spid="41"/>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grpId="0" nodeType="clickEffect">
                                  <p:stCondLst>
                                    <p:cond delay="0"/>
                                  </p:stCondLst>
                                  <p:childTnLst>
                                    <p:set>
                                      <p:cBhvr>
                                        <p:cTn id="89" dur="1" fill="hold">
                                          <p:stCondLst>
                                            <p:cond delay="0"/>
                                          </p:stCondLst>
                                        </p:cTn>
                                        <p:tgtEl>
                                          <p:spTgt spid="42"/>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grpId="0" nodeType="clickEffect">
                                  <p:stCondLst>
                                    <p:cond delay="0"/>
                                  </p:stCondLst>
                                  <p:childTnLst>
                                    <p:set>
                                      <p:cBhvr>
                                        <p:cTn id="93" dur="1" fill="hold">
                                          <p:stCondLst>
                                            <p:cond delay="0"/>
                                          </p:stCondLst>
                                        </p:cTn>
                                        <p:tgtEl>
                                          <p:spTgt spid="44"/>
                                        </p:tgtEl>
                                        <p:attrNameLst>
                                          <p:attrName>style.visibility</p:attrName>
                                        </p:attrNameLst>
                                      </p:cBhvr>
                                      <p:to>
                                        <p:strVal val="visible"/>
                                      </p:to>
                                    </p:set>
                                  </p:childTnLst>
                                </p:cTn>
                              </p:par>
                              <p:par>
                                <p:cTn id="94" presetID="1" presetClass="entr" presetSubtype="0" fill="hold" grpId="0" nodeType="withEffect">
                                  <p:stCondLst>
                                    <p:cond delay="0"/>
                                  </p:stCondLst>
                                  <p:childTnLst>
                                    <p:set>
                                      <p:cBhvr>
                                        <p:cTn id="95" dur="1" fill="hold">
                                          <p:stCondLst>
                                            <p:cond delay="0"/>
                                          </p:stCondLst>
                                        </p:cTn>
                                        <p:tgtEl>
                                          <p:spTgt spid="43"/>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16" presetClass="entr" presetSubtype="37" fill="hold" nodeType="clickEffect">
                                  <p:stCondLst>
                                    <p:cond delay="0"/>
                                  </p:stCondLst>
                                  <p:childTnLst>
                                    <p:set>
                                      <p:cBhvr>
                                        <p:cTn id="99" dur="1" fill="hold">
                                          <p:stCondLst>
                                            <p:cond delay="0"/>
                                          </p:stCondLst>
                                        </p:cTn>
                                        <p:tgtEl>
                                          <p:spTgt spid="50"/>
                                        </p:tgtEl>
                                        <p:attrNameLst>
                                          <p:attrName>style.visibility</p:attrName>
                                        </p:attrNameLst>
                                      </p:cBhvr>
                                      <p:to>
                                        <p:strVal val="visible"/>
                                      </p:to>
                                    </p:set>
                                    <p:animEffect transition="in" filter="barn(outVertical)">
                                      <p:cBhvr>
                                        <p:cTn id="100" dur="500"/>
                                        <p:tgtEl>
                                          <p:spTgt spid="50"/>
                                        </p:tgtEl>
                                      </p:cBhvr>
                                    </p:animEffect>
                                  </p:childTnLst>
                                </p:cTn>
                              </p:par>
                              <p:par>
                                <p:cTn id="101" presetID="16" presetClass="entr" presetSubtype="37" fill="hold" nodeType="withEffect">
                                  <p:stCondLst>
                                    <p:cond delay="0"/>
                                  </p:stCondLst>
                                  <p:childTnLst>
                                    <p:set>
                                      <p:cBhvr>
                                        <p:cTn id="102" dur="1" fill="hold">
                                          <p:stCondLst>
                                            <p:cond delay="0"/>
                                          </p:stCondLst>
                                        </p:cTn>
                                        <p:tgtEl>
                                          <p:spTgt spid="49"/>
                                        </p:tgtEl>
                                        <p:attrNameLst>
                                          <p:attrName>style.visibility</p:attrName>
                                        </p:attrNameLst>
                                      </p:cBhvr>
                                      <p:to>
                                        <p:strVal val="visible"/>
                                      </p:to>
                                    </p:set>
                                    <p:animEffect transition="in" filter="barn(outVertical)">
                                      <p:cBhvr>
                                        <p:cTn id="103" dur="500"/>
                                        <p:tgtEl>
                                          <p:spTgt spid="49"/>
                                        </p:tgtEl>
                                      </p:cBhvr>
                                    </p:animEffect>
                                  </p:childTnLst>
                                </p:cTn>
                              </p:par>
                            </p:childTnLst>
                          </p:cTn>
                        </p:par>
                      </p:childTnLst>
                    </p:cTn>
                  </p:par>
                  <p:par>
                    <p:cTn id="104" fill="hold">
                      <p:stCondLst>
                        <p:cond delay="indefinite"/>
                      </p:stCondLst>
                      <p:childTnLst>
                        <p:par>
                          <p:cTn id="105" fill="hold">
                            <p:stCondLst>
                              <p:cond delay="0"/>
                            </p:stCondLst>
                            <p:childTnLst>
                              <p:par>
                                <p:cTn id="106" presetID="1" presetClass="entr" presetSubtype="0" fill="hold" grpId="0" nodeType="clickEffect">
                                  <p:stCondLst>
                                    <p:cond delay="0"/>
                                  </p:stCondLst>
                                  <p:childTnLst>
                                    <p:set>
                                      <p:cBhvr>
                                        <p:cTn id="107" dur="1" fill="hold">
                                          <p:stCondLst>
                                            <p:cond delay="0"/>
                                          </p:stCondLst>
                                        </p:cTn>
                                        <p:tgtEl>
                                          <p:spTgt spid="52"/>
                                        </p:tgtEl>
                                        <p:attrNameLst>
                                          <p:attrName>style.visibility</p:attrName>
                                        </p:attrNameLst>
                                      </p:cBhvr>
                                      <p:to>
                                        <p:strVal val="visible"/>
                                      </p:to>
                                    </p:set>
                                  </p:childTnLst>
                                </p:cTn>
                              </p:par>
                            </p:childTnLst>
                          </p:cTn>
                        </p:par>
                      </p:childTnLst>
                    </p:cTn>
                  </p:par>
                  <p:par>
                    <p:cTn id="108" fill="hold">
                      <p:stCondLst>
                        <p:cond delay="indefinite"/>
                      </p:stCondLst>
                      <p:childTnLst>
                        <p:par>
                          <p:cTn id="109" fill="hold">
                            <p:stCondLst>
                              <p:cond delay="0"/>
                            </p:stCondLst>
                            <p:childTnLst>
                              <p:par>
                                <p:cTn id="110" presetID="1" presetClass="entr" presetSubtype="0" fill="hold" grpId="0" nodeType="clickEffect">
                                  <p:stCondLst>
                                    <p:cond delay="0"/>
                                  </p:stCondLst>
                                  <p:childTnLst>
                                    <p:set>
                                      <p:cBhvr>
                                        <p:cTn id="111" dur="1" fill="hold">
                                          <p:stCondLst>
                                            <p:cond delay="0"/>
                                          </p:stCondLst>
                                        </p:cTn>
                                        <p:tgtEl>
                                          <p:spTgt spid="47"/>
                                        </p:tgtEl>
                                        <p:attrNameLst>
                                          <p:attrName>style.visibility</p:attrName>
                                        </p:attrNameLst>
                                      </p:cBhvr>
                                      <p:to>
                                        <p:strVal val="visible"/>
                                      </p:to>
                                    </p:set>
                                  </p:childTnLst>
                                </p:cTn>
                              </p:par>
                            </p:childTnLst>
                          </p:cTn>
                        </p:par>
                      </p:childTnLst>
                    </p:cTn>
                  </p:par>
                  <p:par>
                    <p:cTn id="112" fill="hold">
                      <p:stCondLst>
                        <p:cond delay="indefinite"/>
                      </p:stCondLst>
                      <p:childTnLst>
                        <p:par>
                          <p:cTn id="113" fill="hold">
                            <p:stCondLst>
                              <p:cond delay="0"/>
                            </p:stCondLst>
                            <p:childTnLst>
                              <p:par>
                                <p:cTn id="114" presetID="1" presetClass="entr" presetSubtype="0" fill="hold" nodeType="clickEffect">
                                  <p:stCondLst>
                                    <p:cond delay="0"/>
                                  </p:stCondLst>
                                  <p:childTnLst>
                                    <p:set>
                                      <p:cBhvr>
                                        <p:cTn id="115" dur="1" fill="hold">
                                          <p:stCondLst>
                                            <p:cond delay="0"/>
                                          </p:stCondLst>
                                        </p:cTn>
                                        <p:tgtEl>
                                          <p:spTgt spid="61"/>
                                        </p:tgtEl>
                                        <p:attrNameLst>
                                          <p:attrName>style.visibility</p:attrName>
                                        </p:attrNameLst>
                                      </p:cBhvr>
                                      <p:to>
                                        <p:strVal val="visible"/>
                                      </p:to>
                                    </p:set>
                                  </p:childTnLst>
                                </p:cTn>
                              </p:par>
                            </p:childTnLst>
                          </p:cTn>
                        </p:par>
                      </p:childTnLst>
                    </p:cTn>
                  </p:par>
                  <p:par>
                    <p:cTn id="116" fill="hold">
                      <p:stCondLst>
                        <p:cond delay="indefinite"/>
                      </p:stCondLst>
                      <p:childTnLst>
                        <p:par>
                          <p:cTn id="117" fill="hold">
                            <p:stCondLst>
                              <p:cond delay="0"/>
                            </p:stCondLst>
                            <p:childTnLst>
                              <p:par>
                                <p:cTn id="118" presetID="1" presetClass="entr" presetSubtype="0" fill="hold" nodeType="clickEffect">
                                  <p:stCondLst>
                                    <p:cond delay="0"/>
                                  </p:stCondLst>
                                  <p:childTnLst>
                                    <p:set>
                                      <p:cBhvr>
                                        <p:cTn id="119"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2" grpId="0"/>
      <p:bldP spid="23" grpId="0"/>
      <p:bldP spid="34" grpId="0" animBg="1"/>
      <p:bldP spid="36" grpId="0"/>
      <p:bldP spid="21" grpId="0" animBg="1"/>
      <p:bldP spid="38" grpId="0" animBg="1"/>
      <p:bldP spid="37" grpId="0"/>
      <p:bldP spid="39" grpId="0" animBg="1"/>
      <p:bldP spid="40" grpId="0" animBg="1"/>
      <p:bldP spid="41" grpId="0"/>
      <p:bldP spid="42" grpId="0"/>
      <p:bldP spid="43" grpId="0"/>
      <p:bldP spid="44" grpId="0"/>
      <p:bldP spid="45" grpId="0"/>
      <p:bldP spid="46" grpId="0"/>
      <p:bldP spid="47" grpId="0"/>
      <p:bldP spid="52" grpId="0"/>
      <p:bldP spid="53" grpId="0" animBg="1"/>
    </p:bld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F29D9-2AB5-7A02-FB32-9317011FC717}"/>
            </a:ext>
          </a:extLst>
        </p:cNvPr>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E09C6279-64FE-D3A2-B10E-D22D6B88E363}"/>
              </a:ext>
            </a:extLst>
          </p:cNvPr>
          <p:cNvCxnSpPr/>
          <p:nvPr/>
        </p:nvCxnSpPr>
        <p:spPr>
          <a:xfrm>
            <a:off x="5461196" y="1679822"/>
            <a:ext cx="40078" cy="3744000"/>
          </a:xfrm>
          <a:prstGeom prst="line">
            <a:avLst/>
          </a:prstGeom>
          <a:ln w="57150"/>
        </p:spPr>
        <p:style>
          <a:lnRef idx="3">
            <a:schemeClr val="accent6"/>
          </a:lnRef>
          <a:fillRef idx="0">
            <a:schemeClr val="accent6"/>
          </a:fillRef>
          <a:effectRef idx="2">
            <a:schemeClr val="accent6"/>
          </a:effectRef>
          <a:fontRef idx="minor">
            <a:schemeClr val="tx1"/>
          </a:fontRef>
        </p:style>
      </p:cxnSp>
      <p:sp>
        <p:nvSpPr>
          <p:cNvPr id="19" name="Right Triangle 18">
            <a:extLst>
              <a:ext uri="{FF2B5EF4-FFF2-40B4-BE49-F238E27FC236}">
                <a16:creationId xmlns:a16="http://schemas.microsoft.com/office/drawing/2014/main" id="{5B709D37-B85A-0C74-3CE8-940CF3DCD9F2}"/>
              </a:ext>
            </a:extLst>
          </p:cNvPr>
          <p:cNvSpPr/>
          <p:nvPr/>
        </p:nvSpPr>
        <p:spPr>
          <a:xfrm>
            <a:off x="7687380" y="4195686"/>
            <a:ext cx="2181047" cy="1247386"/>
          </a:xfrm>
          <a:custGeom>
            <a:avLst/>
            <a:gdLst>
              <a:gd name="connsiteX0" fmla="*/ 0 w 506727"/>
              <a:gd name="connsiteY0" fmla="*/ 873759 h 873759"/>
              <a:gd name="connsiteX1" fmla="*/ 0 w 506727"/>
              <a:gd name="connsiteY1" fmla="*/ 0 h 873759"/>
              <a:gd name="connsiteX2" fmla="*/ 506727 w 506727"/>
              <a:gd name="connsiteY2" fmla="*/ 873759 h 873759"/>
              <a:gd name="connsiteX3" fmla="*/ 0 w 506727"/>
              <a:gd name="connsiteY3" fmla="*/ 873759 h 873759"/>
              <a:gd name="connsiteX0" fmla="*/ 0 w 633727"/>
              <a:gd name="connsiteY0" fmla="*/ 873759 h 873759"/>
              <a:gd name="connsiteX1" fmla="*/ 0 w 633727"/>
              <a:gd name="connsiteY1" fmla="*/ 0 h 873759"/>
              <a:gd name="connsiteX2" fmla="*/ 633727 w 633727"/>
              <a:gd name="connsiteY2" fmla="*/ 873759 h 873759"/>
              <a:gd name="connsiteX3" fmla="*/ 0 w 633727"/>
              <a:gd name="connsiteY3" fmla="*/ 873759 h 873759"/>
              <a:gd name="connsiteX0" fmla="*/ 0 w 633727"/>
              <a:gd name="connsiteY0" fmla="*/ 873759 h 873759"/>
              <a:gd name="connsiteX1" fmla="*/ 0 w 633727"/>
              <a:gd name="connsiteY1" fmla="*/ 0 h 873759"/>
              <a:gd name="connsiteX2" fmla="*/ 633727 w 633727"/>
              <a:gd name="connsiteY2" fmla="*/ 873759 h 873759"/>
              <a:gd name="connsiteX3" fmla="*/ 0 w 633727"/>
              <a:gd name="connsiteY3" fmla="*/ 873759 h 873759"/>
              <a:gd name="connsiteX0" fmla="*/ 0 w 633727"/>
              <a:gd name="connsiteY0" fmla="*/ 873759 h 873759"/>
              <a:gd name="connsiteX1" fmla="*/ 0 w 633727"/>
              <a:gd name="connsiteY1" fmla="*/ 0 h 873759"/>
              <a:gd name="connsiteX2" fmla="*/ 633727 w 633727"/>
              <a:gd name="connsiteY2" fmla="*/ 873759 h 873759"/>
              <a:gd name="connsiteX3" fmla="*/ 0 w 633727"/>
              <a:gd name="connsiteY3" fmla="*/ 873759 h 873759"/>
              <a:gd name="connsiteX0" fmla="*/ 0 w 706070"/>
              <a:gd name="connsiteY0" fmla="*/ 873759 h 873759"/>
              <a:gd name="connsiteX1" fmla="*/ 0 w 706070"/>
              <a:gd name="connsiteY1" fmla="*/ 0 h 873759"/>
              <a:gd name="connsiteX2" fmla="*/ 706070 w 706070"/>
              <a:gd name="connsiteY2" fmla="*/ 852948 h 873759"/>
              <a:gd name="connsiteX3" fmla="*/ 0 w 706070"/>
              <a:gd name="connsiteY3" fmla="*/ 873759 h 873759"/>
              <a:gd name="connsiteX0" fmla="*/ 0 w 694495"/>
              <a:gd name="connsiteY0" fmla="*/ 873759 h 873759"/>
              <a:gd name="connsiteX1" fmla="*/ 0 w 694495"/>
              <a:gd name="connsiteY1" fmla="*/ 0 h 873759"/>
              <a:gd name="connsiteX2" fmla="*/ 694495 w 694495"/>
              <a:gd name="connsiteY2" fmla="*/ 839074 h 873759"/>
              <a:gd name="connsiteX3" fmla="*/ 0 w 694495"/>
              <a:gd name="connsiteY3" fmla="*/ 873759 h 873759"/>
              <a:gd name="connsiteX0" fmla="*/ 0 w 694495"/>
              <a:gd name="connsiteY0" fmla="*/ 873759 h 873759"/>
              <a:gd name="connsiteX1" fmla="*/ 0 w 694495"/>
              <a:gd name="connsiteY1" fmla="*/ 0 h 873759"/>
              <a:gd name="connsiteX2" fmla="*/ 694495 w 694495"/>
              <a:gd name="connsiteY2" fmla="*/ 839074 h 873759"/>
              <a:gd name="connsiteX3" fmla="*/ 0 w 694495"/>
              <a:gd name="connsiteY3" fmla="*/ 873759 h 873759"/>
              <a:gd name="connsiteX0" fmla="*/ 0 w 694495"/>
              <a:gd name="connsiteY0" fmla="*/ 873759 h 873759"/>
              <a:gd name="connsiteX1" fmla="*/ 0 w 694495"/>
              <a:gd name="connsiteY1" fmla="*/ 0 h 873759"/>
              <a:gd name="connsiteX2" fmla="*/ 694495 w 694495"/>
              <a:gd name="connsiteY2" fmla="*/ 839074 h 873759"/>
              <a:gd name="connsiteX3" fmla="*/ 0 w 694495"/>
              <a:gd name="connsiteY3" fmla="*/ 873759 h 873759"/>
              <a:gd name="connsiteX0" fmla="*/ 0 w 694495"/>
              <a:gd name="connsiteY0" fmla="*/ 873759 h 873759"/>
              <a:gd name="connsiteX1" fmla="*/ 0 w 694495"/>
              <a:gd name="connsiteY1" fmla="*/ 0 h 873759"/>
              <a:gd name="connsiteX2" fmla="*/ 694495 w 694495"/>
              <a:gd name="connsiteY2" fmla="*/ 839074 h 873759"/>
              <a:gd name="connsiteX3" fmla="*/ 0 w 694495"/>
              <a:gd name="connsiteY3" fmla="*/ 873759 h 873759"/>
              <a:gd name="connsiteX0" fmla="*/ 0 w 653983"/>
              <a:gd name="connsiteY0" fmla="*/ 873759 h 873759"/>
              <a:gd name="connsiteX1" fmla="*/ 0 w 653983"/>
              <a:gd name="connsiteY1" fmla="*/ 0 h 873759"/>
              <a:gd name="connsiteX2" fmla="*/ 653983 w 653983"/>
              <a:gd name="connsiteY2" fmla="*/ 852949 h 873759"/>
              <a:gd name="connsiteX3" fmla="*/ 0 w 653983"/>
              <a:gd name="connsiteY3" fmla="*/ 873759 h 873759"/>
              <a:gd name="connsiteX0" fmla="*/ 0 w 653983"/>
              <a:gd name="connsiteY0" fmla="*/ 873759 h 873759"/>
              <a:gd name="connsiteX1" fmla="*/ 0 w 653983"/>
              <a:gd name="connsiteY1" fmla="*/ 0 h 873759"/>
              <a:gd name="connsiteX2" fmla="*/ 653983 w 653983"/>
              <a:gd name="connsiteY2" fmla="*/ 852949 h 873759"/>
              <a:gd name="connsiteX3" fmla="*/ 0 w 653983"/>
              <a:gd name="connsiteY3" fmla="*/ 873759 h 873759"/>
              <a:gd name="connsiteX0" fmla="*/ 0 w 674239"/>
              <a:gd name="connsiteY0" fmla="*/ 873759 h 885898"/>
              <a:gd name="connsiteX1" fmla="*/ 0 w 674239"/>
              <a:gd name="connsiteY1" fmla="*/ 0 h 885898"/>
              <a:gd name="connsiteX2" fmla="*/ 674239 w 674239"/>
              <a:gd name="connsiteY2" fmla="*/ 873760 h 885898"/>
              <a:gd name="connsiteX3" fmla="*/ 0 w 674239"/>
              <a:gd name="connsiteY3" fmla="*/ 873759 h 885898"/>
              <a:gd name="connsiteX0" fmla="*/ 5788 w 680027"/>
              <a:gd name="connsiteY0" fmla="*/ 894570 h 906709"/>
              <a:gd name="connsiteX1" fmla="*/ 0 w 680027"/>
              <a:gd name="connsiteY1" fmla="*/ 0 h 906709"/>
              <a:gd name="connsiteX2" fmla="*/ 680027 w 680027"/>
              <a:gd name="connsiteY2" fmla="*/ 894571 h 906709"/>
              <a:gd name="connsiteX3" fmla="*/ 5788 w 680027"/>
              <a:gd name="connsiteY3" fmla="*/ 894570 h 906709"/>
              <a:gd name="connsiteX0" fmla="*/ 350 w 683270"/>
              <a:gd name="connsiteY0" fmla="*/ 904975 h 909102"/>
              <a:gd name="connsiteX1" fmla="*/ 3243 w 683270"/>
              <a:gd name="connsiteY1" fmla="*/ 0 h 909102"/>
              <a:gd name="connsiteX2" fmla="*/ 683270 w 683270"/>
              <a:gd name="connsiteY2" fmla="*/ 894571 h 909102"/>
              <a:gd name="connsiteX3" fmla="*/ 350 w 683270"/>
              <a:gd name="connsiteY3" fmla="*/ 904975 h 909102"/>
              <a:gd name="connsiteX0" fmla="*/ 350 w 678929"/>
              <a:gd name="connsiteY0" fmla="*/ 904975 h 919957"/>
              <a:gd name="connsiteX1" fmla="*/ 3243 w 678929"/>
              <a:gd name="connsiteY1" fmla="*/ 0 h 919957"/>
              <a:gd name="connsiteX2" fmla="*/ 678929 w 678929"/>
              <a:gd name="connsiteY2" fmla="*/ 908446 h 919957"/>
              <a:gd name="connsiteX3" fmla="*/ 350 w 678929"/>
              <a:gd name="connsiteY3" fmla="*/ 904975 h 919957"/>
              <a:gd name="connsiteX0" fmla="*/ 350 w 678929"/>
              <a:gd name="connsiteY0" fmla="*/ 904975 h 919957"/>
              <a:gd name="connsiteX1" fmla="*/ 3243 w 678929"/>
              <a:gd name="connsiteY1" fmla="*/ 0 h 919957"/>
              <a:gd name="connsiteX2" fmla="*/ 678929 w 678929"/>
              <a:gd name="connsiteY2" fmla="*/ 908446 h 919957"/>
              <a:gd name="connsiteX3" fmla="*/ 350 w 678929"/>
              <a:gd name="connsiteY3" fmla="*/ 904975 h 919957"/>
            </a:gdLst>
            <a:ahLst/>
            <a:cxnLst>
              <a:cxn ang="0">
                <a:pos x="connsiteX0" y="connsiteY0"/>
              </a:cxn>
              <a:cxn ang="0">
                <a:pos x="connsiteX1" y="connsiteY1"/>
              </a:cxn>
              <a:cxn ang="0">
                <a:pos x="connsiteX2" y="connsiteY2"/>
              </a:cxn>
              <a:cxn ang="0">
                <a:pos x="connsiteX3" y="connsiteY3"/>
              </a:cxn>
            </a:cxnLst>
            <a:rect l="l" t="t" r="r" b="b"/>
            <a:pathLst>
              <a:path w="678929" h="919957">
                <a:moveTo>
                  <a:pt x="350" y="904975"/>
                </a:moveTo>
                <a:cubicBezTo>
                  <a:pt x="-1579" y="606785"/>
                  <a:pt x="5172" y="298190"/>
                  <a:pt x="3243" y="0"/>
                </a:cubicBezTo>
                <a:cubicBezTo>
                  <a:pt x="214485" y="291253"/>
                  <a:pt x="256291" y="393075"/>
                  <a:pt x="678929" y="908446"/>
                </a:cubicBezTo>
                <a:cubicBezTo>
                  <a:pt x="427175" y="940819"/>
                  <a:pt x="231848" y="893413"/>
                  <a:pt x="350" y="904975"/>
                </a:cubicBezTo>
                <a:close/>
              </a:path>
            </a:pathLst>
          </a:cu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1">
            <a:extLst>
              <a:ext uri="{FF2B5EF4-FFF2-40B4-BE49-F238E27FC236}">
                <a16:creationId xmlns:a16="http://schemas.microsoft.com/office/drawing/2014/main" id="{710986CE-8085-80C3-B2B2-301CA38E166C}"/>
              </a:ext>
            </a:extLst>
          </p:cNvPr>
          <p:cNvSpPr>
            <a:spLocks noGrp="1"/>
          </p:cNvSpPr>
          <p:nvPr>
            <p:ph type="title"/>
          </p:nvPr>
        </p:nvSpPr>
        <p:spPr/>
        <p:txBody>
          <a:bodyPr/>
          <a:lstStyle/>
          <a:p>
            <a:r>
              <a:rPr lang="en-US" dirty="0"/>
              <a:t>Graphical representation </a:t>
            </a:r>
          </a:p>
        </p:txBody>
      </p:sp>
      <p:cxnSp>
        <p:nvCxnSpPr>
          <p:cNvPr id="18" name="Straight Connector 17">
            <a:extLst>
              <a:ext uri="{FF2B5EF4-FFF2-40B4-BE49-F238E27FC236}">
                <a16:creationId xmlns:a16="http://schemas.microsoft.com/office/drawing/2014/main" id="{1AEDCB87-1448-6EF6-8039-F310F1048B16}"/>
              </a:ext>
            </a:extLst>
          </p:cNvPr>
          <p:cNvCxnSpPr>
            <a:cxnSpLocks/>
          </p:cNvCxnSpPr>
          <p:nvPr/>
        </p:nvCxnSpPr>
        <p:spPr>
          <a:xfrm>
            <a:off x="7684852" y="4112558"/>
            <a:ext cx="0" cy="1332000"/>
          </a:xfrm>
          <a:prstGeom prst="line">
            <a:avLst/>
          </a:prstGeom>
          <a:ln w="57150">
            <a:solidFill>
              <a:schemeClr val="tx1"/>
            </a:solidFill>
          </a:ln>
        </p:spPr>
        <p:style>
          <a:lnRef idx="3">
            <a:schemeClr val="accent6"/>
          </a:lnRef>
          <a:fillRef idx="0">
            <a:schemeClr val="accent6"/>
          </a:fillRef>
          <a:effectRef idx="2">
            <a:schemeClr val="accent6"/>
          </a:effectRef>
          <a:fontRef idx="minor">
            <a:schemeClr val="tx1"/>
          </a:fontRef>
        </p:style>
      </p:cxnSp>
      <p:sp>
        <p:nvSpPr>
          <p:cNvPr id="23" name="TextBox 22">
            <a:extLst>
              <a:ext uri="{FF2B5EF4-FFF2-40B4-BE49-F238E27FC236}">
                <a16:creationId xmlns:a16="http://schemas.microsoft.com/office/drawing/2014/main" id="{90ADA668-DA88-1CB1-7884-1EC61F32B1E3}"/>
              </a:ext>
            </a:extLst>
          </p:cNvPr>
          <p:cNvSpPr txBox="1"/>
          <p:nvPr/>
        </p:nvSpPr>
        <p:spPr>
          <a:xfrm>
            <a:off x="9711898" y="4589474"/>
            <a:ext cx="2662967" cy="861774"/>
          </a:xfrm>
          <a:prstGeom prst="rect">
            <a:avLst/>
          </a:prstGeom>
          <a:noFill/>
        </p:spPr>
        <p:txBody>
          <a:bodyPr wrap="square" rtlCol="0">
            <a:spAutoFit/>
          </a:bodyPr>
          <a:lstStyle/>
          <a:p>
            <a:pPr algn="ctr"/>
            <a:r>
              <a:rPr lang="en-US" sz="2500" dirty="0">
                <a:solidFill>
                  <a:srgbClr val="002060"/>
                </a:solidFill>
              </a:rPr>
              <a:t>Rejection  Region</a:t>
            </a:r>
          </a:p>
          <a:p>
            <a:pPr algn="ctr"/>
            <a:r>
              <a:rPr lang="en-US" sz="2500" dirty="0">
                <a:solidFill>
                  <a:srgbClr val="002060"/>
                </a:solidFill>
              </a:rPr>
              <a:t>(Critical Region)</a:t>
            </a:r>
            <a:endParaRPr lang="en-IN" sz="2500" dirty="0">
              <a:solidFill>
                <a:srgbClr val="002060"/>
              </a:solidFill>
            </a:endParaRPr>
          </a:p>
        </p:txBody>
      </p:sp>
      <p:cxnSp>
        <p:nvCxnSpPr>
          <p:cNvPr id="25" name="Straight Arrow Connector 24">
            <a:extLst>
              <a:ext uri="{FF2B5EF4-FFF2-40B4-BE49-F238E27FC236}">
                <a16:creationId xmlns:a16="http://schemas.microsoft.com/office/drawing/2014/main" id="{83D3D082-CB99-F384-8558-C7C1F921D3D3}"/>
              </a:ext>
            </a:extLst>
          </p:cNvPr>
          <p:cNvCxnSpPr>
            <a:cxnSpLocks/>
          </p:cNvCxnSpPr>
          <p:nvPr/>
        </p:nvCxnSpPr>
        <p:spPr>
          <a:xfrm flipH="1" flipV="1">
            <a:off x="8632670" y="4986687"/>
            <a:ext cx="1168125" cy="40624"/>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E636056A-970C-2E1C-705C-14E7762923AF}"/>
              </a:ext>
            </a:extLst>
          </p:cNvPr>
          <p:cNvSpPr txBox="1"/>
          <p:nvPr/>
        </p:nvSpPr>
        <p:spPr>
          <a:xfrm>
            <a:off x="0" y="716070"/>
            <a:ext cx="2798161" cy="523220"/>
          </a:xfrm>
          <a:prstGeom prst="rect">
            <a:avLst/>
          </a:prstGeom>
          <a:solidFill>
            <a:schemeClr val="accent2"/>
          </a:solidFill>
        </p:spPr>
        <p:txBody>
          <a:bodyPr wrap="square" rtlCol="0">
            <a:spAutoFit/>
          </a:bodyPr>
          <a:lstStyle/>
          <a:p>
            <a:pPr algn="ctr"/>
            <a:r>
              <a:rPr lang="en-US" sz="2800" dirty="0">
                <a:solidFill>
                  <a:srgbClr val="002060"/>
                </a:solidFill>
              </a:rPr>
              <a:t>Right tailed test</a:t>
            </a:r>
            <a:endParaRPr lang="en-IN" sz="2800" dirty="0">
              <a:solidFill>
                <a:srgbClr val="002060"/>
              </a:solidFill>
            </a:endParaRPr>
          </a:p>
        </p:txBody>
      </p:sp>
      <p:sp>
        <p:nvSpPr>
          <p:cNvPr id="21" name="TextBox 20">
            <a:extLst>
              <a:ext uri="{FF2B5EF4-FFF2-40B4-BE49-F238E27FC236}">
                <a16:creationId xmlns:a16="http://schemas.microsoft.com/office/drawing/2014/main" id="{A394C51A-4440-2366-BC1F-63DA19E13A16}"/>
              </a:ext>
            </a:extLst>
          </p:cNvPr>
          <p:cNvSpPr txBox="1"/>
          <p:nvPr/>
        </p:nvSpPr>
        <p:spPr>
          <a:xfrm>
            <a:off x="4665824" y="3497630"/>
            <a:ext cx="1951836" cy="954107"/>
          </a:xfrm>
          <a:prstGeom prst="rect">
            <a:avLst/>
          </a:prstGeom>
          <a:solidFill>
            <a:schemeClr val="accent4">
              <a:lumMod val="40000"/>
              <a:lumOff val="60000"/>
            </a:schemeClr>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sz="2800" dirty="0">
                <a:solidFill>
                  <a:srgbClr val="002060"/>
                </a:solidFill>
              </a:rPr>
              <a:t>Acceptance  </a:t>
            </a:r>
          </a:p>
          <a:p>
            <a:pPr algn="ctr"/>
            <a:r>
              <a:rPr lang="en-US" sz="2800" dirty="0">
                <a:solidFill>
                  <a:srgbClr val="002060"/>
                </a:solidFill>
              </a:rPr>
              <a:t>Region</a:t>
            </a:r>
            <a:endParaRPr lang="en-IN" sz="2800" dirty="0">
              <a:solidFill>
                <a:srgbClr val="002060"/>
              </a:solidFill>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70BF8E9D-4A2A-51F0-DB95-51404D0DCD1F}"/>
                  </a:ext>
                </a:extLst>
              </p:cNvPr>
              <p:cNvSpPr txBox="1"/>
              <p:nvPr/>
            </p:nvSpPr>
            <p:spPr>
              <a:xfrm>
                <a:off x="4821605" y="2960260"/>
                <a:ext cx="1649653" cy="400110"/>
              </a:xfrm>
              <a:prstGeom prst="rect">
                <a:avLst/>
              </a:prstGeom>
              <a:ln>
                <a:solidFill>
                  <a:schemeClr val="accent2"/>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2000" b="0" i="0" smtClean="0">
                          <a:solidFill>
                            <a:srgbClr val="002060"/>
                          </a:solidFill>
                          <a:latin typeface="Cambria Math" panose="02040503050406030204" pitchFamily="18" charset="0"/>
                          <a:ea typeface="Cambria Math" panose="02040503050406030204" pitchFamily="18" charset="0"/>
                        </a:rPr>
                        <m:t>1−</m:t>
                      </m:r>
                      <m:r>
                        <m:rPr>
                          <m:sty m:val="p"/>
                        </m:rPr>
                        <a:rPr lang="en-IN" sz="2000" i="0" smtClean="0">
                          <a:solidFill>
                            <a:srgbClr val="002060"/>
                          </a:solidFill>
                          <a:latin typeface="Cambria Math" panose="02040503050406030204" pitchFamily="18" charset="0"/>
                          <a:ea typeface="Cambria Math" panose="02040503050406030204" pitchFamily="18" charset="0"/>
                        </a:rPr>
                        <m:t>α</m:t>
                      </m:r>
                      <m:r>
                        <a:rPr lang="en-US" sz="2000" b="0" i="0" smtClean="0">
                          <a:solidFill>
                            <a:srgbClr val="002060"/>
                          </a:solidFill>
                          <a:latin typeface="Cambria Math" panose="02040503050406030204" pitchFamily="18" charset="0"/>
                          <a:ea typeface="Cambria Math" panose="02040503050406030204" pitchFamily="18" charset="0"/>
                        </a:rPr>
                        <m:t>= 0.95</m:t>
                      </m:r>
                    </m:oMath>
                  </m:oMathPara>
                </a14:m>
                <a:endParaRPr lang="en-IN" sz="2000" dirty="0">
                  <a:solidFill>
                    <a:srgbClr val="002060"/>
                  </a:solidFill>
                </a:endParaRPr>
              </a:p>
            </p:txBody>
          </p:sp>
        </mc:Choice>
        <mc:Fallback xmlns="">
          <p:sp>
            <p:nvSpPr>
              <p:cNvPr id="38" name="TextBox 37">
                <a:extLst>
                  <a:ext uri="{FF2B5EF4-FFF2-40B4-BE49-F238E27FC236}">
                    <a16:creationId xmlns:a16="http://schemas.microsoft.com/office/drawing/2014/main" id="{70BF8E9D-4A2A-51F0-DB95-51404D0DCD1F}"/>
                  </a:ext>
                </a:extLst>
              </p:cNvPr>
              <p:cNvSpPr txBox="1">
                <a:spLocks noRot="1" noChangeAspect="1" noMove="1" noResize="1" noEditPoints="1" noAdjustHandles="1" noChangeArrowheads="1" noChangeShapeType="1" noTextEdit="1"/>
              </p:cNvSpPr>
              <p:nvPr/>
            </p:nvSpPr>
            <p:spPr>
              <a:xfrm>
                <a:off x="4821605" y="2960260"/>
                <a:ext cx="1649653" cy="400110"/>
              </a:xfrm>
              <a:prstGeom prst="rect">
                <a:avLst/>
              </a:prstGeom>
              <a:blipFill>
                <a:blip r:embed="rId2"/>
                <a:stretch>
                  <a:fillRect l="-733"/>
                </a:stretch>
              </a:blipFill>
              <a:ln>
                <a:solidFill>
                  <a:schemeClr val="accent2"/>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2B686A20-3A37-FD94-A897-1493582F6EF3}"/>
                  </a:ext>
                </a:extLst>
              </p:cNvPr>
              <p:cNvSpPr txBox="1"/>
              <p:nvPr/>
            </p:nvSpPr>
            <p:spPr>
              <a:xfrm>
                <a:off x="8346898" y="4064464"/>
                <a:ext cx="2056231"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IN" sz="2800" smtClean="0">
                          <a:solidFill>
                            <a:schemeClr val="accent6">
                              <a:lumMod val="50000"/>
                            </a:schemeClr>
                          </a:solidFill>
                          <a:latin typeface="Cambria Math" panose="02040503050406030204" pitchFamily="18" charset="0"/>
                          <a:ea typeface="Cambria Math" panose="02040503050406030204" pitchFamily="18" charset="0"/>
                        </a:rPr>
                        <m:t>α</m:t>
                      </m:r>
                      <m:r>
                        <a:rPr lang="en-US" sz="2800" b="0" i="0" smtClean="0">
                          <a:solidFill>
                            <a:schemeClr val="accent6">
                              <a:lumMod val="50000"/>
                            </a:schemeClr>
                          </a:solidFill>
                          <a:latin typeface="Cambria Math" panose="02040503050406030204" pitchFamily="18" charset="0"/>
                          <a:ea typeface="Cambria Math" panose="02040503050406030204" pitchFamily="18" charset="0"/>
                        </a:rPr>
                        <m:t>=0.05</m:t>
                      </m:r>
                    </m:oMath>
                  </m:oMathPara>
                </a14:m>
                <a:endParaRPr lang="en-IN" sz="2800" dirty="0">
                  <a:solidFill>
                    <a:schemeClr val="accent6">
                      <a:lumMod val="50000"/>
                    </a:schemeClr>
                  </a:solidFill>
                </a:endParaRPr>
              </a:p>
            </p:txBody>
          </p:sp>
        </mc:Choice>
        <mc:Fallback xmlns="">
          <p:sp>
            <p:nvSpPr>
              <p:cNvPr id="37" name="TextBox 36">
                <a:extLst>
                  <a:ext uri="{FF2B5EF4-FFF2-40B4-BE49-F238E27FC236}">
                    <a16:creationId xmlns:a16="http://schemas.microsoft.com/office/drawing/2014/main" id="{2B686A20-3A37-FD94-A897-1493582F6EF3}"/>
                  </a:ext>
                </a:extLst>
              </p:cNvPr>
              <p:cNvSpPr txBox="1">
                <a:spLocks noRot="1" noChangeAspect="1" noMove="1" noResize="1" noEditPoints="1" noAdjustHandles="1" noChangeArrowheads="1" noChangeShapeType="1" noTextEdit="1"/>
              </p:cNvSpPr>
              <p:nvPr/>
            </p:nvSpPr>
            <p:spPr>
              <a:xfrm>
                <a:off x="8346898" y="4064464"/>
                <a:ext cx="2056231"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2C93B91-C4CA-01BA-6902-5CB66497CCB7}"/>
                  </a:ext>
                </a:extLst>
              </p:cNvPr>
              <p:cNvSpPr txBox="1"/>
              <p:nvPr/>
            </p:nvSpPr>
            <p:spPr>
              <a:xfrm>
                <a:off x="7122776" y="5459103"/>
                <a:ext cx="1197652" cy="52322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2800" b="0" i="1" smtClean="0">
                          <a:solidFill>
                            <a:srgbClr val="002060"/>
                          </a:solidFill>
                          <a:latin typeface="Cambria Math" panose="02040503050406030204" pitchFamily="18" charset="0"/>
                        </a:rPr>
                        <m:t>1.645</m:t>
                      </m:r>
                      <m:r>
                        <a:rPr lang="en-US" sz="2800" b="0" i="1" smtClean="0">
                          <a:solidFill>
                            <a:srgbClr val="002060"/>
                          </a:solidFill>
                          <a:latin typeface="Cambria Math" panose="02040503050406030204" pitchFamily="18" charset="0"/>
                          <a:ea typeface="Cambria Math" panose="02040503050406030204" pitchFamily="18" charset="0"/>
                        </a:rPr>
                        <m:t>𝜎</m:t>
                      </m:r>
                    </m:oMath>
                  </m:oMathPara>
                </a14:m>
                <a:endParaRPr lang="en-IN" sz="2800" dirty="0">
                  <a:solidFill>
                    <a:srgbClr val="002060"/>
                  </a:solidFill>
                </a:endParaRPr>
              </a:p>
            </p:txBody>
          </p:sp>
        </mc:Choice>
        <mc:Fallback xmlns="">
          <p:sp>
            <p:nvSpPr>
              <p:cNvPr id="42" name="TextBox 41">
                <a:extLst>
                  <a:ext uri="{FF2B5EF4-FFF2-40B4-BE49-F238E27FC236}">
                    <a16:creationId xmlns:a16="http://schemas.microsoft.com/office/drawing/2014/main" id="{52C93B91-C4CA-01BA-6902-5CB66497CCB7}"/>
                  </a:ext>
                </a:extLst>
              </p:cNvPr>
              <p:cNvSpPr txBox="1">
                <a:spLocks noRot="1" noChangeAspect="1" noMove="1" noResize="1" noEditPoints="1" noAdjustHandles="1" noChangeArrowheads="1" noChangeShapeType="1" noTextEdit="1"/>
              </p:cNvSpPr>
              <p:nvPr/>
            </p:nvSpPr>
            <p:spPr>
              <a:xfrm>
                <a:off x="7122776" y="5459103"/>
                <a:ext cx="1197652" cy="523220"/>
              </a:xfrm>
              <a:prstGeom prst="rect">
                <a:avLst/>
              </a:prstGeom>
              <a:blipFill>
                <a:blip r:embed="rId4"/>
                <a:stretch>
                  <a:fillRect/>
                </a:stretch>
              </a:blipFill>
            </p:spPr>
            <p:txBody>
              <a:bodyPr/>
              <a:lstStyle/>
              <a:p>
                <a:r>
                  <a:rPr lang="en-IN">
                    <a:noFill/>
                  </a:rPr>
                  <a:t> </a:t>
                </a:r>
              </a:p>
            </p:txBody>
          </p:sp>
        </mc:Fallback>
      </mc:AlternateContent>
      <p:sp>
        <p:nvSpPr>
          <p:cNvPr id="44" name="TextBox 43">
            <a:extLst>
              <a:ext uri="{FF2B5EF4-FFF2-40B4-BE49-F238E27FC236}">
                <a16:creationId xmlns:a16="http://schemas.microsoft.com/office/drawing/2014/main" id="{60DEEC04-CF15-BB27-0F79-0F0D13F29FA0}"/>
              </a:ext>
            </a:extLst>
          </p:cNvPr>
          <p:cNvSpPr txBox="1"/>
          <p:nvPr/>
        </p:nvSpPr>
        <p:spPr>
          <a:xfrm>
            <a:off x="6715112" y="5953074"/>
            <a:ext cx="2012979" cy="523220"/>
          </a:xfrm>
          <a:prstGeom prst="rect">
            <a:avLst/>
          </a:prstGeom>
          <a:noFill/>
        </p:spPr>
        <p:txBody>
          <a:bodyPr wrap="square" rtlCol="0">
            <a:spAutoFit/>
          </a:bodyPr>
          <a:lstStyle/>
          <a:p>
            <a:pPr algn="ctr"/>
            <a:r>
              <a:rPr lang="en-US" sz="2800" dirty="0">
                <a:solidFill>
                  <a:srgbClr val="002060"/>
                </a:solidFill>
              </a:rPr>
              <a:t>Critical point</a:t>
            </a:r>
            <a:endParaRPr lang="en-IN" sz="2800" dirty="0">
              <a:solidFill>
                <a:srgbClr val="002060"/>
              </a:solidFill>
            </a:endParaRPr>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A94A1194-4A1E-B00D-2240-FB36CE1125EB}"/>
                  </a:ext>
                </a:extLst>
              </p:cNvPr>
              <p:cNvSpPr txBox="1"/>
              <p:nvPr/>
            </p:nvSpPr>
            <p:spPr>
              <a:xfrm>
                <a:off x="5302230" y="5346343"/>
                <a:ext cx="478666" cy="52322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m:rPr>
                          <m:sty m:val="p"/>
                        </m:rPr>
                        <a:rPr lang="en-US" sz="2800" b="0" i="0" smtClean="0">
                          <a:solidFill>
                            <a:srgbClr val="002060"/>
                          </a:solidFill>
                          <a:latin typeface="Cambria Math" panose="02040503050406030204" pitchFamily="18" charset="0"/>
                          <a:ea typeface="Cambria Math" panose="02040503050406030204" pitchFamily="18" charset="0"/>
                        </a:rPr>
                        <m:t>μ</m:t>
                      </m:r>
                    </m:oMath>
                  </m:oMathPara>
                </a14:m>
                <a:endParaRPr lang="en-IN" sz="2800" dirty="0">
                  <a:solidFill>
                    <a:srgbClr val="002060"/>
                  </a:solidFill>
                </a:endParaRPr>
              </a:p>
            </p:txBody>
          </p:sp>
        </mc:Choice>
        <mc:Fallback xmlns="">
          <p:sp>
            <p:nvSpPr>
              <p:cNvPr id="45" name="TextBox 44">
                <a:extLst>
                  <a:ext uri="{FF2B5EF4-FFF2-40B4-BE49-F238E27FC236}">
                    <a16:creationId xmlns:a16="http://schemas.microsoft.com/office/drawing/2014/main" id="{A94A1194-4A1E-B00D-2240-FB36CE1125EB}"/>
                  </a:ext>
                </a:extLst>
              </p:cNvPr>
              <p:cNvSpPr txBox="1">
                <a:spLocks noRot="1" noChangeAspect="1" noMove="1" noResize="1" noEditPoints="1" noAdjustHandles="1" noChangeArrowheads="1" noChangeShapeType="1" noTextEdit="1"/>
              </p:cNvSpPr>
              <p:nvPr/>
            </p:nvSpPr>
            <p:spPr>
              <a:xfrm>
                <a:off x="5302230" y="5346343"/>
                <a:ext cx="478666"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A05F83A2-06F1-0B18-44AA-7663B1BB67E8}"/>
                  </a:ext>
                </a:extLst>
              </p:cNvPr>
              <p:cNvSpPr txBox="1"/>
              <p:nvPr/>
            </p:nvSpPr>
            <p:spPr>
              <a:xfrm>
                <a:off x="2809519" y="716538"/>
                <a:ext cx="3406793" cy="523220"/>
              </a:xfrm>
              <a:prstGeom prst="rect">
                <a:avLst/>
              </a:prstGeom>
              <a:noFill/>
            </p:spPr>
            <p:txBody>
              <a:bodyPr wrap="square" rtlCol="0">
                <a:spAutoFit/>
              </a:bodyPr>
              <a:lstStyle/>
              <a:p>
                <a:pPr algn="ctr"/>
                <a:r>
                  <a:rPr lang="en-IN" sz="2800" dirty="0">
                    <a:solidFill>
                      <a:srgbClr val="002060"/>
                    </a:solidFill>
                    <a:ea typeface="Cambria Math" panose="02040503050406030204" pitchFamily="18" charset="0"/>
                  </a:rPr>
                  <a:t>L.O.S </a:t>
                </a:r>
                <a14:m>
                  <m:oMath xmlns:m="http://schemas.openxmlformats.org/officeDocument/2006/math">
                    <m:r>
                      <m:rPr>
                        <m:sty m:val="p"/>
                      </m:rPr>
                      <a:rPr lang="en-IN" sz="2800" i="0" smtClean="0">
                        <a:solidFill>
                          <a:srgbClr val="002060"/>
                        </a:solidFill>
                        <a:latin typeface="Cambria Math" panose="02040503050406030204" pitchFamily="18" charset="0"/>
                        <a:ea typeface="Cambria Math" panose="02040503050406030204" pitchFamily="18" charset="0"/>
                      </a:rPr>
                      <m:t>α</m:t>
                    </m:r>
                    <m:r>
                      <a:rPr lang="en-US" sz="2800" b="0" i="0" smtClean="0">
                        <a:solidFill>
                          <a:srgbClr val="002060"/>
                        </a:solidFill>
                        <a:latin typeface="Cambria Math" panose="02040503050406030204" pitchFamily="18" charset="0"/>
                        <a:ea typeface="Cambria Math" panose="02040503050406030204" pitchFamily="18" charset="0"/>
                      </a:rPr>
                      <m:t>=5% (0.05)</m:t>
                    </m:r>
                  </m:oMath>
                </a14:m>
                <a:endParaRPr lang="en-IN" sz="2800" dirty="0">
                  <a:solidFill>
                    <a:srgbClr val="002060"/>
                  </a:solidFill>
                </a:endParaRPr>
              </a:p>
            </p:txBody>
          </p:sp>
        </mc:Choice>
        <mc:Fallback xmlns="">
          <p:sp>
            <p:nvSpPr>
              <p:cNvPr id="46" name="TextBox 45">
                <a:extLst>
                  <a:ext uri="{FF2B5EF4-FFF2-40B4-BE49-F238E27FC236}">
                    <a16:creationId xmlns:a16="http://schemas.microsoft.com/office/drawing/2014/main" id="{A05F83A2-06F1-0B18-44AA-7663B1BB67E8}"/>
                  </a:ext>
                </a:extLst>
              </p:cNvPr>
              <p:cNvSpPr txBox="1">
                <a:spLocks noRot="1" noChangeAspect="1" noMove="1" noResize="1" noEditPoints="1" noAdjustHandles="1" noChangeArrowheads="1" noChangeShapeType="1" noTextEdit="1"/>
              </p:cNvSpPr>
              <p:nvPr/>
            </p:nvSpPr>
            <p:spPr>
              <a:xfrm>
                <a:off x="2809519" y="716538"/>
                <a:ext cx="3406793" cy="523220"/>
              </a:xfrm>
              <a:prstGeom prst="rect">
                <a:avLst/>
              </a:prstGeom>
              <a:blipFill>
                <a:blip r:embed="rId6"/>
                <a:stretch>
                  <a:fillRect l="-1252" t="-12941" b="-32941"/>
                </a:stretch>
              </a:blipFill>
            </p:spPr>
            <p:txBody>
              <a:bodyPr/>
              <a:lstStyle/>
              <a:p>
                <a:r>
                  <a:rPr lang="en-IN">
                    <a:noFill/>
                  </a:rPr>
                  <a:t> </a:t>
                </a:r>
              </a:p>
            </p:txBody>
          </p:sp>
        </mc:Fallback>
      </mc:AlternateContent>
      <p:grpSp>
        <p:nvGrpSpPr>
          <p:cNvPr id="61" name="Group 60">
            <a:extLst>
              <a:ext uri="{FF2B5EF4-FFF2-40B4-BE49-F238E27FC236}">
                <a16:creationId xmlns:a16="http://schemas.microsoft.com/office/drawing/2014/main" id="{00ABE784-5EEE-B2A4-CBD1-F26FF4BF0AA2}"/>
              </a:ext>
            </a:extLst>
          </p:cNvPr>
          <p:cNvGrpSpPr/>
          <p:nvPr/>
        </p:nvGrpSpPr>
        <p:grpSpPr>
          <a:xfrm flipH="1">
            <a:off x="128195" y="2408936"/>
            <a:ext cx="4497824" cy="2373662"/>
            <a:chOff x="7460214" y="1232308"/>
            <a:chExt cx="4249613" cy="2373662"/>
          </a:xfrm>
        </p:grpSpPr>
        <p:sp>
          <p:nvSpPr>
            <p:cNvPr id="54" name="TextBox 53">
              <a:extLst>
                <a:ext uri="{FF2B5EF4-FFF2-40B4-BE49-F238E27FC236}">
                  <a16:creationId xmlns:a16="http://schemas.microsoft.com/office/drawing/2014/main" id="{DADF04F6-8251-2AA0-5F70-CCD699490C2F}"/>
                </a:ext>
              </a:extLst>
            </p:cNvPr>
            <p:cNvSpPr txBox="1"/>
            <p:nvPr/>
          </p:nvSpPr>
          <p:spPr>
            <a:xfrm>
              <a:off x="8303033" y="1232308"/>
              <a:ext cx="3406794" cy="1815882"/>
            </a:xfrm>
            <a:prstGeom prst="borderCallout2">
              <a:avLst>
                <a:gd name="adj1" fmla="val 16862"/>
                <a:gd name="adj2" fmla="val -633"/>
                <a:gd name="adj3" fmla="val 18750"/>
                <a:gd name="adj4" fmla="val -16667"/>
                <a:gd name="adj5" fmla="val 125215"/>
                <a:gd name="adj6" fmla="val -20907"/>
              </a:avLst>
            </a:prstGeom>
            <a:noFill/>
            <a:ln w="57150">
              <a:solidFill>
                <a:schemeClr val="accent2"/>
              </a:solidFill>
            </a:ln>
          </p:spPr>
          <p:txBody>
            <a:bodyPr wrap="square" rtlCol="0">
              <a:spAutoFit/>
            </a:bodyPr>
            <a:lstStyle/>
            <a:p>
              <a:r>
                <a:rPr lang="en-US" sz="2800" dirty="0">
                  <a:solidFill>
                    <a:srgbClr val="002060"/>
                  </a:solidFill>
                </a:rPr>
                <a:t>If the value of test statistic belong to this region then we </a:t>
              </a:r>
              <a:r>
                <a:rPr lang="en-US" sz="2800" b="1" dirty="0">
                  <a:solidFill>
                    <a:srgbClr val="FF0000"/>
                  </a:solidFill>
                </a:rPr>
                <a:t>accept</a:t>
              </a:r>
              <a:r>
                <a:rPr lang="en-US" sz="2800" dirty="0">
                  <a:solidFill>
                    <a:srgbClr val="002060"/>
                  </a:solidFill>
                </a:rPr>
                <a:t> null hypothesis.</a:t>
              </a:r>
              <a:endParaRPr lang="en-IN" sz="2800" dirty="0">
                <a:solidFill>
                  <a:srgbClr val="002060"/>
                </a:solidFill>
              </a:endParaRPr>
            </a:p>
          </p:txBody>
        </p:sp>
        <p:sp>
          <p:nvSpPr>
            <p:cNvPr id="60" name="Right Triangle 59">
              <a:extLst>
                <a:ext uri="{FF2B5EF4-FFF2-40B4-BE49-F238E27FC236}">
                  <a16:creationId xmlns:a16="http://schemas.microsoft.com/office/drawing/2014/main" id="{2CD2ABF8-F528-9704-E152-E29870224103}"/>
                </a:ext>
              </a:extLst>
            </p:cNvPr>
            <p:cNvSpPr/>
            <p:nvPr/>
          </p:nvSpPr>
          <p:spPr>
            <a:xfrm rot="19852169">
              <a:off x="7460214" y="3392226"/>
              <a:ext cx="250328" cy="213744"/>
            </a:xfrm>
            <a:prstGeom prst="rtTriangle">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62" name="Group 61">
            <a:extLst>
              <a:ext uri="{FF2B5EF4-FFF2-40B4-BE49-F238E27FC236}">
                <a16:creationId xmlns:a16="http://schemas.microsoft.com/office/drawing/2014/main" id="{BA80B1BC-5A25-42EF-15BB-5C7731D1A3FA}"/>
              </a:ext>
            </a:extLst>
          </p:cNvPr>
          <p:cNvGrpSpPr/>
          <p:nvPr/>
        </p:nvGrpSpPr>
        <p:grpSpPr>
          <a:xfrm>
            <a:off x="8202419" y="1978122"/>
            <a:ext cx="3776112" cy="2840457"/>
            <a:chOff x="6979401" y="1232308"/>
            <a:chExt cx="4730426" cy="2840457"/>
          </a:xfrm>
        </p:grpSpPr>
        <p:sp>
          <p:nvSpPr>
            <p:cNvPr id="64" name="Right Triangle 63">
              <a:extLst>
                <a:ext uri="{FF2B5EF4-FFF2-40B4-BE49-F238E27FC236}">
                  <a16:creationId xmlns:a16="http://schemas.microsoft.com/office/drawing/2014/main" id="{E287B026-BBCB-0DF2-1DCE-9155819A068A}"/>
                </a:ext>
              </a:extLst>
            </p:cNvPr>
            <p:cNvSpPr/>
            <p:nvPr/>
          </p:nvSpPr>
          <p:spPr>
            <a:xfrm rot="19852169">
              <a:off x="6979401" y="3936697"/>
              <a:ext cx="127638" cy="136068"/>
            </a:xfrm>
            <a:prstGeom prst="rtTriangle">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AA5756AF-2FF1-B761-E19E-625207692C2E}"/>
                    </a:ext>
                  </a:extLst>
                </p:cNvPr>
                <p:cNvSpPr txBox="1"/>
                <p:nvPr/>
              </p:nvSpPr>
              <p:spPr>
                <a:xfrm>
                  <a:off x="8303033" y="1232308"/>
                  <a:ext cx="3406794" cy="1631216"/>
                </a:xfrm>
                <a:prstGeom prst="borderCallout2">
                  <a:avLst>
                    <a:gd name="adj1" fmla="val 16862"/>
                    <a:gd name="adj2" fmla="val -633"/>
                    <a:gd name="adj3" fmla="val 22954"/>
                    <a:gd name="adj4" fmla="val -6023"/>
                    <a:gd name="adj5" fmla="val 172185"/>
                    <a:gd name="adj6" fmla="val -37169"/>
                  </a:avLst>
                </a:prstGeom>
                <a:noFill/>
                <a:ln w="57150">
                  <a:solidFill>
                    <a:schemeClr val="accent2"/>
                  </a:solidFill>
                </a:ln>
              </p:spPr>
              <p:txBody>
                <a:bodyPr wrap="square" rtlCol="0">
                  <a:spAutoFit/>
                </a:bodyPr>
                <a:lstStyle/>
                <a:p>
                  <a:r>
                    <a:rPr lang="en-US" sz="2500" dirty="0">
                      <a:solidFill>
                        <a:srgbClr val="002060"/>
                      </a:solidFill>
                    </a:rPr>
                    <a:t>If the value of test statistic belong to yellow region then we </a:t>
                  </a:r>
                  <a:r>
                    <a:rPr lang="en-US" sz="2500" b="1" dirty="0">
                      <a:solidFill>
                        <a:srgbClr val="FF0000"/>
                      </a:solidFill>
                    </a:rPr>
                    <a:t>Reject</a:t>
                  </a:r>
                  <a14:m>
                    <m:oMath xmlns:m="http://schemas.openxmlformats.org/officeDocument/2006/math">
                      <m:r>
                        <a:rPr lang="en-US" sz="2500" b="1" i="0" smtClean="0">
                          <a:solidFill>
                            <a:srgbClr val="002060"/>
                          </a:solidFill>
                          <a:latin typeface="Cambria Math" panose="02040503050406030204" pitchFamily="18" charset="0"/>
                        </a:rPr>
                        <m:t> </m:t>
                      </m:r>
                      <m:sSub>
                        <m:sSubPr>
                          <m:ctrlPr>
                            <a:rPr lang="en-US" sz="2500" i="1" smtClean="0">
                              <a:solidFill>
                                <a:srgbClr val="002060"/>
                              </a:solidFill>
                              <a:latin typeface="Cambria Math" panose="02040503050406030204" pitchFamily="18" charset="0"/>
                            </a:rPr>
                          </m:ctrlPr>
                        </m:sSubPr>
                        <m:e>
                          <m:r>
                            <m:rPr>
                              <m:sty m:val="p"/>
                            </m:rPr>
                            <a:rPr lang="en-US" sz="2500" b="0" i="0" smtClean="0">
                              <a:solidFill>
                                <a:srgbClr val="002060"/>
                              </a:solidFill>
                              <a:latin typeface="Cambria Math" panose="02040503050406030204" pitchFamily="18" charset="0"/>
                            </a:rPr>
                            <m:t>H</m:t>
                          </m:r>
                        </m:e>
                        <m:sub>
                          <m:r>
                            <a:rPr lang="en-US" sz="2500" b="0" i="0" smtClean="0">
                              <a:solidFill>
                                <a:srgbClr val="002060"/>
                              </a:solidFill>
                              <a:latin typeface="Cambria Math" panose="02040503050406030204" pitchFamily="18" charset="0"/>
                            </a:rPr>
                            <m:t>0</m:t>
                          </m:r>
                        </m:sub>
                      </m:sSub>
                    </m:oMath>
                  </a14:m>
                  <a:r>
                    <a:rPr lang="en-US" sz="2500" dirty="0">
                      <a:solidFill>
                        <a:srgbClr val="002060"/>
                      </a:solidFill>
                    </a:rPr>
                    <a:t>.</a:t>
                  </a:r>
                  <a:endParaRPr lang="en-IN" sz="2500" dirty="0">
                    <a:solidFill>
                      <a:srgbClr val="002060"/>
                    </a:solidFill>
                  </a:endParaRPr>
                </a:p>
              </p:txBody>
            </p:sp>
          </mc:Choice>
          <mc:Fallback xmlns="">
            <p:sp>
              <p:nvSpPr>
                <p:cNvPr id="63" name="TextBox 62">
                  <a:extLst>
                    <a:ext uri="{FF2B5EF4-FFF2-40B4-BE49-F238E27FC236}">
                      <a16:creationId xmlns:a16="http://schemas.microsoft.com/office/drawing/2014/main" id="{AA5756AF-2FF1-B761-E19E-625207692C2E}"/>
                    </a:ext>
                  </a:extLst>
                </p:cNvPr>
                <p:cNvSpPr txBox="1">
                  <a:spLocks noRot="1" noChangeAspect="1" noMove="1" noResize="1" noEditPoints="1" noAdjustHandles="1" noChangeArrowheads="1" noChangeShapeType="1" noTextEdit="1"/>
                </p:cNvSpPr>
                <p:nvPr/>
              </p:nvSpPr>
              <p:spPr>
                <a:xfrm>
                  <a:off x="8303033" y="1232308"/>
                  <a:ext cx="3406794" cy="1631216"/>
                </a:xfrm>
                <a:prstGeom prst="borderCallout2">
                  <a:avLst>
                    <a:gd name="adj1" fmla="val 16862"/>
                    <a:gd name="adj2" fmla="val -633"/>
                    <a:gd name="adj3" fmla="val 22954"/>
                    <a:gd name="adj4" fmla="val -6023"/>
                    <a:gd name="adj5" fmla="val 172185"/>
                    <a:gd name="adj6" fmla="val -37169"/>
                  </a:avLst>
                </a:prstGeom>
                <a:blipFill>
                  <a:blip r:embed="rId7"/>
                  <a:stretch>
                    <a:fillRect t="-855"/>
                  </a:stretch>
                </a:blipFill>
                <a:ln w="57150">
                  <a:solidFill>
                    <a:schemeClr val="accent2"/>
                  </a:solidFill>
                </a:ln>
              </p:spPr>
              <p:txBody>
                <a:bodyPr/>
                <a:lstStyle/>
                <a:p>
                  <a:r>
                    <a:rPr lang="en-IN">
                      <a:noFill/>
                    </a:rPr>
                    <a:t> </a:t>
                  </a:r>
                </a:p>
              </p:txBody>
            </p:sp>
          </mc:Fallback>
        </mc:AlternateContent>
      </p:grpSp>
      <p:grpSp>
        <p:nvGrpSpPr>
          <p:cNvPr id="3" name="Group 2">
            <a:extLst>
              <a:ext uri="{FF2B5EF4-FFF2-40B4-BE49-F238E27FC236}">
                <a16:creationId xmlns:a16="http://schemas.microsoft.com/office/drawing/2014/main" id="{7E691CFA-268A-2BD1-63DB-CCBE1016EE44}"/>
              </a:ext>
            </a:extLst>
          </p:cNvPr>
          <p:cNvGrpSpPr/>
          <p:nvPr/>
        </p:nvGrpSpPr>
        <p:grpSpPr>
          <a:xfrm>
            <a:off x="3367405" y="1671833"/>
            <a:ext cx="6501022" cy="3779415"/>
            <a:chOff x="3367405" y="1671833"/>
            <a:chExt cx="6501022" cy="3779415"/>
          </a:xfrm>
        </p:grpSpPr>
        <p:cxnSp>
          <p:nvCxnSpPr>
            <p:cNvPr id="9" name="Straight Connector 8">
              <a:extLst>
                <a:ext uri="{FF2B5EF4-FFF2-40B4-BE49-F238E27FC236}">
                  <a16:creationId xmlns:a16="http://schemas.microsoft.com/office/drawing/2014/main" id="{EB34D562-8560-FCF8-341D-B342E86B6200}"/>
                </a:ext>
              </a:extLst>
            </p:cNvPr>
            <p:cNvCxnSpPr>
              <a:cxnSpLocks/>
            </p:cNvCxnSpPr>
            <p:nvPr/>
          </p:nvCxnSpPr>
          <p:spPr>
            <a:xfrm>
              <a:off x="3367405" y="5443221"/>
              <a:ext cx="6501022" cy="802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Freeform: Shape 29">
              <a:extLst>
                <a:ext uri="{FF2B5EF4-FFF2-40B4-BE49-F238E27FC236}">
                  <a16:creationId xmlns:a16="http://schemas.microsoft.com/office/drawing/2014/main" id="{7C768C24-785E-C08D-F93F-E94B93B48CBD}"/>
                </a:ext>
              </a:extLst>
            </p:cNvPr>
            <p:cNvSpPr/>
            <p:nvPr/>
          </p:nvSpPr>
          <p:spPr>
            <a:xfrm>
              <a:off x="3411481" y="1671833"/>
              <a:ext cx="6310712" cy="3612372"/>
            </a:xfrm>
            <a:custGeom>
              <a:avLst/>
              <a:gdLst>
                <a:gd name="connsiteX0" fmla="*/ 0 w 4013200"/>
                <a:gd name="connsiteY0" fmla="*/ 3266783 h 3279483"/>
                <a:gd name="connsiteX1" fmla="*/ 1244600 w 4013200"/>
                <a:gd name="connsiteY1" fmla="*/ 15583 h 3279483"/>
                <a:gd name="connsiteX2" fmla="*/ 2578100 w 4013200"/>
                <a:gd name="connsiteY2" fmla="*/ 2085683 h 3279483"/>
                <a:gd name="connsiteX3" fmla="*/ 4013200 w 4013200"/>
                <a:gd name="connsiteY3" fmla="*/ 3279483 h 3279483"/>
                <a:gd name="connsiteX4" fmla="*/ 4013200 w 4013200"/>
                <a:gd name="connsiteY4" fmla="*/ 3279483 h 3279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3200" h="3279483">
                  <a:moveTo>
                    <a:pt x="0" y="3266783"/>
                  </a:moveTo>
                  <a:cubicBezTo>
                    <a:pt x="407458" y="1739608"/>
                    <a:pt x="814917" y="212433"/>
                    <a:pt x="1244600" y="15583"/>
                  </a:cubicBezTo>
                  <a:cubicBezTo>
                    <a:pt x="1674283" y="-181267"/>
                    <a:pt x="2116667" y="1541700"/>
                    <a:pt x="2578100" y="2085683"/>
                  </a:cubicBezTo>
                  <a:cubicBezTo>
                    <a:pt x="3039533" y="2629666"/>
                    <a:pt x="4013200" y="3279483"/>
                    <a:pt x="4013200" y="3279483"/>
                  </a:cubicBezTo>
                  <a:lnTo>
                    <a:pt x="4013200" y="3279483"/>
                  </a:ln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3790251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up)">
                                      <p:cBhvr>
                                        <p:cTn id="19" dur="500"/>
                                        <p:tgtEl>
                                          <p:spTgt spid="12"/>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45"/>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nodeType="click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wipe(up)">
                                      <p:cBhvr>
                                        <p:cTn id="28" dur="500"/>
                                        <p:tgtEl>
                                          <p:spTgt spid="18"/>
                                        </p:tgtEl>
                                      </p:cBhvr>
                                    </p:animEffect>
                                  </p:childTnLst>
                                </p:cTn>
                              </p:par>
                              <p:par>
                                <p:cTn id="29" presetID="1"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7"/>
                                        </p:tgtEl>
                                        <p:attrNameLst>
                                          <p:attrName>style.visibility</p:attrName>
                                        </p:attrNameLst>
                                      </p:cBhvr>
                                      <p:to>
                                        <p:strVal val="visible"/>
                                      </p:to>
                                    </p:set>
                                  </p:childTnLst>
                                </p:cTn>
                              </p:par>
                              <p:par>
                                <p:cTn id="35" presetID="22" presetClass="entr" presetSubtype="2" fill="hold"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wipe(right)">
                                      <p:cBhvr>
                                        <p:cTn id="37" dur="500"/>
                                        <p:tgtEl>
                                          <p:spTgt spid="25"/>
                                        </p:tgtEl>
                                      </p:cBhvr>
                                    </p:animEffect>
                                  </p:childTnLst>
                                </p:cTn>
                              </p:par>
                              <p:par>
                                <p:cTn id="38" presetID="1" presetClass="entr" presetSubtype="0" fill="hold" grpId="0" nodeType="withEffect">
                                  <p:stCondLst>
                                    <p:cond delay="0"/>
                                  </p:stCondLst>
                                  <p:childTnLst>
                                    <p:set>
                                      <p:cBhvr>
                                        <p:cTn id="39" dur="1" fill="hold">
                                          <p:stCondLst>
                                            <p:cond delay="0"/>
                                          </p:stCondLst>
                                        </p:cTn>
                                        <p:tgtEl>
                                          <p:spTgt spid="23"/>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21"/>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38"/>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42"/>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44"/>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0"/>
                                          </p:stCondLst>
                                        </p:cTn>
                                        <p:tgtEl>
                                          <p:spTgt spid="61"/>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clickEffect">
                                  <p:stCondLst>
                                    <p:cond delay="0"/>
                                  </p:stCondLst>
                                  <p:childTnLst>
                                    <p:set>
                                      <p:cBhvr>
                                        <p:cTn id="63"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3" grpId="0"/>
      <p:bldP spid="34" grpId="0" animBg="1"/>
      <p:bldP spid="21" grpId="0" animBg="1"/>
      <p:bldP spid="38" grpId="0" animBg="1"/>
      <p:bldP spid="37" grpId="0"/>
      <p:bldP spid="42" grpId="0"/>
      <p:bldP spid="44" grpId="0"/>
      <p:bldP spid="45" grpId="0"/>
      <p:bldP spid="46" grpId="0"/>
    </p:bld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173CE-349D-0FFA-8CEC-FFB16E1668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5E9C82-4916-77C0-1969-8F2CE4FF1789}"/>
              </a:ext>
            </a:extLst>
          </p:cNvPr>
          <p:cNvSpPr>
            <a:spLocks noGrp="1"/>
          </p:cNvSpPr>
          <p:nvPr>
            <p:ph type="title"/>
          </p:nvPr>
        </p:nvSpPr>
        <p:spPr/>
        <p:txBody>
          <a:bodyPr/>
          <a:lstStyle/>
          <a:p>
            <a:r>
              <a:rPr lang="en-US" dirty="0"/>
              <a:t>Standard Error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F917282-6743-B089-FF74-C6DDB667BC04}"/>
                  </a:ext>
                </a:extLst>
              </p:cNvPr>
              <p:cNvSpPr>
                <a:spLocks noGrp="1"/>
              </p:cNvSpPr>
              <p:nvPr>
                <p:ph idx="1"/>
              </p:nvPr>
            </p:nvSpPr>
            <p:spPr>
              <a:xfrm>
                <a:off x="131180" y="728675"/>
                <a:ext cx="11929641" cy="5797855"/>
              </a:xfrm>
            </p:spPr>
            <p:txBody>
              <a:bodyPr/>
              <a:lstStyle/>
              <a:p>
                <a:pPr lvl="0"/>
                <a:r>
                  <a:rPr lang="en-US" dirty="0"/>
                  <a:t>The standard deviation of the sampling distribution of a statistic is known as the </a:t>
                </a:r>
                <a:r>
                  <a:rPr lang="en-US" b="1" dirty="0">
                    <a:solidFill>
                      <a:srgbClr val="FF0000"/>
                    </a:solidFill>
                  </a:rPr>
                  <a:t>Standard Error</a:t>
                </a:r>
                <a:r>
                  <a:rPr lang="en-US" dirty="0"/>
                  <a:t>.</a:t>
                </a:r>
                <a:endParaRPr lang="en-IN" dirty="0"/>
              </a:p>
              <a:p>
                <a:r>
                  <a:rPr lang="en-US" dirty="0"/>
                  <a:t>It is denoted by </a:t>
                </a:r>
                <a14:m>
                  <m:oMath xmlns:m="http://schemas.openxmlformats.org/officeDocument/2006/math">
                    <m:r>
                      <a:rPr lang="en-US" b="1" i="1" smtClean="0">
                        <a:solidFill>
                          <a:srgbClr val="FF0000"/>
                        </a:solidFill>
                        <a:latin typeface="Cambria Math" panose="02040503050406030204" pitchFamily="18" charset="0"/>
                      </a:rPr>
                      <m:t>𝐒𝐄</m:t>
                    </m:r>
                    <m:r>
                      <a:rPr lang="en-US" b="1">
                        <a:solidFill>
                          <a:srgbClr val="FF0000"/>
                        </a:solidFill>
                        <a:latin typeface="Cambria Math" panose="02040503050406030204" pitchFamily="18" charset="0"/>
                      </a:rPr>
                      <m:t>(</m:t>
                    </m:r>
                    <m:r>
                      <a:rPr lang="en-US" b="1" i="1">
                        <a:solidFill>
                          <a:srgbClr val="FF0000"/>
                        </a:solidFill>
                        <a:latin typeface="Cambria Math" panose="02040503050406030204" pitchFamily="18" charset="0"/>
                      </a:rPr>
                      <m:t>𝐭</m:t>
                    </m:r>
                    <m:r>
                      <a:rPr lang="en-US" b="1">
                        <a:solidFill>
                          <a:srgbClr val="FF0000"/>
                        </a:solidFill>
                        <a:latin typeface="Cambria Math" panose="02040503050406030204" pitchFamily="18" charset="0"/>
                      </a:rPr>
                      <m:t>)</m:t>
                    </m:r>
                  </m:oMath>
                </a14:m>
                <a:r>
                  <a:rPr lang="en-US" dirty="0"/>
                  <a:t> and read standard error of t.</a:t>
                </a:r>
                <a:endParaRPr lang="en-IN" dirty="0"/>
              </a:p>
              <a:p>
                <a:pPr lvl="0"/>
                <a:r>
                  <a:rPr lang="en-US" dirty="0"/>
                  <a:t>It plays an important role in the theory of large samples and it forms a basis of testing of hypothesis. </a:t>
                </a:r>
              </a:p>
              <a:p>
                <a:pPr lvl="0"/>
                <a:r>
                  <a:rPr lang="en-US" dirty="0"/>
                  <a:t>The standard error of the </a:t>
                </a:r>
                <a:r>
                  <a:rPr lang="en-US" b="1" dirty="0">
                    <a:solidFill>
                      <a:schemeClr val="accent3">
                        <a:lumMod val="75000"/>
                      </a:schemeClr>
                    </a:solidFill>
                    <a:hlinkClick r:id="rId2">
                      <a:extLst>
                        <a:ext uri="{A12FA001-AC4F-418D-AE19-62706E023703}">
                          <ahyp:hlinkClr xmlns:ahyp="http://schemas.microsoft.com/office/drawing/2018/hyperlinkcolor" val="tx"/>
                        </a:ext>
                      </a:extLst>
                    </a:hlinkClick>
                  </a:rPr>
                  <a:t>mean</a:t>
                </a:r>
                <a:r>
                  <a:rPr lang="en-US" dirty="0"/>
                  <a:t>, or simply</a:t>
                </a:r>
                <a:r>
                  <a:rPr lang="en-US" b="1" dirty="0"/>
                  <a:t> </a:t>
                </a:r>
                <a:r>
                  <a:rPr lang="en-US" dirty="0"/>
                  <a:t>standard error, </a:t>
                </a:r>
                <a:r>
                  <a:rPr lang="en-US" b="1" dirty="0"/>
                  <a:t>indicates</a:t>
                </a:r>
                <a:r>
                  <a:rPr lang="en-US" dirty="0"/>
                  <a:t> </a:t>
                </a:r>
                <a:r>
                  <a:rPr lang="en-US" b="1" dirty="0">
                    <a:solidFill>
                      <a:srgbClr val="FF0000"/>
                    </a:solidFill>
                  </a:rPr>
                  <a:t>how different the population</a:t>
                </a:r>
                <a:r>
                  <a:rPr lang="en-US" dirty="0"/>
                  <a:t> </a:t>
                </a:r>
                <a:r>
                  <a:rPr lang="en-US" b="1" u="sng" dirty="0">
                    <a:solidFill>
                      <a:schemeClr val="accent3">
                        <a:lumMod val="75000"/>
                      </a:schemeClr>
                    </a:solidFill>
                  </a:rPr>
                  <a:t>mean</a:t>
                </a:r>
                <a:r>
                  <a:rPr lang="en-US" dirty="0"/>
                  <a:t> </a:t>
                </a:r>
                <a:r>
                  <a:rPr lang="en-US" b="1" dirty="0">
                    <a:solidFill>
                      <a:srgbClr val="FF0000"/>
                    </a:solidFill>
                  </a:rPr>
                  <a:t>is likely to be from a sample </a:t>
                </a:r>
                <a:r>
                  <a:rPr lang="en-US" b="1" u="sng" dirty="0">
                    <a:solidFill>
                      <a:schemeClr val="accent3">
                        <a:lumMod val="75000"/>
                      </a:schemeClr>
                    </a:solidFill>
                  </a:rPr>
                  <a:t>mean</a:t>
                </a:r>
                <a:r>
                  <a:rPr lang="en-US" dirty="0"/>
                  <a:t>. It tells you how much the sample mean would vary if you were to repeat a study using new samples from within a single population.</a:t>
                </a:r>
                <a:endParaRPr lang="en-IN" dirty="0"/>
              </a:p>
            </p:txBody>
          </p:sp>
        </mc:Choice>
        <mc:Fallback xmlns="">
          <p:sp>
            <p:nvSpPr>
              <p:cNvPr id="3" name="Content Placeholder 2">
                <a:extLst>
                  <a:ext uri="{FF2B5EF4-FFF2-40B4-BE49-F238E27FC236}">
                    <a16:creationId xmlns:a16="http://schemas.microsoft.com/office/drawing/2014/main" id="{BF917282-6743-B089-FF74-C6DDB667BC04}"/>
                  </a:ext>
                </a:extLst>
              </p:cNvPr>
              <p:cNvSpPr>
                <a:spLocks noGrp="1" noRot="1" noChangeAspect="1" noMove="1" noResize="1" noEditPoints="1" noAdjustHandles="1" noChangeArrowheads="1" noChangeShapeType="1" noTextEdit="1"/>
              </p:cNvSpPr>
              <p:nvPr>
                <p:ph idx="1"/>
              </p:nvPr>
            </p:nvSpPr>
            <p:spPr>
              <a:xfrm>
                <a:off x="131180" y="728675"/>
                <a:ext cx="11929641" cy="5797855"/>
              </a:xfrm>
              <a:blipFill>
                <a:blip r:embed="rId3"/>
                <a:stretch>
                  <a:fillRect l="-971" r="-1074" b="-2734"/>
                </a:stretch>
              </a:blipFill>
            </p:spPr>
            <p:txBody>
              <a:bodyPr/>
              <a:lstStyle/>
              <a:p>
                <a:r>
                  <a:rPr lang="en-IN">
                    <a:noFill/>
                  </a:rPr>
                  <a:t> </a:t>
                </a:r>
              </a:p>
            </p:txBody>
          </p:sp>
        </mc:Fallback>
      </mc:AlternateContent>
    </p:spTree>
    <p:extLst>
      <p:ext uri="{BB962C8B-B14F-4D97-AF65-F5344CB8AC3E}">
        <p14:creationId xmlns:p14="http://schemas.microsoft.com/office/powerpoint/2010/main" val="205594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AAAE2-DE38-4705-AC09-C2768F0115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A51F48-E81B-FE3F-BA93-0E89C3DE3AFB}"/>
              </a:ext>
            </a:extLst>
          </p:cNvPr>
          <p:cNvSpPr>
            <a:spLocks noGrp="1"/>
          </p:cNvSpPr>
          <p:nvPr>
            <p:ph type="title"/>
          </p:nvPr>
        </p:nvSpPr>
        <p:spPr/>
        <p:txBody>
          <a:bodyPr/>
          <a:lstStyle/>
          <a:p>
            <a:r>
              <a:rPr lang="en-US" dirty="0"/>
              <a:t>Standard Error </a:t>
            </a:r>
          </a:p>
        </p:txBody>
      </p:sp>
      <p:sp>
        <p:nvSpPr>
          <p:cNvPr id="6" name="Rectangle: Rounded Corners 5">
            <a:extLst>
              <a:ext uri="{FF2B5EF4-FFF2-40B4-BE49-F238E27FC236}">
                <a16:creationId xmlns:a16="http://schemas.microsoft.com/office/drawing/2014/main" id="{9682A65C-19A2-05F3-F5A7-8ACA1033BF42}"/>
              </a:ext>
            </a:extLst>
          </p:cNvPr>
          <p:cNvSpPr/>
          <p:nvPr/>
        </p:nvSpPr>
        <p:spPr>
          <a:xfrm>
            <a:off x="304800" y="2438400"/>
            <a:ext cx="3670300" cy="2540000"/>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dirty="0">
                <a:solidFill>
                  <a:srgbClr val="002060"/>
                </a:solidFill>
              </a:rPr>
              <a:t>Sample - A</a:t>
            </a:r>
          </a:p>
        </p:txBody>
      </p:sp>
      <p:sp>
        <p:nvSpPr>
          <p:cNvPr id="7" name="Rectangle: Rounded Corners 6">
            <a:extLst>
              <a:ext uri="{FF2B5EF4-FFF2-40B4-BE49-F238E27FC236}">
                <a16:creationId xmlns:a16="http://schemas.microsoft.com/office/drawing/2014/main" id="{CBFC847C-E00F-2E4B-B295-CFE6627C0385}"/>
              </a:ext>
            </a:extLst>
          </p:cNvPr>
          <p:cNvSpPr/>
          <p:nvPr/>
        </p:nvSpPr>
        <p:spPr>
          <a:xfrm>
            <a:off x="4260850" y="2438400"/>
            <a:ext cx="3670300" cy="2540000"/>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dirty="0">
                <a:solidFill>
                  <a:srgbClr val="002060"/>
                </a:solidFill>
              </a:rPr>
              <a:t>Sample - B</a:t>
            </a:r>
          </a:p>
        </p:txBody>
      </p:sp>
      <p:sp>
        <p:nvSpPr>
          <p:cNvPr id="8" name="Rectangle: Rounded Corners 7">
            <a:extLst>
              <a:ext uri="{FF2B5EF4-FFF2-40B4-BE49-F238E27FC236}">
                <a16:creationId xmlns:a16="http://schemas.microsoft.com/office/drawing/2014/main" id="{D516C330-F228-5B12-D236-0BA1A7C86D60}"/>
              </a:ext>
            </a:extLst>
          </p:cNvPr>
          <p:cNvSpPr/>
          <p:nvPr/>
        </p:nvSpPr>
        <p:spPr>
          <a:xfrm>
            <a:off x="8216900" y="2438400"/>
            <a:ext cx="3670300" cy="2540000"/>
          </a:xfrm>
          <a:prstGeom prst="round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dirty="0">
                <a:solidFill>
                  <a:srgbClr val="002060"/>
                </a:solidFill>
              </a:rPr>
              <a:t>Sample - C</a:t>
            </a:r>
          </a:p>
        </p:txBody>
      </p:sp>
      <p:cxnSp>
        <p:nvCxnSpPr>
          <p:cNvPr id="11" name="Straight Arrow Connector 10">
            <a:extLst>
              <a:ext uri="{FF2B5EF4-FFF2-40B4-BE49-F238E27FC236}">
                <a16:creationId xmlns:a16="http://schemas.microsoft.com/office/drawing/2014/main" id="{F010378D-AB29-8401-6117-4A0950DB6949}"/>
              </a:ext>
            </a:extLst>
          </p:cNvPr>
          <p:cNvCxnSpPr/>
          <p:nvPr/>
        </p:nvCxnSpPr>
        <p:spPr>
          <a:xfrm>
            <a:off x="317500" y="5448300"/>
            <a:ext cx="3600000" cy="0"/>
          </a:xfrm>
          <a:prstGeom prst="straightConnector1">
            <a:avLst/>
          </a:prstGeom>
          <a:ln w="57150">
            <a:solidFill>
              <a:srgbClr val="B71B1C"/>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B8CDBA8F-8600-952F-9D8B-3516C37A511F}"/>
              </a:ext>
            </a:extLst>
          </p:cNvPr>
          <p:cNvSpPr txBox="1"/>
          <p:nvPr/>
        </p:nvSpPr>
        <p:spPr>
          <a:xfrm>
            <a:off x="685800" y="880111"/>
            <a:ext cx="10579100" cy="523220"/>
          </a:xfrm>
          <a:prstGeom prst="rect">
            <a:avLst/>
          </a:prstGeom>
          <a:noFill/>
        </p:spPr>
        <p:txBody>
          <a:bodyPr wrap="square" rtlCol="0">
            <a:spAutoFit/>
          </a:bodyPr>
          <a:lstStyle/>
          <a:p>
            <a:pPr algn="ctr"/>
            <a:r>
              <a:rPr lang="en-IN" sz="2800" dirty="0">
                <a:solidFill>
                  <a:srgbClr val="002060"/>
                </a:solidFill>
              </a:rPr>
              <a:t>Standard Error : Variability across samples</a:t>
            </a:r>
          </a:p>
        </p:txBody>
      </p:sp>
      <p:sp>
        <p:nvSpPr>
          <p:cNvPr id="15" name="TextBox 14">
            <a:extLst>
              <a:ext uri="{FF2B5EF4-FFF2-40B4-BE49-F238E27FC236}">
                <a16:creationId xmlns:a16="http://schemas.microsoft.com/office/drawing/2014/main" id="{23D674C1-F719-BDE4-D958-6045A09884DE}"/>
              </a:ext>
            </a:extLst>
          </p:cNvPr>
          <p:cNvSpPr txBox="1"/>
          <p:nvPr/>
        </p:nvSpPr>
        <p:spPr>
          <a:xfrm>
            <a:off x="850900" y="5587999"/>
            <a:ext cx="10579100" cy="523220"/>
          </a:xfrm>
          <a:prstGeom prst="rect">
            <a:avLst/>
          </a:prstGeom>
          <a:noFill/>
        </p:spPr>
        <p:txBody>
          <a:bodyPr wrap="square" rtlCol="0">
            <a:spAutoFit/>
          </a:bodyPr>
          <a:lstStyle/>
          <a:p>
            <a:pPr algn="ctr"/>
            <a:r>
              <a:rPr lang="en-IN" sz="2800" dirty="0">
                <a:solidFill>
                  <a:srgbClr val="002060"/>
                </a:solidFill>
              </a:rPr>
              <a:t>Standard Deviation : Variability within a samples</a:t>
            </a:r>
          </a:p>
        </p:txBody>
      </p:sp>
      <p:cxnSp>
        <p:nvCxnSpPr>
          <p:cNvPr id="16" name="Straight Arrow Connector 15">
            <a:extLst>
              <a:ext uri="{FF2B5EF4-FFF2-40B4-BE49-F238E27FC236}">
                <a16:creationId xmlns:a16="http://schemas.microsoft.com/office/drawing/2014/main" id="{E0FBFF90-F0FD-7B44-3EBD-6857344E29C5}"/>
              </a:ext>
            </a:extLst>
          </p:cNvPr>
          <p:cNvCxnSpPr/>
          <p:nvPr/>
        </p:nvCxnSpPr>
        <p:spPr>
          <a:xfrm>
            <a:off x="8252050" y="5448300"/>
            <a:ext cx="3600000" cy="0"/>
          </a:xfrm>
          <a:prstGeom prst="straightConnector1">
            <a:avLst/>
          </a:prstGeom>
          <a:ln w="57150">
            <a:solidFill>
              <a:srgbClr val="B71B1C"/>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612F4781-3F2C-5443-23AA-F2638367C8EF}"/>
              </a:ext>
            </a:extLst>
          </p:cNvPr>
          <p:cNvCxnSpPr/>
          <p:nvPr/>
        </p:nvCxnSpPr>
        <p:spPr>
          <a:xfrm>
            <a:off x="4283300" y="5448300"/>
            <a:ext cx="3600000" cy="0"/>
          </a:xfrm>
          <a:prstGeom prst="straightConnector1">
            <a:avLst/>
          </a:prstGeom>
          <a:ln w="57150">
            <a:solidFill>
              <a:srgbClr val="B71B1C"/>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993B1925-4CC0-3E68-CD34-76FBD1A4220B}"/>
              </a:ext>
            </a:extLst>
          </p:cNvPr>
          <p:cNvGrpSpPr/>
          <p:nvPr/>
        </p:nvGrpSpPr>
        <p:grpSpPr>
          <a:xfrm>
            <a:off x="1851343" y="1539256"/>
            <a:ext cx="8517572" cy="1798305"/>
            <a:chOff x="1851343" y="1539256"/>
            <a:chExt cx="8517572" cy="1798305"/>
          </a:xfrm>
        </p:grpSpPr>
        <p:sp>
          <p:nvSpPr>
            <p:cNvPr id="3" name="Arc 2">
              <a:extLst>
                <a:ext uri="{FF2B5EF4-FFF2-40B4-BE49-F238E27FC236}">
                  <a16:creationId xmlns:a16="http://schemas.microsoft.com/office/drawing/2014/main" id="{FA6380D2-5F32-11CE-A21D-948156FCFBBB}"/>
                </a:ext>
              </a:extLst>
            </p:cNvPr>
            <p:cNvSpPr/>
            <p:nvPr/>
          </p:nvSpPr>
          <p:spPr>
            <a:xfrm>
              <a:off x="2000250" y="1543095"/>
              <a:ext cx="4095750" cy="1794466"/>
            </a:xfrm>
            <a:prstGeom prst="arc">
              <a:avLst>
                <a:gd name="adj1" fmla="val 10816244"/>
                <a:gd name="adj2" fmla="val 0"/>
              </a:avLst>
            </a:prstGeom>
            <a:ln w="571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5" name="Isosceles Triangle 4">
              <a:extLst>
                <a:ext uri="{FF2B5EF4-FFF2-40B4-BE49-F238E27FC236}">
                  <a16:creationId xmlns:a16="http://schemas.microsoft.com/office/drawing/2014/main" id="{458B6FFC-28FF-13FF-0B17-588F291C50D9}"/>
                </a:ext>
              </a:extLst>
            </p:cNvPr>
            <p:cNvSpPr/>
            <p:nvPr/>
          </p:nvSpPr>
          <p:spPr>
            <a:xfrm flipV="1">
              <a:off x="10060305" y="2335845"/>
              <a:ext cx="308610" cy="152398"/>
            </a:xfrm>
            <a:prstGeom prst="triangle">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Arc 8">
              <a:extLst>
                <a:ext uri="{FF2B5EF4-FFF2-40B4-BE49-F238E27FC236}">
                  <a16:creationId xmlns:a16="http://schemas.microsoft.com/office/drawing/2014/main" id="{57F3B461-2504-EBD4-B466-DD4C260CFE7F}"/>
                </a:ext>
              </a:extLst>
            </p:cNvPr>
            <p:cNvSpPr/>
            <p:nvPr/>
          </p:nvSpPr>
          <p:spPr>
            <a:xfrm>
              <a:off x="6123305" y="1539256"/>
              <a:ext cx="4095750" cy="1794466"/>
            </a:xfrm>
            <a:prstGeom prst="arc">
              <a:avLst>
                <a:gd name="adj1" fmla="val 10816244"/>
                <a:gd name="adj2" fmla="val 0"/>
              </a:avLst>
            </a:prstGeom>
            <a:ln w="571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2" name="Isosceles Triangle 11">
              <a:extLst>
                <a:ext uri="{FF2B5EF4-FFF2-40B4-BE49-F238E27FC236}">
                  <a16:creationId xmlns:a16="http://schemas.microsoft.com/office/drawing/2014/main" id="{DA538251-2F1E-8139-95D7-2DC7009D34DC}"/>
                </a:ext>
              </a:extLst>
            </p:cNvPr>
            <p:cNvSpPr/>
            <p:nvPr/>
          </p:nvSpPr>
          <p:spPr>
            <a:xfrm flipV="1">
              <a:off x="5963285" y="2314238"/>
              <a:ext cx="308610" cy="152398"/>
            </a:xfrm>
            <a:prstGeom prst="triangle">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Isosceles Triangle 12">
              <a:extLst>
                <a:ext uri="{FF2B5EF4-FFF2-40B4-BE49-F238E27FC236}">
                  <a16:creationId xmlns:a16="http://schemas.microsoft.com/office/drawing/2014/main" id="{0EC683D8-33EC-E8B3-60FF-099F201D6ABB}"/>
                </a:ext>
              </a:extLst>
            </p:cNvPr>
            <p:cNvSpPr/>
            <p:nvPr/>
          </p:nvSpPr>
          <p:spPr>
            <a:xfrm flipV="1">
              <a:off x="1851343" y="2336143"/>
              <a:ext cx="308610" cy="152398"/>
            </a:xfrm>
            <a:prstGeom prst="triangle">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1565858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6" presetClass="entr" presetSubtype="37"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barn(outVertical)">
                                      <p:cBhvr>
                                        <p:cTn id="19" dur="500"/>
                                        <p:tgtEl>
                                          <p:spTgt spid="11"/>
                                        </p:tgtEl>
                                      </p:cBhvr>
                                    </p:animEffect>
                                  </p:childTnLst>
                                </p:cTn>
                              </p:par>
                              <p:par>
                                <p:cTn id="20" presetID="16" presetClass="entr" presetSubtype="37" fill="hold"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barn(outVertical)">
                                      <p:cBhvr>
                                        <p:cTn id="22" dur="500"/>
                                        <p:tgtEl>
                                          <p:spTgt spid="17"/>
                                        </p:tgtEl>
                                      </p:cBhvr>
                                    </p:animEffect>
                                  </p:childTnLst>
                                </p:cTn>
                              </p:par>
                              <p:par>
                                <p:cTn id="23" presetID="16" presetClass="entr" presetSubtype="37"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barn(outVertical)">
                                      <p:cBhvr>
                                        <p:cTn id="25" dur="5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5"/>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wipe(left)">
                                      <p:cBhvr>
                                        <p:cTn id="34" dur="750"/>
                                        <p:tgtEl>
                                          <p:spTgt spid="18"/>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4" grpId="0"/>
      <p:bldP spid="15" grpId="0"/>
    </p:bld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03D64-08E6-D966-9773-39D851C10F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971315-53A5-9AAD-5773-2F86CE1F660F}"/>
              </a:ext>
            </a:extLst>
          </p:cNvPr>
          <p:cNvSpPr>
            <a:spLocks noGrp="1"/>
          </p:cNvSpPr>
          <p:nvPr>
            <p:ph type="title"/>
          </p:nvPr>
        </p:nvSpPr>
        <p:spPr/>
        <p:txBody>
          <a:bodyPr/>
          <a:lstStyle/>
          <a:p>
            <a:r>
              <a:rPr lang="en-US" dirty="0"/>
              <a:t>Standard Error </a:t>
            </a:r>
          </a:p>
        </p:txBody>
      </p:sp>
      <p:sp>
        <p:nvSpPr>
          <p:cNvPr id="3" name="Content Placeholder 2">
            <a:extLst>
              <a:ext uri="{FF2B5EF4-FFF2-40B4-BE49-F238E27FC236}">
                <a16:creationId xmlns:a16="http://schemas.microsoft.com/office/drawing/2014/main" id="{24F1BA62-5E12-2E53-FB29-4DAAA8ABC0E1}"/>
              </a:ext>
            </a:extLst>
          </p:cNvPr>
          <p:cNvSpPr>
            <a:spLocks noGrp="1"/>
          </p:cNvSpPr>
          <p:nvPr>
            <p:ph idx="1"/>
          </p:nvPr>
        </p:nvSpPr>
        <p:spPr>
          <a:xfrm>
            <a:off x="131180" y="728675"/>
            <a:ext cx="11929641" cy="5797855"/>
          </a:xfrm>
        </p:spPr>
        <p:txBody>
          <a:bodyPr/>
          <a:lstStyle/>
          <a:p>
            <a:r>
              <a:rPr lang="en-IN" b="1" dirty="0">
                <a:solidFill>
                  <a:schemeClr val="accent6">
                    <a:lumMod val="75000"/>
                  </a:schemeClr>
                </a:solidFill>
              </a:rPr>
              <a:t>For Example:</a:t>
            </a:r>
          </a:p>
          <a:p>
            <a:pPr lvl="1"/>
            <a:r>
              <a:rPr lang="en-US" dirty="0"/>
              <a:t>In a random sample of 200 students, the mean math score is 550.</a:t>
            </a:r>
          </a:p>
          <a:p>
            <a:pPr lvl="1"/>
            <a:r>
              <a:rPr lang="en-US" dirty="0"/>
              <a:t>Suppose, </a:t>
            </a:r>
            <a:r>
              <a:rPr lang="en-US" b="1" dirty="0"/>
              <a:t>standard deviation</a:t>
            </a:r>
            <a:r>
              <a:rPr lang="en-US" dirty="0"/>
              <a:t> of the math scores is 180. </a:t>
            </a:r>
          </a:p>
          <a:p>
            <a:pPr lvl="2"/>
            <a:r>
              <a:rPr lang="en-US" dirty="0"/>
              <a:t>This number reflects on average how much each score differs from the sample mean score of 550.</a:t>
            </a:r>
          </a:p>
          <a:p>
            <a:pPr lvl="1"/>
            <a:r>
              <a:rPr lang="en-US" dirty="0"/>
              <a:t>The </a:t>
            </a:r>
            <a:r>
              <a:rPr lang="en-US" b="1" dirty="0"/>
              <a:t>standard error</a:t>
            </a:r>
            <a:r>
              <a:rPr lang="en-US" dirty="0"/>
              <a:t> of the math scores, tells you how much the sample mean score of 550 differs from other sample mean scores.</a:t>
            </a:r>
            <a:endParaRPr lang="en-IN" dirty="0"/>
          </a:p>
          <a:p>
            <a:pPr lvl="0"/>
            <a:endParaRPr lang="en-IN" dirty="0"/>
          </a:p>
          <a:p>
            <a:pPr lvl="0">
              <a:lnSpc>
                <a:spcPct val="145000"/>
              </a:lnSpc>
            </a:pPr>
            <a:endParaRPr lang="en-US" dirty="0"/>
          </a:p>
        </p:txBody>
      </p:sp>
    </p:spTree>
    <p:extLst>
      <p:ext uri="{BB962C8B-B14F-4D97-AF65-F5344CB8AC3E}">
        <p14:creationId xmlns:p14="http://schemas.microsoft.com/office/powerpoint/2010/main" val="2898919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695EF-0476-5916-C65F-EB586D9AC3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351B71-1853-7FC5-267A-63AC50CDB178}"/>
              </a:ext>
            </a:extLst>
          </p:cNvPr>
          <p:cNvSpPr>
            <a:spLocks noGrp="1"/>
          </p:cNvSpPr>
          <p:nvPr>
            <p:ph type="title"/>
          </p:nvPr>
        </p:nvSpPr>
        <p:spPr/>
        <p:txBody>
          <a:bodyPr/>
          <a:lstStyle/>
          <a:p>
            <a:r>
              <a:rPr lang="en-US" dirty="0"/>
              <a:t>Standard Error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0FDD43C-2F33-762C-82E8-1818F0AC0E66}"/>
                  </a:ext>
                </a:extLst>
              </p:cNvPr>
              <p:cNvSpPr>
                <a:spLocks noGrp="1"/>
              </p:cNvSpPr>
              <p:nvPr>
                <p:ph idx="1"/>
              </p:nvPr>
            </p:nvSpPr>
            <p:spPr>
              <a:xfrm>
                <a:off x="131180" y="728675"/>
                <a:ext cx="11929641" cy="5797855"/>
              </a:xfrm>
            </p:spPr>
            <p:txBody>
              <a:bodyPr/>
              <a:lstStyle/>
              <a:p>
                <a:r>
                  <a:rPr lang="en-IN" dirty="0"/>
                  <a:t>How to calculate ?</a:t>
                </a:r>
              </a:p>
              <a:p>
                <a:pPr lvl="1"/>
                <a:r>
                  <a:rPr lang="en-US" dirty="0"/>
                  <a:t>find the square root of your sample size (</a:t>
                </a:r>
                <a:r>
                  <a:rPr lang="en-US" i="1" dirty="0"/>
                  <a:t>n</a:t>
                </a:r>
                <a:r>
                  <a:rPr lang="en-US" dirty="0"/>
                  <a:t>).</a:t>
                </a:r>
              </a:p>
              <a:p>
                <a:pPr marL="457200" lvl="1" indent="0">
                  <a:buNone/>
                </a:pPr>
                <a:r>
                  <a:rPr lang="en-US" dirty="0"/>
                  <a:t>	 </a:t>
                </a:r>
                <a14:m>
                  <m:oMath xmlns:m="http://schemas.openxmlformats.org/officeDocument/2006/math">
                    <m:rad>
                      <m:radPr>
                        <m:degHide m:val="on"/>
                        <m:ctrlPr>
                          <a:rPr lang="en-US" i="1">
                            <a:latin typeface="Cambria Math" panose="02040503050406030204" pitchFamily="18" charset="0"/>
                          </a:rPr>
                        </m:ctrlPr>
                      </m:radPr>
                      <m:deg/>
                      <m:e>
                        <m:r>
                          <m:rPr>
                            <m:sty m:val="p"/>
                          </m:rPr>
                          <a:rPr lang="en-IN">
                            <a:latin typeface="Cambria Math" panose="02040503050406030204" pitchFamily="18" charset="0"/>
                          </a:rPr>
                          <m:t>n</m:t>
                        </m:r>
                        <m:r>
                          <a:rPr lang="en-IN">
                            <a:latin typeface="Cambria Math" panose="02040503050406030204" pitchFamily="18" charset="0"/>
                          </a:rPr>
                          <m:t> </m:t>
                        </m:r>
                      </m:e>
                    </m:rad>
                    <m:r>
                      <a:rPr lang="en-IN">
                        <a:latin typeface="Cambria Math" panose="02040503050406030204" pitchFamily="18" charset="0"/>
                      </a:rPr>
                      <m:t>=</m:t>
                    </m:r>
                    <m:rad>
                      <m:radPr>
                        <m:degHide m:val="on"/>
                        <m:ctrlPr>
                          <a:rPr lang="en-US" i="1">
                            <a:latin typeface="Cambria Math" panose="02040503050406030204" pitchFamily="18" charset="0"/>
                          </a:rPr>
                        </m:ctrlPr>
                      </m:radPr>
                      <m:deg/>
                      <m:e>
                        <m:r>
                          <a:rPr lang="en-IN">
                            <a:latin typeface="Cambria Math" panose="02040503050406030204" pitchFamily="18" charset="0"/>
                          </a:rPr>
                          <m:t>200 </m:t>
                        </m:r>
                      </m:e>
                    </m:rad>
                    <m:r>
                      <a:rPr lang="en-IN" i="1">
                        <a:latin typeface="Cambria Math" panose="02040503050406030204" pitchFamily="18" charset="0"/>
                      </a:rPr>
                      <m:t>=14.1</m:t>
                    </m:r>
                  </m:oMath>
                </a14:m>
                <a:endParaRPr lang="en-US" dirty="0"/>
              </a:p>
              <a:p>
                <a:pPr lvl="1"/>
                <a:r>
                  <a:rPr lang="en-US" dirty="0"/>
                  <a:t>Next, divide the sample standard deviation by the number you found in above step.</a:t>
                </a:r>
              </a:p>
              <a:p>
                <a:pPr marL="457200" lvl="1" indent="0">
                  <a:buNone/>
                </a:pPr>
                <a:r>
                  <a:rPr lang="en-IN" b="0" dirty="0"/>
                  <a:t>       </a:t>
                </a:r>
                <a14:m>
                  <m:oMath xmlns:m="http://schemas.openxmlformats.org/officeDocument/2006/math">
                    <m:r>
                      <m:rPr>
                        <m:sty m:val="p"/>
                      </m:rPr>
                      <a:rPr lang="en-IN" b="0" i="0" smtClean="0">
                        <a:latin typeface="Cambria Math" panose="02040503050406030204" pitchFamily="18" charset="0"/>
                      </a:rPr>
                      <m:t>SE</m:t>
                    </m:r>
                    <m:r>
                      <a:rPr lang="en-IN" b="0" i="0" smtClean="0">
                        <a:latin typeface="Cambria Math" panose="02040503050406030204" pitchFamily="18" charset="0"/>
                      </a:rPr>
                      <m:t>= </m:t>
                    </m:r>
                    <m:f>
                      <m:fPr>
                        <m:ctrlPr>
                          <a:rPr lang="en-IN" b="0" i="1" smtClean="0">
                            <a:latin typeface="Cambria Math" panose="02040503050406030204" pitchFamily="18" charset="0"/>
                          </a:rPr>
                        </m:ctrlPr>
                      </m:fPr>
                      <m:num>
                        <m:r>
                          <m:rPr>
                            <m:sty m:val="p"/>
                          </m:rPr>
                          <a:rPr lang="en-IN" b="0" i="0" smtClean="0">
                            <a:latin typeface="Cambria Math" panose="02040503050406030204" pitchFamily="18" charset="0"/>
                          </a:rPr>
                          <m:t>s</m:t>
                        </m:r>
                      </m:num>
                      <m:den>
                        <m:rad>
                          <m:radPr>
                            <m:degHide m:val="on"/>
                            <m:ctrlPr>
                              <a:rPr lang="en-US" i="1">
                                <a:latin typeface="Cambria Math" panose="02040503050406030204" pitchFamily="18" charset="0"/>
                              </a:rPr>
                            </m:ctrlPr>
                          </m:radPr>
                          <m:deg/>
                          <m:e>
                            <m:r>
                              <m:rPr>
                                <m:sty m:val="p"/>
                              </m:rPr>
                              <a:rPr lang="en-IN" i="0">
                                <a:latin typeface="Cambria Math" panose="02040503050406030204" pitchFamily="18" charset="0"/>
                              </a:rPr>
                              <m:t>n</m:t>
                            </m:r>
                            <m:r>
                              <a:rPr lang="en-IN" i="0">
                                <a:latin typeface="Cambria Math" panose="02040503050406030204" pitchFamily="18" charset="0"/>
                              </a:rPr>
                              <m:t> </m:t>
                            </m:r>
                          </m:e>
                        </m:rad>
                      </m:den>
                    </m:f>
                    <m:r>
                      <a:rPr lang="en-IN" b="0" i="0" smtClean="0">
                        <a:latin typeface="Cambria Math" panose="02040503050406030204" pitchFamily="18" charset="0"/>
                      </a:rPr>
                      <m:t>=</m:t>
                    </m:r>
                    <m:f>
                      <m:fPr>
                        <m:ctrlPr>
                          <a:rPr lang="en-IN" i="1">
                            <a:latin typeface="Cambria Math" panose="02040503050406030204" pitchFamily="18" charset="0"/>
                          </a:rPr>
                        </m:ctrlPr>
                      </m:fPr>
                      <m:num>
                        <m:r>
                          <a:rPr lang="en-IN" b="0" i="0" smtClean="0">
                            <a:latin typeface="Cambria Math" panose="02040503050406030204" pitchFamily="18" charset="0"/>
                          </a:rPr>
                          <m:t>180</m:t>
                        </m:r>
                      </m:num>
                      <m:den>
                        <m:r>
                          <a:rPr lang="en-IN" b="0" i="0" smtClean="0">
                            <a:latin typeface="Cambria Math" panose="02040503050406030204" pitchFamily="18" charset="0"/>
                          </a:rPr>
                          <m:t>14.1</m:t>
                        </m:r>
                      </m:den>
                    </m:f>
                    <m:r>
                      <a:rPr lang="en-IN" b="0" i="0" smtClean="0">
                        <a:latin typeface="Cambria Math" panose="02040503050406030204" pitchFamily="18" charset="0"/>
                      </a:rPr>
                      <m:t>=12.8</m:t>
                    </m:r>
                    <m:r>
                      <a:rPr lang="en-IN" b="0" i="1" smtClean="0">
                        <a:latin typeface="Cambria Math" panose="02040503050406030204" pitchFamily="18" charset="0"/>
                      </a:rPr>
                      <m:t> </m:t>
                    </m:r>
                  </m:oMath>
                </a14:m>
                <a:endParaRPr lang="en-IN" b="0" dirty="0"/>
              </a:p>
              <a:p>
                <a:pPr marL="1371600" lvl="3" indent="0">
                  <a:buNone/>
                </a:pPr>
                <a:endParaRPr lang="en-US" dirty="0"/>
              </a:p>
              <a:p>
                <a:pPr lvl="1"/>
                <a:endParaRPr lang="en-US" dirty="0"/>
              </a:p>
              <a:p>
                <a:pPr marL="457200" lvl="1" indent="0">
                  <a:buNone/>
                </a:pPr>
                <a:r>
                  <a:rPr lang="en-US" dirty="0"/>
                  <a:t> 	</a:t>
                </a:r>
                <a:endParaRPr lang="en-IN" dirty="0"/>
              </a:p>
              <a:p>
                <a:pPr marL="457200" lvl="1" indent="0">
                  <a:buNone/>
                </a:pPr>
                <a:endParaRPr lang="en-IN" dirty="0"/>
              </a:p>
              <a:p>
                <a:pPr marL="0" lvl="0" indent="0">
                  <a:buNone/>
                </a:pPr>
                <a:r>
                  <a:rPr lang="en-IN" dirty="0"/>
                  <a:t>	</a:t>
                </a:r>
              </a:p>
              <a:p>
                <a:pPr lvl="0"/>
                <a:endParaRPr lang="en-US" b="1" dirty="0"/>
              </a:p>
              <a:p>
                <a:pPr lvl="1"/>
                <a:endParaRPr lang="en-IN" dirty="0"/>
              </a:p>
              <a:p>
                <a:endParaRPr lang="en-IN" dirty="0"/>
              </a:p>
              <a:p>
                <a:pPr lvl="0"/>
                <a:endParaRPr lang="en-IN" dirty="0"/>
              </a:p>
              <a:p>
                <a:pPr lvl="0">
                  <a:lnSpc>
                    <a:spcPct val="145000"/>
                  </a:lnSpc>
                </a:pPr>
                <a:endParaRPr lang="en-US" dirty="0"/>
              </a:p>
            </p:txBody>
          </p:sp>
        </mc:Choice>
        <mc:Fallback xmlns="">
          <p:sp>
            <p:nvSpPr>
              <p:cNvPr id="3" name="Content Placeholder 2">
                <a:extLst>
                  <a:ext uri="{FF2B5EF4-FFF2-40B4-BE49-F238E27FC236}">
                    <a16:creationId xmlns:a16="http://schemas.microsoft.com/office/drawing/2014/main" id="{D0FDD43C-2F33-762C-82E8-1818F0AC0E66}"/>
                  </a:ext>
                </a:extLst>
              </p:cNvPr>
              <p:cNvSpPr>
                <a:spLocks noGrp="1" noRot="1" noChangeAspect="1" noMove="1" noResize="1" noEditPoints="1" noAdjustHandles="1" noChangeArrowheads="1" noChangeShapeType="1" noTextEdit="1"/>
              </p:cNvSpPr>
              <p:nvPr>
                <p:ph idx="1"/>
              </p:nvPr>
            </p:nvSpPr>
            <p:spPr>
              <a:xfrm>
                <a:off x="131180" y="728675"/>
                <a:ext cx="11929641" cy="5797855"/>
              </a:xfrm>
              <a:blipFill>
                <a:blip r:embed="rId2"/>
                <a:stretch>
                  <a:fillRect l="-971" r="-1074"/>
                </a:stretch>
              </a:blipFill>
            </p:spPr>
            <p:txBody>
              <a:bodyPr/>
              <a:lstStyle/>
              <a:p>
                <a:r>
                  <a:rPr lang="en-IN">
                    <a:noFill/>
                  </a:rPr>
                  <a:t> </a:t>
                </a:r>
              </a:p>
            </p:txBody>
          </p:sp>
        </mc:Fallback>
      </mc:AlternateContent>
      <p:sp>
        <p:nvSpPr>
          <p:cNvPr id="4" name="Rectangle: Rounded Corners 3">
            <a:extLst>
              <a:ext uri="{FF2B5EF4-FFF2-40B4-BE49-F238E27FC236}">
                <a16:creationId xmlns:a16="http://schemas.microsoft.com/office/drawing/2014/main" id="{9DB6C264-F2BF-284C-A776-F1E22581DBE8}"/>
              </a:ext>
            </a:extLst>
          </p:cNvPr>
          <p:cNvSpPr/>
          <p:nvPr/>
        </p:nvSpPr>
        <p:spPr>
          <a:xfrm>
            <a:off x="8778240" y="1131570"/>
            <a:ext cx="2983230" cy="1508760"/>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p>
          <a:p>
            <a:pPr algn="ctr"/>
            <a:r>
              <a:rPr lang="en-US" sz="2800" dirty="0"/>
              <a:t>Sample size : 200</a:t>
            </a:r>
          </a:p>
          <a:p>
            <a:pPr algn="ctr"/>
            <a:r>
              <a:rPr lang="en-US" sz="2800" dirty="0"/>
              <a:t>Mean : 500</a:t>
            </a:r>
          </a:p>
          <a:p>
            <a:pPr algn="ctr"/>
            <a:r>
              <a:rPr lang="en-US" sz="2800" dirty="0"/>
              <a:t>SD : 180</a:t>
            </a:r>
          </a:p>
          <a:p>
            <a:pPr algn="ctr"/>
            <a:endParaRPr lang="en-IN" sz="2800" dirty="0"/>
          </a:p>
        </p:txBody>
      </p:sp>
      <p:sp>
        <p:nvSpPr>
          <p:cNvPr id="5" name="Rectangle: Rounded Corners 4">
            <a:extLst>
              <a:ext uri="{FF2B5EF4-FFF2-40B4-BE49-F238E27FC236}">
                <a16:creationId xmlns:a16="http://schemas.microsoft.com/office/drawing/2014/main" id="{02AC7E13-9425-A6AB-45FA-2D09F8C9663A}"/>
              </a:ext>
            </a:extLst>
          </p:cNvPr>
          <p:cNvSpPr/>
          <p:nvPr/>
        </p:nvSpPr>
        <p:spPr>
          <a:xfrm>
            <a:off x="416929" y="5170170"/>
            <a:ext cx="11035931" cy="711200"/>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Note : SE formula may change. That is depends on context of the population.</a:t>
            </a:r>
          </a:p>
        </p:txBody>
      </p:sp>
    </p:spTree>
    <p:extLst>
      <p:ext uri="{BB962C8B-B14F-4D97-AF65-F5344CB8AC3E}">
        <p14:creationId xmlns:p14="http://schemas.microsoft.com/office/powerpoint/2010/main" val="3115971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5" grpId="0" animBg="1"/>
    </p:bld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E7CE11-3B44-A2D8-E300-C413F8F5AFE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6145C21-44ED-BBB2-E9D9-E44603639DCA}"/>
                  </a:ext>
                </a:extLst>
              </p:cNvPr>
              <p:cNvSpPr>
                <a:spLocks noGrp="1"/>
              </p:cNvSpPr>
              <p:nvPr>
                <p:ph idx="1"/>
              </p:nvPr>
            </p:nvSpPr>
            <p:spPr>
              <a:xfrm>
                <a:off x="131180" y="728675"/>
                <a:ext cx="11929641" cy="5797855"/>
              </a:xfrm>
            </p:spPr>
            <p:txBody>
              <a:bodyPr/>
              <a:lstStyle/>
              <a:p>
                <a:pPr lvl="0"/>
                <a:r>
                  <a:rPr lang="en-US" dirty="0"/>
                  <a:t>If </a:t>
                </a:r>
                <a14:m>
                  <m:oMath xmlns:m="http://schemas.openxmlformats.org/officeDocument/2006/math">
                    <m:r>
                      <m:rPr>
                        <m:sty m:val="p"/>
                      </m:rPr>
                      <a:rPr lang="en-US">
                        <a:latin typeface="Cambria Math" panose="02040503050406030204" pitchFamily="18" charset="0"/>
                      </a:rPr>
                      <m:t>t</m:t>
                    </m:r>
                  </m:oMath>
                </a14:m>
                <a:r>
                  <a:rPr lang="en-US" dirty="0"/>
                  <a:t> is any statistic, for large sample, then test statistics</a:t>
                </a:r>
              </a:p>
              <a:p>
                <a:pPr marL="457200" lvl="1" indent="0">
                  <a:buNone/>
                </a:pPr>
                <a:endParaRPr lang="en-IN" dirty="0"/>
              </a:p>
              <a:p>
                <a:pPr marL="0" lvl="0" indent="0">
                  <a:buNone/>
                </a:pPr>
                <a:r>
                  <a:rPr lang="en-IN" dirty="0"/>
                  <a:t>	</a:t>
                </a:r>
              </a:p>
              <a:p>
                <a:pPr lvl="0"/>
                <a:endParaRPr lang="en-US" b="1" dirty="0"/>
              </a:p>
              <a:p>
                <a:pPr lvl="1"/>
                <a:endParaRPr lang="en-IN" dirty="0"/>
              </a:p>
              <a:p>
                <a:endParaRPr lang="en-IN" dirty="0"/>
              </a:p>
              <a:p>
                <a:pPr marL="0" lvl="0" indent="0">
                  <a:buNone/>
                </a:pPr>
                <a:endParaRPr lang="en-IN" dirty="0"/>
              </a:p>
              <a:p>
                <a:pPr lvl="0">
                  <a:lnSpc>
                    <a:spcPct val="145000"/>
                  </a:lnSpc>
                </a:pPr>
                <a:endParaRPr lang="en-US" dirty="0"/>
              </a:p>
            </p:txBody>
          </p:sp>
        </mc:Choice>
        <mc:Fallback xmlns="">
          <p:sp>
            <p:nvSpPr>
              <p:cNvPr id="3" name="Content Placeholder 2">
                <a:extLst>
                  <a:ext uri="{FF2B5EF4-FFF2-40B4-BE49-F238E27FC236}">
                    <a16:creationId xmlns:a16="http://schemas.microsoft.com/office/drawing/2014/main" id="{46145C21-44ED-BBB2-E9D9-E44603639DCA}"/>
                  </a:ext>
                </a:extLst>
              </p:cNvPr>
              <p:cNvSpPr>
                <a:spLocks noGrp="1" noRot="1" noChangeAspect="1" noMove="1" noResize="1" noEditPoints="1" noAdjustHandles="1" noChangeArrowheads="1" noChangeShapeType="1" noTextEdit="1"/>
              </p:cNvSpPr>
              <p:nvPr>
                <p:ph idx="1"/>
              </p:nvPr>
            </p:nvSpPr>
            <p:spPr>
              <a:xfrm>
                <a:off x="131180" y="728675"/>
                <a:ext cx="11929641" cy="5797855"/>
              </a:xfrm>
              <a:blipFill>
                <a:blip r:embed="rId2"/>
                <a:stretch>
                  <a:fillRect l="-971"/>
                </a:stretch>
              </a:blipFill>
            </p:spPr>
            <p:txBody>
              <a:bodyPr/>
              <a:lstStyle/>
              <a:p>
                <a:r>
                  <a:rPr lang="en-IN">
                    <a:noFill/>
                  </a:rPr>
                  <a:t> </a:t>
                </a:r>
              </a:p>
            </p:txBody>
          </p:sp>
        </mc:Fallback>
      </mc:AlternateContent>
      <p:sp>
        <p:nvSpPr>
          <p:cNvPr id="2" name="Title 1">
            <a:extLst>
              <a:ext uri="{FF2B5EF4-FFF2-40B4-BE49-F238E27FC236}">
                <a16:creationId xmlns:a16="http://schemas.microsoft.com/office/drawing/2014/main" id="{B4169D46-15CA-0B69-F30B-41F4FA743348}"/>
              </a:ext>
            </a:extLst>
          </p:cNvPr>
          <p:cNvSpPr>
            <a:spLocks noGrp="1"/>
          </p:cNvSpPr>
          <p:nvPr>
            <p:ph type="title"/>
          </p:nvPr>
        </p:nvSpPr>
        <p:spPr/>
        <p:txBody>
          <a:bodyPr/>
          <a:lstStyle/>
          <a:p>
            <a:r>
              <a:rPr lang="en-US" dirty="0"/>
              <a:t>Test Statistics </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541BF30-8B52-BF10-8AC6-5D260D64EC83}"/>
                  </a:ext>
                </a:extLst>
              </p:cNvPr>
              <p:cNvSpPr txBox="1"/>
              <p:nvPr/>
            </p:nvSpPr>
            <p:spPr>
              <a:xfrm>
                <a:off x="508000" y="3060700"/>
                <a:ext cx="2171700" cy="98943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IN" sz="2800" b="0" i="0" smtClean="0">
                          <a:solidFill>
                            <a:srgbClr val="FF0000"/>
                          </a:solidFill>
                          <a:latin typeface="Cambria Math" panose="02040503050406030204" pitchFamily="18" charset="0"/>
                        </a:rPr>
                        <m:t>Z</m:t>
                      </m:r>
                      <m:r>
                        <a:rPr lang="en-IN" sz="2800" b="0" i="0" smtClean="0">
                          <a:solidFill>
                            <a:srgbClr val="FF0000"/>
                          </a:solidFill>
                          <a:latin typeface="Cambria Math" panose="02040503050406030204" pitchFamily="18" charset="0"/>
                        </a:rPr>
                        <m:t>=</m:t>
                      </m:r>
                      <m:f>
                        <m:fPr>
                          <m:ctrlPr>
                            <a:rPr lang="en-IN" sz="2800" b="0" i="1" smtClean="0">
                              <a:solidFill>
                                <a:srgbClr val="FF0000"/>
                              </a:solidFill>
                              <a:latin typeface="Cambria Math" panose="02040503050406030204" pitchFamily="18" charset="0"/>
                            </a:rPr>
                          </m:ctrlPr>
                        </m:fPr>
                        <m:num>
                          <m:r>
                            <m:rPr>
                              <m:sty m:val="p"/>
                            </m:rPr>
                            <a:rPr lang="en-IN" sz="2800" b="0" i="0" smtClean="0">
                              <a:solidFill>
                                <a:srgbClr val="FF0000"/>
                              </a:solidFill>
                              <a:latin typeface="Cambria Math" panose="02040503050406030204" pitchFamily="18" charset="0"/>
                            </a:rPr>
                            <m:t>t</m:t>
                          </m:r>
                          <m:r>
                            <a:rPr lang="en-IN" sz="2800" b="0" i="0" smtClean="0">
                              <a:solidFill>
                                <a:srgbClr val="FF0000"/>
                              </a:solidFill>
                              <a:latin typeface="Cambria Math" panose="02040503050406030204" pitchFamily="18" charset="0"/>
                            </a:rPr>
                            <m:t>−</m:t>
                          </m:r>
                          <m:r>
                            <m:rPr>
                              <m:sty m:val="p"/>
                            </m:rPr>
                            <a:rPr lang="en-IN" sz="2800" b="0" i="0" smtClean="0">
                              <a:solidFill>
                                <a:srgbClr val="FF0000"/>
                              </a:solidFill>
                              <a:latin typeface="Cambria Math" panose="02040503050406030204" pitchFamily="18" charset="0"/>
                            </a:rPr>
                            <m:t>E</m:t>
                          </m:r>
                          <m:r>
                            <a:rPr lang="en-IN" sz="2800" b="0" i="0" smtClean="0">
                              <a:solidFill>
                                <a:srgbClr val="FF0000"/>
                              </a:solidFill>
                              <a:latin typeface="Cambria Math" panose="02040503050406030204" pitchFamily="18" charset="0"/>
                            </a:rPr>
                            <m:t>(</m:t>
                          </m:r>
                          <m:r>
                            <m:rPr>
                              <m:sty m:val="p"/>
                            </m:rPr>
                            <a:rPr lang="en-IN" sz="2800" b="0" i="0" smtClean="0">
                              <a:solidFill>
                                <a:srgbClr val="FF0000"/>
                              </a:solidFill>
                              <a:latin typeface="Cambria Math" panose="02040503050406030204" pitchFamily="18" charset="0"/>
                            </a:rPr>
                            <m:t>t</m:t>
                          </m:r>
                          <m:r>
                            <a:rPr lang="en-IN" sz="2800" b="0" i="0" smtClean="0">
                              <a:solidFill>
                                <a:srgbClr val="FF0000"/>
                              </a:solidFill>
                              <a:latin typeface="Cambria Math" panose="02040503050406030204" pitchFamily="18" charset="0"/>
                            </a:rPr>
                            <m:t>)</m:t>
                          </m:r>
                        </m:num>
                        <m:den>
                          <m:r>
                            <m:rPr>
                              <m:sty m:val="p"/>
                            </m:rPr>
                            <a:rPr lang="en-IN" sz="2800" b="0" i="0" smtClean="0">
                              <a:solidFill>
                                <a:srgbClr val="FF0000"/>
                              </a:solidFill>
                              <a:latin typeface="Cambria Math" panose="02040503050406030204" pitchFamily="18" charset="0"/>
                            </a:rPr>
                            <m:t>SE</m:t>
                          </m:r>
                          <m:r>
                            <a:rPr lang="en-IN" sz="2800" b="0" i="0" smtClean="0">
                              <a:solidFill>
                                <a:srgbClr val="FF0000"/>
                              </a:solidFill>
                              <a:latin typeface="Cambria Math" panose="02040503050406030204" pitchFamily="18" charset="0"/>
                            </a:rPr>
                            <m:t>(</m:t>
                          </m:r>
                          <m:r>
                            <m:rPr>
                              <m:sty m:val="p"/>
                            </m:rPr>
                            <a:rPr lang="en-IN" sz="2800" b="0" i="0" smtClean="0">
                              <a:solidFill>
                                <a:srgbClr val="FF0000"/>
                              </a:solidFill>
                              <a:latin typeface="Cambria Math" panose="02040503050406030204" pitchFamily="18" charset="0"/>
                            </a:rPr>
                            <m:t>t</m:t>
                          </m:r>
                          <m:r>
                            <a:rPr lang="en-IN" sz="2800" b="0" i="0" smtClean="0">
                              <a:solidFill>
                                <a:srgbClr val="FF0000"/>
                              </a:solidFill>
                              <a:latin typeface="Cambria Math" panose="02040503050406030204" pitchFamily="18" charset="0"/>
                            </a:rPr>
                            <m:t>)</m:t>
                          </m:r>
                        </m:den>
                      </m:f>
                    </m:oMath>
                  </m:oMathPara>
                </a14:m>
                <a:endParaRPr lang="en-IN" sz="2800" dirty="0">
                  <a:solidFill>
                    <a:srgbClr val="FF0000"/>
                  </a:solidFill>
                </a:endParaRPr>
              </a:p>
            </p:txBody>
          </p:sp>
        </mc:Choice>
        <mc:Fallback xmlns="">
          <p:sp>
            <p:nvSpPr>
              <p:cNvPr id="4" name="TextBox 3">
                <a:extLst>
                  <a:ext uri="{FF2B5EF4-FFF2-40B4-BE49-F238E27FC236}">
                    <a16:creationId xmlns:a16="http://schemas.microsoft.com/office/drawing/2014/main" id="{6541BF30-8B52-BF10-8AC6-5D260D64EC83}"/>
                  </a:ext>
                </a:extLst>
              </p:cNvPr>
              <p:cNvSpPr txBox="1">
                <a:spLocks noRot="1" noChangeAspect="1" noMove="1" noResize="1" noEditPoints="1" noAdjustHandles="1" noChangeArrowheads="1" noChangeShapeType="1" noTextEdit="1"/>
              </p:cNvSpPr>
              <p:nvPr/>
            </p:nvSpPr>
            <p:spPr>
              <a:xfrm>
                <a:off x="508000" y="3060700"/>
                <a:ext cx="2171700" cy="989438"/>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162FD98-663A-95AA-2253-04BBF36B0F27}"/>
                  </a:ext>
                </a:extLst>
              </p:cNvPr>
              <p:cNvSpPr txBox="1"/>
              <p:nvPr/>
            </p:nvSpPr>
            <p:spPr>
              <a:xfrm>
                <a:off x="2438400" y="3293809"/>
                <a:ext cx="1689100"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IN" sz="2800" b="0" i="0" smtClean="0">
                          <a:solidFill>
                            <a:srgbClr val="FF0000"/>
                          </a:solidFill>
                          <a:latin typeface="Cambria Math" panose="02040503050406030204" pitchFamily="18" charset="0"/>
                          <a:ea typeface="Cambria Math" panose="02040503050406030204" pitchFamily="18" charset="0"/>
                        </a:rPr>
                        <m:t>~ </m:t>
                      </m:r>
                      <m:r>
                        <m:rPr>
                          <m:sty m:val="p"/>
                        </m:rPr>
                        <a:rPr lang="en-IN" sz="2800" b="0" i="0" smtClean="0">
                          <a:solidFill>
                            <a:srgbClr val="FF0000"/>
                          </a:solidFill>
                          <a:latin typeface="Cambria Math" panose="02040503050406030204" pitchFamily="18" charset="0"/>
                        </a:rPr>
                        <m:t>N</m:t>
                      </m:r>
                      <m:r>
                        <a:rPr lang="en-IN" sz="2800" b="0" i="0" smtClean="0">
                          <a:solidFill>
                            <a:srgbClr val="FF0000"/>
                          </a:solidFill>
                          <a:latin typeface="Cambria Math" panose="02040503050406030204" pitchFamily="18" charset="0"/>
                        </a:rPr>
                        <m:t>(0, 1)</m:t>
                      </m:r>
                    </m:oMath>
                  </m:oMathPara>
                </a14:m>
                <a:endParaRPr lang="en-IN" sz="2800" dirty="0">
                  <a:solidFill>
                    <a:srgbClr val="FF0000"/>
                  </a:solidFill>
                </a:endParaRPr>
              </a:p>
            </p:txBody>
          </p:sp>
        </mc:Choice>
        <mc:Fallback xmlns="">
          <p:sp>
            <p:nvSpPr>
              <p:cNvPr id="5" name="TextBox 4">
                <a:extLst>
                  <a:ext uri="{FF2B5EF4-FFF2-40B4-BE49-F238E27FC236}">
                    <a16:creationId xmlns:a16="http://schemas.microsoft.com/office/drawing/2014/main" id="{5162FD98-663A-95AA-2253-04BBF36B0F27}"/>
                  </a:ext>
                </a:extLst>
              </p:cNvPr>
              <p:cNvSpPr txBox="1">
                <a:spLocks noRot="1" noChangeAspect="1" noMove="1" noResize="1" noEditPoints="1" noAdjustHandles="1" noChangeArrowheads="1" noChangeShapeType="1" noTextEdit="1"/>
              </p:cNvSpPr>
              <p:nvPr/>
            </p:nvSpPr>
            <p:spPr>
              <a:xfrm>
                <a:off x="2438400" y="3293809"/>
                <a:ext cx="1689100" cy="523220"/>
              </a:xfrm>
              <a:prstGeom prst="rect">
                <a:avLst/>
              </a:prstGeom>
              <a:blipFill>
                <a:blip r:embed="rId4"/>
                <a:stretch>
                  <a:fillRect/>
                </a:stretch>
              </a:blipFill>
            </p:spPr>
            <p:txBody>
              <a:bodyPr/>
              <a:lstStyle/>
              <a:p>
                <a:r>
                  <a:rPr lang="en-IN">
                    <a:noFill/>
                  </a:rPr>
                  <a:t> </a:t>
                </a:r>
              </a:p>
            </p:txBody>
          </p:sp>
        </mc:Fallback>
      </mc:AlternateContent>
      <p:sp>
        <p:nvSpPr>
          <p:cNvPr id="6" name="TextBox 5">
            <a:extLst>
              <a:ext uri="{FF2B5EF4-FFF2-40B4-BE49-F238E27FC236}">
                <a16:creationId xmlns:a16="http://schemas.microsoft.com/office/drawing/2014/main" id="{D534EA9A-67B5-034C-4056-9952817D164C}"/>
              </a:ext>
            </a:extLst>
          </p:cNvPr>
          <p:cNvSpPr txBox="1"/>
          <p:nvPr/>
        </p:nvSpPr>
        <p:spPr>
          <a:xfrm>
            <a:off x="4322456" y="2127553"/>
            <a:ext cx="3055232" cy="523220"/>
          </a:xfrm>
          <a:prstGeom prst="rect">
            <a:avLst/>
          </a:prstGeom>
          <a:noFill/>
        </p:spPr>
        <p:txBody>
          <a:bodyPr wrap="square" rtlCol="0">
            <a:spAutoFit/>
          </a:bodyPr>
          <a:lstStyle/>
          <a:p>
            <a:r>
              <a:rPr lang="en-IN" sz="2800" b="0" i="0" dirty="0">
                <a:solidFill>
                  <a:srgbClr val="002060"/>
                </a:solidFill>
                <a:latin typeface="+mj-lt"/>
                <a:ea typeface="Cambria Math" panose="02040503050406030204" pitchFamily="18" charset="0"/>
              </a:rPr>
              <a:t>Expected value of t</a:t>
            </a:r>
            <a:endParaRPr lang="en-IN" sz="2800" dirty="0">
              <a:solidFill>
                <a:srgbClr val="002060"/>
              </a:solidFill>
              <a:latin typeface="+mj-lt"/>
            </a:endParaRPr>
          </a:p>
        </p:txBody>
      </p:sp>
      <p:sp>
        <p:nvSpPr>
          <p:cNvPr id="7" name="TextBox 6">
            <a:extLst>
              <a:ext uri="{FF2B5EF4-FFF2-40B4-BE49-F238E27FC236}">
                <a16:creationId xmlns:a16="http://schemas.microsoft.com/office/drawing/2014/main" id="{0B4A696C-791C-87FE-14E3-86C725D210C0}"/>
              </a:ext>
            </a:extLst>
          </p:cNvPr>
          <p:cNvSpPr txBox="1"/>
          <p:nvPr/>
        </p:nvSpPr>
        <p:spPr>
          <a:xfrm>
            <a:off x="4104640" y="4398911"/>
            <a:ext cx="3058156" cy="523220"/>
          </a:xfrm>
          <a:prstGeom prst="rect">
            <a:avLst/>
          </a:prstGeom>
          <a:noFill/>
        </p:spPr>
        <p:txBody>
          <a:bodyPr wrap="square" rtlCol="0">
            <a:spAutoFit/>
          </a:bodyPr>
          <a:lstStyle/>
          <a:p>
            <a:r>
              <a:rPr lang="en-IN" sz="2800" b="0" i="0" dirty="0">
                <a:solidFill>
                  <a:srgbClr val="002060"/>
                </a:solidFill>
                <a:latin typeface="+mj-lt"/>
                <a:ea typeface="Cambria Math" panose="02040503050406030204" pitchFamily="18" charset="0"/>
              </a:rPr>
              <a:t>Standard error of t</a:t>
            </a:r>
            <a:endParaRPr lang="en-IN" sz="2800" dirty="0">
              <a:solidFill>
                <a:srgbClr val="002060"/>
              </a:solidFill>
            </a:endParaRPr>
          </a:p>
        </p:txBody>
      </p:sp>
      <p:grpSp>
        <p:nvGrpSpPr>
          <p:cNvPr id="15" name="Group 14">
            <a:extLst>
              <a:ext uri="{FF2B5EF4-FFF2-40B4-BE49-F238E27FC236}">
                <a16:creationId xmlns:a16="http://schemas.microsoft.com/office/drawing/2014/main" id="{08C48D18-D6B9-3472-E2F2-1A0B26B073AF}"/>
              </a:ext>
            </a:extLst>
          </p:cNvPr>
          <p:cNvGrpSpPr/>
          <p:nvPr/>
        </p:nvGrpSpPr>
        <p:grpSpPr>
          <a:xfrm>
            <a:off x="2011504" y="2322969"/>
            <a:ext cx="2302583" cy="736595"/>
            <a:chOff x="7522636" y="2129710"/>
            <a:chExt cx="2302583" cy="736595"/>
          </a:xfrm>
        </p:grpSpPr>
        <p:grpSp>
          <p:nvGrpSpPr>
            <p:cNvPr id="12" name="Group 11">
              <a:extLst>
                <a:ext uri="{FF2B5EF4-FFF2-40B4-BE49-F238E27FC236}">
                  <a16:creationId xmlns:a16="http://schemas.microsoft.com/office/drawing/2014/main" id="{9B4BBD71-1F89-771B-321F-6B2EFE95DE60}"/>
                </a:ext>
              </a:extLst>
            </p:cNvPr>
            <p:cNvGrpSpPr/>
            <p:nvPr/>
          </p:nvGrpSpPr>
          <p:grpSpPr>
            <a:xfrm>
              <a:off x="7596716" y="2218951"/>
              <a:ext cx="2114550" cy="533302"/>
              <a:chOff x="7596716" y="2218951"/>
              <a:chExt cx="2114550" cy="533302"/>
            </a:xfrm>
          </p:grpSpPr>
          <p:cxnSp>
            <p:nvCxnSpPr>
              <p:cNvPr id="9" name="Straight Connector 8">
                <a:extLst>
                  <a:ext uri="{FF2B5EF4-FFF2-40B4-BE49-F238E27FC236}">
                    <a16:creationId xmlns:a16="http://schemas.microsoft.com/office/drawing/2014/main" id="{EAB6A1C0-66F2-40EB-E9A8-63B99B902952}"/>
                  </a:ext>
                </a:extLst>
              </p:cNvPr>
              <p:cNvCxnSpPr/>
              <p:nvPr/>
            </p:nvCxnSpPr>
            <p:spPr>
              <a:xfrm>
                <a:off x="7620000" y="2218951"/>
                <a:ext cx="0" cy="533302"/>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C2A1495-1CC6-7409-49F7-1D50F08E53F7}"/>
                  </a:ext>
                </a:extLst>
              </p:cNvPr>
              <p:cNvCxnSpPr/>
              <p:nvPr/>
            </p:nvCxnSpPr>
            <p:spPr>
              <a:xfrm>
                <a:off x="7596716" y="2222500"/>
                <a:ext cx="211455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 name="Isosceles Triangle 12">
              <a:extLst>
                <a:ext uri="{FF2B5EF4-FFF2-40B4-BE49-F238E27FC236}">
                  <a16:creationId xmlns:a16="http://schemas.microsoft.com/office/drawing/2014/main" id="{0E87FAC8-EBE1-FE9F-246C-35B77AFE567C}"/>
                </a:ext>
              </a:extLst>
            </p:cNvPr>
            <p:cNvSpPr/>
            <p:nvPr/>
          </p:nvSpPr>
          <p:spPr>
            <a:xfrm rot="5400000">
              <a:off x="9668931" y="2168149"/>
              <a:ext cx="194727" cy="117849"/>
            </a:xfrm>
            <a:prstGeom prs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4" name="Isosceles Triangle 13">
              <a:extLst>
                <a:ext uri="{FF2B5EF4-FFF2-40B4-BE49-F238E27FC236}">
                  <a16:creationId xmlns:a16="http://schemas.microsoft.com/office/drawing/2014/main" id="{5BAFFCF7-8F72-1F71-C380-C7CB245DE6E5}"/>
                </a:ext>
              </a:extLst>
            </p:cNvPr>
            <p:cNvSpPr/>
            <p:nvPr/>
          </p:nvSpPr>
          <p:spPr>
            <a:xfrm rot="10800000">
              <a:off x="7522636" y="2748456"/>
              <a:ext cx="194727" cy="117849"/>
            </a:xfrm>
            <a:prstGeom prs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grpSp>
      <p:grpSp>
        <p:nvGrpSpPr>
          <p:cNvPr id="16" name="Group 15">
            <a:extLst>
              <a:ext uri="{FF2B5EF4-FFF2-40B4-BE49-F238E27FC236}">
                <a16:creationId xmlns:a16="http://schemas.microsoft.com/office/drawing/2014/main" id="{46A4627B-CD21-EB3C-7A66-610DCC19CA51}"/>
              </a:ext>
            </a:extLst>
          </p:cNvPr>
          <p:cNvGrpSpPr/>
          <p:nvPr/>
        </p:nvGrpSpPr>
        <p:grpSpPr>
          <a:xfrm flipV="1">
            <a:off x="1778573" y="4024251"/>
            <a:ext cx="2302583" cy="736595"/>
            <a:chOff x="7522636" y="2129710"/>
            <a:chExt cx="2302583" cy="736595"/>
          </a:xfrm>
        </p:grpSpPr>
        <p:grpSp>
          <p:nvGrpSpPr>
            <p:cNvPr id="17" name="Group 16">
              <a:extLst>
                <a:ext uri="{FF2B5EF4-FFF2-40B4-BE49-F238E27FC236}">
                  <a16:creationId xmlns:a16="http://schemas.microsoft.com/office/drawing/2014/main" id="{485E403D-FD93-D468-5944-0B64306A51AF}"/>
                </a:ext>
              </a:extLst>
            </p:cNvPr>
            <p:cNvGrpSpPr/>
            <p:nvPr/>
          </p:nvGrpSpPr>
          <p:grpSpPr>
            <a:xfrm>
              <a:off x="7596716" y="2218951"/>
              <a:ext cx="2114550" cy="533302"/>
              <a:chOff x="7596716" y="2218951"/>
              <a:chExt cx="2114550" cy="533302"/>
            </a:xfrm>
          </p:grpSpPr>
          <p:cxnSp>
            <p:nvCxnSpPr>
              <p:cNvPr id="20" name="Straight Connector 19">
                <a:extLst>
                  <a:ext uri="{FF2B5EF4-FFF2-40B4-BE49-F238E27FC236}">
                    <a16:creationId xmlns:a16="http://schemas.microsoft.com/office/drawing/2014/main" id="{27DDB738-9D1A-79AD-A820-92EFB3C7F139}"/>
                  </a:ext>
                </a:extLst>
              </p:cNvPr>
              <p:cNvCxnSpPr/>
              <p:nvPr/>
            </p:nvCxnSpPr>
            <p:spPr>
              <a:xfrm>
                <a:off x="7620000" y="2218951"/>
                <a:ext cx="0" cy="533302"/>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60F5ED9-478D-84FF-7C58-0BC726FBB74B}"/>
                  </a:ext>
                </a:extLst>
              </p:cNvPr>
              <p:cNvCxnSpPr/>
              <p:nvPr/>
            </p:nvCxnSpPr>
            <p:spPr>
              <a:xfrm>
                <a:off x="7596716" y="2222500"/>
                <a:ext cx="211455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8" name="Isosceles Triangle 17">
              <a:extLst>
                <a:ext uri="{FF2B5EF4-FFF2-40B4-BE49-F238E27FC236}">
                  <a16:creationId xmlns:a16="http://schemas.microsoft.com/office/drawing/2014/main" id="{3738EE60-5692-7853-2ACD-F583C8A67231}"/>
                </a:ext>
              </a:extLst>
            </p:cNvPr>
            <p:cNvSpPr/>
            <p:nvPr/>
          </p:nvSpPr>
          <p:spPr>
            <a:xfrm rot="5400000">
              <a:off x="9668931" y="2168149"/>
              <a:ext cx="194727" cy="117849"/>
            </a:xfrm>
            <a:prstGeom prs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9" name="Isosceles Triangle 18">
              <a:extLst>
                <a:ext uri="{FF2B5EF4-FFF2-40B4-BE49-F238E27FC236}">
                  <a16:creationId xmlns:a16="http://schemas.microsoft.com/office/drawing/2014/main" id="{89DAFC16-274C-E2DB-4C68-708D6A946292}"/>
                </a:ext>
              </a:extLst>
            </p:cNvPr>
            <p:cNvSpPr/>
            <p:nvPr/>
          </p:nvSpPr>
          <p:spPr>
            <a:xfrm rot="10800000">
              <a:off x="7522636" y="2748456"/>
              <a:ext cx="194727" cy="117849"/>
            </a:xfrm>
            <a:prstGeom prs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grpSp>
      <p:sp>
        <p:nvSpPr>
          <p:cNvPr id="23" name="TextBox 22">
            <a:extLst>
              <a:ext uri="{FF2B5EF4-FFF2-40B4-BE49-F238E27FC236}">
                <a16:creationId xmlns:a16="http://schemas.microsoft.com/office/drawing/2014/main" id="{D372F5B0-DAB9-3EC2-B728-080B43861124}"/>
              </a:ext>
            </a:extLst>
          </p:cNvPr>
          <p:cNvSpPr txBox="1"/>
          <p:nvPr/>
        </p:nvSpPr>
        <p:spPr>
          <a:xfrm>
            <a:off x="4081156" y="3070144"/>
            <a:ext cx="3721099" cy="954107"/>
          </a:xfrm>
          <a:prstGeom prst="rect">
            <a:avLst/>
          </a:prstGeom>
          <a:noFill/>
        </p:spPr>
        <p:txBody>
          <a:bodyPr wrap="square">
            <a:spAutoFit/>
          </a:bodyPr>
          <a:lstStyle/>
          <a:p>
            <a:r>
              <a:rPr lang="en-US" sz="2800" dirty="0">
                <a:solidFill>
                  <a:srgbClr val="002060"/>
                </a:solidFill>
                <a:effectLst/>
                <a:latin typeface="+mj-lt"/>
                <a:ea typeface="Calibri" panose="020F0502020204030204" pitchFamily="34" charset="0"/>
                <a:cs typeface="Shruti" panose="020B0502040204020203" pitchFamily="34" charset="0"/>
              </a:rPr>
              <a:t>normally distributed with </a:t>
            </a:r>
          </a:p>
          <a:p>
            <a:r>
              <a:rPr lang="en-US" sz="2800" dirty="0">
                <a:solidFill>
                  <a:srgbClr val="002060"/>
                </a:solidFill>
                <a:effectLst/>
                <a:latin typeface="+mj-lt"/>
                <a:ea typeface="Calibri" panose="020F0502020204030204" pitchFamily="34" charset="0"/>
                <a:cs typeface="Shruti" panose="020B0502040204020203" pitchFamily="34" charset="0"/>
              </a:rPr>
              <a:t>mean 0 and variance 1</a:t>
            </a:r>
            <a:endParaRPr lang="en-IN" sz="2800" dirty="0">
              <a:solidFill>
                <a:srgbClr val="002060"/>
              </a:solidFill>
              <a:latin typeface="+mj-lt"/>
            </a:endParaRPr>
          </a:p>
        </p:txBody>
      </p:sp>
    </p:spTree>
    <p:extLst>
      <p:ext uri="{BB962C8B-B14F-4D97-AF65-F5344CB8AC3E}">
        <p14:creationId xmlns:p14="http://schemas.microsoft.com/office/powerpoint/2010/main" val="3917983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wipe(down)">
                                      <p:cBhvr>
                                        <p:cTn id="19" dur="500"/>
                                        <p:tgtEl>
                                          <p:spTgt spid="15"/>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nodeType="click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wipe(up)">
                                      <p:cBhvr>
                                        <p:cTn id="28" dur="500"/>
                                        <p:tgtEl>
                                          <p:spTgt spid="16"/>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p:bldP spid="5" grpId="0"/>
      <p:bldP spid="6" grpId="0"/>
      <p:bldP spid="7" grpId="0"/>
      <p:bldP spid="23" grpId="0"/>
    </p:bld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9A005-B07B-AC45-E1C1-1743FF1887B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9F4A1F-B9C9-A361-245C-6F667B7AFC9F}"/>
              </a:ext>
            </a:extLst>
          </p:cNvPr>
          <p:cNvSpPr>
            <a:spLocks noGrp="1"/>
          </p:cNvSpPr>
          <p:nvPr>
            <p:ph idx="1"/>
          </p:nvPr>
        </p:nvSpPr>
        <p:spPr>
          <a:xfrm>
            <a:off x="131180" y="728675"/>
            <a:ext cx="11929641" cy="5797855"/>
          </a:xfrm>
        </p:spPr>
        <p:txBody>
          <a:bodyPr/>
          <a:lstStyle/>
          <a:p>
            <a:pPr lvl="0"/>
            <a:r>
              <a:rPr lang="en-US" dirty="0"/>
              <a:t>The confidence interval is the </a:t>
            </a:r>
            <a:r>
              <a:rPr lang="en-US" b="1" dirty="0">
                <a:solidFill>
                  <a:srgbClr val="FF0000"/>
                </a:solidFill>
              </a:rPr>
              <a:t>range of values that you expect your estimate to fall between a certain percentage of the time if you run your experiment again</a:t>
            </a:r>
            <a:r>
              <a:rPr lang="en-US" dirty="0"/>
              <a:t> or re-sample from the population in the same way.</a:t>
            </a:r>
          </a:p>
          <a:p>
            <a:pPr lvl="0"/>
            <a:r>
              <a:rPr lang="en-US" b="1" dirty="0">
                <a:solidFill>
                  <a:srgbClr val="FF0000"/>
                </a:solidFill>
              </a:rPr>
              <a:t>Confidence</a:t>
            </a:r>
            <a:r>
              <a:rPr lang="en-US" dirty="0"/>
              <a:t>, in statistics, is another way to describe probability. </a:t>
            </a:r>
          </a:p>
          <a:p>
            <a:pPr lvl="0"/>
            <a:r>
              <a:rPr lang="en-US" b="1" dirty="0">
                <a:solidFill>
                  <a:schemeClr val="accent6">
                    <a:lumMod val="75000"/>
                  </a:schemeClr>
                </a:solidFill>
              </a:rPr>
              <a:t>For example:</a:t>
            </a:r>
          </a:p>
          <a:p>
            <a:pPr lvl="1"/>
            <a:r>
              <a:rPr lang="en-US" dirty="0"/>
              <a:t>If you construct a confidence interval with a 95% confidence level, you are confident that 95 out of 100 times the estimate will fall between the upper and lower values specified by the confidence interval.</a:t>
            </a:r>
            <a:endParaRPr lang="en-IN" dirty="0"/>
          </a:p>
          <a:p>
            <a:pPr marL="0" lvl="0" indent="0">
              <a:buNone/>
            </a:pPr>
            <a:r>
              <a:rPr lang="en-IN" dirty="0"/>
              <a:t>	</a:t>
            </a:r>
          </a:p>
          <a:p>
            <a:pPr lvl="0"/>
            <a:endParaRPr lang="en-US" b="1" dirty="0"/>
          </a:p>
          <a:p>
            <a:pPr lvl="1"/>
            <a:endParaRPr lang="en-IN" dirty="0"/>
          </a:p>
          <a:p>
            <a:endParaRPr lang="en-IN" dirty="0"/>
          </a:p>
          <a:p>
            <a:pPr marL="0" lvl="0" indent="0">
              <a:buNone/>
            </a:pPr>
            <a:endParaRPr lang="en-IN" dirty="0"/>
          </a:p>
          <a:p>
            <a:pPr lvl="0">
              <a:lnSpc>
                <a:spcPct val="145000"/>
              </a:lnSpc>
            </a:pPr>
            <a:endParaRPr lang="en-US" dirty="0"/>
          </a:p>
        </p:txBody>
      </p:sp>
      <p:sp>
        <p:nvSpPr>
          <p:cNvPr id="2" name="Title 1">
            <a:extLst>
              <a:ext uri="{FF2B5EF4-FFF2-40B4-BE49-F238E27FC236}">
                <a16:creationId xmlns:a16="http://schemas.microsoft.com/office/drawing/2014/main" id="{9220495D-E00F-39D5-25EB-71EFB9AC913A}"/>
              </a:ext>
            </a:extLst>
          </p:cNvPr>
          <p:cNvSpPr>
            <a:spLocks noGrp="1"/>
          </p:cNvSpPr>
          <p:nvPr>
            <p:ph type="title"/>
          </p:nvPr>
        </p:nvSpPr>
        <p:spPr/>
        <p:txBody>
          <a:bodyPr/>
          <a:lstStyle/>
          <a:p>
            <a:r>
              <a:rPr lang="en-US" dirty="0"/>
              <a:t>Confidence Limit or Confidence Interval  </a:t>
            </a:r>
          </a:p>
        </p:txBody>
      </p:sp>
    </p:spTree>
    <p:extLst>
      <p:ext uri="{BB962C8B-B14F-4D97-AF65-F5344CB8AC3E}">
        <p14:creationId xmlns:p14="http://schemas.microsoft.com/office/powerpoint/2010/main" val="3564689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37620-1231-6398-D9FC-3D4DE743805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A581EBA-F4BD-A005-FDCC-0612924987A0}"/>
                  </a:ext>
                </a:extLst>
              </p:cNvPr>
              <p:cNvSpPr>
                <a:spLocks noGrp="1"/>
              </p:cNvSpPr>
              <p:nvPr>
                <p:ph idx="1"/>
              </p:nvPr>
            </p:nvSpPr>
            <p:spPr>
              <a:xfrm>
                <a:off x="131180" y="728675"/>
                <a:ext cx="11929641" cy="5797855"/>
              </a:xfrm>
            </p:spPr>
            <p:txBody>
              <a:bodyPr/>
              <a:lstStyle/>
              <a:p>
                <a:pPr marL="514350" lvl="0" indent="-514350">
                  <a:lnSpc>
                    <a:spcPct val="200000"/>
                  </a:lnSpc>
                  <a:buFont typeface="+mj-lt"/>
                  <a:buAutoNum type="arabicParenR"/>
                </a:pPr>
                <a:r>
                  <a:rPr lang="en-US" dirty="0"/>
                  <a:t>Set up Null Hypothesis </a:t>
                </a:r>
                <a14:m>
                  <m:oMath xmlns:m="http://schemas.openxmlformats.org/officeDocument/2006/math">
                    <m:sSub>
                      <m:sSubPr>
                        <m:ctrlPr>
                          <a:rPr lang="en-US" i="1" smtClean="0">
                            <a:latin typeface="Cambria Math" panose="02040503050406030204" pitchFamily="18" charset="0"/>
                          </a:rPr>
                        </m:ctrlPr>
                      </m:sSubPr>
                      <m:e>
                        <m:r>
                          <m:rPr>
                            <m:sty m:val="p"/>
                          </m:rPr>
                          <a:rPr lang="en-IN" b="0" i="0" smtClean="0">
                            <a:latin typeface="Cambria Math" panose="02040503050406030204" pitchFamily="18" charset="0"/>
                          </a:rPr>
                          <m:t>H</m:t>
                        </m:r>
                      </m:e>
                      <m:sub>
                        <m:r>
                          <a:rPr lang="en-IN" b="0" i="0" smtClean="0">
                            <a:latin typeface="Cambria Math" panose="02040503050406030204" pitchFamily="18" charset="0"/>
                          </a:rPr>
                          <m:t>0</m:t>
                        </m:r>
                      </m:sub>
                    </m:sSub>
                  </m:oMath>
                </a14:m>
                <a:r>
                  <a:rPr lang="en-US" dirty="0"/>
                  <a:t>.</a:t>
                </a:r>
              </a:p>
              <a:p>
                <a:pPr marL="514350" lvl="0" indent="-514350">
                  <a:lnSpc>
                    <a:spcPct val="200000"/>
                  </a:lnSpc>
                  <a:buFont typeface="+mj-lt"/>
                  <a:buAutoNum type="arabicParenR"/>
                </a:pPr>
                <a:r>
                  <a:rPr lang="en-US" dirty="0"/>
                  <a:t>Set up Alternative Hypothesis </a:t>
                </a:r>
                <a14:m>
                  <m:oMath xmlns:m="http://schemas.openxmlformats.org/officeDocument/2006/math">
                    <m:sSub>
                      <m:sSubPr>
                        <m:ctrlPr>
                          <a:rPr lang="en-US" i="1">
                            <a:latin typeface="Cambria Math" panose="02040503050406030204" pitchFamily="18" charset="0"/>
                          </a:rPr>
                        </m:ctrlPr>
                      </m:sSubPr>
                      <m:e>
                        <m:r>
                          <m:rPr>
                            <m:sty m:val="p"/>
                          </m:rPr>
                          <a:rPr lang="en-IN">
                            <a:latin typeface="Cambria Math" panose="02040503050406030204" pitchFamily="18" charset="0"/>
                          </a:rPr>
                          <m:t>H</m:t>
                        </m:r>
                      </m:e>
                      <m:sub>
                        <m:r>
                          <a:rPr lang="en-IN" b="0" i="0" smtClean="0">
                            <a:latin typeface="Cambria Math" panose="02040503050406030204" pitchFamily="18" charset="0"/>
                          </a:rPr>
                          <m:t>1</m:t>
                        </m:r>
                      </m:sub>
                    </m:sSub>
                  </m:oMath>
                </a14:m>
                <a:r>
                  <a:rPr lang="en-US" dirty="0"/>
                  <a:t>.</a:t>
                </a:r>
              </a:p>
              <a:p>
                <a:pPr marL="514350" indent="-514350">
                  <a:lnSpc>
                    <a:spcPct val="200000"/>
                  </a:lnSpc>
                  <a:buFont typeface="+mj-lt"/>
                  <a:buAutoNum type="arabicParenR"/>
                </a:pPr>
                <a:r>
                  <a:rPr lang="en-US" dirty="0"/>
                  <a:t>Set up level of significance </a:t>
                </a:r>
                <a14:m>
                  <m:oMath xmlns:m="http://schemas.openxmlformats.org/officeDocument/2006/math">
                    <m:r>
                      <m:rPr>
                        <m:sty m:val="p"/>
                      </m:rPr>
                      <a:rPr lang="en-US">
                        <a:latin typeface="Cambria Math" panose="02040503050406030204" pitchFamily="18" charset="0"/>
                      </a:rPr>
                      <m:t>α</m:t>
                    </m:r>
                  </m:oMath>
                </a14:m>
                <a:r>
                  <a:rPr lang="en-US" dirty="0"/>
                  <a:t>.</a:t>
                </a:r>
              </a:p>
              <a:p>
                <a:pPr marL="514350" indent="-514350">
                  <a:lnSpc>
                    <a:spcPct val="200000"/>
                  </a:lnSpc>
                  <a:buFont typeface="+mj-lt"/>
                  <a:buAutoNum type="arabicParenR"/>
                </a:pPr>
                <a:r>
                  <a:rPr lang="en-US" dirty="0"/>
                  <a:t>Apply test statistic.</a:t>
                </a:r>
                <a:endParaRPr lang="en-IN" dirty="0"/>
              </a:p>
              <a:p>
                <a:pPr marL="514350" indent="-514350">
                  <a:lnSpc>
                    <a:spcPct val="200000"/>
                  </a:lnSpc>
                  <a:buFont typeface="+mj-lt"/>
                  <a:buAutoNum type="arabicParenR"/>
                </a:pPr>
                <a:r>
                  <a:rPr lang="en-US" dirty="0"/>
                  <a:t>Set up critical region.</a:t>
                </a:r>
              </a:p>
              <a:p>
                <a:pPr marL="514350" indent="-514350">
                  <a:lnSpc>
                    <a:spcPct val="200000"/>
                  </a:lnSpc>
                  <a:buFont typeface="+mj-lt"/>
                  <a:buAutoNum type="arabicParenR"/>
                </a:pPr>
                <a:r>
                  <a:rPr lang="en-US" dirty="0"/>
                  <a:t>Conclusion.</a:t>
                </a:r>
                <a:endParaRPr lang="en-IN" dirty="0"/>
              </a:p>
              <a:p>
                <a:pPr marL="0" lvl="0" indent="0">
                  <a:lnSpc>
                    <a:spcPct val="200000"/>
                  </a:lnSpc>
                  <a:buNone/>
                </a:pPr>
                <a:endParaRPr lang="en-US" b="1" dirty="0"/>
              </a:p>
              <a:p>
                <a:pPr lvl="1">
                  <a:lnSpc>
                    <a:spcPct val="200000"/>
                  </a:lnSpc>
                </a:pPr>
                <a:endParaRPr lang="en-IN" dirty="0"/>
              </a:p>
              <a:p>
                <a:pPr>
                  <a:lnSpc>
                    <a:spcPct val="200000"/>
                  </a:lnSpc>
                </a:pPr>
                <a:endParaRPr lang="en-IN" dirty="0"/>
              </a:p>
              <a:p>
                <a:pPr marL="0" lvl="0" indent="0">
                  <a:lnSpc>
                    <a:spcPct val="200000"/>
                  </a:lnSpc>
                  <a:buNone/>
                </a:pPr>
                <a:endParaRPr lang="en-IN" dirty="0"/>
              </a:p>
              <a:p>
                <a:pPr lvl="0">
                  <a:lnSpc>
                    <a:spcPct val="200000"/>
                  </a:lnSpc>
                </a:pPr>
                <a:endParaRPr lang="en-US" dirty="0"/>
              </a:p>
            </p:txBody>
          </p:sp>
        </mc:Choice>
        <mc:Fallback xmlns="">
          <p:sp>
            <p:nvSpPr>
              <p:cNvPr id="3" name="Content Placeholder 2">
                <a:extLst>
                  <a:ext uri="{FF2B5EF4-FFF2-40B4-BE49-F238E27FC236}">
                    <a16:creationId xmlns:a16="http://schemas.microsoft.com/office/drawing/2014/main" id="{FA581EBA-F4BD-A005-FDCC-0612924987A0}"/>
                  </a:ext>
                </a:extLst>
              </p:cNvPr>
              <p:cNvSpPr>
                <a:spLocks noGrp="1" noRot="1" noChangeAspect="1" noMove="1" noResize="1" noEditPoints="1" noAdjustHandles="1" noChangeArrowheads="1" noChangeShapeType="1" noTextEdit="1"/>
              </p:cNvSpPr>
              <p:nvPr>
                <p:ph idx="1"/>
              </p:nvPr>
            </p:nvSpPr>
            <p:spPr>
              <a:xfrm>
                <a:off x="131180" y="728675"/>
                <a:ext cx="11929641" cy="5797855"/>
              </a:xfrm>
              <a:blipFill>
                <a:blip r:embed="rId2"/>
                <a:stretch>
                  <a:fillRect l="-1074"/>
                </a:stretch>
              </a:blipFill>
            </p:spPr>
            <p:txBody>
              <a:bodyPr/>
              <a:lstStyle/>
              <a:p>
                <a:r>
                  <a:rPr lang="en-IN">
                    <a:noFill/>
                  </a:rPr>
                  <a:t> </a:t>
                </a:r>
              </a:p>
            </p:txBody>
          </p:sp>
        </mc:Fallback>
      </mc:AlternateContent>
      <p:sp>
        <p:nvSpPr>
          <p:cNvPr id="2" name="Title 1">
            <a:extLst>
              <a:ext uri="{FF2B5EF4-FFF2-40B4-BE49-F238E27FC236}">
                <a16:creationId xmlns:a16="http://schemas.microsoft.com/office/drawing/2014/main" id="{C7C03188-612C-5E29-7F4F-E722B24DCBBB}"/>
              </a:ext>
            </a:extLst>
          </p:cNvPr>
          <p:cNvSpPr>
            <a:spLocks noGrp="1"/>
          </p:cNvSpPr>
          <p:nvPr>
            <p:ph type="title"/>
          </p:nvPr>
        </p:nvSpPr>
        <p:spPr/>
        <p:txBody>
          <a:bodyPr/>
          <a:lstStyle/>
          <a:p>
            <a:r>
              <a:rPr lang="en-US" dirty="0"/>
              <a:t>Steps for Testing of Statistical Hypothesis  </a:t>
            </a:r>
          </a:p>
        </p:txBody>
      </p:sp>
    </p:spTree>
    <p:extLst>
      <p:ext uri="{BB962C8B-B14F-4D97-AF65-F5344CB8AC3E}">
        <p14:creationId xmlns:p14="http://schemas.microsoft.com/office/powerpoint/2010/main" val="796590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BBC019-6AF6-DBFE-6623-F0E5C7F0CB2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11DE4A5-57E0-3034-4DFA-7BEA368D6790}"/>
                  </a:ext>
                </a:extLst>
              </p:cNvPr>
              <p:cNvSpPr>
                <a:spLocks noGrp="1"/>
              </p:cNvSpPr>
              <p:nvPr>
                <p:ph idx="1"/>
              </p:nvPr>
            </p:nvSpPr>
            <p:spPr>
              <a:xfrm>
                <a:off x="131180" y="728675"/>
                <a:ext cx="11929641" cy="5797855"/>
              </a:xfrm>
            </p:spPr>
            <p:txBody>
              <a:bodyPr/>
              <a:lstStyle/>
              <a:p>
                <a:r>
                  <a:rPr lang="en-US" dirty="0"/>
                  <a:t>Compare the computed value of </a:t>
                </a:r>
                <a14:m>
                  <m:oMath xmlns:m="http://schemas.openxmlformats.org/officeDocument/2006/math">
                    <m:r>
                      <m:rPr>
                        <m:sty m:val="p"/>
                      </m:rPr>
                      <a:rPr lang="en-US">
                        <a:latin typeface="Cambria Math" panose="02040503050406030204" pitchFamily="18" charset="0"/>
                      </a:rPr>
                      <m:t>Z</m:t>
                    </m:r>
                  </m:oMath>
                </a14:m>
                <a:r>
                  <a:rPr lang="en-US" dirty="0"/>
                  <a:t> with critical value </a:t>
                </a:r>
                <a14:m>
                  <m:oMath xmlns:m="http://schemas.openxmlformats.org/officeDocument/2006/math">
                    <m:sSub>
                      <m:sSubPr>
                        <m:ctrlPr>
                          <a:rPr lang="en-IN" i="1">
                            <a:latin typeface="Cambria Math" panose="02040503050406030204" pitchFamily="18" charset="0"/>
                          </a:rPr>
                        </m:ctrlPr>
                      </m:sSubPr>
                      <m:e>
                        <m:r>
                          <m:rPr>
                            <m:sty m:val="p"/>
                          </m:rPr>
                          <a:rPr lang="en-US">
                            <a:latin typeface="Cambria Math" panose="02040503050406030204" pitchFamily="18" charset="0"/>
                          </a:rPr>
                          <m:t>Z</m:t>
                        </m:r>
                      </m:e>
                      <m:sub>
                        <m:r>
                          <m:rPr>
                            <m:sty m:val="p"/>
                          </m:rPr>
                          <a:rPr lang="en-US">
                            <a:latin typeface="Cambria Math" panose="02040503050406030204" pitchFamily="18" charset="0"/>
                          </a:rPr>
                          <m:t>α</m:t>
                        </m:r>
                      </m:sub>
                    </m:sSub>
                  </m:oMath>
                </a14:m>
                <a:r>
                  <a:rPr lang="en-US" dirty="0"/>
                  <a:t>.</a:t>
                </a:r>
              </a:p>
              <a:p>
                <a:endParaRPr lang="en-US" dirty="0"/>
              </a:p>
              <a:p>
                <a:r>
                  <a:rPr lang="en-US" dirty="0"/>
                  <a:t>If</a:t>
                </a:r>
                <a14:m>
                  <m:oMath xmlns:m="http://schemas.openxmlformats.org/officeDocument/2006/math">
                    <m:r>
                      <a:rPr lang="en-US" b="1" i="0" smtClean="0">
                        <a:solidFill>
                          <a:srgbClr val="FF0000"/>
                        </a:solidFill>
                        <a:latin typeface="Cambria Math" panose="02040503050406030204" pitchFamily="18" charset="0"/>
                      </a:rPr>
                      <m:t> </m:t>
                    </m:r>
                    <m:d>
                      <m:dPr>
                        <m:begChr m:val="|"/>
                        <m:endChr m:val="|"/>
                        <m:ctrlPr>
                          <a:rPr lang="en-IN" b="1" i="1">
                            <a:solidFill>
                              <a:srgbClr val="FF0000"/>
                            </a:solidFill>
                            <a:latin typeface="Cambria Math" panose="02040503050406030204" pitchFamily="18" charset="0"/>
                          </a:rPr>
                        </m:ctrlPr>
                      </m:dPr>
                      <m:e>
                        <m:r>
                          <a:rPr lang="en-US" b="1" i="0" smtClean="0">
                            <a:solidFill>
                              <a:srgbClr val="FF0000"/>
                            </a:solidFill>
                            <a:latin typeface="Cambria Math" panose="02040503050406030204" pitchFamily="18" charset="0"/>
                          </a:rPr>
                          <m:t> </m:t>
                        </m:r>
                        <m:r>
                          <a:rPr lang="en-US" b="1" i="0">
                            <a:solidFill>
                              <a:srgbClr val="FF0000"/>
                            </a:solidFill>
                            <a:latin typeface="Cambria Math" panose="02040503050406030204" pitchFamily="18" charset="0"/>
                          </a:rPr>
                          <m:t>𝐙</m:t>
                        </m:r>
                        <m:r>
                          <a:rPr lang="en-US" b="1" i="0">
                            <a:solidFill>
                              <a:srgbClr val="FF0000"/>
                            </a:solidFill>
                            <a:latin typeface="Cambria Math" panose="02040503050406030204" pitchFamily="18" charset="0"/>
                          </a:rPr>
                          <m:t> </m:t>
                        </m:r>
                      </m:e>
                    </m:d>
                    <m:r>
                      <a:rPr lang="en-US" b="1" i="0">
                        <a:solidFill>
                          <a:srgbClr val="FF0000"/>
                        </a:solidFill>
                        <a:latin typeface="Cambria Math" panose="02040503050406030204" pitchFamily="18" charset="0"/>
                      </a:rPr>
                      <m:t>&gt;</m:t>
                    </m:r>
                    <m:d>
                      <m:dPr>
                        <m:begChr m:val="|"/>
                        <m:endChr m:val="|"/>
                        <m:ctrlPr>
                          <a:rPr lang="en-IN" b="1" i="1">
                            <a:solidFill>
                              <a:srgbClr val="FF0000"/>
                            </a:solidFill>
                            <a:latin typeface="Cambria Math" panose="02040503050406030204" pitchFamily="18" charset="0"/>
                          </a:rPr>
                        </m:ctrlPr>
                      </m:dPr>
                      <m:e>
                        <m:r>
                          <a:rPr lang="en-US" b="1" i="0">
                            <a:solidFill>
                              <a:srgbClr val="FF0000"/>
                            </a:solidFill>
                            <a:latin typeface="Cambria Math" panose="02040503050406030204" pitchFamily="18" charset="0"/>
                          </a:rPr>
                          <m:t> </m:t>
                        </m:r>
                        <m:sSub>
                          <m:sSubPr>
                            <m:ctrlPr>
                              <a:rPr lang="en-IN" b="1" i="1">
                                <a:solidFill>
                                  <a:srgbClr val="FF0000"/>
                                </a:solidFill>
                                <a:latin typeface="Cambria Math" panose="02040503050406030204" pitchFamily="18" charset="0"/>
                              </a:rPr>
                            </m:ctrlPr>
                          </m:sSubPr>
                          <m:e>
                            <m:r>
                              <a:rPr lang="en-US" b="1" i="0">
                                <a:solidFill>
                                  <a:srgbClr val="FF0000"/>
                                </a:solidFill>
                                <a:latin typeface="Cambria Math" panose="02040503050406030204" pitchFamily="18" charset="0"/>
                              </a:rPr>
                              <m:t>𝐙</m:t>
                            </m:r>
                          </m:e>
                          <m:sub>
                            <m:r>
                              <a:rPr lang="en-US" b="1" i="0">
                                <a:solidFill>
                                  <a:srgbClr val="FF0000"/>
                                </a:solidFill>
                                <a:latin typeface="Cambria Math" panose="02040503050406030204" pitchFamily="18" charset="0"/>
                              </a:rPr>
                              <m:t>𝛂</m:t>
                            </m:r>
                          </m:sub>
                        </m:sSub>
                        <m:r>
                          <a:rPr lang="en-US" b="1" i="0">
                            <a:solidFill>
                              <a:srgbClr val="FF0000"/>
                            </a:solidFill>
                            <a:latin typeface="Cambria Math" panose="02040503050406030204" pitchFamily="18" charset="0"/>
                          </a:rPr>
                          <m:t> </m:t>
                        </m:r>
                      </m:e>
                    </m:d>
                  </m:oMath>
                </a14:m>
                <a:r>
                  <a:rPr lang="en-US" dirty="0"/>
                  <a:t>, we </a:t>
                </a:r>
                <a:r>
                  <a:rPr lang="en-US" b="1" dirty="0">
                    <a:solidFill>
                      <a:srgbClr val="FF0000"/>
                    </a:solidFill>
                  </a:rPr>
                  <a:t>reject </a:t>
                </a:r>
                <a14:m>
                  <m:oMath xmlns:m="http://schemas.openxmlformats.org/officeDocument/2006/math">
                    <m:sSub>
                      <m:sSubPr>
                        <m:ctrlPr>
                          <a:rPr lang="en-IN" b="1" i="1">
                            <a:solidFill>
                              <a:srgbClr val="FF0000"/>
                            </a:solidFill>
                            <a:latin typeface="Cambria Math" panose="02040503050406030204" pitchFamily="18" charset="0"/>
                          </a:rPr>
                        </m:ctrlPr>
                      </m:sSubPr>
                      <m:e>
                        <m:r>
                          <a:rPr lang="en-US" b="1" i="1">
                            <a:solidFill>
                              <a:srgbClr val="FF0000"/>
                            </a:solidFill>
                            <a:latin typeface="Cambria Math" panose="02040503050406030204" pitchFamily="18" charset="0"/>
                          </a:rPr>
                          <m:t>𝐇</m:t>
                        </m:r>
                      </m:e>
                      <m:sub>
                        <m:r>
                          <a:rPr lang="en-US" b="1" i="1">
                            <a:solidFill>
                              <a:srgbClr val="FF0000"/>
                            </a:solidFill>
                            <a:latin typeface="Cambria Math" panose="02040503050406030204" pitchFamily="18" charset="0"/>
                          </a:rPr>
                          <m:t>𝟎</m:t>
                        </m:r>
                      </m:sub>
                    </m:sSub>
                  </m:oMath>
                </a14:m>
                <a:r>
                  <a:rPr lang="en-US" dirty="0"/>
                  <a:t> and conclude that there is significant difference. </a:t>
                </a:r>
              </a:p>
              <a:p>
                <a:endParaRPr lang="en-US" dirty="0"/>
              </a:p>
              <a:p>
                <a:r>
                  <a:rPr lang="en-US" dirty="0"/>
                  <a:t>If</a:t>
                </a:r>
                <a14:m>
                  <m:oMath xmlns:m="http://schemas.openxmlformats.org/officeDocument/2006/math">
                    <m:r>
                      <a:rPr lang="en-US">
                        <a:latin typeface="Cambria Math" panose="02040503050406030204" pitchFamily="18" charset="0"/>
                      </a:rPr>
                      <m:t> </m:t>
                    </m:r>
                    <m:d>
                      <m:dPr>
                        <m:begChr m:val="|"/>
                        <m:endChr m:val="|"/>
                        <m:ctrlPr>
                          <a:rPr lang="en-IN" b="1" i="1" smtClean="0">
                            <a:solidFill>
                              <a:srgbClr val="FF0000"/>
                            </a:solidFill>
                            <a:latin typeface="Cambria Math" panose="02040503050406030204" pitchFamily="18" charset="0"/>
                          </a:rPr>
                        </m:ctrlPr>
                      </m:dPr>
                      <m:e>
                        <m:r>
                          <a:rPr lang="en-US" b="1" i="1" smtClean="0">
                            <a:solidFill>
                              <a:srgbClr val="FF0000"/>
                            </a:solidFill>
                            <a:latin typeface="Cambria Math" panose="02040503050406030204" pitchFamily="18" charset="0"/>
                          </a:rPr>
                          <m:t> </m:t>
                        </m:r>
                        <m:r>
                          <a:rPr lang="en-US" b="1" i="1">
                            <a:solidFill>
                              <a:srgbClr val="FF0000"/>
                            </a:solidFill>
                            <a:latin typeface="Cambria Math" panose="02040503050406030204" pitchFamily="18" charset="0"/>
                          </a:rPr>
                          <m:t>𝐙</m:t>
                        </m:r>
                        <m:r>
                          <a:rPr lang="en-US" b="1">
                            <a:solidFill>
                              <a:srgbClr val="FF0000"/>
                            </a:solidFill>
                            <a:latin typeface="Cambria Math" panose="02040503050406030204" pitchFamily="18" charset="0"/>
                          </a:rPr>
                          <m:t> </m:t>
                        </m:r>
                      </m:e>
                    </m:d>
                    <m:r>
                      <a:rPr lang="en-US" b="1">
                        <a:solidFill>
                          <a:srgbClr val="FF0000"/>
                        </a:solidFill>
                        <a:latin typeface="Cambria Math" panose="02040503050406030204" pitchFamily="18" charset="0"/>
                      </a:rPr>
                      <m:t>&lt;</m:t>
                    </m:r>
                    <m:d>
                      <m:dPr>
                        <m:begChr m:val="|"/>
                        <m:endChr m:val="|"/>
                        <m:ctrlPr>
                          <a:rPr lang="en-IN" b="1" i="1">
                            <a:solidFill>
                              <a:srgbClr val="FF0000"/>
                            </a:solidFill>
                            <a:latin typeface="Cambria Math" panose="02040503050406030204" pitchFamily="18" charset="0"/>
                          </a:rPr>
                        </m:ctrlPr>
                      </m:dPr>
                      <m:e>
                        <m:r>
                          <a:rPr lang="en-US" b="1">
                            <a:solidFill>
                              <a:srgbClr val="FF0000"/>
                            </a:solidFill>
                            <a:latin typeface="Cambria Math" panose="02040503050406030204" pitchFamily="18" charset="0"/>
                          </a:rPr>
                          <m:t> </m:t>
                        </m:r>
                        <m:sSub>
                          <m:sSubPr>
                            <m:ctrlPr>
                              <a:rPr lang="en-IN" b="1" i="1">
                                <a:solidFill>
                                  <a:srgbClr val="FF0000"/>
                                </a:solidFill>
                                <a:latin typeface="Cambria Math" panose="02040503050406030204" pitchFamily="18" charset="0"/>
                              </a:rPr>
                            </m:ctrlPr>
                          </m:sSubPr>
                          <m:e>
                            <m:r>
                              <a:rPr lang="en-US" b="1" i="1">
                                <a:solidFill>
                                  <a:srgbClr val="FF0000"/>
                                </a:solidFill>
                                <a:latin typeface="Cambria Math" panose="02040503050406030204" pitchFamily="18" charset="0"/>
                              </a:rPr>
                              <m:t>𝐙</m:t>
                            </m:r>
                          </m:e>
                          <m:sub>
                            <m:r>
                              <a:rPr lang="en-US" b="1" i="1">
                                <a:solidFill>
                                  <a:srgbClr val="FF0000"/>
                                </a:solidFill>
                                <a:latin typeface="Cambria Math" panose="02040503050406030204" pitchFamily="18" charset="0"/>
                              </a:rPr>
                              <m:t>𝛂</m:t>
                            </m:r>
                          </m:sub>
                        </m:sSub>
                        <m:r>
                          <a:rPr lang="en-US" b="1" i="1">
                            <a:solidFill>
                              <a:srgbClr val="FF0000"/>
                            </a:solidFill>
                            <a:latin typeface="Cambria Math" panose="02040503050406030204" pitchFamily="18" charset="0"/>
                          </a:rPr>
                          <m:t> </m:t>
                        </m:r>
                      </m:e>
                    </m:d>
                  </m:oMath>
                </a14:m>
                <a:r>
                  <a:rPr lang="en-US" dirty="0"/>
                  <a:t>, we </a:t>
                </a:r>
                <a:r>
                  <a:rPr lang="en-US" b="1" dirty="0">
                    <a:solidFill>
                      <a:srgbClr val="FF0000"/>
                    </a:solidFill>
                  </a:rPr>
                  <a:t>accept </a:t>
                </a:r>
                <a14:m>
                  <m:oMath xmlns:m="http://schemas.openxmlformats.org/officeDocument/2006/math">
                    <m:sSub>
                      <m:sSubPr>
                        <m:ctrlPr>
                          <a:rPr lang="en-IN" b="1" i="1">
                            <a:solidFill>
                              <a:srgbClr val="FF0000"/>
                            </a:solidFill>
                            <a:latin typeface="Cambria Math" panose="02040503050406030204" pitchFamily="18" charset="0"/>
                          </a:rPr>
                        </m:ctrlPr>
                      </m:sSubPr>
                      <m:e>
                        <m:r>
                          <a:rPr lang="en-US" b="1" i="1">
                            <a:solidFill>
                              <a:srgbClr val="FF0000"/>
                            </a:solidFill>
                            <a:latin typeface="Cambria Math" panose="02040503050406030204" pitchFamily="18" charset="0"/>
                          </a:rPr>
                          <m:t>𝐇</m:t>
                        </m:r>
                      </m:e>
                      <m:sub>
                        <m:r>
                          <a:rPr lang="en-US" b="1" i="1">
                            <a:solidFill>
                              <a:srgbClr val="FF0000"/>
                            </a:solidFill>
                            <a:latin typeface="Cambria Math" panose="02040503050406030204" pitchFamily="18" charset="0"/>
                          </a:rPr>
                          <m:t>𝟎</m:t>
                        </m:r>
                      </m:sub>
                    </m:sSub>
                  </m:oMath>
                </a14:m>
                <a:r>
                  <a:rPr lang="en-US" dirty="0"/>
                  <a:t> and conclude that there is no significant difference.</a:t>
                </a:r>
              </a:p>
              <a:p>
                <a:endParaRPr lang="en-IN" dirty="0"/>
              </a:p>
              <a:p>
                <a:r>
                  <a:rPr lang="en-US" dirty="0"/>
                  <a:t>Note that, </a:t>
                </a:r>
                <a:r>
                  <a:rPr lang="en-US" b="1" dirty="0">
                    <a:solidFill>
                      <a:srgbClr val="FF0000"/>
                    </a:solidFill>
                  </a:rPr>
                  <a:t>Null Hypothesis </a:t>
                </a:r>
                <a14:m>
                  <m:oMath xmlns:m="http://schemas.openxmlformats.org/officeDocument/2006/math">
                    <m:sSub>
                      <m:sSubPr>
                        <m:ctrlPr>
                          <a:rPr lang="en-IN" b="1" i="1">
                            <a:solidFill>
                              <a:srgbClr val="FF0000"/>
                            </a:solidFill>
                            <a:latin typeface="Cambria Math" panose="02040503050406030204" pitchFamily="18" charset="0"/>
                          </a:rPr>
                        </m:ctrlPr>
                      </m:sSubPr>
                      <m:e>
                        <m:r>
                          <a:rPr lang="en-US" b="1" i="1">
                            <a:solidFill>
                              <a:srgbClr val="FF0000"/>
                            </a:solidFill>
                            <a:latin typeface="Cambria Math" panose="02040503050406030204" pitchFamily="18" charset="0"/>
                          </a:rPr>
                          <m:t>𝐇</m:t>
                        </m:r>
                      </m:e>
                      <m:sub>
                        <m:r>
                          <a:rPr lang="en-US" b="1" i="1">
                            <a:solidFill>
                              <a:srgbClr val="FF0000"/>
                            </a:solidFill>
                            <a:latin typeface="Cambria Math" panose="02040503050406030204" pitchFamily="18" charset="0"/>
                          </a:rPr>
                          <m:t>𝟎</m:t>
                        </m:r>
                      </m:sub>
                    </m:sSub>
                  </m:oMath>
                </a14:m>
                <a:r>
                  <a:rPr lang="en-US" b="1" dirty="0">
                    <a:solidFill>
                      <a:srgbClr val="FF0000"/>
                    </a:solidFill>
                  </a:rPr>
                  <a:t> is rejected when </a:t>
                </a:r>
                <a14:m>
                  <m:oMath xmlns:m="http://schemas.openxmlformats.org/officeDocument/2006/math">
                    <m:d>
                      <m:dPr>
                        <m:begChr m:val="|"/>
                        <m:endChr m:val="|"/>
                        <m:ctrlPr>
                          <a:rPr lang="en-IN" b="1" i="1">
                            <a:solidFill>
                              <a:srgbClr val="FF0000"/>
                            </a:solidFill>
                            <a:latin typeface="Cambria Math" panose="02040503050406030204" pitchFamily="18" charset="0"/>
                          </a:rPr>
                        </m:ctrlPr>
                      </m:dPr>
                      <m:e>
                        <m:r>
                          <a:rPr lang="en-US" b="1" i="1" smtClean="0">
                            <a:solidFill>
                              <a:srgbClr val="FF0000"/>
                            </a:solidFill>
                            <a:latin typeface="Cambria Math" panose="02040503050406030204" pitchFamily="18" charset="0"/>
                          </a:rPr>
                          <m:t> </m:t>
                        </m:r>
                        <m:r>
                          <a:rPr lang="en-US" b="1" i="1">
                            <a:solidFill>
                              <a:srgbClr val="FF0000"/>
                            </a:solidFill>
                            <a:latin typeface="Cambria Math" panose="02040503050406030204" pitchFamily="18" charset="0"/>
                          </a:rPr>
                          <m:t>𝐙</m:t>
                        </m:r>
                        <m:r>
                          <a:rPr lang="en-US" b="1">
                            <a:solidFill>
                              <a:srgbClr val="FF0000"/>
                            </a:solidFill>
                            <a:latin typeface="Cambria Math" panose="02040503050406030204" pitchFamily="18" charset="0"/>
                          </a:rPr>
                          <m:t> </m:t>
                        </m:r>
                      </m:e>
                    </m:d>
                    <m:r>
                      <a:rPr lang="en-US" b="1" i="1">
                        <a:solidFill>
                          <a:srgbClr val="FF0000"/>
                        </a:solidFill>
                        <a:latin typeface="Cambria Math" panose="02040503050406030204" pitchFamily="18" charset="0"/>
                      </a:rPr>
                      <m:t>&gt;</m:t>
                    </m:r>
                    <m:r>
                      <a:rPr lang="en-US" b="1" i="1">
                        <a:solidFill>
                          <a:srgbClr val="FF0000"/>
                        </a:solidFill>
                        <a:latin typeface="Cambria Math" panose="02040503050406030204" pitchFamily="18" charset="0"/>
                      </a:rPr>
                      <m:t>𝟑</m:t>
                    </m:r>
                  </m:oMath>
                </a14:m>
                <a:r>
                  <a:rPr lang="en-US" dirty="0"/>
                  <a:t> without mentioning any level of significance.</a:t>
                </a:r>
                <a:endParaRPr lang="en-US" b="1" dirty="0"/>
              </a:p>
              <a:p>
                <a:pPr lvl="1"/>
                <a:endParaRPr lang="en-IN" dirty="0"/>
              </a:p>
              <a:p>
                <a:endParaRPr lang="en-IN" dirty="0"/>
              </a:p>
              <a:p>
                <a:pPr marL="0" lvl="0" indent="0">
                  <a:buNone/>
                </a:pPr>
                <a:endParaRPr lang="en-IN" dirty="0"/>
              </a:p>
              <a:p>
                <a:pPr lvl="0">
                  <a:lnSpc>
                    <a:spcPct val="145000"/>
                  </a:lnSpc>
                </a:pPr>
                <a:endParaRPr lang="en-US" dirty="0"/>
              </a:p>
            </p:txBody>
          </p:sp>
        </mc:Choice>
        <mc:Fallback xmlns="">
          <p:sp>
            <p:nvSpPr>
              <p:cNvPr id="3" name="Content Placeholder 2">
                <a:extLst>
                  <a:ext uri="{FF2B5EF4-FFF2-40B4-BE49-F238E27FC236}">
                    <a16:creationId xmlns:a16="http://schemas.microsoft.com/office/drawing/2014/main" id="{F11DE4A5-57E0-3034-4DFA-7BEA368D6790}"/>
                  </a:ext>
                </a:extLst>
              </p:cNvPr>
              <p:cNvSpPr>
                <a:spLocks noGrp="1" noRot="1" noChangeAspect="1" noMove="1" noResize="1" noEditPoints="1" noAdjustHandles="1" noChangeArrowheads="1" noChangeShapeType="1" noTextEdit="1"/>
              </p:cNvSpPr>
              <p:nvPr>
                <p:ph idx="1"/>
              </p:nvPr>
            </p:nvSpPr>
            <p:spPr>
              <a:xfrm>
                <a:off x="131180" y="728675"/>
                <a:ext cx="11929641" cy="5797855"/>
              </a:xfrm>
              <a:blipFill>
                <a:blip r:embed="rId2"/>
                <a:stretch>
                  <a:fillRect l="-971" r="-1074" b="-2734"/>
                </a:stretch>
              </a:blipFill>
            </p:spPr>
            <p:txBody>
              <a:bodyPr/>
              <a:lstStyle/>
              <a:p>
                <a:r>
                  <a:rPr lang="en-IN">
                    <a:noFill/>
                  </a:rPr>
                  <a:t> </a:t>
                </a:r>
              </a:p>
            </p:txBody>
          </p:sp>
        </mc:Fallback>
      </mc:AlternateContent>
      <p:sp>
        <p:nvSpPr>
          <p:cNvPr id="2" name="Title 1">
            <a:extLst>
              <a:ext uri="{FF2B5EF4-FFF2-40B4-BE49-F238E27FC236}">
                <a16:creationId xmlns:a16="http://schemas.microsoft.com/office/drawing/2014/main" id="{960B8D3A-ABC4-6B82-2697-C2D9F62DA31A}"/>
              </a:ext>
            </a:extLst>
          </p:cNvPr>
          <p:cNvSpPr>
            <a:spLocks noGrp="1"/>
          </p:cNvSpPr>
          <p:nvPr>
            <p:ph type="title"/>
          </p:nvPr>
        </p:nvSpPr>
        <p:spPr/>
        <p:txBody>
          <a:bodyPr/>
          <a:lstStyle/>
          <a:p>
            <a:r>
              <a:rPr lang="en-US" dirty="0"/>
              <a:t>Conclusion  </a:t>
            </a:r>
          </a:p>
        </p:txBody>
      </p:sp>
    </p:spTree>
    <p:extLst>
      <p:ext uri="{BB962C8B-B14F-4D97-AF65-F5344CB8AC3E}">
        <p14:creationId xmlns:p14="http://schemas.microsoft.com/office/powerpoint/2010/main" val="3088584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A82C0-9125-641A-E178-55C8DEED3D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9C95C2-3970-8BC0-DB60-27888F15977C}"/>
              </a:ext>
            </a:extLst>
          </p:cNvPr>
          <p:cNvSpPr>
            <a:spLocks noGrp="1"/>
          </p:cNvSpPr>
          <p:nvPr>
            <p:ph type="title"/>
          </p:nvPr>
        </p:nvSpPr>
        <p:spPr/>
        <p:txBody>
          <a:bodyPr/>
          <a:lstStyle/>
          <a:p>
            <a:pPr lvl="0"/>
            <a:r>
              <a:rPr lang="en-US" dirty="0"/>
              <a:t>Hypothesis Testing for Large Sample - I</a:t>
            </a:r>
            <a:endParaRPr lang="en-IN" dirty="0"/>
          </a:p>
        </p:txBody>
      </p:sp>
    </p:spTree>
    <p:extLst>
      <p:ext uri="{BB962C8B-B14F-4D97-AF65-F5344CB8AC3E}">
        <p14:creationId xmlns:p14="http://schemas.microsoft.com/office/powerpoint/2010/main" val="2515394262"/>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55763-A763-107D-D97D-2E84E46FD3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D466F8-3DA7-9F8C-5499-499AD91A8E02}"/>
              </a:ext>
            </a:extLst>
          </p:cNvPr>
          <p:cNvSpPr>
            <a:spLocks noGrp="1"/>
          </p:cNvSpPr>
          <p:nvPr>
            <p:ph type="title"/>
          </p:nvPr>
        </p:nvSpPr>
        <p:spPr/>
        <p:txBody>
          <a:bodyPr/>
          <a:lstStyle/>
          <a:p>
            <a:pPr lvl="0"/>
            <a:r>
              <a:rPr lang="en-US" dirty="0"/>
              <a:t>Method – 5</a:t>
            </a:r>
            <a:br>
              <a:rPr lang="en-US" dirty="0"/>
            </a:br>
            <a:r>
              <a:rPr lang="en-US" dirty="0"/>
              <a:t>Test for single Proportion</a:t>
            </a:r>
            <a:endParaRPr lang="en-IN" dirty="0"/>
          </a:p>
        </p:txBody>
      </p:sp>
    </p:spTree>
    <p:extLst>
      <p:ext uri="{BB962C8B-B14F-4D97-AF65-F5344CB8AC3E}">
        <p14:creationId xmlns:p14="http://schemas.microsoft.com/office/powerpoint/2010/main" val="1497931400"/>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19DB4-1454-13E1-F559-FA48AC2348F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058EFFD-0DBC-FD76-D173-19E497CD8569}"/>
                  </a:ext>
                </a:extLst>
              </p:cNvPr>
              <p:cNvSpPr>
                <a:spLocks noGrp="1"/>
              </p:cNvSpPr>
              <p:nvPr>
                <p:ph idx="1"/>
              </p:nvPr>
            </p:nvSpPr>
            <p:spPr>
              <a:xfrm>
                <a:off x="131180" y="728675"/>
                <a:ext cx="11929641" cy="5797855"/>
              </a:xfrm>
            </p:spPr>
            <p:txBody>
              <a:bodyPr/>
              <a:lstStyle/>
              <a:p>
                <a:r>
                  <a:rPr lang="en-US" dirty="0"/>
                  <a:t>Consider a sample </a:t>
                </a:r>
                <a14:m>
                  <m:oMath xmlns:m="http://schemas.openxmlformats.org/officeDocument/2006/math">
                    <m:r>
                      <a:rPr lang="en-US" b="1" i="1" smtClean="0">
                        <a:solidFill>
                          <a:srgbClr val="FF0000"/>
                        </a:solidFill>
                        <a:latin typeface="Cambria Math" panose="02040503050406030204" pitchFamily="18" charset="0"/>
                      </a:rPr>
                      <m:t>𝐗</m:t>
                    </m:r>
                  </m:oMath>
                </a14:m>
                <a:r>
                  <a:rPr lang="en-US" dirty="0"/>
                  <a:t> of size </a:t>
                </a:r>
                <a14:m>
                  <m:oMath xmlns:m="http://schemas.openxmlformats.org/officeDocument/2006/math">
                    <m:r>
                      <a:rPr lang="en-US" b="1" i="0" dirty="0" smtClean="0">
                        <a:solidFill>
                          <a:srgbClr val="FF0000"/>
                        </a:solidFill>
                        <a:latin typeface="Cambria Math" panose="02040503050406030204" pitchFamily="18" charset="0"/>
                      </a:rPr>
                      <m:t>𝐧</m:t>
                    </m:r>
                  </m:oMath>
                </a14:m>
                <a:r>
                  <a:rPr lang="en-US" dirty="0"/>
                  <a:t> with proportion </a:t>
                </a:r>
                <a14:m>
                  <m:oMath xmlns:m="http://schemas.openxmlformats.org/officeDocument/2006/math">
                    <m:r>
                      <a:rPr lang="en-US" b="1" i="0" smtClean="0">
                        <a:solidFill>
                          <a:srgbClr val="FF0000"/>
                        </a:solidFill>
                        <a:latin typeface="Cambria Math" panose="02040503050406030204" pitchFamily="18" charset="0"/>
                      </a:rPr>
                      <m:t>𝐩</m:t>
                    </m:r>
                  </m:oMath>
                </a14:m>
                <a:r>
                  <a:rPr lang="en-US" dirty="0"/>
                  <a:t> taken from population with proportion </a:t>
                </a:r>
                <a14:m>
                  <m:oMath xmlns:m="http://schemas.openxmlformats.org/officeDocument/2006/math">
                    <m:r>
                      <a:rPr lang="en-US" b="1" i="0" smtClean="0">
                        <a:solidFill>
                          <a:srgbClr val="FF0000"/>
                        </a:solidFill>
                        <a:latin typeface="Cambria Math" panose="02040503050406030204" pitchFamily="18" charset="0"/>
                      </a:rPr>
                      <m:t>𝐏</m:t>
                    </m:r>
                  </m:oMath>
                </a14:m>
                <a:r>
                  <a:rPr lang="en-US" dirty="0"/>
                  <a:t> of size </a:t>
                </a:r>
                <a14:m>
                  <m:oMath xmlns:m="http://schemas.openxmlformats.org/officeDocument/2006/math">
                    <m:r>
                      <a:rPr lang="en-US" b="1" i="0" dirty="0" smtClean="0">
                        <a:solidFill>
                          <a:srgbClr val="FF0000"/>
                        </a:solidFill>
                        <a:latin typeface="Cambria Math" panose="02040503050406030204" pitchFamily="18" charset="0"/>
                      </a:rPr>
                      <m:t>𝐍</m:t>
                    </m:r>
                  </m:oMath>
                </a14:m>
                <a:r>
                  <a:rPr lang="en-US" dirty="0"/>
                  <a:t>.</a:t>
                </a:r>
                <a:endParaRPr lang="en-IN" dirty="0"/>
              </a:p>
              <a:p>
                <a:r>
                  <a:rPr lang="en-US" dirty="0"/>
                  <a:t>This test is used </a:t>
                </a:r>
                <a:r>
                  <a:rPr lang="en-US" b="1" dirty="0"/>
                  <a:t>to find </a:t>
                </a:r>
                <a:r>
                  <a:rPr lang="en-US" dirty="0"/>
                  <a:t>the </a:t>
                </a:r>
                <a:r>
                  <a:rPr lang="en-US" b="1" dirty="0"/>
                  <a:t>significant difference</a:t>
                </a:r>
                <a:r>
                  <a:rPr lang="en-US" dirty="0"/>
                  <a:t> between </a:t>
                </a:r>
                <a:r>
                  <a:rPr lang="en-US" dirty="0">
                    <a:solidFill>
                      <a:srgbClr val="FF0000"/>
                    </a:solidFill>
                  </a:rPr>
                  <a:t>proportion of sample </a:t>
                </a:r>
                <a14:m>
                  <m:oMath xmlns:m="http://schemas.openxmlformats.org/officeDocument/2006/math">
                    <m:r>
                      <a:rPr lang="en-US">
                        <a:solidFill>
                          <a:srgbClr val="FF0000"/>
                        </a:solidFill>
                        <a:latin typeface="Cambria Math" panose="02040503050406030204" pitchFamily="18" charset="0"/>
                      </a:rPr>
                      <m:t>𝐩</m:t>
                    </m:r>
                  </m:oMath>
                </a14:m>
                <a:r>
                  <a:rPr lang="en-US" dirty="0">
                    <a:solidFill>
                      <a:srgbClr val="FF0000"/>
                    </a:solidFill>
                  </a:rPr>
                  <a:t> &amp; proportion of population </a:t>
                </a:r>
                <a14:m>
                  <m:oMath xmlns:m="http://schemas.openxmlformats.org/officeDocument/2006/math">
                    <m:r>
                      <a:rPr lang="en-US">
                        <a:solidFill>
                          <a:srgbClr val="FF0000"/>
                        </a:solidFill>
                        <a:latin typeface="Cambria Math" panose="02040503050406030204" pitchFamily="18" charset="0"/>
                      </a:rPr>
                      <m:t>𝐏</m:t>
                    </m:r>
                  </m:oMath>
                </a14:m>
                <a:r>
                  <a:rPr lang="en-US" dirty="0"/>
                  <a:t>.</a:t>
                </a:r>
                <a:endParaRPr lang="en-IN" dirty="0"/>
              </a:p>
              <a:p>
                <a:r>
                  <a:rPr lang="en-US" dirty="0"/>
                  <a:t>In this test,</a:t>
                </a:r>
              </a:p>
              <a:p>
                <a:endParaRPr lang="en-US" dirty="0"/>
              </a:p>
              <a:p>
                <a:pPr marL="0" indent="0">
                  <a:buNone/>
                </a:pPr>
                <a:r>
                  <a:rPr lang="en-US" dirty="0"/>
                  <a:t> </a:t>
                </a:r>
              </a:p>
              <a:p>
                <a:endParaRPr lang="en-IN" dirty="0"/>
              </a:p>
              <a:p>
                <a:endParaRPr lang="en-IN" dirty="0"/>
              </a:p>
              <a:p>
                <a:pPr lvl="0"/>
                <a:endParaRPr lang="en-US" b="1" dirty="0"/>
              </a:p>
              <a:p>
                <a:pPr lvl="1"/>
                <a:endParaRPr lang="en-IN" dirty="0"/>
              </a:p>
              <a:p>
                <a:endParaRPr lang="en-IN" dirty="0"/>
              </a:p>
              <a:p>
                <a:pPr marL="0" lvl="0" indent="0">
                  <a:buNone/>
                </a:pPr>
                <a:endParaRPr lang="en-IN" dirty="0"/>
              </a:p>
              <a:p>
                <a:pPr lvl="0">
                  <a:lnSpc>
                    <a:spcPct val="145000"/>
                  </a:lnSpc>
                </a:pPr>
                <a:endParaRPr lang="en-US" dirty="0"/>
              </a:p>
            </p:txBody>
          </p:sp>
        </mc:Choice>
        <mc:Fallback xmlns="">
          <p:sp>
            <p:nvSpPr>
              <p:cNvPr id="3" name="Content Placeholder 2">
                <a:extLst>
                  <a:ext uri="{FF2B5EF4-FFF2-40B4-BE49-F238E27FC236}">
                    <a16:creationId xmlns:a16="http://schemas.microsoft.com/office/drawing/2014/main" id="{6058EFFD-0DBC-FD76-D173-19E497CD8569}"/>
                  </a:ext>
                </a:extLst>
              </p:cNvPr>
              <p:cNvSpPr>
                <a:spLocks noGrp="1" noRot="1" noChangeAspect="1" noMove="1" noResize="1" noEditPoints="1" noAdjustHandles="1" noChangeArrowheads="1" noChangeShapeType="1" noTextEdit="1"/>
              </p:cNvSpPr>
              <p:nvPr>
                <p:ph idx="1"/>
              </p:nvPr>
            </p:nvSpPr>
            <p:spPr>
              <a:xfrm>
                <a:off x="131180" y="728675"/>
                <a:ext cx="11929641" cy="5797855"/>
              </a:xfrm>
              <a:blipFill>
                <a:blip r:embed="rId2"/>
                <a:stretch>
                  <a:fillRect l="-971" r="-1074"/>
                </a:stretch>
              </a:blipFill>
            </p:spPr>
            <p:txBody>
              <a:bodyPr/>
              <a:lstStyle/>
              <a:p>
                <a:r>
                  <a:rPr lang="en-IN">
                    <a:noFill/>
                  </a:rPr>
                  <a:t> </a:t>
                </a:r>
              </a:p>
            </p:txBody>
          </p:sp>
        </mc:Fallback>
      </mc:AlternateContent>
      <p:sp>
        <p:nvSpPr>
          <p:cNvPr id="2" name="Title 1">
            <a:extLst>
              <a:ext uri="{FF2B5EF4-FFF2-40B4-BE49-F238E27FC236}">
                <a16:creationId xmlns:a16="http://schemas.microsoft.com/office/drawing/2014/main" id="{CAB67072-AF6A-660A-8CC8-8251ECB50FA0}"/>
              </a:ext>
            </a:extLst>
          </p:cNvPr>
          <p:cNvSpPr>
            <a:spLocks noGrp="1"/>
          </p:cNvSpPr>
          <p:nvPr>
            <p:ph type="title"/>
          </p:nvPr>
        </p:nvSpPr>
        <p:spPr/>
        <p:txBody>
          <a:bodyPr/>
          <a:lstStyle/>
          <a:p>
            <a:r>
              <a:rPr lang="en-US" dirty="0"/>
              <a:t>Test for a Single Proportion</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84C9DBF-C76E-2A58-C166-6B4D357FD6CF}"/>
                  </a:ext>
                </a:extLst>
              </p:cNvPr>
              <p:cNvSpPr txBox="1"/>
              <p:nvPr/>
            </p:nvSpPr>
            <p:spPr>
              <a:xfrm>
                <a:off x="1908175" y="3814263"/>
                <a:ext cx="6127750" cy="249286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b="1" i="0" smtClean="0">
                          <a:latin typeface="Cambria Math" panose="02040503050406030204" pitchFamily="18" charset="0"/>
                        </a:rPr>
                        <m:t>𝐒</m:t>
                      </m:r>
                      <m:r>
                        <a:rPr lang="en-IN" sz="2800" b="1" i="0">
                          <a:latin typeface="Cambria Math" panose="02040503050406030204" pitchFamily="18" charset="0"/>
                        </a:rPr>
                        <m:t>𝐄</m:t>
                      </m:r>
                      <m:d>
                        <m:dPr>
                          <m:ctrlPr>
                            <a:rPr lang="en-IN" sz="2800" b="1" i="1">
                              <a:solidFill>
                                <a:srgbClr val="836967"/>
                              </a:solidFill>
                              <a:latin typeface="Cambria Math" panose="02040503050406030204" pitchFamily="18" charset="0"/>
                            </a:rPr>
                          </m:ctrlPr>
                        </m:dPr>
                        <m:e>
                          <m:r>
                            <a:rPr lang="en-IN" sz="2800" b="1" i="0">
                              <a:latin typeface="Cambria Math" panose="02040503050406030204" pitchFamily="18" charset="0"/>
                            </a:rPr>
                            <m:t>𝐭</m:t>
                          </m:r>
                        </m:e>
                      </m:d>
                      <m:r>
                        <a:rPr lang="en-IN" sz="2800" b="0" i="0">
                          <a:latin typeface="Cambria Math" panose="02040503050406030204" pitchFamily="18" charset="0"/>
                        </a:rPr>
                        <m:t>=</m:t>
                      </m:r>
                      <m:d>
                        <m:dPr>
                          <m:begChr m:val="{"/>
                          <m:endChr m:val=""/>
                          <m:ctrlPr>
                            <a:rPr lang="en-IN" sz="2800" b="0" i="1">
                              <a:solidFill>
                                <a:srgbClr val="836967"/>
                              </a:solidFill>
                              <a:latin typeface="Cambria Math" panose="02040503050406030204" pitchFamily="18" charset="0"/>
                            </a:rPr>
                          </m:ctrlPr>
                        </m:dPr>
                        <m:e>
                          <m:eqArr>
                            <m:eqArrPr>
                              <m:ctrlPr>
                                <a:rPr lang="en-IN" sz="2800" b="0" i="1">
                                  <a:solidFill>
                                    <a:srgbClr val="836967"/>
                                  </a:solidFill>
                                  <a:latin typeface="Cambria Math" panose="02040503050406030204" pitchFamily="18" charset="0"/>
                                </a:rPr>
                              </m:ctrlPr>
                            </m:eqArrPr>
                            <m:e>
                              <m:r>
                                <a:rPr lang="en-IN" sz="2800" b="0" i="0">
                                  <a:latin typeface="Cambria Math" panose="02040503050406030204" pitchFamily="18" charset="0"/>
                                </a:rPr>
                                <m:t>&amp;</m:t>
                              </m:r>
                              <m:rad>
                                <m:radPr>
                                  <m:degHide m:val="on"/>
                                  <m:ctrlPr>
                                    <a:rPr lang="en-IN" sz="2800" b="0" i="1" smtClean="0">
                                      <a:solidFill>
                                        <a:srgbClr val="FF0000"/>
                                      </a:solidFill>
                                      <a:latin typeface="Cambria Math" panose="02040503050406030204" pitchFamily="18" charset="0"/>
                                    </a:rPr>
                                  </m:ctrlPr>
                                </m:radPr>
                                <m:deg/>
                                <m:e>
                                  <m:f>
                                    <m:fPr>
                                      <m:ctrlPr>
                                        <a:rPr lang="en-IN" sz="2800" b="0" i="1">
                                          <a:solidFill>
                                            <a:srgbClr val="FF0000"/>
                                          </a:solidFill>
                                          <a:latin typeface="Cambria Math" panose="02040503050406030204" pitchFamily="18" charset="0"/>
                                        </a:rPr>
                                      </m:ctrlPr>
                                    </m:fPr>
                                    <m:num>
                                      <m:r>
                                        <a:rPr lang="en-IN" sz="2800" b="0" i="0">
                                          <a:solidFill>
                                            <a:srgbClr val="FF0000"/>
                                          </a:solidFill>
                                          <a:latin typeface="Cambria Math" panose="02040503050406030204" pitchFamily="18" charset="0"/>
                                        </a:rPr>
                                        <m:t> </m:t>
                                      </m:r>
                                      <m:r>
                                        <m:rPr>
                                          <m:sty m:val="p"/>
                                        </m:rPr>
                                        <a:rPr lang="en-IN" sz="2800" b="0" i="0">
                                          <a:solidFill>
                                            <a:srgbClr val="FF0000"/>
                                          </a:solidFill>
                                          <a:latin typeface="Cambria Math" panose="02040503050406030204" pitchFamily="18" charset="0"/>
                                        </a:rPr>
                                        <m:t>P</m:t>
                                      </m:r>
                                      <m:r>
                                        <a:rPr lang="en-IN" sz="2800" b="0" i="0">
                                          <a:solidFill>
                                            <a:srgbClr val="FF0000"/>
                                          </a:solidFill>
                                          <a:latin typeface="Cambria Math" panose="02040503050406030204" pitchFamily="18" charset="0"/>
                                        </a:rPr>
                                        <m:t> </m:t>
                                      </m:r>
                                      <m:r>
                                        <m:rPr>
                                          <m:sty m:val="p"/>
                                        </m:rPr>
                                        <a:rPr lang="en-IN" sz="2800" b="0" i="0">
                                          <a:solidFill>
                                            <a:srgbClr val="FF0000"/>
                                          </a:solidFill>
                                          <a:latin typeface="Cambria Math" panose="02040503050406030204" pitchFamily="18" charset="0"/>
                                        </a:rPr>
                                        <m:t>Q</m:t>
                                      </m:r>
                                      <m:r>
                                        <a:rPr lang="en-IN" sz="2800" b="0" i="0">
                                          <a:solidFill>
                                            <a:srgbClr val="FF0000"/>
                                          </a:solidFill>
                                          <a:latin typeface="Cambria Math" panose="02040503050406030204" pitchFamily="18" charset="0"/>
                                        </a:rPr>
                                        <m:t> </m:t>
                                      </m:r>
                                    </m:num>
                                    <m:den>
                                      <m:r>
                                        <a:rPr lang="en-IN" sz="2800" b="0" i="0">
                                          <a:solidFill>
                                            <a:srgbClr val="FF0000"/>
                                          </a:solidFill>
                                          <a:latin typeface="Cambria Math" panose="02040503050406030204" pitchFamily="18" charset="0"/>
                                        </a:rPr>
                                        <m:t> </m:t>
                                      </m:r>
                                      <m:r>
                                        <m:rPr>
                                          <m:sty m:val="p"/>
                                        </m:rPr>
                                        <a:rPr lang="en-IN" sz="2800" b="0" i="0">
                                          <a:solidFill>
                                            <a:srgbClr val="FF0000"/>
                                          </a:solidFill>
                                          <a:latin typeface="Cambria Math" panose="02040503050406030204" pitchFamily="18" charset="0"/>
                                        </a:rPr>
                                        <m:t>n</m:t>
                                      </m:r>
                                      <m:r>
                                        <a:rPr lang="en-IN" sz="2800" b="0" i="0">
                                          <a:solidFill>
                                            <a:srgbClr val="FF0000"/>
                                          </a:solidFill>
                                          <a:latin typeface="Cambria Math" panose="02040503050406030204" pitchFamily="18" charset="0"/>
                                        </a:rPr>
                                        <m:t> </m:t>
                                      </m:r>
                                    </m:den>
                                  </m:f>
                                  <m:r>
                                    <a:rPr lang="en-IN" sz="2800" b="0" i="0">
                                      <a:solidFill>
                                        <a:srgbClr val="FF0000"/>
                                      </a:solidFill>
                                      <a:latin typeface="Cambria Math" panose="02040503050406030204" pitchFamily="18" charset="0"/>
                                    </a:rPr>
                                    <m:t> </m:t>
                                  </m:r>
                                </m:e>
                              </m:rad>
                              <m:r>
                                <a:rPr lang="en-IN" sz="2800" b="0" i="0">
                                  <a:latin typeface="Cambria Math" panose="02040503050406030204" pitchFamily="18" charset="0"/>
                                </a:rPr>
                                <m:t>   </m:t>
                              </m:r>
                              <m:r>
                                <a:rPr lang="en-IN" sz="2800" b="0" i="0" smtClean="0">
                                  <a:solidFill>
                                    <a:srgbClr val="002060"/>
                                  </a:solidFill>
                                  <a:latin typeface="Cambria Math" panose="02040503050406030204" pitchFamily="18" charset="0"/>
                                </a:rPr>
                                <m:t>;</m:t>
                              </m:r>
                              <m:r>
                                <a:rPr lang="en-IN" sz="2800" b="0" i="0">
                                  <a:latin typeface="Cambria Math" panose="02040503050406030204" pitchFamily="18" charset="0"/>
                                </a:rPr>
                                <m:t>   </m:t>
                              </m:r>
                              <m:r>
                                <m:rPr>
                                  <m:sty m:val="p"/>
                                </m:rPr>
                                <a:rPr lang="en-IN" sz="2800" b="0" i="0" smtClean="0">
                                  <a:solidFill>
                                    <a:srgbClr val="002060"/>
                                  </a:solidFill>
                                  <a:latin typeface="Cambria Math" panose="02040503050406030204" pitchFamily="18" charset="0"/>
                                </a:rPr>
                                <m:t>P</m:t>
                              </m:r>
                              <m:r>
                                <a:rPr lang="en-IN" sz="2800" b="0" i="0" smtClean="0">
                                  <a:solidFill>
                                    <a:srgbClr val="002060"/>
                                  </a:solidFill>
                                  <a:latin typeface="Cambria Math" panose="02040503050406030204" pitchFamily="18" charset="0"/>
                                </a:rPr>
                                <m:t> </m:t>
                              </m:r>
                              <m:r>
                                <m:rPr>
                                  <m:sty m:val="p"/>
                                </m:rPr>
                                <a:rPr lang="en-IN" sz="2800" b="0" i="0" smtClean="0">
                                  <a:solidFill>
                                    <a:srgbClr val="002060"/>
                                  </a:solidFill>
                                  <a:latin typeface="Cambria Math" panose="02040503050406030204" pitchFamily="18" charset="0"/>
                                </a:rPr>
                                <m:t>is</m:t>
                              </m:r>
                              <m:r>
                                <a:rPr lang="en-IN" sz="2800" b="0" i="0" smtClean="0">
                                  <a:solidFill>
                                    <a:srgbClr val="002060"/>
                                  </a:solidFill>
                                  <a:latin typeface="Cambria Math" panose="02040503050406030204" pitchFamily="18" charset="0"/>
                                </a:rPr>
                                <m:t> </m:t>
                              </m:r>
                              <m:r>
                                <m:rPr>
                                  <m:sty m:val="p"/>
                                </m:rPr>
                                <a:rPr lang="en-IN" sz="2800" b="0" i="0" smtClean="0">
                                  <a:solidFill>
                                    <a:srgbClr val="002060"/>
                                  </a:solidFill>
                                  <a:latin typeface="Cambria Math" panose="02040503050406030204" pitchFamily="18" charset="0"/>
                                </a:rPr>
                                <m:t>known</m:t>
                              </m:r>
                            </m:e>
                            <m:e>
                              <m:r>
                                <a:rPr lang="en-IN" sz="2800" b="0" i="0">
                                  <a:latin typeface="Cambria Math" panose="02040503050406030204" pitchFamily="18" charset="0"/>
                                </a:rPr>
                                <m:t>&amp;</m:t>
                              </m:r>
                            </m:e>
                            <m:e>
                              <m:r>
                                <a:rPr lang="en-IN" sz="2800" b="0" i="0">
                                  <a:latin typeface="Cambria Math" panose="02040503050406030204" pitchFamily="18" charset="0"/>
                                </a:rPr>
                                <m:t>&amp;</m:t>
                              </m:r>
                              <m:rad>
                                <m:radPr>
                                  <m:degHide m:val="on"/>
                                  <m:ctrlPr>
                                    <a:rPr lang="en-IN" sz="2800" b="0" i="1" smtClean="0">
                                      <a:solidFill>
                                        <a:srgbClr val="FF0000"/>
                                      </a:solidFill>
                                      <a:latin typeface="Cambria Math" panose="02040503050406030204" pitchFamily="18" charset="0"/>
                                    </a:rPr>
                                  </m:ctrlPr>
                                </m:radPr>
                                <m:deg/>
                                <m:e>
                                  <m:f>
                                    <m:fPr>
                                      <m:ctrlPr>
                                        <a:rPr lang="en-IN" sz="2800" b="0" i="1">
                                          <a:solidFill>
                                            <a:srgbClr val="FF0000"/>
                                          </a:solidFill>
                                          <a:latin typeface="Cambria Math" panose="02040503050406030204" pitchFamily="18" charset="0"/>
                                        </a:rPr>
                                      </m:ctrlPr>
                                    </m:fPr>
                                    <m:num>
                                      <m:r>
                                        <a:rPr lang="en-IN" sz="2800" b="0" i="0">
                                          <a:solidFill>
                                            <a:srgbClr val="FF0000"/>
                                          </a:solidFill>
                                          <a:latin typeface="Cambria Math" panose="02040503050406030204" pitchFamily="18" charset="0"/>
                                        </a:rPr>
                                        <m:t> </m:t>
                                      </m:r>
                                      <m:r>
                                        <m:rPr>
                                          <m:sty m:val="p"/>
                                        </m:rPr>
                                        <a:rPr lang="en-IN" sz="2800" b="0" i="0">
                                          <a:solidFill>
                                            <a:srgbClr val="FF0000"/>
                                          </a:solidFill>
                                          <a:latin typeface="Cambria Math" panose="02040503050406030204" pitchFamily="18" charset="0"/>
                                        </a:rPr>
                                        <m:t>p</m:t>
                                      </m:r>
                                      <m:r>
                                        <a:rPr lang="en-IN" sz="2800" b="0" i="0">
                                          <a:solidFill>
                                            <a:srgbClr val="FF0000"/>
                                          </a:solidFill>
                                          <a:latin typeface="Cambria Math" panose="02040503050406030204" pitchFamily="18" charset="0"/>
                                        </a:rPr>
                                        <m:t> </m:t>
                                      </m:r>
                                      <m:r>
                                        <m:rPr>
                                          <m:sty m:val="p"/>
                                        </m:rPr>
                                        <a:rPr lang="en-IN" sz="2800" b="0" i="0">
                                          <a:solidFill>
                                            <a:srgbClr val="FF0000"/>
                                          </a:solidFill>
                                          <a:latin typeface="Cambria Math" panose="02040503050406030204" pitchFamily="18" charset="0"/>
                                        </a:rPr>
                                        <m:t>q</m:t>
                                      </m:r>
                                      <m:r>
                                        <a:rPr lang="en-IN" sz="2800" b="0" i="0">
                                          <a:solidFill>
                                            <a:srgbClr val="FF0000"/>
                                          </a:solidFill>
                                          <a:latin typeface="Cambria Math" panose="02040503050406030204" pitchFamily="18" charset="0"/>
                                        </a:rPr>
                                        <m:t> </m:t>
                                      </m:r>
                                    </m:num>
                                    <m:den>
                                      <m:r>
                                        <a:rPr lang="en-IN" sz="2800" b="0" i="0">
                                          <a:solidFill>
                                            <a:srgbClr val="FF0000"/>
                                          </a:solidFill>
                                          <a:latin typeface="Cambria Math" panose="02040503050406030204" pitchFamily="18" charset="0"/>
                                        </a:rPr>
                                        <m:t> </m:t>
                                      </m:r>
                                      <m:r>
                                        <m:rPr>
                                          <m:sty m:val="p"/>
                                        </m:rPr>
                                        <a:rPr lang="en-IN" sz="2800" b="0" i="0">
                                          <a:solidFill>
                                            <a:srgbClr val="FF0000"/>
                                          </a:solidFill>
                                          <a:latin typeface="Cambria Math" panose="02040503050406030204" pitchFamily="18" charset="0"/>
                                        </a:rPr>
                                        <m:t>n</m:t>
                                      </m:r>
                                      <m:r>
                                        <a:rPr lang="en-IN" sz="2800" b="0" i="0">
                                          <a:solidFill>
                                            <a:srgbClr val="FF0000"/>
                                          </a:solidFill>
                                          <a:latin typeface="Cambria Math" panose="02040503050406030204" pitchFamily="18" charset="0"/>
                                        </a:rPr>
                                        <m:t> </m:t>
                                      </m:r>
                                    </m:den>
                                  </m:f>
                                  <m:r>
                                    <a:rPr lang="en-IN" sz="2800" b="0" i="0">
                                      <a:solidFill>
                                        <a:srgbClr val="FF0000"/>
                                      </a:solidFill>
                                      <a:latin typeface="Cambria Math" panose="02040503050406030204" pitchFamily="18" charset="0"/>
                                    </a:rPr>
                                    <m:t> </m:t>
                                  </m:r>
                                </m:e>
                              </m:rad>
                              <m:r>
                                <a:rPr lang="en-IN" sz="2800" b="0" i="0">
                                  <a:latin typeface="Cambria Math" panose="02040503050406030204" pitchFamily="18" charset="0"/>
                                </a:rPr>
                                <m:t>   </m:t>
                              </m:r>
                              <m:r>
                                <a:rPr lang="en-IN" sz="2800" b="0" i="0" smtClean="0">
                                  <a:solidFill>
                                    <a:srgbClr val="002060"/>
                                  </a:solidFill>
                                  <a:latin typeface="Cambria Math" panose="02040503050406030204" pitchFamily="18" charset="0"/>
                                </a:rPr>
                                <m:t>;</m:t>
                              </m:r>
                              <m:r>
                                <a:rPr lang="en-IN" sz="2800" b="0" i="0">
                                  <a:latin typeface="Cambria Math" panose="02040503050406030204" pitchFamily="18" charset="0"/>
                                </a:rPr>
                                <m:t>   </m:t>
                              </m:r>
                              <m:r>
                                <m:rPr>
                                  <m:sty m:val="p"/>
                                </m:rPr>
                                <a:rPr lang="en-IN" sz="2800" b="0" i="0" smtClean="0">
                                  <a:solidFill>
                                    <a:srgbClr val="002060"/>
                                  </a:solidFill>
                                  <a:latin typeface="Cambria Math" panose="02040503050406030204" pitchFamily="18" charset="0"/>
                                </a:rPr>
                                <m:t>P</m:t>
                              </m:r>
                              <m:r>
                                <a:rPr lang="en-IN" sz="2800" b="0" i="0" smtClean="0">
                                  <a:solidFill>
                                    <a:srgbClr val="002060"/>
                                  </a:solidFill>
                                  <a:latin typeface="Cambria Math" panose="02040503050406030204" pitchFamily="18" charset="0"/>
                                </a:rPr>
                                <m:t> </m:t>
                              </m:r>
                              <m:r>
                                <m:rPr>
                                  <m:sty m:val="p"/>
                                </m:rPr>
                                <a:rPr lang="en-IN" sz="2800" b="0" i="0" smtClean="0">
                                  <a:solidFill>
                                    <a:srgbClr val="002060"/>
                                  </a:solidFill>
                                  <a:latin typeface="Cambria Math" panose="02040503050406030204" pitchFamily="18" charset="0"/>
                                </a:rPr>
                                <m:t>is</m:t>
                              </m:r>
                              <m:r>
                                <a:rPr lang="en-IN" sz="2800" b="0" i="0" smtClean="0">
                                  <a:solidFill>
                                    <a:srgbClr val="002060"/>
                                  </a:solidFill>
                                  <a:latin typeface="Cambria Math" panose="02040503050406030204" pitchFamily="18" charset="0"/>
                                </a:rPr>
                                <m:t> </m:t>
                              </m:r>
                              <m:r>
                                <m:rPr>
                                  <m:sty m:val="p"/>
                                </m:rPr>
                                <a:rPr lang="en-IN" sz="2800" b="0" i="0" smtClean="0">
                                  <a:solidFill>
                                    <a:srgbClr val="002060"/>
                                  </a:solidFill>
                                  <a:latin typeface="Cambria Math" panose="02040503050406030204" pitchFamily="18" charset="0"/>
                                </a:rPr>
                                <m:t>unknown</m:t>
                              </m:r>
                            </m:e>
                          </m:eqArr>
                        </m:e>
                      </m:d>
                    </m:oMath>
                  </m:oMathPara>
                </a14:m>
                <a:endParaRPr lang="en-IN" sz="2800" dirty="0"/>
              </a:p>
            </p:txBody>
          </p:sp>
        </mc:Choice>
        <mc:Fallback xmlns="">
          <p:sp>
            <p:nvSpPr>
              <p:cNvPr id="5" name="TextBox 4">
                <a:extLst>
                  <a:ext uri="{FF2B5EF4-FFF2-40B4-BE49-F238E27FC236}">
                    <a16:creationId xmlns:a16="http://schemas.microsoft.com/office/drawing/2014/main" id="{B84C9DBF-C76E-2A58-C166-6B4D357FD6CF}"/>
                  </a:ext>
                </a:extLst>
              </p:cNvPr>
              <p:cNvSpPr txBox="1">
                <a:spLocks noRot="1" noChangeAspect="1" noMove="1" noResize="1" noEditPoints="1" noAdjustHandles="1" noChangeArrowheads="1" noChangeShapeType="1" noTextEdit="1"/>
              </p:cNvSpPr>
              <p:nvPr/>
            </p:nvSpPr>
            <p:spPr>
              <a:xfrm>
                <a:off x="1908175" y="3814263"/>
                <a:ext cx="6127750" cy="2492862"/>
              </a:xfrm>
              <a:prstGeom prst="rect">
                <a:avLst/>
              </a:prstGeom>
              <a:blipFill>
                <a:blip r:embed="rId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351203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p:bld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62167-208F-2536-4D9F-F28F3C6AD8D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7D7A96-D35C-7A56-B28C-EEAB8E2BAAFD}"/>
              </a:ext>
            </a:extLst>
          </p:cNvPr>
          <p:cNvSpPr>
            <a:spLocks noGrp="1"/>
          </p:cNvSpPr>
          <p:nvPr>
            <p:ph idx="1"/>
          </p:nvPr>
        </p:nvSpPr>
        <p:spPr>
          <a:xfrm>
            <a:off x="131180" y="728675"/>
            <a:ext cx="11929641" cy="5797855"/>
          </a:xfrm>
        </p:spPr>
        <p:txBody>
          <a:bodyPr/>
          <a:lstStyle/>
          <a:p>
            <a:r>
              <a:rPr lang="en-IN" b="1" dirty="0">
                <a:solidFill>
                  <a:schemeClr val="accent6">
                    <a:lumMod val="75000"/>
                  </a:schemeClr>
                </a:solidFill>
              </a:rPr>
              <a:t>Formula for Test Statistics</a:t>
            </a:r>
          </a:p>
          <a:p>
            <a:endParaRPr lang="en-IN" dirty="0"/>
          </a:p>
          <a:p>
            <a:endParaRPr lang="en-US" dirty="0"/>
          </a:p>
          <a:p>
            <a:pPr marL="0" indent="0">
              <a:buNone/>
            </a:pPr>
            <a:r>
              <a:rPr lang="en-US" dirty="0"/>
              <a:t> </a:t>
            </a:r>
          </a:p>
          <a:p>
            <a:endParaRPr lang="en-IN" dirty="0"/>
          </a:p>
          <a:p>
            <a:endParaRPr lang="en-IN" dirty="0"/>
          </a:p>
          <a:p>
            <a:pPr lvl="0"/>
            <a:endParaRPr lang="en-US" b="1" dirty="0"/>
          </a:p>
          <a:p>
            <a:pPr lvl="1"/>
            <a:endParaRPr lang="en-IN" dirty="0"/>
          </a:p>
          <a:p>
            <a:endParaRPr lang="en-IN" dirty="0"/>
          </a:p>
          <a:p>
            <a:pPr marL="0" lvl="0" indent="0">
              <a:buNone/>
            </a:pPr>
            <a:endParaRPr lang="en-IN" dirty="0"/>
          </a:p>
          <a:p>
            <a:pPr lvl="0">
              <a:lnSpc>
                <a:spcPct val="145000"/>
              </a:lnSpc>
            </a:pPr>
            <a:endParaRPr lang="en-US" dirty="0"/>
          </a:p>
        </p:txBody>
      </p:sp>
      <p:sp>
        <p:nvSpPr>
          <p:cNvPr id="2" name="Title 1">
            <a:extLst>
              <a:ext uri="{FF2B5EF4-FFF2-40B4-BE49-F238E27FC236}">
                <a16:creationId xmlns:a16="http://schemas.microsoft.com/office/drawing/2014/main" id="{0FE03FF4-4EF5-E23F-52EA-0E7522AEDE46}"/>
              </a:ext>
            </a:extLst>
          </p:cNvPr>
          <p:cNvSpPr>
            <a:spLocks noGrp="1"/>
          </p:cNvSpPr>
          <p:nvPr>
            <p:ph type="title"/>
          </p:nvPr>
        </p:nvSpPr>
        <p:spPr/>
        <p:txBody>
          <a:bodyPr/>
          <a:lstStyle/>
          <a:p>
            <a:r>
              <a:rPr lang="en-US" dirty="0"/>
              <a:t>Test for a Single Proportion</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F85D760-B2E4-5CE3-C6D8-A9542FB3C223}"/>
                  </a:ext>
                </a:extLst>
              </p:cNvPr>
              <p:cNvSpPr txBox="1"/>
              <p:nvPr/>
            </p:nvSpPr>
            <p:spPr>
              <a:xfrm>
                <a:off x="1130301" y="2787275"/>
                <a:ext cx="2435224" cy="143488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b="1" smtClean="0">
                          <a:solidFill>
                            <a:srgbClr val="002060"/>
                          </a:solidFill>
                          <a:latin typeface="Cambria Math" panose="02040503050406030204" pitchFamily="18" charset="0"/>
                        </a:rPr>
                        <m:t>𝐙</m:t>
                      </m:r>
                      <m:r>
                        <a:rPr lang="en-IN" sz="2800" b="0" i="0">
                          <a:solidFill>
                            <a:srgbClr val="002060"/>
                          </a:solidFill>
                          <a:latin typeface="Cambria Math" panose="02040503050406030204" pitchFamily="18" charset="0"/>
                        </a:rPr>
                        <m:t>=</m:t>
                      </m:r>
                      <m:f>
                        <m:fPr>
                          <m:ctrlPr>
                            <a:rPr lang="en-IN" sz="2800" b="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m:t>
                          </m:r>
                          <m:r>
                            <a:rPr lang="en-IN" sz="2800" b="1" i="0">
                              <a:solidFill>
                                <a:srgbClr val="002060"/>
                              </a:solidFill>
                              <a:latin typeface="Cambria Math" panose="02040503050406030204" pitchFamily="18" charset="0"/>
                            </a:rPr>
                            <m:t>𝐩</m:t>
                          </m:r>
                          <m:r>
                            <a:rPr lang="en-IN" sz="2800" b="0" i="0">
                              <a:solidFill>
                                <a:srgbClr val="002060"/>
                              </a:solidFill>
                              <a:latin typeface="Cambria Math" panose="02040503050406030204" pitchFamily="18" charset="0"/>
                            </a:rPr>
                            <m:t>−</m:t>
                          </m:r>
                          <m:r>
                            <a:rPr lang="en-IN" sz="2800" b="1" i="0">
                              <a:solidFill>
                                <a:srgbClr val="002060"/>
                              </a:solidFill>
                              <a:latin typeface="Cambria Math" panose="02040503050406030204" pitchFamily="18" charset="0"/>
                            </a:rPr>
                            <m:t>𝐏</m:t>
                          </m:r>
                          <m:r>
                            <a:rPr lang="en-IN" sz="2800" b="0" i="0">
                              <a:solidFill>
                                <a:srgbClr val="002060"/>
                              </a:solidFill>
                              <a:latin typeface="Cambria Math" panose="02040503050406030204" pitchFamily="18" charset="0"/>
                            </a:rPr>
                            <m:t> </m:t>
                          </m:r>
                        </m:num>
                        <m:den>
                          <m:r>
                            <a:rPr lang="en-IN" sz="2800" b="0" i="0">
                              <a:solidFill>
                                <a:srgbClr val="002060"/>
                              </a:solidFill>
                              <a:latin typeface="Cambria Math" panose="02040503050406030204" pitchFamily="18" charset="0"/>
                            </a:rPr>
                            <m:t>  </m:t>
                          </m:r>
                          <m:rad>
                            <m:radPr>
                              <m:degHide m:val="on"/>
                              <m:ctrlPr>
                                <a:rPr lang="en-IN" sz="2800" b="0" i="1">
                                  <a:solidFill>
                                    <a:srgbClr val="002060"/>
                                  </a:solidFill>
                                  <a:latin typeface="Cambria Math" panose="02040503050406030204" pitchFamily="18" charset="0"/>
                                </a:rPr>
                              </m:ctrlPr>
                            </m:radPr>
                            <m:deg/>
                            <m:e>
                              <m:f>
                                <m:fPr>
                                  <m:ctrlPr>
                                    <a:rPr lang="en-IN" sz="2800" b="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m:t>
                                  </m:r>
                                  <m:r>
                                    <a:rPr lang="en-IN" sz="2800" b="1" i="0">
                                      <a:solidFill>
                                        <a:srgbClr val="002060"/>
                                      </a:solidFill>
                                      <a:latin typeface="Cambria Math" panose="02040503050406030204" pitchFamily="18" charset="0"/>
                                    </a:rPr>
                                    <m:t>𝐏</m:t>
                                  </m:r>
                                  <m:r>
                                    <a:rPr lang="en-IN" sz="2800" b="0" i="0">
                                      <a:solidFill>
                                        <a:srgbClr val="002060"/>
                                      </a:solidFill>
                                      <a:latin typeface="Cambria Math" panose="02040503050406030204" pitchFamily="18" charset="0"/>
                                    </a:rPr>
                                    <m:t> </m:t>
                                  </m:r>
                                  <m:r>
                                    <a:rPr lang="en-IN" sz="2800" b="1" i="0">
                                      <a:solidFill>
                                        <a:srgbClr val="002060"/>
                                      </a:solidFill>
                                      <a:latin typeface="Cambria Math" panose="02040503050406030204" pitchFamily="18" charset="0"/>
                                    </a:rPr>
                                    <m:t>𝐐</m:t>
                                  </m:r>
                                  <m:r>
                                    <a:rPr lang="en-IN" sz="2800" b="0" i="0">
                                      <a:solidFill>
                                        <a:srgbClr val="002060"/>
                                      </a:solidFill>
                                      <a:latin typeface="Cambria Math" panose="02040503050406030204" pitchFamily="18" charset="0"/>
                                    </a:rPr>
                                    <m:t> </m:t>
                                  </m:r>
                                </m:num>
                                <m:den>
                                  <m:r>
                                    <a:rPr lang="en-IN" sz="2800" b="0" i="0">
                                      <a:solidFill>
                                        <a:srgbClr val="002060"/>
                                      </a:solidFill>
                                      <a:latin typeface="Cambria Math" panose="02040503050406030204" pitchFamily="18" charset="0"/>
                                    </a:rPr>
                                    <m:t> </m:t>
                                  </m:r>
                                  <m:r>
                                    <a:rPr lang="en-IN" sz="2800" b="1" i="0">
                                      <a:solidFill>
                                        <a:srgbClr val="002060"/>
                                      </a:solidFill>
                                      <a:latin typeface="Cambria Math" panose="02040503050406030204" pitchFamily="18" charset="0"/>
                                    </a:rPr>
                                    <m:t>𝐧</m:t>
                                  </m:r>
                                  <m:r>
                                    <a:rPr lang="en-IN" sz="2800" b="0" i="0">
                                      <a:solidFill>
                                        <a:srgbClr val="002060"/>
                                      </a:solidFill>
                                      <a:latin typeface="Cambria Math" panose="02040503050406030204" pitchFamily="18" charset="0"/>
                                    </a:rPr>
                                    <m:t> </m:t>
                                  </m:r>
                                </m:den>
                              </m:f>
                              <m:r>
                                <a:rPr lang="en-IN" sz="2800" b="0" i="0">
                                  <a:solidFill>
                                    <a:srgbClr val="002060"/>
                                  </a:solidFill>
                                  <a:latin typeface="Cambria Math" panose="02040503050406030204" pitchFamily="18" charset="0"/>
                                </a:rPr>
                                <m:t> </m:t>
                              </m:r>
                            </m:e>
                          </m:rad>
                          <m:r>
                            <a:rPr lang="en-IN" sz="2800" b="0" i="0">
                              <a:solidFill>
                                <a:srgbClr val="002060"/>
                              </a:solidFill>
                              <a:latin typeface="Cambria Math" panose="02040503050406030204" pitchFamily="18" charset="0"/>
                            </a:rPr>
                            <m:t>  </m:t>
                          </m:r>
                        </m:den>
                      </m:f>
                    </m:oMath>
                  </m:oMathPara>
                </a14:m>
                <a:endParaRPr lang="en-IN" sz="2800" dirty="0">
                  <a:solidFill>
                    <a:srgbClr val="002060"/>
                  </a:solidFill>
                </a:endParaRPr>
              </a:p>
            </p:txBody>
          </p:sp>
        </mc:Choice>
        <mc:Fallback xmlns="">
          <p:sp>
            <p:nvSpPr>
              <p:cNvPr id="6" name="TextBox 5">
                <a:extLst>
                  <a:ext uri="{FF2B5EF4-FFF2-40B4-BE49-F238E27FC236}">
                    <a16:creationId xmlns:a16="http://schemas.microsoft.com/office/drawing/2014/main" id="{3F85D760-B2E4-5CE3-C6D8-A9542FB3C223}"/>
                  </a:ext>
                </a:extLst>
              </p:cNvPr>
              <p:cNvSpPr txBox="1">
                <a:spLocks noRot="1" noChangeAspect="1" noMove="1" noResize="1" noEditPoints="1" noAdjustHandles="1" noChangeArrowheads="1" noChangeShapeType="1" noTextEdit="1"/>
              </p:cNvSpPr>
              <p:nvPr/>
            </p:nvSpPr>
            <p:spPr>
              <a:xfrm>
                <a:off x="1130301" y="2787275"/>
                <a:ext cx="2435224" cy="1434880"/>
              </a:xfrm>
              <a:prstGeom prst="rect">
                <a:avLst/>
              </a:prstGeom>
              <a:blipFill>
                <a:blip r:embed="rId2"/>
                <a:stretch>
                  <a:fillRect/>
                </a:stretch>
              </a:blipFill>
            </p:spPr>
            <p:txBody>
              <a:bodyPr/>
              <a:lstStyle/>
              <a:p>
                <a:r>
                  <a:rPr lang="en-IN">
                    <a:noFill/>
                  </a:rPr>
                  <a:t> </a:t>
                </a:r>
              </a:p>
            </p:txBody>
          </p:sp>
        </mc:Fallback>
      </mc:AlternateContent>
      <p:sp>
        <p:nvSpPr>
          <p:cNvPr id="10" name="TextBox 9">
            <a:extLst>
              <a:ext uri="{FF2B5EF4-FFF2-40B4-BE49-F238E27FC236}">
                <a16:creationId xmlns:a16="http://schemas.microsoft.com/office/drawing/2014/main" id="{AE9A254F-9D68-D2E6-7F7B-26B67E567E63}"/>
              </a:ext>
            </a:extLst>
          </p:cNvPr>
          <p:cNvSpPr txBox="1"/>
          <p:nvPr/>
        </p:nvSpPr>
        <p:spPr>
          <a:xfrm>
            <a:off x="146050" y="1998727"/>
            <a:ext cx="5861046" cy="553741"/>
          </a:xfrm>
          <a:prstGeom prst="rect">
            <a:avLst/>
          </a:prstGeom>
          <a:noFill/>
        </p:spPr>
        <p:txBody>
          <a:bodyPr wrap="square">
            <a:spAutoFit/>
          </a:bodyPr>
          <a:lstStyle/>
          <a:p>
            <a:pPr lvl="0" algn="just">
              <a:lnSpc>
                <a:spcPct val="115000"/>
              </a:lnSpc>
              <a:spcAft>
                <a:spcPts val="800"/>
              </a:spcAft>
            </a:pPr>
            <a:r>
              <a:rPr lang="en-US" sz="2800" dirty="0">
                <a:solidFill>
                  <a:srgbClr val="002060"/>
                </a:solidFill>
                <a:effectLst/>
                <a:latin typeface="+mj-lt"/>
                <a:ea typeface="Times New Roman" panose="02020603050405020304" pitchFamily="18" charset="0"/>
                <a:cs typeface="Shruti" panose="020B0502040204020203" pitchFamily="34" charset="0"/>
              </a:rPr>
              <a:t>When population proportion </a:t>
            </a:r>
            <a:r>
              <a:rPr lang="en-US" sz="2800" b="1" dirty="0">
                <a:solidFill>
                  <a:srgbClr val="FF0000"/>
                </a:solidFill>
                <a:effectLst/>
                <a:latin typeface="+mj-lt"/>
                <a:ea typeface="Times New Roman" panose="02020603050405020304" pitchFamily="18" charset="0"/>
                <a:cs typeface="Shruti" panose="020B0502040204020203" pitchFamily="34" charset="0"/>
              </a:rPr>
              <a:t>P is known</a:t>
            </a:r>
            <a:endParaRPr lang="en-IN" sz="2800" dirty="0">
              <a:solidFill>
                <a:srgbClr val="002060"/>
              </a:solidFill>
              <a:effectLst/>
              <a:latin typeface="+mj-lt"/>
              <a:ea typeface="Times New Roman" panose="02020603050405020304" pitchFamily="18" charset="0"/>
              <a:cs typeface="Shruti" panose="020B0502040204020203" pitchFamily="34" charset="0"/>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950A75A-28E9-8836-D08F-8173366EF730}"/>
                  </a:ext>
                </a:extLst>
              </p:cNvPr>
              <p:cNvSpPr txBox="1"/>
              <p:nvPr/>
            </p:nvSpPr>
            <p:spPr>
              <a:xfrm>
                <a:off x="401003" y="4564112"/>
                <a:ext cx="3082923" cy="523220"/>
              </a:xfrm>
              <a:prstGeom prst="rect">
                <a:avLst/>
              </a:prstGeom>
              <a:noFill/>
            </p:spPr>
            <p:txBody>
              <a:bodyPr wrap="square">
                <a:spAutoFit/>
              </a:bodyPr>
              <a:lstStyle/>
              <a:p>
                <a:r>
                  <a:rPr lang="en-IN" sz="2800" i="0" dirty="0">
                    <a:solidFill>
                      <a:srgbClr val="002060"/>
                    </a:solidFill>
                    <a:latin typeface="+mj-lt"/>
                  </a:rPr>
                  <a:t>where</a:t>
                </a:r>
                <a14:m>
                  <m:oMath xmlns:m="http://schemas.openxmlformats.org/officeDocument/2006/math">
                    <m:r>
                      <a:rPr lang="en-IN" sz="2800" i="0">
                        <a:solidFill>
                          <a:srgbClr val="002060"/>
                        </a:solidFill>
                        <a:latin typeface="Cambria Math" panose="02040503050406030204" pitchFamily="18" charset="0"/>
                      </a:rPr>
                      <m:t>, </m:t>
                    </m:r>
                    <m:r>
                      <m:rPr>
                        <m:sty m:val="p"/>
                      </m:rPr>
                      <a:rPr lang="en-IN" sz="2800" i="0">
                        <a:solidFill>
                          <a:srgbClr val="002060"/>
                        </a:solidFill>
                        <a:latin typeface="Cambria Math" panose="02040503050406030204" pitchFamily="18" charset="0"/>
                      </a:rPr>
                      <m:t>Q</m:t>
                    </m:r>
                    <m:r>
                      <a:rPr lang="en-IN" sz="2800" i="0">
                        <a:solidFill>
                          <a:srgbClr val="002060"/>
                        </a:solidFill>
                        <a:latin typeface="Cambria Math" panose="02040503050406030204" pitchFamily="18" charset="0"/>
                      </a:rPr>
                      <m:t>=1−</m:t>
                    </m:r>
                    <m:r>
                      <m:rPr>
                        <m:sty m:val="p"/>
                      </m:rPr>
                      <a:rPr lang="en-IN" sz="2800" i="0">
                        <a:solidFill>
                          <a:srgbClr val="002060"/>
                        </a:solidFill>
                        <a:latin typeface="Cambria Math" panose="02040503050406030204" pitchFamily="18" charset="0"/>
                      </a:rPr>
                      <m:t>P</m:t>
                    </m:r>
                  </m:oMath>
                </a14:m>
                <a:endParaRPr lang="en-IN" sz="2800" dirty="0">
                  <a:solidFill>
                    <a:srgbClr val="002060"/>
                  </a:solidFill>
                  <a:latin typeface="+mj-lt"/>
                </a:endParaRPr>
              </a:p>
            </p:txBody>
          </p:sp>
        </mc:Choice>
        <mc:Fallback xmlns="">
          <p:sp>
            <p:nvSpPr>
              <p:cNvPr id="12" name="TextBox 11">
                <a:extLst>
                  <a:ext uri="{FF2B5EF4-FFF2-40B4-BE49-F238E27FC236}">
                    <a16:creationId xmlns:a16="http://schemas.microsoft.com/office/drawing/2014/main" id="{0950A75A-28E9-8836-D08F-8173366EF730}"/>
                  </a:ext>
                </a:extLst>
              </p:cNvPr>
              <p:cNvSpPr txBox="1">
                <a:spLocks noRot="1" noChangeAspect="1" noMove="1" noResize="1" noEditPoints="1" noAdjustHandles="1" noChangeArrowheads="1" noChangeShapeType="1" noTextEdit="1"/>
              </p:cNvSpPr>
              <p:nvPr/>
            </p:nvSpPr>
            <p:spPr>
              <a:xfrm>
                <a:off x="401003" y="4564112"/>
                <a:ext cx="3082923" cy="523220"/>
              </a:xfrm>
              <a:prstGeom prst="rect">
                <a:avLst/>
              </a:prstGeom>
              <a:blipFill>
                <a:blip r:embed="rId3"/>
                <a:stretch>
                  <a:fillRect l="-4150" t="-12791" b="-31395"/>
                </a:stretch>
              </a:blipFill>
            </p:spPr>
            <p:txBody>
              <a:bodyPr/>
              <a:lstStyle/>
              <a:p>
                <a:r>
                  <a:rPr lang="en-IN">
                    <a:noFill/>
                  </a:rPr>
                  <a:t> </a:t>
                </a:r>
              </a:p>
            </p:txBody>
          </p:sp>
        </mc:Fallback>
      </mc:AlternateContent>
    </p:spTree>
    <p:extLst>
      <p:ext uri="{BB962C8B-B14F-4D97-AF65-F5344CB8AC3E}">
        <p14:creationId xmlns:p14="http://schemas.microsoft.com/office/powerpoint/2010/main" val="1659713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p:bldP spid="10" grpId="0"/>
      <p:bldP spid="12" grpId="0"/>
    </p:bld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6B204-1236-9087-37C2-24CCD24ED8A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77E7C5-DB9A-E46E-2088-F06AC6111538}"/>
              </a:ext>
            </a:extLst>
          </p:cNvPr>
          <p:cNvSpPr>
            <a:spLocks noGrp="1"/>
          </p:cNvSpPr>
          <p:nvPr>
            <p:ph idx="1"/>
          </p:nvPr>
        </p:nvSpPr>
        <p:spPr>
          <a:xfrm>
            <a:off x="131180" y="728675"/>
            <a:ext cx="11929641" cy="5797855"/>
          </a:xfrm>
        </p:spPr>
        <p:txBody>
          <a:bodyPr/>
          <a:lstStyle/>
          <a:p>
            <a:r>
              <a:rPr lang="en-IN" b="1" dirty="0">
                <a:solidFill>
                  <a:schemeClr val="accent6">
                    <a:lumMod val="75000"/>
                  </a:schemeClr>
                </a:solidFill>
              </a:rPr>
              <a:t>Confidence Limit</a:t>
            </a:r>
          </a:p>
          <a:p>
            <a:endParaRPr lang="en-IN" dirty="0"/>
          </a:p>
          <a:p>
            <a:endParaRPr lang="en-US" dirty="0"/>
          </a:p>
          <a:p>
            <a:pPr marL="0" indent="0">
              <a:buNone/>
            </a:pPr>
            <a:r>
              <a:rPr lang="en-US" dirty="0"/>
              <a:t> </a:t>
            </a:r>
          </a:p>
          <a:p>
            <a:endParaRPr lang="en-IN" dirty="0"/>
          </a:p>
          <a:p>
            <a:endParaRPr lang="en-IN" dirty="0"/>
          </a:p>
          <a:p>
            <a:pPr lvl="0"/>
            <a:endParaRPr lang="en-US" b="1" dirty="0"/>
          </a:p>
          <a:p>
            <a:pPr lvl="1"/>
            <a:endParaRPr lang="en-IN" dirty="0"/>
          </a:p>
          <a:p>
            <a:endParaRPr lang="en-IN" dirty="0"/>
          </a:p>
          <a:p>
            <a:pPr marL="0" lvl="0" indent="0">
              <a:buNone/>
            </a:pPr>
            <a:endParaRPr lang="en-IN" dirty="0"/>
          </a:p>
          <a:p>
            <a:pPr lvl="0">
              <a:lnSpc>
                <a:spcPct val="145000"/>
              </a:lnSpc>
            </a:pPr>
            <a:endParaRPr lang="en-US" dirty="0"/>
          </a:p>
        </p:txBody>
      </p:sp>
      <p:sp>
        <p:nvSpPr>
          <p:cNvPr id="2" name="Title 1">
            <a:extLst>
              <a:ext uri="{FF2B5EF4-FFF2-40B4-BE49-F238E27FC236}">
                <a16:creationId xmlns:a16="http://schemas.microsoft.com/office/drawing/2014/main" id="{44053D3D-6DF0-27CD-4B9E-8B8FABBA199A}"/>
              </a:ext>
            </a:extLst>
          </p:cNvPr>
          <p:cNvSpPr>
            <a:spLocks noGrp="1"/>
          </p:cNvSpPr>
          <p:nvPr>
            <p:ph type="title"/>
          </p:nvPr>
        </p:nvSpPr>
        <p:spPr/>
        <p:txBody>
          <a:bodyPr/>
          <a:lstStyle/>
          <a:p>
            <a:r>
              <a:rPr lang="en-US" dirty="0"/>
              <a:t>Test for a Single Proportion</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8E2A4A4-C9DC-09B2-7FBE-B13CDCE1A566}"/>
                  </a:ext>
                </a:extLst>
              </p:cNvPr>
              <p:cNvSpPr txBox="1"/>
              <p:nvPr/>
            </p:nvSpPr>
            <p:spPr>
              <a:xfrm>
                <a:off x="359779" y="1599566"/>
                <a:ext cx="8783689" cy="1467966"/>
              </a:xfrm>
              <a:prstGeom prst="rect">
                <a:avLst/>
              </a:prstGeom>
              <a:noFill/>
            </p:spPr>
            <p:txBody>
              <a:bodyPr wrap="square">
                <a:spAutoFit/>
              </a:bodyPr>
              <a:lstStyle/>
              <a:p>
                <a:r>
                  <a:rPr lang="en-IN" sz="2800" b="1" dirty="0">
                    <a:solidFill>
                      <a:srgbClr val="002060"/>
                    </a:solidFill>
                    <a:latin typeface="+mj-lt"/>
                  </a:rPr>
                  <a:t>Confidence</a:t>
                </a:r>
                <a:r>
                  <a:rPr lang="en-IN" sz="2800" b="0" dirty="0">
                    <a:solidFill>
                      <a:srgbClr val="002060"/>
                    </a:solidFill>
                    <a:latin typeface="+mj-lt"/>
                  </a:rPr>
                  <a:t> </a:t>
                </a:r>
                <a:r>
                  <a:rPr lang="en-IN" sz="2800" b="1" dirty="0">
                    <a:solidFill>
                      <a:srgbClr val="002060"/>
                    </a:solidFill>
                    <a:latin typeface="+mj-lt"/>
                  </a:rPr>
                  <a:t>Limits </a:t>
                </a:r>
                <a14:m>
                  <m:oMath xmlns:m="http://schemas.openxmlformats.org/officeDocument/2006/math">
                    <m:r>
                      <a:rPr lang="en-IN" sz="2800" b="0" i="0">
                        <a:solidFill>
                          <a:srgbClr val="002060"/>
                        </a:solidFill>
                        <a:latin typeface="Cambria Math" panose="02040503050406030204" pitchFamily="18" charset="0"/>
                      </a:rPr>
                      <m:t>=</m:t>
                    </m:r>
                    <m:d>
                      <m:dPr>
                        <m:begChr m:val="{"/>
                        <m:endChr m:val=""/>
                        <m:ctrlPr>
                          <a:rPr lang="en-IN" sz="2800" b="0" i="1">
                            <a:solidFill>
                              <a:srgbClr val="002060"/>
                            </a:solidFill>
                            <a:latin typeface="Cambria Math" panose="02040503050406030204" pitchFamily="18" charset="0"/>
                          </a:rPr>
                        </m:ctrlPr>
                      </m:dPr>
                      <m:e>
                        <m:r>
                          <a:rPr lang="en-IN" sz="2800" b="0" i="0">
                            <a:solidFill>
                              <a:srgbClr val="002060"/>
                            </a:solidFill>
                            <a:latin typeface="Cambria Math" panose="02040503050406030204" pitchFamily="18" charset="0"/>
                          </a:rPr>
                          <m:t> </m:t>
                        </m:r>
                        <m:eqArr>
                          <m:eqArrPr>
                            <m:ctrlPr>
                              <a:rPr lang="en-IN" sz="2800" b="0" i="1" smtClean="0">
                                <a:solidFill>
                                  <a:srgbClr val="002060"/>
                                </a:solidFill>
                                <a:latin typeface="Cambria Math" panose="02040503050406030204" pitchFamily="18" charset="0"/>
                              </a:rPr>
                            </m:ctrlPr>
                          </m:eqArrPr>
                          <m:e>
                            <m:r>
                              <a:rPr lang="en-IN" sz="2800" b="0" i="0">
                                <a:solidFill>
                                  <a:srgbClr val="002060"/>
                                </a:solidFill>
                                <a:latin typeface="Cambria Math" panose="02040503050406030204" pitchFamily="18" charset="0"/>
                              </a:rPr>
                              <m:t>&amp;</m:t>
                            </m:r>
                            <m:r>
                              <m:rPr>
                                <m:sty m:val="p"/>
                              </m:rPr>
                              <a:rPr lang="en-IN" sz="2800" b="0" i="0" smtClean="0">
                                <a:solidFill>
                                  <a:srgbClr val="FF0000"/>
                                </a:solidFill>
                                <a:latin typeface="Cambria Math" panose="02040503050406030204" pitchFamily="18" charset="0"/>
                              </a:rPr>
                              <m:t>P</m:t>
                            </m:r>
                            <m:r>
                              <a:rPr lang="en-IN" sz="2800" b="0" i="0" smtClean="0">
                                <a:solidFill>
                                  <a:srgbClr val="FF0000"/>
                                </a:solidFill>
                                <a:latin typeface="Cambria Math" panose="02040503050406030204" pitchFamily="18" charset="0"/>
                              </a:rPr>
                              <m:t>±</m:t>
                            </m:r>
                            <m:sSub>
                              <m:sSubPr>
                                <m:ctrlPr>
                                  <a:rPr lang="en-IN" sz="2800" b="0" i="1">
                                    <a:solidFill>
                                      <a:srgbClr val="FF0000"/>
                                    </a:solidFill>
                                    <a:latin typeface="Cambria Math" panose="02040503050406030204" pitchFamily="18" charset="0"/>
                                  </a:rPr>
                                </m:ctrlPr>
                              </m:sSubPr>
                              <m:e>
                                <m:r>
                                  <a:rPr lang="en-IN" sz="2800" b="1" i="0">
                                    <a:solidFill>
                                      <a:srgbClr val="FF0000"/>
                                    </a:solidFill>
                                    <a:latin typeface="Cambria Math" panose="02040503050406030204" pitchFamily="18" charset="0"/>
                                  </a:rPr>
                                  <m:t>𝐙</m:t>
                                </m:r>
                              </m:e>
                              <m:sub>
                                <m:r>
                                  <a:rPr lang="en-IN" sz="2800" b="1" i="0">
                                    <a:solidFill>
                                      <a:srgbClr val="FF0000"/>
                                    </a:solidFill>
                                    <a:latin typeface="Cambria Math" panose="02040503050406030204" pitchFamily="18" charset="0"/>
                                  </a:rPr>
                                  <m:t>𝛂</m:t>
                                </m:r>
                              </m:sub>
                            </m:sSub>
                            <m:r>
                              <a:rPr lang="en-IN" sz="2800" b="0" i="0">
                                <a:solidFill>
                                  <a:srgbClr val="FF0000"/>
                                </a:solidFill>
                                <a:latin typeface="Cambria Math" panose="02040503050406030204" pitchFamily="18" charset="0"/>
                              </a:rPr>
                              <m:t> </m:t>
                            </m:r>
                            <m:r>
                              <m:rPr>
                                <m:sty m:val="p"/>
                              </m:rPr>
                              <a:rPr lang="en-IN" sz="2800" b="0" i="0">
                                <a:solidFill>
                                  <a:srgbClr val="FF0000"/>
                                </a:solidFill>
                                <a:latin typeface="Cambria Math" panose="02040503050406030204" pitchFamily="18" charset="0"/>
                              </a:rPr>
                              <m:t>SE</m:t>
                            </m:r>
                            <m:d>
                              <m:dPr>
                                <m:ctrlPr>
                                  <a:rPr lang="en-IN" sz="2800" b="0" i="1">
                                    <a:solidFill>
                                      <a:srgbClr val="FF0000"/>
                                    </a:solidFill>
                                    <a:latin typeface="Cambria Math" panose="02040503050406030204" pitchFamily="18" charset="0"/>
                                  </a:rPr>
                                </m:ctrlPr>
                              </m:dPr>
                              <m:e>
                                <m:r>
                                  <a:rPr lang="en-IN" sz="2800" b="1" i="0">
                                    <a:solidFill>
                                      <a:srgbClr val="FF0000"/>
                                    </a:solidFill>
                                    <a:latin typeface="Cambria Math" panose="02040503050406030204" pitchFamily="18" charset="0"/>
                                  </a:rPr>
                                  <m:t>𝐭</m:t>
                                </m:r>
                              </m:e>
                            </m:d>
                            <m:r>
                              <a:rPr lang="en-IN" sz="2800" b="0" i="0">
                                <a:solidFill>
                                  <a:srgbClr val="FF0000"/>
                                </a:solidFill>
                                <a:latin typeface="Cambria Math" panose="02040503050406030204" pitchFamily="18" charset="0"/>
                              </a:rPr>
                              <m:t>   </m:t>
                            </m:r>
                            <m:r>
                              <a:rPr lang="en-IN" sz="2800" b="0" i="0">
                                <a:solidFill>
                                  <a:srgbClr val="002060"/>
                                </a:solidFill>
                                <a:latin typeface="Cambria Math" panose="02040503050406030204" pitchFamily="18" charset="0"/>
                              </a:rPr>
                              <m:t>;   </m:t>
                            </m:r>
                            <m:r>
                              <m:rPr>
                                <m:sty m:val="p"/>
                              </m:rPr>
                              <a:rPr lang="en-IN" sz="2800" b="0" i="0">
                                <a:solidFill>
                                  <a:srgbClr val="002060"/>
                                </a:solidFill>
                                <a:latin typeface="Cambria Math" panose="02040503050406030204" pitchFamily="18" charset="0"/>
                              </a:rPr>
                              <m:t>P</m:t>
                            </m:r>
                            <m:r>
                              <a:rPr lang="en-IN" sz="2800" b="0" i="0">
                                <a:solidFill>
                                  <a:srgbClr val="002060"/>
                                </a:solidFill>
                                <a:latin typeface="Cambria Math" panose="02040503050406030204" pitchFamily="18" charset="0"/>
                              </a:rPr>
                              <m:t> </m:t>
                            </m:r>
                            <m:r>
                              <m:rPr>
                                <m:sty m:val="p"/>
                              </m:rPr>
                              <a:rPr lang="en-IN" sz="2800" b="0" i="0">
                                <a:solidFill>
                                  <a:srgbClr val="002060"/>
                                </a:solidFill>
                                <a:latin typeface="Cambria Math" panose="02040503050406030204" pitchFamily="18" charset="0"/>
                              </a:rPr>
                              <m:t>is</m:t>
                            </m:r>
                            <m:r>
                              <a:rPr lang="en-IN" sz="2800" b="0" i="0">
                                <a:solidFill>
                                  <a:srgbClr val="002060"/>
                                </a:solidFill>
                                <a:latin typeface="Cambria Math" panose="02040503050406030204" pitchFamily="18" charset="0"/>
                              </a:rPr>
                              <m:t> </m:t>
                            </m:r>
                            <m:r>
                              <m:rPr>
                                <m:sty m:val="p"/>
                              </m:rPr>
                              <a:rPr lang="en-IN" sz="2800" b="0" i="0">
                                <a:solidFill>
                                  <a:srgbClr val="002060"/>
                                </a:solidFill>
                                <a:latin typeface="Cambria Math" panose="02040503050406030204" pitchFamily="18" charset="0"/>
                              </a:rPr>
                              <m:t>known</m:t>
                            </m:r>
                          </m:e>
                          <m:e>
                            <m:r>
                              <a:rPr lang="en-IN" sz="2800" b="0" i="0">
                                <a:solidFill>
                                  <a:srgbClr val="002060"/>
                                </a:solidFill>
                                <a:latin typeface="Cambria Math" panose="02040503050406030204" pitchFamily="18" charset="0"/>
                              </a:rPr>
                              <m:t>&amp;</m:t>
                            </m:r>
                          </m:e>
                          <m:e>
                            <m:r>
                              <a:rPr lang="en-IN" sz="2800" b="0" i="0">
                                <a:solidFill>
                                  <a:srgbClr val="002060"/>
                                </a:solidFill>
                                <a:latin typeface="Cambria Math" panose="02040503050406030204" pitchFamily="18" charset="0"/>
                              </a:rPr>
                              <m:t>&amp;</m:t>
                            </m:r>
                            <m:r>
                              <m:rPr>
                                <m:sty m:val="p"/>
                              </m:rPr>
                              <a:rPr lang="en-IN" sz="2800" b="0" i="0" smtClean="0">
                                <a:solidFill>
                                  <a:srgbClr val="FF0000"/>
                                </a:solidFill>
                                <a:latin typeface="Cambria Math" panose="02040503050406030204" pitchFamily="18" charset="0"/>
                              </a:rPr>
                              <m:t>p</m:t>
                            </m:r>
                            <m:r>
                              <a:rPr lang="en-IN" sz="2800" b="0" i="0" smtClean="0">
                                <a:solidFill>
                                  <a:srgbClr val="FF0000"/>
                                </a:solidFill>
                                <a:latin typeface="Cambria Math" panose="02040503050406030204" pitchFamily="18" charset="0"/>
                              </a:rPr>
                              <m:t>±</m:t>
                            </m:r>
                            <m:sSub>
                              <m:sSubPr>
                                <m:ctrlPr>
                                  <a:rPr lang="en-IN" sz="2800" b="0" i="1">
                                    <a:solidFill>
                                      <a:srgbClr val="FF0000"/>
                                    </a:solidFill>
                                    <a:latin typeface="Cambria Math" panose="02040503050406030204" pitchFamily="18" charset="0"/>
                                  </a:rPr>
                                </m:ctrlPr>
                              </m:sSubPr>
                              <m:e>
                                <m:r>
                                  <a:rPr lang="en-IN" sz="2800" b="1" i="0">
                                    <a:solidFill>
                                      <a:srgbClr val="FF0000"/>
                                    </a:solidFill>
                                    <a:latin typeface="Cambria Math" panose="02040503050406030204" pitchFamily="18" charset="0"/>
                                  </a:rPr>
                                  <m:t>𝐙</m:t>
                                </m:r>
                              </m:e>
                              <m:sub>
                                <m:r>
                                  <a:rPr lang="en-IN" sz="2800" b="1" i="0">
                                    <a:solidFill>
                                      <a:srgbClr val="FF0000"/>
                                    </a:solidFill>
                                    <a:latin typeface="Cambria Math" panose="02040503050406030204" pitchFamily="18" charset="0"/>
                                  </a:rPr>
                                  <m:t>𝛂</m:t>
                                </m:r>
                              </m:sub>
                            </m:sSub>
                            <m:r>
                              <a:rPr lang="en-IN" sz="2800" b="0" i="0">
                                <a:solidFill>
                                  <a:srgbClr val="FF0000"/>
                                </a:solidFill>
                                <a:latin typeface="Cambria Math" panose="02040503050406030204" pitchFamily="18" charset="0"/>
                              </a:rPr>
                              <m:t> </m:t>
                            </m:r>
                            <m:r>
                              <m:rPr>
                                <m:sty m:val="p"/>
                              </m:rPr>
                              <a:rPr lang="en-IN" sz="2800" b="0" i="0">
                                <a:solidFill>
                                  <a:srgbClr val="FF0000"/>
                                </a:solidFill>
                                <a:latin typeface="Cambria Math" panose="02040503050406030204" pitchFamily="18" charset="0"/>
                              </a:rPr>
                              <m:t>SE</m:t>
                            </m:r>
                            <m:d>
                              <m:dPr>
                                <m:ctrlPr>
                                  <a:rPr lang="en-IN" sz="2800" b="0" i="1">
                                    <a:solidFill>
                                      <a:srgbClr val="FF0000"/>
                                    </a:solidFill>
                                    <a:latin typeface="Cambria Math" panose="02040503050406030204" pitchFamily="18" charset="0"/>
                                  </a:rPr>
                                </m:ctrlPr>
                              </m:dPr>
                              <m:e>
                                <m:r>
                                  <a:rPr lang="en-IN" sz="2800" b="1" i="0">
                                    <a:solidFill>
                                      <a:srgbClr val="FF0000"/>
                                    </a:solidFill>
                                    <a:latin typeface="Cambria Math" panose="02040503050406030204" pitchFamily="18" charset="0"/>
                                  </a:rPr>
                                  <m:t>𝐭</m:t>
                                </m:r>
                              </m:e>
                            </m:d>
                            <m:r>
                              <a:rPr lang="en-IN" sz="2800" b="0" i="0">
                                <a:solidFill>
                                  <a:srgbClr val="FF0000"/>
                                </a:solidFill>
                                <a:latin typeface="Cambria Math" panose="02040503050406030204" pitchFamily="18" charset="0"/>
                              </a:rPr>
                              <m:t> </m:t>
                            </m:r>
                            <m:r>
                              <a:rPr lang="en-IN" sz="2800" b="0" i="0">
                                <a:solidFill>
                                  <a:srgbClr val="002060"/>
                                </a:solidFill>
                                <a:latin typeface="Cambria Math" panose="02040503050406030204" pitchFamily="18" charset="0"/>
                              </a:rPr>
                              <m:t>  ;   </m:t>
                            </m:r>
                            <m:r>
                              <m:rPr>
                                <m:sty m:val="p"/>
                              </m:rPr>
                              <a:rPr lang="en-IN" sz="2800" b="0" i="0">
                                <a:solidFill>
                                  <a:srgbClr val="002060"/>
                                </a:solidFill>
                                <a:latin typeface="Cambria Math" panose="02040503050406030204" pitchFamily="18" charset="0"/>
                              </a:rPr>
                              <m:t>P</m:t>
                            </m:r>
                            <m:r>
                              <a:rPr lang="en-IN" sz="2800" b="0" i="0">
                                <a:solidFill>
                                  <a:srgbClr val="002060"/>
                                </a:solidFill>
                                <a:latin typeface="Cambria Math" panose="02040503050406030204" pitchFamily="18" charset="0"/>
                              </a:rPr>
                              <m:t> </m:t>
                            </m:r>
                            <m:r>
                              <m:rPr>
                                <m:sty m:val="p"/>
                              </m:rPr>
                              <a:rPr lang="en-IN" sz="2800" b="0" i="0">
                                <a:solidFill>
                                  <a:srgbClr val="002060"/>
                                </a:solidFill>
                                <a:latin typeface="Cambria Math" panose="02040503050406030204" pitchFamily="18" charset="0"/>
                              </a:rPr>
                              <m:t>is</m:t>
                            </m:r>
                            <m:r>
                              <a:rPr lang="en-IN" sz="2800" b="0" i="0">
                                <a:solidFill>
                                  <a:srgbClr val="002060"/>
                                </a:solidFill>
                                <a:latin typeface="Cambria Math" panose="02040503050406030204" pitchFamily="18" charset="0"/>
                              </a:rPr>
                              <m:t> </m:t>
                            </m:r>
                            <m:r>
                              <m:rPr>
                                <m:sty m:val="p"/>
                              </m:rPr>
                              <a:rPr lang="en-IN" sz="2800" b="0" i="0">
                                <a:solidFill>
                                  <a:srgbClr val="002060"/>
                                </a:solidFill>
                                <a:latin typeface="Cambria Math" panose="02040503050406030204" pitchFamily="18" charset="0"/>
                              </a:rPr>
                              <m:t>unknown</m:t>
                            </m:r>
                          </m:e>
                        </m:eqArr>
                      </m:e>
                    </m:d>
                  </m:oMath>
                </a14:m>
                <a:endParaRPr lang="en-IN" sz="2800" dirty="0">
                  <a:solidFill>
                    <a:srgbClr val="002060"/>
                  </a:solidFill>
                </a:endParaRPr>
              </a:p>
            </p:txBody>
          </p:sp>
        </mc:Choice>
        <mc:Fallback xmlns="">
          <p:sp>
            <p:nvSpPr>
              <p:cNvPr id="5" name="TextBox 4">
                <a:extLst>
                  <a:ext uri="{FF2B5EF4-FFF2-40B4-BE49-F238E27FC236}">
                    <a16:creationId xmlns:a16="http://schemas.microsoft.com/office/drawing/2014/main" id="{F8E2A4A4-C9DC-09B2-7FBE-B13CDCE1A566}"/>
                  </a:ext>
                </a:extLst>
              </p:cNvPr>
              <p:cNvSpPr txBox="1">
                <a:spLocks noRot="1" noChangeAspect="1" noMove="1" noResize="1" noEditPoints="1" noAdjustHandles="1" noChangeArrowheads="1" noChangeShapeType="1" noTextEdit="1"/>
              </p:cNvSpPr>
              <p:nvPr/>
            </p:nvSpPr>
            <p:spPr>
              <a:xfrm>
                <a:off x="359779" y="1599566"/>
                <a:ext cx="8783689" cy="1467966"/>
              </a:xfrm>
              <a:prstGeom prst="rect">
                <a:avLst/>
              </a:prstGeom>
              <a:blipFill>
                <a:blip r:embed="rId2"/>
                <a:stretch>
                  <a:fillRect l="-138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7D2343B-A47C-ABAA-C7FA-C65980C2CA0C}"/>
                  </a:ext>
                </a:extLst>
              </p:cNvPr>
              <p:cNvSpPr txBox="1"/>
              <p:nvPr/>
            </p:nvSpPr>
            <p:spPr>
              <a:xfrm>
                <a:off x="411480" y="3350731"/>
                <a:ext cx="7635240" cy="553741"/>
              </a:xfrm>
              <a:prstGeom prst="rect">
                <a:avLst/>
              </a:prstGeom>
              <a:noFill/>
            </p:spPr>
            <p:txBody>
              <a:bodyPr wrap="square">
                <a:spAutoFit/>
              </a:bodyPr>
              <a:lstStyle/>
              <a:p>
                <a:pPr marL="342900" indent="-342900" algn="just">
                  <a:lnSpc>
                    <a:spcPct val="115000"/>
                  </a:lnSpc>
                  <a:spcAft>
                    <a:spcPts val="800"/>
                  </a:spcAft>
                </a:pPr>
                <a:r>
                  <a:rPr lang="en-US" sz="2800" dirty="0">
                    <a:solidFill>
                      <a:srgbClr val="002060"/>
                    </a:solidFill>
                    <a:effectLst/>
                    <a:latin typeface="+mj-lt"/>
                    <a:ea typeface="Times New Roman" panose="02020603050405020304" pitchFamily="18" charset="0"/>
                    <a:cs typeface="Shruti" panose="020B0502040204020203" pitchFamily="34" charset="0"/>
                  </a:rPr>
                  <a:t>where, </a:t>
                </a:r>
                <a14:m>
                  <m:oMath xmlns:m="http://schemas.openxmlformats.org/officeDocument/2006/math">
                    <m:sSub>
                      <m:sSubPr>
                        <m:ctrlPr>
                          <a:rPr lang="en-IN" sz="2800" i="1">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ctrlPr>
                      </m:sSubPr>
                      <m:e>
                        <m:r>
                          <m:rPr>
                            <m:sty m:val="p"/>
                          </m:rPr>
                          <a:rPr lang="en-US" sz="2800">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t>Z</m:t>
                        </m:r>
                      </m:e>
                      <m:sub>
                        <m:r>
                          <m:rPr>
                            <m:sty m:val="p"/>
                          </m:rPr>
                          <a:rPr lang="en-US" sz="2800">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t>α</m:t>
                        </m:r>
                      </m:sub>
                    </m:sSub>
                    <m:r>
                      <a:rPr lang="en-US" sz="2800">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t>=</m:t>
                    </m:r>
                  </m:oMath>
                </a14:m>
                <a:r>
                  <a:rPr lang="en-US" sz="2800" dirty="0">
                    <a:solidFill>
                      <a:srgbClr val="002060"/>
                    </a:solidFill>
                    <a:effectLst/>
                    <a:latin typeface="+mj-lt"/>
                    <a:ea typeface="Times New Roman" panose="02020603050405020304" pitchFamily="18" charset="0"/>
                    <a:cs typeface="Shruti" panose="020B0502040204020203" pitchFamily="34" charset="0"/>
                  </a:rPr>
                  <a:t> Critical value at level of significance </a:t>
                </a:r>
                <a14:m>
                  <m:oMath xmlns:m="http://schemas.openxmlformats.org/officeDocument/2006/math">
                    <m:r>
                      <m:rPr>
                        <m:sty m:val="p"/>
                      </m:rPr>
                      <a:rPr lang="en-US" sz="2800">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t>α</m:t>
                    </m:r>
                  </m:oMath>
                </a14:m>
                <a:endParaRPr lang="en-IN" sz="2800" dirty="0">
                  <a:solidFill>
                    <a:srgbClr val="002060"/>
                  </a:solidFill>
                  <a:effectLst/>
                  <a:latin typeface="+mj-lt"/>
                  <a:ea typeface="Times New Roman" panose="02020603050405020304" pitchFamily="18" charset="0"/>
                  <a:cs typeface="Shruti" panose="020B0502040204020203" pitchFamily="34" charset="0"/>
                </a:endParaRPr>
              </a:p>
            </p:txBody>
          </p:sp>
        </mc:Choice>
        <mc:Fallback xmlns="">
          <p:sp>
            <p:nvSpPr>
              <p:cNvPr id="9" name="TextBox 8">
                <a:extLst>
                  <a:ext uri="{FF2B5EF4-FFF2-40B4-BE49-F238E27FC236}">
                    <a16:creationId xmlns:a16="http://schemas.microsoft.com/office/drawing/2014/main" id="{D7D2343B-A47C-ABAA-C7FA-C65980C2CA0C}"/>
                  </a:ext>
                </a:extLst>
              </p:cNvPr>
              <p:cNvSpPr txBox="1">
                <a:spLocks noRot="1" noChangeAspect="1" noMove="1" noResize="1" noEditPoints="1" noAdjustHandles="1" noChangeArrowheads="1" noChangeShapeType="1" noTextEdit="1"/>
              </p:cNvSpPr>
              <p:nvPr/>
            </p:nvSpPr>
            <p:spPr>
              <a:xfrm>
                <a:off x="411480" y="3350731"/>
                <a:ext cx="7635240" cy="553741"/>
              </a:xfrm>
              <a:prstGeom prst="rect">
                <a:avLst/>
              </a:prstGeom>
              <a:blipFill>
                <a:blip r:embed="rId3"/>
                <a:stretch>
                  <a:fillRect l="-1677" t="-6667" b="-31111"/>
                </a:stretch>
              </a:blipFill>
            </p:spPr>
            <p:txBody>
              <a:bodyPr/>
              <a:lstStyle/>
              <a:p>
                <a:r>
                  <a:rPr lang="en-IN">
                    <a:noFill/>
                  </a:rPr>
                  <a:t> </a:t>
                </a:r>
              </a:p>
            </p:txBody>
          </p:sp>
        </mc:Fallback>
      </mc:AlternateContent>
    </p:spTree>
    <p:extLst>
      <p:ext uri="{BB962C8B-B14F-4D97-AF65-F5344CB8AC3E}">
        <p14:creationId xmlns:p14="http://schemas.microsoft.com/office/powerpoint/2010/main" val="1153649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p:bldP spid="9" grpId="0"/>
    </p:bld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0B397-56C2-4D65-CCCB-2EBA37BED76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a:extLst>
                  <a:ext uri="{FF2B5EF4-FFF2-40B4-BE49-F238E27FC236}">
                    <a16:creationId xmlns:a16="http://schemas.microsoft.com/office/drawing/2014/main" id="{E1ED8EAB-7473-1A80-069A-6C07368A2F96}"/>
                  </a:ext>
                </a:extLst>
              </p:cNvPr>
              <p:cNvSpPr txBox="1">
                <a:spLocks/>
              </p:cNvSpPr>
              <p:nvPr/>
            </p:nvSpPr>
            <p:spPr>
              <a:xfrm>
                <a:off x="131177" y="869081"/>
                <a:ext cx="11929643" cy="2220919"/>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endParaRPr lang="en-US" dirty="0"/>
              </a:p>
              <a:p>
                <a:r>
                  <a:rPr lang="en-US" dirty="0"/>
                  <a:t>In a random sample of 160 worker exposed to a certain amount of radiation, 24 experienced some ill effects. Construct a 95% confidence interval for the corresponding true percentage. </a:t>
                </a:r>
                <a14:m>
                  <m:oMath xmlns:m="http://schemas.openxmlformats.org/officeDocument/2006/math">
                    <m:d>
                      <m:dPr>
                        <m:ctrlPr>
                          <a:rPr lang="en-IN" i="1">
                            <a:latin typeface="Cambria Math" panose="02040503050406030204" pitchFamily="18" charset="0"/>
                          </a:rPr>
                        </m:ctrlPr>
                      </m:dPr>
                      <m:e>
                        <m:r>
                          <a:rPr lang="en-US" i="1">
                            <a:latin typeface="Cambria Math" panose="02040503050406030204" pitchFamily="18" charset="0"/>
                          </a:rPr>
                          <m:t> </m:t>
                        </m:r>
                        <m:d>
                          <m:dPr>
                            <m:begChr m:val="|"/>
                            <m:endChr m:val="|"/>
                            <m:ctrlPr>
                              <a:rPr lang="en-IN" i="1">
                                <a:latin typeface="Cambria Math" panose="02040503050406030204" pitchFamily="18" charset="0"/>
                              </a:rPr>
                            </m:ctrlPr>
                          </m:dPr>
                          <m:e>
                            <m:r>
                              <a:rPr lang="en-US" i="1">
                                <a:latin typeface="Cambria Math" panose="02040503050406030204" pitchFamily="18" charset="0"/>
                              </a:rPr>
                              <m:t> </m:t>
                            </m:r>
                            <m:sSub>
                              <m:sSubPr>
                                <m:ctrlPr>
                                  <a:rPr lang="en-IN" i="1">
                                    <a:latin typeface="Cambria Math" panose="02040503050406030204" pitchFamily="18" charset="0"/>
                                  </a:rPr>
                                </m:ctrlPr>
                              </m:sSubPr>
                              <m:e>
                                <m:r>
                                  <m:rPr>
                                    <m:sty m:val="p"/>
                                  </m:rPr>
                                  <a:rPr lang="en-US">
                                    <a:latin typeface="Cambria Math" panose="02040503050406030204" pitchFamily="18" charset="0"/>
                                  </a:rPr>
                                  <m:t>Z</m:t>
                                </m:r>
                              </m:e>
                              <m:sub>
                                <m:r>
                                  <a:rPr lang="en-US">
                                    <a:latin typeface="Cambria Math" panose="02040503050406030204" pitchFamily="18" charset="0"/>
                                  </a:rPr>
                                  <m:t>0.05</m:t>
                                </m:r>
                              </m:sub>
                            </m:sSub>
                            <m:r>
                              <a:rPr lang="en-US" i="1">
                                <a:latin typeface="Cambria Math" panose="02040503050406030204" pitchFamily="18" charset="0"/>
                              </a:rPr>
                              <m:t> </m:t>
                            </m:r>
                          </m:e>
                        </m:d>
                        <m:r>
                          <a:rPr lang="en-US">
                            <a:latin typeface="Cambria Math" panose="02040503050406030204" pitchFamily="18" charset="0"/>
                          </a:rPr>
                          <m:t>=1.96 </m:t>
                        </m:r>
                      </m:e>
                    </m:d>
                  </m:oMath>
                </a14:m>
                <a:endParaRPr lang="en-IN" dirty="0"/>
              </a:p>
              <a:p>
                <a:endParaRPr lang="en-US" dirty="0"/>
              </a:p>
            </p:txBody>
          </p:sp>
        </mc:Choice>
        <mc:Fallback xmlns="">
          <p:sp>
            <p:nvSpPr>
              <p:cNvPr id="19" name="Content Placeholder 2">
                <a:extLst>
                  <a:ext uri="{FF2B5EF4-FFF2-40B4-BE49-F238E27FC236}">
                    <a16:creationId xmlns:a16="http://schemas.microsoft.com/office/drawing/2014/main" id="{E1ED8EAB-7473-1A80-069A-6C07368A2F96}"/>
                  </a:ext>
                </a:extLst>
              </p:cNvPr>
              <p:cNvSpPr txBox="1">
                <a:spLocks noRot="1" noChangeAspect="1" noMove="1" noResize="1" noEditPoints="1" noAdjustHandles="1" noChangeArrowheads="1" noChangeShapeType="1" noTextEdit="1"/>
              </p:cNvSpPr>
              <p:nvPr/>
            </p:nvSpPr>
            <p:spPr>
              <a:xfrm>
                <a:off x="131177" y="869081"/>
                <a:ext cx="11929643" cy="2220919"/>
              </a:xfrm>
              <a:prstGeom prst="rect">
                <a:avLst/>
              </a:prstGeom>
              <a:blipFill>
                <a:blip r:embed="rId2"/>
                <a:stretch>
                  <a:fillRect l="-1074" r="-1074" b="-1648"/>
                </a:stretch>
              </a:blipFill>
              <a:ln>
                <a:noFill/>
              </a:ln>
            </p:spPr>
            <p:txBody>
              <a:bodyPr/>
              <a:lstStyle/>
              <a:p>
                <a:r>
                  <a:rPr lang="en-IN">
                    <a:noFill/>
                  </a:rPr>
                  <a:t> </a:t>
                </a:r>
              </a:p>
            </p:txBody>
          </p:sp>
        </mc:Fallback>
      </mc:AlternateContent>
      <p:sp>
        <p:nvSpPr>
          <p:cNvPr id="2" name="Title 1">
            <a:extLst>
              <a:ext uri="{FF2B5EF4-FFF2-40B4-BE49-F238E27FC236}">
                <a16:creationId xmlns:a16="http://schemas.microsoft.com/office/drawing/2014/main" id="{527C790C-28AF-EC83-D5C0-5E0BA13B5A69}"/>
              </a:ext>
            </a:extLst>
          </p:cNvPr>
          <p:cNvSpPr>
            <a:spLocks noGrp="1"/>
          </p:cNvSpPr>
          <p:nvPr>
            <p:ph type="title"/>
          </p:nvPr>
        </p:nvSpPr>
        <p:spPr/>
        <p:txBody>
          <a:bodyPr/>
          <a:lstStyle/>
          <a:p>
            <a:r>
              <a:rPr lang="en-GB" dirty="0"/>
              <a:t>Method 5 ⇝ Example 1</a:t>
            </a:r>
            <a:endParaRPr lang="en-US" dirty="0"/>
          </a:p>
        </p:txBody>
      </p:sp>
      <p:sp>
        <p:nvSpPr>
          <p:cNvPr id="50" name="Rectangle 49">
            <a:extLst>
              <a:ext uri="{FF2B5EF4-FFF2-40B4-BE49-F238E27FC236}">
                <a16:creationId xmlns:a16="http://schemas.microsoft.com/office/drawing/2014/main" id="{69991C3B-C15C-5D3B-2A85-845386E51DA5}"/>
              </a:ext>
            </a:extLst>
          </p:cNvPr>
          <p:cNvSpPr/>
          <p:nvPr/>
        </p:nvSpPr>
        <p:spPr>
          <a:xfrm>
            <a:off x="131177" y="3471565"/>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F859B9F4-661A-540E-6501-F6A768D8B4CE}"/>
                  </a:ext>
                </a:extLst>
              </p:cNvPr>
              <p:cNvSpPr/>
              <p:nvPr/>
            </p:nvSpPr>
            <p:spPr>
              <a:xfrm>
                <a:off x="1614167" y="3471565"/>
                <a:ext cx="1530355"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IN" sz="2800" b="0" i="0" smtClean="0">
                          <a:solidFill>
                            <a:srgbClr val="002060"/>
                          </a:solidFill>
                          <a:latin typeface="Cambria Math" panose="02040503050406030204" pitchFamily="18" charset="0"/>
                        </a:rPr>
                        <m:t>n</m:t>
                      </m:r>
                      <m:r>
                        <a:rPr lang="en-IN" sz="2800" b="0" i="0" smtClean="0">
                          <a:solidFill>
                            <a:srgbClr val="002060"/>
                          </a:solidFill>
                          <a:latin typeface="Cambria Math" panose="02040503050406030204" pitchFamily="18" charset="0"/>
                        </a:rPr>
                        <m:t>=160</m:t>
                      </m:r>
                    </m:oMath>
                  </m:oMathPara>
                </a14:m>
                <a:endParaRPr lang="en-US" sz="2800" dirty="0">
                  <a:solidFill>
                    <a:srgbClr val="002060"/>
                  </a:solidFill>
                </a:endParaRPr>
              </a:p>
            </p:txBody>
          </p:sp>
        </mc:Choice>
        <mc:Fallback xmlns="">
          <p:sp>
            <p:nvSpPr>
              <p:cNvPr id="13" name="Rectangle 12">
                <a:extLst>
                  <a:ext uri="{FF2B5EF4-FFF2-40B4-BE49-F238E27FC236}">
                    <a16:creationId xmlns:a16="http://schemas.microsoft.com/office/drawing/2014/main" id="{F859B9F4-661A-540E-6501-F6A768D8B4CE}"/>
                  </a:ext>
                </a:extLst>
              </p:cNvPr>
              <p:cNvSpPr>
                <a:spLocks noRot="1" noChangeAspect="1" noMove="1" noResize="1" noEditPoints="1" noAdjustHandles="1" noChangeArrowheads="1" noChangeShapeType="1" noTextEdit="1"/>
              </p:cNvSpPr>
              <p:nvPr/>
            </p:nvSpPr>
            <p:spPr>
              <a:xfrm>
                <a:off x="1614167" y="3471565"/>
                <a:ext cx="1530355"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EC1C4809-613F-1F07-B3B0-15DAAF6B3D7E}"/>
                  </a:ext>
                </a:extLst>
              </p:cNvPr>
              <p:cNvSpPr/>
              <p:nvPr/>
            </p:nvSpPr>
            <p:spPr>
              <a:xfrm>
                <a:off x="1625597" y="4127668"/>
                <a:ext cx="7996484" cy="523220"/>
              </a:xfrm>
              <a:prstGeom prst="rect">
                <a:avLst/>
              </a:prstGeom>
            </p:spPr>
            <p:txBody>
              <a:bodyPr wrap="none">
                <a:spAutoFit/>
              </a:bodyPr>
              <a:lstStyle/>
              <a:p>
                <a14:m>
                  <m:oMath xmlns:m="http://schemas.openxmlformats.org/officeDocument/2006/math">
                    <m:r>
                      <m:rPr>
                        <m:sty m:val="p"/>
                      </m:rPr>
                      <a:rPr lang="en-IN" sz="2800" b="0" i="0" smtClean="0">
                        <a:solidFill>
                          <a:srgbClr val="002060"/>
                        </a:solidFill>
                        <a:latin typeface="Cambria Math" panose="02040503050406030204" pitchFamily="18" charset="0"/>
                      </a:rPr>
                      <m:t>p</m:t>
                    </m:r>
                    <m:r>
                      <a:rPr lang="en-IN" sz="2800" b="0" i="0" smtClean="0">
                        <a:solidFill>
                          <a:srgbClr val="002060"/>
                        </a:solidFill>
                        <a:latin typeface="Cambria Math" panose="02040503050406030204" pitchFamily="18" charset="0"/>
                      </a:rPr>
                      <m:t>= </m:t>
                    </m:r>
                  </m:oMath>
                </a14:m>
                <a:r>
                  <a:rPr lang="en-US" sz="2800" dirty="0">
                    <a:solidFill>
                      <a:srgbClr val="002060"/>
                    </a:solidFill>
                  </a:rPr>
                  <a:t>Sample proportion of workers exposed to radiation</a:t>
                </a:r>
              </a:p>
            </p:txBody>
          </p:sp>
        </mc:Choice>
        <mc:Fallback xmlns="">
          <p:sp>
            <p:nvSpPr>
              <p:cNvPr id="15" name="Rectangle 14">
                <a:extLst>
                  <a:ext uri="{FF2B5EF4-FFF2-40B4-BE49-F238E27FC236}">
                    <a16:creationId xmlns:a16="http://schemas.microsoft.com/office/drawing/2014/main" id="{EC1C4809-613F-1F07-B3B0-15DAAF6B3D7E}"/>
                  </a:ext>
                </a:extLst>
              </p:cNvPr>
              <p:cNvSpPr>
                <a:spLocks noRot="1" noChangeAspect="1" noMove="1" noResize="1" noEditPoints="1" noAdjustHandles="1" noChangeArrowheads="1" noChangeShapeType="1" noTextEdit="1"/>
              </p:cNvSpPr>
              <p:nvPr/>
            </p:nvSpPr>
            <p:spPr>
              <a:xfrm>
                <a:off x="1625597" y="4127668"/>
                <a:ext cx="7996484" cy="523220"/>
              </a:xfrm>
              <a:prstGeom prst="rect">
                <a:avLst/>
              </a:prstGeom>
              <a:blipFill>
                <a:blip r:embed="rId4"/>
                <a:stretch>
                  <a:fillRect t="-11628" r="-534" b="-3139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5919F7F2-52C2-C00E-8756-7BE3E58D2650}"/>
                  </a:ext>
                </a:extLst>
              </p:cNvPr>
              <p:cNvSpPr/>
              <p:nvPr/>
            </p:nvSpPr>
            <p:spPr>
              <a:xfrm>
                <a:off x="9404129" y="3916590"/>
                <a:ext cx="1230209" cy="90178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24</m:t>
                          </m:r>
                        </m:num>
                        <m:den>
                          <m:r>
                            <a:rPr lang="en-IN" sz="2800" b="0" i="1" smtClean="0">
                              <a:solidFill>
                                <a:srgbClr val="002060"/>
                              </a:solidFill>
                              <a:latin typeface="Cambria Math" panose="02040503050406030204" pitchFamily="18" charset="0"/>
                            </a:rPr>
                            <m:t>160</m:t>
                          </m:r>
                        </m:den>
                      </m:f>
                    </m:oMath>
                  </m:oMathPara>
                </a14:m>
                <a:endParaRPr lang="en-US" sz="2800" dirty="0">
                  <a:solidFill>
                    <a:srgbClr val="002060"/>
                  </a:solidFill>
                </a:endParaRPr>
              </a:p>
            </p:txBody>
          </p:sp>
        </mc:Choice>
        <mc:Fallback xmlns="">
          <p:sp>
            <p:nvSpPr>
              <p:cNvPr id="4" name="Rectangle 3">
                <a:extLst>
                  <a:ext uri="{FF2B5EF4-FFF2-40B4-BE49-F238E27FC236}">
                    <a16:creationId xmlns:a16="http://schemas.microsoft.com/office/drawing/2014/main" id="{5919F7F2-52C2-C00E-8756-7BE3E58D2650}"/>
                  </a:ext>
                </a:extLst>
              </p:cNvPr>
              <p:cNvSpPr>
                <a:spLocks noRot="1" noChangeAspect="1" noMove="1" noResize="1" noEditPoints="1" noAdjustHandles="1" noChangeArrowheads="1" noChangeShapeType="1" noTextEdit="1"/>
              </p:cNvSpPr>
              <p:nvPr/>
            </p:nvSpPr>
            <p:spPr>
              <a:xfrm>
                <a:off x="9404129" y="3916590"/>
                <a:ext cx="1230209" cy="901785"/>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58B69EF9-F140-0569-4340-0B2FF47D2678}"/>
                  </a:ext>
                </a:extLst>
              </p:cNvPr>
              <p:cNvSpPr/>
              <p:nvPr/>
            </p:nvSpPr>
            <p:spPr>
              <a:xfrm>
                <a:off x="10509253" y="4146251"/>
                <a:ext cx="1303947"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800" b="0" i="0" smtClean="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0.15</m:t>
                      </m:r>
                    </m:oMath>
                  </m:oMathPara>
                </a14:m>
                <a:endParaRPr lang="en-US" sz="2800" dirty="0">
                  <a:solidFill>
                    <a:srgbClr val="002060"/>
                  </a:solidFill>
                </a:endParaRPr>
              </a:p>
            </p:txBody>
          </p:sp>
        </mc:Choice>
        <mc:Fallback xmlns="">
          <p:sp>
            <p:nvSpPr>
              <p:cNvPr id="5" name="Rectangle 4">
                <a:extLst>
                  <a:ext uri="{FF2B5EF4-FFF2-40B4-BE49-F238E27FC236}">
                    <a16:creationId xmlns:a16="http://schemas.microsoft.com/office/drawing/2014/main" id="{58B69EF9-F140-0569-4340-0B2FF47D2678}"/>
                  </a:ext>
                </a:extLst>
              </p:cNvPr>
              <p:cNvSpPr>
                <a:spLocks noRot="1" noChangeAspect="1" noMove="1" noResize="1" noEditPoints="1" noAdjustHandles="1" noChangeArrowheads="1" noChangeShapeType="1" noTextEdit="1"/>
              </p:cNvSpPr>
              <p:nvPr/>
            </p:nvSpPr>
            <p:spPr>
              <a:xfrm>
                <a:off x="10509253" y="4146251"/>
                <a:ext cx="1303947"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469505C7-F44C-5EE7-560D-9C074815CD73}"/>
                  </a:ext>
                </a:extLst>
              </p:cNvPr>
              <p:cNvSpPr/>
              <p:nvPr/>
            </p:nvSpPr>
            <p:spPr>
              <a:xfrm>
                <a:off x="1580522" y="4783771"/>
                <a:ext cx="175721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IN" sz="2800" b="0" i="0" smtClean="0">
                          <a:solidFill>
                            <a:srgbClr val="002060"/>
                          </a:solidFill>
                          <a:latin typeface="Cambria Math" panose="02040503050406030204" pitchFamily="18" charset="0"/>
                        </a:rPr>
                        <m:t>q</m:t>
                      </m:r>
                      <m:r>
                        <a:rPr lang="en-IN" sz="2800" b="0" i="0" smtClean="0">
                          <a:solidFill>
                            <a:srgbClr val="002060"/>
                          </a:solidFill>
                          <a:latin typeface="Cambria Math" panose="02040503050406030204" pitchFamily="18" charset="0"/>
                        </a:rPr>
                        <m:t>=1−</m:t>
                      </m:r>
                      <m:r>
                        <m:rPr>
                          <m:sty m:val="p"/>
                        </m:rPr>
                        <a:rPr lang="en-IN" sz="2800" b="0" i="0" smtClean="0">
                          <a:solidFill>
                            <a:srgbClr val="002060"/>
                          </a:solidFill>
                          <a:latin typeface="Cambria Math" panose="02040503050406030204" pitchFamily="18" charset="0"/>
                        </a:rPr>
                        <m:t>p</m:t>
                      </m:r>
                    </m:oMath>
                  </m:oMathPara>
                </a14:m>
                <a:endParaRPr lang="en-US" sz="2800" dirty="0">
                  <a:solidFill>
                    <a:srgbClr val="002060"/>
                  </a:solidFill>
                </a:endParaRPr>
              </a:p>
            </p:txBody>
          </p:sp>
        </mc:Choice>
        <mc:Fallback xmlns="">
          <p:sp>
            <p:nvSpPr>
              <p:cNvPr id="6" name="Rectangle 5">
                <a:extLst>
                  <a:ext uri="{FF2B5EF4-FFF2-40B4-BE49-F238E27FC236}">
                    <a16:creationId xmlns:a16="http://schemas.microsoft.com/office/drawing/2014/main" id="{469505C7-F44C-5EE7-560D-9C074815CD73}"/>
                  </a:ext>
                </a:extLst>
              </p:cNvPr>
              <p:cNvSpPr>
                <a:spLocks noRot="1" noChangeAspect="1" noMove="1" noResize="1" noEditPoints="1" noAdjustHandles="1" noChangeArrowheads="1" noChangeShapeType="1" noTextEdit="1"/>
              </p:cNvSpPr>
              <p:nvPr/>
            </p:nvSpPr>
            <p:spPr>
              <a:xfrm>
                <a:off x="1580522" y="4783771"/>
                <a:ext cx="1757212"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2ED8C328-4714-D8E6-81C0-AD604B6D1524}"/>
                  </a:ext>
                </a:extLst>
              </p:cNvPr>
              <p:cNvSpPr/>
              <p:nvPr/>
            </p:nvSpPr>
            <p:spPr>
              <a:xfrm>
                <a:off x="3638508" y="4783279"/>
                <a:ext cx="1905843"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800" b="0" i="1" smtClean="0">
                          <a:solidFill>
                            <a:srgbClr val="002060"/>
                          </a:solidFill>
                          <a:latin typeface="Cambria Math" panose="02040503050406030204" pitchFamily="18" charset="0"/>
                          <a:ea typeface="Cambria Math" panose="02040503050406030204" pitchFamily="18" charset="0"/>
                        </a:rPr>
                        <m:t>∴</m:t>
                      </m:r>
                      <m:r>
                        <m:rPr>
                          <m:sty m:val="p"/>
                        </m:rPr>
                        <a:rPr lang="en-IN" sz="2800" b="0" i="0" smtClean="0">
                          <a:solidFill>
                            <a:srgbClr val="002060"/>
                          </a:solidFill>
                          <a:latin typeface="Cambria Math" panose="02040503050406030204" pitchFamily="18" charset="0"/>
                        </a:rPr>
                        <m:t>q</m:t>
                      </m:r>
                      <m:r>
                        <a:rPr lang="en-IN" sz="2800" b="0" i="0" smtClean="0">
                          <a:solidFill>
                            <a:srgbClr val="002060"/>
                          </a:solidFill>
                          <a:latin typeface="Cambria Math" panose="02040503050406030204" pitchFamily="18" charset="0"/>
                        </a:rPr>
                        <m:t>=0.85</m:t>
                      </m:r>
                    </m:oMath>
                  </m:oMathPara>
                </a14:m>
                <a:endParaRPr lang="en-US" sz="2800" dirty="0">
                  <a:solidFill>
                    <a:srgbClr val="002060"/>
                  </a:solidFill>
                </a:endParaRPr>
              </a:p>
            </p:txBody>
          </p:sp>
        </mc:Choice>
        <mc:Fallback xmlns="">
          <p:sp>
            <p:nvSpPr>
              <p:cNvPr id="7" name="Rectangle 6">
                <a:extLst>
                  <a:ext uri="{FF2B5EF4-FFF2-40B4-BE49-F238E27FC236}">
                    <a16:creationId xmlns:a16="http://schemas.microsoft.com/office/drawing/2014/main" id="{2ED8C328-4714-D8E6-81C0-AD604B6D1524}"/>
                  </a:ext>
                </a:extLst>
              </p:cNvPr>
              <p:cNvSpPr>
                <a:spLocks noRot="1" noChangeAspect="1" noMove="1" noResize="1" noEditPoints="1" noAdjustHandles="1" noChangeArrowheads="1" noChangeShapeType="1" noTextEdit="1"/>
              </p:cNvSpPr>
              <p:nvPr/>
            </p:nvSpPr>
            <p:spPr>
              <a:xfrm>
                <a:off x="3638508" y="4783279"/>
                <a:ext cx="1905843" cy="523220"/>
              </a:xfrm>
              <a:prstGeom prst="rect">
                <a:avLst/>
              </a:prstGeom>
              <a:blipFill>
                <a:blip r:embed="rId8"/>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766238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50" grpId="0" animBg="1"/>
    </p:bld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070590-D35A-4BF2-9109-D96F611358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B74888-465B-D80E-EB36-329FC11D0682}"/>
              </a:ext>
            </a:extLst>
          </p:cNvPr>
          <p:cNvSpPr>
            <a:spLocks noGrp="1"/>
          </p:cNvSpPr>
          <p:nvPr>
            <p:ph type="title"/>
          </p:nvPr>
        </p:nvSpPr>
        <p:spPr/>
        <p:txBody>
          <a:bodyPr/>
          <a:lstStyle/>
          <a:p>
            <a:r>
              <a:rPr lang="en-GB" dirty="0"/>
              <a:t>Method 5 ⇝ Example 1(</a:t>
            </a:r>
            <a:r>
              <a:rPr lang="en-GB" dirty="0">
                <a:solidFill>
                  <a:srgbClr val="FF0000"/>
                </a:solidFill>
              </a:rPr>
              <a:t>Continue</a:t>
            </a:r>
            <a:r>
              <a:rPr lang="en-GB" dirty="0"/>
              <a:t>)</a:t>
            </a:r>
            <a:endParaRPr lang="en-US" dirty="0"/>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0F4BE4F4-8926-D81F-78E2-DC2B59F424D8}"/>
                  </a:ext>
                </a:extLst>
              </p:cNvPr>
              <p:cNvSpPr/>
              <p:nvPr/>
            </p:nvSpPr>
            <p:spPr>
              <a:xfrm>
                <a:off x="137270" y="862943"/>
                <a:ext cx="9418210" cy="523220"/>
              </a:xfrm>
              <a:prstGeom prst="rect">
                <a:avLst/>
              </a:prstGeom>
            </p:spPr>
            <p:txBody>
              <a:bodyPr wrap="square">
                <a:spAutoFit/>
              </a:bodyPr>
              <a:lstStyle/>
              <a:p>
                <a:pPr lvl="0"/>
                <a:r>
                  <a:rPr lang="en-US" sz="2800" dirty="0">
                    <a:solidFill>
                      <a:srgbClr val="002060"/>
                    </a:solidFill>
                  </a:rPr>
                  <a:t>Confidence interval at </a:t>
                </a:r>
                <a14:m>
                  <m:oMath xmlns:m="http://schemas.openxmlformats.org/officeDocument/2006/math">
                    <m:r>
                      <a:rPr lang="en-US" sz="2800" b="0" i="1" dirty="0" smtClean="0">
                        <a:solidFill>
                          <a:srgbClr val="002060"/>
                        </a:solidFill>
                        <a:latin typeface="Cambria Math" panose="02040503050406030204" pitchFamily="18" charset="0"/>
                      </a:rPr>
                      <m:t>95%</m:t>
                    </m:r>
                  </m:oMath>
                </a14:m>
                <a:r>
                  <a:rPr lang="en-US" sz="2800" dirty="0">
                    <a:solidFill>
                      <a:srgbClr val="002060"/>
                    </a:solidFill>
                  </a:rPr>
                  <a:t> level of significance is</a:t>
                </a:r>
              </a:p>
            </p:txBody>
          </p:sp>
        </mc:Choice>
        <mc:Fallback xmlns="">
          <p:sp>
            <p:nvSpPr>
              <p:cNvPr id="15" name="Rectangle 14">
                <a:extLst>
                  <a:ext uri="{FF2B5EF4-FFF2-40B4-BE49-F238E27FC236}">
                    <a16:creationId xmlns:a16="http://schemas.microsoft.com/office/drawing/2014/main" id="{0F4BE4F4-8926-D81F-78E2-DC2B59F424D8}"/>
                  </a:ext>
                </a:extLst>
              </p:cNvPr>
              <p:cNvSpPr>
                <a:spLocks noRot="1" noChangeAspect="1" noMove="1" noResize="1" noEditPoints="1" noAdjustHandles="1" noChangeArrowheads="1" noChangeShapeType="1" noTextEdit="1"/>
              </p:cNvSpPr>
              <p:nvPr/>
            </p:nvSpPr>
            <p:spPr>
              <a:xfrm>
                <a:off x="137270" y="862943"/>
                <a:ext cx="9418210" cy="523220"/>
              </a:xfrm>
              <a:prstGeom prst="rect">
                <a:avLst/>
              </a:prstGeom>
              <a:blipFill>
                <a:blip r:embed="rId2"/>
                <a:stretch>
                  <a:fillRect l="-1359" t="-12941" b="-3294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AC276ABF-A8A5-2E80-6052-2061064BE08D}"/>
                  </a:ext>
                </a:extLst>
              </p:cNvPr>
              <p:cNvSpPr/>
              <p:nvPr/>
            </p:nvSpPr>
            <p:spPr>
              <a:xfrm>
                <a:off x="537320" y="1463214"/>
                <a:ext cx="5162440" cy="578685"/>
              </a:xfrm>
              <a:prstGeom prst="rect">
                <a:avLst/>
              </a:prstGeom>
            </p:spPr>
            <p:txBody>
              <a:bodyPr wrap="square">
                <a:spAutoFit/>
              </a:bodyPr>
              <a:lstStyle/>
              <a:p>
                <a:pPr lvl="0"/>
                <a14:m>
                  <m:oMathPara xmlns:m="http://schemas.openxmlformats.org/officeDocument/2006/math">
                    <m:oMathParaPr>
                      <m:jc m:val="centerGroup"/>
                    </m:oMathParaPr>
                    <m:oMath xmlns:m="http://schemas.openxmlformats.org/officeDocument/2006/math">
                      <m:d>
                        <m:dPr>
                          <m:ctrlPr>
                            <a:rPr lang="en-US" sz="2800" i="1" smtClean="0">
                              <a:solidFill>
                                <a:srgbClr val="002060"/>
                              </a:solidFill>
                              <a:latin typeface="Cambria Math" panose="02040503050406030204" pitchFamily="18" charset="0"/>
                            </a:rPr>
                          </m:ctrlPr>
                        </m:dPr>
                        <m:e>
                          <m:r>
                            <m:rPr>
                              <m:sty m:val="p"/>
                            </m:rPr>
                            <a:rPr lang="en-IN" sz="2800" smtClean="0">
                              <a:solidFill>
                                <a:srgbClr val="002060"/>
                              </a:solidFill>
                              <a:latin typeface="Cambria Math" panose="02040503050406030204" pitchFamily="18" charset="0"/>
                            </a:rPr>
                            <m:t>p</m:t>
                          </m:r>
                          <m:r>
                            <a:rPr lang="en-IN" sz="2800" b="0" i="0" smtClean="0">
                              <a:solidFill>
                                <a:srgbClr val="002060"/>
                              </a:solidFill>
                              <a:latin typeface="Cambria Math" panose="02040503050406030204" pitchFamily="18" charset="0"/>
                            </a:rPr>
                            <m:t>−</m:t>
                          </m:r>
                          <m:sSub>
                            <m:sSubPr>
                              <m:ctrlPr>
                                <a:rPr lang="en-IN" sz="2800" i="1">
                                  <a:solidFill>
                                    <a:srgbClr val="002060"/>
                                  </a:solidFill>
                                  <a:latin typeface="Cambria Math" panose="02040503050406030204" pitchFamily="18" charset="0"/>
                                </a:rPr>
                              </m:ctrlPr>
                            </m:sSubPr>
                            <m:e>
                              <m:r>
                                <a:rPr lang="en-IN" sz="2800" b="1">
                                  <a:solidFill>
                                    <a:srgbClr val="002060"/>
                                  </a:solidFill>
                                  <a:latin typeface="Cambria Math" panose="02040503050406030204" pitchFamily="18" charset="0"/>
                                </a:rPr>
                                <m:t>𝐙</m:t>
                              </m:r>
                            </m:e>
                            <m:sub>
                              <m:r>
                                <a:rPr lang="en-IN" sz="2800" b="1">
                                  <a:solidFill>
                                    <a:srgbClr val="002060"/>
                                  </a:solidFill>
                                  <a:latin typeface="Cambria Math" panose="02040503050406030204" pitchFamily="18" charset="0"/>
                                </a:rPr>
                                <m:t>𝛂</m:t>
                              </m:r>
                            </m:sub>
                          </m:sSub>
                          <m:r>
                            <a:rPr lang="en-IN" sz="2800">
                              <a:solidFill>
                                <a:srgbClr val="002060"/>
                              </a:solidFill>
                              <a:latin typeface="Cambria Math" panose="02040503050406030204" pitchFamily="18" charset="0"/>
                            </a:rPr>
                            <m:t> </m:t>
                          </m:r>
                          <m:r>
                            <m:rPr>
                              <m:sty m:val="p"/>
                            </m:rPr>
                            <a:rPr lang="en-IN" sz="2800">
                              <a:solidFill>
                                <a:srgbClr val="002060"/>
                              </a:solidFill>
                              <a:latin typeface="Cambria Math" panose="02040503050406030204" pitchFamily="18" charset="0"/>
                            </a:rPr>
                            <m:t>SE</m:t>
                          </m:r>
                          <m:d>
                            <m:dPr>
                              <m:ctrlPr>
                                <a:rPr lang="en-IN" sz="2800" i="1">
                                  <a:solidFill>
                                    <a:srgbClr val="002060"/>
                                  </a:solidFill>
                                  <a:latin typeface="Cambria Math" panose="02040503050406030204" pitchFamily="18" charset="0"/>
                                </a:rPr>
                              </m:ctrlPr>
                            </m:dPr>
                            <m:e>
                              <m:r>
                                <a:rPr lang="en-IN" sz="2800" b="1">
                                  <a:solidFill>
                                    <a:srgbClr val="002060"/>
                                  </a:solidFill>
                                  <a:latin typeface="Cambria Math" panose="02040503050406030204" pitchFamily="18" charset="0"/>
                                </a:rPr>
                                <m:t>𝐭</m:t>
                              </m:r>
                            </m:e>
                          </m:d>
                          <m:r>
                            <a:rPr lang="en-IN" sz="2800" b="0" i="1" smtClean="0">
                              <a:solidFill>
                                <a:srgbClr val="002060"/>
                              </a:solidFill>
                              <a:latin typeface="Cambria Math" panose="02040503050406030204" pitchFamily="18" charset="0"/>
                            </a:rPr>
                            <m:t>,</m:t>
                          </m:r>
                          <m:r>
                            <a:rPr lang="en-IN" sz="2800" b="0" i="0" smtClean="0">
                              <a:solidFill>
                                <a:srgbClr val="002060"/>
                              </a:solidFill>
                              <a:latin typeface="Cambria Math" panose="02040503050406030204" pitchFamily="18" charset="0"/>
                            </a:rPr>
                            <m:t>  </m:t>
                          </m:r>
                          <m:r>
                            <m:rPr>
                              <m:sty m:val="p"/>
                            </m:rPr>
                            <a:rPr lang="en-IN" sz="2800">
                              <a:solidFill>
                                <a:srgbClr val="002060"/>
                              </a:solidFill>
                              <a:latin typeface="Cambria Math" panose="02040503050406030204" pitchFamily="18" charset="0"/>
                            </a:rPr>
                            <m:t>p</m:t>
                          </m:r>
                          <m:r>
                            <a:rPr lang="en-IN" sz="2800">
                              <a:solidFill>
                                <a:srgbClr val="002060"/>
                              </a:solidFill>
                              <a:latin typeface="Cambria Math" panose="02040503050406030204" pitchFamily="18" charset="0"/>
                            </a:rPr>
                            <m:t>±</m:t>
                          </m:r>
                          <m:sSub>
                            <m:sSubPr>
                              <m:ctrlPr>
                                <a:rPr lang="en-IN" sz="2800" i="1">
                                  <a:solidFill>
                                    <a:srgbClr val="002060"/>
                                  </a:solidFill>
                                  <a:latin typeface="Cambria Math" panose="02040503050406030204" pitchFamily="18" charset="0"/>
                                </a:rPr>
                              </m:ctrlPr>
                            </m:sSubPr>
                            <m:e>
                              <m:r>
                                <a:rPr lang="en-IN" sz="2800" b="1">
                                  <a:solidFill>
                                    <a:srgbClr val="002060"/>
                                  </a:solidFill>
                                  <a:latin typeface="Cambria Math" panose="02040503050406030204" pitchFamily="18" charset="0"/>
                                </a:rPr>
                                <m:t>𝐙</m:t>
                              </m:r>
                            </m:e>
                            <m:sub>
                              <m:r>
                                <a:rPr lang="en-IN" sz="2800" b="1">
                                  <a:solidFill>
                                    <a:srgbClr val="002060"/>
                                  </a:solidFill>
                                  <a:latin typeface="Cambria Math" panose="02040503050406030204" pitchFamily="18" charset="0"/>
                                </a:rPr>
                                <m:t>𝛂</m:t>
                              </m:r>
                            </m:sub>
                          </m:sSub>
                          <m:r>
                            <a:rPr lang="en-IN" sz="2800">
                              <a:solidFill>
                                <a:srgbClr val="002060"/>
                              </a:solidFill>
                              <a:latin typeface="Cambria Math" panose="02040503050406030204" pitchFamily="18" charset="0"/>
                            </a:rPr>
                            <m:t> </m:t>
                          </m:r>
                          <m:r>
                            <m:rPr>
                              <m:sty m:val="p"/>
                            </m:rPr>
                            <a:rPr lang="en-IN" sz="2800">
                              <a:solidFill>
                                <a:srgbClr val="002060"/>
                              </a:solidFill>
                              <a:latin typeface="Cambria Math" panose="02040503050406030204" pitchFamily="18" charset="0"/>
                            </a:rPr>
                            <m:t>SE</m:t>
                          </m:r>
                          <m:d>
                            <m:dPr>
                              <m:ctrlPr>
                                <a:rPr lang="en-IN" sz="2800" i="1">
                                  <a:solidFill>
                                    <a:srgbClr val="002060"/>
                                  </a:solidFill>
                                  <a:latin typeface="Cambria Math" panose="02040503050406030204" pitchFamily="18" charset="0"/>
                                </a:rPr>
                              </m:ctrlPr>
                            </m:dPr>
                            <m:e>
                              <m:r>
                                <a:rPr lang="en-IN" sz="2800" b="1">
                                  <a:solidFill>
                                    <a:srgbClr val="002060"/>
                                  </a:solidFill>
                                  <a:latin typeface="Cambria Math" panose="02040503050406030204" pitchFamily="18" charset="0"/>
                                </a:rPr>
                                <m:t>𝐭</m:t>
                              </m:r>
                            </m:e>
                          </m:d>
                        </m:e>
                      </m:d>
                    </m:oMath>
                  </m:oMathPara>
                </a14:m>
                <a:endParaRPr lang="en-US" sz="2800" dirty="0">
                  <a:solidFill>
                    <a:srgbClr val="002060"/>
                  </a:solidFill>
                </a:endParaRPr>
              </a:p>
            </p:txBody>
          </p:sp>
        </mc:Choice>
        <mc:Fallback xmlns="">
          <p:sp>
            <p:nvSpPr>
              <p:cNvPr id="5" name="Rectangle 4">
                <a:extLst>
                  <a:ext uri="{FF2B5EF4-FFF2-40B4-BE49-F238E27FC236}">
                    <a16:creationId xmlns:a16="http://schemas.microsoft.com/office/drawing/2014/main" id="{AC276ABF-A8A5-2E80-6052-2061064BE08D}"/>
                  </a:ext>
                </a:extLst>
              </p:cNvPr>
              <p:cNvSpPr>
                <a:spLocks noRot="1" noChangeAspect="1" noMove="1" noResize="1" noEditPoints="1" noAdjustHandles="1" noChangeArrowheads="1" noChangeShapeType="1" noTextEdit="1"/>
              </p:cNvSpPr>
              <p:nvPr/>
            </p:nvSpPr>
            <p:spPr>
              <a:xfrm>
                <a:off x="537320" y="1463214"/>
                <a:ext cx="5162440" cy="578685"/>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54086C34-88F7-48E0-2075-339966C612AB}"/>
                  </a:ext>
                </a:extLst>
              </p:cNvPr>
              <p:cNvSpPr/>
              <p:nvPr/>
            </p:nvSpPr>
            <p:spPr>
              <a:xfrm>
                <a:off x="137270" y="2189374"/>
                <a:ext cx="6423550" cy="1060483"/>
              </a:xfrm>
              <a:prstGeom prst="rect">
                <a:avLst/>
              </a:prstGeom>
            </p:spPr>
            <p:txBody>
              <a:bodyPr wrap="square">
                <a:spAutoFit/>
              </a:bodyPr>
              <a:lstStyle/>
              <a:p>
                <a:pPr lvl="0"/>
                <a14:m>
                  <m:oMathPara xmlns:m="http://schemas.openxmlformats.org/officeDocument/2006/math">
                    <m:oMathParaPr>
                      <m:jc m:val="centerGroup"/>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d>
                        <m:dPr>
                          <m:ctrlPr>
                            <a:rPr lang="en-US" sz="2800" i="1" smtClean="0">
                              <a:solidFill>
                                <a:srgbClr val="002060"/>
                              </a:solidFill>
                              <a:latin typeface="Cambria Math" panose="02040503050406030204" pitchFamily="18" charset="0"/>
                            </a:rPr>
                          </m:ctrlPr>
                        </m:dPr>
                        <m:e>
                          <m:r>
                            <m:rPr>
                              <m:sty m:val="p"/>
                            </m:rPr>
                            <a:rPr lang="en-IN" sz="2800" smtClean="0">
                              <a:solidFill>
                                <a:srgbClr val="002060"/>
                              </a:solidFill>
                              <a:latin typeface="Cambria Math" panose="02040503050406030204" pitchFamily="18" charset="0"/>
                            </a:rPr>
                            <m:t>p</m:t>
                          </m:r>
                          <m:r>
                            <a:rPr lang="en-IN" sz="2800" b="0" i="0" smtClean="0">
                              <a:solidFill>
                                <a:srgbClr val="002060"/>
                              </a:solidFill>
                              <a:latin typeface="Cambria Math" panose="02040503050406030204" pitchFamily="18" charset="0"/>
                            </a:rPr>
                            <m:t>−</m:t>
                          </m:r>
                          <m:r>
                            <a:rPr lang="en-IN" sz="2800" i="1" smtClean="0">
                              <a:solidFill>
                                <a:srgbClr val="002060"/>
                              </a:solidFill>
                              <a:latin typeface="Cambria Math" panose="02040503050406030204" pitchFamily="18" charset="0"/>
                            </a:rPr>
                            <m:t>1</m:t>
                          </m:r>
                          <m:r>
                            <a:rPr lang="en-IN" sz="2800" b="0" i="1" smtClean="0">
                              <a:solidFill>
                                <a:srgbClr val="002060"/>
                              </a:solidFill>
                              <a:latin typeface="Cambria Math" panose="02040503050406030204" pitchFamily="18" charset="0"/>
                            </a:rPr>
                            <m:t>.96</m:t>
                          </m:r>
                          <m:rad>
                            <m:radPr>
                              <m:degHide m:val="on"/>
                              <m:ctrlPr>
                                <a:rPr lang="en-IN" sz="2800" i="1">
                                  <a:solidFill>
                                    <a:srgbClr val="002060"/>
                                  </a:solidFill>
                                  <a:latin typeface="Cambria Math" panose="02040503050406030204" pitchFamily="18" charset="0"/>
                                </a:rPr>
                              </m:ctrlPr>
                            </m:radPr>
                            <m:deg/>
                            <m:e>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r>
                                    <a:rPr lang="en-IN" sz="2800" b="1">
                                      <a:solidFill>
                                        <a:srgbClr val="002060"/>
                                      </a:solidFill>
                                      <a:latin typeface="Cambria Math" panose="02040503050406030204" pitchFamily="18" charset="0"/>
                                    </a:rPr>
                                    <m:t>𝐩</m:t>
                                  </m:r>
                                  <m:r>
                                    <a:rPr lang="en-IN" sz="2800">
                                      <a:solidFill>
                                        <a:srgbClr val="002060"/>
                                      </a:solidFill>
                                      <a:latin typeface="Cambria Math" panose="02040503050406030204" pitchFamily="18" charset="0"/>
                                    </a:rPr>
                                    <m:t> </m:t>
                                  </m:r>
                                  <m:r>
                                    <a:rPr lang="en-IN" sz="2800" b="1">
                                      <a:solidFill>
                                        <a:srgbClr val="002060"/>
                                      </a:solidFill>
                                      <a:latin typeface="Cambria Math" panose="02040503050406030204" pitchFamily="18" charset="0"/>
                                    </a:rPr>
                                    <m:t>𝐪</m:t>
                                  </m:r>
                                  <m:r>
                                    <a:rPr lang="en-IN" sz="2800">
                                      <a:solidFill>
                                        <a:srgbClr val="002060"/>
                                      </a:solidFill>
                                      <a:latin typeface="Cambria Math" panose="02040503050406030204" pitchFamily="18" charset="0"/>
                                    </a:rPr>
                                    <m:t> </m:t>
                                  </m:r>
                                </m:num>
                                <m:den>
                                  <m:r>
                                    <a:rPr lang="en-IN" sz="2800">
                                      <a:solidFill>
                                        <a:srgbClr val="002060"/>
                                      </a:solidFill>
                                      <a:latin typeface="Cambria Math" panose="02040503050406030204" pitchFamily="18" charset="0"/>
                                    </a:rPr>
                                    <m:t> </m:t>
                                  </m:r>
                                  <m:r>
                                    <a:rPr lang="en-IN" sz="2800" b="1">
                                      <a:solidFill>
                                        <a:srgbClr val="002060"/>
                                      </a:solidFill>
                                      <a:latin typeface="Cambria Math" panose="02040503050406030204" pitchFamily="18" charset="0"/>
                                    </a:rPr>
                                    <m:t>𝐧</m:t>
                                  </m:r>
                                  <m:r>
                                    <a:rPr lang="en-IN" sz="2800">
                                      <a:solidFill>
                                        <a:srgbClr val="002060"/>
                                      </a:solidFill>
                                      <a:latin typeface="Cambria Math" panose="02040503050406030204" pitchFamily="18" charset="0"/>
                                    </a:rPr>
                                    <m:t> </m:t>
                                  </m:r>
                                </m:den>
                              </m:f>
                              <m:r>
                                <a:rPr lang="en-IN" sz="2800">
                                  <a:solidFill>
                                    <a:srgbClr val="002060"/>
                                  </a:solidFill>
                                  <a:latin typeface="Cambria Math" panose="02040503050406030204" pitchFamily="18" charset="0"/>
                                </a:rPr>
                                <m:t> </m:t>
                              </m:r>
                            </m:e>
                          </m:rad>
                          <m:r>
                            <a:rPr lang="en-IN" sz="2800" b="0" i="1" smtClean="0">
                              <a:solidFill>
                                <a:srgbClr val="002060"/>
                              </a:solidFill>
                              <a:latin typeface="Cambria Math" panose="02040503050406030204" pitchFamily="18" charset="0"/>
                            </a:rPr>
                            <m:t>,</m:t>
                          </m:r>
                          <m:r>
                            <a:rPr lang="en-IN" sz="2800" b="0" i="0" smtClean="0">
                              <a:solidFill>
                                <a:srgbClr val="002060"/>
                              </a:solidFill>
                              <a:latin typeface="Cambria Math" panose="02040503050406030204" pitchFamily="18" charset="0"/>
                            </a:rPr>
                            <m:t>  </m:t>
                          </m:r>
                          <m:r>
                            <m:rPr>
                              <m:sty m:val="p"/>
                            </m:rPr>
                            <a:rPr lang="en-IN" sz="2800">
                              <a:solidFill>
                                <a:srgbClr val="002060"/>
                              </a:solidFill>
                              <a:latin typeface="Cambria Math" panose="02040503050406030204" pitchFamily="18" charset="0"/>
                            </a:rPr>
                            <m:t>p</m:t>
                          </m:r>
                          <m:r>
                            <a:rPr lang="en-IN" sz="2800" b="0" i="0" smtClean="0">
                              <a:solidFill>
                                <a:srgbClr val="002060"/>
                              </a:solidFill>
                              <a:latin typeface="Cambria Math" panose="02040503050406030204" pitchFamily="18" charset="0"/>
                            </a:rPr>
                            <m:t>+</m:t>
                          </m:r>
                          <m:r>
                            <a:rPr lang="en-IN" sz="2800" i="1">
                              <a:solidFill>
                                <a:srgbClr val="002060"/>
                              </a:solidFill>
                              <a:latin typeface="Cambria Math" panose="02040503050406030204" pitchFamily="18" charset="0"/>
                            </a:rPr>
                            <m:t>1.96</m:t>
                          </m:r>
                          <m:rad>
                            <m:radPr>
                              <m:degHide m:val="on"/>
                              <m:ctrlPr>
                                <a:rPr lang="en-IN" sz="2800" i="1">
                                  <a:solidFill>
                                    <a:srgbClr val="002060"/>
                                  </a:solidFill>
                                  <a:latin typeface="Cambria Math" panose="02040503050406030204" pitchFamily="18" charset="0"/>
                                </a:rPr>
                              </m:ctrlPr>
                            </m:radPr>
                            <m:deg/>
                            <m:e>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r>
                                    <a:rPr lang="en-IN" sz="2800" b="1">
                                      <a:solidFill>
                                        <a:srgbClr val="002060"/>
                                      </a:solidFill>
                                      <a:latin typeface="Cambria Math" panose="02040503050406030204" pitchFamily="18" charset="0"/>
                                    </a:rPr>
                                    <m:t>𝐩</m:t>
                                  </m:r>
                                  <m:r>
                                    <a:rPr lang="en-IN" sz="2800">
                                      <a:solidFill>
                                        <a:srgbClr val="002060"/>
                                      </a:solidFill>
                                      <a:latin typeface="Cambria Math" panose="02040503050406030204" pitchFamily="18" charset="0"/>
                                    </a:rPr>
                                    <m:t> </m:t>
                                  </m:r>
                                  <m:r>
                                    <a:rPr lang="en-IN" sz="2800" b="1">
                                      <a:solidFill>
                                        <a:srgbClr val="002060"/>
                                      </a:solidFill>
                                      <a:latin typeface="Cambria Math" panose="02040503050406030204" pitchFamily="18" charset="0"/>
                                    </a:rPr>
                                    <m:t>𝐪</m:t>
                                  </m:r>
                                  <m:r>
                                    <a:rPr lang="en-IN" sz="2800">
                                      <a:solidFill>
                                        <a:srgbClr val="002060"/>
                                      </a:solidFill>
                                      <a:latin typeface="Cambria Math" panose="02040503050406030204" pitchFamily="18" charset="0"/>
                                    </a:rPr>
                                    <m:t> </m:t>
                                  </m:r>
                                </m:num>
                                <m:den>
                                  <m:r>
                                    <a:rPr lang="en-IN" sz="2800">
                                      <a:solidFill>
                                        <a:srgbClr val="002060"/>
                                      </a:solidFill>
                                      <a:latin typeface="Cambria Math" panose="02040503050406030204" pitchFamily="18" charset="0"/>
                                    </a:rPr>
                                    <m:t> </m:t>
                                  </m:r>
                                  <m:r>
                                    <a:rPr lang="en-IN" sz="2800" b="1">
                                      <a:solidFill>
                                        <a:srgbClr val="002060"/>
                                      </a:solidFill>
                                      <a:latin typeface="Cambria Math" panose="02040503050406030204" pitchFamily="18" charset="0"/>
                                    </a:rPr>
                                    <m:t>𝐧</m:t>
                                  </m:r>
                                  <m:r>
                                    <a:rPr lang="en-IN" sz="2800">
                                      <a:solidFill>
                                        <a:srgbClr val="002060"/>
                                      </a:solidFill>
                                      <a:latin typeface="Cambria Math" panose="02040503050406030204" pitchFamily="18" charset="0"/>
                                    </a:rPr>
                                    <m:t> </m:t>
                                  </m:r>
                                </m:den>
                              </m:f>
                              <m:r>
                                <a:rPr lang="en-IN" sz="2800">
                                  <a:solidFill>
                                    <a:srgbClr val="002060"/>
                                  </a:solidFill>
                                  <a:latin typeface="Cambria Math" panose="02040503050406030204" pitchFamily="18" charset="0"/>
                                </a:rPr>
                                <m:t> </m:t>
                              </m:r>
                            </m:e>
                          </m:rad>
                        </m:e>
                      </m:d>
                    </m:oMath>
                  </m:oMathPara>
                </a14:m>
                <a:endParaRPr lang="en-US" sz="2800" dirty="0">
                  <a:solidFill>
                    <a:srgbClr val="002060"/>
                  </a:solidFill>
                </a:endParaRPr>
              </a:p>
            </p:txBody>
          </p:sp>
        </mc:Choice>
        <mc:Fallback xmlns="">
          <p:sp>
            <p:nvSpPr>
              <p:cNvPr id="6" name="Rectangle 5">
                <a:extLst>
                  <a:ext uri="{FF2B5EF4-FFF2-40B4-BE49-F238E27FC236}">
                    <a16:creationId xmlns:a16="http://schemas.microsoft.com/office/drawing/2014/main" id="{54086C34-88F7-48E0-2075-339966C612AB}"/>
                  </a:ext>
                </a:extLst>
              </p:cNvPr>
              <p:cNvSpPr>
                <a:spLocks noRot="1" noChangeAspect="1" noMove="1" noResize="1" noEditPoints="1" noAdjustHandles="1" noChangeArrowheads="1" noChangeShapeType="1" noTextEdit="1"/>
              </p:cNvSpPr>
              <p:nvPr/>
            </p:nvSpPr>
            <p:spPr>
              <a:xfrm>
                <a:off x="137270" y="2189374"/>
                <a:ext cx="6423550" cy="1060483"/>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02FAC8AF-4EC8-FC84-496B-EE0D34CB9C74}"/>
                  </a:ext>
                </a:extLst>
              </p:cNvPr>
              <p:cNvSpPr/>
              <p:nvPr/>
            </p:nvSpPr>
            <p:spPr>
              <a:xfrm>
                <a:off x="-57040" y="3312485"/>
                <a:ext cx="10355470" cy="1503617"/>
              </a:xfrm>
              <a:prstGeom prst="rect">
                <a:avLst/>
              </a:prstGeom>
            </p:spPr>
            <p:txBody>
              <a:bodyPr wrap="square">
                <a:spAutoFit/>
              </a:bodyPr>
              <a:lstStyle/>
              <a:p>
                <a:pPr lvl="0"/>
                <a14:m>
                  <m:oMathPara xmlns:m="http://schemas.openxmlformats.org/officeDocument/2006/math">
                    <m:oMathParaPr>
                      <m:jc m:val="centerGroup"/>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d>
                        <m:dPr>
                          <m:ctrlPr>
                            <a:rPr lang="en-US" sz="2800" i="1" smtClean="0">
                              <a:solidFill>
                                <a:srgbClr val="002060"/>
                              </a:solidFill>
                              <a:latin typeface="Cambria Math" panose="02040503050406030204" pitchFamily="18" charset="0"/>
                            </a:rPr>
                          </m:ctrlPr>
                        </m:dPr>
                        <m:e>
                          <m:r>
                            <a:rPr lang="en-IN" sz="2800" i="1">
                              <a:solidFill>
                                <a:srgbClr val="002060"/>
                              </a:solidFill>
                              <a:latin typeface="Cambria Math" panose="02040503050406030204" pitchFamily="18" charset="0"/>
                            </a:rPr>
                            <m:t>0.15</m:t>
                          </m:r>
                          <m:r>
                            <a:rPr lang="en-IN" sz="2800" b="0" i="0" smtClean="0">
                              <a:solidFill>
                                <a:srgbClr val="002060"/>
                              </a:solidFill>
                              <a:latin typeface="Cambria Math" panose="02040503050406030204" pitchFamily="18" charset="0"/>
                            </a:rPr>
                            <m:t>−</m:t>
                          </m:r>
                          <m:r>
                            <a:rPr lang="en-IN" sz="2800" i="1" smtClean="0">
                              <a:solidFill>
                                <a:srgbClr val="002060"/>
                              </a:solidFill>
                              <a:latin typeface="Cambria Math" panose="02040503050406030204" pitchFamily="18" charset="0"/>
                            </a:rPr>
                            <m:t>1</m:t>
                          </m:r>
                          <m:r>
                            <a:rPr lang="en-IN" sz="2800" b="0" i="1" smtClean="0">
                              <a:solidFill>
                                <a:srgbClr val="002060"/>
                              </a:solidFill>
                              <a:latin typeface="Cambria Math" panose="02040503050406030204" pitchFamily="18" charset="0"/>
                            </a:rPr>
                            <m:t>.96</m:t>
                          </m:r>
                          <m:rad>
                            <m:radPr>
                              <m:degHide m:val="on"/>
                              <m:ctrlPr>
                                <a:rPr lang="en-IN" sz="2800" i="1">
                                  <a:solidFill>
                                    <a:srgbClr val="002060"/>
                                  </a:solidFill>
                                  <a:latin typeface="Cambria Math" panose="02040503050406030204" pitchFamily="18" charset="0"/>
                                </a:rPr>
                              </m:ctrlPr>
                            </m:radPr>
                            <m:deg/>
                            <m:e>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d>
                                    <m:dPr>
                                      <m:ctrlPr>
                                        <a:rPr lang="en-IN" sz="2800" i="1" smtClean="0">
                                          <a:solidFill>
                                            <a:srgbClr val="002060"/>
                                          </a:solidFill>
                                          <a:latin typeface="Cambria Math" panose="02040503050406030204" pitchFamily="18" charset="0"/>
                                        </a:rPr>
                                      </m:ctrlPr>
                                    </m:dPr>
                                    <m:e>
                                      <m:r>
                                        <a:rPr lang="en-IN" sz="2800" b="0" i="1" smtClean="0">
                                          <a:solidFill>
                                            <a:srgbClr val="002060"/>
                                          </a:solidFill>
                                          <a:latin typeface="Cambria Math" panose="02040503050406030204" pitchFamily="18" charset="0"/>
                                        </a:rPr>
                                        <m:t>0.15</m:t>
                                      </m:r>
                                    </m:e>
                                  </m:d>
                                  <m:d>
                                    <m:dPr>
                                      <m:ctrlPr>
                                        <a:rPr lang="en-IN" sz="2800" i="1">
                                          <a:solidFill>
                                            <a:srgbClr val="002060"/>
                                          </a:solidFill>
                                          <a:latin typeface="Cambria Math" panose="02040503050406030204" pitchFamily="18" charset="0"/>
                                        </a:rPr>
                                      </m:ctrlPr>
                                    </m:dPr>
                                    <m:e>
                                      <m:r>
                                        <a:rPr lang="en-IN" sz="2800">
                                          <a:solidFill>
                                            <a:srgbClr val="002060"/>
                                          </a:solidFill>
                                          <a:latin typeface="Cambria Math" panose="02040503050406030204" pitchFamily="18" charset="0"/>
                                        </a:rPr>
                                        <m:t>0.85</m:t>
                                      </m:r>
                                    </m:e>
                                  </m:d>
                                </m:num>
                                <m:den>
                                  <m:r>
                                    <a:rPr lang="en-IN" sz="2800">
                                      <a:solidFill>
                                        <a:srgbClr val="002060"/>
                                      </a:solidFill>
                                      <a:latin typeface="Cambria Math" panose="02040503050406030204" pitchFamily="18" charset="0"/>
                                    </a:rPr>
                                    <m:t>160</m:t>
                                  </m:r>
                                </m:den>
                              </m:f>
                              <m:r>
                                <a:rPr lang="en-IN" sz="2800">
                                  <a:solidFill>
                                    <a:srgbClr val="002060"/>
                                  </a:solidFill>
                                  <a:latin typeface="Cambria Math" panose="02040503050406030204" pitchFamily="18" charset="0"/>
                                </a:rPr>
                                <m:t> </m:t>
                              </m:r>
                            </m:e>
                          </m:rad>
                          <m:r>
                            <a:rPr lang="en-IN" sz="2800" b="0" i="1" smtClean="0">
                              <a:solidFill>
                                <a:srgbClr val="002060"/>
                              </a:solidFill>
                              <a:latin typeface="Cambria Math" panose="02040503050406030204" pitchFamily="18" charset="0"/>
                            </a:rPr>
                            <m:t>,  </m:t>
                          </m:r>
                          <m:r>
                            <a:rPr lang="en-IN" sz="2800" i="1">
                              <a:solidFill>
                                <a:srgbClr val="002060"/>
                              </a:solidFill>
                              <a:latin typeface="Cambria Math" panose="02040503050406030204" pitchFamily="18" charset="0"/>
                            </a:rPr>
                            <m:t>0.15</m:t>
                          </m:r>
                          <m:r>
                            <a:rPr lang="en-IN" sz="2800" b="0" i="0" smtClean="0">
                              <a:solidFill>
                                <a:srgbClr val="002060"/>
                              </a:solidFill>
                              <a:latin typeface="Cambria Math" panose="02040503050406030204" pitchFamily="18" charset="0"/>
                            </a:rPr>
                            <m:t>+</m:t>
                          </m:r>
                          <m:r>
                            <a:rPr lang="en-IN" sz="2800" i="1">
                              <a:solidFill>
                                <a:srgbClr val="002060"/>
                              </a:solidFill>
                              <a:latin typeface="Cambria Math" panose="02040503050406030204" pitchFamily="18" charset="0"/>
                            </a:rPr>
                            <m:t>1.96</m:t>
                          </m:r>
                          <m:rad>
                            <m:radPr>
                              <m:degHide m:val="on"/>
                              <m:ctrlPr>
                                <a:rPr lang="en-IN" sz="2800" i="1">
                                  <a:solidFill>
                                    <a:srgbClr val="002060"/>
                                  </a:solidFill>
                                  <a:latin typeface="Cambria Math" panose="02040503050406030204" pitchFamily="18" charset="0"/>
                                </a:rPr>
                              </m:ctrlPr>
                            </m:radPr>
                            <m:deg/>
                            <m:e>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d>
                                    <m:dPr>
                                      <m:ctrlPr>
                                        <a:rPr lang="en-IN" sz="2800" i="1">
                                          <a:solidFill>
                                            <a:srgbClr val="002060"/>
                                          </a:solidFill>
                                          <a:latin typeface="Cambria Math" panose="02040503050406030204" pitchFamily="18" charset="0"/>
                                        </a:rPr>
                                      </m:ctrlPr>
                                    </m:dPr>
                                    <m:e>
                                      <m:r>
                                        <a:rPr lang="en-IN" sz="2800" i="1">
                                          <a:solidFill>
                                            <a:srgbClr val="002060"/>
                                          </a:solidFill>
                                          <a:latin typeface="Cambria Math" panose="02040503050406030204" pitchFamily="18" charset="0"/>
                                        </a:rPr>
                                        <m:t>0.15</m:t>
                                      </m:r>
                                    </m:e>
                                  </m:d>
                                  <m:d>
                                    <m:dPr>
                                      <m:ctrlPr>
                                        <a:rPr lang="en-IN" sz="2800" i="1">
                                          <a:solidFill>
                                            <a:srgbClr val="002060"/>
                                          </a:solidFill>
                                          <a:latin typeface="Cambria Math" panose="02040503050406030204" pitchFamily="18" charset="0"/>
                                        </a:rPr>
                                      </m:ctrlPr>
                                    </m:dPr>
                                    <m:e>
                                      <m:r>
                                        <a:rPr lang="en-IN" sz="2800">
                                          <a:solidFill>
                                            <a:srgbClr val="002060"/>
                                          </a:solidFill>
                                          <a:latin typeface="Cambria Math" panose="02040503050406030204" pitchFamily="18" charset="0"/>
                                        </a:rPr>
                                        <m:t>0.85</m:t>
                                      </m:r>
                                    </m:e>
                                  </m:d>
                                </m:num>
                                <m:den>
                                  <m:r>
                                    <a:rPr lang="en-IN" sz="2800">
                                      <a:solidFill>
                                        <a:srgbClr val="002060"/>
                                      </a:solidFill>
                                      <a:latin typeface="Cambria Math" panose="02040503050406030204" pitchFamily="18" charset="0"/>
                                    </a:rPr>
                                    <m:t>160</m:t>
                                  </m:r>
                                </m:den>
                              </m:f>
                            </m:e>
                          </m:rad>
                        </m:e>
                      </m:d>
                    </m:oMath>
                  </m:oMathPara>
                </a14:m>
                <a:endParaRPr lang="en-US" sz="2800" dirty="0">
                  <a:solidFill>
                    <a:srgbClr val="002060"/>
                  </a:solidFill>
                </a:endParaRPr>
              </a:p>
            </p:txBody>
          </p:sp>
        </mc:Choice>
        <mc:Fallback xmlns="">
          <p:sp>
            <p:nvSpPr>
              <p:cNvPr id="7" name="Rectangle 6">
                <a:extLst>
                  <a:ext uri="{FF2B5EF4-FFF2-40B4-BE49-F238E27FC236}">
                    <a16:creationId xmlns:a16="http://schemas.microsoft.com/office/drawing/2014/main" id="{02FAC8AF-4EC8-FC84-496B-EE0D34CB9C74}"/>
                  </a:ext>
                </a:extLst>
              </p:cNvPr>
              <p:cNvSpPr>
                <a:spLocks noRot="1" noChangeAspect="1" noMove="1" noResize="1" noEditPoints="1" noAdjustHandles="1" noChangeArrowheads="1" noChangeShapeType="1" noTextEdit="1"/>
              </p:cNvSpPr>
              <p:nvPr/>
            </p:nvSpPr>
            <p:spPr>
              <a:xfrm>
                <a:off x="-57040" y="3312485"/>
                <a:ext cx="10355470" cy="1503617"/>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027C65FE-58A5-2A09-8747-CCCD9B520E2E}"/>
                  </a:ext>
                </a:extLst>
              </p:cNvPr>
              <p:cNvSpPr/>
              <p:nvPr/>
            </p:nvSpPr>
            <p:spPr>
              <a:xfrm>
                <a:off x="137270" y="4895504"/>
                <a:ext cx="3939430" cy="523220"/>
              </a:xfrm>
              <a:prstGeom prst="rect">
                <a:avLst/>
              </a:prstGeom>
            </p:spPr>
            <p:txBody>
              <a:bodyPr wrap="square">
                <a:spAutoFit/>
              </a:bodyPr>
              <a:lstStyle/>
              <a:p>
                <a:pPr lvl="0"/>
                <a14:m>
                  <m:oMathPara xmlns:m="http://schemas.openxmlformats.org/officeDocument/2006/math">
                    <m:oMathParaPr>
                      <m:jc m:val="centerGroup"/>
                    </m:oMathParaPr>
                    <m:oMath xmlns:m="http://schemas.openxmlformats.org/officeDocument/2006/math">
                      <m:r>
                        <a:rPr lang="en-US" sz="2800" i="1">
                          <a:solidFill>
                            <a:srgbClr val="002060"/>
                          </a:solidFill>
                          <a:latin typeface="Cambria Math" panose="02040503050406030204" pitchFamily="18" charset="0"/>
                          <a:ea typeface="Cambria Math" panose="02040503050406030204" pitchFamily="18" charset="0"/>
                        </a:rPr>
                        <m:t>∴</m:t>
                      </m:r>
                      <m:d>
                        <m:dPr>
                          <m:ctrlPr>
                            <a:rPr lang="en-US" sz="2800" i="1" smtClean="0">
                              <a:solidFill>
                                <a:srgbClr val="002060"/>
                              </a:solidFill>
                              <a:latin typeface="Cambria Math" panose="02040503050406030204" pitchFamily="18" charset="0"/>
                            </a:rPr>
                          </m:ctrlPr>
                        </m:dPr>
                        <m:e>
                          <m:r>
                            <a:rPr lang="en-IN" sz="2800" i="1" smtClean="0">
                              <a:solidFill>
                                <a:srgbClr val="002060"/>
                              </a:solidFill>
                              <a:latin typeface="Cambria Math" panose="02040503050406030204" pitchFamily="18" charset="0"/>
                            </a:rPr>
                            <m:t>0</m:t>
                          </m:r>
                          <m:r>
                            <a:rPr lang="en-IN" sz="2800" b="0" i="1" smtClean="0">
                              <a:solidFill>
                                <a:srgbClr val="002060"/>
                              </a:solidFill>
                              <a:latin typeface="Cambria Math" panose="02040503050406030204" pitchFamily="18" charset="0"/>
                            </a:rPr>
                            <m:t>.0947,</m:t>
                          </m:r>
                          <m:r>
                            <a:rPr lang="en-IN" sz="2800" b="0" i="0" smtClean="0">
                              <a:solidFill>
                                <a:srgbClr val="002060"/>
                              </a:solidFill>
                              <a:latin typeface="Cambria Math" panose="02040503050406030204" pitchFamily="18" charset="0"/>
                            </a:rPr>
                            <m:t>  </m:t>
                          </m:r>
                          <m:r>
                            <a:rPr lang="en-IN" sz="2800" i="1" smtClean="0">
                              <a:solidFill>
                                <a:srgbClr val="002060"/>
                              </a:solidFill>
                              <a:latin typeface="Cambria Math" panose="02040503050406030204" pitchFamily="18" charset="0"/>
                            </a:rPr>
                            <m:t>0</m:t>
                          </m:r>
                          <m:r>
                            <a:rPr lang="en-IN" sz="2800" b="0" i="1" smtClean="0">
                              <a:solidFill>
                                <a:srgbClr val="002060"/>
                              </a:solidFill>
                              <a:latin typeface="Cambria Math" panose="02040503050406030204" pitchFamily="18" charset="0"/>
                            </a:rPr>
                            <m:t>.2053</m:t>
                          </m:r>
                        </m:e>
                      </m:d>
                    </m:oMath>
                  </m:oMathPara>
                </a14:m>
                <a:endParaRPr lang="en-US" sz="2800" dirty="0">
                  <a:solidFill>
                    <a:srgbClr val="002060"/>
                  </a:solidFill>
                </a:endParaRPr>
              </a:p>
            </p:txBody>
          </p:sp>
        </mc:Choice>
        <mc:Fallback xmlns="">
          <p:sp>
            <p:nvSpPr>
              <p:cNvPr id="8" name="Rectangle 7">
                <a:extLst>
                  <a:ext uri="{FF2B5EF4-FFF2-40B4-BE49-F238E27FC236}">
                    <a16:creationId xmlns:a16="http://schemas.microsoft.com/office/drawing/2014/main" id="{027C65FE-58A5-2A09-8747-CCCD9B520E2E}"/>
                  </a:ext>
                </a:extLst>
              </p:cNvPr>
              <p:cNvSpPr>
                <a:spLocks noRot="1" noChangeAspect="1" noMove="1" noResize="1" noEditPoints="1" noAdjustHandles="1" noChangeArrowheads="1" noChangeShapeType="1" noTextEdit="1"/>
              </p:cNvSpPr>
              <p:nvPr/>
            </p:nvSpPr>
            <p:spPr>
              <a:xfrm>
                <a:off x="137270" y="4895504"/>
                <a:ext cx="3939430" cy="523220"/>
              </a:xfrm>
              <a:prstGeom prst="rect">
                <a:avLst/>
              </a:prstGeom>
              <a:blipFill>
                <a:blip r:embed="rId6"/>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170359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5" grpId="0"/>
      <p:bldP spid="6" grpId="0"/>
      <p:bldP spid="7" grpId="0"/>
      <p:bldP spid="8" grpId="0"/>
    </p:bld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A4342-2335-04CA-CC0F-8B2223EDEEE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a:extLst>
                  <a:ext uri="{FF2B5EF4-FFF2-40B4-BE49-F238E27FC236}">
                    <a16:creationId xmlns:a16="http://schemas.microsoft.com/office/drawing/2014/main" id="{602D35B7-B917-25FA-2CDD-B6FE2D057BFB}"/>
                  </a:ext>
                </a:extLst>
              </p:cNvPr>
              <p:cNvSpPr txBox="1">
                <a:spLocks/>
              </p:cNvSpPr>
              <p:nvPr/>
            </p:nvSpPr>
            <p:spPr>
              <a:xfrm>
                <a:off x="131177" y="869081"/>
                <a:ext cx="11929643" cy="2220919"/>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endParaRPr lang="en-US" dirty="0"/>
              </a:p>
              <a:p>
                <a:endParaRPr lang="en-US" dirty="0"/>
              </a:p>
              <a:p>
                <a:r>
                  <a:rPr lang="en-US" dirty="0"/>
                  <a:t>A political party claims that </a:t>
                </a:r>
                <a14:m>
                  <m:oMath xmlns:m="http://schemas.openxmlformats.org/officeDocument/2006/math">
                    <m:r>
                      <a:rPr lang="en-US">
                        <a:latin typeface="Cambria Math" panose="02040503050406030204" pitchFamily="18" charset="0"/>
                      </a:rPr>
                      <m:t>45%</m:t>
                    </m:r>
                  </m:oMath>
                </a14:m>
                <a:r>
                  <a:rPr lang="en-US" dirty="0"/>
                  <a:t> of the voters in an election district prefer its candidate. A sample of </a:t>
                </a:r>
                <a14:m>
                  <m:oMath xmlns:m="http://schemas.openxmlformats.org/officeDocument/2006/math">
                    <m:r>
                      <a:rPr lang="en-US">
                        <a:latin typeface="Cambria Math" panose="02040503050406030204" pitchFamily="18" charset="0"/>
                      </a:rPr>
                      <m:t>200</m:t>
                    </m:r>
                  </m:oMath>
                </a14:m>
                <a:r>
                  <a:rPr lang="en-US" dirty="0"/>
                  <a:t> voters include </a:t>
                </a:r>
                <a14:m>
                  <m:oMath xmlns:m="http://schemas.openxmlformats.org/officeDocument/2006/math">
                    <m:r>
                      <a:rPr lang="en-US">
                        <a:latin typeface="Cambria Math" panose="02040503050406030204" pitchFamily="18" charset="0"/>
                      </a:rPr>
                      <m:t>80</m:t>
                    </m:r>
                  </m:oMath>
                </a14:m>
                <a:r>
                  <a:rPr lang="en-US" dirty="0"/>
                  <a:t> who prefer this candidate. Test if the claim is valid at the </a:t>
                </a:r>
                <a14:m>
                  <m:oMath xmlns:m="http://schemas.openxmlformats.org/officeDocument/2006/math">
                    <m:r>
                      <a:rPr lang="en-US">
                        <a:latin typeface="Cambria Math" panose="02040503050406030204" pitchFamily="18" charset="0"/>
                      </a:rPr>
                      <m:t>5%</m:t>
                    </m:r>
                  </m:oMath>
                </a14:m>
                <a:r>
                  <a:rPr lang="en-US" dirty="0"/>
                  <a:t> significance level.</a:t>
                </a:r>
                <a14:m>
                  <m:oMath xmlns:m="http://schemas.openxmlformats.org/officeDocument/2006/math">
                    <m:d>
                      <m:dPr>
                        <m:ctrlPr>
                          <a:rPr lang="en-IN" i="1">
                            <a:latin typeface="Cambria Math" panose="02040503050406030204" pitchFamily="18" charset="0"/>
                          </a:rPr>
                        </m:ctrlPr>
                      </m:dPr>
                      <m:e>
                        <m:r>
                          <a:rPr lang="en-US" i="1">
                            <a:latin typeface="Cambria Math" panose="02040503050406030204" pitchFamily="18" charset="0"/>
                          </a:rPr>
                          <m:t> </m:t>
                        </m:r>
                        <m:d>
                          <m:dPr>
                            <m:begChr m:val="|"/>
                            <m:endChr m:val="|"/>
                            <m:ctrlPr>
                              <a:rPr lang="en-IN" i="1">
                                <a:latin typeface="Cambria Math" panose="02040503050406030204" pitchFamily="18" charset="0"/>
                              </a:rPr>
                            </m:ctrlPr>
                          </m:dPr>
                          <m:e>
                            <m:sSub>
                              <m:sSubPr>
                                <m:ctrlPr>
                                  <a:rPr lang="en-IN" i="1">
                                    <a:latin typeface="Cambria Math" panose="02040503050406030204" pitchFamily="18" charset="0"/>
                                  </a:rPr>
                                </m:ctrlPr>
                              </m:sSubPr>
                              <m:e>
                                <m:r>
                                  <m:rPr>
                                    <m:sty m:val="p"/>
                                  </m:rPr>
                                  <a:rPr lang="en-US">
                                    <a:latin typeface="Cambria Math" panose="02040503050406030204" pitchFamily="18" charset="0"/>
                                  </a:rPr>
                                  <m:t>Z</m:t>
                                </m:r>
                              </m:e>
                              <m:sub>
                                <m:r>
                                  <a:rPr lang="en-US">
                                    <a:latin typeface="Cambria Math" panose="02040503050406030204" pitchFamily="18" charset="0"/>
                                  </a:rPr>
                                  <m:t>0.05</m:t>
                                </m:r>
                              </m:sub>
                            </m:sSub>
                            <m:r>
                              <a:rPr lang="en-US" i="1">
                                <a:latin typeface="Cambria Math" panose="02040503050406030204" pitchFamily="18" charset="0"/>
                              </a:rPr>
                              <m:t> </m:t>
                            </m:r>
                          </m:e>
                        </m:d>
                        <m:r>
                          <a:rPr lang="en-US">
                            <a:latin typeface="Cambria Math" panose="02040503050406030204" pitchFamily="18" charset="0"/>
                          </a:rPr>
                          <m:t>=1.96 </m:t>
                        </m:r>
                      </m:e>
                    </m:d>
                  </m:oMath>
                </a14:m>
                <a:endParaRPr lang="en-IN" dirty="0"/>
              </a:p>
              <a:p>
                <a:endParaRPr lang="en-IN" dirty="0"/>
              </a:p>
              <a:p>
                <a:endParaRPr lang="en-US" dirty="0"/>
              </a:p>
            </p:txBody>
          </p:sp>
        </mc:Choice>
        <mc:Fallback xmlns="">
          <p:sp>
            <p:nvSpPr>
              <p:cNvPr id="19" name="Content Placeholder 2">
                <a:extLst>
                  <a:ext uri="{FF2B5EF4-FFF2-40B4-BE49-F238E27FC236}">
                    <a16:creationId xmlns:a16="http://schemas.microsoft.com/office/drawing/2014/main" id="{602D35B7-B917-25FA-2CDD-B6FE2D057BFB}"/>
                  </a:ext>
                </a:extLst>
              </p:cNvPr>
              <p:cNvSpPr txBox="1">
                <a:spLocks noRot="1" noChangeAspect="1" noMove="1" noResize="1" noEditPoints="1" noAdjustHandles="1" noChangeArrowheads="1" noChangeShapeType="1" noTextEdit="1"/>
              </p:cNvSpPr>
              <p:nvPr/>
            </p:nvSpPr>
            <p:spPr>
              <a:xfrm>
                <a:off x="131177" y="869081"/>
                <a:ext cx="11929643" cy="2220919"/>
              </a:xfrm>
              <a:prstGeom prst="rect">
                <a:avLst/>
              </a:prstGeom>
              <a:blipFill>
                <a:blip r:embed="rId2"/>
                <a:stretch>
                  <a:fillRect l="-1074" r="-1074" b="-1648"/>
                </a:stretch>
              </a:blipFill>
              <a:ln>
                <a:noFill/>
              </a:ln>
            </p:spPr>
            <p:txBody>
              <a:bodyPr/>
              <a:lstStyle/>
              <a:p>
                <a:r>
                  <a:rPr lang="en-IN">
                    <a:noFill/>
                  </a:rPr>
                  <a:t> </a:t>
                </a:r>
              </a:p>
            </p:txBody>
          </p:sp>
        </mc:Fallback>
      </mc:AlternateContent>
      <p:sp>
        <p:nvSpPr>
          <p:cNvPr id="2" name="Title 1">
            <a:extLst>
              <a:ext uri="{FF2B5EF4-FFF2-40B4-BE49-F238E27FC236}">
                <a16:creationId xmlns:a16="http://schemas.microsoft.com/office/drawing/2014/main" id="{64F23620-3901-C1F4-1E09-74EB68BF73BB}"/>
              </a:ext>
            </a:extLst>
          </p:cNvPr>
          <p:cNvSpPr>
            <a:spLocks noGrp="1"/>
          </p:cNvSpPr>
          <p:nvPr>
            <p:ph type="title"/>
          </p:nvPr>
        </p:nvSpPr>
        <p:spPr/>
        <p:txBody>
          <a:bodyPr/>
          <a:lstStyle/>
          <a:p>
            <a:r>
              <a:rPr lang="en-GB" dirty="0"/>
              <a:t>Method 5 ⇝ Example 2</a:t>
            </a:r>
            <a:endParaRPr lang="en-US" dirty="0"/>
          </a:p>
        </p:txBody>
      </p:sp>
      <p:sp>
        <p:nvSpPr>
          <p:cNvPr id="50" name="Rectangle 49">
            <a:extLst>
              <a:ext uri="{FF2B5EF4-FFF2-40B4-BE49-F238E27FC236}">
                <a16:creationId xmlns:a16="http://schemas.microsoft.com/office/drawing/2014/main" id="{C2B521A3-7268-8C25-3820-308A498E572F}"/>
              </a:ext>
            </a:extLst>
          </p:cNvPr>
          <p:cNvSpPr/>
          <p:nvPr/>
        </p:nvSpPr>
        <p:spPr>
          <a:xfrm>
            <a:off x="131177" y="3585865"/>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2A13BD7D-E2BB-6523-E52D-6BF656898098}"/>
                  </a:ext>
                </a:extLst>
              </p:cNvPr>
              <p:cNvSpPr/>
              <p:nvPr/>
            </p:nvSpPr>
            <p:spPr>
              <a:xfrm>
                <a:off x="1614167" y="3585865"/>
                <a:ext cx="1530355"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IN" sz="2800" b="0" i="0" smtClean="0">
                          <a:solidFill>
                            <a:srgbClr val="002060"/>
                          </a:solidFill>
                          <a:latin typeface="Cambria Math" panose="02040503050406030204" pitchFamily="18" charset="0"/>
                        </a:rPr>
                        <m:t>n</m:t>
                      </m:r>
                      <m:r>
                        <a:rPr lang="en-IN" sz="2800" b="0" i="0" smtClean="0">
                          <a:solidFill>
                            <a:srgbClr val="002060"/>
                          </a:solidFill>
                          <a:latin typeface="Cambria Math" panose="02040503050406030204" pitchFamily="18" charset="0"/>
                        </a:rPr>
                        <m:t>=200</m:t>
                      </m:r>
                    </m:oMath>
                  </m:oMathPara>
                </a14:m>
                <a:endParaRPr lang="en-US" sz="2800" dirty="0">
                  <a:solidFill>
                    <a:srgbClr val="002060"/>
                  </a:solidFill>
                </a:endParaRPr>
              </a:p>
            </p:txBody>
          </p:sp>
        </mc:Choice>
        <mc:Fallback xmlns="">
          <p:sp>
            <p:nvSpPr>
              <p:cNvPr id="13" name="Rectangle 12">
                <a:extLst>
                  <a:ext uri="{FF2B5EF4-FFF2-40B4-BE49-F238E27FC236}">
                    <a16:creationId xmlns:a16="http://schemas.microsoft.com/office/drawing/2014/main" id="{2A13BD7D-E2BB-6523-E52D-6BF656898098}"/>
                  </a:ext>
                </a:extLst>
              </p:cNvPr>
              <p:cNvSpPr>
                <a:spLocks noRot="1" noChangeAspect="1" noMove="1" noResize="1" noEditPoints="1" noAdjustHandles="1" noChangeArrowheads="1" noChangeShapeType="1" noTextEdit="1"/>
              </p:cNvSpPr>
              <p:nvPr/>
            </p:nvSpPr>
            <p:spPr>
              <a:xfrm>
                <a:off x="1614167" y="3585865"/>
                <a:ext cx="1530355"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DEE3D363-BC8D-4151-EE1B-6DAFEA7F16F2}"/>
                  </a:ext>
                </a:extLst>
              </p:cNvPr>
              <p:cNvSpPr/>
              <p:nvPr/>
            </p:nvSpPr>
            <p:spPr>
              <a:xfrm>
                <a:off x="1625597" y="4241968"/>
                <a:ext cx="7996484" cy="523220"/>
              </a:xfrm>
              <a:prstGeom prst="rect">
                <a:avLst/>
              </a:prstGeom>
            </p:spPr>
            <p:txBody>
              <a:bodyPr wrap="none">
                <a:spAutoFit/>
              </a:bodyPr>
              <a:lstStyle/>
              <a:p>
                <a14:m>
                  <m:oMath xmlns:m="http://schemas.openxmlformats.org/officeDocument/2006/math">
                    <m:r>
                      <m:rPr>
                        <m:sty m:val="p"/>
                      </m:rPr>
                      <a:rPr lang="en-IN" sz="2800" b="0" i="0" smtClean="0">
                        <a:solidFill>
                          <a:srgbClr val="002060"/>
                        </a:solidFill>
                        <a:latin typeface="Cambria Math" panose="02040503050406030204" pitchFamily="18" charset="0"/>
                      </a:rPr>
                      <m:t>p</m:t>
                    </m:r>
                    <m:r>
                      <a:rPr lang="en-IN" sz="2800" b="0" i="0" smtClean="0">
                        <a:solidFill>
                          <a:srgbClr val="002060"/>
                        </a:solidFill>
                        <a:latin typeface="Cambria Math" panose="02040503050406030204" pitchFamily="18" charset="0"/>
                      </a:rPr>
                      <m:t>= </m:t>
                    </m:r>
                  </m:oMath>
                </a14:m>
                <a:r>
                  <a:rPr lang="en-US" sz="2800" dirty="0">
                    <a:solidFill>
                      <a:srgbClr val="002060"/>
                    </a:solidFill>
                  </a:rPr>
                  <a:t>Sample proportion of workers exposed to radiation</a:t>
                </a:r>
              </a:p>
            </p:txBody>
          </p:sp>
        </mc:Choice>
        <mc:Fallback xmlns="">
          <p:sp>
            <p:nvSpPr>
              <p:cNvPr id="15" name="Rectangle 14">
                <a:extLst>
                  <a:ext uri="{FF2B5EF4-FFF2-40B4-BE49-F238E27FC236}">
                    <a16:creationId xmlns:a16="http://schemas.microsoft.com/office/drawing/2014/main" id="{DEE3D363-BC8D-4151-EE1B-6DAFEA7F16F2}"/>
                  </a:ext>
                </a:extLst>
              </p:cNvPr>
              <p:cNvSpPr>
                <a:spLocks noRot="1" noChangeAspect="1" noMove="1" noResize="1" noEditPoints="1" noAdjustHandles="1" noChangeArrowheads="1" noChangeShapeType="1" noTextEdit="1"/>
              </p:cNvSpPr>
              <p:nvPr/>
            </p:nvSpPr>
            <p:spPr>
              <a:xfrm>
                <a:off x="1625597" y="4241968"/>
                <a:ext cx="7996484" cy="523220"/>
              </a:xfrm>
              <a:prstGeom prst="rect">
                <a:avLst/>
              </a:prstGeom>
              <a:blipFill>
                <a:blip r:embed="rId4"/>
                <a:stretch>
                  <a:fillRect t="-12791" r="-534" b="-3139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AC39C8B1-391C-FEAE-B5C5-69CE43C08803}"/>
                  </a:ext>
                </a:extLst>
              </p:cNvPr>
              <p:cNvSpPr/>
              <p:nvPr/>
            </p:nvSpPr>
            <p:spPr>
              <a:xfrm>
                <a:off x="9404129" y="4030890"/>
                <a:ext cx="1230209" cy="90178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US" sz="2800" b="0" i="1" smtClean="0">
                              <a:solidFill>
                                <a:srgbClr val="002060"/>
                              </a:solidFill>
                              <a:latin typeface="Cambria Math" panose="02040503050406030204" pitchFamily="18" charset="0"/>
                            </a:rPr>
                            <m:t>80</m:t>
                          </m:r>
                        </m:num>
                        <m:den>
                          <m:r>
                            <a:rPr lang="en-US" sz="2800" b="0" i="1" smtClean="0">
                              <a:solidFill>
                                <a:srgbClr val="002060"/>
                              </a:solidFill>
                              <a:latin typeface="Cambria Math" panose="02040503050406030204" pitchFamily="18" charset="0"/>
                            </a:rPr>
                            <m:t>20</m:t>
                          </m:r>
                          <m:r>
                            <a:rPr lang="en-IN" sz="2800" b="0" i="1" smtClean="0">
                              <a:solidFill>
                                <a:srgbClr val="002060"/>
                              </a:solidFill>
                              <a:latin typeface="Cambria Math" panose="02040503050406030204" pitchFamily="18" charset="0"/>
                            </a:rPr>
                            <m:t>0</m:t>
                          </m:r>
                        </m:den>
                      </m:f>
                    </m:oMath>
                  </m:oMathPara>
                </a14:m>
                <a:endParaRPr lang="en-US" sz="2800" dirty="0">
                  <a:solidFill>
                    <a:srgbClr val="002060"/>
                  </a:solidFill>
                </a:endParaRPr>
              </a:p>
            </p:txBody>
          </p:sp>
        </mc:Choice>
        <mc:Fallback xmlns="">
          <p:sp>
            <p:nvSpPr>
              <p:cNvPr id="4" name="Rectangle 3">
                <a:extLst>
                  <a:ext uri="{FF2B5EF4-FFF2-40B4-BE49-F238E27FC236}">
                    <a16:creationId xmlns:a16="http://schemas.microsoft.com/office/drawing/2014/main" id="{AC39C8B1-391C-FEAE-B5C5-69CE43C08803}"/>
                  </a:ext>
                </a:extLst>
              </p:cNvPr>
              <p:cNvSpPr>
                <a:spLocks noRot="1" noChangeAspect="1" noMove="1" noResize="1" noEditPoints="1" noAdjustHandles="1" noChangeArrowheads="1" noChangeShapeType="1" noTextEdit="1"/>
              </p:cNvSpPr>
              <p:nvPr/>
            </p:nvSpPr>
            <p:spPr>
              <a:xfrm>
                <a:off x="9404129" y="4030890"/>
                <a:ext cx="1230209" cy="901785"/>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A1151463-DAD5-E770-FFD2-1D17DFEC8D2D}"/>
                  </a:ext>
                </a:extLst>
              </p:cNvPr>
              <p:cNvSpPr/>
              <p:nvPr/>
            </p:nvSpPr>
            <p:spPr>
              <a:xfrm>
                <a:off x="10509253" y="4260551"/>
                <a:ext cx="110517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800" b="0" i="0" smtClean="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0.</m:t>
                      </m:r>
                      <m:r>
                        <a:rPr lang="en-US" sz="2800" b="0" i="1" smtClean="0">
                          <a:solidFill>
                            <a:srgbClr val="002060"/>
                          </a:solidFill>
                          <a:latin typeface="Cambria Math" panose="02040503050406030204" pitchFamily="18" charset="0"/>
                        </a:rPr>
                        <m:t>4</m:t>
                      </m:r>
                    </m:oMath>
                  </m:oMathPara>
                </a14:m>
                <a:endParaRPr lang="en-US" sz="2800" dirty="0">
                  <a:solidFill>
                    <a:srgbClr val="002060"/>
                  </a:solidFill>
                </a:endParaRPr>
              </a:p>
            </p:txBody>
          </p:sp>
        </mc:Choice>
        <mc:Fallback xmlns="">
          <p:sp>
            <p:nvSpPr>
              <p:cNvPr id="5" name="Rectangle 4">
                <a:extLst>
                  <a:ext uri="{FF2B5EF4-FFF2-40B4-BE49-F238E27FC236}">
                    <a16:creationId xmlns:a16="http://schemas.microsoft.com/office/drawing/2014/main" id="{A1151463-DAD5-E770-FFD2-1D17DFEC8D2D}"/>
                  </a:ext>
                </a:extLst>
              </p:cNvPr>
              <p:cNvSpPr>
                <a:spLocks noRot="1" noChangeAspect="1" noMove="1" noResize="1" noEditPoints="1" noAdjustHandles="1" noChangeArrowheads="1" noChangeShapeType="1" noTextEdit="1"/>
              </p:cNvSpPr>
              <p:nvPr/>
            </p:nvSpPr>
            <p:spPr>
              <a:xfrm>
                <a:off x="10509253" y="4260551"/>
                <a:ext cx="1105174"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1F796AC0-1E39-7A7C-C5EF-FECF4963D764}"/>
                  </a:ext>
                </a:extLst>
              </p:cNvPr>
              <p:cNvSpPr/>
              <p:nvPr/>
            </p:nvSpPr>
            <p:spPr>
              <a:xfrm>
                <a:off x="1625597" y="4909817"/>
                <a:ext cx="3913635" cy="523220"/>
              </a:xfrm>
              <a:prstGeom prst="rect">
                <a:avLst/>
              </a:prstGeom>
            </p:spPr>
            <p:txBody>
              <a:bodyPr wrap="none">
                <a:spAutoFit/>
              </a:bodyPr>
              <a:lstStyle/>
              <a:p>
                <a14:m>
                  <m:oMath xmlns:m="http://schemas.openxmlformats.org/officeDocument/2006/math">
                    <m:r>
                      <m:rPr>
                        <m:sty m:val="p"/>
                      </m:rPr>
                      <a:rPr lang="en-US" sz="2800" b="0" i="0" smtClean="0">
                        <a:solidFill>
                          <a:srgbClr val="002060"/>
                        </a:solidFill>
                        <a:latin typeface="Cambria Math" panose="02040503050406030204" pitchFamily="18" charset="0"/>
                      </a:rPr>
                      <m:t>P</m:t>
                    </m:r>
                    <m:r>
                      <a:rPr lang="en-IN" sz="2800" b="0" i="0" smtClean="0">
                        <a:solidFill>
                          <a:srgbClr val="002060"/>
                        </a:solidFill>
                        <a:latin typeface="Cambria Math" panose="02040503050406030204" pitchFamily="18" charset="0"/>
                      </a:rPr>
                      <m:t>=</m:t>
                    </m:r>
                  </m:oMath>
                </a14:m>
                <a:r>
                  <a:rPr lang="en-US" sz="2800" dirty="0">
                    <a:solidFill>
                      <a:srgbClr val="002060"/>
                    </a:solidFill>
                  </a:rPr>
                  <a:t> Population proportion</a:t>
                </a:r>
              </a:p>
            </p:txBody>
          </p:sp>
        </mc:Choice>
        <mc:Fallback xmlns="">
          <p:sp>
            <p:nvSpPr>
              <p:cNvPr id="3" name="Rectangle 2">
                <a:extLst>
                  <a:ext uri="{FF2B5EF4-FFF2-40B4-BE49-F238E27FC236}">
                    <a16:creationId xmlns:a16="http://schemas.microsoft.com/office/drawing/2014/main" id="{1F796AC0-1E39-7A7C-C5EF-FECF4963D764}"/>
                  </a:ext>
                </a:extLst>
              </p:cNvPr>
              <p:cNvSpPr>
                <a:spLocks noRot="1" noChangeAspect="1" noMove="1" noResize="1" noEditPoints="1" noAdjustHandles="1" noChangeArrowheads="1" noChangeShapeType="1" noTextEdit="1"/>
              </p:cNvSpPr>
              <p:nvPr/>
            </p:nvSpPr>
            <p:spPr>
              <a:xfrm>
                <a:off x="1625597" y="4909817"/>
                <a:ext cx="3913635" cy="523220"/>
              </a:xfrm>
              <a:prstGeom prst="rect">
                <a:avLst/>
              </a:prstGeom>
              <a:blipFill>
                <a:blip r:embed="rId7"/>
                <a:stretch>
                  <a:fillRect t="-11628" r="-2181" b="-3139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04F1E7E0-81DE-DB59-27FF-5C21EE7E7E22}"/>
                  </a:ext>
                </a:extLst>
              </p:cNvPr>
              <p:cNvSpPr/>
              <p:nvPr/>
            </p:nvSpPr>
            <p:spPr>
              <a:xfrm>
                <a:off x="1566473" y="5501216"/>
                <a:ext cx="1637756"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IN" sz="2800" b="0" i="0" smtClean="0">
                          <a:solidFill>
                            <a:srgbClr val="002060"/>
                          </a:solidFill>
                          <a:latin typeface="Cambria Math" panose="02040503050406030204" pitchFamily="18" charset="0"/>
                        </a:rPr>
                        <m:t>Q</m:t>
                      </m:r>
                      <m:r>
                        <a:rPr lang="en-IN" sz="2800" b="0" i="0" smtClean="0">
                          <a:solidFill>
                            <a:srgbClr val="002060"/>
                          </a:solidFill>
                          <a:latin typeface="Cambria Math" panose="02040503050406030204" pitchFamily="18" charset="0"/>
                        </a:rPr>
                        <m:t>=0.55</m:t>
                      </m:r>
                    </m:oMath>
                  </m:oMathPara>
                </a14:m>
                <a:endParaRPr lang="en-US" sz="2800" dirty="0">
                  <a:solidFill>
                    <a:srgbClr val="002060"/>
                  </a:solidFill>
                </a:endParaRPr>
              </a:p>
            </p:txBody>
          </p:sp>
        </mc:Choice>
        <mc:Fallback xmlns="">
          <p:sp>
            <p:nvSpPr>
              <p:cNvPr id="9" name="Rectangle 8">
                <a:extLst>
                  <a:ext uri="{FF2B5EF4-FFF2-40B4-BE49-F238E27FC236}">
                    <a16:creationId xmlns:a16="http://schemas.microsoft.com/office/drawing/2014/main" id="{04F1E7E0-81DE-DB59-27FF-5C21EE7E7E22}"/>
                  </a:ext>
                </a:extLst>
              </p:cNvPr>
              <p:cNvSpPr>
                <a:spLocks noRot="1" noChangeAspect="1" noMove="1" noResize="1" noEditPoints="1" noAdjustHandles="1" noChangeArrowheads="1" noChangeShapeType="1" noTextEdit="1"/>
              </p:cNvSpPr>
              <p:nvPr/>
            </p:nvSpPr>
            <p:spPr>
              <a:xfrm>
                <a:off x="1566473" y="5501216"/>
                <a:ext cx="1637756"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59438838-6950-B58D-F884-BA9546244AD1}"/>
                  </a:ext>
                </a:extLst>
              </p:cNvPr>
              <p:cNvSpPr/>
              <p:nvPr/>
            </p:nvSpPr>
            <p:spPr>
              <a:xfrm>
                <a:off x="5411837" y="4928489"/>
                <a:ext cx="1303947"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800" b="0" i="0" smtClean="0">
                          <a:solidFill>
                            <a:srgbClr val="002060"/>
                          </a:solidFill>
                          <a:latin typeface="Cambria Math" panose="02040503050406030204" pitchFamily="18" charset="0"/>
                        </a:rPr>
                        <m:t>=</m:t>
                      </m:r>
                      <m:r>
                        <a:rPr lang="en-US" sz="2800" b="0" i="0" smtClean="0">
                          <a:solidFill>
                            <a:srgbClr val="002060"/>
                          </a:solidFill>
                          <a:latin typeface="Cambria Math" panose="02040503050406030204" pitchFamily="18" charset="0"/>
                        </a:rPr>
                        <m:t>0.45</m:t>
                      </m:r>
                    </m:oMath>
                  </m:oMathPara>
                </a14:m>
                <a:endParaRPr lang="en-US" sz="2800" dirty="0">
                  <a:solidFill>
                    <a:srgbClr val="002060"/>
                  </a:solidFill>
                </a:endParaRPr>
              </a:p>
            </p:txBody>
          </p:sp>
        </mc:Choice>
        <mc:Fallback xmlns="">
          <p:sp>
            <p:nvSpPr>
              <p:cNvPr id="10" name="Rectangle 9">
                <a:extLst>
                  <a:ext uri="{FF2B5EF4-FFF2-40B4-BE49-F238E27FC236}">
                    <a16:creationId xmlns:a16="http://schemas.microsoft.com/office/drawing/2014/main" id="{59438838-6950-B58D-F884-BA9546244AD1}"/>
                  </a:ext>
                </a:extLst>
              </p:cNvPr>
              <p:cNvSpPr>
                <a:spLocks noRot="1" noChangeAspect="1" noMove="1" noResize="1" noEditPoints="1" noAdjustHandles="1" noChangeArrowheads="1" noChangeShapeType="1" noTextEdit="1"/>
              </p:cNvSpPr>
              <p:nvPr/>
            </p:nvSpPr>
            <p:spPr>
              <a:xfrm>
                <a:off x="5411837" y="4928489"/>
                <a:ext cx="1303947" cy="523220"/>
              </a:xfrm>
              <a:prstGeom prst="rect">
                <a:avLst/>
              </a:prstGeom>
              <a:blipFill>
                <a:blip r:embed="rId10"/>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216049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50" grpId="0" animBg="1"/>
    </p:bld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ACAD5-D45C-D1C8-CF1B-E71832C167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2F67F9-BA9E-BA15-0F12-455A851C2FF5}"/>
              </a:ext>
            </a:extLst>
          </p:cNvPr>
          <p:cNvSpPr>
            <a:spLocks noGrp="1"/>
          </p:cNvSpPr>
          <p:nvPr>
            <p:ph type="title"/>
          </p:nvPr>
        </p:nvSpPr>
        <p:spPr/>
        <p:txBody>
          <a:bodyPr/>
          <a:lstStyle/>
          <a:p>
            <a:r>
              <a:rPr lang="en-GB" dirty="0"/>
              <a:t>Method 5 ⇝ Example 2(</a:t>
            </a:r>
            <a:r>
              <a:rPr lang="en-GB" dirty="0">
                <a:solidFill>
                  <a:srgbClr val="FF0000"/>
                </a:solidFill>
              </a:rPr>
              <a:t>Continue</a:t>
            </a:r>
            <a:r>
              <a:rPr lang="en-GB" dirty="0"/>
              <a:t>)</a:t>
            </a:r>
            <a:endParaRPr lang="en-US" dirty="0"/>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83C6721F-189C-C7C1-676B-F5ACE8CE20F0}"/>
                  </a:ext>
                </a:extLst>
              </p:cNvPr>
              <p:cNvSpPr/>
              <p:nvPr/>
            </p:nvSpPr>
            <p:spPr>
              <a:xfrm>
                <a:off x="111878" y="1000857"/>
                <a:ext cx="797582" cy="523220"/>
              </a:xfrm>
              <a:prstGeom prst="rect">
                <a:avLst/>
              </a:prstGeom>
            </p:spPr>
            <p:txBody>
              <a:bodyPr wrap="square">
                <a:spAutoFit/>
              </a:bodyPr>
              <a:lstStyle/>
              <a:p>
                <a:pPr lvl="0"/>
                <a14:m>
                  <m:oMath xmlns:m="http://schemas.openxmlformats.org/officeDocument/2006/math">
                    <m:sSub>
                      <m:sSubPr>
                        <m:ctrlPr>
                          <a:rPr lang="en-US" sz="2800" b="1" i="1" smtClean="0">
                            <a:solidFill>
                              <a:srgbClr val="002060"/>
                            </a:solidFill>
                            <a:latin typeface="Cambria Math" panose="02040503050406030204" pitchFamily="18" charset="0"/>
                          </a:rPr>
                        </m:ctrlPr>
                      </m:sSubPr>
                      <m:e>
                        <m:r>
                          <a:rPr lang="en-IN" sz="2800" b="1" i="0" smtClean="0">
                            <a:solidFill>
                              <a:srgbClr val="002060"/>
                            </a:solidFill>
                            <a:latin typeface="Cambria Math" panose="02040503050406030204" pitchFamily="18" charset="0"/>
                          </a:rPr>
                          <m:t>𝐇</m:t>
                        </m:r>
                      </m:e>
                      <m:sub>
                        <m:r>
                          <a:rPr lang="en-IN" sz="2800" b="1" i="0" smtClean="0">
                            <a:solidFill>
                              <a:srgbClr val="002060"/>
                            </a:solidFill>
                            <a:latin typeface="Cambria Math" panose="02040503050406030204" pitchFamily="18" charset="0"/>
                          </a:rPr>
                          <m:t>𝟎</m:t>
                        </m:r>
                      </m:sub>
                    </m:sSub>
                    <m:r>
                      <a:rPr lang="en-IN" sz="2800" b="0" i="0" smtClean="0">
                        <a:solidFill>
                          <a:srgbClr val="002060"/>
                        </a:solidFill>
                        <a:latin typeface="Cambria Math" panose="02040503050406030204" pitchFamily="18" charset="0"/>
                      </a:rPr>
                      <m:t> :</m:t>
                    </m:r>
                  </m:oMath>
                </a14:m>
                <a:r>
                  <a:rPr lang="en-US" sz="2800" dirty="0">
                    <a:solidFill>
                      <a:srgbClr val="002060"/>
                    </a:solidFill>
                  </a:rPr>
                  <a:t>  </a:t>
                </a:r>
              </a:p>
            </p:txBody>
          </p:sp>
        </mc:Choice>
        <mc:Fallback xmlns="">
          <p:sp>
            <p:nvSpPr>
              <p:cNvPr id="15" name="Rectangle 14">
                <a:extLst>
                  <a:ext uri="{FF2B5EF4-FFF2-40B4-BE49-F238E27FC236}">
                    <a16:creationId xmlns:a16="http://schemas.microsoft.com/office/drawing/2014/main" id="{83C6721F-189C-C7C1-676B-F5ACE8CE20F0}"/>
                  </a:ext>
                </a:extLst>
              </p:cNvPr>
              <p:cNvSpPr>
                <a:spLocks noRot="1" noChangeAspect="1" noMove="1" noResize="1" noEditPoints="1" noAdjustHandles="1" noChangeArrowheads="1" noChangeShapeType="1" noTextEdit="1"/>
              </p:cNvSpPr>
              <p:nvPr/>
            </p:nvSpPr>
            <p:spPr>
              <a:xfrm>
                <a:off x="111878" y="1000857"/>
                <a:ext cx="797582" cy="52322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4ACB2467-16BD-E9E4-4A48-88963A85C343}"/>
                  </a:ext>
                </a:extLst>
              </p:cNvPr>
              <p:cNvSpPr/>
              <p:nvPr/>
            </p:nvSpPr>
            <p:spPr>
              <a:xfrm>
                <a:off x="3251337" y="3830493"/>
                <a:ext cx="2581109" cy="523220"/>
              </a:xfrm>
              <a:prstGeom prst="rect">
                <a:avLst/>
              </a:prstGeom>
            </p:spPr>
            <p:txBody>
              <a:bodyPr wrap="square">
                <a:spAutoFit/>
              </a:bodyPr>
              <a:lstStyle/>
              <a:p>
                <a:pPr lvl="0"/>
                <a14:m>
                  <m:oMathPara xmlns:m="http://schemas.openxmlformats.org/officeDocument/2006/math">
                    <m:oMathParaPr>
                      <m:jc m:val="centerGroup"/>
                    </m:oMathParaPr>
                    <m:oMath xmlns:m="http://schemas.openxmlformats.org/officeDocument/2006/math">
                      <m:d>
                        <m:dPr>
                          <m:ctrlPr>
                            <a:rPr lang="en-US" sz="2800" i="1" smtClean="0">
                              <a:solidFill>
                                <a:srgbClr val="002060"/>
                              </a:solidFill>
                              <a:latin typeface="Cambria Math" panose="02040503050406030204" pitchFamily="18" charset="0"/>
                            </a:rPr>
                          </m:ctrlPr>
                        </m:dPr>
                        <m:e>
                          <m:r>
                            <a:rPr lang="en-IN" sz="2800" b="1" i="0" smtClean="0">
                              <a:solidFill>
                                <a:srgbClr val="FF0000"/>
                              </a:solidFill>
                              <a:latin typeface="Cambria Math" panose="02040503050406030204" pitchFamily="18" charset="0"/>
                            </a:rPr>
                            <m:t>𝐏</m:t>
                          </m:r>
                          <m:r>
                            <a:rPr lang="en-IN" sz="2800" b="1" i="0" smtClean="0">
                              <a:solidFill>
                                <a:srgbClr val="FF0000"/>
                              </a:solidFill>
                              <a:latin typeface="Cambria Math" panose="02040503050406030204" pitchFamily="18" charset="0"/>
                            </a:rPr>
                            <m:t> </m:t>
                          </m:r>
                          <m:r>
                            <a:rPr lang="en-IN" sz="2800" b="1" i="0" smtClean="0">
                              <a:solidFill>
                                <a:srgbClr val="FF0000"/>
                              </a:solidFill>
                              <a:latin typeface="Cambria Math" panose="02040503050406030204" pitchFamily="18" charset="0"/>
                            </a:rPr>
                            <m:t>𝐢𝐬</m:t>
                          </m:r>
                          <m:r>
                            <a:rPr lang="en-IN" sz="2800" b="1" i="0" smtClean="0">
                              <a:solidFill>
                                <a:srgbClr val="FF0000"/>
                              </a:solidFill>
                              <a:latin typeface="Cambria Math" panose="02040503050406030204" pitchFamily="18" charset="0"/>
                            </a:rPr>
                            <m:t> </m:t>
                          </m:r>
                          <m:r>
                            <a:rPr lang="en-IN" sz="2800" b="1" i="0" smtClean="0">
                              <a:solidFill>
                                <a:srgbClr val="FF0000"/>
                              </a:solidFill>
                              <a:latin typeface="Cambria Math" panose="02040503050406030204" pitchFamily="18" charset="0"/>
                            </a:rPr>
                            <m:t>𝐤𝐧𝐨𝐰𝐧</m:t>
                          </m:r>
                        </m:e>
                      </m:d>
                    </m:oMath>
                  </m:oMathPara>
                </a14:m>
                <a:endParaRPr lang="en-US" sz="2800" dirty="0">
                  <a:solidFill>
                    <a:srgbClr val="002060"/>
                  </a:solidFill>
                </a:endParaRPr>
              </a:p>
            </p:txBody>
          </p:sp>
        </mc:Choice>
        <mc:Fallback xmlns="">
          <p:sp>
            <p:nvSpPr>
              <p:cNvPr id="8" name="Rectangle 7">
                <a:extLst>
                  <a:ext uri="{FF2B5EF4-FFF2-40B4-BE49-F238E27FC236}">
                    <a16:creationId xmlns:a16="http://schemas.microsoft.com/office/drawing/2014/main" id="{4ACB2467-16BD-E9E4-4A48-88963A85C343}"/>
                  </a:ext>
                </a:extLst>
              </p:cNvPr>
              <p:cNvSpPr>
                <a:spLocks noRot="1" noChangeAspect="1" noMove="1" noResize="1" noEditPoints="1" noAdjustHandles="1" noChangeArrowheads="1" noChangeShapeType="1" noTextEdit="1"/>
              </p:cNvSpPr>
              <p:nvPr/>
            </p:nvSpPr>
            <p:spPr>
              <a:xfrm>
                <a:off x="3251337" y="3830493"/>
                <a:ext cx="2581109" cy="523220"/>
              </a:xfrm>
              <a:prstGeom prst="rect">
                <a:avLst/>
              </a:prstGeom>
              <a:blipFill>
                <a:blip r:embed="rId3"/>
                <a:stretch>
                  <a:fillRect/>
                </a:stretch>
              </a:blipFill>
            </p:spPr>
            <p:txBody>
              <a:bodyPr/>
              <a:lstStyle/>
              <a:p>
                <a:r>
                  <a:rPr lang="en-IN">
                    <a:noFill/>
                  </a:rPr>
                  <a:t> </a:t>
                </a:r>
              </a:p>
            </p:txBody>
          </p:sp>
        </mc:Fallback>
      </mc:AlternateContent>
      <p:cxnSp>
        <p:nvCxnSpPr>
          <p:cNvPr id="3" name="Straight Connector 2">
            <a:extLst>
              <a:ext uri="{FF2B5EF4-FFF2-40B4-BE49-F238E27FC236}">
                <a16:creationId xmlns:a16="http://schemas.microsoft.com/office/drawing/2014/main" id="{DD2E41A0-29DA-EC73-3946-67D8824BC092}"/>
              </a:ext>
            </a:extLst>
          </p:cNvPr>
          <p:cNvCxnSpPr>
            <a:cxnSpLocks/>
          </p:cNvCxnSpPr>
          <p:nvPr/>
        </p:nvCxnSpPr>
        <p:spPr>
          <a:xfrm>
            <a:off x="5992000" y="708524"/>
            <a:ext cx="0" cy="5896813"/>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1DB1F2D8-4182-B7CB-6CEE-FA710AF54CD5}"/>
                  </a:ext>
                </a:extLst>
              </p:cNvPr>
              <p:cNvSpPr/>
              <p:nvPr/>
            </p:nvSpPr>
            <p:spPr>
              <a:xfrm>
                <a:off x="897426" y="1024620"/>
                <a:ext cx="1636295" cy="523220"/>
              </a:xfrm>
              <a:prstGeom prst="rect">
                <a:avLst/>
              </a:prstGeom>
            </p:spPr>
            <p:txBody>
              <a:bodyPr wrap="square">
                <a:spAutoFit/>
              </a:bodyPr>
              <a:lstStyle/>
              <a:p>
                <a:pPr lvl="0"/>
                <a14:m>
                  <m:oMath xmlns:m="http://schemas.openxmlformats.org/officeDocument/2006/math">
                    <m:r>
                      <m:rPr>
                        <m:sty m:val="p"/>
                      </m:rPr>
                      <a:rPr lang="en-IN" sz="2800" b="0" i="0" smtClean="0">
                        <a:solidFill>
                          <a:srgbClr val="002060"/>
                        </a:solidFill>
                        <a:latin typeface="Cambria Math" panose="02040503050406030204" pitchFamily="18" charset="0"/>
                      </a:rPr>
                      <m:t>P</m:t>
                    </m:r>
                    <m:r>
                      <a:rPr lang="en-IN" sz="2800" b="0" i="0" smtClean="0">
                        <a:solidFill>
                          <a:srgbClr val="002060"/>
                        </a:solidFill>
                        <a:latin typeface="Cambria Math" panose="02040503050406030204" pitchFamily="18" charset="0"/>
                      </a:rPr>
                      <m:t>=0.45</m:t>
                    </m:r>
                  </m:oMath>
                </a14:m>
                <a:r>
                  <a:rPr lang="en-US" sz="2800" dirty="0">
                    <a:solidFill>
                      <a:srgbClr val="002060"/>
                    </a:solidFill>
                  </a:rPr>
                  <a:t>  </a:t>
                </a:r>
              </a:p>
            </p:txBody>
          </p:sp>
        </mc:Choice>
        <mc:Fallback xmlns="">
          <p:sp>
            <p:nvSpPr>
              <p:cNvPr id="9" name="Rectangle 8">
                <a:extLst>
                  <a:ext uri="{FF2B5EF4-FFF2-40B4-BE49-F238E27FC236}">
                    <a16:creationId xmlns:a16="http://schemas.microsoft.com/office/drawing/2014/main" id="{1DB1F2D8-4182-B7CB-6CEE-FA710AF54CD5}"/>
                  </a:ext>
                </a:extLst>
              </p:cNvPr>
              <p:cNvSpPr>
                <a:spLocks noRot="1" noChangeAspect="1" noMove="1" noResize="1" noEditPoints="1" noAdjustHandles="1" noChangeArrowheads="1" noChangeShapeType="1" noTextEdit="1"/>
              </p:cNvSpPr>
              <p:nvPr/>
            </p:nvSpPr>
            <p:spPr>
              <a:xfrm>
                <a:off x="897426" y="1024620"/>
                <a:ext cx="1636295"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AE93514B-7BCA-A15A-9021-6D1CCBE0E061}"/>
                  </a:ext>
                </a:extLst>
              </p:cNvPr>
              <p:cNvSpPr/>
              <p:nvPr/>
            </p:nvSpPr>
            <p:spPr>
              <a:xfrm>
                <a:off x="123912" y="1661814"/>
                <a:ext cx="797582" cy="523220"/>
              </a:xfrm>
              <a:prstGeom prst="rect">
                <a:avLst/>
              </a:prstGeom>
            </p:spPr>
            <p:txBody>
              <a:bodyPr wrap="square">
                <a:spAutoFit/>
              </a:bodyPr>
              <a:lstStyle/>
              <a:p>
                <a:pPr lvl="0"/>
                <a14:m>
                  <m:oMath xmlns:m="http://schemas.openxmlformats.org/officeDocument/2006/math">
                    <m:sSub>
                      <m:sSubPr>
                        <m:ctrlPr>
                          <a:rPr lang="en-US" sz="2800" b="1" i="1" smtClean="0">
                            <a:solidFill>
                              <a:srgbClr val="002060"/>
                            </a:solidFill>
                            <a:latin typeface="Cambria Math" panose="02040503050406030204" pitchFamily="18" charset="0"/>
                          </a:rPr>
                        </m:ctrlPr>
                      </m:sSubPr>
                      <m:e>
                        <m:r>
                          <a:rPr lang="en-IN" sz="2800" b="1" i="0" smtClean="0">
                            <a:solidFill>
                              <a:srgbClr val="002060"/>
                            </a:solidFill>
                            <a:latin typeface="Cambria Math" panose="02040503050406030204" pitchFamily="18" charset="0"/>
                          </a:rPr>
                          <m:t>𝐇</m:t>
                        </m:r>
                      </m:e>
                      <m:sub>
                        <m:r>
                          <a:rPr lang="en-IN" sz="2800" b="1" i="0" smtClean="0">
                            <a:solidFill>
                              <a:srgbClr val="002060"/>
                            </a:solidFill>
                            <a:latin typeface="Cambria Math" panose="02040503050406030204" pitchFamily="18" charset="0"/>
                          </a:rPr>
                          <m:t>𝟏</m:t>
                        </m:r>
                      </m:sub>
                    </m:sSub>
                    <m:r>
                      <a:rPr lang="en-IN" sz="2800" b="0" i="0" smtClean="0">
                        <a:solidFill>
                          <a:srgbClr val="002060"/>
                        </a:solidFill>
                        <a:latin typeface="Cambria Math" panose="02040503050406030204" pitchFamily="18" charset="0"/>
                      </a:rPr>
                      <m:t> :</m:t>
                    </m:r>
                  </m:oMath>
                </a14:m>
                <a:r>
                  <a:rPr lang="en-US" sz="2800" dirty="0">
                    <a:solidFill>
                      <a:srgbClr val="002060"/>
                    </a:solidFill>
                  </a:rPr>
                  <a:t>  </a:t>
                </a:r>
              </a:p>
            </p:txBody>
          </p:sp>
        </mc:Choice>
        <mc:Fallback xmlns="">
          <p:sp>
            <p:nvSpPr>
              <p:cNvPr id="10" name="Rectangle 9">
                <a:extLst>
                  <a:ext uri="{FF2B5EF4-FFF2-40B4-BE49-F238E27FC236}">
                    <a16:creationId xmlns:a16="http://schemas.microsoft.com/office/drawing/2014/main" id="{AE93514B-7BCA-A15A-9021-6D1CCBE0E061}"/>
                  </a:ext>
                </a:extLst>
              </p:cNvPr>
              <p:cNvSpPr>
                <a:spLocks noRot="1" noChangeAspect="1" noMove="1" noResize="1" noEditPoints="1" noAdjustHandles="1" noChangeArrowheads="1" noChangeShapeType="1" noTextEdit="1"/>
              </p:cNvSpPr>
              <p:nvPr/>
            </p:nvSpPr>
            <p:spPr>
              <a:xfrm>
                <a:off x="123912" y="1661814"/>
                <a:ext cx="797582"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CE65525A-4AD8-9E3D-4520-41D8294EF07E}"/>
                  </a:ext>
                </a:extLst>
              </p:cNvPr>
              <p:cNvSpPr/>
              <p:nvPr/>
            </p:nvSpPr>
            <p:spPr>
              <a:xfrm>
                <a:off x="909460" y="1685577"/>
                <a:ext cx="1636295" cy="523220"/>
              </a:xfrm>
              <a:prstGeom prst="rect">
                <a:avLst/>
              </a:prstGeom>
            </p:spPr>
            <p:txBody>
              <a:bodyPr wrap="square">
                <a:spAutoFit/>
              </a:bodyPr>
              <a:lstStyle/>
              <a:p>
                <a:pPr lvl="0"/>
                <a14:m>
                  <m:oMath xmlns:m="http://schemas.openxmlformats.org/officeDocument/2006/math">
                    <m:r>
                      <m:rPr>
                        <m:sty m:val="p"/>
                      </m:rPr>
                      <a:rPr lang="en-IN" sz="2800" b="0" i="0" smtClean="0">
                        <a:solidFill>
                          <a:srgbClr val="002060"/>
                        </a:solidFill>
                        <a:latin typeface="Cambria Math" panose="02040503050406030204" pitchFamily="18" charset="0"/>
                      </a:rPr>
                      <m:t>P</m:t>
                    </m:r>
                    <m:r>
                      <a:rPr lang="en-IN" sz="2800" b="0" i="1" smtClean="0">
                        <a:solidFill>
                          <a:srgbClr val="002060"/>
                        </a:solidFill>
                        <a:latin typeface="Cambria Math" panose="02040503050406030204" pitchFamily="18" charset="0"/>
                        <a:ea typeface="Cambria Math" panose="02040503050406030204" pitchFamily="18" charset="0"/>
                      </a:rPr>
                      <m:t>≠</m:t>
                    </m:r>
                    <m:r>
                      <a:rPr lang="en-IN" sz="2800" b="0" i="0" smtClean="0">
                        <a:solidFill>
                          <a:srgbClr val="002060"/>
                        </a:solidFill>
                        <a:latin typeface="Cambria Math" panose="02040503050406030204" pitchFamily="18" charset="0"/>
                      </a:rPr>
                      <m:t>0.45</m:t>
                    </m:r>
                  </m:oMath>
                </a14:m>
                <a:r>
                  <a:rPr lang="en-US" sz="2800" dirty="0">
                    <a:solidFill>
                      <a:srgbClr val="002060"/>
                    </a:solidFill>
                  </a:rPr>
                  <a:t>  </a:t>
                </a:r>
              </a:p>
            </p:txBody>
          </p:sp>
        </mc:Choice>
        <mc:Fallback xmlns="">
          <p:sp>
            <p:nvSpPr>
              <p:cNvPr id="11" name="Rectangle 10">
                <a:extLst>
                  <a:ext uri="{FF2B5EF4-FFF2-40B4-BE49-F238E27FC236}">
                    <a16:creationId xmlns:a16="http://schemas.microsoft.com/office/drawing/2014/main" id="{CE65525A-4AD8-9E3D-4520-41D8294EF07E}"/>
                  </a:ext>
                </a:extLst>
              </p:cNvPr>
              <p:cNvSpPr>
                <a:spLocks noRot="1" noChangeAspect="1" noMove="1" noResize="1" noEditPoints="1" noAdjustHandles="1" noChangeArrowheads="1" noChangeShapeType="1" noTextEdit="1"/>
              </p:cNvSpPr>
              <p:nvPr/>
            </p:nvSpPr>
            <p:spPr>
              <a:xfrm>
                <a:off x="909460" y="1685577"/>
                <a:ext cx="1636295"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9DBB8ED5-14A4-09BE-3AA1-B33FE235CC43}"/>
                  </a:ext>
                </a:extLst>
              </p:cNvPr>
              <p:cNvSpPr/>
              <p:nvPr/>
            </p:nvSpPr>
            <p:spPr>
              <a:xfrm>
                <a:off x="146771" y="2317172"/>
                <a:ext cx="2386949" cy="523220"/>
              </a:xfrm>
              <a:prstGeom prst="rect">
                <a:avLst/>
              </a:prstGeom>
            </p:spPr>
            <p:txBody>
              <a:bodyPr wrap="square">
                <a:spAutoFit/>
              </a:bodyPr>
              <a:lstStyle/>
              <a:p>
                <a:pPr lvl="0"/>
                <a14:m>
                  <m:oMath xmlns:m="http://schemas.openxmlformats.org/officeDocument/2006/math">
                    <m:r>
                      <a:rPr lang="en-IN" sz="2800" b="1" i="0" smtClean="0">
                        <a:solidFill>
                          <a:srgbClr val="002060"/>
                        </a:solidFill>
                        <a:latin typeface="Cambria Math" panose="02040503050406030204" pitchFamily="18" charset="0"/>
                      </a:rPr>
                      <m:t>𝐋</m:t>
                    </m:r>
                    <m:r>
                      <a:rPr lang="en-IN" sz="2800" b="1" i="0" smtClean="0">
                        <a:solidFill>
                          <a:srgbClr val="002060"/>
                        </a:solidFill>
                        <a:latin typeface="Cambria Math" panose="02040503050406030204" pitchFamily="18" charset="0"/>
                      </a:rPr>
                      <m:t>.</m:t>
                    </m:r>
                    <m:r>
                      <a:rPr lang="en-IN" sz="2800" b="1" i="0" smtClean="0">
                        <a:solidFill>
                          <a:srgbClr val="002060"/>
                        </a:solidFill>
                        <a:latin typeface="Cambria Math" panose="02040503050406030204" pitchFamily="18" charset="0"/>
                      </a:rPr>
                      <m:t>𝐎</m:t>
                    </m:r>
                    <m:r>
                      <a:rPr lang="en-IN" sz="2800" b="1" i="0" smtClean="0">
                        <a:solidFill>
                          <a:srgbClr val="002060"/>
                        </a:solidFill>
                        <a:latin typeface="Cambria Math" panose="02040503050406030204" pitchFamily="18" charset="0"/>
                      </a:rPr>
                      <m:t>.</m:t>
                    </m:r>
                    <m:r>
                      <a:rPr lang="en-IN" sz="2800" b="1" i="0" smtClean="0">
                        <a:solidFill>
                          <a:srgbClr val="002060"/>
                        </a:solidFill>
                        <a:latin typeface="Cambria Math" panose="02040503050406030204" pitchFamily="18" charset="0"/>
                      </a:rPr>
                      <m:t>𝐒</m:t>
                    </m:r>
                    <m:r>
                      <a:rPr lang="en-IN" sz="2800" b="0" i="0" smtClean="0">
                        <a:solidFill>
                          <a:srgbClr val="002060"/>
                        </a:solidFill>
                        <a:latin typeface="Cambria Math" panose="02040503050406030204" pitchFamily="18" charset="0"/>
                      </a:rPr>
                      <m:t> =5%</m:t>
                    </m:r>
                  </m:oMath>
                </a14:m>
                <a:r>
                  <a:rPr lang="en-US" sz="2800" dirty="0">
                    <a:solidFill>
                      <a:srgbClr val="002060"/>
                    </a:solidFill>
                  </a:rPr>
                  <a:t>  </a:t>
                </a:r>
              </a:p>
            </p:txBody>
          </p:sp>
        </mc:Choice>
        <mc:Fallback xmlns="">
          <p:sp>
            <p:nvSpPr>
              <p:cNvPr id="12" name="Rectangle 11">
                <a:extLst>
                  <a:ext uri="{FF2B5EF4-FFF2-40B4-BE49-F238E27FC236}">
                    <a16:creationId xmlns:a16="http://schemas.microsoft.com/office/drawing/2014/main" id="{9DBB8ED5-14A4-09BE-3AA1-B33FE235CC43}"/>
                  </a:ext>
                </a:extLst>
              </p:cNvPr>
              <p:cNvSpPr>
                <a:spLocks noRot="1" noChangeAspect="1" noMove="1" noResize="1" noEditPoints="1" noAdjustHandles="1" noChangeArrowheads="1" noChangeShapeType="1" noTextEdit="1"/>
              </p:cNvSpPr>
              <p:nvPr/>
            </p:nvSpPr>
            <p:spPr>
              <a:xfrm>
                <a:off x="146771" y="2317172"/>
                <a:ext cx="2386949" cy="523220"/>
              </a:xfrm>
              <a:prstGeom prst="rect">
                <a:avLst/>
              </a:prstGeom>
              <a:blipFill>
                <a:blip r:embed="rId7"/>
                <a:stretch>
                  <a:fillRect/>
                </a:stretch>
              </a:blipFill>
            </p:spPr>
            <p:txBody>
              <a:bodyPr/>
              <a:lstStyle/>
              <a:p>
                <a:r>
                  <a:rPr lang="en-IN">
                    <a:noFill/>
                  </a:rPr>
                  <a:t> </a:t>
                </a:r>
              </a:p>
            </p:txBody>
          </p:sp>
        </mc:Fallback>
      </mc:AlternateContent>
      <p:sp>
        <p:nvSpPr>
          <p:cNvPr id="13" name="Rectangle 12">
            <a:extLst>
              <a:ext uri="{FF2B5EF4-FFF2-40B4-BE49-F238E27FC236}">
                <a16:creationId xmlns:a16="http://schemas.microsoft.com/office/drawing/2014/main" id="{E640A8FD-3AFB-38D0-4D91-4784DF07780D}"/>
              </a:ext>
            </a:extLst>
          </p:cNvPr>
          <p:cNvSpPr/>
          <p:nvPr/>
        </p:nvSpPr>
        <p:spPr>
          <a:xfrm>
            <a:off x="152658" y="2943864"/>
            <a:ext cx="1047491" cy="523220"/>
          </a:xfrm>
          <a:prstGeom prst="rect">
            <a:avLst/>
          </a:prstGeom>
        </p:spPr>
        <p:txBody>
          <a:bodyPr wrap="square">
            <a:spAutoFit/>
          </a:bodyPr>
          <a:lstStyle/>
          <a:p>
            <a:pPr lvl="0"/>
            <a:r>
              <a:rPr lang="en-US" sz="2800" b="1" dirty="0">
                <a:solidFill>
                  <a:srgbClr val="002060"/>
                </a:solidFill>
              </a:rPr>
              <a:t>Test</a:t>
            </a:r>
            <a:r>
              <a:rPr lang="en-US" sz="2800" dirty="0">
                <a:solidFill>
                  <a:srgbClr val="002060"/>
                </a:solidFill>
              </a:rPr>
              <a:t> </a:t>
            </a:r>
            <a:r>
              <a:rPr lang="en-US" sz="2800" b="1" dirty="0">
                <a:solidFill>
                  <a:srgbClr val="002060"/>
                </a:solidFill>
              </a:rPr>
              <a:t>:</a:t>
            </a:r>
            <a:r>
              <a:rPr lang="en-US" sz="2800" u="sng" dirty="0">
                <a:solidFill>
                  <a:srgbClr val="002060"/>
                </a:solidFill>
              </a:rPr>
              <a:t>  </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DE164396-D4AF-C5F4-38C0-947703060D12}"/>
                  </a:ext>
                </a:extLst>
              </p:cNvPr>
              <p:cNvSpPr txBox="1"/>
              <p:nvPr/>
            </p:nvSpPr>
            <p:spPr>
              <a:xfrm>
                <a:off x="154486" y="3521973"/>
                <a:ext cx="2435224" cy="143488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b="1" smtClean="0">
                          <a:solidFill>
                            <a:srgbClr val="002060"/>
                          </a:solidFill>
                          <a:latin typeface="Cambria Math" panose="02040503050406030204" pitchFamily="18" charset="0"/>
                        </a:rPr>
                        <m:t>𝐙</m:t>
                      </m:r>
                      <m:r>
                        <a:rPr lang="en-IN" sz="2800" b="0" i="0">
                          <a:solidFill>
                            <a:srgbClr val="002060"/>
                          </a:solidFill>
                          <a:latin typeface="Cambria Math" panose="02040503050406030204" pitchFamily="18" charset="0"/>
                        </a:rPr>
                        <m:t>=</m:t>
                      </m:r>
                      <m:f>
                        <m:fPr>
                          <m:ctrlPr>
                            <a:rPr lang="en-IN" sz="2800" b="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m:t>
                          </m:r>
                          <m:r>
                            <a:rPr lang="en-IN" sz="2800" b="1" i="0">
                              <a:solidFill>
                                <a:srgbClr val="002060"/>
                              </a:solidFill>
                              <a:latin typeface="Cambria Math" panose="02040503050406030204" pitchFamily="18" charset="0"/>
                            </a:rPr>
                            <m:t>𝐩</m:t>
                          </m:r>
                          <m:r>
                            <a:rPr lang="en-IN" sz="2800" b="0" i="0">
                              <a:solidFill>
                                <a:srgbClr val="002060"/>
                              </a:solidFill>
                              <a:latin typeface="Cambria Math" panose="02040503050406030204" pitchFamily="18" charset="0"/>
                            </a:rPr>
                            <m:t>−</m:t>
                          </m:r>
                          <m:r>
                            <a:rPr lang="en-IN" sz="2800" b="1" i="0">
                              <a:solidFill>
                                <a:srgbClr val="002060"/>
                              </a:solidFill>
                              <a:latin typeface="Cambria Math" panose="02040503050406030204" pitchFamily="18" charset="0"/>
                            </a:rPr>
                            <m:t>𝐏</m:t>
                          </m:r>
                          <m:r>
                            <a:rPr lang="en-IN" sz="2800" b="0" i="0">
                              <a:solidFill>
                                <a:srgbClr val="002060"/>
                              </a:solidFill>
                              <a:latin typeface="Cambria Math" panose="02040503050406030204" pitchFamily="18" charset="0"/>
                            </a:rPr>
                            <m:t> </m:t>
                          </m:r>
                        </m:num>
                        <m:den>
                          <m:r>
                            <a:rPr lang="en-IN" sz="2800" b="0" i="0">
                              <a:solidFill>
                                <a:srgbClr val="002060"/>
                              </a:solidFill>
                              <a:latin typeface="Cambria Math" panose="02040503050406030204" pitchFamily="18" charset="0"/>
                            </a:rPr>
                            <m:t>  </m:t>
                          </m:r>
                          <m:rad>
                            <m:radPr>
                              <m:degHide m:val="on"/>
                              <m:ctrlPr>
                                <a:rPr lang="en-IN" sz="2800" b="0" i="1">
                                  <a:solidFill>
                                    <a:srgbClr val="002060"/>
                                  </a:solidFill>
                                  <a:latin typeface="Cambria Math" panose="02040503050406030204" pitchFamily="18" charset="0"/>
                                </a:rPr>
                              </m:ctrlPr>
                            </m:radPr>
                            <m:deg/>
                            <m:e>
                              <m:f>
                                <m:fPr>
                                  <m:ctrlPr>
                                    <a:rPr lang="en-IN" sz="2800" b="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m:t>
                                  </m:r>
                                  <m:r>
                                    <a:rPr lang="en-IN" sz="2800" b="1" i="0">
                                      <a:solidFill>
                                        <a:srgbClr val="002060"/>
                                      </a:solidFill>
                                      <a:latin typeface="Cambria Math" panose="02040503050406030204" pitchFamily="18" charset="0"/>
                                    </a:rPr>
                                    <m:t>𝐏</m:t>
                                  </m:r>
                                  <m:r>
                                    <a:rPr lang="en-IN" sz="2800" b="0" i="0">
                                      <a:solidFill>
                                        <a:srgbClr val="002060"/>
                                      </a:solidFill>
                                      <a:latin typeface="Cambria Math" panose="02040503050406030204" pitchFamily="18" charset="0"/>
                                    </a:rPr>
                                    <m:t> </m:t>
                                  </m:r>
                                  <m:r>
                                    <a:rPr lang="en-IN" sz="2800" b="1" i="0">
                                      <a:solidFill>
                                        <a:srgbClr val="002060"/>
                                      </a:solidFill>
                                      <a:latin typeface="Cambria Math" panose="02040503050406030204" pitchFamily="18" charset="0"/>
                                    </a:rPr>
                                    <m:t>𝐐</m:t>
                                  </m:r>
                                  <m:r>
                                    <a:rPr lang="en-IN" sz="2800" b="0" i="0">
                                      <a:solidFill>
                                        <a:srgbClr val="002060"/>
                                      </a:solidFill>
                                      <a:latin typeface="Cambria Math" panose="02040503050406030204" pitchFamily="18" charset="0"/>
                                    </a:rPr>
                                    <m:t> </m:t>
                                  </m:r>
                                </m:num>
                                <m:den>
                                  <m:r>
                                    <a:rPr lang="en-IN" sz="2800" b="0" i="0">
                                      <a:solidFill>
                                        <a:srgbClr val="002060"/>
                                      </a:solidFill>
                                      <a:latin typeface="Cambria Math" panose="02040503050406030204" pitchFamily="18" charset="0"/>
                                    </a:rPr>
                                    <m:t> </m:t>
                                  </m:r>
                                  <m:r>
                                    <a:rPr lang="en-IN" sz="2800" b="1" i="0">
                                      <a:solidFill>
                                        <a:srgbClr val="002060"/>
                                      </a:solidFill>
                                      <a:latin typeface="Cambria Math" panose="02040503050406030204" pitchFamily="18" charset="0"/>
                                    </a:rPr>
                                    <m:t>𝐧</m:t>
                                  </m:r>
                                  <m:r>
                                    <a:rPr lang="en-IN" sz="2800" b="0" i="0">
                                      <a:solidFill>
                                        <a:srgbClr val="002060"/>
                                      </a:solidFill>
                                      <a:latin typeface="Cambria Math" panose="02040503050406030204" pitchFamily="18" charset="0"/>
                                    </a:rPr>
                                    <m:t> </m:t>
                                  </m:r>
                                </m:den>
                              </m:f>
                              <m:r>
                                <a:rPr lang="en-IN" sz="2800" b="0" i="0">
                                  <a:solidFill>
                                    <a:srgbClr val="002060"/>
                                  </a:solidFill>
                                  <a:latin typeface="Cambria Math" panose="02040503050406030204" pitchFamily="18" charset="0"/>
                                </a:rPr>
                                <m:t> </m:t>
                              </m:r>
                            </m:e>
                          </m:rad>
                          <m:r>
                            <a:rPr lang="en-IN" sz="2800" b="0" i="0">
                              <a:solidFill>
                                <a:srgbClr val="002060"/>
                              </a:solidFill>
                              <a:latin typeface="Cambria Math" panose="02040503050406030204" pitchFamily="18" charset="0"/>
                            </a:rPr>
                            <m:t>  </m:t>
                          </m:r>
                        </m:den>
                      </m:f>
                    </m:oMath>
                  </m:oMathPara>
                </a14:m>
                <a:endParaRPr lang="en-IN" sz="2800" dirty="0">
                  <a:solidFill>
                    <a:srgbClr val="002060"/>
                  </a:solidFill>
                </a:endParaRPr>
              </a:p>
            </p:txBody>
          </p:sp>
        </mc:Choice>
        <mc:Fallback xmlns="">
          <p:sp>
            <p:nvSpPr>
              <p:cNvPr id="16" name="TextBox 15">
                <a:extLst>
                  <a:ext uri="{FF2B5EF4-FFF2-40B4-BE49-F238E27FC236}">
                    <a16:creationId xmlns:a16="http://schemas.microsoft.com/office/drawing/2014/main" id="{DE164396-D4AF-C5F4-38C0-947703060D12}"/>
                  </a:ext>
                </a:extLst>
              </p:cNvPr>
              <p:cNvSpPr txBox="1">
                <a:spLocks noRot="1" noChangeAspect="1" noMove="1" noResize="1" noEditPoints="1" noAdjustHandles="1" noChangeArrowheads="1" noChangeShapeType="1" noTextEdit="1"/>
              </p:cNvSpPr>
              <p:nvPr/>
            </p:nvSpPr>
            <p:spPr>
              <a:xfrm>
                <a:off x="154486" y="3521973"/>
                <a:ext cx="2435224" cy="143488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72D90B99-D518-B4B6-41C4-1C61A3DE8ADA}"/>
                  </a:ext>
                </a:extLst>
              </p:cNvPr>
              <p:cNvSpPr txBox="1"/>
              <p:nvPr/>
            </p:nvSpPr>
            <p:spPr>
              <a:xfrm>
                <a:off x="419229" y="5115940"/>
                <a:ext cx="3503120" cy="143488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b="0" i="0">
                          <a:solidFill>
                            <a:srgbClr val="002060"/>
                          </a:solidFill>
                          <a:latin typeface="Cambria Math" panose="02040503050406030204" pitchFamily="18" charset="0"/>
                        </a:rPr>
                        <m:t>=</m:t>
                      </m:r>
                      <m:f>
                        <m:fPr>
                          <m:ctrlPr>
                            <a:rPr lang="en-IN" sz="2800" b="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m:t>
                          </m:r>
                          <m:r>
                            <a:rPr lang="en-IN" sz="2800" b="0" i="0" smtClean="0">
                              <a:solidFill>
                                <a:srgbClr val="002060"/>
                              </a:solidFill>
                              <a:latin typeface="Cambria Math" panose="02040503050406030204" pitchFamily="18" charset="0"/>
                            </a:rPr>
                            <m:t>0.4</m:t>
                          </m:r>
                          <m:r>
                            <a:rPr lang="en-IN" sz="2800" b="0" i="0">
                              <a:solidFill>
                                <a:srgbClr val="002060"/>
                              </a:solidFill>
                              <a:latin typeface="Cambria Math" panose="02040503050406030204" pitchFamily="18" charset="0"/>
                            </a:rPr>
                            <m:t>−</m:t>
                          </m:r>
                          <m:r>
                            <a:rPr lang="en-IN" sz="2800" b="0" i="0" smtClean="0">
                              <a:solidFill>
                                <a:srgbClr val="002060"/>
                              </a:solidFill>
                              <a:latin typeface="Cambria Math" panose="02040503050406030204" pitchFamily="18" charset="0"/>
                            </a:rPr>
                            <m:t>0.45</m:t>
                          </m:r>
                          <m:r>
                            <a:rPr lang="en-IN" sz="2800" b="0" i="0">
                              <a:solidFill>
                                <a:srgbClr val="002060"/>
                              </a:solidFill>
                              <a:latin typeface="Cambria Math" panose="02040503050406030204" pitchFamily="18" charset="0"/>
                            </a:rPr>
                            <m:t> </m:t>
                          </m:r>
                        </m:num>
                        <m:den>
                          <m:r>
                            <a:rPr lang="en-IN" sz="2800" b="0" i="0">
                              <a:solidFill>
                                <a:srgbClr val="002060"/>
                              </a:solidFill>
                              <a:latin typeface="Cambria Math" panose="02040503050406030204" pitchFamily="18" charset="0"/>
                            </a:rPr>
                            <m:t>  </m:t>
                          </m:r>
                          <m:rad>
                            <m:radPr>
                              <m:degHide m:val="on"/>
                              <m:ctrlPr>
                                <a:rPr lang="en-IN" sz="2800" b="0" i="1">
                                  <a:solidFill>
                                    <a:srgbClr val="002060"/>
                                  </a:solidFill>
                                  <a:latin typeface="Cambria Math" panose="02040503050406030204" pitchFamily="18" charset="0"/>
                                </a:rPr>
                              </m:ctrlPr>
                            </m:radPr>
                            <m:deg/>
                            <m:e>
                              <m:f>
                                <m:fPr>
                                  <m:ctrlPr>
                                    <a:rPr lang="en-IN" sz="2800" b="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m:t>
                                  </m:r>
                                  <m:d>
                                    <m:dPr>
                                      <m:ctrlPr>
                                        <a:rPr lang="en-IN" sz="2800" b="0" i="1" smtClean="0">
                                          <a:solidFill>
                                            <a:srgbClr val="002060"/>
                                          </a:solidFill>
                                          <a:latin typeface="Cambria Math" panose="02040503050406030204" pitchFamily="18" charset="0"/>
                                        </a:rPr>
                                      </m:ctrlPr>
                                    </m:dPr>
                                    <m:e>
                                      <m:r>
                                        <a:rPr lang="en-IN" sz="2800" b="0" i="1" smtClean="0">
                                          <a:solidFill>
                                            <a:srgbClr val="002060"/>
                                          </a:solidFill>
                                          <a:latin typeface="Cambria Math" panose="02040503050406030204" pitchFamily="18" charset="0"/>
                                        </a:rPr>
                                        <m:t>0.45</m:t>
                                      </m:r>
                                    </m:e>
                                  </m:d>
                                  <m:d>
                                    <m:dPr>
                                      <m:ctrlPr>
                                        <a:rPr lang="en-IN" sz="2800" i="1">
                                          <a:solidFill>
                                            <a:srgbClr val="002060"/>
                                          </a:solidFill>
                                          <a:latin typeface="Cambria Math" panose="02040503050406030204" pitchFamily="18" charset="0"/>
                                        </a:rPr>
                                      </m:ctrlPr>
                                    </m:dPr>
                                    <m:e>
                                      <m:r>
                                        <a:rPr lang="en-IN" sz="2800" i="1">
                                          <a:solidFill>
                                            <a:srgbClr val="002060"/>
                                          </a:solidFill>
                                          <a:latin typeface="Cambria Math" panose="02040503050406030204" pitchFamily="18" charset="0"/>
                                        </a:rPr>
                                        <m:t>0.</m:t>
                                      </m:r>
                                      <m:r>
                                        <a:rPr lang="en-IN" sz="2800" b="0" i="1" smtClean="0">
                                          <a:solidFill>
                                            <a:srgbClr val="002060"/>
                                          </a:solidFill>
                                          <a:latin typeface="Cambria Math" panose="02040503050406030204" pitchFamily="18" charset="0"/>
                                        </a:rPr>
                                        <m:t>55</m:t>
                                      </m:r>
                                    </m:e>
                                  </m:d>
                                </m:num>
                                <m:den>
                                  <m:r>
                                    <a:rPr lang="en-IN" sz="2800" b="0" i="0">
                                      <a:solidFill>
                                        <a:srgbClr val="002060"/>
                                      </a:solidFill>
                                      <a:latin typeface="Cambria Math" panose="02040503050406030204" pitchFamily="18" charset="0"/>
                                    </a:rPr>
                                    <m:t> </m:t>
                                  </m:r>
                                  <m:r>
                                    <a:rPr lang="en-IN" sz="2800" b="0" i="0" smtClean="0">
                                      <a:solidFill>
                                        <a:srgbClr val="002060"/>
                                      </a:solidFill>
                                      <a:latin typeface="Cambria Math" panose="02040503050406030204" pitchFamily="18" charset="0"/>
                                    </a:rPr>
                                    <m:t>200</m:t>
                                  </m:r>
                                  <m:r>
                                    <a:rPr lang="en-IN" sz="2800" b="0" i="0">
                                      <a:solidFill>
                                        <a:srgbClr val="002060"/>
                                      </a:solidFill>
                                      <a:latin typeface="Cambria Math" panose="02040503050406030204" pitchFamily="18" charset="0"/>
                                    </a:rPr>
                                    <m:t> </m:t>
                                  </m:r>
                                </m:den>
                              </m:f>
                              <m:r>
                                <a:rPr lang="en-IN" sz="2800" b="0" i="0">
                                  <a:solidFill>
                                    <a:srgbClr val="002060"/>
                                  </a:solidFill>
                                  <a:latin typeface="Cambria Math" panose="02040503050406030204" pitchFamily="18" charset="0"/>
                                </a:rPr>
                                <m:t> </m:t>
                              </m:r>
                            </m:e>
                          </m:rad>
                          <m:r>
                            <a:rPr lang="en-IN" sz="2800" b="0" i="0">
                              <a:solidFill>
                                <a:srgbClr val="002060"/>
                              </a:solidFill>
                              <a:latin typeface="Cambria Math" panose="02040503050406030204" pitchFamily="18" charset="0"/>
                            </a:rPr>
                            <m:t>  </m:t>
                          </m:r>
                        </m:den>
                      </m:f>
                    </m:oMath>
                  </m:oMathPara>
                </a14:m>
                <a:endParaRPr lang="en-IN" sz="2800" dirty="0">
                  <a:solidFill>
                    <a:srgbClr val="002060"/>
                  </a:solidFill>
                </a:endParaRPr>
              </a:p>
            </p:txBody>
          </p:sp>
        </mc:Choice>
        <mc:Fallback xmlns="">
          <p:sp>
            <p:nvSpPr>
              <p:cNvPr id="17" name="TextBox 16">
                <a:extLst>
                  <a:ext uri="{FF2B5EF4-FFF2-40B4-BE49-F238E27FC236}">
                    <a16:creationId xmlns:a16="http://schemas.microsoft.com/office/drawing/2014/main" id="{72D90B99-D518-B4B6-41C4-1C61A3DE8ADA}"/>
                  </a:ext>
                </a:extLst>
              </p:cNvPr>
              <p:cNvSpPr txBox="1">
                <a:spLocks noRot="1" noChangeAspect="1" noMove="1" noResize="1" noEditPoints="1" noAdjustHandles="1" noChangeArrowheads="1" noChangeShapeType="1" noTextEdit="1"/>
              </p:cNvSpPr>
              <p:nvPr/>
            </p:nvSpPr>
            <p:spPr>
              <a:xfrm>
                <a:off x="419229" y="5115940"/>
                <a:ext cx="3503120" cy="143488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22F47C75-33C0-A77B-7148-BDC7350AD453}"/>
                  </a:ext>
                </a:extLst>
              </p:cNvPr>
              <p:cNvSpPr/>
              <p:nvPr/>
            </p:nvSpPr>
            <p:spPr>
              <a:xfrm>
                <a:off x="3784658" y="5333020"/>
                <a:ext cx="1816039" cy="523220"/>
              </a:xfrm>
              <a:prstGeom prst="rect">
                <a:avLst/>
              </a:prstGeom>
            </p:spPr>
            <p:txBody>
              <a:bodyPr wrap="square">
                <a:spAutoFit/>
              </a:bodyPr>
              <a:lstStyle/>
              <a:p>
                <a:pPr lvl="0"/>
                <a14:m>
                  <m:oMath xmlns:m="http://schemas.openxmlformats.org/officeDocument/2006/math">
                    <m:r>
                      <a:rPr lang="en-IN" sz="2800" b="0" i="0" smtClean="0">
                        <a:solidFill>
                          <a:srgbClr val="002060"/>
                        </a:solidFill>
                        <a:latin typeface="Cambria Math" panose="02040503050406030204" pitchFamily="18" charset="0"/>
                      </a:rPr>
                      <m:t>=−1.42</m:t>
                    </m:r>
                  </m:oMath>
                </a14:m>
                <a:r>
                  <a:rPr lang="en-US" sz="2800" dirty="0">
                    <a:solidFill>
                      <a:srgbClr val="002060"/>
                    </a:solidFill>
                  </a:rPr>
                  <a:t>  </a:t>
                </a:r>
              </a:p>
            </p:txBody>
          </p:sp>
        </mc:Choice>
        <mc:Fallback xmlns="">
          <p:sp>
            <p:nvSpPr>
              <p:cNvPr id="18" name="Rectangle 17">
                <a:extLst>
                  <a:ext uri="{FF2B5EF4-FFF2-40B4-BE49-F238E27FC236}">
                    <a16:creationId xmlns:a16="http://schemas.microsoft.com/office/drawing/2014/main" id="{22F47C75-33C0-A77B-7148-BDC7350AD453}"/>
                  </a:ext>
                </a:extLst>
              </p:cNvPr>
              <p:cNvSpPr>
                <a:spLocks noRot="1" noChangeAspect="1" noMove="1" noResize="1" noEditPoints="1" noAdjustHandles="1" noChangeArrowheads="1" noChangeShapeType="1" noTextEdit="1"/>
              </p:cNvSpPr>
              <p:nvPr/>
            </p:nvSpPr>
            <p:spPr>
              <a:xfrm>
                <a:off x="3784658" y="5333020"/>
                <a:ext cx="1816039" cy="523220"/>
              </a:xfrm>
              <a:prstGeom prst="rect">
                <a:avLst/>
              </a:prstGeom>
              <a:blipFill>
                <a:blip r:embed="rId10"/>
                <a:stretch>
                  <a:fillRect/>
                </a:stretch>
              </a:blipFill>
            </p:spPr>
            <p:txBody>
              <a:bodyPr/>
              <a:lstStyle/>
              <a:p>
                <a:r>
                  <a:rPr lang="en-IN">
                    <a:noFill/>
                  </a:rPr>
                  <a:t> </a:t>
                </a:r>
              </a:p>
            </p:txBody>
          </p:sp>
        </mc:Fallback>
      </mc:AlternateContent>
      <p:sp>
        <p:nvSpPr>
          <p:cNvPr id="19" name="Rectangle 18">
            <a:extLst>
              <a:ext uri="{FF2B5EF4-FFF2-40B4-BE49-F238E27FC236}">
                <a16:creationId xmlns:a16="http://schemas.microsoft.com/office/drawing/2014/main" id="{64FAA7FC-06B7-C319-0859-7F72F2B92849}"/>
              </a:ext>
            </a:extLst>
          </p:cNvPr>
          <p:cNvSpPr/>
          <p:nvPr/>
        </p:nvSpPr>
        <p:spPr>
          <a:xfrm>
            <a:off x="6131421" y="1000857"/>
            <a:ext cx="2532181" cy="523220"/>
          </a:xfrm>
          <a:prstGeom prst="rect">
            <a:avLst/>
          </a:prstGeom>
        </p:spPr>
        <p:txBody>
          <a:bodyPr wrap="square">
            <a:spAutoFit/>
          </a:bodyPr>
          <a:lstStyle/>
          <a:p>
            <a:pPr lvl="0"/>
            <a:r>
              <a:rPr lang="en-US" sz="2800" b="1" dirty="0">
                <a:solidFill>
                  <a:srgbClr val="002060"/>
                </a:solidFill>
              </a:rPr>
              <a:t>Critical Region : </a:t>
            </a:r>
            <a:r>
              <a:rPr lang="en-US" sz="2800" u="sng" dirty="0">
                <a:solidFill>
                  <a:srgbClr val="002060"/>
                </a:solidFill>
              </a:rPr>
              <a:t> </a:t>
            </a: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1434B525-CD75-FA40-BB94-2B9E8A455A4C}"/>
                  </a:ext>
                </a:extLst>
              </p:cNvPr>
              <p:cNvSpPr txBox="1"/>
              <p:nvPr/>
            </p:nvSpPr>
            <p:spPr>
              <a:xfrm>
                <a:off x="8297844" y="1002226"/>
                <a:ext cx="2697479"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IN" sz="2800" i="1" smtClean="0">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US" sz="2800">
                                  <a:solidFill>
                                    <a:srgbClr val="002060"/>
                                  </a:solidFill>
                                  <a:latin typeface="Cambria Math" panose="02040503050406030204" pitchFamily="18" charset="0"/>
                                </a:rPr>
                                <m:t>Z</m:t>
                              </m:r>
                            </m:e>
                            <m:sub>
                              <m:r>
                                <a:rPr lang="en-US" sz="2800">
                                  <a:solidFill>
                                    <a:srgbClr val="002060"/>
                                  </a:solidFill>
                                  <a:latin typeface="Cambria Math" panose="02040503050406030204" pitchFamily="18" charset="0"/>
                                </a:rPr>
                                <m:t>0.05</m:t>
                              </m:r>
                            </m:sub>
                          </m:sSub>
                          <m:r>
                            <a:rPr lang="en-US" sz="2800" i="1">
                              <a:solidFill>
                                <a:srgbClr val="002060"/>
                              </a:solidFill>
                              <a:latin typeface="Cambria Math" panose="02040503050406030204" pitchFamily="18" charset="0"/>
                            </a:rPr>
                            <m:t> </m:t>
                          </m:r>
                        </m:e>
                      </m:d>
                      <m:r>
                        <a:rPr lang="en-US" sz="2800">
                          <a:solidFill>
                            <a:srgbClr val="002060"/>
                          </a:solidFill>
                          <a:latin typeface="Cambria Math" panose="02040503050406030204" pitchFamily="18" charset="0"/>
                        </a:rPr>
                        <m:t>=1.96</m:t>
                      </m:r>
                    </m:oMath>
                  </m:oMathPara>
                </a14:m>
                <a:endParaRPr lang="en-IN" sz="2800" dirty="0">
                  <a:solidFill>
                    <a:srgbClr val="002060"/>
                  </a:solidFill>
                </a:endParaRPr>
              </a:p>
            </p:txBody>
          </p:sp>
        </mc:Choice>
        <mc:Fallback xmlns="">
          <p:sp>
            <p:nvSpPr>
              <p:cNvPr id="21" name="TextBox 20">
                <a:extLst>
                  <a:ext uri="{FF2B5EF4-FFF2-40B4-BE49-F238E27FC236}">
                    <a16:creationId xmlns:a16="http://schemas.microsoft.com/office/drawing/2014/main" id="{1434B525-CD75-FA40-BB94-2B9E8A455A4C}"/>
                  </a:ext>
                </a:extLst>
              </p:cNvPr>
              <p:cNvSpPr txBox="1">
                <a:spLocks noRot="1" noChangeAspect="1" noMove="1" noResize="1" noEditPoints="1" noAdjustHandles="1" noChangeArrowheads="1" noChangeShapeType="1" noTextEdit="1"/>
              </p:cNvSpPr>
              <p:nvPr/>
            </p:nvSpPr>
            <p:spPr>
              <a:xfrm>
                <a:off x="8297844" y="1002226"/>
                <a:ext cx="2697479" cy="523220"/>
              </a:xfrm>
              <a:prstGeom prst="rect">
                <a:avLst/>
              </a:prstGeom>
              <a:blipFill>
                <a:blip r:embed="rId11"/>
                <a:stretch>
                  <a:fillRect/>
                </a:stretch>
              </a:blipFill>
            </p:spPr>
            <p:txBody>
              <a:bodyPr/>
              <a:lstStyle/>
              <a:p>
                <a:r>
                  <a:rPr lang="en-IN">
                    <a:noFill/>
                  </a:rPr>
                  <a:t> </a:t>
                </a:r>
              </a:p>
            </p:txBody>
          </p:sp>
        </mc:Fallback>
      </mc:AlternateContent>
      <p:sp>
        <p:nvSpPr>
          <p:cNvPr id="22" name="Rectangle 21">
            <a:extLst>
              <a:ext uri="{FF2B5EF4-FFF2-40B4-BE49-F238E27FC236}">
                <a16:creationId xmlns:a16="http://schemas.microsoft.com/office/drawing/2014/main" id="{B657CCB7-9C5A-03D2-133C-7B47BED73648}"/>
              </a:ext>
            </a:extLst>
          </p:cNvPr>
          <p:cNvSpPr/>
          <p:nvPr/>
        </p:nvSpPr>
        <p:spPr>
          <a:xfrm>
            <a:off x="2773889" y="1685577"/>
            <a:ext cx="2532181" cy="523220"/>
          </a:xfrm>
          <a:prstGeom prst="rect">
            <a:avLst/>
          </a:prstGeom>
        </p:spPr>
        <p:txBody>
          <a:bodyPr wrap="square">
            <a:spAutoFit/>
          </a:bodyPr>
          <a:lstStyle/>
          <a:p>
            <a:pPr lvl="0"/>
            <a:r>
              <a:rPr lang="en-US" sz="2800" dirty="0">
                <a:solidFill>
                  <a:srgbClr val="002060"/>
                </a:solidFill>
              </a:rPr>
              <a:t>(Two tailed test)</a:t>
            </a:r>
            <a:r>
              <a:rPr lang="en-US" sz="2800" u="sng" dirty="0">
                <a:solidFill>
                  <a:srgbClr val="002060"/>
                </a:solidFill>
              </a:rPr>
              <a:t>  </a:t>
            </a:r>
          </a:p>
        </p:txBody>
      </p:sp>
      <p:sp>
        <p:nvSpPr>
          <p:cNvPr id="23" name="Rectangle 22">
            <a:extLst>
              <a:ext uri="{FF2B5EF4-FFF2-40B4-BE49-F238E27FC236}">
                <a16:creationId xmlns:a16="http://schemas.microsoft.com/office/drawing/2014/main" id="{7E12F77B-F253-4E76-024B-C6ABD52571AB}"/>
              </a:ext>
            </a:extLst>
          </p:cNvPr>
          <p:cNvSpPr/>
          <p:nvPr/>
        </p:nvSpPr>
        <p:spPr>
          <a:xfrm>
            <a:off x="6107431" y="1685577"/>
            <a:ext cx="1973580" cy="523220"/>
          </a:xfrm>
          <a:prstGeom prst="rect">
            <a:avLst/>
          </a:prstGeom>
        </p:spPr>
        <p:txBody>
          <a:bodyPr wrap="square">
            <a:spAutoFit/>
          </a:bodyPr>
          <a:lstStyle/>
          <a:p>
            <a:pPr lvl="0"/>
            <a:r>
              <a:rPr lang="en-US" sz="2800" b="1" dirty="0">
                <a:solidFill>
                  <a:srgbClr val="002060"/>
                </a:solidFill>
              </a:rPr>
              <a:t>Conclusion :</a:t>
            </a:r>
            <a:r>
              <a:rPr lang="en-US" sz="2800" u="sng" dirty="0">
                <a:solidFill>
                  <a:srgbClr val="002060"/>
                </a:solidFill>
              </a:rPr>
              <a:t>  </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2AD41FA1-EB0B-B3B4-7454-D3B1DED54FE1}"/>
                  </a:ext>
                </a:extLst>
              </p:cNvPr>
              <p:cNvSpPr txBox="1"/>
              <p:nvPr/>
            </p:nvSpPr>
            <p:spPr>
              <a:xfrm>
                <a:off x="5966123" y="2299679"/>
                <a:ext cx="2127799"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IN" sz="2800" i="1" smtClean="0">
                              <a:solidFill>
                                <a:srgbClr val="002060"/>
                              </a:solidFill>
                              <a:latin typeface="Cambria Math" panose="02040503050406030204" pitchFamily="18" charset="0"/>
                            </a:rPr>
                          </m:ctrlPr>
                        </m:dPr>
                        <m:e>
                          <m:r>
                            <a:rPr lang="en-IN" sz="2800" b="0" i="0" smtClean="0">
                              <a:solidFill>
                                <a:srgbClr val="002060"/>
                              </a:solidFill>
                              <a:latin typeface="Cambria Math" panose="02040503050406030204" pitchFamily="18" charset="0"/>
                            </a:rPr>
                            <m:t> </m:t>
                          </m:r>
                          <m:r>
                            <m:rPr>
                              <m:sty m:val="p"/>
                            </m:rPr>
                            <a:rPr lang="en-IN" sz="2800" b="0" i="0" smtClean="0">
                              <a:solidFill>
                                <a:srgbClr val="002060"/>
                              </a:solidFill>
                              <a:latin typeface="Cambria Math" panose="02040503050406030204" pitchFamily="18" charset="0"/>
                            </a:rPr>
                            <m:t>Z</m:t>
                          </m:r>
                          <m:r>
                            <a:rPr lang="en-US" sz="2800" i="1">
                              <a:solidFill>
                                <a:srgbClr val="002060"/>
                              </a:solidFill>
                              <a:latin typeface="Cambria Math" panose="02040503050406030204" pitchFamily="18" charset="0"/>
                            </a:rPr>
                            <m:t> </m:t>
                          </m:r>
                        </m:e>
                      </m:d>
                      <m:r>
                        <a:rPr lang="en-US" sz="2800">
                          <a:solidFill>
                            <a:srgbClr val="002060"/>
                          </a:solidFill>
                          <a:latin typeface="Cambria Math" panose="02040503050406030204" pitchFamily="18" charset="0"/>
                        </a:rPr>
                        <m:t>=1.</m:t>
                      </m:r>
                      <m:r>
                        <a:rPr lang="en-IN" sz="2800">
                          <a:solidFill>
                            <a:srgbClr val="002060"/>
                          </a:solidFill>
                          <a:latin typeface="Cambria Math" panose="02040503050406030204" pitchFamily="18" charset="0"/>
                        </a:rPr>
                        <m:t>45</m:t>
                      </m:r>
                    </m:oMath>
                  </m:oMathPara>
                </a14:m>
                <a:endParaRPr lang="en-IN" sz="2800" dirty="0">
                  <a:solidFill>
                    <a:srgbClr val="002060"/>
                  </a:solidFill>
                </a:endParaRPr>
              </a:p>
            </p:txBody>
          </p:sp>
        </mc:Choice>
        <mc:Fallback xmlns="">
          <p:sp>
            <p:nvSpPr>
              <p:cNvPr id="24" name="TextBox 23">
                <a:extLst>
                  <a:ext uri="{FF2B5EF4-FFF2-40B4-BE49-F238E27FC236}">
                    <a16:creationId xmlns:a16="http://schemas.microsoft.com/office/drawing/2014/main" id="{2AD41FA1-EB0B-B3B4-7454-D3B1DED54FE1}"/>
                  </a:ext>
                </a:extLst>
              </p:cNvPr>
              <p:cNvSpPr txBox="1">
                <a:spLocks noRot="1" noChangeAspect="1" noMove="1" noResize="1" noEditPoints="1" noAdjustHandles="1" noChangeArrowheads="1" noChangeShapeType="1" noTextEdit="1"/>
              </p:cNvSpPr>
              <p:nvPr/>
            </p:nvSpPr>
            <p:spPr>
              <a:xfrm>
                <a:off x="5966123" y="2299679"/>
                <a:ext cx="2127799"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0863E284-26A8-E04E-0139-F0F63EA8404B}"/>
                  </a:ext>
                </a:extLst>
              </p:cNvPr>
              <p:cNvSpPr txBox="1"/>
              <p:nvPr/>
            </p:nvSpPr>
            <p:spPr>
              <a:xfrm>
                <a:off x="8335150" y="2260022"/>
                <a:ext cx="2697479"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IN" sz="2800" i="1" smtClean="0">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US" sz="2800">
                                  <a:solidFill>
                                    <a:srgbClr val="002060"/>
                                  </a:solidFill>
                                  <a:latin typeface="Cambria Math" panose="02040503050406030204" pitchFamily="18" charset="0"/>
                                </a:rPr>
                                <m:t>Z</m:t>
                              </m:r>
                            </m:e>
                            <m:sub>
                              <m:r>
                                <a:rPr lang="en-US" sz="2800">
                                  <a:solidFill>
                                    <a:srgbClr val="002060"/>
                                  </a:solidFill>
                                  <a:latin typeface="Cambria Math" panose="02040503050406030204" pitchFamily="18" charset="0"/>
                                </a:rPr>
                                <m:t>0.05</m:t>
                              </m:r>
                            </m:sub>
                          </m:sSub>
                          <m:r>
                            <a:rPr lang="en-US" sz="2800" i="1">
                              <a:solidFill>
                                <a:srgbClr val="002060"/>
                              </a:solidFill>
                              <a:latin typeface="Cambria Math" panose="02040503050406030204" pitchFamily="18" charset="0"/>
                            </a:rPr>
                            <m:t> </m:t>
                          </m:r>
                        </m:e>
                      </m:d>
                      <m:r>
                        <a:rPr lang="en-US" sz="2800">
                          <a:solidFill>
                            <a:srgbClr val="002060"/>
                          </a:solidFill>
                          <a:latin typeface="Cambria Math" panose="02040503050406030204" pitchFamily="18" charset="0"/>
                        </a:rPr>
                        <m:t>=1.96</m:t>
                      </m:r>
                    </m:oMath>
                  </m:oMathPara>
                </a14:m>
                <a:endParaRPr lang="en-IN" sz="2800" dirty="0">
                  <a:solidFill>
                    <a:srgbClr val="002060"/>
                  </a:solidFill>
                </a:endParaRPr>
              </a:p>
            </p:txBody>
          </p:sp>
        </mc:Choice>
        <mc:Fallback xmlns="">
          <p:sp>
            <p:nvSpPr>
              <p:cNvPr id="25" name="TextBox 24">
                <a:extLst>
                  <a:ext uri="{FF2B5EF4-FFF2-40B4-BE49-F238E27FC236}">
                    <a16:creationId xmlns:a16="http://schemas.microsoft.com/office/drawing/2014/main" id="{0863E284-26A8-E04E-0139-F0F63EA8404B}"/>
                  </a:ext>
                </a:extLst>
              </p:cNvPr>
              <p:cNvSpPr txBox="1">
                <a:spLocks noRot="1" noChangeAspect="1" noMove="1" noResize="1" noEditPoints="1" noAdjustHandles="1" noChangeArrowheads="1" noChangeShapeType="1" noTextEdit="1"/>
              </p:cNvSpPr>
              <p:nvPr/>
            </p:nvSpPr>
            <p:spPr>
              <a:xfrm>
                <a:off x="8335150" y="2260022"/>
                <a:ext cx="2697479"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427CA14E-AD05-15EF-8ABC-C0EEF9414AB1}"/>
                  </a:ext>
                </a:extLst>
              </p:cNvPr>
              <p:cNvSpPr txBox="1"/>
              <p:nvPr/>
            </p:nvSpPr>
            <p:spPr>
              <a:xfrm>
                <a:off x="7957641" y="2265389"/>
                <a:ext cx="541694"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i="1" smtClean="0">
                          <a:solidFill>
                            <a:srgbClr val="002060"/>
                          </a:solidFill>
                          <a:latin typeface="Cambria Math" panose="02040503050406030204" pitchFamily="18" charset="0"/>
                          <a:ea typeface="Cambria Math" panose="02040503050406030204" pitchFamily="18" charset="0"/>
                        </a:rPr>
                        <m:t>&lt;</m:t>
                      </m:r>
                    </m:oMath>
                  </m:oMathPara>
                </a14:m>
                <a:endParaRPr lang="en-IN" sz="2800" dirty="0">
                  <a:solidFill>
                    <a:srgbClr val="002060"/>
                  </a:solidFill>
                </a:endParaRPr>
              </a:p>
            </p:txBody>
          </p:sp>
        </mc:Choice>
        <mc:Fallback xmlns="">
          <p:sp>
            <p:nvSpPr>
              <p:cNvPr id="26" name="TextBox 25">
                <a:extLst>
                  <a:ext uri="{FF2B5EF4-FFF2-40B4-BE49-F238E27FC236}">
                    <a16:creationId xmlns:a16="http://schemas.microsoft.com/office/drawing/2014/main" id="{427CA14E-AD05-15EF-8ABC-C0EEF9414AB1}"/>
                  </a:ext>
                </a:extLst>
              </p:cNvPr>
              <p:cNvSpPr txBox="1">
                <a:spLocks noRot="1" noChangeAspect="1" noMove="1" noResize="1" noEditPoints="1" noAdjustHandles="1" noChangeArrowheads="1" noChangeShapeType="1" noTextEdit="1"/>
              </p:cNvSpPr>
              <p:nvPr/>
            </p:nvSpPr>
            <p:spPr>
              <a:xfrm>
                <a:off x="7957641" y="2265389"/>
                <a:ext cx="541694"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Rectangle 26">
                <a:extLst>
                  <a:ext uri="{FF2B5EF4-FFF2-40B4-BE49-F238E27FC236}">
                    <a16:creationId xmlns:a16="http://schemas.microsoft.com/office/drawing/2014/main" id="{43629BDF-DDC0-A9C6-694A-5EB2B8354BBF}"/>
                  </a:ext>
                </a:extLst>
              </p:cNvPr>
              <p:cNvSpPr/>
              <p:nvPr/>
            </p:nvSpPr>
            <p:spPr>
              <a:xfrm>
                <a:off x="6104535" y="2997390"/>
                <a:ext cx="2532181" cy="523220"/>
              </a:xfrm>
              <a:prstGeom prst="rect">
                <a:avLst/>
              </a:prstGeom>
            </p:spPr>
            <p:txBody>
              <a:bodyPr wrap="square">
                <a:spAutoFit/>
              </a:bodyPr>
              <a:lstStyle/>
              <a:p>
                <a:pPr lvl="0"/>
                <a14:m>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sSub>
                      <m:sSubPr>
                        <m:ctrlPr>
                          <a:rPr lang="en-US"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H</m:t>
                        </m:r>
                      </m:e>
                      <m:sub>
                        <m:r>
                          <a:rPr lang="en-IN" sz="2800">
                            <a:solidFill>
                              <a:srgbClr val="002060"/>
                            </a:solidFill>
                            <a:latin typeface="Cambria Math" panose="02040503050406030204" pitchFamily="18" charset="0"/>
                          </a:rPr>
                          <m:t>0</m:t>
                        </m:r>
                      </m:sub>
                    </m:sSub>
                  </m:oMath>
                </a14:m>
                <a:r>
                  <a:rPr lang="en-US" sz="2800" dirty="0">
                    <a:solidFill>
                      <a:srgbClr val="002060"/>
                    </a:solidFill>
                  </a:rPr>
                  <a:t> Accept</a:t>
                </a:r>
                <a:r>
                  <a:rPr lang="en-US" sz="2800" u="sng" dirty="0">
                    <a:solidFill>
                      <a:srgbClr val="002060"/>
                    </a:solidFill>
                  </a:rPr>
                  <a:t>  </a:t>
                </a:r>
              </a:p>
            </p:txBody>
          </p:sp>
        </mc:Choice>
        <mc:Fallback xmlns="">
          <p:sp>
            <p:nvSpPr>
              <p:cNvPr id="27" name="Rectangle 26">
                <a:extLst>
                  <a:ext uri="{FF2B5EF4-FFF2-40B4-BE49-F238E27FC236}">
                    <a16:creationId xmlns:a16="http://schemas.microsoft.com/office/drawing/2014/main" id="{43629BDF-DDC0-A9C6-694A-5EB2B8354BBF}"/>
                  </a:ext>
                </a:extLst>
              </p:cNvPr>
              <p:cNvSpPr>
                <a:spLocks noRot="1" noChangeAspect="1" noMove="1" noResize="1" noEditPoints="1" noAdjustHandles="1" noChangeArrowheads="1" noChangeShapeType="1" noTextEdit="1"/>
              </p:cNvSpPr>
              <p:nvPr/>
            </p:nvSpPr>
            <p:spPr>
              <a:xfrm>
                <a:off x="6104535" y="2997390"/>
                <a:ext cx="2532181" cy="523220"/>
              </a:xfrm>
              <a:prstGeom prst="rect">
                <a:avLst/>
              </a:prstGeom>
              <a:blipFill>
                <a:blip r:embed="rId15"/>
                <a:stretch>
                  <a:fillRect t="-12791" b="-3139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93989119-BAE3-A0B4-D194-6C6EBCECDC35}"/>
                  </a:ext>
                </a:extLst>
              </p:cNvPr>
              <p:cNvSpPr/>
              <p:nvPr/>
            </p:nvSpPr>
            <p:spPr>
              <a:xfrm>
                <a:off x="6131421" y="3656930"/>
                <a:ext cx="5906092" cy="954107"/>
              </a:xfrm>
              <a:prstGeom prst="rect">
                <a:avLst/>
              </a:prstGeom>
            </p:spPr>
            <p:txBody>
              <a:bodyPr wrap="square">
                <a:spAutoFit/>
              </a:bodyPr>
              <a:lstStyle/>
              <a:p>
                <a:pPr lvl="0"/>
                <a:r>
                  <a:rPr lang="en-US" sz="2800" dirty="0">
                    <a:solidFill>
                      <a:srgbClr val="002060"/>
                    </a:solidFill>
                  </a:rPr>
                  <a:t>i.e., claim of political party’s is valid at </a:t>
                </a:r>
                <a14:m>
                  <m:oMath xmlns:m="http://schemas.openxmlformats.org/officeDocument/2006/math">
                    <m:r>
                      <a:rPr lang="en-IN" sz="2800" b="0" i="1" smtClean="0">
                        <a:solidFill>
                          <a:srgbClr val="002060"/>
                        </a:solidFill>
                        <a:latin typeface="Cambria Math" panose="02040503050406030204" pitchFamily="18" charset="0"/>
                      </a:rPr>
                      <m:t>5%</m:t>
                    </m:r>
                  </m:oMath>
                </a14:m>
                <a:r>
                  <a:rPr lang="en-US" sz="2800" dirty="0">
                    <a:solidFill>
                      <a:srgbClr val="002060"/>
                    </a:solidFill>
                  </a:rPr>
                  <a:t> LOS .</a:t>
                </a:r>
                <a:r>
                  <a:rPr lang="en-US" sz="2800" u="sng" dirty="0">
                    <a:solidFill>
                      <a:srgbClr val="002060"/>
                    </a:solidFill>
                  </a:rPr>
                  <a:t> </a:t>
                </a:r>
              </a:p>
            </p:txBody>
          </p:sp>
        </mc:Choice>
        <mc:Fallback xmlns="">
          <p:sp>
            <p:nvSpPr>
              <p:cNvPr id="28" name="Rectangle 27">
                <a:extLst>
                  <a:ext uri="{FF2B5EF4-FFF2-40B4-BE49-F238E27FC236}">
                    <a16:creationId xmlns:a16="http://schemas.microsoft.com/office/drawing/2014/main" id="{93989119-BAE3-A0B4-D194-6C6EBCECDC35}"/>
                  </a:ext>
                </a:extLst>
              </p:cNvPr>
              <p:cNvSpPr>
                <a:spLocks noRot="1" noChangeAspect="1" noMove="1" noResize="1" noEditPoints="1" noAdjustHandles="1" noChangeArrowheads="1" noChangeShapeType="1" noTextEdit="1"/>
              </p:cNvSpPr>
              <p:nvPr/>
            </p:nvSpPr>
            <p:spPr>
              <a:xfrm>
                <a:off x="6131421" y="3656930"/>
                <a:ext cx="5906092" cy="954107"/>
              </a:xfrm>
              <a:prstGeom prst="rect">
                <a:avLst/>
              </a:prstGeom>
              <a:blipFill>
                <a:blip r:embed="rId16"/>
                <a:stretch>
                  <a:fillRect l="-2167" t="-7051" b="-17308"/>
                </a:stretch>
              </a:blipFill>
            </p:spPr>
            <p:txBody>
              <a:bodyPr/>
              <a:lstStyle/>
              <a:p>
                <a:r>
                  <a:rPr lang="en-IN">
                    <a:noFill/>
                  </a:rPr>
                  <a:t> </a:t>
                </a:r>
              </a:p>
            </p:txBody>
          </p:sp>
        </mc:Fallback>
      </mc:AlternateContent>
    </p:spTree>
    <p:extLst>
      <p:ext uri="{BB962C8B-B14F-4D97-AF65-F5344CB8AC3E}">
        <p14:creationId xmlns:p14="http://schemas.microsoft.com/office/powerpoint/2010/main" val="2188843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6"/>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7"/>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8" grpId="0"/>
      <p:bldP spid="9" grpId="0"/>
      <p:bldP spid="10" grpId="0"/>
      <p:bldP spid="11" grpId="0"/>
      <p:bldP spid="12" grpId="0"/>
      <p:bldP spid="13" grpId="0"/>
      <p:bldP spid="16" grpId="0"/>
      <p:bldP spid="17" grpId="0"/>
      <p:bldP spid="18" grpId="0"/>
      <p:bldP spid="19" grpId="0"/>
      <p:bldP spid="21" grpId="0"/>
      <p:bldP spid="22" grpId="0"/>
      <p:bldP spid="23" grpId="0"/>
      <p:bldP spid="24" grpId="0"/>
      <p:bldP spid="25" grpId="0"/>
      <p:bldP spid="26" grpId="0"/>
      <p:bldP spid="27" grpId="0"/>
      <p:bldP spid="28" grpId="0"/>
    </p:bld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98E9B-9462-3088-A52A-B30AB093E53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a:extLst>
                  <a:ext uri="{FF2B5EF4-FFF2-40B4-BE49-F238E27FC236}">
                    <a16:creationId xmlns:a16="http://schemas.microsoft.com/office/drawing/2014/main" id="{3DF15C23-8247-8ECB-1B2D-66CA05E413E6}"/>
                  </a:ext>
                </a:extLst>
              </p:cNvPr>
              <p:cNvSpPr txBox="1">
                <a:spLocks/>
              </p:cNvSpPr>
              <p:nvPr/>
            </p:nvSpPr>
            <p:spPr>
              <a:xfrm>
                <a:off x="131177" y="869081"/>
                <a:ext cx="11929643" cy="2287108"/>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endParaRPr lang="en-US" dirty="0"/>
              </a:p>
              <a:p>
                <a:r>
                  <a:rPr lang="en-US" dirty="0"/>
                  <a:t>A certain cubical die was thrown </a:t>
                </a:r>
                <a14:m>
                  <m:oMath xmlns:m="http://schemas.openxmlformats.org/officeDocument/2006/math">
                    <m:r>
                      <a:rPr lang="en-US">
                        <a:latin typeface="Cambria Math" panose="02040503050406030204" pitchFamily="18" charset="0"/>
                      </a:rPr>
                      <m:t>9000</m:t>
                    </m:r>
                  </m:oMath>
                </a14:m>
                <a:r>
                  <a:rPr lang="en-US" dirty="0"/>
                  <a:t> times and </a:t>
                </a:r>
                <a14:m>
                  <m:oMath xmlns:m="http://schemas.openxmlformats.org/officeDocument/2006/math">
                    <m:r>
                      <a:rPr lang="en-US">
                        <a:latin typeface="Cambria Math" panose="02040503050406030204" pitchFamily="18" charset="0"/>
                      </a:rPr>
                      <m:t>5</m:t>
                    </m:r>
                  </m:oMath>
                </a14:m>
                <a:r>
                  <a:rPr lang="en-US" dirty="0"/>
                  <a:t> or </a:t>
                </a:r>
                <a14:m>
                  <m:oMath xmlns:m="http://schemas.openxmlformats.org/officeDocument/2006/math">
                    <m:r>
                      <a:rPr lang="en-US">
                        <a:latin typeface="Cambria Math" panose="02040503050406030204" pitchFamily="18" charset="0"/>
                      </a:rPr>
                      <m:t>6</m:t>
                    </m:r>
                  </m:oMath>
                </a14:m>
                <a:r>
                  <a:rPr lang="en-US" dirty="0"/>
                  <a:t> was obtained </a:t>
                </a:r>
                <a14:m>
                  <m:oMath xmlns:m="http://schemas.openxmlformats.org/officeDocument/2006/math">
                    <m:r>
                      <a:rPr lang="en-US">
                        <a:latin typeface="Cambria Math" panose="02040503050406030204" pitchFamily="18" charset="0"/>
                      </a:rPr>
                      <m:t>3240</m:t>
                    </m:r>
                  </m:oMath>
                </a14:m>
                <a:r>
                  <a:rPr lang="en-US" dirty="0"/>
                  <a:t> times. On the assumption of certain throwing, do the data indicate an unbiased die? </a:t>
                </a:r>
                <a14:m>
                  <m:oMath xmlns:m="http://schemas.openxmlformats.org/officeDocument/2006/math">
                    <m:d>
                      <m:dPr>
                        <m:ctrlPr>
                          <a:rPr lang="en-IN" i="1">
                            <a:latin typeface="Cambria Math" panose="02040503050406030204" pitchFamily="18" charset="0"/>
                          </a:rPr>
                        </m:ctrlPr>
                      </m:dPr>
                      <m:e>
                        <m:r>
                          <a:rPr lang="en-US" i="1">
                            <a:latin typeface="Cambria Math" panose="02040503050406030204" pitchFamily="18" charset="0"/>
                          </a:rPr>
                          <m:t> </m:t>
                        </m:r>
                        <m:d>
                          <m:dPr>
                            <m:begChr m:val="|"/>
                            <m:endChr m:val="|"/>
                            <m:ctrlPr>
                              <a:rPr lang="en-IN" i="1">
                                <a:latin typeface="Cambria Math" panose="02040503050406030204" pitchFamily="18" charset="0"/>
                              </a:rPr>
                            </m:ctrlPr>
                          </m:dPr>
                          <m:e>
                            <m:sSub>
                              <m:sSubPr>
                                <m:ctrlPr>
                                  <a:rPr lang="en-IN" i="1">
                                    <a:latin typeface="Cambria Math" panose="02040503050406030204" pitchFamily="18" charset="0"/>
                                  </a:rPr>
                                </m:ctrlPr>
                              </m:sSubPr>
                              <m:e>
                                <m:r>
                                  <m:rPr>
                                    <m:sty m:val="p"/>
                                  </m:rPr>
                                  <a:rPr lang="en-US">
                                    <a:latin typeface="Cambria Math" panose="02040503050406030204" pitchFamily="18" charset="0"/>
                                  </a:rPr>
                                  <m:t>Z</m:t>
                                </m:r>
                              </m:e>
                              <m:sub>
                                <m:r>
                                  <a:rPr lang="en-US">
                                    <a:latin typeface="Cambria Math" panose="02040503050406030204" pitchFamily="18" charset="0"/>
                                  </a:rPr>
                                  <m:t>0.05</m:t>
                                </m:r>
                              </m:sub>
                            </m:sSub>
                          </m:e>
                        </m:d>
                        <m:r>
                          <a:rPr lang="en-US">
                            <a:latin typeface="Cambria Math" panose="02040503050406030204" pitchFamily="18" charset="0"/>
                          </a:rPr>
                          <m:t>=1.96 </m:t>
                        </m:r>
                      </m:e>
                    </m:d>
                  </m:oMath>
                </a14:m>
                <a:endParaRPr lang="en-US" dirty="0"/>
              </a:p>
              <a:p>
                <a:endParaRPr lang="en-US" dirty="0"/>
              </a:p>
            </p:txBody>
          </p:sp>
        </mc:Choice>
        <mc:Fallback xmlns="">
          <p:sp>
            <p:nvSpPr>
              <p:cNvPr id="19" name="Content Placeholder 2">
                <a:extLst>
                  <a:ext uri="{FF2B5EF4-FFF2-40B4-BE49-F238E27FC236}">
                    <a16:creationId xmlns:a16="http://schemas.microsoft.com/office/drawing/2014/main" id="{3DF15C23-8247-8ECB-1B2D-66CA05E413E6}"/>
                  </a:ext>
                </a:extLst>
              </p:cNvPr>
              <p:cNvSpPr txBox="1">
                <a:spLocks noRot="1" noChangeAspect="1" noMove="1" noResize="1" noEditPoints="1" noAdjustHandles="1" noChangeArrowheads="1" noChangeShapeType="1" noTextEdit="1"/>
              </p:cNvSpPr>
              <p:nvPr/>
            </p:nvSpPr>
            <p:spPr>
              <a:xfrm>
                <a:off x="131177" y="869081"/>
                <a:ext cx="11929643" cy="2287108"/>
              </a:xfrm>
              <a:prstGeom prst="rect">
                <a:avLst/>
              </a:prstGeom>
              <a:blipFill>
                <a:blip r:embed="rId2"/>
                <a:stretch>
                  <a:fillRect l="-1074" r="-1074"/>
                </a:stretch>
              </a:blipFill>
              <a:ln>
                <a:noFill/>
              </a:ln>
            </p:spPr>
            <p:txBody>
              <a:bodyPr/>
              <a:lstStyle/>
              <a:p>
                <a:r>
                  <a:rPr lang="en-IN">
                    <a:noFill/>
                  </a:rPr>
                  <a:t> </a:t>
                </a:r>
              </a:p>
            </p:txBody>
          </p:sp>
        </mc:Fallback>
      </mc:AlternateContent>
      <p:sp>
        <p:nvSpPr>
          <p:cNvPr id="2" name="Title 1">
            <a:extLst>
              <a:ext uri="{FF2B5EF4-FFF2-40B4-BE49-F238E27FC236}">
                <a16:creationId xmlns:a16="http://schemas.microsoft.com/office/drawing/2014/main" id="{6F0F19BA-EE46-AE7C-4F48-73DCB1708DEB}"/>
              </a:ext>
            </a:extLst>
          </p:cNvPr>
          <p:cNvSpPr>
            <a:spLocks noGrp="1"/>
          </p:cNvSpPr>
          <p:nvPr>
            <p:ph type="title"/>
          </p:nvPr>
        </p:nvSpPr>
        <p:spPr/>
        <p:txBody>
          <a:bodyPr/>
          <a:lstStyle/>
          <a:p>
            <a:r>
              <a:rPr lang="en-GB" dirty="0"/>
              <a:t>Method 5 ⇝ Example 3</a:t>
            </a:r>
            <a:endParaRPr lang="en-US" dirty="0"/>
          </a:p>
        </p:txBody>
      </p:sp>
      <p:sp>
        <p:nvSpPr>
          <p:cNvPr id="50" name="Rectangle 49">
            <a:extLst>
              <a:ext uri="{FF2B5EF4-FFF2-40B4-BE49-F238E27FC236}">
                <a16:creationId xmlns:a16="http://schemas.microsoft.com/office/drawing/2014/main" id="{A20A61D8-43BA-CE3B-C2A1-1E88FB4C647B}"/>
              </a:ext>
            </a:extLst>
          </p:cNvPr>
          <p:cNvSpPr/>
          <p:nvPr/>
        </p:nvSpPr>
        <p:spPr>
          <a:xfrm>
            <a:off x="131177" y="3631585"/>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FAE75EBB-7950-511C-C641-EF22CF66F64F}"/>
                  </a:ext>
                </a:extLst>
              </p:cNvPr>
              <p:cNvSpPr/>
              <p:nvPr/>
            </p:nvSpPr>
            <p:spPr>
              <a:xfrm>
                <a:off x="1614167" y="3928765"/>
                <a:ext cx="1729128"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IN" sz="2800" b="0" i="0" smtClean="0">
                          <a:solidFill>
                            <a:srgbClr val="002060"/>
                          </a:solidFill>
                          <a:latin typeface="Cambria Math" panose="02040503050406030204" pitchFamily="18" charset="0"/>
                        </a:rPr>
                        <m:t>n</m:t>
                      </m:r>
                      <m:r>
                        <a:rPr lang="en-IN" sz="2800" b="0" i="0" smtClean="0">
                          <a:solidFill>
                            <a:srgbClr val="002060"/>
                          </a:solidFill>
                          <a:latin typeface="Cambria Math" panose="02040503050406030204" pitchFamily="18" charset="0"/>
                        </a:rPr>
                        <m:t>=9000</m:t>
                      </m:r>
                    </m:oMath>
                  </m:oMathPara>
                </a14:m>
                <a:endParaRPr lang="en-US" sz="2800" dirty="0">
                  <a:solidFill>
                    <a:srgbClr val="002060"/>
                  </a:solidFill>
                </a:endParaRPr>
              </a:p>
            </p:txBody>
          </p:sp>
        </mc:Choice>
        <mc:Fallback xmlns="">
          <p:sp>
            <p:nvSpPr>
              <p:cNvPr id="13" name="Rectangle 12">
                <a:extLst>
                  <a:ext uri="{FF2B5EF4-FFF2-40B4-BE49-F238E27FC236}">
                    <a16:creationId xmlns:a16="http://schemas.microsoft.com/office/drawing/2014/main" id="{FAE75EBB-7950-511C-C641-EF22CF66F64F}"/>
                  </a:ext>
                </a:extLst>
              </p:cNvPr>
              <p:cNvSpPr>
                <a:spLocks noRot="1" noChangeAspect="1" noMove="1" noResize="1" noEditPoints="1" noAdjustHandles="1" noChangeArrowheads="1" noChangeShapeType="1" noTextEdit="1"/>
              </p:cNvSpPr>
              <p:nvPr/>
            </p:nvSpPr>
            <p:spPr>
              <a:xfrm>
                <a:off x="1614167" y="3928765"/>
                <a:ext cx="1729128"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6C5F366A-A541-5DC2-94C0-E8B638CEDB14}"/>
                  </a:ext>
                </a:extLst>
              </p:cNvPr>
              <p:cNvSpPr/>
              <p:nvPr/>
            </p:nvSpPr>
            <p:spPr>
              <a:xfrm>
                <a:off x="1625597" y="4676308"/>
                <a:ext cx="912814" cy="523220"/>
              </a:xfrm>
              <a:prstGeom prst="rect">
                <a:avLst/>
              </a:prstGeom>
            </p:spPr>
            <p:txBody>
              <a:bodyPr wrap="none">
                <a:spAutoFit/>
              </a:bodyPr>
              <a:lstStyle/>
              <a:p>
                <a14:m>
                  <m:oMath xmlns:m="http://schemas.openxmlformats.org/officeDocument/2006/math">
                    <m:r>
                      <m:rPr>
                        <m:sty m:val="p"/>
                      </m:rPr>
                      <a:rPr lang="en-IN" sz="2800" b="0" i="0" smtClean="0">
                        <a:solidFill>
                          <a:srgbClr val="002060"/>
                        </a:solidFill>
                        <a:latin typeface="Cambria Math" panose="02040503050406030204" pitchFamily="18" charset="0"/>
                      </a:rPr>
                      <m:t>P</m:t>
                    </m:r>
                    <m:r>
                      <a:rPr lang="en-IN" sz="2800" b="0" i="0" smtClean="0">
                        <a:solidFill>
                          <a:srgbClr val="002060"/>
                        </a:solidFill>
                        <a:latin typeface="Cambria Math" panose="02040503050406030204" pitchFamily="18" charset="0"/>
                      </a:rPr>
                      <m:t>= </m:t>
                    </m:r>
                  </m:oMath>
                </a14:m>
                <a:r>
                  <a:rPr lang="en-US" sz="2800" dirty="0">
                    <a:solidFill>
                      <a:srgbClr val="002060"/>
                    </a:solidFill>
                  </a:rPr>
                  <a:t> </a:t>
                </a:r>
              </a:p>
            </p:txBody>
          </p:sp>
        </mc:Choice>
        <mc:Fallback xmlns="">
          <p:sp>
            <p:nvSpPr>
              <p:cNvPr id="15" name="Rectangle 14">
                <a:extLst>
                  <a:ext uri="{FF2B5EF4-FFF2-40B4-BE49-F238E27FC236}">
                    <a16:creationId xmlns:a16="http://schemas.microsoft.com/office/drawing/2014/main" id="{6C5F366A-A541-5DC2-94C0-E8B638CEDB14}"/>
                  </a:ext>
                </a:extLst>
              </p:cNvPr>
              <p:cNvSpPr>
                <a:spLocks noRot="1" noChangeAspect="1" noMove="1" noResize="1" noEditPoints="1" noAdjustHandles="1" noChangeArrowheads="1" noChangeShapeType="1" noTextEdit="1"/>
              </p:cNvSpPr>
              <p:nvPr/>
            </p:nvSpPr>
            <p:spPr>
              <a:xfrm>
                <a:off x="1625597" y="4676308"/>
                <a:ext cx="912814"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7F10EFD6-DD25-883D-62EA-C486EABDD67E}"/>
                  </a:ext>
                </a:extLst>
              </p:cNvPr>
              <p:cNvSpPr/>
              <p:nvPr/>
            </p:nvSpPr>
            <p:spPr>
              <a:xfrm>
                <a:off x="2257912" y="4482748"/>
                <a:ext cx="622286" cy="90178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 2 </m:t>
                          </m:r>
                        </m:num>
                        <m:den>
                          <m:r>
                            <a:rPr lang="en-IN" sz="2800" b="0" i="1" smtClean="0">
                              <a:solidFill>
                                <a:srgbClr val="002060"/>
                              </a:solidFill>
                              <a:latin typeface="Cambria Math" panose="02040503050406030204" pitchFamily="18" charset="0"/>
                            </a:rPr>
                            <m:t>6</m:t>
                          </m:r>
                        </m:den>
                      </m:f>
                    </m:oMath>
                  </m:oMathPara>
                </a14:m>
                <a:endParaRPr lang="en-US" sz="2800" dirty="0">
                  <a:solidFill>
                    <a:srgbClr val="002060"/>
                  </a:solidFill>
                </a:endParaRPr>
              </a:p>
            </p:txBody>
          </p:sp>
        </mc:Choice>
        <mc:Fallback xmlns="">
          <p:sp>
            <p:nvSpPr>
              <p:cNvPr id="4" name="Rectangle 3">
                <a:extLst>
                  <a:ext uri="{FF2B5EF4-FFF2-40B4-BE49-F238E27FC236}">
                    <a16:creationId xmlns:a16="http://schemas.microsoft.com/office/drawing/2014/main" id="{7F10EFD6-DD25-883D-62EA-C486EABDD67E}"/>
                  </a:ext>
                </a:extLst>
              </p:cNvPr>
              <p:cNvSpPr>
                <a:spLocks noRot="1" noChangeAspect="1" noMove="1" noResize="1" noEditPoints="1" noAdjustHandles="1" noChangeArrowheads="1" noChangeShapeType="1" noTextEdit="1"/>
              </p:cNvSpPr>
              <p:nvPr/>
            </p:nvSpPr>
            <p:spPr>
              <a:xfrm>
                <a:off x="2257912" y="4482748"/>
                <a:ext cx="622286" cy="901785"/>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4F9F8C99-B18A-975B-6983-BEE222342B54}"/>
                  </a:ext>
                </a:extLst>
              </p:cNvPr>
              <p:cNvSpPr/>
              <p:nvPr/>
            </p:nvSpPr>
            <p:spPr>
              <a:xfrm>
                <a:off x="1580522" y="5412421"/>
                <a:ext cx="179408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IN" sz="2800" b="0" i="0" smtClean="0">
                          <a:solidFill>
                            <a:srgbClr val="002060"/>
                          </a:solidFill>
                          <a:latin typeface="Cambria Math" panose="02040503050406030204" pitchFamily="18" charset="0"/>
                        </a:rPr>
                        <m:t>Q</m:t>
                      </m:r>
                      <m:r>
                        <a:rPr lang="en-IN" sz="2800" b="0" i="0" smtClean="0">
                          <a:solidFill>
                            <a:srgbClr val="002060"/>
                          </a:solidFill>
                          <a:latin typeface="Cambria Math" panose="02040503050406030204" pitchFamily="18" charset="0"/>
                        </a:rPr>
                        <m:t>=1−</m:t>
                      </m:r>
                      <m:r>
                        <m:rPr>
                          <m:sty m:val="p"/>
                        </m:rPr>
                        <a:rPr lang="en-IN" sz="2800" b="0" i="0" smtClean="0">
                          <a:solidFill>
                            <a:srgbClr val="002060"/>
                          </a:solidFill>
                          <a:latin typeface="Cambria Math" panose="02040503050406030204" pitchFamily="18" charset="0"/>
                        </a:rPr>
                        <m:t>P</m:t>
                      </m:r>
                    </m:oMath>
                  </m:oMathPara>
                </a14:m>
                <a:endParaRPr lang="en-US" sz="2800" dirty="0">
                  <a:solidFill>
                    <a:srgbClr val="002060"/>
                  </a:solidFill>
                </a:endParaRPr>
              </a:p>
            </p:txBody>
          </p:sp>
        </mc:Choice>
        <mc:Fallback xmlns="">
          <p:sp>
            <p:nvSpPr>
              <p:cNvPr id="6" name="Rectangle 5">
                <a:extLst>
                  <a:ext uri="{FF2B5EF4-FFF2-40B4-BE49-F238E27FC236}">
                    <a16:creationId xmlns:a16="http://schemas.microsoft.com/office/drawing/2014/main" id="{4F9F8C99-B18A-975B-6983-BEE222342B54}"/>
                  </a:ext>
                </a:extLst>
              </p:cNvPr>
              <p:cNvSpPr>
                <a:spLocks noRot="1" noChangeAspect="1" noMove="1" noResize="1" noEditPoints="1" noAdjustHandles="1" noChangeArrowheads="1" noChangeShapeType="1" noTextEdit="1"/>
              </p:cNvSpPr>
              <p:nvPr/>
            </p:nvSpPr>
            <p:spPr>
              <a:xfrm>
                <a:off x="1580522" y="5412421"/>
                <a:ext cx="1794081"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59929C97-2EEE-F034-4C65-F663E7487CFD}"/>
                  </a:ext>
                </a:extLst>
              </p:cNvPr>
              <p:cNvSpPr/>
              <p:nvPr/>
            </p:nvSpPr>
            <p:spPr>
              <a:xfrm>
                <a:off x="1602737" y="6029957"/>
                <a:ext cx="1637756"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IN" sz="2800" b="0" i="0" smtClean="0">
                          <a:solidFill>
                            <a:srgbClr val="002060"/>
                          </a:solidFill>
                          <a:latin typeface="Cambria Math" panose="02040503050406030204" pitchFamily="18" charset="0"/>
                        </a:rPr>
                        <m:t>Q</m:t>
                      </m:r>
                      <m:r>
                        <a:rPr lang="en-IN" sz="2800" b="0" i="0" smtClean="0">
                          <a:solidFill>
                            <a:srgbClr val="002060"/>
                          </a:solidFill>
                          <a:latin typeface="Cambria Math" panose="02040503050406030204" pitchFamily="18" charset="0"/>
                        </a:rPr>
                        <m:t>=0.67</m:t>
                      </m:r>
                    </m:oMath>
                  </m:oMathPara>
                </a14:m>
                <a:endParaRPr lang="en-US" sz="2800" dirty="0">
                  <a:solidFill>
                    <a:srgbClr val="002060"/>
                  </a:solidFill>
                </a:endParaRPr>
              </a:p>
            </p:txBody>
          </p:sp>
        </mc:Choice>
        <mc:Fallback xmlns="">
          <p:sp>
            <p:nvSpPr>
              <p:cNvPr id="3" name="Rectangle 2">
                <a:extLst>
                  <a:ext uri="{FF2B5EF4-FFF2-40B4-BE49-F238E27FC236}">
                    <a16:creationId xmlns:a16="http://schemas.microsoft.com/office/drawing/2014/main" id="{59929C97-2EEE-F034-4C65-F663E7487CFD}"/>
                  </a:ext>
                </a:extLst>
              </p:cNvPr>
              <p:cNvSpPr>
                <a:spLocks noRot="1" noChangeAspect="1" noMove="1" noResize="1" noEditPoints="1" noAdjustHandles="1" noChangeArrowheads="1" noChangeShapeType="1" noTextEdit="1"/>
              </p:cNvSpPr>
              <p:nvPr/>
            </p:nvSpPr>
            <p:spPr>
              <a:xfrm>
                <a:off x="1602737" y="6029957"/>
                <a:ext cx="1637756"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765353DC-47A9-C52E-828D-6B84EDBF1834}"/>
                  </a:ext>
                </a:extLst>
              </p:cNvPr>
              <p:cNvSpPr/>
              <p:nvPr/>
            </p:nvSpPr>
            <p:spPr>
              <a:xfrm>
                <a:off x="2671363" y="4482748"/>
                <a:ext cx="1105174" cy="90178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IN" sz="2800" b="0" i="1"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 1 </m:t>
                          </m:r>
                        </m:num>
                        <m:den>
                          <m:r>
                            <a:rPr lang="en-IN" sz="2800" b="0" i="1" smtClean="0">
                              <a:solidFill>
                                <a:srgbClr val="002060"/>
                              </a:solidFill>
                              <a:latin typeface="Cambria Math" panose="02040503050406030204" pitchFamily="18" charset="0"/>
                            </a:rPr>
                            <m:t>3</m:t>
                          </m:r>
                        </m:den>
                      </m:f>
                    </m:oMath>
                  </m:oMathPara>
                </a14:m>
                <a:endParaRPr lang="en-US" sz="2800" dirty="0">
                  <a:solidFill>
                    <a:srgbClr val="002060"/>
                  </a:solidFill>
                </a:endParaRPr>
              </a:p>
            </p:txBody>
          </p:sp>
        </mc:Choice>
        <mc:Fallback xmlns="">
          <p:sp>
            <p:nvSpPr>
              <p:cNvPr id="8" name="Rectangle 7">
                <a:extLst>
                  <a:ext uri="{FF2B5EF4-FFF2-40B4-BE49-F238E27FC236}">
                    <a16:creationId xmlns:a16="http://schemas.microsoft.com/office/drawing/2014/main" id="{765353DC-47A9-C52E-828D-6B84EDBF1834}"/>
                  </a:ext>
                </a:extLst>
              </p:cNvPr>
              <p:cNvSpPr>
                <a:spLocks noRot="1" noChangeAspect="1" noMove="1" noResize="1" noEditPoints="1" noAdjustHandles="1" noChangeArrowheads="1" noChangeShapeType="1" noTextEdit="1"/>
              </p:cNvSpPr>
              <p:nvPr/>
            </p:nvSpPr>
            <p:spPr>
              <a:xfrm>
                <a:off x="2671363" y="4482748"/>
                <a:ext cx="1105174" cy="901785"/>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5330BF72-6BCC-9DF7-FD14-EA88EFB2644B}"/>
                  </a:ext>
                </a:extLst>
              </p:cNvPr>
              <p:cNvSpPr/>
              <p:nvPr/>
            </p:nvSpPr>
            <p:spPr>
              <a:xfrm>
                <a:off x="3576078" y="4694527"/>
                <a:ext cx="1303947"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800" b="0" i="0" smtClean="0">
                          <a:solidFill>
                            <a:srgbClr val="002060"/>
                          </a:solidFill>
                          <a:latin typeface="Cambria Math" panose="02040503050406030204" pitchFamily="18" charset="0"/>
                        </a:rPr>
                        <m:t>=0.33</m:t>
                      </m:r>
                    </m:oMath>
                  </m:oMathPara>
                </a14:m>
                <a:endParaRPr lang="en-US" sz="2800" dirty="0">
                  <a:solidFill>
                    <a:srgbClr val="002060"/>
                  </a:solidFill>
                </a:endParaRPr>
              </a:p>
            </p:txBody>
          </p:sp>
        </mc:Choice>
        <mc:Fallback xmlns="">
          <p:sp>
            <p:nvSpPr>
              <p:cNvPr id="9" name="Rectangle 8">
                <a:extLst>
                  <a:ext uri="{FF2B5EF4-FFF2-40B4-BE49-F238E27FC236}">
                    <a16:creationId xmlns:a16="http://schemas.microsoft.com/office/drawing/2014/main" id="{5330BF72-6BCC-9DF7-FD14-EA88EFB2644B}"/>
                  </a:ext>
                </a:extLst>
              </p:cNvPr>
              <p:cNvSpPr>
                <a:spLocks noRot="1" noChangeAspect="1" noMove="1" noResize="1" noEditPoints="1" noAdjustHandles="1" noChangeArrowheads="1" noChangeShapeType="1" noTextEdit="1"/>
              </p:cNvSpPr>
              <p:nvPr/>
            </p:nvSpPr>
            <p:spPr>
              <a:xfrm>
                <a:off x="3576078" y="4694527"/>
                <a:ext cx="1303947" cy="523220"/>
              </a:xfrm>
              <a:prstGeom prst="rect">
                <a:avLst/>
              </a:prstGeom>
              <a:blipFill>
                <a:blip r:embed="rId9"/>
                <a:stretch>
                  <a:fillRect/>
                </a:stretch>
              </a:blipFill>
            </p:spPr>
            <p:txBody>
              <a:bodyPr/>
              <a:lstStyle/>
              <a:p>
                <a:r>
                  <a:rPr lang="en-IN">
                    <a:noFill/>
                  </a:rPr>
                  <a:t> </a:t>
                </a:r>
              </a:p>
            </p:txBody>
          </p:sp>
        </mc:Fallback>
      </mc:AlternateContent>
      <p:cxnSp>
        <p:nvCxnSpPr>
          <p:cNvPr id="11" name="Straight Connector 10">
            <a:extLst>
              <a:ext uri="{FF2B5EF4-FFF2-40B4-BE49-F238E27FC236}">
                <a16:creationId xmlns:a16="http://schemas.microsoft.com/office/drawing/2014/main" id="{04C2B25E-B6D8-BBDF-0668-1433867EF0CF}"/>
              </a:ext>
            </a:extLst>
          </p:cNvPr>
          <p:cNvCxnSpPr>
            <a:cxnSpLocks/>
          </p:cNvCxnSpPr>
          <p:nvPr/>
        </p:nvCxnSpPr>
        <p:spPr>
          <a:xfrm>
            <a:off x="5717680" y="3806190"/>
            <a:ext cx="0" cy="2810577"/>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AF51C568-BA7F-F8B3-3A4E-F0907B4CC0D1}"/>
                  </a:ext>
                </a:extLst>
              </p:cNvPr>
              <p:cNvSpPr/>
              <p:nvPr/>
            </p:nvSpPr>
            <p:spPr>
              <a:xfrm>
                <a:off x="5939124" y="4545250"/>
                <a:ext cx="912814" cy="523220"/>
              </a:xfrm>
              <a:prstGeom prst="rect">
                <a:avLst/>
              </a:prstGeom>
            </p:spPr>
            <p:txBody>
              <a:bodyPr wrap="none">
                <a:spAutoFit/>
              </a:bodyPr>
              <a:lstStyle/>
              <a:p>
                <a14:m>
                  <m:oMath xmlns:m="http://schemas.openxmlformats.org/officeDocument/2006/math">
                    <m:r>
                      <m:rPr>
                        <m:sty m:val="p"/>
                      </m:rPr>
                      <a:rPr lang="en-IN" sz="2800" b="0" i="0" smtClean="0">
                        <a:solidFill>
                          <a:srgbClr val="002060"/>
                        </a:solidFill>
                        <a:latin typeface="Cambria Math" panose="02040503050406030204" pitchFamily="18" charset="0"/>
                      </a:rPr>
                      <m:t>p</m:t>
                    </m:r>
                    <m:r>
                      <a:rPr lang="en-IN" sz="2800" b="0" i="0" smtClean="0">
                        <a:solidFill>
                          <a:srgbClr val="002060"/>
                        </a:solidFill>
                        <a:latin typeface="Cambria Math" panose="02040503050406030204" pitchFamily="18" charset="0"/>
                      </a:rPr>
                      <m:t>= </m:t>
                    </m:r>
                  </m:oMath>
                </a14:m>
                <a:r>
                  <a:rPr lang="en-US" sz="2800" dirty="0">
                    <a:solidFill>
                      <a:srgbClr val="002060"/>
                    </a:solidFill>
                  </a:rPr>
                  <a:t> </a:t>
                </a:r>
              </a:p>
            </p:txBody>
          </p:sp>
        </mc:Choice>
        <mc:Fallback xmlns="">
          <p:sp>
            <p:nvSpPr>
              <p:cNvPr id="16" name="Rectangle 15">
                <a:extLst>
                  <a:ext uri="{FF2B5EF4-FFF2-40B4-BE49-F238E27FC236}">
                    <a16:creationId xmlns:a16="http://schemas.microsoft.com/office/drawing/2014/main" id="{AF51C568-BA7F-F8B3-3A4E-F0907B4CC0D1}"/>
                  </a:ext>
                </a:extLst>
              </p:cNvPr>
              <p:cNvSpPr>
                <a:spLocks noRot="1" noChangeAspect="1" noMove="1" noResize="1" noEditPoints="1" noAdjustHandles="1" noChangeArrowheads="1" noChangeShapeType="1" noTextEdit="1"/>
              </p:cNvSpPr>
              <p:nvPr/>
            </p:nvSpPr>
            <p:spPr>
              <a:xfrm>
                <a:off x="5939124" y="4545250"/>
                <a:ext cx="912814"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29841C4D-A298-6112-939B-96198D5EAF22}"/>
                  </a:ext>
                </a:extLst>
              </p:cNvPr>
              <p:cNvSpPr/>
              <p:nvPr/>
            </p:nvSpPr>
            <p:spPr>
              <a:xfrm>
                <a:off x="6571439" y="4340260"/>
                <a:ext cx="1218603" cy="90178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 3240 </m:t>
                          </m:r>
                        </m:num>
                        <m:den>
                          <m:r>
                            <a:rPr lang="en-IN" sz="2800" b="0" i="1" smtClean="0">
                              <a:solidFill>
                                <a:srgbClr val="002060"/>
                              </a:solidFill>
                              <a:latin typeface="Cambria Math" panose="02040503050406030204" pitchFamily="18" charset="0"/>
                            </a:rPr>
                            <m:t>9000</m:t>
                          </m:r>
                        </m:den>
                      </m:f>
                    </m:oMath>
                  </m:oMathPara>
                </a14:m>
                <a:endParaRPr lang="en-US" sz="2800" dirty="0">
                  <a:solidFill>
                    <a:srgbClr val="002060"/>
                  </a:solidFill>
                </a:endParaRPr>
              </a:p>
            </p:txBody>
          </p:sp>
        </mc:Choice>
        <mc:Fallback xmlns="">
          <p:sp>
            <p:nvSpPr>
              <p:cNvPr id="17" name="Rectangle 16">
                <a:extLst>
                  <a:ext uri="{FF2B5EF4-FFF2-40B4-BE49-F238E27FC236}">
                    <a16:creationId xmlns:a16="http://schemas.microsoft.com/office/drawing/2014/main" id="{29841C4D-A298-6112-939B-96198D5EAF22}"/>
                  </a:ext>
                </a:extLst>
              </p:cNvPr>
              <p:cNvSpPr>
                <a:spLocks noRot="1" noChangeAspect="1" noMove="1" noResize="1" noEditPoints="1" noAdjustHandles="1" noChangeArrowheads="1" noChangeShapeType="1" noTextEdit="1"/>
              </p:cNvSpPr>
              <p:nvPr/>
            </p:nvSpPr>
            <p:spPr>
              <a:xfrm>
                <a:off x="6571439" y="4340260"/>
                <a:ext cx="1218603" cy="901785"/>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C16766C9-9B74-6682-7B41-985EB6DAEE02}"/>
                  </a:ext>
                </a:extLst>
              </p:cNvPr>
              <p:cNvSpPr/>
              <p:nvPr/>
            </p:nvSpPr>
            <p:spPr>
              <a:xfrm>
                <a:off x="7668161" y="4552682"/>
                <a:ext cx="1303947"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800" b="0" i="0" smtClean="0">
                          <a:solidFill>
                            <a:srgbClr val="002060"/>
                          </a:solidFill>
                          <a:latin typeface="Cambria Math" panose="02040503050406030204" pitchFamily="18" charset="0"/>
                        </a:rPr>
                        <m:t>=0.36</m:t>
                      </m:r>
                    </m:oMath>
                  </m:oMathPara>
                </a14:m>
                <a:endParaRPr lang="en-US" sz="2800" dirty="0">
                  <a:solidFill>
                    <a:srgbClr val="002060"/>
                  </a:solidFill>
                </a:endParaRPr>
              </a:p>
            </p:txBody>
          </p:sp>
        </mc:Choice>
        <mc:Fallback xmlns="">
          <p:sp>
            <p:nvSpPr>
              <p:cNvPr id="21" name="Rectangle 20">
                <a:extLst>
                  <a:ext uri="{FF2B5EF4-FFF2-40B4-BE49-F238E27FC236}">
                    <a16:creationId xmlns:a16="http://schemas.microsoft.com/office/drawing/2014/main" id="{C16766C9-9B74-6682-7B41-985EB6DAEE02}"/>
                  </a:ext>
                </a:extLst>
              </p:cNvPr>
              <p:cNvSpPr>
                <a:spLocks noRot="1" noChangeAspect="1" noMove="1" noResize="1" noEditPoints="1" noAdjustHandles="1" noChangeArrowheads="1" noChangeShapeType="1" noTextEdit="1"/>
              </p:cNvSpPr>
              <p:nvPr/>
            </p:nvSpPr>
            <p:spPr>
              <a:xfrm>
                <a:off x="7668161" y="4552682"/>
                <a:ext cx="1303947" cy="523220"/>
              </a:xfrm>
              <a:prstGeom prst="rect">
                <a:avLst/>
              </a:prstGeom>
              <a:blipFill>
                <a:blip r:embed="rId1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13648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nodeType="click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wipe(up)">
                                      <p:cBhvr>
                                        <p:cTn id="43" dur="500"/>
                                        <p:tgtEl>
                                          <p:spTgt spid="11"/>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50" grpId="0" animBg="1"/>
    </p:bld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8EE46-13FC-EEB2-725E-E801226FCC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93581F-049B-A89B-DF9C-ACAD41F83EE8}"/>
              </a:ext>
            </a:extLst>
          </p:cNvPr>
          <p:cNvSpPr>
            <a:spLocks noGrp="1"/>
          </p:cNvSpPr>
          <p:nvPr>
            <p:ph type="title"/>
          </p:nvPr>
        </p:nvSpPr>
        <p:spPr/>
        <p:txBody>
          <a:bodyPr/>
          <a:lstStyle/>
          <a:p>
            <a:r>
              <a:rPr lang="en-GB" dirty="0"/>
              <a:t>Method 5 ⇝ Example 3(</a:t>
            </a:r>
            <a:r>
              <a:rPr lang="en-GB" dirty="0">
                <a:solidFill>
                  <a:srgbClr val="FF0000"/>
                </a:solidFill>
              </a:rPr>
              <a:t>Continue</a:t>
            </a:r>
            <a:r>
              <a:rPr lang="en-GB" dirty="0"/>
              <a:t>)</a:t>
            </a:r>
            <a:endParaRPr lang="en-US" dirty="0"/>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63C0DF5E-D39D-E316-8B05-24F0C3EC99A3}"/>
                  </a:ext>
                </a:extLst>
              </p:cNvPr>
              <p:cNvSpPr/>
              <p:nvPr/>
            </p:nvSpPr>
            <p:spPr>
              <a:xfrm>
                <a:off x="111878" y="1000857"/>
                <a:ext cx="797582" cy="523220"/>
              </a:xfrm>
              <a:prstGeom prst="rect">
                <a:avLst/>
              </a:prstGeom>
            </p:spPr>
            <p:txBody>
              <a:bodyPr wrap="square">
                <a:spAutoFit/>
              </a:bodyPr>
              <a:lstStyle/>
              <a:p>
                <a:pPr lvl="0"/>
                <a14:m>
                  <m:oMath xmlns:m="http://schemas.openxmlformats.org/officeDocument/2006/math">
                    <m:sSub>
                      <m:sSubPr>
                        <m:ctrlPr>
                          <a:rPr lang="en-US" sz="2800" b="1" i="1" smtClean="0">
                            <a:solidFill>
                              <a:srgbClr val="002060"/>
                            </a:solidFill>
                            <a:latin typeface="Cambria Math" panose="02040503050406030204" pitchFamily="18" charset="0"/>
                          </a:rPr>
                        </m:ctrlPr>
                      </m:sSubPr>
                      <m:e>
                        <m:r>
                          <a:rPr lang="en-IN" sz="2800" b="1" i="0" smtClean="0">
                            <a:solidFill>
                              <a:srgbClr val="002060"/>
                            </a:solidFill>
                            <a:latin typeface="Cambria Math" panose="02040503050406030204" pitchFamily="18" charset="0"/>
                          </a:rPr>
                          <m:t>𝐇</m:t>
                        </m:r>
                      </m:e>
                      <m:sub>
                        <m:r>
                          <a:rPr lang="en-IN" sz="2800" b="1" i="0" smtClean="0">
                            <a:solidFill>
                              <a:srgbClr val="002060"/>
                            </a:solidFill>
                            <a:latin typeface="Cambria Math" panose="02040503050406030204" pitchFamily="18" charset="0"/>
                          </a:rPr>
                          <m:t>𝟎</m:t>
                        </m:r>
                      </m:sub>
                    </m:sSub>
                    <m:r>
                      <a:rPr lang="en-IN" sz="2800" b="1" i="0" smtClean="0">
                        <a:solidFill>
                          <a:srgbClr val="002060"/>
                        </a:solidFill>
                        <a:latin typeface="Cambria Math" panose="02040503050406030204" pitchFamily="18" charset="0"/>
                      </a:rPr>
                      <m:t> :</m:t>
                    </m:r>
                  </m:oMath>
                </a14:m>
                <a:r>
                  <a:rPr lang="en-US" sz="2800" b="1" dirty="0">
                    <a:solidFill>
                      <a:srgbClr val="002060"/>
                    </a:solidFill>
                  </a:rPr>
                  <a:t>  </a:t>
                </a:r>
              </a:p>
            </p:txBody>
          </p:sp>
        </mc:Choice>
        <mc:Fallback xmlns="">
          <p:sp>
            <p:nvSpPr>
              <p:cNvPr id="15" name="Rectangle 14">
                <a:extLst>
                  <a:ext uri="{FF2B5EF4-FFF2-40B4-BE49-F238E27FC236}">
                    <a16:creationId xmlns:a16="http://schemas.microsoft.com/office/drawing/2014/main" id="{63C0DF5E-D39D-E316-8B05-24F0C3EC99A3}"/>
                  </a:ext>
                </a:extLst>
              </p:cNvPr>
              <p:cNvSpPr>
                <a:spLocks noRot="1" noChangeAspect="1" noMove="1" noResize="1" noEditPoints="1" noAdjustHandles="1" noChangeArrowheads="1" noChangeShapeType="1" noTextEdit="1"/>
              </p:cNvSpPr>
              <p:nvPr/>
            </p:nvSpPr>
            <p:spPr>
              <a:xfrm>
                <a:off x="111878" y="1000857"/>
                <a:ext cx="797582" cy="52322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E67589AC-7B55-8F6B-7CC9-0AE24F783EB9}"/>
                  </a:ext>
                </a:extLst>
              </p:cNvPr>
              <p:cNvSpPr/>
              <p:nvPr/>
            </p:nvSpPr>
            <p:spPr>
              <a:xfrm>
                <a:off x="3251337" y="3830493"/>
                <a:ext cx="2581109" cy="523220"/>
              </a:xfrm>
              <a:prstGeom prst="rect">
                <a:avLst/>
              </a:prstGeom>
            </p:spPr>
            <p:txBody>
              <a:bodyPr wrap="square">
                <a:spAutoFit/>
              </a:bodyPr>
              <a:lstStyle/>
              <a:p>
                <a:pPr lvl="0"/>
                <a14:m>
                  <m:oMathPara xmlns:m="http://schemas.openxmlformats.org/officeDocument/2006/math">
                    <m:oMathParaPr>
                      <m:jc m:val="centerGroup"/>
                    </m:oMathParaPr>
                    <m:oMath xmlns:m="http://schemas.openxmlformats.org/officeDocument/2006/math">
                      <m:d>
                        <m:dPr>
                          <m:ctrlPr>
                            <a:rPr lang="en-US" sz="2800" i="1" smtClean="0">
                              <a:solidFill>
                                <a:srgbClr val="002060"/>
                              </a:solidFill>
                              <a:latin typeface="Cambria Math" panose="02040503050406030204" pitchFamily="18" charset="0"/>
                            </a:rPr>
                          </m:ctrlPr>
                        </m:dPr>
                        <m:e>
                          <m:r>
                            <a:rPr lang="en-IN" sz="2800" b="1" i="0" smtClean="0">
                              <a:solidFill>
                                <a:srgbClr val="FF0000"/>
                              </a:solidFill>
                              <a:latin typeface="Cambria Math" panose="02040503050406030204" pitchFamily="18" charset="0"/>
                            </a:rPr>
                            <m:t>𝐏</m:t>
                          </m:r>
                          <m:r>
                            <a:rPr lang="en-IN" sz="2800" b="1" i="0" smtClean="0">
                              <a:solidFill>
                                <a:srgbClr val="FF0000"/>
                              </a:solidFill>
                              <a:latin typeface="Cambria Math" panose="02040503050406030204" pitchFamily="18" charset="0"/>
                            </a:rPr>
                            <m:t> </m:t>
                          </m:r>
                          <m:r>
                            <a:rPr lang="en-IN" sz="2800" b="1" i="0" smtClean="0">
                              <a:solidFill>
                                <a:srgbClr val="FF0000"/>
                              </a:solidFill>
                              <a:latin typeface="Cambria Math" panose="02040503050406030204" pitchFamily="18" charset="0"/>
                            </a:rPr>
                            <m:t>𝐢𝐬</m:t>
                          </m:r>
                          <m:r>
                            <a:rPr lang="en-IN" sz="2800" b="1" i="0" smtClean="0">
                              <a:solidFill>
                                <a:srgbClr val="FF0000"/>
                              </a:solidFill>
                              <a:latin typeface="Cambria Math" panose="02040503050406030204" pitchFamily="18" charset="0"/>
                            </a:rPr>
                            <m:t> </m:t>
                          </m:r>
                          <m:r>
                            <a:rPr lang="en-IN" sz="2800" b="1" i="0" smtClean="0">
                              <a:solidFill>
                                <a:srgbClr val="FF0000"/>
                              </a:solidFill>
                              <a:latin typeface="Cambria Math" panose="02040503050406030204" pitchFamily="18" charset="0"/>
                            </a:rPr>
                            <m:t>𝐤𝐧𝐨𝐰𝐧</m:t>
                          </m:r>
                        </m:e>
                      </m:d>
                    </m:oMath>
                  </m:oMathPara>
                </a14:m>
                <a:endParaRPr lang="en-US" sz="2800" dirty="0">
                  <a:solidFill>
                    <a:srgbClr val="002060"/>
                  </a:solidFill>
                </a:endParaRPr>
              </a:p>
            </p:txBody>
          </p:sp>
        </mc:Choice>
        <mc:Fallback xmlns="">
          <p:sp>
            <p:nvSpPr>
              <p:cNvPr id="8" name="Rectangle 7">
                <a:extLst>
                  <a:ext uri="{FF2B5EF4-FFF2-40B4-BE49-F238E27FC236}">
                    <a16:creationId xmlns:a16="http://schemas.microsoft.com/office/drawing/2014/main" id="{E67589AC-7B55-8F6B-7CC9-0AE24F783EB9}"/>
                  </a:ext>
                </a:extLst>
              </p:cNvPr>
              <p:cNvSpPr>
                <a:spLocks noRot="1" noChangeAspect="1" noMove="1" noResize="1" noEditPoints="1" noAdjustHandles="1" noChangeArrowheads="1" noChangeShapeType="1" noTextEdit="1"/>
              </p:cNvSpPr>
              <p:nvPr/>
            </p:nvSpPr>
            <p:spPr>
              <a:xfrm>
                <a:off x="3251337" y="3830493"/>
                <a:ext cx="2581109" cy="523220"/>
              </a:xfrm>
              <a:prstGeom prst="rect">
                <a:avLst/>
              </a:prstGeom>
              <a:blipFill>
                <a:blip r:embed="rId3"/>
                <a:stretch>
                  <a:fillRect/>
                </a:stretch>
              </a:blipFill>
            </p:spPr>
            <p:txBody>
              <a:bodyPr/>
              <a:lstStyle/>
              <a:p>
                <a:r>
                  <a:rPr lang="en-IN">
                    <a:noFill/>
                  </a:rPr>
                  <a:t> </a:t>
                </a:r>
              </a:p>
            </p:txBody>
          </p:sp>
        </mc:Fallback>
      </mc:AlternateContent>
      <p:cxnSp>
        <p:nvCxnSpPr>
          <p:cNvPr id="3" name="Straight Connector 2">
            <a:extLst>
              <a:ext uri="{FF2B5EF4-FFF2-40B4-BE49-F238E27FC236}">
                <a16:creationId xmlns:a16="http://schemas.microsoft.com/office/drawing/2014/main" id="{A1413E2C-2883-1D12-1BE8-FDF85E6AA8D0}"/>
              </a:ext>
            </a:extLst>
          </p:cNvPr>
          <p:cNvCxnSpPr>
            <a:cxnSpLocks/>
          </p:cNvCxnSpPr>
          <p:nvPr/>
        </p:nvCxnSpPr>
        <p:spPr>
          <a:xfrm>
            <a:off x="6060580" y="708524"/>
            <a:ext cx="0" cy="5896813"/>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D82AAF1A-39E8-CA1E-8C47-21111DD3CD1F}"/>
                  </a:ext>
                </a:extLst>
              </p:cNvPr>
              <p:cNvSpPr/>
              <p:nvPr/>
            </p:nvSpPr>
            <p:spPr>
              <a:xfrm>
                <a:off x="897426" y="1024620"/>
                <a:ext cx="1636295" cy="523220"/>
              </a:xfrm>
              <a:prstGeom prst="rect">
                <a:avLst/>
              </a:prstGeom>
            </p:spPr>
            <p:txBody>
              <a:bodyPr wrap="square">
                <a:spAutoFit/>
              </a:bodyPr>
              <a:lstStyle/>
              <a:p>
                <a:pPr lvl="0"/>
                <a14:m>
                  <m:oMath xmlns:m="http://schemas.openxmlformats.org/officeDocument/2006/math">
                    <m:r>
                      <m:rPr>
                        <m:sty m:val="p"/>
                      </m:rPr>
                      <a:rPr lang="en-IN" sz="2800" b="0" i="0" smtClean="0">
                        <a:solidFill>
                          <a:srgbClr val="002060"/>
                        </a:solidFill>
                        <a:latin typeface="Cambria Math" panose="02040503050406030204" pitchFamily="18" charset="0"/>
                      </a:rPr>
                      <m:t>P</m:t>
                    </m:r>
                    <m:r>
                      <a:rPr lang="en-IN" sz="2800" b="0" i="0" smtClean="0">
                        <a:solidFill>
                          <a:srgbClr val="002060"/>
                        </a:solidFill>
                        <a:latin typeface="Cambria Math" panose="02040503050406030204" pitchFamily="18" charset="0"/>
                      </a:rPr>
                      <m:t>=0.33</m:t>
                    </m:r>
                  </m:oMath>
                </a14:m>
                <a:r>
                  <a:rPr lang="en-US" sz="2800" dirty="0">
                    <a:solidFill>
                      <a:srgbClr val="002060"/>
                    </a:solidFill>
                  </a:rPr>
                  <a:t>  </a:t>
                </a:r>
              </a:p>
            </p:txBody>
          </p:sp>
        </mc:Choice>
        <mc:Fallback xmlns="">
          <p:sp>
            <p:nvSpPr>
              <p:cNvPr id="9" name="Rectangle 8">
                <a:extLst>
                  <a:ext uri="{FF2B5EF4-FFF2-40B4-BE49-F238E27FC236}">
                    <a16:creationId xmlns:a16="http://schemas.microsoft.com/office/drawing/2014/main" id="{D82AAF1A-39E8-CA1E-8C47-21111DD3CD1F}"/>
                  </a:ext>
                </a:extLst>
              </p:cNvPr>
              <p:cNvSpPr>
                <a:spLocks noRot="1" noChangeAspect="1" noMove="1" noResize="1" noEditPoints="1" noAdjustHandles="1" noChangeArrowheads="1" noChangeShapeType="1" noTextEdit="1"/>
              </p:cNvSpPr>
              <p:nvPr/>
            </p:nvSpPr>
            <p:spPr>
              <a:xfrm>
                <a:off x="897426" y="1024620"/>
                <a:ext cx="1636295"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B25E1697-709A-3132-0CA8-E4AA1B7EB8B5}"/>
                  </a:ext>
                </a:extLst>
              </p:cNvPr>
              <p:cNvSpPr/>
              <p:nvPr/>
            </p:nvSpPr>
            <p:spPr>
              <a:xfrm>
                <a:off x="123912" y="1661814"/>
                <a:ext cx="797582" cy="523220"/>
              </a:xfrm>
              <a:prstGeom prst="rect">
                <a:avLst/>
              </a:prstGeom>
            </p:spPr>
            <p:txBody>
              <a:bodyPr wrap="square">
                <a:spAutoFit/>
              </a:bodyPr>
              <a:lstStyle/>
              <a:p>
                <a:pPr lvl="0"/>
                <a14:m>
                  <m:oMath xmlns:m="http://schemas.openxmlformats.org/officeDocument/2006/math">
                    <m:sSub>
                      <m:sSubPr>
                        <m:ctrlPr>
                          <a:rPr lang="en-US" sz="2800" b="1" i="1" smtClean="0">
                            <a:solidFill>
                              <a:srgbClr val="002060"/>
                            </a:solidFill>
                            <a:latin typeface="Cambria Math" panose="02040503050406030204" pitchFamily="18" charset="0"/>
                          </a:rPr>
                        </m:ctrlPr>
                      </m:sSubPr>
                      <m:e>
                        <m:r>
                          <a:rPr lang="en-IN" sz="2800" b="1" i="0" smtClean="0">
                            <a:solidFill>
                              <a:srgbClr val="002060"/>
                            </a:solidFill>
                            <a:latin typeface="Cambria Math" panose="02040503050406030204" pitchFamily="18" charset="0"/>
                          </a:rPr>
                          <m:t>𝐇</m:t>
                        </m:r>
                      </m:e>
                      <m:sub>
                        <m:r>
                          <a:rPr lang="en-IN" sz="2800" b="1" i="0" smtClean="0">
                            <a:solidFill>
                              <a:srgbClr val="002060"/>
                            </a:solidFill>
                            <a:latin typeface="Cambria Math" panose="02040503050406030204" pitchFamily="18" charset="0"/>
                          </a:rPr>
                          <m:t>𝟏</m:t>
                        </m:r>
                      </m:sub>
                    </m:sSub>
                    <m:r>
                      <a:rPr lang="en-IN" sz="2800" b="1" i="0" smtClean="0">
                        <a:solidFill>
                          <a:srgbClr val="002060"/>
                        </a:solidFill>
                        <a:latin typeface="Cambria Math" panose="02040503050406030204" pitchFamily="18" charset="0"/>
                      </a:rPr>
                      <m:t> :</m:t>
                    </m:r>
                  </m:oMath>
                </a14:m>
                <a:r>
                  <a:rPr lang="en-US" sz="2800" b="1" dirty="0">
                    <a:solidFill>
                      <a:srgbClr val="002060"/>
                    </a:solidFill>
                  </a:rPr>
                  <a:t>  </a:t>
                </a:r>
              </a:p>
            </p:txBody>
          </p:sp>
        </mc:Choice>
        <mc:Fallback xmlns="">
          <p:sp>
            <p:nvSpPr>
              <p:cNvPr id="10" name="Rectangle 9">
                <a:extLst>
                  <a:ext uri="{FF2B5EF4-FFF2-40B4-BE49-F238E27FC236}">
                    <a16:creationId xmlns:a16="http://schemas.microsoft.com/office/drawing/2014/main" id="{B25E1697-709A-3132-0CA8-E4AA1B7EB8B5}"/>
                  </a:ext>
                </a:extLst>
              </p:cNvPr>
              <p:cNvSpPr>
                <a:spLocks noRot="1" noChangeAspect="1" noMove="1" noResize="1" noEditPoints="1" noAdjustHandles="1" noChangeArrowheads="1" noChangeShapeType="1" noTextEdit="1"/>
              </p:cNvSpPr>
              <p:nvPr/>
            </p:nvSpPr>
            <p:spPr>
              <a:xfrm>
                <a:off x="123912" y="1661814"/>
                <a:ext cx="797582"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682E998A-DBA0-AD8E-06C3-BACD29266409}"/>
                  </a:ext>
                </a:extLst>
              </p:cNvPr>
              <p:cNvSpPr/>
              <p:nvPr/>
            </p:nvSpPr>
            <p:spPr>
              <a:xfrm>
                <a:off x="909460" y="1685577"/>
                <a:ext cx="1636295" cy="523220"/>
              </a:xfrm>
              <a:prstGeom prst="rect">
                <a:avLst/>
              </a:prstGeom>
            </p:spPr>
            <p:txBody>
              <a:bodyPr wrap="square">
                <a:spAutoFit/>
              </a:bodyPr>
              <a:lstStyle/>
              <a:p>
                <a:pPr lvl="0"/>
                <a14:m>
                  <m:oMath xmlns:m="http://schemas.openxmlformats.org/officeDocument/2006/math">
                    <m:r>
                      <m:rPr>
                        <m:sty m:val="p"/>
                      </m:rPr>
                      <a:rPr lang="en-IN" sz="2800" b="0" i="0" smtClean="0">
                        <a:solidFill>
                          <a:srgbClr val="002060"/>
                        </a:solidFill>
                        <a:latin typeface="Cambria Math" panose="02040503050406030204" pitchFamily="18" charset="0"/>
                      </a:rPr>
                      <m:t>P</m:t>
                    </m:r>
                    <m:r>
                      <a:rPr lang="en-IN" sz="2800" b="0" i="1" smtClean="0">
                        <a:solidFill>
                          <a:srgbClr val="002060"/>
                        </a:solidFill>
                        <a:latin typeface="Cambria Math" panose="02040503050406030204" pitchFamily="18" charset="0"/>
                        <a:ea typeface="Cambria Math" panose="02040503050406030204" pitchFamily="18" charset="0"/>
                      </a:rPr>
                      <m:t>≠</m:t>
                    </m:r>
                    <m:r>
                      <a:rPr lang="en-IN" sz="2800" b="0" i="0" smtClean="0">
                        <a:solidFill>
                          <a:srgbClr val="002060"/>
                        </a:solidFill>
                        <a:latin typeface="Cambria Math" panose="02040503050406030204" pitchFamily="18" charset="0"/>
                      </a:rPr>
                      <m:t>0.33</m:t>
                    </m:r>
                  </m:oMath>
                </a14:m>
                <a:r>
                  <a:rPr lang="en-US" sz="2800" dirty="0">
                    <a:solidFill>
                      <a:srgbClr val="002060"/>
                    </a:solidFill>
                  </a:rPr>
                  <a:t>  </a:t>
                </a:r>
              </a:p>
            </p:txBody>
          </p:sp>
        </mc:Choice>
        <mc:Fallback xmlns="">
          <p:sp>
            <p:nvSpPr>
              <p:cNvPr id="11" name="Rectangle 10">
                <a:extLst>
                  <a:ext uri="{FF2B5EF4-FFF2-40B4-BE49-F238E27FC236}">
                    <a16:creationId xmlns:a16="http://schemas.microsoft.com/office/drawing/2014/main" id="{682E998A-DBA0-AD8E-06C3-BACD29266409}"/>
                  </a:ext>
                </a:extLst>
              </p:cNvPr>
              <p:cNvSpPr>
                <a:spLocks noRot="1" noChangeAspect="1" noMove="1" noResize="1" noEditPoints="1" noAdjustHandles="1" noChangeArrowheads="1" noChangeShapeType="1" noTextEdit="1"/>
              </p:cNvSpPr>
              <p:nvPr/>
            </p:nvSpPr>
            <p:spPr>
              <a:xfrm>
                <a:off x="909460" y="1685577"/>
                <a:ext cx="1636295"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4D61F233-9450-12A2-F1F0-EA71FB4BEB41}"/>
                  </a:ext>
                </a:extLst>
              </p:cNvPr>
              <p:cNvSpPr/>
              <p:nvPr/>
            </p:nvSpPr>
            <p:spPr>
              <a:xfrm>
                <a:off x="146772" y="2317172"/>
                <a:ext cx="2442938" cy="523220"/>
              </a:xfrm>
              <a:prstGeom prst="rect">
                <a:avLst/>
              </a:prstGeom>
            </p:spPr>
            <p:txBody>
              <a:bodyPr wrap="square">
                <a:spAutoFit/>
              </a:bodyPr>
              <a:lstStyle/>
              <a:p>
                <a:pPr lvl="0"/>
                <a14:m>
                  <m:oMath xmlns:m="http://schemas.openxmlformats.org/officeDocument/2006/math">
                    <m:r>
                      <a:rPr lang="en-IN" sz="2800" b="1" i="0" smtClean="0">
                        <a:solidFill>
                          <a:srgbClr val="002060"/>
                        </a:solidFill>
                        <a:latin typeface="Cambria Math" panose="02040503050406030204" pitchFamily="18" charset="0"/>
                      </a:rPr>
                      <m:t>𝐋</m:t>
                    </m:r>
                    <m:r>
                      <a:rPr lang="en-IN" sz="2800" b="1" i="0" smtClean="0">
                        <a:solidFill>
                          <a:srgbClr val="002060"/>
                        </a:solidFill>
                        <a:latin typeface="Cambria Math" panose="02040503050406030204" pitchFamily="18" charset="0"/>
                      </a:rPr>
                      <m:t>.</m:t>
                    </m:r>
                    <m:r>
                      <a:rPr lang="en-IN" sz="2800" b="1" i="0" smtClean="0">
                        <a:solidFill>
                          <a:srgbClr val="002060"/>
                        </a:solidFill>
                        <a:latin typeface="Cambria Math" panose="02040503050406030204" pitchFamily="18" charset="0"/>
                      </a:rPr>
                      <m:t>𝐎</m:t>
                    </m:r>
                    <m:r>
                      <a:rPr lang="en-IN" sz="2800" b="1" i="0" smtClean="0">
                        <a:solidFill>
                          <a:srgbClr val="002060"/>
                        </a:solidFill>
                        <a:latin typeface="Cambria Math" panose="02040503050406030204" pitchFamily="18" charset="0"/>
                      </a:rPr>
                      <m:t>.</m:t>
                    </m:r>
                    <m:r>
                      <a:rPr lang="en-IN" sz="2800" b="1" i="0" smtClean="0">
                        <a:solidFill>
                          <a:srgbClr val="002060"/>
                        </a:solidFill>
                        <a:latin typeface="Cambria Math" panose="02040503050406030204" pitchFamily="18" charset="0"/>
                      </a:rPr>
                      <m:t>𝐒</m:t>
                    </m:r>
                    <m:r>
                      <a:rPr lang="en-IN" sz="2800" b="0" i="0" smtClean="0">
                        <a:solidFill>
                          <a:srgbClr val="002060"/>
                        </a:solidFill>
                        <a:latin typeface="Cambria Math" panose="02040503050406030204" pitchFamily="18" charset="0"/>
                      </a:rPr>
                      <m:t> =5%</m:t>
                    </m:r>
                  </m:oMath>
                </a14:m>
                <a:r>
                  <a:rPr lang="en-US" sz="2800" dirty="0">
                    <a:solidFill>
                      <a:srgbClr val="002060"/>
                    </a:solidFill>
                  </a:rPr>
                  <a:t>  </a:t>
                </a:r>
              </a:p>
            </p:txBody>
          </p:sp>
        </mc:Choice>
        <mc:Fallback xmlns="">
          <p:sp>
            <p:nvSpPr>
              <p:cNvPr id="12" name="Rectangle 11">
                <a:extLst>
                  <a:ext uri="{FF2B5EF4-FFF2-40B4-BE49-F238E27FC236}">
                    <a16:creationId xmlns:a16="http://schemas.microsoft.com/office/drawing/2014/main" id="{4D61F233-9450-12A2-F1F0-EA71FB4BEB41}"/>
                  </a:ext>
                </a:extLst>
              </p:cNvPr>
              <p:cNvSpPr>
                <a:spLocks noRot="1" noChangeAspect="1" noMove="1" noResize="1" noEditPoints="1" noAdjustHandles="1" noChangeArrowheads="1" noChangeShapeType="1" noTextEdit="1"/>
              </p:cNvSpPr>
              <p:nvPr/>
            </p:nvSpPr>
            <p:spPr>
              <a:xfrm>
                <a:off x="146772" y="2317172"/>
                <a:ext cx="2442938" cy="523220"/>
              </a:xfrm>
              <a:prstGeom prst="rect">
                <a:avLst/>
              </a:prstGeom>
              <a:blipFill>
                <a:blip r:embed="rId7"/>
                <a:stretch>
                  <a:fillRect/>
                </a:stretch>
              </a:blipFill>
            </p:spPr>
            <p:txBody>
              <a:bodyPr/>
              <a:lstStyle/>
              <a:p>
                <a:r>
                  <a:rPr lang="en-IN">
                    <a:noFill/>
                  </a:rPr>
                  <a:t> </a:t>
                </a:r>
              </a:p>
            </p:txBody>
          </p:sp>
        </mc:Fallback>
      </mc:AlternateContent>
      <p:sp>
        <p:nvSpPr>
          <p:cNvPr id="13" name="Rectangle 12">
            <a:extLst>
              <a:ext uri="{FF2B5EF4-FFF2-40B4-BE49-F238E27FC236}">
                <a16:creationId xmlns:a16="http://schemas.microsoft.com/office/drawing/2014/main" id="{C97C1510-5264-89C7-257D-403A92A2C948}"/>
              </a:ext>
            </a:extLst>
          </p:cNvPr>
          <p:cNvSpPr/>
          <p:nvPr/>
        </p:nvSpPr>
        <p:spPr>
          <a:xfrm>
            <a:off x="152658" y="2943864"/>
            <a:ext cx="1047491" cy="523220"/>
          </a:xfrm>
          <a:prstGeom prst="rect">
            <a:avLst/>
          </a:prstGeom>
        </p:spPr>
        <p:txBody>
          <a:bodyPr wrap="square">
            <a:spAutoFit/>
          </a:bodyPr>
          <a:lstStyle/>
          <a:p>
            <a:pPr lvl="0"/>
            <a:r>
              <a:rPr lang="en-US" sz="2800" b="1" dirty="0">
                <a:solidFill>
                  <a:srgbClr val="002060"/>
                </a:solidFill>
              </a:rPr>
              <a:t>Test :</a:t>
            </a:r>
            <a:r>
              <a:rPr lang="en-US" sz="2800" u="sng" dirty="0">
                <a:solidFill>
                  <a:srgbClr val="002060"/>
                </a:solidFill>
              </a:rPr>
              <a:t>  </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6D8A9D53-8CDA-E625-9C1D-C53245B9CDD1}"/>
                  </a:ext>
                </a:extLst>
              </p:cNvPr>
              <p:cNvSpPr txBox="1"/>
              <p:nvPr/>
            </p:nvSpPr>
            <p:spPr>
              <a:xfrm>
                <a:off x="154486" y="3521973"/>
                <a:ext cx="2435224" cy="143488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b="1" smtClean="0">
                          <a:solidFill>
                            <a:srgbClr val="002060"/>
                          </a:solidFill>
                          <a:latin typeface="Cambria Math" panose="02040503050406030204" pitchFamily="18" charset="0"/>
                        </a:rPr>
                        <m:t>𝐙</m:t>
                      </m:r>
                      <m:r>
                        <a:rPr lang="en-IN" sz="2800" b="0" i="0">
                          <a:solidFill>
                            <a:srgbClr val="002060"/>
                          </a:solidFill>
                          <a:latin typeface="Cambria Math" panose="02040503050406030204" pitchFamily="18" charset="0"/>
                        </a:rPr>
                        <m:t>=</m:t>
                      </m:r>
                      <m:f>
                        <m:fPr>
                          <m:ctrlPr>
                            <a:rPr lang="en-IN" sz="2800" b="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m:t>
                          </m:r>
                          <m:r>
                            <a:rPr lang="en-IN" sz="2800" b="1" i="0">
                              <a:solidFill>
                                <a:srgbClr val="002060"/>
                              </a:solidFill>
                              <a:latin typeface="Cambria Math" panose="02040503050406030204" pitchFamily="18" charset="0"/>
                            </a:rPr>
                            <m:t>𝐩</m:t>
                          </m:r>
                          <m:r>
                            <a:rPr lang="en-IN" sz="2800" b="0" i="0">
                              <a:solidFill>
                                <a:srgbClr val="002060"/>
                              </a:solidFill>
                              <a:latin typeface="Cambria Math" panose="02040503050406030204" pitchFamily="18" charset="0"/>
                            </a:rPr>
                            <m:t>−</m:t>
                          </m:r>
                          <m:r>
                            <a:rPr lang="en-IN" sz="2800" b="1" i="0">
                              <a:solidFill>
                                <a:srgbClr val="002060"/>
                              </a:solidFill>
                              <a:latin typeface="Cambria Math" panose="02040503050406030204" pitchFamily="18" charset="0"/>
                            </a:rPr>
                            <m:t>𝐏</m:t>
                          </m:r>
                          <m:r>
                            <a:rPr lang="en-IN" sz="2800" b="0" i="0">
                              <a:solidFill>
                                <a:srgbClr val="002060"/>
                              </a:solidFill>
                              <a:latin typeface="Cambria Math" panose="02040503050406030204" pitchFamily="18" charset="0"/>
                            </a:rPr>
                            <m:t> </m:t>
                          </m:r>
                        </m:num>
                        <m:den>
                          <m:r>
                            <a:rPr lang="en-IN" sz="2800" b="0" i="0">
                              <a:solidFill>
                                <a:srgbClr val="002060"/>
                              </a:solidFill>
                              <a:latin typeface="Cambria Math" panose="02040503050406030204" pitchFamily="18" charset="0"/>
                            </a:rPr>
                            <m:t>  </m:t>
                          </m:r>
                          <m:rad>
                            <m:radPr>
                              <m:degHide m:val="on"/>
                              <m:ctrlPr>
                                <a:rPr lang="en-IN" sz="2800" b="0" i="1">
                                  <a:solidFill>
                                    <a:srgbClr val="002060"/>
                                  </a:solidFill>
                                  <a:latin typeface="Cambria Math" panose="02040503050406030204" pitchFamily="18" charset="0"/>
                                </a:rPr>
                              </m:ctrlPr>
                            </m:radPr>
                            <m:deg/>
                            <m:e>
                              <m:f>
                                <m:fPr>
                                  <m:ctrlPr>
                                    <a:rPr lang="en-IN" sz="2800" b="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m:t>
                                  </m:r>
                                  <m:r>
                                    <a:rPr lang="en-IN" sz="2800" b="1" i="0">
                                      <a:solidFill>
                                        <a:srgbClr val="002060"/>
                                      </a:solidFill>
                                      <a:latin typeface="Cambria Math" panose="02040503050406030204" pitchFamily="18" charset="0"/>
                                    </a:rPr>
                                    <m:t>𝐏</m:t>
                                  </m:r>
                                  <m:r>
                                    <a:rPr lang="en-IN" sz="2800" b="0" i="0">
                                      <a:solidFill>
                                        <a:srgbClr val="002060"/>
                                      </a:solidFill>
                                      <a:latin typeface="Cambria Math" panose="02040503050406030204" pitchFamily="18" charset="0"/>
                                    </a:rPr>
                                    <m:t> </m:t>
                                  </m:r>
                                  <m:r>
                                    <a:rPr lang="en-IN" sz="2800" b="1" i="0">
                                      <a:solidFill>
                                        <a:srgbClr val="002060"/>
                                      </a:solidFill>
                                      <a:latin typeface="Cambria Math" panose="02040503050406030204" pitchFamily="18" charset="0"/>
                                    </a:rPr>
                                    <m:t>𝐐</m:t>
                                  </m:r>
                                  <m:r>
                                    <a:rPr lang="en-IN" sz="2800" b="0" i="0">
                                      <a:solidFill>
                                        <a:srgbClr val="002060"/>
                                      </a:solidFill>
                                      <a:latin typeface="Cambria Math" panose="02040503050406030204" pitchFamily="18" charset="0"/>
                                    </a:rPr>
                                    <m:t> </m:t>
                                  </m:r>
                                </m:num>
                                <m:den>
                                  <m:r>
                                    <a:rPr lang="en-IN" sz="2800" b="0" i="0">
                                      <a:solidFill>
                                        <a:srgbClr val="002060"/>
                                      </a:solidFill>
                                      <a:latin typeface="Cambria Math" panose="02040503050406030204" pitchFamily="18" charset="0"/>
                                    </a:rPr>
                                    <m:t> </m:t>
                                  </m:r>
                                  <m:r>
                                    <a:rPr lang="en-IN" sz="2800" b="1" i="0">
                                      <a:solidFill>
                                        <a:srgbClr val="002060"/>
                                      </a:solidFill>
                                      <a:latin typeface="Cambria Math" panose="02040503050406030204" pitchFamily="18" charset="0"/>
                                    </a:rPr>
                                    <m:t>𝐧</m:t>
                                  </m:r>
                                  <m:r>
                                    <a:rPr lang="en-IN" sz="2800" b="0" i="0">
                                      <a:solidFill>
                                        <a:srgbClr val="002060"/>
                                      </a:solidFill>
                                      <a:latin typeface="Cambria Math" panose="02040503050406030204" pitchFamily="18" charset="0"/>
                                    </a:rPr>
                                    <m:t> </m:t>
                                  </m:r>
                                </m:den>
                              </m:f>
                              <m:r>
                                <a:rPr lang="en-IN" sz="2800" b="0" i="0">
                                  <a:solidFill>
                                    <a:srgbClr val="002060"/>
                                  </a:solidFill>
                                  <a:latin typeface="Cambria Math" panose="02040503050406030204" pitchFamily="18" charset="0"/>
                                </a:rPr>
                                <m:t> </m:t>
                              </m:r>
                            </m:e>
                          </m:rad>
                          <m:r>
                            <a:rPr lang="en-IN" sz="2800" b="0" i="0">
                              <a:solidFill>
                                <a:srgbClr val="002060"/>
                              </a:solidFill>
                              <a:latin typeface="Cambria Math" panose="02040503050406030204" pitchFamily="18" charset="0"/>
                            </a:rPr>
                            <m:t>  </m:t>
                          </m:r>
                        </m:den>
                      </m:f>
                    </m:oMath>
                  </m:oMathPara>
                </a14:m>
                <a:endParaRPr lang="en-IN" sz="2800" dirty="0">
                  <a:solidFill>
                    <a:srgbClr val="002060"/>
                  </a:solidFill>
                </a:endParaRPr>
              </a:p>
            </p:txBody>
          </p:sp>
        </mc:Choice>
        <mc:Fallback xmlns="">
          <p:sp>
            <p:nvSpPr>
              <p:cNvPr id="16" name="TextBox 15">
                <a:extLst>
                  <a:ext uri="{FF2B5EF4-FFF2-40B4-BE49-F238E27FC236}">
                    <a16:creationId xmlns:a16="http://schemas.microsoft.com/office/drawing/2014/main" id="{6D8A9D53-8CDA-E625-9C1D-C53245B9CDD1}"/>
                  </a:ext>
                </a:extLst>
              </p:cNvPr>
              <p:cNvSpPr txBox="1">
                <a:spLocks noRot="1" noChangeAspect="1" noMove="1" noResize="1" noEditPoints="1" noAdjustHandles="1" noChangeArrowheads="1" noChangeShapeType="1" noTextEdit="1"/>
              </p:cNvSpPr>
              <p:nvPr/>
            </p:nvSpPr>
            <p:spPr>
              <a:xfrm>
                <a:off x="154486" y="3521973"/>
                <a:ext cx="2435224" cy="143488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2B300484-8238-53DA-2F0A-A57AB1595C96}"/>
                  </a:ext>
                </a:extLst>
              </p:cNvPr>
              <p:cNvSpPr txBox="1"/>
              <p:nvPr/>
            </p:nvSpPr>
            <p:spPr>
              <a:xfrm>
                <a:off x="419229" y="5115940"/>
                <a:ext cx="3503120" cy="143488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b="0" i="0" smtClean="0">
                          <a:solidFill>
                            <a:srgbClr val="002060"/>
                          </a:solidFill>
                          <a:latin typeface="Cambria Math" panose="02040503050406030204" pitchFamily="18" charset="0"/>
                        </a:rPr>
                        <m:t>=</m:t>
                      </m:r>
                      <m:f>
                        <m:fPr>
                          <m:ctrlPr>
                            <a:rPr lang="en-IN" sz="2800" b="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m:t>
                          </m:r>
                          <m:r>
                            <a:rPr lang="en-IN" sz="2800" b="0" i="0" smtClean="0">
                              <a:solidFill>
                                <a:srgbClr val="002060"/>
                              </a:solidFill>
                              <a:latin typeface="Cambria Math" panose="02040503050406030204" pitchFamily="18" charset="0"/>
                            </a:rPr>
                            <m:t>0.36</m:t>
                          </m:r>
                          <m:r>
                            <a:rPr lang="en-IN" sz="2800" b="0" i="0">
                              <a:solidFill>
                                <a:srgbClr val="002060"/>
                              </a:solidFill>
                              <a:latin typeface="Cambria Math" panose="02040503050406030204" pitchFamily="18" charset="0"/>
                            </a:rPr>
                            <m:t>−</m:t>
                          </m:r>
                          <m:r>
                            <a:rPr lang="en-IN" sz="2800" b="0" i="0" smtClean="0">
                              <a:solidFill>
                                <a:srgbClr val="002060"/>
                              </a:solidFill>
                              <a:latin typeface="Cambria Math" panose="02040503050406030204" pitchFamily="18" charset="0"/>
                            </a:rPr>
                            <m:t>0.33</m:t>
                          </m:r>
                          <m:r>
                            <a:rPr lang="en-IN" sz="2800" b="0" i="0">
                              <a:solidFill>
                                <a:srgbClr val="002060"/>
                              </a:solidFill>
                              <a:latin typeface="Cambria Math" panose="02040503050406030204" pitchFamily="18" charset="0"/>
                            </a:rPr>
                            <m:t> </m:t>
                          </m:r>
                        </m:num>
                        <m:den>
                          <m:r>
                            <a:rPr lang="en-IN" sz="2800" b="0" i="0">
                              <a:solidFill>
                                <a:srgbClr val="002060"/>
                              </a:solidFill>
                              <a:latin typeface="Cambria Math" panose="02040503050406030204" pitchFamily="18" charset="0"/>
                            </a:rPr>
                            <m:t>  </m:t>
                          </m:r>
                          <m:rad>
                            <m:radPr>
                              <m:degHide m:val="on"/>
                              <m:ctrlPr>
                                <a:rPr lang="en-IN" sz="2800" b="0" i="1">
                                  <a:solidFill>
                                    <a:srgbClr val="002060"/>
                                  </a:solidFill>
                                  <a:latin typeface="Cambria Math" panose="02040503050406030204" pitchFamily="18" charset="0"/>
                                </a:rPr>
                              </m:ctrlPr>
                            </m:radPr>
                            <m:deg/>
                            <m:e>
                              <m:f>
                                <m:fPr>
                                  <m:ctrlPr>
                                    <a:rPr lang="en-IN" sz="2800" b="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m:t>
                                  </m:r>
                                  <m:d>
                                    <m:dPr>
                                      <m:ctrlPr>
                                        <a:rPr lang="en-IN" sz="2800" b="0" i="1" smtClean="0">
                                          <a:solidFill>
                                            <a:srgbClr val="002060"/>
                                          </a:solidFill>
                                          <a:latin typeface="Cambria Math" panose="02040503050406030204" pitchFamily="18" charset="0"/>
                                        </a:rPr>
                                      </m:ctrlPr>
                                    </m:dPr>
                                    <m:e>
                                      <m:r>
                                        <a:rPr lang="en-IN" sz="2800" b="0" i="1" smtClean="0">
                                          <a:solidFill>
                                            <a:srgbClr val="002060"/>
                                          </a:solidFill>
                                          <a:latin typeface="Cambria Math" panose="02040503050406030204" pitchFamily="18" charset="0"/>
                                        </a:rPr>
                                        <m:t>0.33</m:t>
                                      </m:r>
                                    </m:e>
                                  </m:d>
                                  <m:d>
                                    <m:dPr>
                                      <m:ctrlPr>
                                        <a:rPr lang="en-IN" sz="2800" i="1">
                                          <a:solidFill>
                                            <a:srgbClr val="002060"/>
                                          </a:solidFill>
                                          <a:latin typeface="Cambria Math" panose="02040503050406030204" pitchFamily="18" charset="0"/>
                                        </a:rPr>
                                      </m:ctrlPr>
                                    </m:dPr>
                                    <m:e>
                                      <m:r>
                                        <a:rPr lang="en-IN" sz="2800" i="1">
                                          <a:solidFill>
                                            <a:srgbClr val="002060"/>
                                          </a:solidFill>
                                          <a:latin typeface="Cambria Math" panose="02040503050406030204" pitchFamily="18" charset="0"/>
                                        </a:rPr>
                                        <m:t>0.</m:t>
                                      </m:r>
                                      <m:r>
                                        <a:rPr lang="en-IN" sz="2800" b="0" i="1" smtClean="0">
                                          <a:solidFill>
                                            <a:srgbClr val="002060"/>
                                          </a:solidFill>
                                          <a:latin typeface="Cambria Math" panose="02040503050406030204" pitchFamily="18" charset="0"/>
                                        </a:rPr>
                                        <m:t>67</m:t>
                                      </m:r>
                                    </m:e>
                                  </m:d>
                                </m:num>
                                <m:den>
                                  <m:r>
                                    <a:rPr lang="en-IN" sz="2800" b="0" i="0">
                                      <a:solidFill>
                                        <a:srgbClr val="002060"/>
                                      </a:solidFill>
                                      <a:latin typeface="Cambria Math" panose="02040503050406030204" pitchFamily="18" charset="0"/>
                                    </a:rPr>
                                    <m:t> </m:t>
                                  </m:r>
                                  <m:r>
                                    <a:rPr lang="en-IN" sz="2800" b="0" i="0" smtClean="0">
                                      <a:solidFill>
                                        <a:srgbClr val="002060"/>
                                      </a:solidFill>
                                      <a:latin typeface="Cambria Math" panose="02040503050406030204" pitchFamily="18" charset="0"/>
                                    </a:rPr>
                                    <m:t>9000</m:t>
                                  </m:r>
                                  <m:r>
                                    <a:rPr lang="en-IN" sz="2800" b="0" i="0">
                                      <a:solidFill>
                                        <a:srgbClr val="002060"/>
                                      </a:solidFill>
                                      <a:latin typeface="Cambria Math" panose="02040503050406030204" pitchFamily="18" charset="0"/>
                                    </a:rPr>
                                    <m:t> </m:t>
                                  </m:r>
                                </m:den>
                              </m:f>
                              <m:r>
                                <a:rPr lang="en-IN" sz="2800" b="0" i="0">
                                  <a:solidFill>
                                    <a:srgbClr val="002060"/>
                                  </a:solidFill>
                                  <a:latin typeface="Cambria Math" panose="02040503050406030204" pitchFamily="18" charset="0"/>
                                </a:rPr>
                                <m:t> </m:t>
                              </m:r>
                            </m:e>
                          </m:rad>
                          <m:r>
                            <a:rPr lang="en-IN" sz="2800" b="0" i="0">
                              <a:solidFill>
                                <a:srgbClr val="002060"/>
                              </a:solidFill>
                              <a:latin typeface="Cambria Math" panose="02040503050406030204" pitchFamily="18" charset="0"/>
                            </a:rPr>
                            <m:t>  </m:t>
                          </m:r>
                        </m:den>
                      </m:f>
                    </m:oMath>
                  </m:oMathPara>
                </a14:m>
                <a:endParaRPr lang="en-IN" sz="2800" dirty="0">
                  <a:solidFill>
                    <a:srgbClr val="002060"/>
                  </a:solidFill>
                </a:endParaRPr>
              </a:p>
            </p:txBody>
          </p:sp>
        </mc:Choice>
        <mc:Fallback xmlns="">
          <p:sp>
            <p:nvSpPr>
              <p:cNvPr id="17" name="TextBox 16">
                <a:extLst>
                  <a:ext uri="{FF2B5EF4-FFF2-40B4-BE49-F238E27FC236}">
                    <a16:creationId xmlns:a16="http://schemas.microsoft.com/office/drawing/2014/main" id="{2B300484-8238-53DA-2F0A-A57AB1595C96}"/>
                  </a:ext>
                </a:extLst>
              </p:cNvPr>
              <p:cNvSpPr txBox="1">
                <a:spLocks noRot="1" noChangeAspect="1" noMove="1" noResize="1" noEditPoints="1" noAdjustHandles="1" noChangeArrowheads="1" noChangeShapeType="1" noTextEdit="1"/>
              </p:cNvSpPr>
              <p:nvPr/>
            </p:nvSpPr>
            <p:spPr>
              <a:xfrm>
                <a:off x="419229" y="5115940"/>
                <a:ext cx="3503120" cy="143488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854D086B-9997-E10A-376F-CDBD6BFDD7DE}"/>
                  </a:ext>
                </a:extLst>
              </p:cNvPr>
              <p:cNvSpPr/>
              <p:nvPr/>
            </p:nvSpPr>
            <p:spPr>
              <a:xfrm>
                <a:off x="3784658" y="5333020"/>
                <a:ext cx="1816039" cy="523220"/>
              </a:xfrm>
              <a:prstGeom prst="rect">
                <a:avLst/>
              </a:prstGeom>
            </p:spPr>
            <p:txBody>
              <a:bodyPr wrap="square">
                <a:spAutoFit/>
              </a:bodyPr>
              <a:lstStyle/>
              <a:p>
                <a:pPr lvl="0"/>
                <a14:m>
                  <m:oMath xmlns:m="http://schemas.openxmlformats.org/officeDocument/2006/math">
                    <m:r>
                      <a:rPr lang="en-IN" sz="2800" b="0" i="0" smtClean="0">
                        <a:solidFill>
                          <a:srgbClr val="002060"/>
                        </a:solidFill>
                        <a:latin typeface="Cambria Math" panose="02040503050406030204" pitchFamily="18" charset="0"/>
                      </a:rPr>
                      <m:t>=6.05</m:t>
                    </m:r>
                  </m:oMath>
                </a14:m>
                <a:r>
                  <a:rPr lang="en-US" sz="2800" dirty="0">
                    <a:solidFill>
                      <a:srgbClr val="002060"/>
                    </a:solidFill>
                  </a:rPr>
                  <a:t>  </a:t>
                </a:r>
              </a:p>
            </p:txBody>
          </p:sp>
        </mc:Choice>
        <mc:Fallback xmlns="">
          <p:sp>
            <p:nvSpPr>
              <p:cNvPr id="18" name="Rectangle 17">
                <a:extLst>
                  <a:ext uri="{FF2B5EF4-FFF2-40B4-BE49-F238E27FC236}">
                    <a16:creationId xmlns:a16="http://schemas.microsoft.com/office/drawing/2014/main" id="{854D086B-9997-E10A-376F-CDBD6BFDD7DE}"/>
                  </a:ext>
                </a:extLst>
              </p:cNvPr>
              <p:cNvSpPr>
                <a:spLocks noRot="1" noChangeAspect="1" noMove="1" noResize="1" noEditPoints="1" noAdjustHandles="1" noChangeArrowheads="1" noChangeShapeType="1" noTextEdit="1"/>
              </p:cNvSpPr>
              <p:nvPr/>
            </p:nvSpPr>
            <p:spPr>
              <a:xfrm>
                <a:off x="3784658" y="5333020"/>
                <a:ext cx="1816039" cy="523220"/>
              </a:xfrm>
              <a:prstGeom prst="rect">
                <a:avLst/>
              </a:prstGeom>
              <a:blipFill>
                <a:blip r:embed="rId10"/>
                <a:stretch>
                  <a:fillRect/>
                </a:stretch>
              </a:blipFill>
            </p:spPr>
            <p:txBody>
              <a:bodyPr/>
              <a:lstStyle/>
              <a:p>
                <a:r>
                  <a:rPr lang="en-IN">
                    <a:noFill/>
                  </a:rPr>
                  <a:t> </a:t>
                </a:r>
              </a:p>
            </p:txBody>
          </p:sp>
        </mc:Fallback>
      </mc:AlternateContent>
      <p:sp>
        <p:nvSpPr>
          <p:cNvPr id="19" name="Rectangle 18">
            <a:extLst>
              <a:ext uri="{FF2B5EF4-FFF2-40B4-BE49-F238E27FC236}">
                <a16:creationId xmlns:a16="http://schemas.microsoft.com/office/drawing/2014/main" id="{11DA6192-98C7-D645-1E81-65B63B0E8C85}"/>
              </a:ext>
            </a:extLst>
          </p:cNvPr>
          <p:cNvSpPr/>
          <p:nvPr/>
        </p:nvSpPr>
        <p:spPr>
          <a:xfrm>
            <a:off x="6131421" y="1000857"/>
            <a:ext cx="2532181" cy="523220"/>
          </a:xfrm>
          <a:prstGeom prst="rect">
            <a:avLst/>
          </a:prstGeom>
        </p:spPr>
        <p:txBody>
          <a:bodyPr wrap="square">
            <a:spAutoFit/>
          </a:bodyPr>
          <a:lstStyle/>
          <a:p>
            <a:pPr lvl="0"/>
            <a:r>
              <a:rPr lang="en-US" sz="2800" b="1" dirty="0">
                <a:solidFill>
                  <a:srgbClr val="002060"/>
                </a:solidFill>
              </a:rPr>
              <a:t>Critical Region </a:t>
            </a:r>
            <a:r>
              <a:rPr lang="en-US" sz="2800" dirty="0">
                <a:solidFill>
                  <a:srgbClr val="002060"/>
                </a:solidFill>
              </a:rPr>
              <a:t>:</a:t>
            </a:r>
            <a:r>
              <a:rPr lang="en-US" sz="2800" u="sng" dirty="0">
                <a:solidFill>
                  <a:srgbClr val="002060"/>
                </a:solidFill>
              </a:rPr>
              <a:t>  </a:t>
            </a: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8FBCEBE7-0D94-93A1-AF23-9FF71F9E50AE}"/>
                  </a:ext>
                </a:extLst>
              </p:cNvPr>
              <p:cNvSpPr txBox="1"/>
              <p:nvPr/>
            </p:nvSpPr>
            <p:spPr>
              <a:xfrm>
                <a:off x="8297844" y="1002226"/>
                <a:ext cx="2697479"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IN" sz="2800" i="1" smtClean="0">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US" sz="2800">
                                  <a:solidFill>
                                    <a:srgbClr val="002060"/>
                                  </a:solidFill>
                                  <a:latin typeface="Cambria Math" panose="02040503050406030204" pitchFamily="18" charset="0"/>
                                </a:rPr>
                                <m:t>Z</m:t>
                              </m:r>
                            </m:e>
                            <m:sub>
                              <m:r>
                                <a:rPr lang="en-US" sz="2800">
                                  <a:solidFill>
                                    <a:srgbClr val="002060"/>
                                  </a:solidFill>
                                  <a:latin typeface="Cambria Math" panose="02040503050406030204" pitchFamily="18" charset="0"/>
                                </a:rPr>
                                <m:t>0.05</m:t>
                              </m:r>
                            </m:sub>
                          </m:sSub>
                          <m:r>
                            <a:rPr lang="en-US" sz="2800" i="1">
                              <a:solidFill>
                                <a:srgbClr val="002060"/>
                              </a:solidFill>
                              <a:latin typeface="Cambria Math" panose="02040503050406030204" pitchFamily="18" charset="0"/>
                            </a:rPr>
                            <m:t> </m:t>
                          </m:r>
                        </m:e>
                      </m:d>
                      <m:r>
                        <a:rPr lang="en-US" sz="2800">
                          <a:solidFill>
                            <a:srgbClr val="002060"/>
                          </a:solidFill>
                          <a:latin typeface="Cambria Math" panose="02040503050406030204" pitchFamily="18" charset="0"/>
                        </a:rPr>
                        <m:t>=1.96</m:t>
                      </m:r>
                    </m:oMath>
                  </m:oMathPara>
                </a14:m>
                <a:endParaRPr lang="en-IN" sz="2800" dirty="0">
                  <a:solidFill>
                    <a:srgbClr val="002060"/>
                  </a:solidFill>
                </a:endParaRPr>
              </a:p>
            </p:txBody>
          </p:sp>
        </mc:Choice>
        <mc:Fallback xmlns="">
          <p:sp>
            <p:nvSpPr>
              <p:cNvPr id="21" name="TextBox 20">
                <a:extLst>
                  <a:ext uri="{FF2B5EF4-FFF2-40B4-BE49-F238E27FC236}">
                    <a16:creationId xmlns:a16="http://schemas.microsoft.com/office/drawing/2014/main" id="{8FBCEBE7-0D94-93A1-AF23-9FF71F9E50AE}"/>
                  </a:ext>
                </a:extLst>
              </p:cNvPr>
              <p:cNvSpPr txBox="1">
                <a:spLocks noRot="1" noChangeAspect="1" noMove="1" noResize="1" noEditPoints="1" noAdjustHandles="1" noChangeArrowheads="1" noChangeShapeType="1" noTextEdit="1"/>
              </p:cNvSpPr>
              <p:nvPr/>
            </p:nvSpPr>
            <p:spPr>
              <a:xfrm>
                <a:off x="8297844" y="1002226"/>
                <a:ext cx="2697479" cy="523220"/>
              </a:xfrm>
              <a:prstGeom prst="rect">
                <a:avLst/>
              </a:prstGeom>
              <a:blipFill>
                <a:blip r:embed="rId11"/>
                <a:stretch>
                  <a:fillRect/>
                </a:stretch>
              </a:blipFill>
            </p:spPr>
            <p:txBody>
              <a:bodyPr/>
              <a:lstStyle/>
              <a:p>
                <a:r>
                  <a:rPr lang="en-IN">
                    <a:noFill/>
                  </a:rPr>
                  <a:t> </a:t>
                </a:r>
              </a:p>
            </p:txBody>
          </p:sp>
        </mc:Fallback>
      </mc:AlternateContent>
      <p:sp>
        <p:nvSpPr>
          <p:cNvPr id="22" name="Rectangle 21">
            <a:extLst>
              <a:ext uri="{FF2B5EF4-FFF2-40B4-BE49-F238E27FC236}">
                <a16:creationId xmlns:a16="http://schemas.microsoft.com/office/drawing/2014/main" id="{5FAF328A-BDEB-7735-0A98-932AEC623096}"/>
              </a:ext>
            </a:extLst>
          </p:cNvPr>
          <p:cNvSpPr/>
          <p:nvPr/>
        </p:nvSpPr>
        <p:spPr>
          <a:xfrm>
            <a:off x="2488140" y="1674147"/>
            <a:ext cx="2335320" cy="523220"/>
          </a:xfrm>
          <a:prstGeom prst="rect">
            <a:avLst/>
          </a:prstGeom>
        </p:spPr>
        <p:txBody>
          <a:bodyPr wrap="square">
            <a:spAutoFit/>
          </a:bodyPr>
          <a:lstStyle/>
          <a:p>
            <a:pPr lvl="0"/>
            <a:r>
              <a:rPr lang="en-US" sz="2800" dirty="0">
                <a:solidFill>
                  <a:srgbClr val="002060"/>
                </a:solidFill>
              </a:rPr>
              <a:t>(die is biased)</a:t>
            </a:r>
            <a:r>
              <a:rPr lang="en-US" sz="2800" u="sng" dirty="0">
                <a:solidFill>
                  <a:srgbClr val="002060"/>
                </a:solidFill>
              </a:rPr>
              <a:t>  </a:t>
            </a:r>
          </a:p>
        </p:txBody>
      </p:sp>
      <p:sp>
        <p:nvSpPr>
          <p:cNvPr id="23" name="Rectangle 22">
            <a:extLst>
              <a:ext uri="{FF2B5EF4-FFF2-40B4-BE49-F238E27FC236}">
                <a16:creationId xmlns:a16="http://schemas.microsoft.com/office/drawing/2014/main" id="{92AA1864-1B9B-0A53-56DE-F55E2A3FB6BB}"/>
              </a:ext>
            </a:extLst>
          </p:cNvPr>
          <p:cNvSpPr/>
          <p:nvPr/>
        </p:nvSpPr>
        <p:spPr>
          <a:xfrm>
            <a:off x="6107431" y="1685577"/>
            <a:ext cx="1973580" cy="523220"/>
          </a:xfrm>
          <a:prstGeom prst="rect">
            <a:avLst/>
          </a:prstGeom>
        </p:spPr>
        <p:txBody>
          <a:bodyPr wrap="square">
            <a:spAutoFit/>
          </a:bodyPr>
          <a:lstStyle/>
          <a:p>
            <a:pPr lvl="0"/>
            <a:r>
              <a:rPr lang="en-US" sz="2800" b="1" dirty="0">
                <a:solidFill>
                  <a:srgbClr val="002060"/>
                </a:solidFill>
              </a:rPr>
              <a:t>Conclusion :</a:t>
            </a:r>
            <a:r>
              <a:rPr lang="en-US" sz="2800" u="sng" dirty="0">
                <a:solidFill>
                  <a:srgbClr val="002060"/>
                </a:solidFill>
              </a:rPr>
              <a:t>  </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344E0EAC-5FA8-D9F2-C6BF-7BC23C6B7842}"/>
                  </a:ext>
                </a:extLst>
              </p:cNvPr>
              <p:cNvSpPr txBox="1"/>
              <p:nvPr/>
            </p:nvSpPr>
            <p:spPr>
              <a:xfrm>
                <a:off x="5966123" y="2299679"/>
                <a:ext cx="2127799"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IN" sz="2800" i="1" smtClean="0">
                              <a:solidFill>
                                <a:srgbClr val="002060"/>
                              </a:solidFill>
                              <a:latin typeface="Cambria Math" panose="02040503050406030204" pitchFamily="18" charset="0"/>
                            </a:rPr>
                          </m:ctrlPr>
                        </m:dPr>
                        <m:e>
                          <m:r>
                            <a:rPr lang="en-IN" sz="2800" b="0" i="0" smtClean="0">
                              <a:solidFill>
                                <a:srgbClr val="002060"/>
                              </a:solidFill>
                              <a:latin typeface="Cambria Math" panose="02040503050406030204" pitchFamily="18" charset="0"/>
                            </a:rPr>
                            <m:t> </m:t>
                          </m:r>
                          <m:r>
                            <m:rPr>
                              <m:sty m:val="p"/>
                            </m:rPr>
                            <a:rPr lang="en-IN" sz="2800" b="0" i="0" smtClean="0">
                              <a:solidFill>
                                <a:srgbClr val="002060"/>
                              </a:solidFill>
                              <a:latin typeface="Cambria Math" panose="02040503050406030204" pitchFamily="18" charset="0"/>
                            </a:rPr>
                            <m:t>Z</m:t>
                          </m:r>
                          <m:r>
                            <a:rPr lang="en-US" sz="2800" i="1">
                              <a:solidFill>
                                <a:srgbClr val="002060"/>
                              </a:solidFill>
                              <a:latin typeface="Cambria Math" panose="02040503050406030204" pitchFamily="18" charset="0"/>
                            </a:rPr>
                            <m:t> </m:t>
                          </m:r>
                        </m:e>
                      </m:d>
                      <m:r>
                        <a:rPr lang="en-US" sz="2800">
                          <a:solidFill>
                            <a:srgbClr val="002060"/>
                          </a:solidFill>
                          <a:latin typeface="Cambria Math" panose="02040503050406030204" pitchFamily="18" charset="0"/>
                        </a:rPr>
                        <m:t>=</m:t>
                      </m:r>
                      <m:r>
                        <a:rPr lang="en-IN" sz="2800" b="0" i="0" smtClean="0">
                          <a:solidFill>
                            <a:srgbClr val="002060"/>
                          </a:solidFill>
                          <a:latin typeface="Cambria Math" panose="02040503050406030204" pitchFamily="18" charset="0"/>
                        </a:rPr>
                        <m:t>6</m:t>
                      </m:r>
                      <m:r>
                        <a:rPr lang="en-US" sz="2800">
                          <a:solidFill>
                            <a:srgbClr val="002060"/>
                          </a:solidFill>
                          <a:latin typeface="Cambria Math" panose="02040503050406030204" pitchFamily="18" charset="0"/>
                        </a:rPr>
                        <m:t>.</m:t>
                      </m:r>
                      <m:r>
                        <a:rPr lang="en-IN" sz="2800" b="0" i="0" smtClean="0">
                          <a:solidFill>
                            <a:srgbClr val="002060"/>
                          </a:solidFill>
                          <a:latin typeface="Cambria Math" panose="02040503050406030204" pitchFamily="18" charset="0"/>
                        </a:rPr>
                        <m:t>0</m:t>
                      </m:r>
                      <m:r>
                        <a:rPr lang="en-IN" sz="2800">
                          <a:solidFill>
                            <a:srgbClr val="002060"/>
                          </a:solidFill>
                          <a:latin typeface="Cambria Math" panose="02040503050406030204" pitchFamily="18" charset="0"/>
                        </a:rPr>
                        <m:t>5</m:t>
                      </m:r>
                    </m:oMath>
                  </m:oMathPara>
                </a14:m>
                <a:endParaRPr lang="en-IN" sz="2800" dirty="0">
                  <a:solidFill>
                    <a:srgbClr val="002060"/>
                  </a:solidFill>
                </a:endParaRPr>
              </a:p>
            </p:txBody>
          </p:sp>
        </mc:Choice>
        <mc:Fallback xmlns="">
          <p:sp>
            <p:nvSpPr>
              <p:cNvPr id="24" name="TextBox 23">
                <a:extLst>
                  <a:ext uri="{FF2B5EF4-FFF2-40B4-BE49-F238E27FC236}">
                    <a16:creationId xmlns:a16="http://schemas.microsoft.com/office/drawing/2014/main" id="{344E0EAC-5FA8-D9F2-C6BF-7BC23C6B7842}"/>
                  </a:ext>
                </a:extLst>
              </p:cNvPr>
              <p:cNvSpPr txBox="1">
                <a:spLocks noRot="1" noChangeAspect="1" noMove="1" noResize="1" noEditPoints="1" noAdjustHandles="1" noChangeArrowheads="1" noChangeShapeType="1" noTextEdit="1"/>
              </p:cNvSpPr>
              <p:nvPr/>
            </p:nvSpPr>
            <p:spPr>
              <a:xfrm>
                <a:off x="5966123" y="2299679"/>
                <a:ext cx="2127799"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6250114F-127A-6848-82B9-D870090B7D36}"/>
                  </a:ext>
                </a:extLst>
              </p:cNvPr>
              <p:cNvSpPr txBox="1"/>
              <p:nvPr/>
            </p:nvSpPr>
            <p:spPr>
              <a:xfrm>
                <a:off x="8369441" y="2282882"/>
                <a:ext cx="44309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b="0" i="1" smtClean="0">
                          <a:solidFill>
                            <a:srgbClr val="002060"/>
                          </a:solidFill>
                          <a:latin typeface="Cambria Math" panose="02040503050406030204" pitchFamily="18" charset="0"/>
                        </a:rPr>
                        <m:t>3</m:t>
                      </m:r>
                    </m:oMath>
                  </m:oMathPara>
                </a14:m>
                <a:endParaRPr lang="en-IN" sz="2800" dirty="0">
                  <a:solidFill>
                    <a:srgbClr val="002060"/>
                  </a:solidFill>
                </a:endParaRPr>
              </a:p>
            </p:txBody>
          </p:sp>
        </mc:Choice>
        <mc:Fallback xmlns="">
          <p:sp>
            <p:nvSpPr>
              <p:cNvPr id="25" name="TextBox 24">
                <a:extLst>
                  <a:ext uri="{FF2B5EF4-FFF2-40B4-BE49-F238E27FC236}">
                    <a16:creationId xmlns:a16="http://schemas.microsoft.com/office/drawing/2014/main" id="{6250114F-127A-6848-82B9-D870090B7D36}"/>
                  </a:ext>
                </a:extLst>
              </p:cNvPr>
              <p:cNvSpPr txBox="1">
                <a:spLocks noRot="1" noChangeAspect="1" noMove="1" noResize="1" noEditPoints="1" noAdjustHandles="1" noChangeArrowheads="1" noChangeShapeType="1" noTextEdit="1"/>
              </p:cNvSpPr>
              <p:nvPr/>
            </p:nvSpPr>
            <p:spPr>
              <a:xfrm>
                <a:off x="8369441" y="2282882"/>
                <a:ext cx="443090"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DF5ADA74-8C74-EB06-ABDE-73F15E05B7A5}"/>
                  </a:ext>
                </a:extLst>
              </p:cNvPr>
              <p:cNvSpPr txBox="1"/>
              <p:nvPr/>
            </p:nvSpPr>
            <p:spPr>
              <a:xfrm>
                <a:off x="7957641" y="2265389"/>
                <a:ext cx="541694"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i="1" smtClean="0">
                          <a:solidFill>
                            <a:srgbClr val="002060"/>
                          </a:solidFill>
                          <a:latin typeface="Cambria Math" panose="02040503050406030204" pitchFamily="18" charset="0"/>
                          <a:ea typeface="Cambria Math" panose="02040503050406030204" pitchFamily="18" charset="0"/>
                        </a:rPr>
                        <m:t>&gt;</m:t>
                      </m:r>
                    </m:oMath>
                  </m:oMathPara>
                </a14:m>
                <a:endParaRPr lang="en-IN" sz="2800" dirty="0">
                  <a:solidFill>
                    <a:srgbClr val="002060"/>
                  </a:solidFill>
                </a:endParaRPr>
              </a:p>
            </p:txBody>
          </p:sp>
        </mc:Choice>
        <mc:Fallback xmlns="">
          <p:sp>
            <p:nvSpPr>
              <p:cNvPr id="26" name="TextBox 25">
                <a:extLst>
                  <a:ext uri="{FF2B5EF4-FFF2-40B4-BE49-F238E27FC236}">
                    <a16:creationId xmlns:a16="http://schemas.microsoft.com/office/drawing/2014/main" id="{DF5ADA74-8C74-EB06-ABDE-73F15E05B7A5}"/>
                  </a:ext>
                </a:extLst>
              </p:cNvPr>
              <p:cNvSpPr txBox="1">
                <a:spLocks noRot="1" noChangeAspect="1" noMove="1" noResize="1" noEditPoints="1" noAdjustHandles="1" noChangeArrowheads="1" noChangeShapeType="1" noTextEdit="1"/>
              </p:cNvSpPr>
              <p:nvPr/>
            </p:nvSpPr>
            <p:spPr>
              <a:xfrm>
                <a:off x="7957641" y="2265389"/>
                <a:ext cx="541694"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Rectangle 26">
                <a:extLst>
                  <a:ext uri="{FF2B5EF4-FFF2-40B4-BE49-F238E27FC236}">
                    <a16:creationId xmlns:a16="http://schemas.microsoft.com/office/drawing/2014/main" id="{B2153D9B-DDBE-9095-CC48-DA7FEF9DCAA8}"/>
                  </a:ext>
                </a:extLst>
              </p:cNvPr>
              <p:cNvSpPr/>
              <p:nvPr/>
            </p:nvSpPr>
            <p:spPr>
              <a:xfrm>
                <a:off x="6104535" y="2997390"/>
                <a:ext cx="2532181" cy="523220"/>
              </a:xfrm>
              <a:prstGeom prst="rect">
                <a:avLst/>
              </a:prstGeom>
            </p:spPr>
            <p:txBody>
              <a:bodyPr wrap="square">
                <a:spAutoFit/>
              </a:bodyPr>
              <a:lstStyle/>
              <a:p>
                <a:pPr lvl="0"/>
                <a14:m>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sSub>
                      <m:sSubPr>
                        <m:ctrlPr>
                          <a:rPr lang="en-US"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H</m:t>
                        </m:r>
                      </m:e>
                      <m:sub>
                        <m:r>
                          <a:rPr lang="en-IN" sz="2800">
                            <a:solidFill>
                              <a:srgbClr val="002060"/>
                            </a:solidFill>
                            <a:latin typeface="Cambria Math" panose="02040503050406030204" pitchFamily="18" charset="0"/>
                          </a:rPr>
                          <m:t>0</m:t>
                        </m:r>
                      </m:sub>
                    </m:sSub>
                  </m:oMath>
                </a14:m>
                <a:r>
                  <a:rPr lang="en-US" sz="2800" dirty="0">
                    <a:solidFill>
                      <a:srgbClr val="002060"/>
                    </a:solidFill>
                  </a:rPr>
                  <a:t> Reject</a:t>
                </a:r>
                <a:r>
                  <a:rPr lang="en-US" sz="2800" u="sng" dirty="0">
                    <a:solidFill>
                      <a:srgbClr val="002060"/>
                    </a:solidFill>
                  </a:rPr>
                  <a:t>  </a:t>
                </a:r>
              </a:p>
            </p:txBody>
          </p:sp>
        </mc:Choice>
        <mc:Fallback xmlns="">
          <p:sp>
            <p:nvSpPr>
              <p:cNvPr id="27" name="Rectangle 26">
                <a:extLst>
                  <a:ext uri="{FF2B5EF4-FFF2-40B4-BE49-F238E27FC236}">
                    <a16:creationId xmlns:a16="http://schemas.microsoft.com/office/drawing/2014/main" id="{B2153D9B-DDBE-9095-CC48-DA7FEF9DCAA8}"/>
                  </a:ext>
                </a:extLst>
              </p:cNvPr>
              <p:cNvSpPr>
                <a:spLocks noRot="1" noChangeAspect="1" noMove="1" noResize="1" noEditPoints="1" noAdjustHandles="1" noChangeArrowheads="1" noChangeShapeType="1" noTextEdit="1"/>
              </p:cNvSpPr>
              <p:nvPr/>
            </p:nvSpPr>
            <p:spPr>
              <a:xfrm>
                <a:off x="6104535" y="2997390"/>
                <a:ext cx="2532181" cy="523220"/>
              </a:xfrm>
              <a:prstGeom prst="rect">
                <a:avLst/>
              </a:prstGeom>
              <a:blipFill>
                <a:blip r:embed="rId15"/>
                <a:stretch>
                  <a:fillRect t="-12791" b="-3139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F29CF46E-3D0A-B149-EB90-C88FBA97E853}"/>
                  </a:ext>
                </a:extLst>
              </p:cNvPr>
              <p:cNvSpPr/>
              <p:nvPr/>
            </p:nvSpPr>
            <p:spPr>
              <a:xfrm>
                <a:off x="6131421" y="3656930"/>
                <a:ext cx="4692789" cy="523220"/>
              </a:xfrm>
              <a:prstGeom prst="rect">
                <a:avLst/>
              </a:prstGeom>
            </p:spPr>
            <p:txBody>
              <a:bodyPr wrap="square">
                <a:spAutoFit/>
              </a:bodyPr>
              <a:lstStyle/>
              <a:p>
                <a:pPr lvl="0"/>
                <a:r>
                  <a:rPr lang="en-US" sz="2800" dirty="0">
                    <a:solidFill>
                      <a:srgbClr val="002060"/>
                    </a:solidFill>
                  </a:rPr>
                  <a:t>i.e., die is biased at </a:t>
                </a:r>
                <a14:m>
                  <m:oMath xmlns:m="http://schemas.openxmlformats.org/officeDocument/2006/math">
                    <m:r>
                      <a:rPr lang="en-IN" sz="2800" b="0" i="1" smtClean="0">
                        <a:solidFill>
                          <a:srgbClr val="002060"/>
                        </a:solidFill>
                        <a:latin typeface="Cambria Math" panose="02040503050406030204" pitchFamily="18" charset="0"/>
                      </a:rPr>
                      <m:t>5%</m:t>
                    </m:r>
                  </m:oMath>
                </a14:m>
                <a:r>
                  <a:rPr lang="en-US" sz="2800" dirty="0">
                    <a:solidFill>
                      <a:srgbClr val="002060"/>
                    </a:solidFill>
                  </a:rPr>
                  <a:t> LOS .</a:t>
                </a:r>
                <a:r>
                  <a:rPr lang="en-US" sz="2800" u="sng" dirty="0">
                    <a:solidFill>
                      <a:srgbClr val="002060"/>
                    </a:solidFill>
                  </a:rPr>
                  <a:t> </a:t>
                </a:r>
              </a:p>
            </p:txBody>
          </p:sp>
        </mc:Choice>
        <mc:Fallback xmlns="">
          <p:sp>
            <p:nvSpPr>
              <p:cNvPr id="28" name="Rectangle 27">
                <a:extLst>
                  <a:ext uri="{FF2B5EF4-FFF2-40B4-BE49-F238E27FC236}">
                    <a16:creationId xmlns:a16="http://schemas.microsoft.com/office/drawing/2014/main" id="{F29CF46E-3D0A-B149-EB90-C88FBA97E853}"/>
                  </a:ext>
                </a:extLst>
              </p:cNvPr>
              <p:cNvSpPr>
                <a:spLocks noRot="1" noChangeAspect="1" noMove="1" noResize="1" noEditPoints="1" noAdjustHandles="1" noChangeArrowheads="1" noChangeShapeType="1" noTextEdit="1"/>
              </p:cNvSpPr>
              <p:nvPr/>
            </p:nvSpPr>
            <p:spPr>
              <a:xfrm>
                <a:off x="6131421" y="3656930"/>
                <a:ext cx="4692789" cy="523220"/>
              </a:xfrm>
              <a:prstGeom prst="rect">
                <a:avLst/>
              </a:prstGeom>
              <a:blipFill>
                <a:blip r:embed="rId16"/>
                <a:stretch>
                  <a:fillRect l="-2727" t="-12791" b="-31395"/>
                </a:stretch>
              </a:blipFill>
            </p:spPr>
            <p:txBody>
              <a:bodyPr/>
              <a:lstStyle/>
              <a:p>
                <a:r>
                  <a:rPr lang="en-IN">
                    <a:noFill/>
                  </a:rPr>
                  <a:t> </a:t>
                </a:r>
              </a:p>
            </p:txBody>
          </p:sp>
        </mc:Fallback>
      </mc:AlternateContent>
      <p:sp>
        <p:nvSpPr>
          <p:cNvPr id="4" name="Rectangle 3">
            <a:extLst>
              <a:ext uri="{FF2B5EF4-FFF2-40B4-BE49-F238E27FC236}">
                <a16:creationId xmlns:a16="http://schemas.microsoft.com/office/drawing/2014/main" id="{381F5527-1F04-0CB9-994C-3886F5FB6A5A}"/>
              </a:ext>
            </a:extLst>
          </p:cNvPr>
          <p:cNvSpPr/>
          <p:nvPr/>
        </p:nvSpPr>
        <p:spPr>
          <a:xfrm>
            <a:off x="2480608" y="1015742"/>
            <a:ext cx="2532181" cy="523220"/>
          </a:xfrm>
          <a:prstGeom prst="rect">
            <a:avLst/>
          </a:prstGeom>
        </p:spPr>
        <p:txBody>
          <a:bodyPr wrap="square">
            <a:spAutoFit/>
          </a:bodyPr>
          <a:lstStyle/>
          <a:p>
            <a:pPr lvl="0"/>
            <a:r>
              <a:rPr lang="en-US" sz="2800" dirty="0">
                <a:solidFill>
                  <a:srgbClr val="002060"/>
                </a:solidFill>
              </a:rPr>
              <a:t>(die is unbiased)</a:t>
            </a:r>
            <a:r>
              <a:rPr lang="en-US" sz="2800" u="sng" dirty="0">
                <a:solidFill>
                  <a:srgbClr val="002060"/>
                </a:solidFill>
              </a:rPr>
              <a:t>  </a:t>
            </a:r>
          </a:p>
        </p:txBody>
      </p:sp>
    </p:spTree>
    <p:extLst>
      <p:ext uri="{BB962C8B-B14F-4D97-AF65-F5344CB8AC3E}">
        <p14:creationId xmlns:p14="http://schemas.microsoft.com/office/powerpoint/2010/main" val="3235598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4"/>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2"/>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2"/>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13"/>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16"/>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8"/>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17"/>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18"/>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19"/>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21"/>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23"/>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24"/>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26"/>
                                        </p:tgtEl>
                                        <p:attrNameLst>
                                          <p:attrName>style.visibility</p:attrName>
                                        </p:attrNameLst>
                                      </p:cBhvr>
                                      <p:to>
                                        <p:strVal val="visible"/>
                                      </p:to>
                                    </p:set>
                                  </p:childTnLst>
                                </p:cTn>
                              </p:par>
                              <p:par>
                                <p:cTn id="76" presetID="1" presetClass="entr" presetSubtype="0" fill="hold" grpId="0" nodeType="withEffect">
                                  <p:stCondLst>
                                    <p:cond delay="0"/>
                                  </p:stCondLst>
                                  <p:childTnLst>
                                    <p:set>
                                      <p:cBhvr>
                                        <p:cTn id="77" dur="1" fill="hold">
                                          <p:stCondLst>
                                            <p:cond delay="0"/>
                                          </p:stCondLst>
                                        </p:cTn>
                                        <p:tgtEl>
                                          <p:spTgt spid="25"/>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0" nodeType="clickEffect">
                                  <p:stCondLst>
                                    <p:cond delay="0"/>
                                  </p:stCondLst>
                                  <p:childTnLst>
                                    <p:set>
                                      <p:cBhvr>
                                        <p:cTn id="81" dur="1" fill="hold">
                                          <p:stCondLst>
                                            <p:cond delay="0"/>
                                          </p:stCondLst>
                                        </p:cTn>
                                        <p:tgtEl>
                                          <p:spTgt spid="27"/>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grpId="0" nodeType="clickEffect">
                                  <p:stCondLst>
                                    <p:cond delay="0"/>
                                  </p:stCondLst>
                                  <p:childTnLst>
                                    <p:set>
                                      <p:cBhvr>
                                        <p:cTn id="85"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8" grpId="0"/>
      <p:bldP spid="9" grpId="0"/>
      <p:bldP spid="10" grpId="0"/>
      <p:bldP spid="11" grpId="0"/>
      <p:bldP spid="12" grpId="0"/>
      <p:bldP spid="13" grpId="0"/>
      <p:bldP spid="16" grpId="0"/>
      <p:bldP spid="17" grpId="0"/>
      <p:bldP spid="18" grpId="0"/>
      <p:bldP spid="19" grpId="0"/>
      <p:bldP spid="21" grpId="0"/>
      <p:bldP spid="22" grpId="0"/>
      <p:bldP spid="23" grpId="0"/>
      <p:bldP spid="24" grpId="0"/>
      <p:bldP spid="25" grpId="0"/>
      <p:bldP spid="26" grpId="0"/>
      <p:bldP spid="27" grpId="0"/>
      <p:bldP spid="28" grpId="0"/>
      <p:bldP spid="4" grpId="0"/>
    </p:bld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8EC5D-0B15-A762-C983-81A70A50E6F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a:extLst>
                  <a:ext uri="{FF2B5EF4-FFF2-40B4-BE49-F238E27FC236}">
                    <a16:creationId xmlns:a16="http://schemas.microsoft.com/office/drawing/2014/main" id="{3F07E4CE-2C18-9356-1DD6-CCEFCD4851E5}"/>
                  </a:ext>
                </a:extLst>
              </p:cNvPr>
              <p:cNvSpPr txBox="1">
                <a:spLocks/>
              </p:cNvSpPr>
              <p:nvPr/>
            </p:nvSpPr>
            <p:spPr>
              <a:xfrm>
                <a:off x="131177" y="869081"/>
                <a:ext cx="11929643" cy="2759032"/>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A manufacturer claimed that </a:t>
                </a:r>
                <a:r>
                  <a:rPr lang="en-US" b="1" u="sng" dirty="0"/>
                  <a:t>at least</a:t>
                </a:r>
                <a:r>
                  <a:rPr lang="en-US" dirty="0"/>
                  <a:t> 95% of the equipment which he supplied to a factory conformed to specification. An examination of a sample of 200 pieces of equipment revealed that 18 were faulty. Test this claim at 5% level of significance. </a:t>
                </a:r>
                <a14:m>
                  <m:oMath xmlns:m="http://schemas.openxmlformats.org/officeDocument/2006/math">
                    <m:d>
                      <m:dPr>
                        <m:ctrlPr>
                          <a:rPr lang="en-IN" i="1">
                            <a:latin typeface="Cambria Math" panose="02040503050406030204" pitchFamily="18" charset="0"/>
                          </a:rPr>
                        </m:ctrlPr>
                      </m:dPr>
                      <m:e>
                        <m:r>
                          <a:rPr lang="en-US" i="1">
                            <a:latin typeface="Cambria Math" panose="02040503050406030204" pitchFamily="18" charset="0"/>
                          </a:rPr>
                          <m:t> </m:t>
                        </m:r>
                        <m:sSub>
                          <m:sSubPr>
                            <m:ctrlPr>
                              <a:rPr lang="en-IN" i="1">
                                <a:latin typeface="Cambria Math" panose="02040503050406030204" pitchFamily="18" charset="0"/>
                              </a:rPr>
                            </m:ctrlPr>
                          </m:sSubPr>
                          <m:e>
                            <m:r>
                              <m:rPr>
                                <m:sty m:val="p"/>
                              </m:rPr>
                              <a:rPr lang="en-US">
                                <a:latin typeface="Cambria Math" panose="02040503050406030204" pitchFamily="18" charset="0"/>
                              </a:rPr>
                              <m:t>Z</m:t>
                            </m:r>
                          </m:e>
                          <m:sub>
                            <m:r>
                              <a:rPr lang="en-US">
                                <a:latin typeface="Cambria Math" panose="02040503050406030204" pitchFamily="18" charset="0"/>
                              </a:rPr>
                              <m:t>0.05</m:t>
                            </m:r>
                          </m:sub>
                        </m:sSub>
                        <m:r>
                          <a:rPr lang="en-US">
                            <a:latin typeface="Cambria Math" panose="02040503050406030204" pitchFamily="18" charset="0"/>
                          </a:rPr>
                          <m:t>=</m:t>
                        </m:r>
                        <m:r>
                          <a:rPr lang="en-US" i="1">
                            <a:latin typeface="Cambria Math" panose="02040503050406030204" pitchFamily="18" charset="0"/>
                          </a:rPr>
                          <m:t>−</m:t>
                        </m:r>
                        <m:r>
                          <a:rPr lang="en-US">
                            <a:latin typeface="Cambria Math" panose="02040503050406030204" pitchFamily="18" charset="0"/>
                          </a:rPr>
                          <m:t>1.645 </m:t>
                        </m:r>
                      </m:e>
                    </m:d>
                  </m:oMath>
                </a14:m>
                <a:endParaRPr lang="en-IN" dirty="0"/>
              </a:p>
            </p:txBody>
          </p:sp>
        </mc:Choice>
        <mc:Fallback xmlns="">
          <p:sp>
            <p:nvSpPr>
              <p:cNvPr id="19" name="Content Placeholder 2">
                <a:extLst>
                  <a:ext uri="{FF2B5EF4-FFF2-40B4-BE49-F238E27FC236}">
                    <a16:creationId xmlns:a16="http://schemas.microsoft.com/office/drawing/2014/main" id="{3F07E4CE-2C18-9356-1DD6-CCEFCD4851E5}"/>
                  </a:ext>
                </a:extLst>
              </p:cNvPr>
              <p:cNvSpPr txBox="1">
                <a:spLocks noRot="1" noChangeAspect="1" noMove="1" noResize="1" noEditPoints="1" noAdjustHandles="1" noChangeArrowheads="1" noChangeShapeType="1" noTextEdit="1"/>
              </p:cNvSpPr>
              <p:nvPr/>
            </p:nvSpPr>
            <p:spPr>
              <a:xfrm>
                <a:off x="131177" y="869081"/>
                <a:ext cx="11929643" cy="2759032"/>
              </a:xfrm>
              <a:prstGeom prst="rect">
                <a:avLst/>
              </a:prstGeom>
              <a:blipFill>
                <a:blip r:embed="rId2"/>
                <a:stretch>
                  <a:fillRect l="-1074" r="-1074"/>
                </a:stretch>
              </a:blipFill>
              <a:ln>
                <a:noFill/>
              </a:ln>
            </p:spPr>
            <p:txBody>
              <a:bodyPr/>
              <a:lstStyle/>
              <a:p>
                <a:r>
                  <a:rPr lang="en-IN">
                    <a:noFill/>
                  </a:rPr>
                  <a:t> </a:t>
                </a:r>
              </a:p>
            </p:txBody>
          </p:sp>
        </mc:Fallback>
      </mc:AlternateContent>
      <p:sp>
        <p:nvSpPr>
          <p:cNvPr id="2" name="Title 1">
            <a:extLst>
              <a:ext uri="{FF2B5EF4-FFF2-40B4-BE49-F238E27FC236}">
                <a16:creationId xmlns:a16="http://schemas.microsoft.com/office/drawing/2014/main" id="{EF75721F-E81C-3378-A358-740D527A8FD0}"/>
              </a:ext>
            </a:extLst>
          </p:cNvPr>
          <p:cNvSpPr>
            <a:spLocks noGrp="1"/>
          </p:cNvSpPr>
          <p:nvPr>
            <p:ph type="title"/>
          </p:nvPr>
        </p:nvSpPr>
        <p:spPr/>
        <p:txBody>
          <a:bodyPr/>
          <a:lstStyle/>
          <a:p>
            <a:r>
              <a:rPr lang="en-GB" dirty="0"/>
              <a:t>Method 5 ⇝ Example 4</a:t>
            </a:r>
            <a:endParaRPr lang="en-US" dirty="0"/>
          </a:p>
        </p:txBody>
      </p:sp>
      <p:sp>
        <p:nvSpPr>
          <p:cNvPr id="50" name="Rectangle 49">
            <a:extLst>
              <a:ext uri="{FF2B5EF4-FFF2-40B4-BE49-F238E27FC236}">
                <a16:creationId xmlns:a16="http://schemas.microsoft.com/office/drawing/2014/main" id="{3B47149E-B129-F96A-AD78-2E76A446B9F0}"/>
              </a:ext>
            </a:extLst>
          </p:cNvPr>
          <p:cNvSpPr/>
          <p:nvPr/>
        </p:nvSpPr>
        <p:spPr>
          <a:xfrm>
            <a:off x="131177" y="4065925"/>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2A430352-3CB5-8318-234C-AEE953A08695}"/>
                  </a:ext>
                </a:extLst>
              </p:cNvPr>
              <p:cNvSpPr/>
              <p:nvPr/>
            </p:nvSpPr>
            <p:spPr>
              <a:xfrm>
                <a:off x="1614167" y="4065925"/>
                <a:ext cx="1530355"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IN" sz="2800" b="0" i="0" smtClean="0">
                          <a:solidFill>
                            <a:srgbClr val="002060"/>
                          </a:solidFill>
                          <a:latin typeface="Cambria Math" panose="02040503050406030204" pitchFamily="18" charset="0"/>
                        </a:rPr>
                        <m:t>n</m:t>
                      </m:r>
                      <m:r>
                        <a:rPr lang="en-IN" sz="2800" b="0" i="0" smtClean="0">
                          <a:solidFill>
                            <a:srgbClr val="002060"/>
                          </a:solidFill>
                          <a:latin typeface="Cambria Math" panose="02040503050406030204" pitchFamily="18" charset="0"/>
                        </a:rPr>
                        <m:t>=200</m:t>
                      </m:r>
                    </m:oMath>
                  </m:oMathPara>
                </a14:m>
                <a:endParaRPr lang="en-US" sz="2800" dirty="0">
                  <a:solidFill>
                    <a:srgbClr val="002060"/>
                  </a:solidFill>
                </a:endParaRPr>
              </a:p>
            </p:txBody>
          </p:sp>
        </mc:Choice>
        <mc:Fallback xmlns="">
          <p:sp>
            <p:nvSpPr>
              <p:cNvPr id="13" name="Rectangle 12">
                <a:extLst>
                  <a:ext uri="{FF2B5EF4-FFF2-40B4-BE49-F238E27FC236}">
                    <a16:creationId xmlns:a16="http://schemas.microsoft.com/office/drawing/2014/main" id="{2A430352-3CB5-8318-234C-AEE953A08695}"/>
                  </a:ext>
                </a:extLst>
              </p:cNvPr>
              <p:cNvSpPr>
                <a:spLocks noRot="1" noChangeAspect="1" noMove="1" noResize="1" noEditPoints="1" noAdjustHandles="1" noChangeArrowheads="1" noChangeShapeType="1" noTextEdit="1"/>
              </p:cNvSpPr>
              <p:nvPr/>
            </p:nvSpPr>
            <p:spPr>
              <a:xfrm>
                <a:off x="1614167" y="4065925"/>
                <a:ext cx="1530355"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0D15C797-42E1-2605-DAC4-89E14C215C16}"/>
                  </a:ext>
                </a:extLst>
              </p:cNvPr>
              <p:cNvSpPr/>
              <p:nvPr/>
            </p:nvSpPr>
            <p:spPr>
              <a:xfrm>
                <a:off x="1625597" y="4722028"/>
                <a:ext cx="6189900" cy="523220"/>
              </a:xfrm>
              <a:prstGeom prst="rect">
                <a:avLst/>
              </a:prstGeom>
            </p:spPr>
            <p:txBody>
              <a:bodyPr wrap="none">
                <a:spAutoFit/>
              </a:bodyPr>
              <a:lstStyle/>
              <a:p>
                <a14:m>
                  <m:oMath xmlns:m="http://schemas.openxmlformats.org/officeDocument/2006/math">
                    <m:r>
                      <m:rPr>
                        <m:sty m:val="p"/>
                      </m:rPr>
                      <a:rPr lang="en-IN" sz="2800" b="0" i="0" smtClean="0">
                        <a:solidFill>
                          <a:srgbClr val="002060"/>
                        </a:solidFill>
                        <a:latin typeface="Cambria Math" panose="02040503050406030204" pitchFamily="18" charset="0"/>
                      </a:rPr>
                      <m:t>p</m:t>
                    </m:r>
                    <m:r>
                      <a:rPr lang="en-IN" sz="2800" b="0" i="0" smtClean="0">
                        <a:solidFill>
                          <a:srgbClr val="002060"/>
                        </a:solidFill>
                        <a:latin typeface="Cambria Math" panose="02040503050406030204" pitchFamily="18" charset="0"/>
                      </a:rPr>
                      <m:t>= </m:t>
                    </m:r>
                  </m:oMath>
                </a14:m>
                <a:r>
                  <a:rPr lang="en-US" sz="2800" dirty="0">
                    <a:solidFill>
                      <a:srgbClr val="002060"/>
                    </a:solidFill>
                  </a:rPr>
                  <a:t>Sample proportion of good equipment</a:t>
                </a:r>
              </a:p>
            </p:txBody>
          </p:sp>
        </mc:Choice>
        <mc:Fallback xmlns="">
          <p:sp>
            <p:nvSpPr>
              <p:cNvPr id="15" name="Rectangle 14">
                <a:extLst>
                  <a:ext uri="{FF2B5EF4-FFF2-40B4-BE49-F238E27FC236}">
                    <a16:creationId xmlns:a16="http://schemas.microsoft.com/office/drawing/2014/main" id="{0D15C797-42E1-2605-DAC4-89E14C215C16}"/>
                  </a:ext>
                </a:extLst>
              </p:cNvPr>
              <p:cNvSpPr>
                <a:spLocks noRot="1" noChangeAspect="1" noMove="1" noResize="1" noEditPoints="1" noAdjustHandles="1" noChangeArrowheads="1" noChangeShapeType="1" noTextEdit="1"/>
              </p:cNvSpPr>
              <p:nvPr/>
            </p:nvSpPr>
            <p:spPr>
              <a:xfrm>
                <a:off x="1625597" y="4722028"/>
                <a:ext cx="6189900" cy="523220"/>
              </a:xfrm>
              <a:prstGeom prst="rect">
                <a:avLst/>
              </a:prstGeom>
              <a:blipFill>
                <a:blip r:embed="rId4"/>
                <a:stretch>
                  <a:fillRect t="-12941" r="-887" b="-3294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C3F658D4-B91D-B3C1-1D5B-3132DA12D9CC}"/>
                  </a:ext>
                </a:extLst>
              </p:cNvPr>
              <p:cNvSpPr/>
              <p:nvPr/>
            </p:nvSpPr>
            <p:spPr>
              <a:xfrm>
                <a:off x="7655339" y="4510950"/>
                <a:ext cx="2054986" cy="90178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200−18</m:t>
                          </m:r>
                        </m:num>
                        <m:den>
                          <m:r>
                            <a:rPr lang="en-US" sz="2800" b="0" i="1" smtClean="0">
                              <a:solidFill>
                                <a:srgbClr val="002060"/>
                              </a:solidFill>
                              <a:latin typeface="Cambria Math" panose="02040503050406030204" pitchFamily="18" charset="0"/>
                            </a:rPr>
                            <m:t>20</m:t>
                          </m:r>
                          <m:r>
                            <a:rPr lang="en-IN" sz="2800" b="0" i="1" smtClean="0">
                              <a:solidFill>
                                <a:srgbClr val="002060"/>
                              </a:solidFill>
                              <a:latin typeface="Cambria Math" panose="02040503050406030204" pitchFamily="18" charset="0"/>
                            </a:rPr>
                            <m:t>0</m:t>
                          </m:r>
                        </m:den>
                      </m:f>
                    </m:oMath>
                  </m:oMathPara>
                </a14:m>
                <a:endParaRPr lang="en-US" sz="2800" dirty="0">
                  <a:solidFill>
                    <a:srgbClr val="002060"/>
                  </a:solidFill>
                </a:endParaRPr>
              </a:p>
            </p:txBody>
          </p:sp>
        </mc:Choice>
        <mc:Fallback xmlns="">
          <p:sp>
            <p:nvSpPr>
              <p:cNvPr id="4" name="Rectangle 3">
                <a:extLst>
                  <a:ext uri="{FF2B5EF4-FFF2-40B4-BE49-F238E27FC236}">
                    <a16:creationId xmlns:a16="http://schemas.microsoft.com/office/drawing/2014/main" id="{C3F658D4-B91D-B3C1-1D5B-3132DA12D9CC}"/>
                  </a:ext>
                </a:extLst>
              </p:cNvPr>
              <p:cNvSpPr>
                <a:spLocks noRot="1" noChangeAspect="1" noMove="1" noResize="1" noEditPoints="1" noAdjustHandles="1" noChangeArrowheads="1" noChangeShapeType="1" noTextEdit="1"/>
              </p:cNvSpPr>
              <p:nvPr/>
            </p:nvSpPr>
            <p:spPr>
              <a:xfrm>
                <a:off x="7655339" y="4510950"/>
                <a:ext cx="2054986" cy="901785"/>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7CE30F8B-F40B-7DB7-FEC4-5B8BBC9817FC}"/>
                  </a:ext>
                </a:extLst>
              </p:cNvPr>
              <p:cNvSpPr/>
              <p:nvPr/>
            </p:nvSpPr>
            <p:spPr>
              <a:xfrm>
                <a:off x="9640573" y="4729181"/>
                <a:ext cx="1303947"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800" b="0" i="0" smtClean="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0.91</m:t>
                      </m:r>
                    </m:oMath>
                  </m:oMathPara>
                </a14:m>
                <a:endParaRPr lang="en-US" sz="2800" dirty="0">
                  <a:solidFill>
                    <a:srgbClr val="002060"/>
                  </a:solidFill>
                </a:endParaRPr>
              </a:p>
            </p:txBody>
          </p:sp>
        </mc:Choice>
        <mc:Fallback xmlns="">
          <p:sp>
            <p:nvSpPr>
              <p:cNvPr id="5" name="Rectangle 4">
                <a:extLst>
                  <a:ext uri="{FF2B5EF4-FFF2-40B4-BE49-F238E27FC236}">
                    <a16:creationId xmlns:a16="http://schemas.microsoft.com/office/drawing/2014/main" id="{7CE30F8B-F40B-7DB7-FEC4-5B8BBC9817FC}"/>
                  </a:ext>
                </a:extLst>
              </p:cNvPr>
              <p:cNvSpPr>
                <a:spLocks noRot="1" noChangeAspect="1" noMove="1" noResize="1" noEditPoints="1" noAdjustHandles="1" noChangeArrowheads="1" noChangeShapeType="1" noTextEdit="1"/>
              </p:cNvSpPr>
              <p:nvPr/>
            </p:nvSpPr>
            <p:spPr>
              <a:xfrm>
                <a:off x="9640573" y="4729181"/>
                <a:ext cx="1303947"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56C26595-FBA9-5EF0-D3BA-FAF06732BAEB}"/>
                  </a:ext>
                </a:extLst>
              </p:cNvPr>
              <p:cNvSpPr/>
              <p:nvPr/>
            </p:nvSpPr>
            <p:spPr>
              <a:xfrm>
                <a:off x="1580522" y="5378131"/>
                <a:ext cx="175721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IN" sz="2800" b="0" i="0" smtClean="0">
                          <a:solidFill>
                            <a:srgbClr val="002060"/>
                          </a:solidFill>
                          <a:latin typeface="Cambria Math" panose="02040503050406030204" pitchFamily="18" charset="0"/>
                        </a:rPr>
                        <m:t>q</m:t>
                      </m:r>
                      <m:r>
                        <a:rPr lang="en-IN" sz="2800" b="0" i="0" smtClean="0">
                          <a:solidFill>
                            <a:srgbClr val="002060"/>
                          </a:solidFill>
                          <a:latin typeface="Cambria Math" panose="02040503050406030204" pitchFamily="18" charset="0"/>
                        </a:rPr>
                        <m:t>=1−</m:t>
                      </m:r>
                      <m:r>
                        <m:rPr>
                          <m:sty m:val="p"/>
                        </m:rPr>
                        <a:rPr lang="en-IN" sz="2800" b="0" i="0" smtClean="0">
                          <a:solidFill>
                            <a:srgbClr val="002060"/>
                          </a:solidFill>
                          <a:latin typeface="Cambria Math" panose="02040503050406030204" pitchFamily="18" charset="0"/>
                        </a:rPr>
                        <m:t>p</m:t>
                      </m:r>
                    </m:oMath>
                  </m:oMathPara>
                </a14:m>
                <a:endParaRPr lang="en-US" sz="2800" dirty="0">
                  <a:solidFill>
                    <a:srgbClr val="002060"/>
                  </a:solidFill>
                </a:endParaRPr>
              </a:p>
            </p:txBody>
          </p:sp>
        </mc:Choice>
        <mc:Fallback xmlns="">
          <p:sp>
            <p:nvSpPr>
              <p:cNvPr id="6" name="Rectangle 5">
                <a:extLst>
                  <a:ext uri="{FF2B5EF4-FFF2-40B4-BE49-F238E27FC236}">
                    <a16:creationId xmlns:a16="http://schemas.microsoft.com/office/drawing/2014/main" id="{56C26595-FBA9-5EF0-D3BA-FAF06732BAEB}"/>
                  </a:ext>
                </a:extLst>
              </p:cNvPr>
              <p:cNvSpPr>
                <a:spLocks noRot="1" noChangeAspect="1" noMove="1" noResize="1" noEditPoints="1" noAdjustHandles="1" noChangeArrowheads="1" noChangeShapeType="1" noTextEdit="1"/>
              </p:cNvSpPr>
              <p:nvPr/>
            </p:nvSpPr>
            <p:spPr>
              <a:xfrm>
                <a:off x="1580522" y="5378131"/>
                <a:ext cx="1757212"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793491C5-526D-C4FD-E9A8-F4C01D62FE56}"/>
                  </a:ext>
                </a:extLst>
              </p:cNvPr>
              <p:cNvSpPr/>
              <p:nvPr/>
            </p:nvSpPr>
            <p:spPr>
              <a:xfrm>
                <a:off x="3638508" y="5377639"/>
                <a:ext cx="1905843"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800" b="0" i="1" smtClean="0">
                          <a:solidFill>
                            <a:srgbClr val="002060"/>
                          </a:solidFill>
                          <a:latin typeface="Cambria Math" panose="02040503050406030204" pitchFamily="18" charset="0"/>
                          <a:ea typeface="Cambria Math" panose="02040503050406030204" pitchFamily="18" charset="0"/>
                        </a:rPr>
                        <m:t>∴</m:t>
                      </m:r>
                      <m:r>
                        <m:rPr>
                          <m:sty m:val="p"/>
                        </m:rPr>
                        <a:rPr lang="en-IN" sz="2800" b="0" i="0" smtClean="0">
                          <a:solidFill>
                            <a:srgbClr val="002060"/>
                          </a:solidFill>
                          <a:latin typeface="Cambria Math" panose="02040503050406030204" pitchFamily="18" charset="0"/>
                        </a:rPr>
                        <m:t>q</m:t>
                      </m:r>
                      <m:r>
                        <a:rPr lang="en-IN" sz="2800" b="0" i="0" smtClean="0">
                          <a:solidFill>
                            <a:srgbClr val="002060"/>
                          </a:solidFill>
                          <a:latin typeface="Cambria Math" panose="02040503050406030204" pitchFamily="18" charset="0"/>
                        </a:rPr>
                        <m:t>=0.09</m:t>
                      </m:r>
                    </m:oMath>
                  </m:oMathPara>
                </a14:m>
                <a:endParaRPr lang="en-US" sz="2800" dirty="0">
                  <a:solidFill>
                    <a:srgbClr val="002060"/>
                  </a:solidFill>
                </a:endParaRPr>
              </a:p>
            </p:txBody>
          </p:sp>
        </mc:Choice>
        <mc:Fallback xmlns="">
          <p:sp>
            <p:nvSpPr>
              <p:cNvPr id="7" name="Rectangle 6">
                <a:extLst>
                  <a:ext uri="{FF2B5EF4-FFF2-40B4-BE49-F238E27FC236}">
                    <a16:creationId xmlns:a16="http://schemas.microsoft.com/office/drawing/2014/main" id="{793491C5-526D-C4FD-E9A8-F4C01D62FE56}"/>
                  </a:ext>
                </a:extLst>
              </p:cNvPr>
              <p:cNvSpPr>
                <a:spLocks noRot="1" noChangeAspect="1" noMove="1" noResize="1" noEditPoints="1" noAdjustHandles="1" noChangeArrowheads="1" noChangeShapeType="1" noTextEdit="1"/>
              </p:cNvSpPr>
              <p:nvPr/>
            </p:nvSpPr>
            <p:spPr>
              <a:xfrm>
                <a:off x="3638508" y="5377639"/>
                <a:ext cx="1905843"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1D66CDC6-4F36-C5C4-AD23-B10EE942D50F}"/>
                  </a:ext>
                </a:extLst>
              </p:cNvPr>
              <p:cNvSpPr/>
              <p:nvPr/>
            </p:nvSpPr>
            <p:spPr>
              <a:xfrm>
                <a:off x="1602737" y="6075677"/>
                <a:ext cx="1607299"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2800" b="0" i="0" smtClean="0">
                          <a:solidFill>
                            <a:srgbClr val="002060"/>
                          </a:solidFill>
                          <a:latin typeface="Cambria Math" panose="02040503050406030204" pitchFamily="18" charset="0"/>
                        </a:rPr>
                        <m:t>P</m:t>
                      </m:r>
                      <m:r>
                        <a:rPr lang="en-IN" sz="2800" b="0" i="0" smtClean="0">
                          <a:solidFill>
                            <a:srgbClr val="002060"/>
                          </a:solidFill>
                          <a:latin typeface="Cambria Math" panose="02040503050406030204" pitchFamily="18" charset="0"/>
                        </a:rPr>
                        <m:t>=</m:t>
                      </m:r>
                      <m:r>
                        <a:rPr lang="en-US" sz="2800" b="0" i="0" smtClean="0">
                          <a:solidFill>
                            <a:srgbClr val="002060"/>
                          </a:solidFill>
                          <a:latin typeface="Cambria Math" panose="02040503050406030204" pitchFamily="18" charset="0"/>
                        </a:rPr>
                        <m:t>0.</m:t>
                      </m:r>
                      <m:r>
                        <a:rPr lang="en-IN" sz="2800" b="0" i="0" smtClean="0">
                          <a:solidFill>
                            <a:srgbClr val="002060"/>
                          </a:solidFill>
                          <a:latin typeface="Cambria Math" panose="02040503050406030204" pitchFamily="18" charset="0"/>
                        </a:rPr>
                        <m:t>95</m:t>
                      </m:r>
                    </m:oMath>
                  </m:oMathPara>
                </a14:m>
                <a:endParaRPr lang="en-US" sz="2800" dirty="0">
                  <a:solidFill>
                    <a:srgbClr val="002060"/>
                  </a:solidFill>
                </a:endParaRPr>
              </a:p>
            </p:txBody>
          </p:sp>
        </mc:Choice>
        <mc:Fallback xmlns="">
          <p:sp>
            <p:nvSpPr>
              <p:cNvPr id="3" name="Rectangle 2">
                <a:extLst>
                  <a:ext uri="{FF2B5EF4-FFF2-40B4-BE49-F238E27FC236}">
                    <a16:creationId xmlns:a16="http://schemas.microsoft.com/office/drawing/2014/main" id="{1D66CDC6-4F36-C5C4-AD23-B10EE942D50F}"/>
                  </a:ext>
                </a:extLst>
              </p:cNvPr>
              <p:cNvSpPr>
                <a:spLocks noRot="1" noChangeAspect="1" noMove="1" noResize="1" noEditPoints="1" noAdjustHandles="1" noChangeArrowheads="1" noChangeShapeType="1" noTextEdit="1"/>
              </p:cNvSpPr>
              <p:nvPr/>
            </p:nvSpPr>
            <p:spPr>
              <a:xfrm>
                <a:off x="1602737" y="6075677"/>
                <a:ext cx="1607299"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79F3AA44-5DBB-0B1B-9886-32E96718C525}"/>
                  </a:ext>
                </a:extLst>
              </p:cNvPr>
              <p:cNvSpPr/>
              <p:nvPr/>
            </p:nvSpPr>
            <p:spPr>
              <a:xfrm>
                <a:off x="3650209" y="6065474"/>
                <a:ext cx="194271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800" b="0" i="1" smtClean="0">
                          <a:solidFill>
                            <a:srgbClr val="002060"/>
                          </a:solidFill>
                          <a:latin typeface="Cambria Math" panose="02040503050406030204" pitchFamily="18" charset="0"/>
                          <a:ea typeface="Cambria Math" panose="02040503050406030204" pitchFamily="18" charset="0"/>
                        </a:rPr>
                        <m:t>∴</m:t>
                      </m:r>
                      <m:r>
                        <m:rPr>
                          <m:sty m:val="p"/>
                        </m:rPr>
                        <a:rPr lang="en-IN" sz="2800" b="0" i="0" smtClean="0">
                          <a:solidFill>
                            <a:srgbClr val="002060"/>
                          </a:solidFill>
                          <a:latin typeface="Cambria Math" panose="02040503050406030204" pitchFamily="18" charset="0"/>
                        </a:rPr>
                        <m:t>Q</m:t>
                      </m:r>
                      <m:r>
                        <a:rPr lang="en-IN" sz="2800" b="0" i="0" smtClean="0">
                          <a:solidFill>
                            <a:srgbClr val="002060"/>
                          </a:solidFill>
                          <a:latin typeface="Cambria Math" panose="02040503050406030204" pitchFamily="18" charset="0"/>
                        </a:rPr>
                        <m:t>=0.05</m:t>
                      </m:r>
                    </m:oMath>
                  </m:oMathPara>
                </a14:m>
                <a:endParaRPr lang="en-US" sz="2800" dirty="0">
                  <a:solidFill>
                    <a:srgbClr val="002060"/>
                  </a:solidFill>
                </a:endParaRPr>
              </a:p>
            </p:txBody>
          </p:sp>
        </mc:Choice>
        <mc:Fallback xmlns="">
          <p:sp>
            <p:nvSpPr>
              <p:cNvPr id="8" name="Rectangle 7">
                <a:extLst>
                  <a:ext uri="{FF2B5EF4-FFF2-40B4-BE49-F238E27FC236}">
                    <a16:creationId xmlns:a16="http://schemas.microsoft.com/office/drawing/2014/main" id="{79F3AA44-5DBB-0B1B-9886-32E96718C525}"/>
                  </a:ext>
                </a:extLst>
              </p:cNvPr>
              <p:cNvSpPr>
                <a:spLocks noRot="1" noChangeAspect="1" noMove="1" noResize="1" noEditPoints="1" noAdjustHandles="1" noChangeArrowheads="1" noChangeShapeType="1" noTextEdit="1"/>
              </p:cNvSpPr>
              <p:nvPr/>
            </p:nvSpPr>
            <p:spPr>
              <a:xfrm>
                <a:off x="3650209" y="6065474"/>
                <a:ext cx="1942711" cy="52322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349AFFC4-5E64-FA81-A85F-20C03227BDE5}"/>
                  </a:ext>
                </a:extLst>
              </p:cNvPr>
              <p:cNvSpPr/>
              <p:nvPr/>
            </p:nvSpPr>
            <p:spPr>
              <a:xfrm>
                <a:off x="5279050" y="3549918"/>
                <a:ext cx="6907530" cy="523220"/>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Check</m:t>
                      </m:r>
                      <m:r>
                        <a:rPr lang="en-IN" sz="2800" b="0" i="0" smtClean="0">
                          <a:solidFill>
                            <a:srgbClr val="002060"/>
                          </a:solidFill>
                          <a:latin typeface="Cambria Math" panose="02040503050406030204" pitchFamily="18" charset="0"/>
                        </a:rPr>
                        <m:t> </m:t>
                      </m:r>
                      <m:r>
                        <m:rPr>
                          <m:sty m:val="p"/>
                        </m:rPr>
                        <a:rPr lang="en-IN" sz="2800" b="0" i="0" smtClean="0">
                          <a:solidFill>
                            <a:srgbClr val="002060"/>
                          </a:solidFill>
                          <a:latin typeface="Cambria Math" panose="02040503050406030204" pitchFamily="18" charset="0"/>
                        </a:rPr>
                        <m:t>velidity</m:t>
                      </m:r>
                      <m:r>
                        <a:rPr lang="en-IN" sz="2800" b="0" i="0" smtClean="0">
                          <a:solidFill>
                            <a:srgbClr val="002060"/>
                          </a:solidFill>
                          <a:latin typeface="Cambria Math" panose="02040503050406030204" pitchFamily="18" charset="0"/>
                        </a:rPr>
                        <m:t> </m:t>
                      </m:r>
                      <m:r>
                        <m:rPr>
                          <m:sty m:val="p"/>
                        </m:rPr>
                        <a:rPr lang="en-IN" sz="2800" b="0" i="0" smtClean="0">
                          <a:solidFill>
                            <a:srgbClr val="002060"/>
                          </a:solidFill>
                          <a:latin typeface="Cambria Math" panose="02040503050406030204" pitchFamily="18" charset="0"/>
                        </a:rPr>
                        <m:t>of</m:t>
                      </m:r>
                      <m:r>
                        <a:rPr lang="en-IN" sz="2800" b="0" i="0" smtClean="0">
                          <a:solidFill>
                            <a:srgbClr val="002060"/>
                          </a:solidFill>
                          <a:latin typeface="Cambria Math" panose="02040503050406030204" pitchFamily="18" charset="0"/>
                        </a:rPr>
                        <m:t> </m:t>
                      </m:r>
                      <m:r>
                        <m:rPr>
                          <m:sty m:val="p"/>
                        </m:rPr>
                        <a:rPr lang="en-IN" sz="2800" b="0" i="0" smtClean="0">
                          <a:solidFill>
                            <a:srgbClr val="002060"/>
                          </a:solidFill>
                          <a:latin typeface="Cambria Math" panose="02040503050406030204" pitchFamily="18" charset="0"/>
                        </a:rPr>
                        <m:t>claim</m:t>
                      </m:r>
                      <m:r>
                        <a:rPr lang="en-IN" sz="2800" b="0" i="0" smtClean="0">
                          <a:solidFill>
                            <a:srgbClr val="002060"/>
                          </a:solidFill>
                          <a:latin typeface="Cambria Math" panose="02040503050406030204" pitchFamily="18" charset="0"/>
                        </a:rPr>
                        <m:t> </m:t>
                      </m:r>
                      <m:r>
                        <m:rPr>
                          <m:sty m:val="p"/>
                        </m:rPr>
                        <a:rPr lang="en-IN" sz="2800" b="0" i="0" smtClean="0">
                          <a:solidFill>
                            <a:srgbClr val="002060"/>
                          </a:solidFill>
                          <a:latin typeface="Cambria Math" panose="02040503050406030204" pitchFamily="18" charset="0"/>
                        </a:rPr>
                        <m:t>also</m:t>
                      </m:r>
                      <m:r>
                        <a:rPr lang="en-IN" sz="2800" b="0" i="0" smtClean="0">
                          <a:solidFill>
                            <a:srgbClr val="002060"/>
                          </a:solidFill>
                          <a:latin typeface="Cambria Math" panose="02040503050406030204" pitchFamily="18" charset="0"/>
                        </a:rPr>
                        <m:t> </m:t>
                      </m:r>
                      <m:r>
                        <m:rPr>
                          <m:sty m:val="p"/>
                        </m:rPr>
                        <a:rPr lang="en-IN" sz="2800" b="0" i="0" smtClean="0">
                          <a:solidFill>
                            <a:srgbClr val="002060"/>
                          </a:solidFill>
                          <a:latin typeface="Cambria Math" panose="02040503050406030204" pitchFamily="18" charset="0"/>
                        </a:rPr>
                        <m:t>focus</m:t>
                      </m:r>
                      <m:r>
                        <a:rPr lang="en-IN" sz="2800" b="0" i="0" smtClean="0">
                          <a:solidFill>
                            <a:srgbClr val="002060"/>
                          </a:solidFill>
                          <a:latin typeface="Cambria Math" panose="02040503050406030204" pitchFamily="18" charset="0"/>
                        </a:rPr>
                        <m:t> </m:t>
                      </m:r>
                      <m:r>
                        <m:rPr>
                          <m:sty m:val="p"/>
                        </m:rPr>
                        <a:rPr lang="en-IN" sz="2800" b="0" i="0" smtClean="0">
                          <a:solidFill>
                            <a:srgbClr val="002060"/>
                          </a:solidFill>
                          <a:latin typeface="Cambria Math" panose="02040503050406030204" pitchFamily="18" charset="0"/>
                        </a:rPr>
                        <m:t>on</m:t>
                      </m:r>
                      <m:r>
                        <a:rPr lang="en-IN" sz="2800" b="0" i="0" smtClean="0">
                          <a:solidFill>
                            <a:srgbClr val="002060"/>
                          </a:solidFill>
                          <a:latin typeface="Cambria Math" panose="02040503050406030204" pitchFamily="18" charset="0"/>
                        </a:rPr>
                        <m:t> </m:t>
                      </m:r>
                      <m:r>
                        <m:rPr>
                          <m:sty m:val="p"/>
                        </m:rPr>
                        <a:rPr lang="en-IN" sz="2800" b="0" i="0" smtClean="0">
                          <a:solidFill>
                            <a:srgbClr val="002060"/>
                          </a:solidFill>
                          <a:latin typeface="Cambria Math" panose="02040503050406030204" pitchFamily="18" charset="0"/>
                        </a:rPr>
                        <m:t>at</m:t>
                      </m:r>
                      <m:r>
                        <a:rPr lang="en-IN" sz="2800" b="0" i="0" smtClean="0">
                          <a:solidFill>
                            <a:srgbClr val="002060"/>
                          </a:solidFill>
                          <a:latin typeface="Cambria Math" panose="02040503050406030204" pitchFamily="18" charset="0"/>
                        </a:rPr>
                        <m:t> </m:t>
                      </m:r>
                      <m:r>
                        <m:rPr>
                          <m:sty m:val="p"/>
                        </m:rPr>
                        <a:rPr lang="en-IN" sz="2800" b="0" i="0" smtClean="0">
                          <a:solidFill>
                            <a:srgbClr val="002060"/>
                          </a:solidFill>
                          <a:latin typeface="Cambria Math" panose="02040503050406030204" pitchFamily="18" charset="0"/>
                        </a:rPr>
                        <m:t>least</m:t>
                      </m:r>
                    </m:oMath>
                  </m:oMathPara>
                </a14:m>
                <a:endParaRPr lang="en-IN" sz="2800" b="0" dirty="0">
                  <a:solidFill>
                    <a:srgbClr val="002060"/>
                  </a:solidFill>
                </a:endParaRPr>
              </a:p>
            </p:txBody>
          </p:sp>
        </mc:Choice>
        <mc:Fallback xmlns="">
          <p:sp>
            <p:nvSpPr>
              <p:cNvPr id="9" name="Rectangle 8">
                <a:extLst>
                  <a:ext uri="{FF2B5EF4-FFF2-40B4-BE49-F238E27FC236}">
                    <a16:creationId xmlns:a16="http://schemas.microsoft.com/office/drawing/2014/main" id="{349AFFC4-5E64-FA81-A85F-20C03227BDE5}"/>
                  </a:ext>
                </a:extLst>
              </p:cNvPr>
              <p:cNvSpPr>
                <a:spLocks noRot="1" noChangeAspect="1" noMove="1" noResize="1" noEditPoints="1" noAdjustHandles="1" noChangeArrowheads="1" noChangeShapeType="1" noTextEdit="1"/>
              </p:cNvSpPr>
              <p:nvPr/>
            </p:nvSpPr>
            <p:spPr>
              <a:xfrm>
                <a:off x="5279050" y="3549918"/>
                <a:ext cx="6907530" cy="523220"/>
              </a:xfrm>
              <a:prstGeom prst="rect">
                <a:avLst/>
              </a:prstGeom>
              <a:blipFill>
                <a:blip r:embed="rId11"/>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1593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50" grpId="0" animBg="1"/>
    </p:bldLst>
  </p:timing>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9BEC27-55B3-8EFF-064A-BAA0AEB8B0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19F1FB-D675-CD08-E538-9EF64A035D38}"/>
              </a:ext>
            </a:extLst>
          </p:cNvPr>
          <p:cNvSpPr>
            <a:spLocks noGrp="1"/>
          </p:cNvSpPr>
          <p:nvPr>
            <p:ph type="title"/>
          </p:nvPr>
        </p:nvSpPr>
        <p:spPr/>
        <p:txBody>
          <a:bodyPr/>
          <a:lstStyle/>
          <a:p>
            <a:r>
              <a:rPr lang="en-GB" dirty="0"/>
              <a:t>Method 5 ⇝ Example 4(</a:t>
            </a:r>
            <a:r>
              <a:rPr lang="en-GB" dirty="0">
                <a:solidFill>
                  <a:srgbClr val="FF0000"/>
                </a:solidFill>
              </a:rPr>
              <a:t>Continue</a:t>
            </a:r>
            <a:r>
              <a:rPr lang="en-GB" dirty="0"/>
              <a:t>)</a:t>
            </a:r>
            <a:endParaRPr lang="en-US" dirty="0"/>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182D6CB2-03CE-CD17-63AB-B4639A74AC1D}"/>
                  </a:ext>
                </a:extLst>
              </p:cNvPr>
              <p:cNvSpPr/>
              <p:nvPr/>
            </p:nvSpPr>
            <p:spPr>
              <a:xfrm>
                <a:off x="111878" y="1000857"/>
                <a:ext cx="797582" cy="523220"/>
              </a:xfrm>
              <a:prstGeom prst="rect">
                <a:avLst/>
              </a:prstGeom>
            </p:spPr>
            <p:txBody>
              <a:bodyPr wrap="square">
                <a:spAutoFit/>
              </a:bodyPr>
              <a:lstStyle/>
              <a:p>
                <a:pPr lvl="0"/>
                <a14:m>
                  <m:oMath xmlns:m="http://schemas.openxmlformats.org/officeDocument/2006/math">
                    <m:sSub>
                      <m:sSubPr>
                        <m:ctrlPr>
                          <a:rPr lang="en-US" sz="2800" b="1" i="1" smtClean="0">
                            <a:solidFill>
                              <a:srgbClr val="002060"/>
                            </a:solidFill>
                            <a:latin typeface="Cambria Math" panose="02040503050406030204" pitchFamily="18" charset="0"/>
                          </a:rPr>
                        </m:ctrlPr>
                      </m:sSubPr>
                      <m:e>
                        <m:r>
                          <a:rPr lang="en-IN" sz="2800" b="1" i="0" smtClean="0">
                            <a:solidFill>
                              <a:srgbClr val="002060"/>
                            </a:solidFill>
                            <a:latin typeface="Cambria Math" panose="02040503050406030204" pitchFamily="18" charset="0"/>
                          </a:rPr>
                          <m:t>𝐇</m:t>
                        </m:r>
                      </m:e>
                      <m:sub>
                        <m:r>
                          <a:rPr lang="en-IN" sz="2800" b="1" i="0" smtClean="0">
                            <a:solidFill>
                              <a:srgbClr val="002060"/>
                            </a:solidFill>
                            <a:latin typeface="Cambria Math" panose="02040503050406030204" pitchFamily="18" charset="0"/>
                          </a:rPr>
                          <m:t>𝟎</m:t>
                        </m:r>
                      </m:sub>
                    </m:sSub>
                    <m:r>
                      <a:rPr lang="en-IN" sz="2800" b="1" i="0" smtClean="0">
                        <a:solidFill>
                          <a:srgbClr val="002060"/>
                        </a:solidFill>
                        <a:latin typeface="Cambria Math" panose="02040503050406030204" pitchFamily="18" charset="0"/>
                      </a:rPr>
                      <m:t> :</m:t>
                    </m:r>
                  </m:oMath>
                </a14:m>
                <a:r>
                  <a:rPr lang="en-US" sz="2800" b="1" dirty="0">
                    <a:solidFill>
                      <a:srgbClr val="002060"/>
                    </a:solidFill>
                  </a:rPr>
                  <a:t>  </a:t>
                </a:r>
              </a:p>
            </p:txBody>
          </p:sp>
        </mc:Choice>
        <mc:Fallback xmlns="">
          <p:sp>
            <p:nvSpPr>
              <p:cNvPr id="15" name="Rectangle 14">
                <a:extLst>
                  <a:ext uri="{FF2B5EF4-FFF2-40B4-BE49-F238E27FC236}">
                    <a16:creationId xmlns:a16="http://schemas.microsoft.com/office/drawing/2014/main" id="{182D6CB2-03CE-CD17-63AB-B4639A74AC1D}"/>
                  </a:ext>
                </a:extLst>
              </p:cNvPr>
              <p:cNvSpPr>
                <a:spLocks noRot="1" noChangeAspect="1" noMove="1" noResize="1" noEditPoints="1" noAdjustHandles="1" noChangeArrowheads="1" noChangeShapeType="1" noTextEdit="1"/>
              </p:cNvSpPr>
              <p:nvPr/>
            </p:nvSpPr>
            <p:spPr>
              <a:xfrm>
                <a:off x="111878" y="1000857"/>
                <a:ext cx="797582" cy="52322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FDA3A9F6-99ED-CA45-536F-70937B479919}"/>
                  </a:ext>
                </a:extLst>
              </p:cNvPr>
              <p:cNvSpPr/>
              <p:nvPr/>
            </p:nvSpPr>
            <p:spPr>
              <a:xfrm>
                <a:off x="3251337" y="3830493"/>
                <a:ext cx="2581109" cy="523220"/>
              </a:xfrm>
              <a:prstGeom prst="rect">
                <a:avLst/>
              </a:prstGeom>
            </p:spPr>
            <p:txBody>
              <a:bodyPr wrap="square">
                <a:spAutoFit/>
              </a:bodyPr>
              <a:lstStyle/>
              <a:p>
                <a:pPr lvl="0"/>
                <a14:m>
                  <m:oMathPara xmlns:m="http://schemas.openxmlformats.org/officeDocument/2006/math">
                    <m:oMathParaPr>
                      <m:jc m:val="centerGroup"/>
                    </m:oMathParaPr>
                    <m:oMath xmlns:m="http://schemas.openxmlformats.org/officeDocument/2006/math">
                      <m:d>
                        <m:dPr>
                          <m:ctrlPr>
                            <a:rPr lang="en-US" sz="2800" i="1" smtClean="0">
                              <a:solidFill>
                                <a:srgbClr val="002060"/>
                              </a:solidFill>
                              <a:latin typeface="Cambria Math" panose="02040503050406030204" pitchFamily="18" charset="0"/>
                            </a:rPr>
                          </m:ctrlPr>
                        </m:dPr>
                        <m:e>
                          <m:r>
                            <a:rPr lang="en-IN" sz="2800" b="1" i="0" smtClean="0">
                              <a:solidFill>
                                <a:srgbClr val="FF0000"/>
                              </a:solidFill>
                              <a:latin typeface="Cambria Math" panose="02040503050406030204" pitchFamily="18" charset="0"/>
                            </a:rPr>
                            <m:t>𝐏</m:t>
                          </m:r>
                          <m:r>
                            <a:rPr lang="en-IN" sz="2800" b="1" i="0" smtClean="0">
                              <a:solidFill>
                                <a:srgbClr val="FF0000"/>
                              </a:solidFill>
                              <a:latin typeface="Cambria Math" panose="02040503050406030204" pitchFamily="18" charset="0"/>
                            </a:rPr>
                            <m:t> </m:t>
                          </m:r>
                          <m:r>
                            <a:rPr lang="en-IN" sz="2800" b="1" i="0" smtClean="0">
                              <a:solidFill>
                                <a:srgbClr val="FF0000"/>
                              </a:solidFill>
                              <a:latin typeface="Cambria Math" panose="02040503050406030204" pitchFamily="18" charset="0"/>
                            </a:rPr>
                            <m:t>𝐢𝐬</m:t>
                          </m:r>
                          <m:r>
                            <a:rPr lang="en-IN" sz="2800" b="1" i="0" smtClean="0">
                              <a:solidFill>
                                <a:srgbClr val="FF0000"/>
                              </a:solidFill>
                              <a:latin typeface="Cambria Math" panose="02040503050406030204" pitchFamily="18" charset="0"/>
                            </a:rPr>
                            <m:t> </m:t>
                          </m:r>
                          <m:r>
                            <a:rPr lang="en-IN" sz="2800" b="1" i="0" smtClean="0">
                              <a:solidFill>
                                <a:srgbClr val="FF0000"/>
                              </a:solidFill>
                              <a:latin typeface="Cambria Math" panose="02040503050406030204" pitchFamily="18" charset="0"/>
                            </a:rPr>
                            <m:t>𝐤𝐧𝐨𝐰𝐧</m:t>
                          </m:r>
                        </m:e>
                      </m:d>
                    </m:oMath>
                  </m:oMathPara>
                </a14:m>
                <a:endParaRPr lang="en-US" sz="2800" dirty="0">
                  <a:solidFill>
                    <a:srgbClr val="002060"/>
                  </a:solidFill>
                </a:endParaRPr>
              </a:p>
            </p:txBody>
          </p:sp>
        </mc:Choice>
        <mc:Fallback xmlns="">
          <p:sp>
            <p:nvSpPr>
              <p:cNvPr id="8" name="Rectangle 7">
                <a:extLst>
                  <a:ext uri="{FF2B5EF4-FFF2-40B4-BE49-F238E27FC236}">
                    <a16:creationId xmlns:a16="http://schemas.microsoft.com/office/drawing/2014/main" id="{FDA3A9F6-99ED-CA45-536F-70937B479919}"/>
                  </a:ext>
                </a:extLst>
              </p:cNvPr>
              <p:cNvSpPr>
                <a:spLocks noRot="1" noChangeAspect="1" noMove="1" noResize="1" noEditPoints="1" noAdjustHandles="1" noChangeArrowheads="1" noChangeShapeType="1" noTextEdit="1"/>
              </p:cNvSpPr>
              <p:nvPr/>
            </p:nvSpPr>
            <p:spPr>
              <a:xfrm>
                <a:off x="3251337" y="3830493"/>
                <a:ext cx="2581109" cy="523220"/>
              </a:xfrm>
              <a:prstGeom prst="rect">
                <a:avLst/>
              </a:prstGeom>
              <a:blipFill>
                <a:blip r:embed="rId3"/>
                <a:stretch>
                  <a:fillRect/>
                </a:stretch>
              </a:blipFill>
            </p:spPr>
            <p:txBody>
              <a:bodyPr/>
              <a:lstStyle/>
              <a:p>
                <a:r>
                  <a:rPr lang="en-IN">
                    <a:noFill/>
                  </a:rPr>
                  <a:t> </a:t>
                </a:r>
              </a:p>
            </p:txBody>
          </p:sp>
        </mc:Fallback>
      </mc:AlternateContent>
      <p:cxnSp>
        <p:nvCxnSpPr>
          <p:cNvPr id="3" name="Straight Connector 2">
            <a:extLst>
              <a:ext uri="{FF2B5EF4-FFF2-40B4-BE49-F238E27FC236}">
                <a16:creationId xmlns:a16="http://schemas.microsoft.com/office/drawing/2014/main" id="{843F7453-8C69-070C-A5A1-64066F65D3D3}"/>
              </a:ext>
            </a:extLst>
          </p:cNvPr>
          <p:cNvCxnSpPr>
            <a:cxnSpLocks/>
          </p:cNvCxnSpPr>
          <p:nvPr/>
        </p:nvCxnSpPr>
        <p:spPr>
          <a:xfrm>
            <a:off x="6060580" y="708524"/>
            <a:ext cx="0" cy="5896813"/>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5F7BE992-7FC6-7A25-FE00-8EC337BC30EA}"/>
                  </a:ext>
                </a:extLst>
              </p:cNvPr>
              <p:cNvSpPr/>
              <p:nvPr/>
            </p:nvSpPr>
            <p:spPr>
              <a:xfrm>
                <a:off x="897426" y="1024620"/>
                <a:ext cx="1636295" cy="523220"/>
              </a:xfrm>
              <a:prstGeom prst="rect">
                <a:avLst/>
              </a:prstGeom>
            </p:spPr>
            <p:txBody>
              <a:bodyPr wrap="square">
                <a:spAutoFit/>
              </a:bodyPr>
              <a:lstStyle/>
              <a:p>
                <a:pPr lvl="0"/>
                <a14:m>
                  <m:oMath xmlns:m="http://schemas.openxmlformats.org/officeDocument/2006/math">
                    <m:r>
                      <m:rPr>
                        <m:sty m:val="p"/>
                      </m:rPr>
                      <a:rPr lang="en-IN" sz="2800" b="0" i="0" smtClean="0">
                        <a:solidFill>
                          <a:srgbClr val="002060"/>
                        </a:solidFill>
                        <a:latin typeface="Cambria Math" panose="02040503050406030204" pitchFamily="18" charset="0"/>
                      </a:rPr>
                      <m:t>P</m:t>
                    </m:r>
                    <m:r>
                      <a:rPr lang="en-IN" sz="2800" b="0" i="1" smtClean="0">
                        <a:solidFill>
                          <a:srgbClr val="002060"/>
                        </a:solidFill>
                        <a:latin typeface="Cambria Math" panose="02040503050406030204" pitchFamily="18" charset="0"/>
                        <a:ea typeface="Cambria Math" panose="02040503050406030204" pitchFamily="18" charset="0"/>
                      </a:rPr>
                      <m:t>≥</m:t>
                    </m:r>
                    <m:r>
                      <a:rPr lang="en-IN" sz="2800" b="0" i="0" smtClean="0">
                        <a:solidFill>
                          <a:srgbClr val="002060"/>
                        </a:solidFill>
                        <a:latin typeface="Cambria Math" panose="02040503050406030204" pitchFamily="18" charset="0"/>
                      </a:rPr>
                      <m:t>0.95</m:t>
                    </m:r>
                  </m:oMath>
                </a14:m>
                <a:r>
                  <a:rPr lang="en-US" sz="2800" dirty="0">
                    <a:solidFill>
                      <a:srgbClr val="002060"/>
                    </a:solidFill>
                  </a:rPr>
                  <a:t>  </a:t>
                </a:r>
              </a:p>
            </p:txBody>
          </p:sp>
        </mc:Choice>
        <mc:Fallback xmlns="">
          <p:sp>
            <p:nvSpPr>
              <p:cNvPr id="9" name="Rectangle 8">
                <a:extLst>
                  <a:ext uri="{FF2B5EF4-FFF2-40B4-BE49-F238E27FC236}">
                    <a16:creationId xmlns:a16="http://schemas.microsoft.com/office/drawing/2014/main" id="{5F7BE992-7FC6-7A25-FE00-8EC337BC30EA}"/>
                  </a:ext>
                </a:extLst>
              </p:cNvPr>
              <p:cNvSpPr>
                <a:spLocks noRot="1" noChangeAspect="1" noMove="1" noResize="1" noEditPoints="1" noAdjustHandles="1" noChangeArrowheads="1" noChangeShapeType="1" noTextEdit="1"/>
              </p:cNvSpPr>
              <p:nvPr/>
            </p:nvSpPr>
            <p:spPr>
              <a:xfrm>
                <a:off x="897426" y="1024620"/>
                <a:ext cx="1636295"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29922E56-76CB-651C-9E25-4CF65616E70F}"/>
                  </a:ext>
                </a:extLst>
              </p:cNvPr>
              <p:cNvSpPr/>
              <p:nvPr/>
            </p:nvSpPr>
            <p:spPr>
              <a:xfrm>
                <a:off x="123912" y="1661814"/>
                <a:ext cx="797582" cy="523220"/>
              </a:xfrm>
              <a:prstGeom prst="rect">
                <a:avLst/>
              </a:prstGeom>
            </p:spPr>
            <p:txBody>
              <a:bodyPr wrap="square">
                <a:spAutoFit/>
              </a:bodyPr>
              <a:lstStyle/>
              <a:p>
                <a:pPr lvl="0"/>
                <a14:m>
                  <m:oMath xmlns:m="http://schemas.openxmlformats.org/officeDocument/2006/math">
                    <m:sSub>
                      <m:sSubPr>
                        <m:ctrlPr>
                          <a:rPr lang="en-US" sz="2800" b="1" i="1" smtClean="0">
                            <a:solidFill>
                              <a:srgbClr val="002060"/>
                            </a:solidFill>
                            <a:latin typeface="Cambria Math" panose="02040503050406030204" pitchFamily="18" charset="0"/>
                          </a:rPr>
                        </m:ctrlPr>
                      </m:sSubPr>
                      <m:e>
                        <m:r>
                          <a:rPr lang="en-IN" sz="2800" b="1" i="0" smtClean="0">
                            <a:solidFill>
                              <a:srgbClr val="002060"/>
                            </a:solidFill>
                            <a:latin typeface="Cambria Math" panose="02040503050406030204" pitchFamily="18" charset="0"/>
                          </a:rPr>
                          <m:t>𝐇</m:t>
                        </m:r>
                      </m:e>
                      <m:sub>
                        <m:r>
                          <a:rPr lang="en-IN" sz="2800" b="1" i="0" smtClean="0">
                            <a:solidFill>
                              <a:srgbClr val="002060"/>
                            </a:solidFill>
                            <a:latin typeface="Cambria Math" panose="02040503050406030204" pitchFamily="18" charset="0"/>
                          </a:rPr>
                          <m:t>𝟏</m:t>
                        </m:r>
                      </m:sub>
                    </m:sSub>
                    <m:r>
                      <a:rPr lang="en-IN" sz="2800" b="1" i="0" smtClean="0">
                        <a:solidFill>
                          <a:srgbClr val="002060"/>
                        </a:solidFill>
                        <a:latin typeface="Cambria Math" panose="02040503050406030204" pitchFamily="18" charset="0"/>
                      </a:rPr>
                      <m:t> :</m:t>
                    </m:r>
                  </m:oMath>
                </a14:m>
                <a:r>
                  <a:rPr lang="en-US" sz="2800" b="1" dirty="0">
                    <a:solidFill>
                      <a:srgbClr val="002060"/>
                    </a:solidFill>
                  </a:rPr>
                  <a:t>  </a:t>
                </a:r>
              </a:p>
            </p:txBody>
          </p:sp>
        </mc:Choice>
        <mc:Fallback xmlns="">
          <p:sp>
            <p:nvSpPr>
              <p:cNvPr id="10" name="Rectangle 9">
                <a:extLst>
                  <a:ext uri="{FF2B5EF4-FFF2-40B4-BE49-F238E27FC236}">
                    <a16:creationId xmlns:a16="http://schemas.microsoft.com/office/drawing/2014/main" id="{29922E56-76CB-651C-9E25-4CF65616E70F}"/>
                  </a:ext>
                </a:extLst>
              </p:cNvPr>
              <p:cNvSpPr>
                <a:spLocks noRot="1" noChangeAspect="1" noMove="1" noResize="1" noEditPoints="1" noAdjustHandles="1" noChangeArrowheads="1" noChangeShapeType="1" noTextEdit="1"/>
              </p:cNvSpPr>
              <p:nvPr/>
            </p:nvSpPr>
            <p:spPr>
              <a:xfrm>
                <a:off x="123912" y="1661814"/>
                <a:ext cx="797582"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6F44CDD8-58B9-1D09-E78C-0D1ED4316657}"/>
                  </a:ext>
                </a:extLst>
              </p:cNvPr>
              <p:cNvSpPr/>
              <p:nvPr/>
            </p:nvSpPr>
            <p:spPr>
              <a:xfrm>
                <a:off x="909460" y="1685577"/>
                <a:ext cx="1636295" cy="523220"/>
              </a:xfrm>
              <a:prstGeom prst="rect">
                <a:avLst/>
              </a:prstGeom>
            </p:spPr>
            <p:txBody>
              <a:bodyPr wrap="square">
                <a:spAutoFit/>
              </a:bodyPr>
              <a:lstStyle/>
              <a:p>
                <a:pPr lvl="0"/>
                <a14:m>
                  <m:oMath xmlns:m="http://schemas.openxmlformats.org/officeDocument/2006/math">
                    <m:r>
                      <m:rPr>
                        <m:sty m:val="p"/>
                      </m:rPr>
                      <a:rPr lang="en-IN" sz="2800" b="0" i="0" smtClean="0">
                        <a:solidFill>
                          <a:srgbClr val="002060"/>
                        </a:solidFill>
                        <a:latin typeface="Cambria Math" panose="02040503050406030204" pitchFamily="18" charset="0"/>
                      </a:rPr>
                      <m:t>P</m:t>
                    </m:r>
                    <m:r>
                      <a:rPr lang="en-IN" sz="2800" i="1">
                        <a:solidFill>
                          <a:srgbClr val="002060"/>
                        </a:solidFill>
                        <a:latin typeface="Cambria Math" panose="02040503050406030204" pitchFamily="18" charset="0"/>
                        <a:ea typeface="Cambria Math" panose="02040503050406030204" pitchFamily="18" charset="0"/>
                      </a:rPr>
                      <m:t>&lt;</m:t>
                    </m:r>
                    <m:r>
                      <a:rPr lang="en-IN" sz="2800" b="0" i="0" smtClean="0">
                        <a:solidFill>
                          <a:srgbClr val="002060"/>
                        </a:solidFill>
                        <a:latin typeface="Cambria Math" panose="02040503050406030204" pitchFamily="18" charset="0"/>
                      </a:rPr>
                      <m:t>0.95</m:t>
                    </m:r>
                  </m:oMath>
                </a14:m>
                <a:r>
                  <a:rPr lang="en-US" sz="2800" dirty="0">
                    <a:solidFill>
                      <a:srgbClr val="002060"/>
                    </a:solidFill>
                  </a:rPr>
                  <a:t>  </a:t>
                </a:r>
              </a:p>
            </p:txBody>
          </p:sp>
        </mc:Choice>
        <mc:Fallback xmlns="">
          <p:sp>
            <p:nvSpPr>
              <p:cNvPr id="11" name="Rectangle 10">
                <a:extLst>
                  <a:ext uri="{FF2B5EF4-FFF2-40B4-BE49-F238E27FC236}">
                    <a16:creationId xmlns:a16="http://schemas.microsoft.com/office/drawing/2014/main" id="{6F44CDD8-58B9-1D09-E78C-0D1ED4316657}"/>
                  </a:ext>
                </a:extLst>
              </p:cNvPr>
              <p:cNvSpPr>
                <a:spLocks noRot="1" noChangeAspect="1" noMove="1" noResize="1" noEditPoints="1" noAdjustHandles="1" noChangeArrowheads="1" noChangeShapeType="1" noTextEdit="1"/>
              </p:cNvSpPr>
              <p:nvPr/>
            </p:nvSpPr>
            <p:spPr>
              <a:xfrm>
                <a:off x="909460" y="1685577"/>
                <a:ext cx="1636295"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9950428B-02CB-6BD9-FFD0-A71EA457D805}"/>
                  </a:ext>
                </a:extLst>
              </p:cNvPr>
              <p:cNvSpPr/>
              <p:nvPr/>
            </p:nvSpPr>
            <p:spPr>
              <a:xfrm>
                <a:off x="146772" y="2317172"/>
                <a:ext cx="2563044" cy="523220"/>
              </a:xfrm>
              <a:prstGeom prst="rect">
                <a:avLst/>
              </a:prstGeom>
            </p:spPr>
            <p:txBody>
              <a:bodyPr wrap="square">
                <a:spAutoFit/>
              </a:bodyPr>
              <a:lstStyle/>
              <a:p>
                <a:pPr lvl="0"/>
                <a14:m>
                  <m:oMath xmlns:m="http://schemas.openxmlformats.org/officeDocument/2006/math">
                    <m:r>
                      <a:rPr lang="en-IN" sz="2800" b="1" i="0" smtClean="0">
                        <a:solidFill>
                          <a:srgbClr val="002060"/>
                        </a:solidFill>
                        <a:latin typeface="Cambria Math" panose="02040503050406030204" pitchFamily="18" charset="0"/>
                      </a:rPr>
                      <m:t>𝐋</m:t>
                    </m:r>
                    <m:r>
                      <a:rPr lang="en-IN" sz="2800" b="1" i="0" smtClean="0">
                        <a:solidFill>
                          <a:srgbClr val="002060"/>
                        </a:solidFill>
                        <a:latin typeface="Cambria Math" panose="02040503050406030204" pitchFamily="18" charset="0"/>
                      </a:rPr>
                      <m:t>.</m:t>
                    </m:r>
                    <m:r>
                      <a:rPr lang="en-IN" sz="2800" b="1" i="0" smtClean="0">
                        <a:solidFill>
                          <a:srgbClr val="002060"/>
                        </a:solidFill>
                        <a:latin typeface="Cambria Math" panose="02040503050406030204" pitchFamily="18" charset="0"/>
                      </a:rPr>
                      <m:t>𝐎</m:t>
                    </m:r>
                    <m:r>
                      <a:rPr lang="en-IN" sz="2800" b="1" i="0" smtClean="0">
                        <a:solidFill>
                          <a:srgbClr val="002060"/>
                        </a:solidFill>
                        <a:latin typeface="Cambria Math" panose="02040503050406030204" pitchFamily="18" charset="0"/>
                      </a:rPr>
                      <m:t>.</m:t>
                    </m:r>
                    <m:r>
                      <a:rPr lang="en-IN" sz="2800" b="1" i="0" smtClean="0">
                        <a:solidFill>
                          <a:srgbClr val="002060"/>
                        </a:solidFill>
                        <a:latin typeface="Cambria Math" panose="02040503050406030204" pitchFamily="18" charset="0"/>
                      </a:rPr>
                      <m:t>𝐒</m:t>
                    </m:r>
                    <m:r>
                      <a:rPr lang="en-IN" sz="2800" b="0" i="0" smtClean="0">
                        <a:solidFill>
                          <a:srgbClr val="002060"/>
                        </a:solidFill>
                        <a:latin typeface="Cambria Math" panose="02040503050406030204" pitchFamily="18" charset="0"/>
                      </a:rPr>
                      <m:t> =5%</m:t>
                    </m:r>
                  </m:oMath>
                </a14:m>
                <a:r>
                  <a:rPr lang="en-US" sz="2800" dirty="0">
                    <a:solidFill>
                      <a:srgbClr val="002060"/>
                    </a:solidFill>
                  </a:rPr>
                  <a:t>  </a:t>
                </a:r>
              </a:p>
            </p:txBody>
          </p:sp>
        </mc:Choice>
        <mc:Fallback xmlns="">
          <p:sp>
            <p:nvSpPr>
              <p:cNvPr id="12" name="Rectangle 11">
                <a:extLst>
                  <a:ext uri="{FF2B5EF4-FFF2-40B4-BE49-F238E27FC236}">
                    <a16:creationId xmlns:a16="http://schemas.microsoft.com/office/drawing/2014/main" id="{9950428B-02CB-6BD9-FFD0-A71EA457D805}"/>
                  </a:ext>
                </a:extLst>
              </p:cNvPr>
              <p:cNvSpPr>
                <a:spLocks noRot="1" noChangeAspect="1" noMove="1" noResize="1" noEditPoints="1" noAdjustHandles="1" noChangeArrowheads="1" noChangeShapeType="1" noTextEdit="1"/>
              </p:cNvSpPr>
              <p:nvPr/>
            </p:nvSpPr>
            <p:spPr>
              <a:xfrm>
                <a:off x="146772" y="2317172"/>
                <a:ext cx="2563044" cy="523220"/>
              </a:xfrm>
              <a:prstGeom prst="rect">
                <a:avLst/>
              </a:prstGeom>
              <a:blipFill>
                <a:blip r:embed="rId7"/>
                <a:stretch>
                  <a:fillRect/>
                </a:stretch>
              </a:blipFill>
            </p:spPr>
            <p:txBody>
              <a:bodyPr/>
              <a:lstStyle/>
              <a:p>
                <a:r>
                  <a:rPr lang="en-IN">
                    <a:noFill/>
                  </a:rPr>
                  <a:t> </a:t>
                </a:r>
              </a:p>
            </p:txBody>
          </p:sp>
        </mc:Fallback>
      </mc:AlternateContent>
      <p:sp>
        <p:nvSpPr>
          <p:cNvPr id="13" name="Rectangle 12">
            <a:extLst>
              <a:ext uri="{FF2B5EF4-FFF2-40B4-BE49-F238E27FC236}">
                <a16:creationId xmlns:a16="http://schemas.microsoft.com/office/drawing/2014/main" id="{1C175A12-879A-4B0D-6B23-66293A480657}"/>
              </a:ext>
            </a:extLst>
          </p:cNvPr>
          <p:cNvSpPr/>
          <p:nvPr/>
        </p:nvSpPr>
        <p:spPr>
          <a:xfrm>
            <a:off x="152658" y="2943864"/>
            <a:ext cx="1047491" cy="523220"/>
          </a:xfrm>
          <a:prstGeom prst="rect">
            <a:avLst/>
          </a:prstGeom>
        </p:spPr>
        <p:txBody>
          <a:bodyPr wrap="square">
            <a:spAutoFit/>
          </a:bodyPr>
          <a:lstStyle/>
          <a:p>
            <a:pPr lvl="0"/>
            <a:r>
              <a:rPr lang="en-US" sz="2800" b="1" dirty="0">
                <a:solidFill>
                  <a:srgbClr val="002060"/>
                </a:solidFill>
              </a:rPr>
              <a:t>Test :</a:t>
            </a:r>
            <a:r>
              <a:rPr lang="en-US" sz="2800" b="1" u="sng" dirty="0">
                <a:solidFill>
                  <a:srgbClr val="002060"/>
                </a:solidFill>
              </a:rPr>
              <a:t>  </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34BDE428-3025-A941-D4F8-478A4E749800}"/>
                  </a:ext>
                </a:extLst>
              </p:cNvPr>
              <p:cNvSpPr txBox="1"/>
              <p:nvPr/>
            </p:nvSpPr>
            <p:spPr>
              <a:xfrm>
                <a:off x="154486" y="3521973"/>
                <a:ext cx="2435224" cy="143488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b="1" smtClean="0">
                          <a:solidFill>
                            <a:srgbClr val="002060"/>
                          </a:solidFill>
                          <a:latin typeface="Cambria Math" panose="02040503050406030204" pitchFamily="18" charset="0"/>
                        </a:rPr>
                        <m:t>𝐙</m:t>
                      </m:r>
                      <m:r>
                        <a:rPr lang="en-IN" sz="2800" b="0" i="0">
                          <a:solidFill>
                            <a:srgbClr val="002060"/>
                          </a:solidFill>
                          <a:latin typeface="Cambria Math" panose="02040503050406030204" pitchFamily="18" charset="0"/>
                        </a:rPr>
                        <m:t>=</m:t>
                      </m:r>
                      <m:f>
                        <m:fPr>
                          <m:ctrlPr>
                            <a:rPr lang="en-IN" sz="2800" b="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m:t>
                          </m:r>
                          <m:r>
                            <a:rPr lang="en-IN" sz="2800" b="1" i="0">
                              <a:solidFill>
                                <a:srgbClr val="002060"/>
                              </a:solidFill>
                              <a:latin typeface="Cambria Math" panose="02040503050406030204" pitchFamily="18" charset="0"/>
                            </a:rPr>
                            <m:t>𝐩</m:t>
                          </m:r>
                          <m:r>
                            <a:rPr lang="en-IN" sz="2800" b="0" i="0">
                              <a:solidFill>
                                <a:srgbClr val="002060"/>
                              </a:solidFill>
                              <a:latin typeface="Cambria Math" panose="02040503050406030204" pitchFamily="18" charset="0"/>
                            </a:rPr>
                            <m:t>−</m:t>
                          </m:r>
                          <m:r>
                            <a:rPr lang="en-IN" sz="2800" b="1" i="0">
                              <a:solidFill>
                                <a:srgbClr val="002060"/>
                              </a:solidFill>
                              <a:latin typeface="Cambria Math" panose="02040503050406030204" pitchFamily="18" charset="0"/>
                            </a:rPr>
                            <m:t>𝐏</m:t>
                          </m:r>
                          <m:r>
                            <a:rPr lang="en-IN" sz="2800" b="0" i="0">
                              <a:solidFill>
                                <a:srgbClr val="002060"/>
                              </a:solidFill>
                              <a:latin typeface="Cambria Math" panose="02040503050406030204" pitchFamily="18" charset="0"/>
                            </a:rPr>
                            <m:t> </m:t>
                          </m:r>
                        </m:num>
                        <m:den>
                          <m:r>
                            <a:rPr lang="en-IN" sz="2800" b="0" i="0">
                              <a:solidFill>
                                <a:srgbClr val="002060"/>
                              </a:solidFill>
                              <a:latin typeface="Cambria Math" panose="02040503050406030204" pitchFamily="18" charset="0"/>
                            </a:rPr>
                            <m:t>  </m:t>
                          </m:r>
                          <m:rad>
                            <m:radPr>
                              <m:degHide m:val="on"/>
                              <m:ctrlPr>
                                <a:rPr lang="en-IN" sz="2800" b="0" i="1">
                                  <a:solidFill>
                                    <a:srgbClr val="002060"/>
                                  </a:solidFill>
                                  <a:latin typeface="Cambria Math" panose="02040503050406030204" pitchFamily="18" charset="0"/>
                                </a:rPr>
                              </m:ctrlPr>
                            </m:radPr>
                            <m:deg/>
                            <m:e>
                              <m:f>
                                <m:fPr>
                                  <m:ctrlPr>
                                    <a:rPr lang="en-IN" sz="2800" b="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m:t>
                                  </m:r>
                                  <m:r>
                                    <a:rPr lang="en-IN" sz="2800" b="1" i="0">
                                      <a:solidFill>
                                        <a:srgbClr val="002060"/>
                                      </a:solidFill>
                                      <a:latin typeface="Cambria Math" panose="02040503050406030204" pitchFamily="18" charset="0"/>
                                    </a:rPr>
                                    <m:t>𝐏</m:t>
                                  </m:r>
                                  <m:r>
                                    <a:rPr lang="en-IN" sz="2800" b="0" i="0">
                                      <a:solidFill>
                                        <a:srgbClr val="002060"/>
                                      </a:solidFill>
                                      <a:latin typeface="Cambria Math" panose="02040503050406030204" pitchFamily="18" charset="0"/>
                                    </a:rPr>
                                    <m:t> </m:t>
                                  </m:r>
                                  <m:r>
                                    <a:rPr lang="en-IN" sz="2800" b="1" i="0">
                                      <a:solidFill>
                                        <a:srgbClr val="002060"/>
                                      </a:solidFill>
                                      <a:latin typeface="Cambria Math" panose="02040503050406030204" pitchFamily="18" charset="0"/>
                                    </a:rPr>
                                    <m:t>𝐐</m:t>
                                  </m:r>
                                  <m:r>
                                    <a:rPr lang="en-IN" sz="2800" b="0" i="0">
                                      <a:solidFill>
                                        <a:srgbClr val="002060"/>
                                      </a:solidFill>
                                      <a:latin typeface="Cambria Math" panose="02040503050406030204" pitchFamily="18" charset="0"/>
                                    </a:rPr>
                                    <m:t> </m:t>
                                  </m:r>
                                </m:num>
                                <m:den>
                                  <m:r>
                                    <a:rPr lang="en-IN" sz="2800" b="0" i="0">
                                      <a:solidFill>
                                        <a:srgbClr val="002060"/>
                                      </a:solidFill>
                                      <a:latin typeface="Cambria Math" panose="02040503050406030204" pitchFamily="18" charset="0"/>
                                    </a:rPr>
                                    <m:t> </m:t>
                                  </m:r>
                                  <m:r>
                                    <a:rPr lang="en-IN" sz="2800" b="1" i="0">
                                      <a:solidFill>
                                        <a:srgbClr val="002060"/>
                                      </a:solidFill>
                                      <a:latin typeface="Cambria Math" panose="02040503050406030204" pitchFamily="18" charset="0"/>
                                    </a:rPr>
                                    <m:t>𝐧</m:t>
                                  </m:r>
                                  <m:r>
                                    <a:rPr lang="en-IN" sz="2800" b="0" i="0">
                                      <a:solidFill>
                                        <a:srgbClr val="002060"/>
                                      </a:solidFill>
                                      <a:latin typeface="Cambria Math" panose="02040503050406030204" pitchFamily="18" charset="0"/>
                                    </a:rPr>
                                    <m:t> </m:t>
                                  </m:r>
                                </m:den>
                              </m:f>
                              <m:r>
                                <a:rPr lang="en-IN" sz="2800" b="0" i="0">
                                  <a:solidFill>
                                    <a:srgbClr val="002060"/>
                                  </a:solidFill>
                                  <a:latin typeface="Cambria Math" panose="02040503050406030204" pitchFamily="18" charset="0"/>
                                </a:rPr>
                                <m:t> </m:t>
                              </m:r>
                            </m:e>
                          </m:rad>
                          <m:r>
                            <a:rPr lang="en-IN" sz="2800" b="0" i="0">
                              <a:solidFill>
                                <a:srgbClr val="002060"/>
                              </a:solidFill>
                              <a:latin typeface="Cambria Math" panose="02040503050406030204" pitchFamily="18" charset="0"/>
                            </a:rPr>
                            <m:t>  </m:t>
                          </m:r>
                        </m:den>
                      </m:f>
                    </m:oMath>
                  </m:oMathPara>
                </a14:m>
                <a:endParaRPr lang="en-IN" sz="2800" dirty="0">
                  <a:solidFill>
                    <a:srgbClr val="002060"/>
                  </a:solidFill>
                </a:endParaRPr>
              </a:p>
            </p:txBody>
          </p:sp>
        </mc:Choice>
        <mc:Fallback xmlns="">
          <p:sp>
            <p:nvSpPr>
              <p:cNvPr id="16" name="TextBox 15">
                <a:extLst>
                  <a:ext uri="{FF2B5EF4-FFF2-40B4-BE49-F238E27FC236}">
                    <a16:creationId xmlns:a16="http://schemas.microsoft.com/office/drawing/2014/main" id="{34BDE428-3025-A941-D4F8-478A4E749800}"/>
                  </a:ext>
                </a:extLst>
              </p:cNvPr>
              <p:cNvSpPr txBox="1">
                <a:spLocks noRot="1" noChangeAspect="1" noMove="1" noResize="1" noEditPoints="1" noAdjustHandles="1" noChangeArrowheads="1" noChangeShapeType="1" noTextEdit="1"/>
              </p:cNvSpPr>
              <p:nvPr/>
            </p:nvSpPr>
            <p:spPr>
              <a:xfrm>
                <a:off x="154486" y="3521973"/>
                <a:ext cx="2435224" cy="143488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94D2C9D6-A8A6-C7C1-AE9F-A1F647CB0F9E}"/>
                  </a:ext>
                </a:extLst>
              </p:cNvPr>
              <p:cNvSpPr txBox="1"/>
              <p:nvPr/>
            </p:nvSpPr>
            <p:spPr>
              <a:xfrm>
                <a:off x="419229" y="5115940"/>
                <a:ext cx="3503120" cy="143488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b="0" i="0" smtClean="0">
                          <a:solidFill>
                            <a:srgbClr val="002060"/>
                          </a:solidFill>
                          <a:latin typeface="Cambria Math" panose="02040503050406030204" pitchFamily="18" charset="0"/>
                        </a:rPr>
                        <m:t>=</m:t>
                      </m:r>
                      <m:f>
                        <m:fPr>
                          <m:ctrlPr>
                            <a:rPr lang="en-IN" sz="2800" b="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m:t>
                          </m:r>
                          <m:r>
                            <a:rPr lang="en-IN" sz="2800" b="0" i="0" smtClean="0">
                              <a:solidFill>
                                <a:srgbClr val="002060"/>
                              </a:solidFill>
                              <a:latin typeface="Cambria Math" panose="02040503050406030204" pitchFamily="18" charset="0"/>
                            </a:rPr>
                            <m:t>0.91</m:t>
                          </m:r>
                          <m:r>
                            <a:rPr lang="en-IN" sz="2800" b="0" i="0">
                              <a:solidFill>
                                <a:srgbClr val="002060"/>
                              </a:solidFill>
                              <a:latin typeface="Cambria Math" panose="02040503050406030204" pitchFamily="18" charset="0"/>
                            </a:rPr>
                            <m:t>−</m:t>
                          </m:r>
                          <m:r>
                            <a:rPr lang="en-IN" sz="2800" b="0" i="0" smtClean="0">
                              <a:solidFill>
                                <a:srgbClr val="002060"/>
                              </a:solidFill>
                              <a:latin typeface="Cambria Math" panose="02040503050406030204" pitchFamily="18" charset="0"/>
                            </a:rPr>
                            <m:t>0.95</m:t>
                          </m:r>
                          <m:r>
                            <a:rPr lang="en-IN" sz="2800" b="0" i="0">
                              <a:solidFill>
                                <a:srgbClr val="002060"/>
                              </a:solidFill>
                              <a:latin typeface="Cambria Math" panose="02040503050406030204" pitchFamily="18" charset="0"/>
                            </a:rPr>
                            <m:t> </m:t>
                          </m:r>
                        </m:num>
                        <m:den>
                          <m:r>
                            <a:rPr lang="en-IN" sz="2800" b="0" i="0">
                              <a:solidFill>
                                <a:srgbClr val="002060"/>
                              </a:solidFill>
                              <a:latin typeface="Cambria Math" panose="02040503050406030204" pitchFamily="18" charset="0"/>
                            </a:rPr>
                            <m:t>  </m:t>
                          </m:r>
                          <m:rad>
                            <m:radPr>
                              <m:degHide m:val="on"/>
                              <m:ctrlPr>
                                <a:rPr lang="en-IN" sz="2800" b="0" i="1">
                                  <a:solidFill>
                                    <a:srgbClr val="002060"/>
                                  </a:solidFill>
                                  <a:latin typeface="Cambria Math" panose="02040503050406030204" pitchFamily="18" charset="0"/>
                                </a:rPr>
                              </m:ctrlPr>
                            </m:radPr>
                            <m:deg/>
                            <m:e>
                              <m:f>
                                <m:fPr>
                                  <m:ctrlPr>
                                    <a:rPr lang="en-IN" sz="2800" b="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m:t>
                                  </m:r>
                                  <m:d>
                                    <m:dPr>
                                      <m:ctrlPr>
                                        <a:rPr lang="en-IN" sz="2800" b="0" i="1" smtClean="0">
                                          <a:solidFill>
                                            <a:srgbClr val="002060"/>
                                          </a:solidFill>
                                          <a:latin typeface="Cambria Math" panose="02040503050406030204" pitchFamily="18" charset="0"/>
                                        </a:rPr>
                                      </m:ctrlPr>
                                    </m:dPr>
                                    <m:e>
                                      <m:r>
                                        <a:rPr lang="en-IN" sz="2800" b="0" i="1" smtClean="0">
                                          <a:solidFill>
                                            <a:srgbClr val="002060"/>
                                          </a:solidFill>
                                          <a:latin typeface="Cambria Math" panose="02040503050406030204" pitchFamily="18" charset="0"/>
                                        </a:rPr>
                                        <m:t>0.95</m:t>
                                      </m:r>
                                    </m:e>
                                  </m:d>
                                  <m:d>
                                    <m:dPr>
                                      <m:ctrlPr>
                                        <a:rPr lang="en-IN" sz="2800" i="1">
                                          <a:solidFill>
                                            <a:srgbClr val="002060"/>
                                          </a:solidFill>
                                          <a:latin typeface="Cambria Math" panose="02040503050406030204" pitchFamily="18" charset="0"/>
                                        </a:rPr>
                                      </m:ctrlPr>
                                    </m:dPr>
                                    <m:e>
                                      <m:r>
                                        <a:rPr lang="en-IN" sz="2800" i="1">
                                          <a:solidFill>
                                            <a:srgbClr val="002060"/>
                                          </a:solidFill>
                                          <a:latin typeface="Cambria Math" panose="02040503050406030204" pitchFamily="18" charset="0"/>
                                        </a:rPr>
                                        <m:t>0.</m:t>
                                      </m:r>
                                      <m:r>
                                        <a:rPr lang="en-IN" sz="2800" b="0" i="1" smtClean="0">
                                          <a:solidFill>
                                            <a:srgbClr val="002060"/>
                                          </a:solidFill>
                                          <a:latin typeface="Cambria Math" panose="02040503050406030204" pitchFamily="18" charset="0"/>
                                        </a:rPr>
                                        <m:t>05</m:t>
                                      </m:r>
                                    </m:e>
                                  </m:d>
                                </m:num>
                                <m:den>
                                  <m:r>
                                    <a:rPr lang="en-IN" sz="2800" b="0" i="0">
                                      <a:solidFill>
                                        <a:srgbClr val="002060"/>
                                      </a:solidFill>
                                      <a:latin typeface="Cambria Math" panose="02040503050406030204" pitchFamily="18" charset="0"/>
                                    </a:rPr>
                                    <m:t> </m:t>
                                  </m:r>
                                  <m:r>
                                    <a:rPr lang="en-IN" sz="2800" b="0" i="0" smtClean="0">
                                      <a:solidFill>
                                        <a:srgbClr val="002060"/>
                                      </a:solidFill>
                                      <a:latin typeface="Cambria Math" panose="02040503050406030204" pitchFamily="18" charset="0"/>
                                    </a:rPr>
                                    <m:t>200</m:t>
                                  </m:r>
                                  <m:r>
                                    <a:rPr lang="en-IN" sz="2800" b="0" i="0">
                                      <a:solidFill>
                                        <a:srgbClr val="002060"/>
                                      </a:solidFill>
                                      <a:latin typeface="Cambria Math" panose="02040503050406030204" pitchFamily="18" charset="0"/>
                                    </a:rPr>
                                    <m:t> </m:t>
                                  </m:r>
                                </m:den>
                              </m:f>
                              <m:r>
                                <a:rPr lang="en-IN" sz="2800" b="0" i="0">
                                  <a:solidFill>
                                    <a:srgbClr val="002060"/>
                                  </a:solidFill>
                                  <a:latin typeface="Cambria Math" panose="02040503050406030204" pitchFamily="18" charset="0"/>
                                </a:rPr>
                                <m:t> </m:t>
                              </m:r>
                            </m:e>
                          </m:rad>
                          <m:r>
                            <a:rPr lang="en-IN" sz="2800" b="0" i="0">
                              <a:solidFill>
                                <a:srgbClr val="002060"/>
                              </a:solidFill>
                              <a:latin typeface="Cambria Math" panose="02040503050406030204" pitchFamily="18" charset="0"/>
                            </a:rPr>
                            <m:t>  </m:t>
                          </m:r>
                        </m:den>
                      </m:f>
                    </m:oMath>
                  </m:oMathPara>
                </a14:m>
                <a:endParaRPr lang="en-IN" sz="2800" dirty="0">
                  <a:solidFill>
                    <a:srgbClr val="002060"/>
                  </a:solidFill>
                </a:endParaRPr>
              </a:p>
            </p:txBody>
          </p:sp>
        </mc:Choice>
        <mc:Fallback xmlns="">
          <p:sp>
            <p:nvSpPr>
              <p:cNvPr id="17" name="TextBox 16">
                <a:extLst>
                  <a:ext uri="{FF2B5EF4-FFF2-40B4-BE49-F238E27FC236}">
                    <a16:creationId xmlns:a16="http://schemas.microsoft.com/office/drawing/2014/main" id="{94D2C9D6-A8A6-C7C1-AE9F-A1F647CB0F9E}"/>
                  </a:ext>
                </a:extLst>
              </p:cNvPr>
              <p:cNvSpPr txBox="1">
                <a:spLocks noRot="1" noChangeAspect="1" noMove="1" noResize="1" noEditPoints="1" noAdjustHandles="1" noChangeArrowheads="1" noChangeShapeType="1" noTextEdit="1"/>
              </p:cNvSpPr>
              <p:nvPr/>
            </p:nvSpPr>
            <p:spPr>
              <a:xfrm>
                <a:off x="419229" y="5115940"/>
                <a:ext cx="3503120" cy="143488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4992D3F6-F5CA-8035-6608-EFFCDB0FA4FB}"/>
                  </a:ext>
                </a:extLst>
              </p:cNvPr>
              <p:cNvSpPr/>
              <p:nvPr/>
            </p:nvSpPr>
            <p:spPr>
              <a:xfrm>
                <a:off x="3784658" y="5333020"/>
                <a:ext cx="1816039" cy="523220"/>
              </a:xfrm>
              <a:prstGeom prst="rect">
                <a:avLst/>
              </a:prstGeom>
            </p:spPr>
            <p:txBody>
              <a:bodyPr wrap="square">
                <a:spAutoFit/>
              </a:bodyPr>
              <a:lstStyle/>
              <a:p>
                <a:pPr lvl="0"/>
                <a14:m>
                  <m:oMath xmlns:m="http://schemas.openxmlformats.org/officeDocument/2006/math">
                    <m:r>
                      <a:rPr lang="en-IN" sz="2800" b="0" i="0" smtClean="0">
                        <a:solidFill>
                          <a:srgbClr val="002060"/>
                        </a:solidFill>
                        <a:latin typeface="Cambria Math" panose="02040503050406030204" pitchFamily="18" charset="0"/>
                      </a:rPr>
                      <m:t>=−2.59</m:t>
                    </m:r>
                  </m:oMath>
                </a14:m>
                <a:r>
                  <a:rPr lang="en-US" sz="2800" dirty="0">
                    <a:solidFill>
                      <a:srgbClr val="002060"/>
                    </a:solidFill>
                  </a:rPr>
                  <a:t>  </a:t>
                </a:r>
              </a:p>
            </p:txBody>
          </p:sp>
        </mc:Choice>
        <mc:Fallback xmlns="">
          <p:sp>
            <p:nvSpPr>
              <p:cNvPr id="18" name="Rectangle 17">
                <a:extLst>
                  <a:ext uri="{FF2B5EF4-FFF2-40B4-BE49-F238E27FC236}">
                    <a16:creationId xmlns:a16="http://schemas.microsoft.com/office/drawing/2014/main" id="{4992D3F6-F5CA-8035-6608-EFFCDB0FA4FB}"/>
                  </a:ext>
                </a:extLst>
              </p:cNvPr>
              <p:cNvSpPr>
                <a:spLocks noRot="1" noChangeAspect="1" noMove="1" noResize="1" noEditPoints="1" noAdjustHandles="1" noChangeArrowheads="1" noChangeShapeType="1" noTextEdit="1"/>
              </p:cNvSpPr>
              <p:nvPr/>
            </p:nvSpPr>
            <p:spPr>
              <a:xfrm>
                <a:off x="3784658" y="5333020"/>
                <a:ext cx="1816039" cy="523220"/>
              </a:xfrm>
              <a:prstGeom prst="rect">
                <a:avLst/>
              </a:prstGeom>
              <a:blipFill>
                <a:blip r:embed="rId10"/>
                <a:stretch>
                  <a:fillRect/>
                </a:stretch>
              </a:blipFill>
            </p:spPr>
            <p:txBody>
              <a:bodyPr/>
              <a:lstStyle/>
              <a:p>
                <a:r>
                  <a:rPr lang="en-IN">
                    <a:noFill/>
                  </a:rPr>
                  <a:t> </a:t>
                </a:r>
              </a:p>
            </p:txBody>
          </p:sp>
        </mc:Fallback>
      </mc:AlternateContent>
      <p:sp>
        <p:nvSpPr>
          <p:cNvPr id="19" name="Rectangle 18">
            <a:extLst>
              <a:ext uri="{FF2B5EF4-FFF2-40B4-BE49-F238E27FC236}">
                <a16:creationId xmlns:a16="http://schemas.microsoft.com/office/drawing/2014/main" id="{764EADE1-DAAE-E646-14B9-0BD76DB09F8C}"/>
              </a:ext>
            </a:extLst>
          </p:cNvPr>
          <p:cNvSpPr/>
          <p:nvPr/>
        </p:nvSpPr>
        <p:spPr>
          <a:xfrm>
            <a:off x="6131421" y="1000857"/>
            <a:ext cx="2532181" cy="523220"/>
          </a:xfrm>
          <a:prstGeom prst="rect">
            <a:avLst/>
          </a:prstGeom>
        </p:spPr>
        <p:txBody>
          <a:bodyPr wrap="square">
            <a:spAutoFit/>
          </a:bodyPr>
          <a:lstStyle/>
          <a:p>
            <a:pPr lvl="0"/>
            <a:r>
              <a:rPr lang="en-US" sz="2800" b="1" dirty="0">
                <a:solidFill>
                  <a:srgbClr val="002060"/>
                </a:solidFill>
              </a:rPr>
              <a:t>Critical Region</a:t>
            </a:r>
            <a:r>
              <a:rPr lang="en-US" sz="2800" dirty="0">
                <a:solidFill>
                  <a:srgbClr val="002060"/>
                </a:solidFill>
              </a:rPr>
              <a:t> </a:t>
            </a:r>
            <a:r>
              <a:rPr lang="en-US" sz="2800" b="1" dirty="0">
                <a:solidFill>
                  <a:srgbClr val="002060"/>
                </a:solidFill>
              </a:rPr>
              <a:t>:</a:t>
            </a:r>
            <a:r>
              <a:rPr lang="en-US" sz="2800" u="sng" dirty="0">
                <a:solidFill>
                  <a:srgbClr val="002060"/>
                </a:solidFill>
              </a:rPr>
              <a:t>  </a:t>
            </a: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8CFF581-9696-9E4F-CC0F-1546B6D5B9DE}"/>
                  </a:ext>
                </a:extLst>
              </p:cNvPr>
              <p:cNvSpPr txBox="1"/>
              <p:nvPr/>
            </p:nvSpPr>
            <p:spPr>
              <a:xfrm>
                <a:off x="8389284" y="1002226"/>
                <a:ext cx="2697479"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IN" sz="2800" i="1" smtClean="0">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US" sz="2800">
                                  <a:solidFill>
                                    <a:srgbClr val="002060"/>
                                  </a:solidFill>
                                  <a:latin typeface="Cambria Math" panose="02040503050406030204" pitchFamily="18" charset="0"/>
                                </a:rPr>
                                <m:t>Z</m:t>
                              </m:r>
                            </m:e>
                            <m:sub>
                              <m:r>
                                <a:rPr lang="en-US" sz="2800">
                                  <a:solidFill>
                                    <a:srgbClr val="002060"/>
                                  </a:solidFill>
                                  <a:latin typeface="Cambria Math" panose="02040503050406030204" pitchFamily="18" charset="0"/>
                                </a:rPr>
                                <m:t>0.05</m:t>
                              </m:r>
                            </m:sub>
                          </m:sSub>
                          <m:r>
                            <a:rPr lang="en-US" sz="2800" i="1">
                              <a:solidFill>
                                <a:srgbClr val="002060"/>
                              </a:solidFill>
                              <a:latin typeface="Cambria Math" panose="02040503050406030204" pitchFamily="18" charset="0"/>
                            </a:rPr>
                            <m:t> </m:t>
                          </m:r>
                        </m:e>
                      </m:d>
                      <m:r>
                        <a:rPr lang="en-US" sz="2800">
                          <a:solidFill>
                            <a:srgbClr val="002060"/>
                          </a:solidFill>
                          <a:latin typeface="Cambria Math" panose="02040503050406030204" pitchFamily="18" charset="0"/>
                        </a:rPr>
                        <m:t>=1.</m:t>
                      </m:r>
                      <m:r>
                        <a:rPr lang="en-IN" sz="2800" b="0" i="0" smtClean="0">
                          <a:solidFill>
                            <a:srgbClr val="002060"/>
                          </a:solidFill>
                          <a:latin typeface="Cambria Math" panose="02040503050406030204" pitchFamily="18" charset="0"/>
                        </a:rPr>
                        <m:t>645</m:t>
                      </m:r>
                    </m:oMath>
                  </m:oMathPara>
                </a14:m>
                <a:endParaRPr lang="en-IN" sz="2800" dirty="0">
                  <a:solidFill>
                    <a:srgbClr val="002060"/>
                  </a:solidFill>
                </a:endParaRPr>
              </a:p>
            </p:txBody>
          </p:sp>
        </mc:Choice>
        <mc:Fallback xmlns="">
          <p:sp>
            <p:nvSpPr>
              <p:cNvPr id="21" name="TextBox 20">
                <a:extLst>
                  <a:ext uri="{FF2B5EF4-FFF2-40B4-BE49-F238E27FC236}">
                    <a16:creationId xmlns:a16="http://schemas.microsoft.com/office/drawing/2014/main" id="{68CFF581-9696-9E4F-CC0F-1546B6D5B9DE}"/>
                  </a:ext>
                </a:extLst>
              </p:cNvPr>
              <p:cNvSpPr txBox="1">
                <a:spLocks noRot="1" noChangeAspect="1" noMove="1" noResize="1" noEditPoints="1" noAdjustHandles="1" noChangeArrowheads="1" noChangeShapeType="1" noTextEdit="1"/>
              </p:cNvSpPr>
              <p:nvPr/>
            </p:nvSpPr>
            <p:spPr>
              <a:xfrm>
                <a:off x="8389284" y="1002226"/>
                <a:ext cx="2697479" cy="523220"/>
              </a:xfrm>
              <a:prstGeom prst="rect">
                <a:avLst/>
              </a:prstGeom>
              <a:blipFill>
                <a:blip r:embed="rId11"/>
                <a:stretch>
                  <a:fillRect/>
                </a:stretch>
              </a:blipFill>
            </p:spPr>
            <p:txBody>
              <a:bodyPr/>
              <a:lstStyle/>
              <a:p>
                <a:r>
                  <a:rPr lang="en-IN">
                    <a:noFill/>
                  </a:rPr>
                  <a:t> </a:t>
                </a:r>
              </a:p>
            </p:txBody>
          </p:sp>
        </mc:Fallback>
      </mc:AlternateContent>
      <p:sp>
        <p:nvSpPr>
          <p:cNvPr id="23" name="Rectangle 22">
            <a:extLst>
              <a:ext uri="{FF2B5EF4-FFF2-40B4-BE49-F238E27FC236}">
                <a16:creationId xmlns:a16="http://schemas.microsoft.com/office/drawing/2014/main" id="{AB9E9E85-6BEE-94F6-565F-324430B45C64}"/>
              </a:ext>
            </a:extLst>
          </p:cNvPr>
          <p:cNvSpPr/>
          <p:nvPr/>
        </p:nvSpPr>
        <p:spPr>
          <a:xfrm>
            <a:off x="6107431" y="1685577"/>
            <a:ext cx="1973580" cy="523220"/>
          </a:xfrm>
          <a:prstGeom prst="rect">
            <a:avLst/>
          </a:prstGeom>
        </p:spPr>
        <p:txBody>
          <a:bodyPr wrap="square">
            <a:spAutoFit/>
          </a:bodyPr>
          <a:lstStyle/>
          <a:p>
            <a:pPr lvl="0"/>
            <a:r>
              <a:rPr lang="en-US" sz="2800" b="1" dirty="0">
                <a:solidFill>
                  <a:srgbClr val="002060"/>
                </a:solidFill>
              </a:rPr>
              <a:t>Conclusion</a:t>
            </a:r>
            <a:r>
              <a:rPr lang="en-US" sz="2800" dirty="0">
                <a:solidFill>
                  <a:srgbClr val="002060"/>
                </a:solidFill>
              </a:rPr>
              <a:t> </a:t>
            </a:r>
            <a:r>
              <a:rPr lang="en-US" sz="2800" b="1" dirty="0">
                <a:solidFill>
                  <a:srgbClr val="002060"/>
                </a:solidFill>
              </a:rPr>
              <a:t>:</a:t>
            </a:r>
            <a:r>
              <a:rPr lang="en-US" sz="2800" u="sng" dirty="0">
                <a:solidFill>
                  <a:srgbClr val="002060"/>
                </a:solidFill>
              </a:rPr>
              <a:t>  </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2A019734-1E2B-C21C-90F2-91BB66673513}"/>
                  </a:ext>
                </a:extLst>
              </p:cNvPr>
              <p:cNvSpPr txBox="1"/>
              <p:nvPr/>
            </p:nvSpPr>
            <p:spPr>
              <a:xfrm>
                <a:off x="5966123" y="2299679"/>
                <a:ext cx="2127799"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IN" sz="2800" i="1" smtClean="0">
                              <a:solidFill>
                                <a:srgbClr val="002060"/>
                              </a:solidFill>
                              <a:latin typeface="Cambria Math" panose="02040503050406030204" pitchFamily="18" charset="0"/>
                            </a:rPr>
                          </m:ctrlPr>
                        </m:dPr>
                        <m:e>
                          <m:r>
                            <a:rPr lang="en-IN" sz="2800" b="0" i="0" smtClean="0">
                              <a:solidFill>
                                <a:srgbClr val="002060"/>
                              </a:solidFill>
                              <a:latin typeface="Cambria Math" panose="02040503050406030204" pitchFamily="18" charset="0"/>
                            </a:rPr>
                            <m:t> </m:t>
                          </m:r>
                          <m:r>
                            <m:rPr>
                              <m:sty m:val="p"/>
                            </m:rPr>
                            <a:rPr lang="en-IN" sz="2800" b="0" i="0" smtClean="0">
                              <a:solidFill>
                                <a:srgbClr val="002060"/>
                              </a:solidFill>
                              <a:latin typeface="Cambria Math" panose="02040503050406030204" pitchFamily="18" charset="0"/>
                            </a:rPr>
                            <m:t>Z</m:t>
                          </m:r>
                          <m:r>
                            <a:rPr lang="en-US" sz="2800" i="1">
                              <a:solidFill>
                                <a:srgbClr val="002060"/>
                              </a:solidFill>
                              <a:latin typeface="Cambria Math" panose="02040503050406030204" pitchFamily="18" charset="0"/>
                            </a:rPr>
                            <m:t> </m:t>
                          </m:r>
                        </m:e>
                      </m:d>
                      <m:r>
                        <a:rPr lang="en-US" sz="280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2.59</m:t>
                      </m:r>
                    </m:oMath>
                  </m:oMathPara>
                </a14:m>
                <a:endParaRPr lang="en-IN" sz="2800" dirty="0">
                  <a:solidFill>
                    <a:srgbClr val="002060"/>
                  </a:solidFill>
                </a:endParaRPr>
              </a:p>
            </p:txBody>
          </p:sp>
        </mc:Choice>
        <mc:Fallback xmlns="">
          <p:sp>
            <p:nvSpPr>
              <p:cNvPr id="24" name="TextBox 23">
                <a:extLst>
                  <a:ext uri="{FF2B5EF4-FFF2-40B4-BE49-F238E27FC236}">
                    <a16:creationId xmlns:a16="http://schemas.microsoft.com/office/drawing/2014/main" id="{2A019734-1E2B-C21C-90F2-91BB66673513}"/>
                  </a:ext>
                </a:extLst>
              </p:cNvPr>
              <p:cNvSpPr txBox="1">
                <a:spLocks noRot="1" noChangeAspect="1" noMove="1" noResize="1" noEditPoints="1" noAdjustHandles="1" noChangeArrowheads="1" noChangeShapeType="1" noTextEdit="1"/>
              </p:cNvSpPr>
              <p:nvPr/>
            </p:nvSpPr>
            <p:spPr>
              <a:xfrm>
                <a:off x="5966123" y="2299679"/>
                <a:ext cx="2127799"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BCD00A5B-5CA8-0E33-F2A9-A7625FAC673F}"/>
                  </a:ext>
                </a:extLst>
              </p:cNvPr>
              <p:cNvSpPr txBox="1"/>
              <p:nvPr/>
            </p:nvSpPr>
            <p:spPr>
              <a:xfrm>
                <a:off x="7957641" y="2265389"/>
                <a:ext cx="541694" cy="95410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i="1">
                          <a:solidFill>
                            <a:srgbClr val="002060"/>
                          </a:solidFill>
                          <a:latin typeface="Cambria Math" panose="02040503050406030204" pitchFamily="18" charset="0"/>
                          <a:ea typeface="Cambria Math" panose="02040503050406030204" pitchFamily="18" charset="0"/>
                        </a:rPr>
                        <m:t>&gt;</m:t>
                      </m:r>
                    </m:oMath>
                  </m:oMathPara>
                </a14:m>
                <a:endParaRPr lang="en-IN" sz="2800" dirty="0">
                  <a:solidFill>
                    <a:srgbClr val="002060"/>
                  </a:solidFill>
                </a:endParaRPr>
              </a:p>
              <a:p>
                <a:endParaRPr lang="en-IN" sz="2800" dirty="0">
                  <a:solidFill>
                    <a:srgbClr val="002060"/>
                  </a:solidFill>
                </a:endParaRPr>
              </a:p>
            </p:txBody>
          </p:sp>
        </mc:Choice>
        <mc:Fallback xmlns="">
          <p:sp>
            <p:nvSpPr>
              <p:cNvPr id="26" name="TextBox 25">
                <a:extLst>
                  <a:ext uri="{FF2B5EF4-FFF2-40B4-BE49-F238E27FC236}">
                    <a16:creationId xmlns:a16="http://schemas.microsoft.com/office/drawing/2014/main" id="{BCD00A5B-5CA8-0E33-F2A9-A7625FAC673F}"/>
                  </a:ext>
                </a:extLst>
              </p:cNvPr>
              <p:cNvSpPr txBox="1">
                <a:spLocks noRot="1" noChangeAspect="1" noMove="1" noResize="1" noEditPoints="1" noAdjustHandles="1" noChangeArrowheads="1" noChangeShapeType="1" noTextEdit="1"/>
              </p:cNvSpPr>
              <p:nvPr/>
            </p:nvSpPr>
            <p:spPr>
              <a:xfrm>
                <a:off x="7957641" y="2265389"/>
                <a:ext cx="541694" cy="954107"/>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Rectangle 26">
                <a:extLst>
                  <a:ext uri="{FF2B5EF4-FFF2-40B4-BE49-F238E27FC236}">
                    <a16:creationId xmlns:a16="http://schemas.microsoft.com/office/drawing/2014/main" id="{CF45AEF5-8F33-B833-A039-3F355A77DE12}"/>
                  </a:ext>
                </a:extLst>
              </p:cNvPr>
              <p:cNvSpPr/>
              <p:nvPr/>
            </p:nvSpPr>
            <p:spPr>
              <a:xfrm>
                <a:off x="6104535" y="3031680"/>
                <a:ext cx="2532181" cy="523220"/>
              </a:xfrm>
              <a:prstGeom prst="rect">
                <a:avLst/>
              </a:prstGeom>
            </p:spPr>
            <p:txBody>
              <a:bodyPr wrap="square">
                <a:spAutoFit/>
              </a:bodyPr>
              <a:lstStyle/>
              <a:p>
                <a:pPr lvl="0"/>
                <a14:m>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sSub>
                      <m:sSubPr>
                        <m:ctrlPr>
                          <a:rPr lang="en-US"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H</m:t>
                        </m:r>
                      </m:e>
                      <m:sub>
                        <m:r>
                          <a:rPr lang="en-IN" sz="2800">
                            <a:solidFill>
                              <a:srgbClr val="002060"/>
                            </a:solidFill>
                            <a:latin typeface="Cambria Math" panose="02040503050406030204" pitchFamily="18" charset="0"/>
                          </a:rPr>
                          <m:t>0</m:t>
                        </m:r>
                      </m:sub>
                    </m:sSub>
                  </m:oMath>
                </a14:m>
                <a:r>
                  <a:rPr lang="en-US" sz="2800" dirty="0">
                    <a:solidFill>
                      <a:srgbClr val="002060"/>
                    </a:solidFill>
                  </a:rPr>
                  <a:t> Reject</a:t>
                </a:r>
                <a:r>
                  <a:rPr lang="en-US" sz="2800" u="sng" dirty="0">
                    <a:solidFill>
                      <a:srgbClr val="002060"/>
                    </a:solidFill>
                  </a:rPr>
                  <a:t>  </a:t>
                </a:r>
              </a:p>
            </p:txBody>
          </p:sp>
        </mc:Choice>
        <mc:Fallback xmlns="">
          <p:sp>
            <p:nvSpPr>
              <p:cNvPr id="27" name="Rectangle 26">
                <a:extLst>
                  <a:ext uri="{FF2B5EF4-FFF2-40B4-BE49-F238E27FC236}">
                    <a16:creationId xmlns:a16="http://schemas.microsoft.com/office/drawing/2014/main" id="{CF45AEF5-8F33-B833-A039-3F355A77DE12}"/>
                  </a:ext>
                </a:extLst>
              </p:cNvPr>
              <p:cNvSpPr>
                <a:spLocks noRot="1" noChangeAspect="1" noMove="1" noResize="1" noEditPoints="1" noAdjustHandles="1" noChangeArrowheads="1" noChangeShapeType="1" noTextEdit="1"/>
              </p:cNvSpPr>
              <p:nvPr/>
            </p:nvSpPr>
            <p:spPr>
              <a:xfrm>
                <a:off x="6104535" y="3031680"/>
                <a:ext cx="2532181" cy="523220"/>
              </a:xfrm>
              <a:prstGeom prst="rect">
                <a:avLst/>
              </a:prstGeom>
              <a:blipFill>
                <a:blip r:embed="rId14"/>
                <a:stretch>
                  <a:fillRect t="-11628" b="-3139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31458FCB-CF7A-D515-2808-E33976571299}"/>
                  </a:ext>
                </a:extLst>
              </p:cNvPr>
              <p:cNvSpPr/>
              <p:nvPr/>
            </p:nvSpPr>
            <p:spPr>
              <a:xfrm>
                <a:off x="6131421" y="3554060"/>
                <a:ext cx="5761602" cy="1313180"/>
              </a:xfrm>
              <a:prstGeom prst="rect">
                <a:avLst/>
              </a:prstGeom>
            </p:spPr>
            <p:txBody>
              <a:bodyPr wrap="square">
                <a:spAutoFit/>
              </a:bodyPr>
              <a:lstStyle/>
              <a:p>
                <a:pPr lvl="0">
                  <a:lnSpc>
                    <a:spcPct val="150000"/>
                  </a:lnSpc>
                </a:pPr>
                <a:r>
                  <a:rPr lang="en-US" sz="2800" dirty="0">
                    <a:solidFill>
                      <a:srgbClr val="002060"/>
                    </a:solidFill>
                  </a:rPr>
                  <a:t>i.e., manufacturer claim is invalid at </a:t>
                </a:r>
              </a:p>
              <a:p>
                <a:pPr lvl="0">
                  <a:lnSpc>
                    <a:spcPct val="150000"/>
                  </a:lnSpc>
                </a:pPr>
                <a:r>
                  <a:rPr lang="en-US" sz="2800" b="0" dirty="0">
                    <a:solidFill>
                      <a:srgbClr val="002060"/>
                    </a:solidFill>
                  </a:rPr>
                  <a:t>       </a:t>
                </a:r>
                <a14:m>
                  <m:oMath xmlns:m="http://schemas.openxmlformats.org/officeDocument/2006/math">
                    <m:r>
                      <a:rPr lang="en-IN" sz="2800" b="0" i="1" smtClean="0">
                        <a:solidFill>
                          <a:srgbClr val="002060"/>
                        </a:solidFill>
                        <a:latin typeface="Cambria Math" panose="02040503050406030204" pitchFamily="18" charset="0"/>
                      </a:rPr>
                      <m:t>5%</m:t>
                    </m:r>
                  </m:oMath>
                </a14:m>
                <a:r>
                  <a:rPr lang="en-US" sz="2800" dirty="0">
                    <a:solidFill>
                      <a:srgbClr val="002060"/>
                    </a:solidFill>
                  </a:rPr>
                  <a:t> LOS .</a:t>
                </a:r>
                <a:r>
                  <a:rPr lang="en-US" sz="2800" u="sng" dirty="0">
                    <a:solidFill>
                      <a:srgbClr val="002060"/>
                    </a:solidFill>
                  </a:rPr>
                  <a:t> </a:t>
                </a:r>
              </a:p>
            </p:txBody>
          </p:sp>
        </mc:Choice>
        <mc:Fallback xmlns="">
          <p:sp>
            <p:nvSpPr>
              <p:cNvPr id="28" name="Rectangle 27">
                <a:extLst>
                  <a:ext uri="{FF2B5EF4-FFF2-40B4-BE49-F238E27FC236}">
                    <a16:creationId xmlns:a16="http://schemas.microsoft.com/office/drawing/2014/main" id="{31458FCB-CF7A-D515-2808-E33976571299}"/>
                  </a:ext>
                </a:extLst>
              </p:cNvPr>
              <p:cNvSpPr>
                <a:spLocks noRot="1" noChangeAspect="1" noMove="1" noResize="1" noEditPoints="1" noAdjustHandles="1" noChangeArrowheads="1" noChangeShapeType="1" noTextEdit="1"/>
              </p:cNvSpPr>
              <p:nvPr/>
            </p:nvSpPr>
            <p:spPr>
              <a:xfrm>
                <a:off x="6131421" y="3554060"/>
                <a:ext cx="5761602" cy="1313180"/>
              </a:xfrm>
              <a:prstGeom prst="rect">
                <a:avLst/>
              </a:prstGeom>
              <a:blipFill>
                <a:blip r:embed="rId15"/>
                <a:stretch>
                  <a:fillRect l="-2222" b="-125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AA4CAEC-FF70-084E-BB4B-20084CB1DC9E}"/>
                  </a:ext>
                </a:extLst>
              </p:cNvPr>
              <p:cNvSpPr txBox="1"/>
              <p:nvPr/>
            </p:nvSpPr>
            <p:spPr>
              <a:xfrm>
                <a:off x="8326065" y="2268196"/>
                <a:ext cx="2697479"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IN" sz="2800" i="1" smtClean="0">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US" sz="2800">
                                  <a:solidFill>
                                    <a:srgbClr val="002060"/>
                                  </a:solidFill>
                                  <a:latin typeface="Cambria Math" panose="02040503050406030204" pitchFamily="18" charset="0"/>
                                </a:rPr>
                                <m:t>Z</m:t>
                              </m:r>
                            </m:e>
                            <m:sub>
                              <m:r>
                                <a:rPr lang="en-US" sz="2800">
                                  <a:solidFill>
                                    <a:srgbClr val="002060"/>
                                  </a:solidFill>
                                  <a:latin typeface="Cambria Math" panose="02040503050406030204" pitchFamily="18" charset="0"/>
                                </a:rPr>
                                <m:t>0.05</m:t>
                              </m:r>
                            </m:sub>
                          </m:sSub>
                          <m:r>
                            <a:rPr lang="en-US" sz="2800" i="1">
                              <a:solidFill>
                                <a:srgbClr val="002060"/>
                              </a:solidFill>
                              <a:latin typeface="Cambria Math" panose="02040503050406030204" pitchFamily="18" charset="0"/>
                            </a:rPr>
                            <m:t> </m:t>
                          </m:r>
                        </m:e>
                      </m:d>
                      <m:r>
                        <a:rPr lang="en-US" sz="2800">
                          <a:solidFill>
                            <a:srgbClr val="002060"/>
                          </a:solidFill>
                          <a:latin typeface="Cambria Math" panose="02040503050406030204" pitchFamily="18" charset="0"/>
                        </a:rPr>
                        <m:t>=1.</m:t>
                      </m:r>
                      <m:r>
                        <a:rPr lang="en-IN" sz="2800" b="0" i="0" smtClean="0">
                          <a:solidFill>
                            <a:srgbClr val="002060"/>
                          </a:solidFill>
                          <a:latin typeface="Cambria Math" panose="02040503050406030204" pitchFamily="18" charset="0"/>
                        </a:rPr>
                        <m:t>645</m:t>
                      </m:r>
                    </m:oMath>
                  </m:oMathPara>
                </a14:m>
                <a:endParaRPr lang="en-IN" sz="2800" dirty="0">
                  <a:solidFill>
                    <a:srgbClr val="002060"/>
                  </a:solidFill>
                </a:endParaRPr>
              </a:p>
            </p:txBody>
          </p:sp>
        </mc:Choice>
        <mc:Fallback xmlns="">
          <p:sp>
            <p:nvSpPr>
              <p:cNvPr id="5" name="TextBox 4">
                <a:extLst>
                  <a:ext uri="{FF2B5EF4-FFF2-40B4-BE49-F238E27FC236}">
                    <a16:creationId xmlns:a16="http://schemas.microsoft.com/office/drawing/2014/main" id="{2AA4CAEC-FF70-084E-BB4B-20084CB1DC9E}"/>
                  </a:ext>
                </a:extLst>
              </p:cNvPr>
              <p:cNvSpPr txBox="1">
                <a:spLocks noRot="1" noChangeAspect="1" noMove="1" noResize="1" noEditPoints="1" noAdjustHandles="1" noChangeArrowheads="1" noChangeShapeType="1" noTextEdit="1"/>
              </p:cNvSpPr>
              <p:nvPr/>
            </p:nvSpPr>
            <p:spPr>
              <a:xfrm>
                <a:off x="8326065" y="2268196"/>
                <a:ext cx="2697479" cy="523220"/>
              </a:xfrm>
              <a:prstGeom prst="rect">
                <a:avLst/>
              </a:prstGeom>
              <a:blipFill>
                <a:blip r:embed="rId16"/>
                <a:stretch>
                  <a:fillRect/>
                </a:stretch>
              </a:blipFill>
            </p:spPr>
            <p:txBody>
              <a:bodyPr/>
              <a:lstStyle/>
              <a:p>
                <a:r>
                  <a:rPr lang="en-IN">
                    <a:noFill/>
                  </a:rPr>
                  <a:t> </a:t>
                </a:r>
              </a:p>
            </p:txBody>
          </p:sp>
        </mc:Fallback>
      </mc:AlternateContent>
      <p:sp>
        <p:nvSpPr>
          <p:cNvPr id="6" name="Rectangle 5">
            <a:extLst>
              <a:ext uri="{FF2B5EF4-FFF2-40B4-BE49-F238E27FC236}">
                <a16:creationId xmlns:a16="http://schemas.microsoft.com/office/drawing/2014/main" id="{2740B83B-4679-DD35-0747-180CACF330FE}"/>
              </a:ext>
            </a:extLst>
          </p:cNvPr>
          <p:cNvSpPr/>
          <p:nvPr/>
        </p:nvSpPr>
        <p:spPr>
          <a:xfrm>
            <a:off x="2488140" y="1674147"/>
            <a:ext cx="3002442" cy="523220"/>
          </a:xfrm>
          <a:prstGeom prst="rect">
            <a:avLst/>
          </a:prstGeom>
        </p:spPr>
        <p:txBody>
          <a:bodyPr wrap="square">
            <a:spAutoFit/>
          </a:bodyPr>
          <a:lstStyle/>
          <a:p>
            <a:pPr lvl="0"/>
            <a:r>
              <a:rPr lang="en-US" sz="2800" dirty="0">
                <a:solidFill>
                  <a:srgbClr val="002060"/>
                </a:solidFill>
              </a:rPr>
              <a:t>(left tailed test)</a:t>
            </a:r>
            <a:r>
              <a:rPr lang="en-US" sz="2800" u="sng" dirty="0">
                <a:solidFill>
                  <a:srgbClr val="002060"/>
                </a:solidFill>
              </a:rPr>
              <a:t>  </a:t>
            </a:r>
          </a:p>
        </p:txBody>
      </p:sp>
    </p:spTree>
    <p:extLst>
      <p:ext uri="{BB962C8B-B14F-4D97-AF65-F5344CB8AC3E}">
        <p14:creationId xmlns:p14="http://schemas.microsoft.com/office/powerpoint/2010/main" val="4136591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1"/>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3"/>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16"/>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8"/>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17"/>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18"/>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19"/>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21"/>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23"/>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24"/>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5"/>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26"/>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27"/>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8" grpId="0"/>
      <p:bldP spid="9" grpId="0"/>
      <p:bldP spid="10" grpId="0"/>
      <p:bldP spid="11" grpId="0"/>
      <p:bldP spid="12" grpId="0"/>
      <p:bldP spid="13" grpId="0"/>
      <p:bldP spid="16" grpId="0"/>
      <p:bldP spid="17" grpId="0"/>
      <p:bldP spid="18" grpId="0"/>
      <p:bldP spid="19" grpId="0"/>
      <p:bldP spid="21" grpId="0"/>
      <p:bldP spid="23" grpId="0"/>
      <p:bldP spid="24" grpId="0"/>
      <p:bldP spid="26" grpId="0"/>
      <p:bldP spid="27" grpId="0"/>
      <p:bldP spid="28" grpId="0"/>
      <p:bldP spid="5" grpId="0"/>
      <p:bldP spid="6" grpId="0"/>
    </p:bldLst>
  </p:timing>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E733C-75C6-2256-D85D-A3EC24BA011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a:extLst>
                  <a:ext uri="{FF2B5EF4-FFF2-40B4-BE49-F238E27FC236}">
                    <a16:creationId xmlns:a16="http://schemas.microsoft.com/office/drawing/2014/main" id="{39D1AE72-43A9-F616-CE20-2A4B209CD5D9}"/>
                  </a:ext>
                </a:extLst>
              </p:cNvPr>
              <p:cNvSpPr txBox="1">
                <a:spLocks/>
              </p:cNvSpPr>
              <p:nvPr/>
            </p:nvSpPr>
            <p:spPr>
              <a:xfrm>
                <a:off x="131177" y="869081"/>
                <a:ext cx="11929643" cy="2812187"/>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endParaRPr lang="en-US" dirty="0"/>
              </a:p>
              <a:p>
                <a:endParaRPr lang="en-US" dirty="0"/>
              </a:p>
              <a:p>
                <a:r>
                  <a:rPr lang="en-US" dirty="0"/>
                  <a:t>The fatality rate of typhoid patients is believed to be 17.26%. In a certain year 640 patients suffering from typhoid were treated in a metropolitan hospital and only 63 patients died. Can you consider the </a:t>
                </a:r>
                <a:r>
                  <a:rPr lang="en-US" b="1" dirty="0"/>
                  <a:t>hospital efficient </a:t>
                </a:r>
                <a:r>
                  <a:rPr lang="en-US" dirty="0"/>
                  <a:t>at 1% level of significance? </a:t>
                </a:r>
                <a14:m>
                  <m:oMath xmlns:m="http://schemas.openxmlformats.org/officeDocument/2006/math">
                    <m:d>
                      <m:dPr>
                        <m:ctrlPr>
                          <a:rPr lang="en-IN" i="1">
                            <a:latin typeface="Cambria Math" panose="02040503050406030204" pitchFamily="18" charset="0"/>
                          </a:rPr>
                        </m:ctrlPr>
                      </m:dPr>
                      <m:e>
                        <m:r>
                          <a:rPr lang="en-US" i="1">
                            <a:latin typeface="Cambria Math" panose="02040503050406030204" pitchFamily="18" charset="0"/>
                          </a:rPr>
                          <m:t> </m:t>
                        </m:r>
                        <m:sSub>
                          <m:sSubPr>
                            <m:ctrlPr>
                              <a:rPr lang="en-IN" i="1">
                                <a:latin typeface="Cambria Math" panose="02040503050406030204" pitchFamily="18" charset="0"/>
                              </a:rPr>
                            </m:ctrlPr>
                          </m:sSubPr>
                          <m:e>
                            <m:r>
                              <m:rPr>
                                <m:sty m:val="p"/>
                              </m:rPr>
                              <a:rPr lang="en-US">
                                <a:latin typeface="Cambria Math" panose="02040503050406030204" pitchFamily="18" charset="0"/>
                              </a:rPr>
                              <m:t>Z</m:t>
                            </m:r>
                          </m:e>
                          <m:sub>
                            <m:r>
                              <a:rPr lang="en-US">
                                <a:latin typeface="Cambria Math" panose="02040503050406030204" pitchFamily="18" charset="0"/>
                              </a:rPr>
                              <m:t>0.01</m:t>
                            </m:r>
                          </m:sub>
                        </m:sSub>
                        <m:r>
                          <a:rPr lang="en-US">
                            <a:latin typeface="Cambria Math" panose="02040503050406030204" pitchFamily="18" charset="0"/>
                          </a:rPr>
                          <m:t>=</m:t>
                        </m:r>
                        <m:r>
                          <a:rPr lang="en-US" i="1">
                            <a:latin typeface="Cambria Math" panose="02040503050406030204" pitchFamily="18" charset="0"/>
                          </a:rPr>
                          <m:t>−</m:t>
                        </m:r>
                        <m:r>
                          <a:rPr lang="en-US">
                            <a:latin typeface="Cambria Math" panose="02040503050406030204" pitchFamily="18" charset="0"/>
                          </a:rPr>
                          <m:t>2.33 </m:t>
                        </m:r>
                      </m:e>
                    </m:d>
                  </m:oMath>
                </a14:m>
                <a:endParaRPr lang="en-IN" dirty="0"/>
              </a:p>
              <a:p>
                <a:endParaRPr lang="en-IN" dirty="0"/>
              </a:p>
              <a:p>
                <a:endParaRPr lang="en-US" dirty="0"/>
              </a:p>
            </p:txBody>
          </p:sp>
        </mc:Choice>
        <mc:Fallback xmlns="">
          <p:sp>
            <p:nvSpPr>
              <p:cNvPr id="19" name="Content Placeholder 2">
                <a:extLst>
                  <a:ext uri="{FF2B5EF4-FFF2-40B4-BE49-F238E27FC236}">
                    <a16:creationId xmlns:a16="http://schemas.microsoft.com/office/drawing/2014/main" id="{39D1AE72-43A9-F616-CE20-2A4B209CD5D9}"/>
                  </a:ext>
                </a:extLst>
              </p:cNvPr>
              <p:cNvSpPr txBox="1">
                <a:spLocks noRot="1" noChangeAspect="1" noMove="1" noResize="1" noEditPoints="1" noAdjustHandles="1" noChangeArrowheads="1" noChangeShapeType="1" noTextEdit="1"/>
              </p:cNvSpPr>
              <p:nvPr/>
            </p:nvSpPr>
            <p:spPr>
              <a:xfrm>
                <a:off x="131177" y="869081"/>
                <a:ext cx="11929643" cy="2812187"/>
              </a:xfrm>
              <a:prstGeom prst="rect">
                <a:avLst/>
              </a:prstGeom>
              <a:blipFill>
                <a:blip r:embed="rId2"/>
                <a:stretch>
                  <a:fillRect l="-1074" r="-1074"/>
                </a:stretch>
              </a:blipFill>
              <a:ln>
                <a:noFill/>
              </a:ln>
            </p:spPr>
            <p:txBody>
              <a:bodyPr/>
              <a:lstStyle/>
              <a:p>
                <a:r>
                  <a:rPr lang="en-IN">
                    <a:noFill/>
                  </a:rPr>
                  <a:t> </a:t>
                </a:r>
              </a:p>
            </p:txBody>
          </p:sp>
        </mc:Fallback>
      </mc:AlternateContent>
      <p:sp>
        <p:nvSpPr>
          <p:cNvPr id="2" name="Title 1">
            <a:extLst>
              <a:ext uri="{FF2B5EF4-FFF2-40B4-BE49-F238E27FC236}">
                <a16:creationId xmlns:a16="http://schemas.microsoft.com/office/drawing/2014/main" id="{EC7ED146-57F5-C54D-2C83-24C644F73CE8}"/>
              </a:ext>
            </a:extLst>
          </p:cNvPr>
          <p:cNvSpPr>
            <a:spLocks noGrp="1"/>
          </p:cNvSpPr>
          <p:nvPr>
            <p:ph type="title"/>
          </p:nvPr>
        </p:nvSpPr>
        <p:spPr/>
        <p:txBody>
          <a:bodyPr/>
          <a:lstStyle/>
          <a:p>
            <a:r>
              <a:rPr lang="en-GB" dirty="0"/>
              <a:t>Method 5 ⇝ Example 5</a:t>
            </a:r>
            <a:endParaRPr lang="en-US" dirty="0"/>
          </a:p>
        </p:txBody>
      </p:sp>
      <p:sp>
        <p:nvSpPr>
          <p:cNvPr id="50" name="Rectangle 49">
            <a:extLst>
              <a:ext uri="{FF2B5EF4-FFF2-40B4-BE49-F238E27FC236}">
                <a16:creationId xmlns:a16="http://schemas.microsoft.com/office/drawing/2014/main" id="{9B62EBDA-B72C-2039-DE86-3F18903A6709}"/>
              </a:ext>
            </a:extLst>
          </p:cNvPr>
          <p:cNvSpPr/>
          <p:nvPr/>
        </p:nvSpPr>
        <p:spPr>
          <a:xfrm>
            <a:off x="131177" y="3848755"/>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93AB3134-D468-4B0B-A4C0-725DBFC63C05}"/>
                  </a:ext>
                </a:extLst>
              </p:cNvPr>
              <p:cNvSpPr/>
              <p:nvPr/>
            </p:nvSpPr>
            <p:spPr>
              <a:xfrm>
                <a:off x="1614167" y="3848755"/>
                <a:ext cx="1530355"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IN" sz="2800" b="0" i="0" smtClean="0">
                          <a:solidFill>
                            <a:srgbClr val="002060"/>
                          </a:solidFill>
                          <a:latin typeface="Cambria Math" panose="02040503050406030204" pitchFamily="18" charset="0"/>
                        </a:rPr>
                        <m:t>n</m:t>
                      </m:r>
                      <m:r>
                        <a:rPr lang="en-IN" sz="2800" b="0" i="0" smtClean="0">
                          <a:solidFill>
                            <a:srgbClr val="002060"/>
                          </a:solidFill>
                          <a:latin typeface="Cambria Math" panose="02040503050406030204" pitchFamily="18" charset="0"/>
                        </a:rPr>
                        <m:t>=640</m:t>
                      </m:r>
                    </m:oMath>
                  </m:oMathPara>
                </a14:m>
                <a:endParaRPr lang="en-US" sz="2800" dirty="0">
                  <a:solidFill>
                    <a:srgbClr val="002060"/>
                  </a:solidFill>
                </a:endParaRPr>
              </a:p>
            </p:txBody>
          </p:sp>
        </mc:Choice>
        <mc:Fallback xmlns="">
          <p:sp>
            <p:nvSpPr>
              <p:cNvPr id="13" name="Rectangle 12">
                <a:extLst>
                  <a:ext uri="{FF2B5EF4-FFF2-40B4-BE49-F238E27FC236}">
                    <a16:creationId xmlns:a16="http://schemas.microsoft.com/office/drawing/2014/main" id="{93AB3134-D468-4B0B-A4C0-725DBFC63C05}"/>
                  </a:ext>
                </a:extLst>
              </p:cNvPr>
              <p:cNvSpPr>
                <a:spLocks noRot="1" noChangeAspect="1" noMove="1" noResize="1" noEditPoints="1" noAdjustHandles="1" noChangeArrowheads="1" noChangeShapeType="1" noTextEdit="1"/>
              </p:cNvSpPr>
              <p:nvPr/>
            </p:nvSpPr>
            <p:spPr>
              <a:xfrm>
                <a:off x="1614167" y="3848755"/>
                <a:ext cx="1530355"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A5D93A31-6B26-C6B6-23E9-DECFD40733B4}"/>
                  </a:ext>
                </a:extLst>
              </p:cNvPr>
              <p:cNvSpPr/>
              <p:nvPr/>
            </p:nvSpPr>
            <p:spPr>
              <a:xfrm>
                <a:off x="1625597" y="4504858"/>
                <a:ext cx="3439147" cy="523220"/>
              </a:xfrm>
              <a:prstGeom prst="rect">
                <a:avLst/>
              </a:prstGeom>
            </p:spPr>
            <p:txBody>
              <a:bodyPr wrap="none">
                <a:spAutoFit/>
              </a:bodyPr>
              <a:lstStyle/>
              <a:p>
                <a14:m>
                  <m:oMath xmlns:m="http://schemas.openxmlformats.org/officeDocument/2006/math">
                    <m:r>
                      <m:rPr>
                        <m:sty m:val="p"/>
                      </m:rPr>
                      <a:rPr lang="en-IN" sz="2800" b="0" i="0" smtClean="0">
                        <a:solidFill>
                          <a:srgbClr val="002060"/>
                        </a:solidFill>
                        <a:latin typeface="Cambria Math" panose="02040503050406030204" pitchFamily="18" charset="0"/>
                      </a:rPr>
                      <m:t>p</m:t>
                    </m:r>
                    <m:r>
                      <a:rPr lang="en-IN" sz="2800" b="0" i="0" smtClean="0">
                        <a:solidFill>
                          <a:srgbClr val="002060"/>
                        </a:solidFill>
                        <a:latin typeface="Cambria Math" panose="02040503050406030204" pitchFamily="18" charset="0"/>
                      </a:rPr>
                      <m:t>= </m:t>
                    </m:r>
                  </m:oMath>
                </a14:m>
                <a:r>
                  <a:rPr lang="en-US" sz="2800" dirty="0">
                    <a:solidFill>
                      <a:srgbClr val="002060"/>
                    </a:solidFill>
                  </a:rPr>
                  <a:t>Sample proportion</a:t>
                </a:r>
              </a:p>
            </p:txBody>
          </p:sp>
        </mc:Choice>
        <mc:Fallback xmlns="">
          <p:sp>
            <p:nvSpPr>
              <p:cNvPr id="15" name="Rectangle 14">
                <a:extLst>
                  <a:ext uri="{FF2B5EF4-FFF2-40B4-BE49-F238E27FC236}">
                    <a16:creationId xmlns:a16="http://schemas.microsoft.com/office/drawing/2014/main" id="{A5D93A31-6B26-C6B6-23E9-DECFD40733B4}"/>
                  </a:ext>
                </a:extLst>
              </p:cNvPr>
              <p:cNvSpPr>
                <a:spLocks noRot="1" noChangeAspect="1" noMove="1" noResize="1" noEditPoints="1" noAdjustHandles="1" noChangeArrowheads="1" noChangeShapeType="1" noTextEdit="1"/>
              </p:cNvSpPr>
              <p:nvPr/>
            </p:nvSpPr>
            <p:spPr>
              <a:xfrm>
                <a:off x="1625597" y="4504858"/>
                <a:ext cx="3439147" cy="523220"/>
              </a:xfrm>
              <a:prstGeom prst="rect">
                <a:avLst/>
              </a:prstGeom>
              <a:blipFill>
                <a:blip r:embed="rId4"/>
                <a:stretch>
                  <a:fillRect t="-12791" r="-2660" b="-3139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0F89A5EB-61DC-757B-0807-4697626D9B4D}"/>
                  </a:ext>
                </a:extLst>
              </p:cNvPr>
              <p:cNvSpPr/>
              <p:nvPr/>
            </p:nvSpPr>
            <p:spPr>
              <a:xfrm>
                <a:off x="4877849" y="4293780"/>
                <a:ext cx="1230209" cy="90178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63</m:t>
                          </m:r>
                        </m:num>
                        <m:den>
                          <m:r>
                            <a:rPr lang="en-IN" sz="2800" b="0" i="1" smtClean="0">
                              <a:solidFill>
                                <a:srgbClr val="002060"/>
                              </a:solidFill>
                              <a:latin typeface="Cambria Math" panose="02040503050406030204" pitchFamily="18" charset="0"/>
                            </a:rPr>
                            <m:t>640</m:t>
                          </m:r>
                        </m:den>
                      </m:f>
                    </m:oMath>
                  </m:oMathPara>
                </a14:m>
                <a:endParaRPr lang="en-US" sz="2800" dirty="0">
                  <a:solidFill>
                    <a:srgbClr val="002060"/>
                  </a:solidFill>
                </a:endParaRPr>
              </a:p>
            </p:txBody>
          </p:sp>
        </mc:Choice>
        <mc:Fallback xmlns="">
          <p:sp>
            <p:nvSpPr>
              <p:cNvPr id="4" name="Rectangle 3">
                <a:extLst>
                  <a:ext uri="{FF2B5EF4-FFF2-40B4-BE49-F238E27FC236}">
                    <a16:creationId xmlns:a16="http://schemas.microsoft.com/office/drawing/2014/main" id="{0F89A5EB-61DC-757B-0807-4697626D9B4D}"/>
                  </a:ext>
                </a:extLst>
              </p:cNvPr>
              <p:cNvSpPr>
                <a:spLocks noRot="1" noChangeAspect="1" noMove="1" noResize="1" noEditPoints="1" noAdjustHandles="1" noChangeArrowheads="1" noChangeShapeType="1" noTextEdit="1"/>
              </p:cNvSpPr>
              <p:nvPr/>
            </p:nvSpPr>
            <p:spPr>
              <a:xfrm>
                <a:off x="4877849" y="4293780"/>
                <a:ext cx="1230209" cy="901785"/>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8EE72FF5-22E9-8296-1254-E6823CDB8EE6}"/>
                  </a:ext>
                </a:extLst>
              </p:cNvPr>
              <p:cNvSpPr/>
              <p:nvPr/>
            </p:nvSpPr>
            <p:spPr>
              <a:xfrm>
                <a:off x="5982973" y="4523441"/>
                <a:ext cx="170149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800" b="0" i="0" smtClean="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0.0984</m:t>
                      </m:r>
                    </m:oMath>
                  </m:oMathPara>
                </a14:m>
                <a:endParaRPr lang="en-US" sz="2800" dirty="0">
                  <a:solidFill>
                    <a:srgbClr val="002060"/>
                  </a:solidFill>
                </a:endParaRPr>
              </a:p>
            </p:txBody>
          </p:sp>
        </mc:Choice>
        <mc:Fallback xmlns="">
          <p:sp>
            <p:nvSpPr>
              <p:cNvPr id="5" name="Rectangle 4">
                <a:extLst>
                  <a:ext uri="{FF2B5EF4-FFF2-40B4-BE49-F238E27FC236}">
                    <a16:creationId xmlns:a16="http://schemas.microsoft.com/office/drawing/2014/main" id="{8EE72FF5-22E9-8296-1254-E6823CDB8EE6}"/>
                  </a:ext>
                </a:extLst>
              </p:cNvPr>
              <p:cNvSpPr>
                <a:spLocks noRot="1" noChangeAspect="1" noMove="1" noResize="1" noEditPoints="1" noAdjustHandles="1" noChangeArrowheads="1" noChangeShapeType="1" noTextEdit="1"/>
              </p:cNvSpPr>
              <p:nvPr/>
            </p:nvSpPr>
            <p:spPr>
              <a:xfrm>
                <a:off x="5982973" y="4523441"/>
                <a:ext cx="1701491"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654C1665-86FC-AE69-21C3-AD575BA1B62A}"/>
                  </a:ext>
                </a:extLst>
              </p:cNvPr>
              <p:cNvSpPr/>
              <p:nvPr/>
            </p:nvSpPr>
            <p:spPr>
              <a:xfrm>
                <a:off x="1591307" y="5161277"/>
                <a:ext cx="200484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2800" b="0" i="0" smtClean="0">
                          <a:solidFill>
                            <a:srgbClr val="002060"/>
                          </a:solidFill>
                          <a:latin typeface="Cambria Math" panose="02040503050406030204" pitchFamily="18" charset="0"/>
                        </a:rPr>
                        <m:t>P</m:t>
                      </m:r>
                      <m:r>
                        <a:rPr lang="en-IN" sz="2800" b="0" i="0" smtClean="0">
                          <a:solidFill>
                            <a:srgbClr val="002060"/>
                          </a:solidFill>
                          <a:latin typeface="Cambria Math" panose="02040503050406030204" pitchFamily="18" charset="0"/>
                        </a:rPr>
                        <m:t>=0.1726</m:t>
                      </m:r>
                    </m:oMath>
                  </m:oMathPara>
                </a14:m>
                <a:endParaRPr lang="en-US" sz="2800" dirty="0">
                  <a:solidFill>
                    <a:srgbClr val="002060"/>
                  </a:solidFill>
                </a:endParaRPr>
              </a:p>
            </p:txBody>
          </p:sp>
        </mc:Choice>
        <mc:Fallback xmlns="">
          <p:sp>
            <p:nvSpPr>
              <p:cNvPr id="3" name="Rectangle 2">
                <a:extLst>
                  <a:ext uri="{FF2B5EF4-FFF2-40B4-BE49-F238E27FC236}">
                    <a16:creationId xmlns:a16="http://schemas.microsoft.com/office/drawing/2014/main" id="{654C1665-86FC-AE69-21C3-AD575BA1B62A}"/>
                  </a:ext>
                </a:extLst>
              </p:cNvPr>
              <p:cNvSpPr>
                <a:spLocks noRot="1" noChangeAspect="1" noMove="1" noResize="1" noEditPoints="1" noAdjustHandles="1" noChangeArrowheads="1" noChangeShapeType="1" noTextEdit="1"/>
              </p:cNvSpPr>
              <p:nvPr/>
            </p:nvSpPr>
            <p:spPr>
              <a:xfrm>
                <a:off x="1591307" y="5161277"/>
                <a:ext cx="2004844"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88F859D9-0E4E-96F6-67FA-B1C843A56D76}"/>
                  </a:ext>
                </a:extLst>
              </p:cNvPr>
              <p:cNvSpPr/>
              <p:nvPr/>
            </p:nvSpPr>
            <p:spPr>
              <a:xfrm>
                <a:off x="1591307" y="5741246"/>
                <a:ext cx="333213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IN" sz="2800" b="0" i="0" smtClean="0">
                          <a:solidFill>
                            <a:srgbClr val="002060"/>
                          </a:solidFill>
                          <a:latin typeface="Cambria Math" panose="02040503050406030204" pitchFamily="18" charset="0"/>
                        </a:rPr>
                        <m:t>Q</m:t>
                      </m:r>
                      <m:r>
                        <a:rPr lang="en-IN" sz="2800" b="0" i="0" smtClean="0">
                          <a:solidFill>
                            <a:srgbClr val="002060"/>
                          </a:solidFill>
                          <a:latin typeface="Cambria Math" panose="02040503050406030204" pitchFamily="18" charset="0"/>
                        </a:rPr>
                        <m:t>=1−</m:t>
                      </m:r>
                      <m:r>
                        <m:rPr>
                          <m:sty m:val="p"/>
                        </m:rPr>
                        <a:rPr lang="en-IN" sz="2800" b="0" i="0" smtClean="0">
                          <a:solidFill>
                            <a:srgbClr val="002060"/>
                          </a:solidFill>
                          <a:latin typeface="Cambria Math" panose="02040503050406030204" pitchFamily="18" charset="0"/>
                        </a:rPr>
                        <m:t>P</m:t>
                      </m:r>
                      <m:r>
                        <a:rPr lang="en-IN" sz="2800" b="0" i="0" smtClean="0">
                          <a:solidFill>
                            <a:srgbClr val="002060"/>
                          </a:solidFill>
                          <a:latin typeface="Cambria Math" panose="02040503050406030204" pitchFamily="18" charset="0"/>
                        </a:rPr>
                        <m:t>=0.8274</m:t>
                      </m:r>
                    </m:oMath>
                  </m:oMathPara>
                </a14:m>
                <a:endParaRPr lang="en-US" sz="2800" dirty="0">
                  <a:solidFill>
                    <a:srgbClr val="002060"/>
                  </a:solidFill>
                </a:endParaRPr>
              </a:p>
            </p:txBody>
          </p:sp>
        </mc:Choice>
        <mc:Fallback xmlns="">
          <p:sp>
            <p:nvSpPr>
              <p:cNvPr id="8" name="Rectangle 7">
                <a:extLst>
                  <a:ext uri="{FF2B5EF4-FFF2-40B4-BE49-F238E27FC236}">
                    <a16:creationId xmlns:a16="http://schemas.microsoft.com/office/drawing/2014/main" id="{88F859D9-0E4E-96F6-67FA-B1C843A56D76}"/>
                  </a:ext>
                </a:extLst>
              </p:cNvPr>
              <p:cNvSpPr>
                <a:spLocks noRot="1" noChangeAspect="1" noMove="1" noResize="1" noEditPoints="1" noAdjustHandles="1" noChangeArrowheads="1" noChangeShapeType="1" noTextEdit="1"/>
              </p:cNvSpPr>
              <p:nvPr/>
            </p:nvSpPr>
            <p:spPr>
              <a:xfrm>
                <a:off x="1591307" y="5741246"/>
                <a:ext cx="3332131" cy="523220"/>
              </a:xfrm>
              <a:prstGeom prst="rect">
                <a:avLst/>
              </a:prstGeom>
              <a:blipFill>
                <a:blip r:embed="rId8"/>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329532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50" grpId="0" animBg="1"/>
    </p:bld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03BD9-D425-2D59-152F-17152FEF23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CD20D2-BF9E-9C67-D6A7-CC25C0F262AF}"/>
              </a:ext>
            </a:extLst>
          </p:cNvPr>
          <p:cNvSpPr>
            <a:spLocks noGrp="1"/>
          </p:cNvSpPr>
          <p:nvPr>
            <p:ph type="title"/>
          </p:nvPr>
        </p:nvSpPr>
        <p:spPr/>
        <p:txBody>
          <a:bodyPr/>
          <a:lstStyle/>
          <a:p>
            <a:r>
              <a:rPr lang="en-GB" dirty="0"/>
              <a:t>Method 5 ⇝ Example 5(</a:t>
            </a:r>
            <a:r>
              <a:rPr lang="en-GB" dirty="0">
                <a:solidFill>
                  <a:srgbClr val="FF0000"/>
                </a:solidFill>
              </a:rPr>
              <a:t>Continue</a:t>
            </a:r>
            <a:r>
              <a:rPr lang="en-GB" dirty="0"/>
              <a:t>)</a:t>
            </a:r>
            <a:endParaRPr lang="en-US" dirty="0"/>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A2186554-027C-B80D-2894-39D74612C837}"/>
                  </a:ext>
                </a:extLst>
              </p:cNvPr>
              <p:cNvSpPr/>
              <p:nvPr/>
            </p:nvSpPr>
            <p:spPr>
              <a:xfrm>
                <a:off x="111878" y="1000857"/>
                <a:ext cx="797582" cy="523220"/>
              </a:xfrm>
              <a:prstGeom prst="rect">
                <a:avLst/>
              </a:prstGeom>
            </p:spPr>
            <p:txBody>
              <a:bodyPr wrap="square">
                <a:spAutoFit/>
              </a:bodyPr>
              <a:lstStyle/>
              <a:p>
                <a:pPr lvl="0"/>
                <a14:m>
                  <m:oMath xmlns:m="http://schemas.openxmlformats.org/officeDocument/2006/math">
                    <m:sSub>
                      <m:sSubPr>
                        <m:ctrlPr>
                          <a:rPr lang="en-US" sz="2800" b="1" i="1" smtClean="0">
                            <a:solidFill>
                              <a:srgbClr val="002060"/>
                            </a:solidFill>
                            <a:latin typeface="Cambria Math" panose="02040503050406030204" pitchFamily="18" charset="0"/>
                          </a:rPr>
                        </m:ctrlPr>
                      </m:sSubPr>
                      <m:e>
                        <m:r>
                          <a:rPr lang="en-IN" sz="2800" b="1" i="0" smtClean="0">
                            <a:solidFill>
                              <a:srgbClr val="002060"/>
                            </a:solidFill>
                            <a:latin typeface="Cambria Math" panose="02040503050406030204" pitchFamily="18" charset="0"/>
                          </a:rPr>
                          <m:t>𝐇</m:t>
                        </m:r>
                      </m:e>
                      <m:sub>
                        <m:r>
                          <a:rPr lang="en-IN" sz="2800" b="1" i="0" smtClean="0">
                            <a:solidFill>
                              <a:srgbClr val="002060"/>
                            </a:solidFill>
                            <a:latin typeface="Cambria Math" panose="02040503050406030204" pitchFamily="18" charset="0"/>
                          </a:rPr>
                          <m:t>𝟎</m:t>
                        </m:r>
                      </m:sub>
                    </m:sSub>
                    <m:r>
                      <a:rPr lang="en-IN" sz="2800" b="1" i="0" smtClean="0">
                        <a:solidFill>
                          <a:srgbClr val="002060"/>
                        </a:solidFill>
                        <a:latin typeface="Cambria Math" panose="02040503050406030204" pitchFamily="18" charset="0"/>
                      </a:rPr>
                      <m:t> :</m:t>
                    </m:r>
                  </m:oMath>
                </a14:m>
                <a:r>
                  <a:rPr lang="en-US" sz="2800" b="1" dirty="0">
                    <a:solidFill>
                      <a:srgbClr val="002060"/>
                    </a:solidFill>
                  </a:rPr>
                  <a:t>  </a:t>
                </a:r>
              </a:p>
            </p:txBody>
          </p:sp>
        </mc:Choice>
        <mc:Fallback xmlns="">
          <p:sp>
            <p:nvSpPr>
              <p:cNvPr id="15" name="Rectangle 14">
                <a:extLst>
                  <a:ext uri="{FF2B5EF4-FFF2-40B4-BE49-F238E27FC236}">
                    <a16:creationId xmlns:a16="http://schemas.microsoft.com/office/drawing/2014/main" id="{A2186554-027C-B80D-2894-39D74612C837}"/>
                  </a:ext>
                </a:extLst>
              </p:cNvPr>
              <p:cNvSpPr>
                <a:spLocks noRot="1" noChangeAspect="1" noMove="1" noResize="1" noEditPoints="1" noAdjustHandles="1" noChangeArrowheads="1" noChangeShapeType="1" noTextEdit="1"/>
              </p:cNvSpPr>
              <p:nvPr/>
            </p:nvSpPr>
            <p:spPr>
              <a:xfrm>
                <a:off x="111878" y="1000857"/>
                <a:ext cx="797582" cy="52322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BC2BC22D-12AD-BB08-FE1A-0A002AB1706A}"/>
                  </a:ext>
                </a:extLst>
              </p:cNvPr>
              <p:cNvSpPr/>
              <p:nvPr/>
            </p:nvSpPr>
            <p:spPr>
              <a:xfrm>
                <a:off x="3251337" y="3830493"/>
                <a:ext cx="2581109" cy="523220"/>
              </a:xfrm>
              <a:prstGeom prst="rect">
                <a:avLst/>
              </a:prstGeom>
            </p:spPr>
            <p:txBody>
              <a:bodyPr wrap="square">
                <a:spAutoFit/>
              </a:bodyPr>
              <a:lstStyle/>
              <a:p>
                <a:pPr lvl="0"/>
                <a14:m>
                  <m:oMathPara xmlns:m="http://schemas.openxmlformats.org/officeDocument/2006/math">
                    <m:oMathParaPr>
                      <m:jc m:val="centerGroup"/>
                    </m:oMathParaPr>
                    <m:oMath xmlns:m="http://schemas.openxmlformats.org/officeDocument/2006/math">
                      <m:d>
                        <m:dPr>
                          <m:ctrlPr>
                            <a:rPr lang="en-US" sz="2800" i="1" smtClean="0">
                              <a:solidFill>
                                <a:srgbClr val="002060"/>
                              </a:solidFill>
                              <a:latin typeface="Cambria Math" panose="02040503050406030204" pitchFamily="18" charset="0"/>
                            </a:rPr>
                          </m:ctrlPr>
                        </m:dPr>
                        <m:e>
                          <m:r>
                            <a:rPr lang="en-IN" sz="2800" b="1" i="0" smtClean="0">
                              <a:solidFill>
                                <a:srgbClr val="FF0000"/>
                              </a:solidFill>
                              <a:latin typeface="Cambria Math" panose="02040503050406030204" pitchFamily="18" charset="0"/>
                            </a:rPr>
                            <m:t>𝐏</m:t>
                          </m:r>
                          <m:r>
                            <a:rPr lang="en-IN" sz="2800" b="1" i="0" smtClean="0">
                              <a:solidFill>
                                <a:srgbClr val="FF0000"/>
                              </a:solidFill>
                              <a:latin typeface="Cambria Math" panose="02040503050406030204" pitchFamily="18" charset="0"/>
                            </a:rPr>
                            <m:t> </m:t>
                          </m:r>
                          <m:r>
                            <a:rPr lang="en-IN" sz="2800" b="1" i="0" smtClean="0">
                              <a:solidFill>
                                <a:srgbClr val="FF0000"/>
                              </a:solidFill>
                              <a:latin typeface="Cambria Math" panose="02040503050406030204" pitchFamily="18" charset="0"/>
                            </a:rPr>
                            <m:t>𝐢𝐬</m:t>
                          </m:r>
                          <m:r>
                            <a:rPr lang="en-IN" sz="2800" b="1" i="0" smtClean="0">
                              <a:solidFill>
                                <a:srgbClr val="FF0000"/>
                              </a:solidFill>
                              <a:latin typeface="Cambria Math" panose="02040503050406030204" pitchFamily="18" charset="0"/>
                            </a:rPr>
                            <m:t> </m:t>
                          </m:r>
                          <m:r>
                            <a:rPr lang="en-IN" sz="2800" b="1" i="0" smtClean="0">
                              <a:solidFill>
                                <a:srgbClr val="FF0000"/>
                              </a:solidFill>
                              <a:latin typeface="Cambria Math" panose="02040503050406030204" pitchFamily="18" charset="0"/>
                            </a:rPr>
                            <m:t>𝐤𝐧𝐨𝐰𝐧</m:t>
                          </m:r>
                        </m:e>
                      </m:d>
                    </m:oMath>
                  </m:oMathPara>
                </a14:m>
                <a:endParaRPr lang="en-US" sz="2800" dirty="0">
                  <a:solidFill>
                    <a:srgbClr val="002060"/>
                  </a:solidFill>
                </a:endParaRPr>
              </a:p>
            </p:txBody>
          </p:sp>
        </mc:Choice>
        <mc:Fallback xmlns="">
          <p:sp>
            <p:nvSpPr>
              <p:cNvPr id="8" name="Rectangle 7">
                <a:extLst>
                  <a:ext uri="{FF2B5EF4-FFF2-40B4-BE49-F238E27FC236}">
                    <a16:creationId xmlns:a16="http://schemas.microsoft.com/office/drawing/2014/main" id="{BC2BC22D-12AD-BB08-FE1A-0A002AB1706A}"/>
                  </a:ext>
                </a:extLst>
              </p:cNvPr>
              <p:cNvSpPr>
                <a:spLocks noRot="1" noChangeAspect="1" noMove="1" noResize="1" noEditPoints="1" noAdjustHandles="1" noChangeArrowheads="1" noChangeShapeType="1" noTextEdit="1"/>
              </p:cNvSpPr>
              <p:nvPr/>
            </p:nvSpPr>
            <p:spPr>
              <a:xfrm>
                <a:off x="3251337" y="3830493"/>
                <a:ext cx="2581109" cy="523220"/>
              </a:xfrm>
              <a:prstGeom prst="rect">
                <a:avLst/>
              </a:prstGeom>
              <a:blipFill>
                <a:blip r:embed="rId3"/>
                <a:stretch>
                  <a:fillRect/>
                </a:stretch>
              </a:blipFill>
            </p:spPr>
            <p:txBody>
              <a:bodyPr/>
              <a:lstStyle/>
              <a:p>
                <a:r>
                  <a:rPr lang="en-IN">
                    <a:noFill/>
                  </a:rPr>
                  <a:t> </a:t>
                </a:r>
              </a:p>
            </p:txBody>
          </p:sp>
        </mc:Fallback>
      </mc:AlternateContent>
      <p:cxnSp>
        <p:nvCxnSpPr>
          <p:cNvPr id="3" name="Straight Connector 2">
            <a:extLst>
              <a:ext uri="{FF2B5EF4-FFF2-40B4-BE49-F238E27FC236}">
                <a16:creationId xmlns:a16="http://schemas.microsoft.com/office/drawing/2014/main" id="{16202DB9-0004-84A7-FB81-0392259C56DD}"/>
              </a:ext>
            </a:extLst>
          </p:cNvPr>
          <p:cNvCxnSpPr>
            <a:cxnSpLocks/>
          </p:cNvCxnSpPr>
          <p:nvPr/>
        </p:nvCxnSpPr>
        <p:spPr>
          <a:xfrm>
            <a:off x="6060580" y="708524"/>
            <a:ext cx="0" cy="5896813"/>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32A4540F-6D00-53C5-695B-07DDDA36054D}"/>
                  </a:ext>
                </a:extLst>
              </p:cNvPr>
              <p:cNvSpPr/>
              <p:nvPr/>
            </p:nvSpPr>
            <p:spPr>
              <a:xfrm>
                <a:off x="897426" y="1024620"/>
                <a:ext cx="2062944" cy="523220"/>
              </a:xfrm>
              <a:prstGeom prst="rect">
                <a:avLst/>
              </a:prstGeom>
            </p:spPr>
            <p:txBody>
              <a:bodyPr wrap="square">
                <a:spAutoFit/>
              </a:bodyPr>
              <a:lstStyle/>
              <a:p>
                <a:pPr lvl="0"/>
                <a14:m>
                  <m:oMathPara xmlns:m="http://schemas.openxmlformats.org/officeDocument/2006/math">
                    <m:oMathParaPr>
                      <m:jc m:val="centerGroup"/>
                    </m:oMathParaPr>
                    <m:oMath xmlns:m="http://schemas.openxmlformats.org/officeDocument/2006/math">
                      <m:r>
                        <m:rPr>
                          <m:sty m:val="p"/>
                        </m:rPr>
                        <a:rPr lang="en-IN" sz="2800" b="0" i="0" smtClean="0">
                          <a:solidFill>
                            <a:srgbClr val="002060"/>
                          </a:solidFill>
                          <a:latin typeface="Cambria Math" panose="02040503050406030204" pitchFamily="18" charset="0"/>
                        </a:rPr>
                        <m:t>P</m:t>
                      </m:r>
                      <m:r>
                        <a:rPr lang="en-IN" sz="2800" b="0" i="1" smtClean="0">
                          <a:solidFill>
                            <a:srgbClr val="002060"/>
                          </a:solidFill>
                          <a:latin typeface="Cambria Math" panose="02040503050406030204" pitchFamily="18" charset="0"/>
                          <a:ea typeface="Cambria Math" panose="02040503050406030204" pitchFamily="18" charset="0"/>
                        </a:rPr>
                        <m:t>=</m:t>
                      </m:r>
                      <m:r>
                        <a:rPr lang="en-IN" sz="2800">
                          <a:solidFill>
                            <a:srgbClr val="002060"/>
                          </a:solidFill>
                          <a:latin typeface="Cambria Math" panose="02040503050406030204" pitchFamily="18" charset="0"/>
                        </a:rPr>
                        <m:t>0.1726</m:t>
                      </m:r>
                    </m:oMath>
                  </m:oMathPara>
                </a14:m>
                <a:endParaRPr lang="en-US" sz="2800" dirty="0">
                  <a:solidFill>
                    <a:srgbClr val="002060"/>
                  </a:solidFill>
                </a:endParaRPr>
              </a:p>
            </p:txBody>
          </p:sp>
        </mc:Choice>
        <mc:Fallback xmlns="">
          <p:sp>
            <p:nvSpPr>
              <p:cNvPr id="9" name="Rectangle 8">
                <a:extLst>
                  <a:ext uri="{FF2B5EF4-FFF2-40B4-BE49-F238E27FC236}">
                    <a16:creationId xmlns:a16="http://schemas.microsoft.com/office/drawing/2014/main" id="{32A4540F-6D00-53C5-695B-07DDDA36054D}"/>
                  </a:ext>
                </a:extLst>
              </p:cNvPr>
              <p:cNvSpPr>
                <a:spLocks noRot="1" noChangeAspect="1" noMove="1" noResize="1" noEditPoints="1" noAdjustHandles="1" noChangeArrowheads="1" noChangeShapeType="1" noTextEdit="1"/>
              </p:cNvSpPr>
              <p:nvPr/>
            </p:nvSpPr>
            <p:spPr>
              <a:xfrm>
                <a:off x="897426" y="1024620"/>
                <a:ext cx="2062944"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2BB323D5-0FEF-64FE-A43F-2D2B900C2D88}"/>
                  </a:ext>
                </a:extLst>
              </p:cNvPr>
              <p:cNvSpPr/>
              <p:nvPr/>
            </p:nvSpPr>
            <p:spPr>
              <a:xfrm>
                <a:off x="123912" y="1661814"/>
                <a:ext cx="797582" cy="523220"/>
              </a:xfrm>
              <a:prstGeom prst="rect">
                <a:avLst/>
              </a:prstGeom>
            </p:spPr>
            <p:txBody>
              <a:bodyPr wrap="square">
                <a:spAutoFit/>
              </a:bodyPr>
              <a:lstStyle/>
              <a:p>
                <a:pPr lvl="0"/>
                <a14:m>
                  <m:oMath xmlns:m="http://schemas.openxmlformats.org/officeDocument/2006/math">
                    <m:sSub>
                      <m:sSubPr>
                        <m:ctrlPr>
                          <a:rPr lang="en-US" sz="2800" b="1" i="1" smtClean="0">
                            <a:solidFill>
                              <a:srgbClr val="002060"/>
                            </a:solidFill>
                            <a:latin typeface="Cambria Math" panose="02040503050406030204" pitchFamily="18" charset="0"/>
                          </a:rPr>
                        </m:ctrlPr>
                      </m:sSubPr>
                      <m:e>
                        <m:r>
                          <a:rPr lang="en-IN" sz="2800" b="1" i="0" smtClean="0">
                            <a:solidFill>
                              <a:srgbClr val="002060"/>
                            </a:solidFill>
                            <a:latin typeface="Cambria Math" panose="02040503050406030204" pitchFamily="18" charset="0"/>
                          </a:rPr>
                          <m:t>𝐇</m:t>
                        </m:r>
                      </m:e>
                      <m:sub>
                        <m:r>
                          <a:rPr lang="en-IN" sz="2800" b="1" i="0" smtClean="0">
                            <a:solidFill>
                              <a:srgbClr val="002060"/>
                            </a:solidFill>
                            <a:latin typeface="Cambria Math" panose="02040503050406030204" pitchFamily="18" charset="0"/>
                          </a:rPr>
                          <m:t>𝟏</m:t>
                        </m:r>
                      </m:sub>
                    </m:sSub>
                    <m:r>
                      <a:rPr lang="en-IN" sz="2800" b="1" i="0" smtClean="0">
                        <a:solidFill>
                          <a:srgbClr val="002060"/>
                        </a:solidFill>
                        <a:latin typeface="Cambria Math" panose="02040503050406030204" pitchFamily="18" charset="0"/>
                      </a:rPr>
                      <m:t> :</m:t>
                    </m:r>
                  </m:oMath>
                </a14:m>
                <a:r>
                  <a:rPr lang="en-US" sz="2800" b="1" dirty="0">
                    <a:solidFill>
                      <a:srgbClr val="002060"/>
                    </a:solidFill>
                  </a:rPr>
                  <a:t>  </a:t>
                </a:r>
              </a:p>
            </p:txBody>
          </p:sp>
        </mc:Choice>
        <mc:Fallback xmlns="">
          <p:sp>
            <p:nvSpPr>
              <p:cNvPr id="10" name="Rectangle 9">
                <a:extLst>
                  <a:ext uri="{FF2B5EF4-FFF2-40B4-BE49-F238E27FC236}">
                    <a16:creationId xmlns:a16="http://schemas.microsoft.com/office/drawing/2014/main" id="{2BB323D5-0FEF-64FE-A43F-2D2B900C2D88}"/>
                  </a:ext>
                </a:extLst>
              </p:cNvPr>
              <p:cNvSpPr>
                <a:spLocks noRot="1" noChangeAspect="1" noMove="1" noResize="1" noEditPoints="1" noAdjustHandles="1" noChangeArrowheads="1" noChangeShapeType="1" noTextEdit="1"/>
              </p:cNvSpPr>
              <p:nvPr/>
            </p:nvSpPr>
            <p:spPr>
              <a:xfrm>
                <a:off x="123912" y="1661814"/>
                <a:ext cx="797582"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39C3409A-35E8-0B74-9799-BC1158AD2C57}"/>
                  </a:ext>
                </a:extLst>
              </p:cNvPr>
              <p:cNvSpPr/>
              <p:nvPr/>
            </p:nvSpPr>
            <p:spPr>
              <a:xfrm>
                <a:off x="840880" y="1685577"/>
                <a:ext cx="2158065" cy="523220"/>
              </a:xfrm>
              <a:prstGeom prst="rect">
                <a:avLst/>
              </a:prstGeom>
            </p:spPr>
            <p:txBody>
              <a:bodyPr wrap="square">
                <a:spAutoFit/>
              </a:bodyPr>
              <a:lstStyle/>
              <a:p>
                <a:pPr lvl="0"/>
                <a14:m>
                  <m:oMathPara xmlns:m="http://schemas.openxmlformats.org/officeDocument/2006/math">
                    <m:oMathParaPr>
                      <m:jc m:val="centerGroup"/>
                    </m:oMathParaPr>
                    <m:oMath xmlns:m="http://schemas.openxmlformats.org/officeDocument/2006/math">
                      <m:r>
                        <m:rPr>
                          <m:sty m:val="p"/>
                        </m:rPr>
                        <a:rPr lang="en-IN" sz="2800" b="0" i="0" smtClean="0">
                          <a:solidFill>
                            <a:srgbClr val="002060"/>
                          </a:solidFill>
                          <a:latin typeface="Cambria Math" panose="02040503050406030204" pitchFamily="18" charset="0"/>
                        </a:rPr>
                        <m:t>P</m:t>
                      </m:r>
                      <m:r>
                        <a:rPr lang="en-IN" sz="2800" i="1">
                          <a:solidFill>
                            <a:srgbClr val="002060"/>
                          </a:solidFill>
                          <a:latin typeface="Cambria Math" panose="02040503050406030204" pitchFamily="18" charset="0"/>
                          <a:ea typeface="Cambria Math" panose="02040503050406030204" pitchFamily="18" charset="0"/>
                        </a:rPr>
                        <m:t>&lt;</m:t>
                      </m:r>
                      <m:r>
                        <a:rPr lang="en-IN" sz="2800">
                          <a:solidFill>
                            <a:srgbClr val="002060"/>
                          </a:solidFill>
                          <a:latin typeface="Cambria Math" panose="02040503050406030204" pitchFamily="18" charset="0"/>
                        </a:rPr>
                        <m:t>0.1726</m:t>
                      </m:r>
                    </m:oMath>
                  </m:oMathPara>
                </a14:m>
                <a:endParaRPr lang="en-US" sz="2800" dirty="0">
                  <a:solidFill>
                    <a:srgbClr val="002060"/>
                  </a:solidFill>
                </a:endParaRPr>
              </a:p>
            </p:txBody>
          </p:sp>
        </mc:Choice>
        <mc:Fallback xmlns="">
          <p:sp>
            <p:nvSpPr>
              <p:cNvPr id="11" name="Rectangle 10">
                <a:extLst>
                  <a:ext uri="{FF2B5EF4-FFF2-40B4-BE49-F238E27FC236}">
                    <a16:creationId xmlns:a16="http://schemas.microsoft.com/office/drawing/2014/main" id="{39C3409A-35E8-0B74-9799-BC1158AD2C57}"/>
                  </a:ext>
                </a:extLst>
              </p:cNvPr>
              <p:cNvSpPr>
                <a:spLocks noRot="1" noChangeAspect="1" noMove="1" noResize="1" noEditPoints="1" noAdjustHandles="1" noChangeArrowheads="1" noChangeShapeType="1" noTextEdit="1"/>
              </p:cNvSpPr>
              <p:nvPr/>
            </p:nvSpPr>
            <p:spPr>
              <a:xfrm>
                <a:off x="840880" y="1685577"/>
                <a:ext cx="2158065"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BDB0DB4C-B029-EC9C-4CB7-6BE83F92AA95}"/>
                  </a:ext>
                </a:extLst>
              </p:cNvPr>
              <p:cNvSpPr/>
              <p:nvPr/>
            </p:nvSpPr>
            <p:spPr>
              <a:xfrm>
                <a:off x="146771" y="2317172"/>
                <a:ext cx="2287813" cy="523220"/>
              </a:xfrm>
              <a:prstGeom prst="rect">
                <a:avLst/>
              </a:prstGeom>
            </p:spPr>
            <p:txBody>
              <a:bodyPr wrap="square">
                <a:spAutoFit/>
              </a:bodyPr>
              <a:lstStyle/>
              <a:p>
                <a:pPr lvl="0"/>
                <a14:m>
                  <m:oMath xmlns:m="http://schemas.openxmlformats.org/officeDocument/2006/math">
                    <m:r>
                      <a:rPr lang="en-IN" sz="2800" b="1" i="0" smtClean="0">
                        <a:solidFill>
                          <a:srgbClr val="002060"/>
                        </a:solidFill>
                        <a:latin typeface="Cambria Math" panose="02040503050406030204" pitchFamily="18" charset="0"/>
                      </a:rPr>
                      <m:t>𝐋</m:t>
                    </m:r>
                    <m:r>
                      <a:rPr lang="en-IN" sz="2800" b="1" i="0" smtClean="0">
                        <a:solidFill>
                          <a:srgbClr val="002060"/>
                        </a:solidFill>
                        <a:latin typeface="Cambria Math" panose="02040503050406030204" pitchFamily="18" charset="0"/>
                      </a:rPr>
                      <m:t>.</m:t>
                    </m:r>
                    <m:r>
                      <a:rPr lang="en-IN" sz="2800" b="1" i="0" smtClean="0">
                        <a:solidFill>
                          <a:srgbClr val="002060"/>
                        </a:solidFill>
                        <a:latin typeface="Cambria Math" panose="02040503050406030204" pitchFamily="18" charset="0"/>
                      </a:rPr>
                      <m:t>𝐎</m:t>
                    </m:r>
                    <m:r>
                      <a:rPr lang="en-IN" sz="2800" b="1" i="0" smtClean="0">
                        <a:solidFill>
                          <a:srgbClr val="002060"/>
                        </a:solidFill>
                        <a:latin typeface="Cambria Math" panose="02040503050406030204" pitchFamily="18" charset="0"/>
                      </a:rPr>
                      <m:t>.</m:t>
                    </m:r>
                    <m:r>
                      <a:rPr lang="en-IN" sz="2800" b="1" i="0" smtClean="0">
                        <a:solidFill>
                          <a:srgbClr val="002060"/>
                        </a:solidFill>
                        <a:latin typeface="Cambria Math" panose="02040503050406030204" pitchFamily="18" charset="0"/>
                      </a:rPr>
                      <m:t>𝐒</m:t>
                    </m:r>
                    <m:r>
                      <a:rPr lang="en-IN" sz="2800" b="0" i="0" smtClean="0">
                        <a:solidFill>
                          <a:srgbClr val="002060"/>
                        </a:solidFill>
                        <a:latin typeface="Cambria Math" panose="02040503050406030204" pitchFamily="18" charset="0"/>
                      </a:rPr>
                      <m:t> =5%</m:t>
                    </m:r>
                  </m:oMath>
                </a14:m>
                <a:r>
                  <a:rPr lang="en-US" sz="2800" dirty="0">
                    <a:solidFill>
                      <a:srgbClr val="002060"/>
                    </a:solidFill>
                  </a:rPr>
                  <a:t>  </a:t>
                </a:r>
              </a:p>
            </p:txBody>
          </p:sp>
        </mc:Choice>
        <mc:Fallback xmlns="">
          <p:sp>
            <p:nvSpPr>
              <p:cNvPr id="12" name="Rectangle 11">
                <a:extLst>
                  <a:ext uri="{FF2B5EF4-FFF2-40B4-BE49-F238E27FC236}">
                    <a16:creationId xmlns:a16="http://schemas.microsoft.com/office/drawing/2014/main" id="{BDB0DB4C-B029-EC9C-4CB7-6BE83F92AA95}"/>
                  </a:ext>
                </a:extLst>
              </p:cNvPr>
              <p:cNvSpPr>
                <a:spLocks noRot="1" noChangeAspect="1" noMove="1" noResize="1" noEditPoints="1" noAdjustHandles="1" noChangeArrowheads="1" noChangeShapeType="1" noTextEdit="1"/>
              </p:cNvSpPr>
              <p:nvPr/>
            </p:nvSpPr>
            <p:spPr>
              <a:xfrm>
                <a:off x="146771" y="2317172"/>
                <a:ext cx="2287813" cy="523220"/>
              </a:xfrm>
              <a:prstGeom prst="rect">
                <a:avLst/>
              </a:prstGeom>
              <a:blipFill>
                <a:blip r:embed="rId7"/>
                <a:stretch>
                  <a:fillRect/>
                </a:stretch>
              </a:blipFill>
            </p:spPr>
            <p:txBody>
              <a:bodyPr/>
              <a:lstStyle/>
              <a:p>
                <a:r>
                  <a:rPr lang="en-IN">
                    <a:noFill/>
                  </a:rPr>
                  <a:t> </a:t>
                </a:r>
              </a:p>
            </p:txBody>
          </p:sp>
        </mc:Fallback>
      </mc:AlternateContent>
      <p:sp>
        <p:nvSpPr>
          <p:cNvPr id="13" name="Rectangle 12">
            <a:extLst>
              <a:ext uri="{FF2B5EF4-FFF2-40B4-BE49-F238E27FC236}">
                <a16:creationId xmlns:a16="http://schemas.microsoft.com/office/drawing/2014/main" id="{9DFC5AC2-5309-DB4B-8AAF-DAE23E388B46}"/>
              </a:ext>
            </a:extLst>
          </p:cNvPr>
          <p:cNvSpPr/>
          <p:nvPr/>
        </p:nvSpPr>
        <p:spPr>
          <a:xfrm>
            <a:off x="152658" y="2943864"/>
            <a:ext cx="1047491" cy="523220"/>
          </a:xfrm>
          <a:prstGeom prst="rect">
            <a:avLst/>
          </a:prstGeom>
        </p:spPr>
        <p:txBody>
          <a:bodyPr wrap="square">
            <a:spAutoFit/>
          </a:bodyPr>
          <a:lstStyle/>
          <a:p>
            <a:pPr lvl="0"/>
            <a:r>
              <a:rPr lang="en-US" sz="2800" b="1" dirty="0">
                <a:solidFill>
                  <a:srgbClr val="002060"/>
                </a:solidFill>
              </a:rPr>
              <a:t>Test :</a:t>
            </a:r>
            <a:r>
              <a:rPr lang="en-US" sz="2800" u="sng" dirty="0">
                <a:solidFill>
                  <a:srgbClr val="002060"/>
                </a:solidFill>
              </a:rPr>
              <a:t>  </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76C938AA-F7EF-6257-A3F4-8793A65B1916}"/>
                  </a:ext>
                </a:extLst>
              </p:cNvPr>
              <p:cNvSpPr txBox="1"/>
              <p:nvPr/>
            </p:nvSpPr>
            <p:spPr>
              <a:xfrm>
                <a:off x="154486" y="3521973"/>
                <a:ext cx="2435224" cy="143488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b="1" smtClean="0">
                          <a:solidFill>
                            <a:srgbClr val="002060"/>
                          </a:solidFill>
                          <a:latin typeface="Cambria Math" panose="02040503050406030204" pitchFamily="18" charset="0"/>
                        </a:rPr>
                        <m:t>𝐙</m:t>
                      </m:r>
                      <m:r>
                        <a:rPr lang="en-IN" sz="2800" b="0" i="0">
                          <a:solidFill>
                            <a:srgbClr val="002060"/>
                          </a:solidFill>
                          <a:latin typeface="Cambria Math" panose="02040503050406030204" pitchFamily="18" charset="0"/>
                        </a:rPr>
                        <m:t>=</m:t>
                      </m:r>
                      <m:f>
                        <m:fPr>
                          <m:ctrlPr>
                            <a:rPr lang="en-IN" sz="2800" b="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m:t>
                          </m:r>
                          <m:r>
                            <a:rPr lang="en-IN" sz="2800" b="1" i="0">
                              <a:solidFill>
                                <a:srgbClr val="002060"/>
                              </a:solidFill>
                              <a:latin typeface="Cambria Math" panose="02040503050406030204" pitchFamily="18" charset="0"/>
                            </a:rPr>
                            <m:t>𝐩</m:t>
                          </m:r>
                          <m:r>
                            <a:rPr lang="en-IN" sz="2800" b="0" i="0">
                              <a:solidFill>
                                <a:srgbClr val="002060"/>
                              </a:solidFill>
                              <a:latin typeface="Cambria Math" panose="02040503050406030204" pitchFamily="18" charset="0"/>
                            </a:rPr>
                            <m:t>−</m:t>
                          </m:r>
                          <m:r>
                            <a:rPr lang="en-IN" sz="2800" b="1" i="0">
                              <a:solidFill>
                                <a:srgbClr val="002060"/>
                              </a:solidFill>
                              <a:latin typeface="Cambria Math" panose="02040503050406030204" pitchFamily="18" charset="0"/>
                            </a:rPr>
                            <m:t>𝐏</m:t>
                          </m:r>
                          <m:r>
                            <a:rPr lang="en-IN" sz="2800" b="0" i="0">
                              <a:solidFill>
                                <a:srgbClr val="002060"/>
                              </a:solidFill>
                              <a:latin typeface="Cambria Math" panose="02040503050406030204" pitchFamily="18" charset="0"/>
                            </a:rPr>
                            <m:t> </m:t>
                          </m:r>
                        </m:num>
                        <m:den>
                          <m:r>
                            <a:rPr lang="en-IN" sz="2800" b="0" i="0">
                              <a:solidFill>
                                <a:srgbClr val="002060"/>
                              </a:solidFill>
                              <a:latin typeface="Cambria Math" panose="02040503050406030204" pitchFamily="18" charset="0"/>
                            </a:rPr>
                            <m:t>  </m:t>
                          </m:r>
                          <m:rad>
                            <m:radPr>
                              <m:degHide m:val="on"/>
                              <m:ctrlPr>
                                <a:rPr lang="en-IN" sz="2800" b="0" i="1">
                                  <a:solidFill>
                                    <a:srgbClr val="002060"/>
                                  </a:solidFill>
                                  <a:latin typeface="Cambria Math" panose="02040503050406030204" pitchFamily="18" charset="0"/>
                                </a:rPr>
                              </m:ctrlPr>
                            </m:radPr>
                            <m:deg/>
                            <m:e>
                              <m:f>
                                <m:fPr>
                                  <m:ctrlPr>
                                    <a:rPr lang="en-IN" sz="2800" b="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m:t>
                                  </m:r>
                                  <m:r>
                                    <a:rPr lang="en-IN" sz="2800" b="1" i="0">
                                      <a:solidFill>
                                        <a:srgbClr val="002060"/>
                                      </a:solidFill>
                                      <a:latin typeface="Cambria Math" panose="02040503050406030204" pitchFamily="18" charset="0"/>
                                    </a:rPr>
                                    <m:t>𝐏</m:t>
                                  </m:r>
                                  <m:r>
                                    <a:rPr lang="en-IN" sz="2800" b="0" i="0">
                                      <a:solidFill>
                                        <a:srgbClr val="002060"/>
                                      </a:solidFill>
                                      <a:latin typeface="Cambria Math" panose="02040503050406030204" pitchFamily="18" charset="0"/>
                                    </a:rPr>
                                    <m:t> </m:t>
                                  </m:r>
                                  <m:r>
                                    <a:rPr lang="en-IN" sz="2800" b="1" i="0">
                                      <a:solidFill>
                                        <a:srgbClr val="002060"/>
                                      </a:solidFill>
                                      <a:latin typeface="Cambria Math" panose="02040503050406030204" pitchFamily="18" charset="0"/>
                                    </a:rPr>
                                    <m:t>𝐐</m:t>
                                  </m:r>
                                  <m:r>
                                    <a:rPr lang="en-IN" sz="2800" b="0" i="0">
                                      <a:solidFill>
                                        <a:srgbClr val="002060"/>
                                      </a:solidFill>
                                      <a:latin typeface="Cambria Math" panose="02040503050406030204" pitchFamily="18" charset="0"/>
                                    </a:rPr>
                                    <m:t> </m:t>
                                  </m:r>
                                </m:num>
                                <m:den>
                                  <m:r>
                                    <a:rPr lang="en-IN" sz="2800" b="0" i="0">
                                      <a:solidFill>
                                        <a:srgbClr val="002060"/>
                                      </a:solidFill>
                                      <a:latin typeface="Cambria Math" panose="02040503050406030204" pitchFamily="18" charset="0"/>
                                    </a:rPr>
                                    <m:t> </m:t>
                                  </m:r>
                                  <m:r>
                                    <a:rPr lang="en-IN" sz="2800" b="1" i="0">
                                      <a:solidFill>
                                        <a:srgbClr val="002060"/>
                                      </a:solidFill>
                                      <a:latin typeface="Cambria Math" panose="02040503050406030204" pitchFamily="18" charset="0"/>
                                    </a:rPr>
                                    <m:t>𝐧</m:t>
                                  </m:r>
                                  <m:r>
                                    <a:rPr lang="en-IN" sz="2800" b="0" i="0">
                                      <a:solidFill>
                                        <a:srgbClr val="002060"/>
                                      </a:solidFill>
                                      <a:latin typeface="Cambria Math" panose="02040503050406030204" pitchFamily="18" charset="0"/>
                                    </a:rPr>
                                    <m:t> </m:t>
                                  </m:r>
                                </m:den>
                              </m:f>
                              <m:r>
                                <a:rPr lang="en-IN" sz="2800" b="0" i="0">
                                  <a:solidFill>
                                    <a:srgbClr val="002060"/>
                                  </a:solidFill>
                                  <a:latin typeface="Cambria Math" panose="02040503050406030204" pitchFamily="18" charset="0"/>
                                </a:rPr>
                                <m:t> </m:t>
                              </m:r>
                            </m:e>
                          </m:rad>
                          <m:r>
                            <a:rPr lang="en-IN" sz="2800" b="0" i="0">
                              <a:solidFill>
                                <a:srgbClr val="002060"/>
                              </a:solidFill>
                              <a:latin typeface="Cambria Math" panose="02040503050406030204" pitchFamily="18" charset="0"/>
                            </a:rPr>
                            <m:t>  </m:t>
                          </m:r>
                        </m:den>
                      </m:f>
                    </m:oMath>
                  </m:oMathPara>
                </a14:m>
                <a:endParaRPr lang="en-IN" sz="2800" dirty="0">
                  <a:solidFill>
                    <a:srgbClr val="002060"/>
                  </a:solidFill>
                </a:endParaRPr>
              </a:p>
            </p:txBody>
          </p:sp>
        </mc:Choice>
        <mc:Fallback xmlns="">
          <p:sp>
            <p:nvSpPr>
              <p:cNvPr id="16" name="TextBox 15">
                <a:extLst>
                  <a:ext uri="{FF2B5EF4-FFF2-40B4-BE49-F238E27FC236}">
                    <a16:creationId xmlns:a16="http://schemas.microsoft.com/office/drawing/2014/main" id="{76C938AA-F7EF-6257-A3F4-8793A65B1916}"/>
                  </a:ext>
                </a:extLst>
              </p:cNvPr>
              <p:cNvSpPr txBox="1">
                <a:spLocks noRot="1" noChangeAspect="1" noMove="1" noResize="1" noEditPoints="1" noAdjustHandles="1" noChangeArrowheads="1" noChangeShapeType="1" noTextEdit="1"/>
              </p:cNvSpPr>
              <p:nvPr/>
            </p:nvSpPr>
            <p:spPr>
              <a:xfrm>
                <a:off x="154486" y="3521973"/>
                <a:ext cx="2435224" cy="143488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AAB8DC2D-17F8-8C3E-C0B7-E77AB0D6EDA5}"/>
                  </a:ext>
                </a:extLst>
              </p:cNvPr>
              <p:cNvSpPr txBox="1"/>
              <p:nvPr/>
            </p:nvSpPr>
            <p:spPr>
              <a:xfrm>
                <a:off x="419229" y="5115940"/>
                <a:ext cx="3503120" cy="143488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b="0" i="0" smtClean="0">
                          <a:solidFill>
                            <a:srgbClr val="002060"/>
                          </a:solidFill>
                          <a:latin typeface="Cambria Math" panose="02040503050406030204" pitchFamily="18" charset="0"/>
                        </a:rPr>
                        <m:t>=</m:t>
                      </m:r>
                      <m:f>
                        <m:fPr>
                          <m:ctrlPr>
                            <a:rPr lang="en-IN" sz="2800" b="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0.0984</m:t>
                          </m:r>
                          <m:r>
                            <a:rPr lang="en-IN" sz="2800" b="0" i="0">
                              <a:solidFill>
                                <a:srgbClr val="002060"/>
                              </a:solidFill>
                              <a:latin typeface="Cambria Math" panose="02040503050406030204" pitchFamily="18" charset="0"/>
                            </a:rPr>
                            <m:t>−</m:t>
                          </m:r>
                          <m:r>
                            <a:rPr lang="en-IN" sz="2800" i="1">
                              <a:solidFill>
                                <a:srgbClr val="002060"/>
                              </a:solidFill>
                              <a:latin typeface="Cambria Math" panose="02040503050406030204" pitchFamily="18" charset="0"/>
                            </a:rPr>
                            <m:t>0.1726</m:t>
                          </m:r>
                        </m:num>
                        <m:den>
                          <m:r>
                            <a:rPr lang="en-IN" sz="2800" b="0" i="0">
                              <a:solidFill>
                                <a:srgbClr val="002060"/>
                              </a:solidFill>
                              <a:latin typeface="Cambria Math" panose="02040503050406030204" pitchFamily="18" charset="0"/>
                            </a:rPr>
                            <m:t>  </m:t>
                          </m:r>
                          <m:rad>
                            <m:radPr>
                              <m:degHide m:val="on"/>
                              <m:ctrlPr>
                                <a:rPr lang="en-IN" sz="2800" b="0" i="1">
                                  <a:solidFill>
                                    <a:srgbClr val="002060"/>
                                  </a:solidFill>
                                  <a:latin typeface="Cambria Math" panose="02040503050406030204" pitchFamily="18" charset="0"/>
                                </a:rPr>
                              </m:ctrlPr>
                            </m:radPr>
                            <m:deg/>
                            <m:e>
                              <m:f>
                                <m:fPr>
                                  <m:ctrlPr>
                                    <a:rPr lang="en-IN" sz="2800" b="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m:t>
                                  </m:r>
                                  <m:d>
                                    <m:dPr>
                                      <m:ctrlPr>
                                        <a:rPr lang="en-IN" sz="2800" b="0" i="1" smtClean="0">
                                          <a:solidFill>
                                            <a:srgbClr val="002060"/>
                                          </a:solidFill>
                                          <a:latin typeface="Cambria Math" panose="02040503050406030204" pitchFamily="18" charset="0"/>
                                        </a:rPr>
                                      </m:ctrlPr>
                                    </m:dPr>
                                    <m:e>
                                      <m:r>
                                        <a:rPr lang="en-IN" sz="2800" b="0" i="1" smtClean="0">
                                          <a:solidFill>
                                            <a:srgbClr val="002060"/>
                                          </a:solidFill>
                                          <a:latin typeface="Cambria Math" panose="02040503050406030204" pitchFamily="18" charset="0"/>
                                        </a:rPr>
                                        <m:t>0.1726</m:t>
                                      </m:r>
                                    </m:e>
                                  </m:d>
                                  <m:d>
                                    <m:dPr>
                                      <m:ctrlPr>
                                        <a:rPr lang="en-IN" sz="2800" i="1">
                                          <a:solidFill>
                                            <a:srgbClr val="002060"/>
                                          </a:solidFill>
                                          <a:latin typeface="Cambria Math" panose="02040503050406030204" pitchFamily="18" charset="0"/>
                                        </a:rPr>
                                      </m:ctrlPr>
                                    </m:dPr>
                                    <m:e>
                                      <m:r>
                                        <a:rPr lang="en-IN" sz="2800" i="1">
                                          <a:solidFill>
                                            <a:srgbClr val="002060"/>
                                          </a:solidFill>
                                          <a:latin typeface="Cambria Math" panose="02040503050406030204" pitchFamily="18" charset="0"/>
                                        </a:rPr>
                                        <m:t>0.</m:t>
                                      </m:r>
                                      <m:r>
                                        <a:rPr lang="en-IN" sz="2800">
                                          <a:solidFill>
                                            <a:srgbClr val="002060"/>
                                          </a:solidFill>
                                          <a:latin typeface="Cambria Math" panose="02040503050406030204" pitchFamily="18" charset="0"/>
                                        </a:rPr>
                                        <m:t>8274</m:t>
                                      </m:r>
                                    </m:e>
                                  </m:d>
                                </m:num>
                                <m:den>
                                  <m:r>
                                    <a:rPr lang="en-IN" sz="2800" b="0" i="0">
                                      <a:solidFill>
                                        <a:srgbClr val="002060"/>
                                      </a:solidFill>
                                      <a:latin typeface="Cambria Math" panose="02040503050406030204" pitchFamily="18" charset="0"/>
                                    </a:rPr>
                                    <m:t> </m:t>
                                  </m:r>
                                  <m:r>
                                    <a:rPr lang="en-IN" sz="2800" b="0" i="0" smtClean="0">
                                      <a:solidFill>
                                        <a:srgbClr val="002060"/>
                                      </a:solidFill>
                                      <a:latin typeface="Cambria Math" panose="02040503050406030204" pitchFamily="18" charset="0"/>
                                    </a:rPr>
                                    <m:t>640</m:t>
                                  </m:r>
                                  <m:r>
                                    <a:rPr lang="en-IN" sz="2800" b="0" i="0">
                                      <a:solidFill>
                                        <a:srgbClr val="002060"/>
                                      </a:solidFill>
                                      <a:latin typeface="Cambria Math" panose="02040503050406030204" pitchFamily="18" charset="0"/>
                                    </a:rPr>
                                    <m:t> </m:t>
                                  </m:r>
                                </m:den>
                              </m:f>
                              <m:r>
                                <a:rPr lang="en-IN" sz="2800" b="0" i="0">
                                  <a:solidFill>
                                    <a:srgbClr val="002060"/>
                                  </a:solidFill>
                                  <a:latin typeface="Cambria Math" panose="02040503050406030204" pitchFamily="18" charset="0"/>
                                </a:rPr>
                                <m:t> </m:t>
                              </m:r>
                            </m:e>
                          </m:rad>
                          <m:r>
                            <a:rPr lang="en-IN" sz="2800" b="0" i="0">
                              <a:solidFill>
                                <a:srgbClr val="002060"/>
                              </a:solidFill>
                              <a:latin typeface="Cambria Math" panose="02040503050406030204" pitchFamily="18" charset="0"/>
                            </a:rPr>
                            <m:t>  </m:t>
                          </m:r>
                        </m:den>
                      </m:f>
                    </m:oMath>
                  </m:oMathPara>
                </a14:m>
                <a:endParaRPr lang="en-IN" sz="2800" dirty="0">
                  <a:solidFill>
                    <a:srgbClr val="002060"/>
                  </a:solidFill>
                </a:endParaRPr>
              </a:p>
            </p:txBody>
          </p:sp>
        </mc:Choice>
        <mc:Fallback xmlns="">
          <p:sp>
            <p:nvSpPr>
              <p:cNvPr id="17" name="TextBox 16">
                <a:extLst>
                  <a:ext uri="{FF2B5EF4-FFF2-40B4-BE49-F238E27FC236}">
                    <a16:creationId xmlns:a16="http://schemas.microsoft.com/office/drawing/2014/main" id="{AAB8DC2D-17F8-8C3E-C0B7-E77AB0D6EDA5}"/>
                  </a:ext>
                </a:extLst>
              </p:cNvPr>
              <p:cNvSpPr txBox="1">
                <a:spLocks noRot="1" noChangeAspect="1" noMove="1" noResize="1" noEditPoints="1" noAdjustHandles="1" noChangeArrowheads="1" noChangeShapeType="1" noTextEdit="1"/>
              </p:cNvSpPr>
              <p:nvPr/>
            </p:nvSpPr>
            <p:spPr>
              <a:xfrm>
                <a:off x="419229" y="5115940"/>
                <a:ext cx="3503120" cy="1434880"/>
              </a:xfrm>
              <a:prstGeom prst="rect">
                <a:avLst/>
              </a:prstGeom>
              <a:blipFill>
                <a:blip r:embed="rId9"/>
                <a:stretch>
                  <a:fillRect r="-1132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94ECBCEC-7A3E-C66E-FB8C-4B574D569EC0}"/>
                  </a:ext>
                </a:extLst>
              </p:cNvPr>
              <p:cNvSpPr/>
              <p:nvPr/>
            </p:nvSpPr>
            <p:spPr>
              <a:xfrm>
                <a:off x="4299008" y="5333020"/>
                <a:ext cx="1816039" cy="523220"/>
              </a:xfrm>
              <a:prstGeom prst="rect">
                <a:avLst/>
              </a:prstGeom>
            </p:spPr>
            <p:txBody>
              <a:bodyPr wrap="square">
                <a:spAutoFit/>
              </a:bodyPr>
              <a:lstStyle/>
              <a:p>
                <a:pPr lvl="0"/>
                <a14:m>
                  <m:oMath xmlns:m="http://schemas.openxmlformats.org/officeDocument/2006/math">
                    <m:r>
                      <a:rPr lang="en-IN" sz="2800" b="0" i="0" smtClean="0">
                        <a:solidFill>
                          <a:srgbClr val="002060"/>
                        </a:solidFill>
                        <a:latin typeface="Cambria Math" panose="02040503050406030204" pitchFamily="18" charset="0"/>
                      </a:rPr>
                      <m:t>=−4.97</m:t>
                    </m:r>
                  </m:oMath>
                </a14:m>
                <a:r>
                  <a:rPr lang="en-US" sz="2800" dirty="0">
                    <a:solidFill>
                      <a:srgbClr val="002060"/>
                    </a:solidFill>
                  </a:rPr>
                  <a:t>  </a:t>
                </a:r>
              </a:p>
            </p:txBody>
          </p:sp>
        </mc:Choice>
        <mc:Fallback xmlns="">
          <p:sp>
            <p:nvSpPr>
              <p:cNvPr id="18" name="Rectangle 17">
                <a:extLst>
                  <a:ext uri="{FF2B5EF4-FFF2-40B4-BE49-F238E27FC236}">
                    <a16:creationId xmlns:a16="http://schemas.microsoft.com/office/drawing/2014/main" id="{94ECBCEC-7A3E-C66E-FB8C-4B574D569EC0}"/>
                  </a:ext>
                </a:extLst>
              </p:cNvPr>
              <p:cNvSpPr>
                <a:spLocks noRot="1" noChangeAspect="1" noMove="1" noResize="1" noEditPoints="1" noAdjustHandles="1" noChangeArrowheads="1" noChangeShapeType="1" noTextEdit="1"/>
              </p:cNvSpPr>
              <p:nvPr/>
            </p:nvSpPr>
            <p:spPr>
              <a:xfrm>
                <a:off x="4299008" y="5333020"/>
                <a:ext cx="1816039" cy="523220"/>
              </a:xfrm>
              <a:prstGeom prst="rect">
                <a:avLst/>
              </a:prstGeom>
              <a:blipFill>
                <a:blip r:embed="rId10"/>
                <a:stretch>
                  <a:fillRect/>
                </a:stretch>
              </a:blipFill>
            </p:spPr>
            <p:txBody>
              <a:bodyPr/>
              <a:lstStyle/>
              <a:p>
                <a:r>
                  <a:rPr lang="en-IN">
                    <a:noFill/>
                  </a:rPr>
                  <a:t> </a:t>
                </a:r>
              </a:p>
            </p:txBody>
          </p:sp>
        </mc:Fallback>
      </mc:AlternateContent>
      <p:sp>
        <p:nvSpPr>
          <p:cNvPr id="19" name="Rectangle 18">
            <a:extLst>
              <a:ext uri="{FF2B5EF4-FFF2-40B4-BE49-F238E27FC236}">
                <a16:creationId xmlns:a16="http://schemas.microsoft.com/office/drawing/2014/main" id="{8A691141-5253-8FE4-38AA-8A998DD56683}"/>
              </a:ext>
            </a:extLst>
          </p:cNvPr>
          <p:cNvSpPr/>
          <p:nvPr/>
        </p:nvSpPr>
        <p:spPr>
          <a:xfrm>
            <a:off x="6138265" y="1000857"/>
            <a:ext cx="2532181" cy="523220"/>
          </a:xfrm>
          <a:prstGeom prst="rect">
            <a:avLst/>
          </a:prstGeom>
        </p:spPr>
        <p:txBody>
          <a:bodyPr wrap="square">
            <a:spAutoFit/>
          </a:bodyPr>
          <a:lstStyle/>
          <a:p>
            <a:pPr lvl="0"/>
            <a:r>
              <a:rPr lang="en-US" sz="2800" b="1" dirty="0">
                <a:solidFill>
                  <a:srgbClr val="002060"/>
                </a:solidFill>
              </a:rPr>
              <a:t>Critical Region :  </a:t>
            </a: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39FCA8F0-32DB-2E64-961B-6CA96F13D5F7}"/>
                  </a:ext>
                </a:extLst>
              </p:cNvPr>
              <p:cNvSpPr txBox="1"/>
              <p:nvPr/>
            </p:nvSpPr>
            <p:spPr>
              <a:xfrm>
                <a:off x="8297844" y="1002226"/>
                <a:ext cx="2697479"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IN" sz="2800" i="1" smtClean="0">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US" sz="2800">
                                  <a:solidFill>
                                    <a:srgbClr val="002060"/>
                                  </a:solidFill>
                                  <a:latin typeface="Cambria Math" panose="02040503050406030204" pitchFamily="18" charset="0"/>
                                </a:rPr>
                                <m:t>Z</m:t>
                              </m:r>
                            </m:e>
                            <m:sub>
                              <m:r>
                                <a:rPr lang="en-US" sz="2800">
                                  <a:solidFill>
                                    <a:srgbClr val="002060"/>
                                  </a:solidFill>
                                  <a:latin typeface="Cambria Math" panose="02040503050406030204" pitchFamily="18" charset="0"/>
                                </a:rPr>
                                <m:t>0.0</m:t>
                              </m:r>
                              <m:r>
                                <a:rPr lang="en-IN" sz="2800" b="0" i="0" smtClean="0">
                                  <a:solidFill>
                                    <a:srgbClr val="002060"/>
                                  </a:solidFill>
                                  <a:latin typeface="Cambria Math" panose="02040503050406030204" pitchFamily="18" charset="0"/>
                                </a:rPr>
                                <m:t>1</m:t>
                              </m:r>
                            </m:sub>
                          </m:sSub>
                          <m:r>
                            <a:rPr lang="en-US" sz="2800" i="1">
                              <a:solidFill>
                                <a:srgbClr val="002060"/>
                              </a:solidFill>
                              <a:latin typeface="Cambria Math" panose="02040503050406030204" pitchFamily="18" charset="0"/>
                            </a:rPr>
                            <m:t> </m:t>
                          </m:r>
                        </m:e>
                      </m:d>
                      <m:r>
                        <a:rPr lang="en-US" sz="2800">
                          <a:solidFill>
                            <a:srgbClr val="002060"/>
                          </a:solidFill>
                          <a:latin typeface="Cambria Math" panose="02040503050406030204" pitchFamily="18" charset="0"/>
                        </a:rPr>
                        <m:t>=</m:t>
                      </m:r>
                      <m:r>
                        <a:rPr lang="en-IN" sz="2800" i="1" smtClean="0">
                          <a:solidFill>
                            <a:srgbClr val="002060"/>
                          </a:solidFill>
                          <a:latin typeface="Cambria Math" panose="02040503050406030204" pitchFamily="18" charset="0"/>
                        </a:rPr>
                        <m:t>2</m:t>
                      </m:r>
                      <m:r>
                        <a:rPr lang="en-IN" sz="2800" b="0" i="1" smtClean="0">
                          <a:solidFill>
                            <a:srgbClr val="002060"/>
                          </a:solidFill>
                          <a:latin typeface="Cambria Math" panose="02040503050406030204" pitchFamily="18" charset="0"/>
                        </a:rPr>
                        <m:t>.33</m:t>
                      </m:r>
                    </m:oMath>
                  </m:oMathPara>
                </a14:m>
                <a:endParaRPr lang="en-IN" sz="2800" dirty="0">
                  <a:solidFill>
                    <a:srgbClr val="002060"/>
                  </a:solidFill>
                </a:endParaRPr>
              </a:p>
            </p:txBody>
          </p:sp>
        </mc:Choice>
        <mc:Fallback xmlns="">
          <p:sp>
            <p:nvSpPr>
              <p:cNvPr id="21" name="TextBox 20">
                <a:extLst>
                  <a:ext uri="{FF2B5EF4-FFF2-40B4-BE49-F238E27FC236}">
                    <a16:creationId xmlns:a16="http://schemas.microsoft.com/office/drawing/2014/main" id="{39FCA8F0-32DB-2E64-961B-6CA96F13D5F7}"/>
                  </a:ext>
                </a:extLst>
              </p:cNvPr>
              <p:cNvSpPr txBox="1">
                <a:spLocks noRot="1" noChangeAspect="1" noMove="1" noResize="1" noEditPoints="1" noAdjustHandles="1" noChangeArrowheads="1" noChangeShapeType="1" noTextEdit="1"/>
              </p:cNvSpPr>
              <p:nvPr/>
            </p:nvSpPr>
            <p:spPr>
              <a:xfrm>
                <a:off x="8297844" y="1002226"/>
                <a:ext cx="2697479" cy="523220"/>
              </a:xfrm>
              <a:prstGeom prst="rect">
                <a:avLst/>
              </a:prstGeom>
              <a:blipFill>
                <a:blip r:embed="rId11"/>
                <a:stretch>
                  <a:fillRect/>
                </a:stretch>
              </a:blipFill>
            </p:spPr>
            <p:txBody>
              <a:bodyPr/>
              <a:lstStyle/>
              <a:p>
                <a:r>
                  <a:rPr lang="en-IN">
                    <a:noFill/>
                  </a:rPr>
                  <a:t> </a:t>
                </a:r>
              </a:p>
            </p:txBody>
          </p:sp>
        </mc:Fallback>
      </mc:AlternateContent>
      <p:sp>
        <p:nvSpPr>
          <p:cNvPr id="23" name="Rectangle 22">
            <a:extLst>
              <a:ext uri="{FF2B5EF4-FFF2-40B4-BE49-F238E27FC236}">
                <a16:creationId xmlns:a16="http://schemas.microsoft.com/office/drawing/2014/main" id="{2E1B5CE8-DED2-CC12-F54F-0C988B0B8B99}"/>
              </a:ext>
            </a:extLst>
          </p:cNvPr>
          <p:cNvSpPr/>
          <p:nvPr/>
        </p:nvSpPr>
        <p:spPr>
          <a:xfrm>
            <a:off x="6107431" y="1685577"/>
            <a:ext cx="1973580" cy="523220"/>
          </a:xfrm>
          <a:prstGeom prst="rect">
            <a:avLst/>
          </a:prstGeom>
        </p:spPr>
        <p:txBody>
          <a:bodyPr wrap="square">
            <a:spAutoFit/>
          </a:bodyPr>
          <a:lstStyle/>
          <a:p>
            <a:pPr lvl="0"/>
            <a:r>
              <a:rPr lang="en-US" sz="2800" b="1" dirty="0">
                <a:solidFill>
                  <a:srgbClr val="002060"/>
                </a:solidFill>
              </a:rPr>
              <a:t>Conclusion :</a:t>
            </a:r>
            <a:r>
              <a:rPr lang="en-US" sz="2800" u="sng" dirty="0">
                <a:solidFill>
                  <a:srgbClr val="002060"/>
                </a:solidFill>
              </a:rPr>
              <a:t>  </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45C616E7-527A-455D-7F23-140427E62243}"/>
                  </a:ext>
                </a:extLst>
              </p:cNvPr>
              <p:cNvSpPr txBox="1"/>
              <p:nvPr/>
            </p:nvSpPr>
            <p:spPr>
              <a:xfrm>
                <a:off x="5966123" y="2299679"/>
                <a:ext cx="2127799"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IN" sz="2800" i="1" smtClean="0">
                              <a:solidFill>
                                <a:srgbClr val="002060"/>
                              </a:solidFill>
                              <a:latin typeface="Cambria Math" panose="02040503050406030204" pitchFamily="18" charset="0"/>
                            </a:rPr>
                          </m:ctrlPr>
                        </m:dPr>
                        <m:e>
                          <m:r>
                            <a:rPr lang="en-IN" sz="2800" b="0" i="0" smtClean="0">
                              <a:solidFill>
                                <a:srgbClr val="002060"/>
                              </a:solidFill>
                              <a:latin typeface="Cambria Math" panose="02040503050406030204" pitchFamily="18" charset="0"/>
                            </a:rPr>
                            <m:t> </m:t>
                          </m:r>
                          <m:r>
                            <m:rPr>
                              <m:sty m:val="p"/>
                            </m:rPr>
                            <a:rPr lang="en-IN" sz="2800" b="0" i="0" smtClean="0">
                              <a:solidFill>
                                <a:srgbClr val="002060"/>
                              </a:solidFill>
                              <a:latin typeface="Cambria Math" panose="02040503050406030204" pitchFamily="18" charset="0"/>
                            </a:rPr>
                            <m:t>Z</m:t>
                          </m:r>
                          <m:r>
                            <a:rPr lang="en-US" sz="2800" i="1">
                              <a:solidFill>
                                <a:srgbClr val="002060"/>
                              </a:solidFill>
                              <a:latin typeface="Cambria Math" panose="02040503050406030204" pitchFamily="18" charset="0"/>
                            </a:rPr>
                            <m:t> </m:t>
                          </m:r>
                        </m:e>
                      </m:d>
                      <m:r>
                        <a:rPr lang="en-US" sz="2800">
                          <a:solidFill>
                            <a:srgbClr val="002060"/>
                          </a:solidFill>
                          <a:latin typeface="Cambria Math" panose="02040503050406030204" pitchFamily="18" charset="0"/>
                        </a:rPr>
                        <m:t>=</m:t>
                      </m:r>
                      <m:r>
                        <a:rPr lang="en-IN" sz="2800">
                          <a:solidFill>
                            <a:srgbClr val="002060"/>
                          </a:solidFill>
                          <a:latin typeface="Cambria Math" panose="02040503050406030204" pitchFamily="18" charset="0"/>
                        </a:rPr>
                        <m:t>4.97</m:t>
                      </m:r>
                    </m:oMath>
                  </m:oMathPara>
                </a14:m>
                <a:endParaRPr lang="en-IN" sz="2800" dirty="0">
                  <a:solidFill>
                    <a:srgbClr val="002060"/>
                  </a:solidFill>
                </a:endParaRPr>
              </a:p>
            </p:txBody>
          </p:sp>
        </mc:Choice>
        <mc:Fallback xmlns="">
          <p:sp>
            <p:nvSpPr>
              <p:cNvPr id="24" name="TextBox 23">
                <a:extLst>
                  <a:ext uri="{FF2B5EF4-FFF2-40B4-BE49-F238E27FC236}">
                    <a16:creationId xmlns:a16="http://schemas.microsoft.com/office/drawing/2014/main" id="{45C616E7-527A-455D-7F23-140427E62243}"/>
                  </a:ext>
                </a:extLst>
              </p:cNvPr>
              <p:cNvSpPr txBox="1">
                <a:spLocks noRot="1" noChangeAspect="1" noMove="1" noResize="1" noEditPoints="1" noAdjustHandles="1" noChangeArrowheads="1" noChangeShapeType="1" noTextEdit="1"/>
              </p:cNvSpPr>
              <p:nvPr/>
            </p:nvSpPr>
            <p:spPr>
              <a:xfrm>
                <a:off x="5966123" y="2299679"/>
                <a:ext cx="2127799"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0D260ECB-3315-937B-1D45-BCDEB78ED246}"/>
                  </a:ext>
                </a:extLst>
              </p:cNvPr>
              <p:cNvSpPr txBox="1"/>
              <p:nvPr/>
            </p:nvSpPr>
            <p:spPr>
              <a:xfrm>
                <a:off x="7957641" y="2265389"/>
                <a:ext cx="541694" cy="95410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i="1">
                          <a:solidFill>
                            <a:srgbClr val="002060"/>
                          </a:solidFill>
                          <a:latin typeface="Cambria Math" panose="02040503050406030204" pitchFamily="18" charset="0"/>
                          <a:ea typeface="Cambria Math" panose="02040503050406030204" pitchFamily="18" charset="0"/>
                        </a:rPr>
                        <m:t>&gt;</m:t>
                      </m:r>
                    </m:oMath>
                  </m:oMathPara>
                </a14:m>
                <a:endParaRPr lang="en-IN" sz="2800" dirty="0">
                  <a:solidFill>
                    <a:srgbClr val="002060"/>
                  </a:solidFill>
                </a:endParaRPr>
              </a:p>
              <a:p>
                <a:endParaRPr lang="en-IN" sz="2800" dirty="0">
                  <a:solidFill>
                    <a:srgbClr val="002060"/>
                  </a:solidFill>
                </a:endParaRPr>
              </a:p>
            </p:txBody>
          </p:sp>
        </mc:Choice>
        <mc:Fallback xmlns="">
          <p:sp>
            <p:nvSpPr>
              <p:cNvPr id="26" name="TextBox 25">
                <a:extLst>
                  <a:ext uri="{FF2B5EF4-FFF2-40B4-BE49-F238E27FC236}">
                    <a16:creationId xmlns:a16="http://schemas.microsoft.com/office/drawing/2014/main" id="{0D260ECB-3315-937B-1D45-BCDEB78ED246}"/>
                  </a:ext>
                </a:extLst>
              </p:cNvPr>
              <p:cNvSpPr txBox="1">
                <a:spLocks noRot="1" noChangeAspect="1" noMove="1" noResize="1" noEditPoints="1" noAdjustHandles="1" noChangeArrowheads="1" noChangeShapeType="1" noTextEdit="1"/>
              </p:cNvSpPr>
              <p:nvPr/>
            </p:nvSpPr>
            <p:spPr>
              <a:xfrm>
                <a:off x="7957641" y="2265389"/>
                <a:ext cx="541694" cy="954107"/>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Rectangle 26">
                <a:extLst>
                  <a:ext uri="{FF2B5EF4-FFF2-40B4-BE49-F238E27FC236}">
                    <a16:creationId xmlns:a16="http://schemas.microsoft.com/office/drawing/2014/main" id="{CBCF4FBE-5E0F-3DBE-E1B6-E35CFC26C955}"/>
                  </a:ext>
                </a:extLst>
              </p:cNvPr>
              <p:cNvSpPr/>
              <p:nvPr/>
            </p:nvSpPr>
            <p:spPr>
              <a:xfrm>
                <a:off x="6104535" y="3031680"/>
                <a:ext cx="2532181" cy="523220"/>
              </a:xfrm>
              <a:prstGeom prst="rect">
                <a:avLst/>
              </a:prstGeom>
            </p:spPr>
            <p:txBody>
              <a:bodyPr wrap="square">
                <a:spAutoFit/>
              </a:bodyPr>
              <a:lstStyle/>
              <a:p>
                <a:pPr lvl="0"/>
                <a14:m>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sSub>
                      <m:sSubPr>
                        <m:ctrlPr>
                          <a:rPr lang="en-US"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H</m:t>
                        </m:r>
                      </m:e>
                      <m:sub>
                        <m:r>
                          <a:rPr lang="en-IN" sz="2800">
                            <a:solidFill>
                              <a:srgbClr val="002060"/>
                            </a:solidFill>
                            <a:latin typeface="Cambria Math" panose="02040503050406030204" pitchFamily="18" charset="0"/>
                          </a:rPr>
                          <m:t>0</m:t>
                        </m:r>
                      </m:sub>
                    </m:sSub>
                  </m:oMath>
                </a14:m>
                <a:r>
                  <a:rPr lang="en-US" sz="2800" dirty="0">
                    <a:solidFill>
                      <a:srgbClr val="002060"/>
                    </a:solidFill>
                  </a:rPr>
                  <a:t> Reject</a:t>
                </a:r>
                <a:r>
                  <a:rPr lang="en-US" sz="2800" u="sng" dirty="0">
                    <a:solidFill>
                      <a:srgbClr val="002060"/>
                    </a:solidFill>
                  </a:rPr>
                  <a:t>  </a:t>
                </a:r>
              </a:p>
            </p:txBody>
          </p:sp>
        </mc:Choice>
        <mc:Fallback xmlns="">
          <p:sp>
            <p:nvSpPr>
              <p:cNvPr id="27" name="Rectangle 26">
                <a:extLst>
                  <a:ext uri="{FF2B5EF4-FFF2-40B4-BE49-F238E27FC236}">
                    <a16:creationId xmlns:a16="http://schemas.microsoft.com/office/drawing/2014/main" id="{CBCF4FBE-5E0F-3DBE-E1B6-E35CFC26C955}"/>
                  </a:ext>
                </a:extLst>
              </p:cNvPr>
              <p:cNvSpPr>
                <a:spLocks noRot="1" noChangeAspect="1" noMove="1" noResize="1" noEditPoints="1" noAdjustHandles="1" noChangeArrowheads="1" noChangeShapeType="1" noTextEdit="1"/>
              </p:cNvSpPr>
              <p:nvPr/>
            </p:nvSpPr>
            <p:spPr>
              <a:xfrm>
                <a:off x="6104535" y="3031680"/>
                <a:ext cx="2532181" cy="523220"/>
              </a:xfrm>
              <a:prstGeom prst="rect">
                <a:avLst/>
              </a:prstGeom>
              <a:blipFill>
                <a:blip r:embed="rId14"/>
                <a:stretch>
                  <a:fillRect t="-11628" b="-3139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F1C637C2-CC62-A1FD-11AB-6517EF5D6EA0}"/>
                  </a:ext>
                </a:extLst>
              </p:cNvPr>
              <p:cNvSpPr/>
              <p:nvPr/>
            </p:nvSpPr>
            <p:spPr>
              <a:xfrm>
                <a:off x="6131421" y="3656930"/>
                <a:ext cx="5761602" cy="523220"/>
              </a:xfrm>
              <a:prstGeom prst="rect">
                <a:avLst/>
              </a:prstGeom>
            </p:spPr>
            <p:txBody>
              <a:bodyPr wrap="square">
                <a:spAutoFit/>
              </a:bodyPr>
              <a:lstStyle/>
              <a:p>
                <a:pPr lvl="0"/>
                <a:r>
                  <a:rPr lang="en-US" sz="2800" dirty="0">
                    <a:solidFill>
                      <a:srgbClr val="002060"/>
                    </a:solidFill>
                  </a:rPr>
                  <a:t>i.e., The hospital is efficient at </a:t>
                </a:r>
                <a14:m>
                  <m:oMath xmlns:m="http://schemas.openxmlformats.org/officeDocument/2006/math">
                    <m:r>
                      <a:rPr lang="en-IN" sz="2800" b="0" i="1" smtClean="0">
                        <a:solidFill>
                          <a:srgbClr val="002060"/>
                        </a:solidFill>
                        <a:latin typeface="Cambria Math" panose="02040503050406030204" pitchFamily="18" charset="0"/>
                      </a:rPr>
                      <m:t>1%</m:t>
                    </m:r>
                  </m:oMath>
                </a14:m>
                <a:r>
                  <a:rPr lang="en-US" sz="2800" dirty="0">
                    <a:solidFill>
                      <a:srgbClr val="002060"/>
                    </a:solidFill>
                  </a:rPr>
                  <a:t> LOS. </a:t>
                </a:r>
                <a:endParaRPr lang="en-US" sz="2800" u="sng" dirty="0">
                  <a:solidFill>
                    <a:srgbClr val="002060"/>
                  </a:solidFill>
                </a:endParaRPr>
              </a:p>
            </p:txBody>
          </p:sp>
        </mc:Choice>
        <mc:Fallback xmlns="">
          <p:sp>
            <p:nvSpPr>
              <p:cNvPr id="28" name="Rectangle 27">
                <a:extLst>
                  <a:ext uri="{FF2B5EF4-FFF2-40B4-BE49-F238E27FC236}">
                    <a16:creationId xmlns:a16="http://schemas.microsoft.com/office/drawing/2014/main" id="{F1C637C2-CC62-A1FD-11AB-6517EF5D6EA0}"/>
                  </a:ext>
                </a:extLst>
              </p:cNvPr>
              <p:cNvSpPr>
                <a:spLocks noRot="1" noChangeAspect="1" noMove="1" noResize="1" noEditPoints="1" noAdjustHandles="1" noChangeArrowheads="1" noChangeShapeType="1" noTextEdit="1"/>
              </p:cNvSpPr>
              <p:nvPr/>
            </p:nvSpPr>
            <p:spPr>
              <a:xfrm>
                <a:off x="6131421" y="3656930"/>
                <a:ext cx="5761602" cy="523220"/>
              </a:xfrm>
              <a:prstGeom prst="rect">
                <a:avLst/>
              </a:prstGeom>
              <a:blipFill>
                <a:blip r:embed="rId15"/>
                <a:stretch>
                  <a:fillRect l="-2222" t="-12791" r="-3386" b="-3139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8B727B6-9BC4-B11C-34DB-6F3815BFCAAF}"/>
                  </a:ext>
                </a:extLst>
              </p:cNvPr>
              <p:cNvSpPr txBox="1"/>
              <p:nvPr/>
            </p:nvSpPr>
            <p:spPr>
              <a:xfrm>
                <a:off x="8372578" y="2264020"/>
                <a:ext cx="541695"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i="1" smtClean="0">
                          <a:solidFill>
                            <a:srgbClr val="002060"/>
                          </a:solidFill>
                          <a:latin typeface="Cambria Math" panose="02040503050406030204" pitchFamily="18" charset="0"/>
                        </a:rPr>
                        <m:t>3</m:t>
                      </m:r>
                    </m:oMath>
                  </m:oMathPara>
                </a14:m>
                <a:endParaRPr lang="en-IN" sz="2800" dirty="0">
                  <a:solidFill>
                    <a:srgbClr val="002060"/>
                  </a:solidFill>
                </a:endParaRPr>
              </a:p>
            </p:txBody>
          </p:sp>
        </mc:Choice>
        <mc:Fallback xmlns="">
          <p:sp>
            <p:nvSpPr>
              <p:cNvPr id="5" name="TextBox 4">
                <a:extLst>
                  <a:ext uri="{FF2B5EF4-FFF2-40B4-BE49-F238E27FC236}">
                    <a16:creationId xmlns:a16="http://schemas.microsoft.com/office/drawing/2014/main" id="{C8B727B6-9BC4-B11C-34DB-6F3815BFCAAF}"/>
                  </a:ext>
                </a:extLst>
              </p:cNvPr>
              <p:cNvSpPr txBox="1">
                <a:spLocks noRot="1" noChangeAspect="1" noMove="1" noResize="1" noEditPoints="1" noAdjustHandles="1" noChangeArrowheads="1" noChangeShapeType="1" noTextEdit="1"/>
              </p:cNvSpPr>
              <p:nvPr/>
            </p:nvSpPr>
            <p:spPr>
              <a:xfrm>
                <a:off x="8372578" y="2264020"/>
                <a:ext cx="541695" cy="523220"/>
              </a:xfrm>
              <a:prstGeom prst="rect">
                <a:avLst/>
              </a:prstGeom>
              <a:blipFill>
                <a:blip r:embed="rId16"/>
                <a:stretch>
                  <a:fillRect/>
                </a:stretch>
              </a:blipFill>
            </p:spPr>
            <p:txBody>
              <a:bodyPr/>
              <a:lstStyle/>
              <a:p>
                <a:r>
                  <a:rPr lang="en-IN">
                    <a:noFill/>
                  </a:rPr>
                  <a:t> </a:t>
                </a:r>
              </a:p>
            </p:txBody>
          </p:sp>
        </mc:Fallback>
      </mc:AlternateContent>
      <p:sp>
        <p:nvSpPr>
          <p:cNvPr id="6" name="Rectangle 5">
            <a:extLst>
              <a:ext uri="{FF2B5EF4-FFF2-40B4-BE49-F238E27FC236}">
                <a16:creationId xmlns:a16="http://schemas.microsoft.com/office/drawing/2014/main" id="{3E335544-5E46-6015-FCA4-CA4A846D460C}"/>
              </a:ext>
            </a:extLst>
          </p:cNvPr>
          <p:cNvSpPr/>
          <p:nvPr/>
        </p:nvSpPr>
        <p:spPr>
          <a:xfrm>
            <a:off x="3299670" y="1674147"/>
            <a:ext cx="2482254" cy="523220"/>
          </a:xfrm>
          <a:prstGeom prst="rect">
            <a:avLst/>
          </a:prstGeom>
        </p:spPr>
        <p:txBody>
          <a:bodyPr wrap="square">
            <a:spAutoFit/>
          </a:bodyPr>
          <a:lstStyle/>
          <a:p>
            <a:pPr lvl="0"/>
            <a:r>
              <a:rPr lang="en-US" sz="2800" dirty="0">
                <a:solidFill>
                  <a:srgbClr val="002060"/>
                </a:solidFill>
              </a:rPr>
              <a:t>(left tailed test)</a:t>
            </a:r>
            <a:r>
              <a:rPr lang="en-US" sz="2800" u="sng" dirty="0">
                <a:solidFill>
                  <a:srgbClr val="002060"/>
                </a:solidFill>
              </a:rPr>
              <a:t>  </a:t>
            </a:r>
          </a:p>
        </p:txBody>
      </p:sp>
      <p:sp>
        <p:nvSpPr>
          <p:cNvPr id="4" name="Rectangle 3">
            <a:extLst>
              <a:ext uri="{FF2B5EF4-FFF2-40B4-BE49-F238E27FC236}">
                <a16:creationId xmlns:a16="http://schemas.microsoft.com/office/drawing/2014/main" id="{8428F0C6-C3CA-75A6-F6C4-A38EB13BC530}"/>
              </a:ext>
            </a:extLst>
          </p:cNvPr>
          <p:cNvSpPr/>
          <p:nvPr/>
        </p:nvSpPr>
        <p:spPr>
          <a:xfrm>
            <a:off x="6138265" y="4218347"/>
            <a:ext cx="6053733" cy="1313180"/>
          </a:xfrm>
          <a:prstGeom prst="rect">
            <a:avLst/>
          </a:prstGeom>
        </p:spPr>
        <p:txBody>
          <a:bodyPr wrap="square">
            <a:spAutoFit/>
          </a:bodyPr>
          <a:lstStyle/>
          <a:p>
            <a:pPr lvl="0">
              <a:lnSpc>
                <a:spcPct val="150000"/>
              </a:lnSpc>
            </a:pPr>
            <a:r>
              <a:rPr lang="en-US" sz="2800" dirty="0">
                <a:solidFill>
                  <a:srgbClr val="002060"/>
                </a:solidFill>
              </a:rPr>
              <a:t>i.e., the hospital can be considered    </a:t>
            </a:r>
          </a:p>
          <a:p>
            <a:pPr lvl="0">
              <a:lnSpc>
                <a:spcPct val="150000"/>
              </a:lnSpc>
            </a:pPr>
            <a:r>
              <a:rPr lang="en-US" sz="2800" b="1" dirty="0">
                <a:solidFill>
                  <a:srgbClr val="002060"/>
                </a:solidFill>
              </a:rPr>
              <a:t>       efficient in treating typhoid patients</a:t>
            </a:r>
            <a:r>
              <a:rPr lang="en-US" sz="2800" dirty="0">
                <a:solidFill>
                  <a:srgbClr val="002060"/>
                </a:solidFill>
              </a:rPr>
              <a:t>.</a:t>
            </a:r>
            <a:endParaRPr lang="en-US" sz="2800" u="sng" dirty="0">
              <a:solidFill>
                <a:srgbClr val="002060"/>
              </a:solidFill>
            </a:endParaRPr>
          </a:p>
        </p:txBody>
      </p:sp>
    </p:spTree>
    <p:extLst>
      <p:ext uri="{BB962C8B-B14F-4D97-AF65-F5344CB8AC3E}">
        <p14:creationId xmlns:p14="http://schemas.microsoft.com/office/powerpoint/2010/main" val="2828296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1"/>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3"/>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16"/>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8"/>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17"/>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18"/>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19"/>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21"/>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23"/>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24"/>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26"/>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5"/>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0" nodeType="clickEffect">
                                  <p:stCondLst>
                                    <p:cond delay="0"/>
                                  </p:stCondLst>
                                  <p:childTnLst>
                                    <p:set>
                                      <p:cBhvr>
                                        <p:cTn id="77" dur="1" fill="hold">
                                          <p:stCondLst>
                                            <p:cond delay="0"/>
                                          </p:stCondLst>
                                        </p:cTn>
                                        <p:tgtEl>
                                          <p:spTgt spid="27"/>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0" nodeType="clickEffect">
                                  <p:stCondLst>
                                    <p:cond delay="0"/>
                                  </p:stCondLst>
                                  <p:childTnLst>
                                    <p:set>
                                      <p:cBhvr>
                                        <p:cTn id="81" dur="1" fill="hold">
                                          <p:stCondLst>
                                            <p:cond delay="0"/>
                                          </p:stCondLst>
                                        </p:cTn>
                                        <p:tgtEl>
                                          <p:spTgt spid="28"/>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grpId="0" nodeType="clickEffect">
                                  <p:stCondLst>
                                    <p:cond delay="0"/>
                                  </p:stCondLst>
                                  <p:childTnLst>
                                    <p:set>
                                      <p:cBhvr>
                                        <p:cTn id="85"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8" grpId="0"/>
      <p:bldP spid="9" grpId="0"/>
      <p:bldP spid="10" grpId="0"/>
      <p:bldP spid="11" grpId="0"/>
      <p:bldP spid="12" grpId="0"/>
      <p:bldP spid="13" grpId="0"/>
      <p:bldP spid="16" grpId="0"/>
      <p:bldP spid="17" grpId="0"/>
      <p:bldP spid="18" grpId="0"/>
      <p:bldP spid="19" grpId="0"/>
      <p:bldP spid="21" grpId="0"/>
      <p:bldP spid="23" grpId="0"/>
      <p:bldP spid="24" grpId="0"/>
      <p:bldP spid="26" grpId="0"/>
      <p:bldP spid="27" grpId="0"/>
      <p:bldP spid="28" grpId="0"/>
      <p:bldP spid="5" grpId="0"/>
      <p:bldP spid="6" grpId="0"/>
      <p:bldP spid="4" grpId="0"/>
    </p:bldLst>
  </p:timing>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E18A6-C568-89A0-0105-2EA1C86F13B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a:extLst>
                  <a:ext uri="{FF2B5EF4-FFF2-40B4-BE49-F238E27FC236}">
                    <a16:creationId xmlns:a16="http://schemas.microsoft.com/office/drawing/2014/main" id="{FFDC946F-C2B9-1991-8758-3E7B859716E8}"/>
                  </a:ext>
                </a:extLst>
              </p:cNvPr>
              <p:cNvSpPr txBox="1">
                <a:spLocks/>
              </p:cNvSpPr>
              <p:nvPr/>
            </p:nvSpPr>
            <p:spPr>
              <a:xfrm>
                <a:off x="131177" y="869081"/>
                <a:ext cx="11929643" cy="2220919"/>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In a sample of </a:t>
                </a:r>
                <a14:m>
                  <m:oMath xmlns:m="http://schemas.openxmlformats.org/officeDocument/2006/math">
                    <m:r>
                      <a:rPr lang="en-US">
                        <a:latin typeface="Cambria Math" panose="02040503050406030204" pitchFamily="18" charset="0"/>
                      </a:rPr>
                      <m:t>400</m:t>
                    </m:r>
                  </m:oMath>
                </a14:m>
                <a:r>
                  <a:rPr lang="en-US" dirty="0"/>
                  <a:t> parts manufactured by a factory; the number of defective parts found to be</a:t>
                </a:r>
                <a14:m>
                  <m:oMath xmlns:m="http://schemas.openxmlformats.org/officeDocument/2006/math">
                    <m:r>
                      <a:rPr lang="en-US">
                        <a:latin typeface="Cambria Math" panose="02040503050406030204" pitchFamily="18" charset="0"/>
                      </a:rPr>
                      <m:t> 30</m:t>
                    </m:r>
                  </m:oMath>
                </a14:m>
                <a:r>
                  <a:rPr lang="en-US" dirty="0"/>
                  <a:t>. The company, however, claims that </a:t>
                </a:r>
                <a:r>
                  <a:rPr lang="en-US" b="1" dirty="0"/>
                  <a:t>at most </a:t>
                </a:r>
                <a14:m>
                  <m:oMath xmlns:m="http://schemas.openxmlformats.org/officeDocument/2006/math">
                    <m:r>
                      <a:rPr lang="en-US">
                        <a:latin typeface="Cambria Math" panose="02040503050406030204" pitchFamily="18" charset="0"/>
                      </a:rPr>
                      <m:t>5%</m:t>
                    </m:r>
                  </m:oMath>
                </a14:m>
                <a:r>
                  <a:rPr lang="en-US" dirty="0"/>
                  <a:t> of their product is defective. </a:t>
                </a:r>
                <a:r>
                  <a:rPr lang="en-US" b="1" dirty="0"/>
                  <a:t>Is the claim tenable</a:t>
                </a:r>
                <a:r>
                  <a:rPr lang="en-US" dirty="0"/>
                  <a:t>? </a:t>
                </a:r>
                <a14:m>
                  <m:oMath xmlns:m="http://schemas.openxmlformats.org/officeDocument/2006/math">
                    <m:d>
                      <m:dPr>
                        <m:ctrlPr>
                          <a:rPr lang="en-IN" i="1">
                            <a:latin typeface="Cambria Math" panose="02040503050406030204" pitchFamily="18" charset="0"/>
                          </a:rPr>
                        </m:ctrlPr>
                      </m:dPr>
                      <m:e>
                        <m:r>
                          <a:rPr lang="en-US" i="1">
                            <a:latin typeface="Cambria Math" panose="02040503050406030204" pitchFamily="18" charset="0"/>
                          </a:rPr>
                          <m:t> </m:t>
                        </m:r>
                        <m:sSub>
                          <m:sSubPr>
                            <m:ctrlPr>
                              <a:rPr lang="en-IN" i="1">
                                <a:latin typeface="Cambria Math" panose="02040503050406030204" pitchFamily="18" charset="0"/>
                              </a:rPr>
                            </m:ctrlPr>
                          </m:sSubPr>
                          <m:e>
                            <m:r>
                              <m:rPr>
                                <m:sty m:val="p"/>
                              </m:rPr>
                              <a:rPr lang="en-US">
                                <a:latin typeface="Cambria Math" panose="02040503050406030204" pitchFamily="18" charset="0"/>
                              </a:rPr>
                              <m:t>Z</m:t>
                            </m:r>
                          </m:e>
                          <m:sub>
                            <m:r>
                              <a:rPr lang="en-US">
                                <a:latin typeface="Cambria Math" panose="02040503050406030204" pitchFamily="18" charset="0"/>
                              </a:rPr>
                              <m:t>0.05</m:t>
                            </m:r>
                          </m:sub>
                        </m:sSub>
                        <m:r>
                          <a:rPr lang="en-US">
                            <a:latin typeface="Cambria Math" panose="02040503050406030204" pitchFamily="18" charset="0"/>
                          </a:rPr>
                          <m:t>=1.645 </m:t>
                        </m:r>
                      </m:e>
                    </m:d>
                  </m:oMath>
                </a14:m>
                <a:endParaRPr lang="en-IN" dirty="0"/>
              </a:p>
            </p:txBody>
          </p:sp>
        </mc:Choice>
        <mc:Fallback xmlns="">
          <p:sp>
            <p:nvSpPr>
              <p:cNvPr id="19" name="Content Placeholder 2">
                <a:extLst>
                  <a:ext uri="{FF2B5EF4-FFF2-40B4-BE49-F238E27FC236}">
                    <a16:creationId xmlns:a16="http://schemas.microsoft.com/office/drawing/2014/main" id="{FFDC946F-C2B9-1991-8758-3E7B859716E8}"/>
                  </a:ext>
                </a:extLst>
              </p:cNvPr>
              <p:cNvSpPr txBox="1">
                <a:spLocks noRot="1" noChangeAspect="1" noMove="1" noResize="1" noEditPoints="1" noAdjustHandles="1" noChangeArrowheads="1" noChangeShapeType="1" noTextEdit="1"/>
              </p:cNvSpPr>
              <p:nvPr/>
            </p:nvSpPr>
            <p:spPr>
              <a:xfrm>
                <a:off x="131177" y="869081"/>
                <a:ext cx="11929643" cy="2220919"/>
              </a:xfrm>
              <a:prstGeom prst="rect">
                <a:avLst/>
              </a:prstGeom>
              <a:blipFill>
                <a:blip r:embed="rId2"/>
                <a:stretch>
                  <a:fillRect l="-1074" r="-1074" b="-1648"/>
                </a:stretch>
              </a:blipFill>
              <a:ln>
                <a:noFill/>
              </a:ln>
            </p:spPr>
            <p:txBody>
              <a:bodyPr/>
              <a:lstStyle/>
              <a:p>
                <a:r>
                  <a:rPr lang="en-IN">
                    <a:noFill/>
                  </a:rPr>
                  <a:t> </a:t>
                </a:r>
              </a:p>
            </p:txBody>
          </p:sp>
        </mc:Fallback>
      </mc:AlternateContent>
      <p:sp>
        <p:nvSpPr>
          <p:cNvPr id="2" name="Title 1">
            <a:extLst>
              <a:ext uri="{FF2B5EF4-FFF2-40B4-BE49-F238E27FC236}">
                <a16:creationId xmlns:a16="http://schemas.microsoft.com/office/drawing/2014/main" id="{36CD1978-1EF5-84DA-0B42-AD27C9EB0AFB}"/>
              </a:ext>
            </a:extLst>
          </p:cNvPr>
          <p:cNvSpPr>
            <a:spLocks noGrp="1"/>
          </p:cNvSpPr>
          <p:nvPr>
            <p:ph type="title"/>
          </p:nvPr>
        </p:nvSpPr>
        <p:spPr/>
        <p:txBody>
          <a:bodyPr/>
          <a:lstStyle/>
          <a:p>
            <a:r>
              <a:rPr lang="en-GB" dirty="0"/>
              <a:t>Method 5 ⇝ Example 6</a:t>
            </a:r>
            <a:endParaRPr lang="en-US" dirty="0"/>
          </a:p>
        </p:txBody>
      </p:sp>
      <p:sp>
        <p:nvSpPr>
          <p:cNvPr id="50" name="Rectangle 49">
            <a:extLst>
              <a:ext uri="{FF2B5EF4-FFF2-40B4-BE49-F238E27FC236}">
                <a16:creationId xmlns:a16="http://schemas.microsoft.com/office/drawing/2014/main" id="{7B440498-75AB-F880-4162-992E886D2DC6}"/>
              </a:ext>
            </a:extLst>
          </p:cNvPr>
          <p:cNvSpPr/>
          <p:nvPr/>
        </p:nvSpPr>
        <p:spPr>
          <a:xfrm>
            <a:off x="131177" y="3402985"/>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7AF843D9-EC07-7309-684C-AD13F9A9EBDD}"/>
                  </a:ext>
                </a:extLst>
              </p:cNvPr>
              <p:cNvSpPr/>
              <p:nvPr/>
            </p:nvSpPr>
            <p:spPr>
              <a:xfrm>
                <a:off x="1614167" y="3402985"/>
                <a:ext cx="1530355"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IN" sz="2800" b="0" i="0" smtClean="0">
                          <a:solidFill>
                            <a:srgbClr val="002060"/>
                          </a:solidFill>
                          <a:latin typeface="Cambria Math" panose="02040503050406030204" pitchFamily="18" charset="0"/>
                        </a:rPr>
                        <m:t>n</m:t>
                      </m:r>
                      <m:r>
                        <a:rPr lang="en-IN" sz="2800" b="0" i="0" smtClean="0">
                          <a:solidFill>
                            <a:srgbClr val="002060"/>
                          </a:solidFill>
                          <a:latin typeface="Cambria Math" panose="02040503050406030204" pitchFamily="18" charset="0"/>
                        </a:rPr>
                        <m:t>=400</m:t>
                      </m:r>
                    </m:oMath>
                  </m:oMathPara>
                </a14:m>
                <a:endParaRPr lang="en-US" sz="2800" dirty="0">
                  <a:solidFill>
                    <a:srgbClr val="002060"/>
                  </a:solidFill>
                </a:endParaRPr>
              </a:p>
            </p:txBody>
          </p:sp>
        </mc:Choice>
        <mc:Fallback xmlns="">
          <p:sp>
            <p:nvSpPr>
              <p:cNvPr id="13" name="Rectangle 12">
                <a:extLst>
                  <a:ext uri="{FF2B5EF4-FFF2-40B4-BE49-F238E27FC236}">
                    <a16:creationId xmlns:a16="http://schemas.microsoft.com/office/drawing/2014/main" id="{7AF843D9-EC07-7309-684C-AD13F9A9EBDD}"/>
                  </a:ext>
                </a:extLst>
              </p:cNvPr>
              <p:cNvSpPr>
                <a:spLocks noRot="1" noChangeAspect="1" noMove="1" noResize="1" noEditPoints="1" noAdjustHandles="1" noChangeArrowheads="1" noChangeShapeType="1" noTextEdit="1"/>
              </p:cNvSpPr>
              <p:nvPr/>
            </p:nvSpPr>
            <p:spPr>
              <a:xfrm>
                <a:off x="1614167" y="3402985"/>
                <a:ext cx="1530355"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A690F7EF-E61D-A1FC-58AA-F92C5D1D644E}"/>
                  </a:ext>
                </a:extLst>
              </p:cNvPr>
              <p:cNvSpPr/>
              <p:nvPr/>
            </p:nvSpPr>
            <p:spPr>
              <a:xfrm>
                <a:off x="1625597" y="4059088"/>
                <a:ext cx="3439147" cy="523220"/>
              </a:xfrm>
              <a:prstGeom prst="rect">
                <a:avLst/>
              </a:prstGeom>
            </p:spPr>
            <p:txBody>
              <a:bodyPr wrap="none">
                <a:spAutoFit/>
              </a:bodyPr>
              <a:lstStyle/>
              <a:p>
                <a14:m>
                  <m:oMath xmlns:m="http://schemas.openxmlformats.org/officeDocument/2006/math">
                    <m:r>
                      <m:rPr>
                        <m:sty m:val="p"/>
                      </m:rPr>
                      <a:rPr lang="en-IN" sz="2800" b="0" i="0" smtClean="0">
                        <a:solidFill>
                          <a:srgbClr val="002060"/>
                        </a:solidFill>
                        <a:latin typeface="Cambria Math" panose="02040503050406030204" pitchFamily="18" charset="0"/>
                      </a:rPr>
                      <m:t>p</m:t>
                    </m:r>
                    <m:r>
                      <a:rPr lang="en-IN" sz="2800" b="0" i="0" smtClean="0">
                        <a:solidFill>
                          <a:srgbClr val="002060"/>
                        </a:solidFill>
                        <a:latin typeface="Cambria Math" panose="02040503050406030204" pitchFamily="18" charset="0"/>
                      </a:rPr>
                      <m:t>= </m:t>
                    </m:r>
                  </m:oMath>
                </a14:m>
                <a:r>
                  <a:rPr lang="en-US" sz="2800" dirty="0">
                    <a:solidFill>
                      <a:srgbClr val="002060"/>
                    </a:solidFill>
                  </a:rPr>
                  <a:t>Sample proportion</a:t>
                </a:r>
              </a:p>
            </p:txBody>
          </p:sp>
        </mc:Choice>
        <mc:Fallback xmlns="">
          <p:sp>
            <p:nvSpPr>
              <p:cNvPr id="15" name="Rectangle 14">
                <a:extLst>
                  <a:ext uri="{FF2B5EF4-FFF2-40B4-BE49-F238E27FC236}">
                    <a16:creationId xmlns:a16="http://schemas.microsoft.com/office/drawing/2014/main" id="{A690F7EF-E61D-A1FC-58AA-F92C5D1D644E}"/>
                  </a:ext>
                </a:extLst>
              </p:cNvPr>
              <p:cNvSpPr>
                <a:spLocks noRot="1" noChangeAspect="1" noMove="1" noResize="1" noEditPoints="1" noAdjustHandles="1" noChangeArrowheads="1" noChangeShapeType="1" noTextEdit="1"/>
              </p:cNvSpPr>
              <p:nvPr/>
            </p:nvSpPr>
            <p:spPr>
              <a:xfrm>
                <a:off x="1625597" y="4059088"/>
                <a:ext cx="3439147" cy="523220"/>
              </a:xfrm>
              <a:prstGeom prst="rect">
                <a:avLst/>
              </a:prstGeom>
              <a:blipFill>
                <a:blip r:embed="rId4"/>
                <a:stretch>
                  <a:fillRect t="-12791" r="-2660" b="-3139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B329EDDB-E28D-0D1D-F2ED-5363136EAF85}"/>
                  </a:ext>
                </a:extLst>
              </p:cNvPr>
              <p:cNvSpPr/>
              <p:nvPr/>
            </p:nvSpPr>
            <p:spPr>
              <a:xfrm>
                <a:off x="4889279" y="3848010"/>
                <a:ext cx="1230209" cy="90178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3</m:t>
                          </m:r>
                          <m:r>
                            <a:rPr lang="en-US" sz="2800" b="0" i="1" smtClean="0">
                              <a:solidFill>
                                <a:srgbClr val="002060"/>
                              </a:solidFill>
                              <a:latin typeface="Cambria Math" panose="02040503050406030204" pitchFamily="18" charset="0"/>
                            </a:rPr>
                            <m:t>0</m:t>
                          </m:r>
                        </m:num>
                        <m:den>
                          <m:r>
                            <a:rPr lang="en-IN" sz="2800" b="0" i="1" smtClean="0">
                              <a:solidFill>
                                <a:srgbClr val="002060"/>
                              </a:solidFill>
                              <a:latin typeface="Cambria Math" panose="02040503050406030204" pitchFamily="18" charset="0"/>
                            </a:rPr>
                            <m:t>4</m:t>
                          </m:r>
                          <m:r>
                            <a:rPr lang="en-US" sz="2800" b="0" i="1" smtClean="0">
                              <a:solidFill>
                                <a:srgbClr val="002060"/>
                              </a:solidFill>
                              <a:latin typeface="Cambria Math" panose="02040503050406030204" pitchFamily="18" charset="0"/>
                            </a:rPr>
                            <m:t>0</m:t>
                          </m:r>
                          <m:r>
                            <a:rPr lang="en-IN" sz="2800" b="0" i="1" smtClean="0">
                              <a:solidFill>
                                <a:srgbClr val="002060"/>
                              </a:solidFill>
                              <a:latin typeface="Cambria Math" panose="02040503050406030204" pitchFamily="18" charset="0"/>
                            </a:rPr>
                            <m:t>0</m:t>
                          </m:r>
                        </m:den>
                      </m:f>
                    </m:oMath>
                  </m:oMathPara>
                </a14:m>
                <a:endParaRPr lang="en-US" sz="2800" dirty="0">
                  <a:solidFill>
                    <a:srgbClr val="002060"/>
                  </a:solidFill>
                </a:endParaRPr>
              </a:p>
            </p:txBody>
          </p:sp>
        </mc:Choice>
        <mc:Fallback xmlns="">
          <p:sp>
            <p:nvSpPr>
              <p:cNvPr id="4" name="Rectangle 3">
                <a:extLst>
                  <a:ext uri="{FF2B5EF4-FFF2-40B4-BE49-F238E27FC236}">
                    <a16:creationId xmlns:a16="http://schemas.microsoft.com/office/drawing/2014/main" id="{B329EDDB-E28D-0D1D-F2ED-5363136EAF85}"/>
                  </a:ext>
                </a:extLst>
              </p:cNvPr>
              <p:cNvSpPr>
                <a:spLocks noRot="1" noChangeAspect="1" noMove="1" noResize="1" noEditPoints="1" noAdjustHandles="1" noChangeArrowheads="1" noChangeShapeType="1" noTextEdit="1"/>
              </p:cNvSpPr>
              <p:nvPr/>
            </p:nvSpPr>
            <p:spPr>
              <a:xfrm>
                <a:off x="4889279" y="3848010"/>
                <a:ext cx="1230209" cy="901785"/>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8A6C8DB3-809A-6184-AD55-FCF6D54464CF}"/>
                  </a:ext>
                </a:extLst>
              </p:cNvPr>
              <p:cNvSpPr/>
              <p:nvPr/>
            </p:nvSpPr>
            <p:spPr>
              <a:xfrm>
                <a:off x="5994403" y="4077671"/>
                <a:ext cx="1502719"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800" b="0" i="0" smtClean="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0.075</m:t>
                      </m:r>
                    </m:oMath>
                  </m:oMathPara>
                </a14:m>
                <a:endParaRPr lang="en-US" sz="2800" dirty="0">
                  <a:solidFill>
                    <a:srgbClr val="002060"/>
                  </a:solidFill>
                </a:endParaRPr>
              </a:p>
            </p:txBody>
          </p:sp>
        </mc:Choice>
        <mc:Fallback xmlns="">
          <p:sp>
            <p:nvSpPr>
              <p:cNvPr id="5" name="Rectangle 4">
                <a:extLst>
                  <a:ext uri="{FF2B5EF4-FFF2-40B4-BE49-F238E27FC236}">
                    <a16:creationId xmlns:a16="http://schemas.microsoft.com/office/drawing/2014/main" id="{8A6C8DB3-809A-6184-AD55-FCF6D54464CF}"/>
                  </a:ext>
                </a:extLst>
              </p:cNvPr>
              <p:cNvSpPr>
                <a:spLocks noRot="1" noChangeAspect="1" noMove="1" noResize="1" noEditPoints="1" noAdjustHandles="1" noChangeArrowheads="1" noChangeShapeType="1" noTextEdit="1"/>
              </p:cNvSpPr>
              <p:nvPr/>
            </p:nvSpPr>
            <p:spPr>
              <a:xfrm>
                <a:off x="5994403" y="4077671"/>
                <a:ext cx="1502719"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46FCFB2A-A6C1-338A-18DB-519162058A15}"/>
                  </a:ext>
                </a:extLst>
              </p:cNvPr>
              <p:cNvSpPr/>
              <p:nvPr/>
            </p:nvSpPr>
            <p:spPr>
              <a:xfrm>
                <a:off x="1591307" y="4726937"/>
                <a:ext cx="1607299"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2800" b="0" i="0" smtClean="0">
                          <a:solidFill>
                            <a:srgbClr val="002060"/>
                          </a:solidFill>
                          <a:latin typeface="Cambria Math" panose="02040503050406030204" pitchFamily="18" charset="0"/>
                        </a:rPr>
                        <m:t>P</m:t>
                      </m:r>
                      <m:r>
                        <a:rPr lang="en-IN" sz="2800" b="0" i="0" smtClean="0">
                          <a:solidFill>
                            <a:srgbClr val="002060"/>
                          </a:solidFill>
                          <a:latin typeface="Cambria Math" panose="02040503050406030204" pitchFamily="18" charset="0"/>
                        </a:rPr>
                        <m:t>=</m:t>
                      </m:r>
                      <m:r>
                        <a:rPr lang="en-US" sz="2800" b="0" i="0" smtClean="0">
                          <a:solidFill>
                            <a:srgbClr val="002060"/>
                          </a:solidFill>
                          <a:latin typeface="Cambria Math" panose="02040503050406030204" pitchFamily="18" charset="0"/>
                        </a:rPr>
                        <m:t>0.</m:t>
                      </m:r>
                      <m:r>
                        <a:rPr lang="en-IN" sz="2800" b="0" i="0" smtClean="0">
                          <a:solidFill>
                            <a:srgbClr val="002060"/>
                          </a:solidFill>
                          <a:latin typeface="Cambria Math" panose="02040503050406030204" pitchFamily="18" charset="0"/>
                        </a:rPr>
                        <m:t>05</m:t>
                      </m:r>
                    </m:oMath>
                  </m:oMathPara>
                </a14:m>
                <a:endParaRPr lang="en-US" sz="2800" dirty="0">
                  <a:solidFill>
                    <a:srgbClr val="002060"/>
                  </a:solidFill>
                </a:endParaRPr>
              </a:p>
            </p:txBody>
          </p:sp>
        </mc:Choice>
        <mc:Fallback xmlns="">
          <p:sp>
            <p:nvSpPr>
              <p:cNvPr id="3" name="Rectangle 2">
                <a:extLst>
                  <a:ext uri="{FF2B5EF4-FFF2-40B4-BE49-F238E27FC236}">
                    <a16:creationId xmlns:a16="http://schemas.microsoft.com/office/drawing/2014/main" id="{46FCFB2A-A6C1-338A-18DB-519162058A15}"/>
                  </a:ext>
                </a:extLst>
              </p:cNvPr>
              <p:cNvSpPr>
                <a:spLocks noRot="1" noChangeAspect="1" noMove="1" noResize="1" noEditPoints="1" noAdjustHandles="1" noChangeArrowheads="1" noChangeShapeType="1" noTextEdit="1"/>
              </p:cNvSpPr>
              <p:nvPr/>
            </p:nvSpPr>
            <p:spPr>
              <a:xfrm>
                <a:off x="1591307" y="4726937"/>
                <a:ext cx="1607299"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8A919AB8-D684-F88B-2DF3-FFADED58B63F}"/>
                  </a:ext>
                </a:extLst>
              </p:cNvPr>
              <p:cNvSpPr/>
              <p:nvPr/>
            </p:nvSpPr>
            <p:spPr>
              <a:xfrm>
                <a:off x="1583687" y="5256527"/>
                <a:ext cx="2934586"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IN" sz="2800" b="0" i="0" smtClean="0">
                          <a:solidFill>
                            <a:srgbClr val="002060"/>
                          </a:solidFill>
                          <a:latin typeface="Cambria Math" panose="02040503050406030204" pitchFamily="18" charset="0"/>
                        </a:rPr>
                        <m:t>Q</m:t>
                      </m:r>
                      <m:r>
                        <a:rPr lang="en-IN" sz="2800" b="0" i="0" smtClean="0">
                          <a:solidFill>
                            <a:srgbClr val="002060"/>
                          </a:solidFill>
                          <a:latin typeface="Cambria Math" panose="02040503050406030204" pitchFamily="18" charset="0"/>
                        </a:rPr>
                        <m:t>=1−</m:t>
                      </m:r>
                      <m:r>
                        <m:rPr>
                          <m:sty m:val="p"/>
                        </m:rPr>
                        <a:rPr lang="en-IN" sz="2800" b="0" i="0" smtClean="0">
                          <a:solidFill>
                            <a:srgbClr val="002060"/>
                          </a:solidFill>
                          <a:latin typeface="Cambria Math" panose="02040503050406030204" pitchFamily="18" charset="0"/>
                        </a:rPr>
                        <m:t>P</m:t>
                      </m:r>
                      <m:r>
                        <a:rPr lang="en-IN" sz="2800" b="0" i="0" smtClean="0">
                          <a:solidFill>
                            <a:srgbClr val="002060"/>
                          </a:solidFill>
                          <a:latin typeface="Cambria Math" panose="02040503050406030204" pitchFamily="18" charset="0"/>
                        </a:rPr>
                        <m:t>=0.95</m:t>
                      </m:r>
                    </m:oMath>
                  </m:oMathPara>
                </a14:m>
                <a:endParaRPr lang="en-US" sz="2800" dirty="0">
                  <a:solidFill>
                    <a:srgbClr val="002060"/>
                  </a:solidFill>
                </a:endParaRPr>
              </a:p>
            </p:txBody>
          </p:sp>
        </mc:Choice>
        <mc:Fallback xmlns="">
          <p:sp>
            <p:nvSpPr>
              <p:cNvPr id="9" name="Rectangle 8">
                <a:extLst>
                  <a:ext uri="{FF2B5EF4-FFF2-40B4-BE49-F238E27FC236}">
                    <a16:creationId xmlns:a16="http://schemas.microsoft.com/office/drawing/2014/main" id="{8A919AB8-D684-F88B-2DF3-FFADED58B63F}"/>
                  </a:ext>
                </a:extLst>
              </p:cNvPr>
              <p:cNvSpPr>
                <a:spLocks noRot="1" noChangeAspect="1" noMove="1" noResize="1" noEditPoints="1" noAdjustHandles="1" noChangeArrowheads="1" noChangeShapeType="1" noTextEdit="1"/>
              </p:cNvSpPr>
              <p:nvPr/>
            </p:nvSpPr>
            <p:spPr>
              <a:xfrm>
                <a:off x="1583687" y="5256527"/>
                <a:ext cx="2934586" cy="523220"/>
              </a:xfrm>
              <a:prstGeom prst="rect">
                <a:avLst/>
              </a:prstGeom>
              <a:blipFill>
                <a:blip r:embed="rId8"/>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134185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50" grpId="0" animBg="1"/>
    </p:bldLst>
  </p:timing>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F342D3-93AB-8E45-0852-432CD34F56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EBC8E1-D502-61E5-143B-6F957DFA9907}"/>
              </a:ext>
            </a:extLst>
          </p:cNvPr>
          <p:cNvSpPr>
            <a:spLocks noGrp="1"/>
          </p:cNvSpPr>
          <p:nvPr>
            <p:ph type="title"/>
          </p:nvPr>
        </p:nvSpPr>
        <p:spPr/>
        <p:txBody>
          <a:bodyPr/>
          <a:lstStyle/>
          <a:p>
            <a:r>
              <a:rPr lang="en-GB" dirty="0"/>
              <a:t>Method 5 ⇝ Example 6(</a:t>
            </a:r>
            <a:r>
              <a:rPr lang="en-GB" dirty="0">
                <a:solidFill>
                  <a:srgbClr val="FF0000"/>
                </a:solidFill>
              </a:rPr>
              <a:t>Continue</a:t>
            </a:r>
            <a:r>
              <a:rPr lang="en-GB" dirty="0"/>
              <a:t>)</a:t>
            </a:r>
            <a:endParaRPr lang="en-US" dirty="0"/>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A5729421-A8AF-D38A-BE5D-651226F5362F}"/>
                  </a:ext>
                </a:extLst>
              </p:cNvPr>
              <p:cNvSpPr/>
              <p:nvPr/>
            </p:nvSpPr>
            <p:spPr>
              <a:xfrm>
                <a:off x="111878" y="1000857"/>
                <a:ext cx="797582" cy="523220"/>
              </a:xfrm>
              <a:prstGeom prst="rect">
                <a:avLst/>
              </a:prstGeom>
            </p:spPr>
            <p:txBody>
              <a:bodyPr wrap="square">
                <a:spAutoFit/>
              </a:bodyPr>
              <a:lstStyle/>
              <a:p>
                <a:pPr lvl="0"/>
                <a14:m>
                  <m:oMath xmlns:m="http://schemas.openxmlformats.org/officeDocument/2006/math">
                    <m:sSub>
                      <m:sSubPr>
                        <m:ctrlPr>
                          <a:rPr lang="en-US" sz="2800" b="1" i="1" smtClean="0">
                            <a:solidFill>
                              <a:srgbClr val="002060"/>
                            </a:solidFill>
                            <a:latin typeface="Cambria Math" panose="02040503050406030204" pitchFamily="18" charset="0"/>
                          </a:rPr>
                        </m:ctrlPr>
                      </m:sSubPr>
                      <m:e>
                        <m:r>
                          <a:rPr lang="en-IN" sz="2800" b="1" i="0" smtClean="0">
                            <a:solidFill>
                              <a:srgbClr val="002060"/>
                            </a:solidFill>
                            <a:latin typeface="Cambria Math" panose="02040503050406030204" pitchFamily="18" charset="0"/>
                          </a:rPr>
                          <m:t>𝐇</m:t>
                        </m:r>
                      </m:e>
                      <m:sub>
                        <m:r>
                          <a:rPr lang="en-IN" sz="2800" b="1" i="0" smtClean="0">
                            <a:solidFill>
                              <a:srgbClr val="002060"/>
                            </a:solidFill>
                            <a:latin typeface="Cambria Math" panose="02040503050406030204" pitchFamily="18" charset="0"/>
                          </a:rPr>
                          <m:t>𝟎</m:t>
                        </m:r>
                      </m:sub>
                    </m:sSub>
                    <m:r>
                      <a:rPr lang="en-IN" sz="2800" b="1" i="0" smtClean="0">
                        <a:solidFill>
                          <a:srgbClr val="002060"/>
                        </a:solidFill>
                        <a:latin typeface="Cambria Math" panose="02040503050406030204" pitchFamily="18" charset="0"/>
                      </a:rPr>
                      <m:t> :</m:t>
                    </m:r>
                  </m:oMath>
                </a14:m>
                <a:r>
                  <a:rPr lang="en-US" sz="2800" b="1" dirty="0">
                    <a:solidFill>
                      <a:srgbClr val="002060"/>
                    </a:solidFill>
                  </a:rPr>
                  <a:t>  </a:t>
                </a:r>
              </a:p>
            </p:txBody>
          </p:sp>
        </mc:Choice>
        <mc:Fallback xmlns="">
          <p:sp>
            <p:nvSpPr>
              <p:cNvPr id="15" name="Rectangle 14">
                <a:extLst>
                  <a:ext uri="{FF2B5EF4-FFF2-40B4-BE49-F238E27FC236}">
                    <a16:creationId xmlns:a16="http://schemas.microsoft.com/office/drawing/2014/main" id="{A5729421-A8AF-D38A-BE5D-651226F5362F}"/>
                  </a:ext>
                </a:extLst>
              </p:cNvPr>
              <p:cNvSpPr>
                <a:spLocks noRot="1" noChangeAspect="1" noMove="1" noResize="1" noEditPoints="1" noAdjustHandles="1" noChangeArrowheads="1" noChangeShapeType="1" noTextEdit="1"/>
              </p:cNvSpPr>
              <p:nvPr/>
            </p:nvSpPr>
            <p:spPr>
              <a:xfrm>
                <a:off x="111878" y="1000857"/>
                <a:ext cx="797582" cy="52322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F7B2E9C2-8438-9F7F-CF08-572FEB7E1FA8}"/>
                  </a:ext>
                </a:extLst>
              </p:cNvPr>
              <p:cNvSpPr/>
              <p:nvPr/>
            </p:nvSpPr>
            <p:spPr>
              <a:xfrm>
                <a:off x="3251337" y="3830493"/>
                <a:ext cx="2581109" cy="523220"/>
              </a:xfrm>
              <a:prstGeom prst="rect">
                <a:avLst/>
              </a:prstGeom>
            </p:spPr>
            <p:txBody>
              <a:bodyPr wrap="square">
                <a:spAutoFit/>
              </a:bodyPr>
              <a:lstStyle/>
              <a:p>
                <a:pPr lvl="0"/>
                <a14:m>
                  <m:oMathPara xmlns:m="http://schemas.openxmlformats.org/officeDocument/2006/math">
                    <m:oMathParaPr>
                      <m:jc m:val="centerGroup"/>
                    </m:oMathParaPr>
                    <m:oMath xmlns:m="http://schemas.openxmlformats.org/officeDocument/2006/math">
                      <m:d>
                        <m:dPr>
                          <m:ctrlPr>
                            <a:rPr lang="en-US" sz="2800" i="1" smtClean="0">
                              <a:solidFill>
                                <a:srgbClr val="002060"/>
                              </a:solidFill>
                              <a:latin typeface="Cambria Math" panose="02040503050406030204" pitchFamily="18" charset="0"/>
                            </a:rPr>
                          </m:ctrlPr>
                        </m:dPr>
                        <m:e>
                          <m:r>
                            <a:rPr lang="en-IN" sz="2800" b="1" i="0" smtClean="0">
                              <a:solidFill>
                                <a:srgbClr val="FF0000"/>
                              </a:solidFill>
                              <a:latin typeface="Cambria Math" panose="02040503050406030204" pitchFamily="18" charset="0"/>
                            </a:rPr>
                            <m:t>𝐏</m:t>
                          </m:r>
                          <m:r>
                            <a:rPr lang="en-IN" sz="2800" b="1" i="0" smtClean="0">
                              <a:solidFill>
                                <a:srgbClr val="FF0000"/>
                              </a:solidFill>
                              <a:latin typeface="Cambria Math" panose="02040503050406030204" pitchFamily="18" charset="0"/>
                            </a:rPr>
                            <m:t> </m:t>
                          </m:r>
                          <m:r>
                            <a:rPr lang="en-IN" sz="2800" b="1" i="0" smtClean="0">
                              <a:solidFill>
                                <a:srgbClr val="FF0000"/>
                              </a:solidFill>
                              <a:latin typeface="Cambria Math" panose="02040503050406030204" pitchFamily="18" charset="0"/>
                            </a:rPr>
                            <m:t>𝐢𝐬</m:t>
                          </m:r>
                          <m:r>
                            <a:rPr lang="en-IN" sz="2800" b="1" i="0" smtClean="0">
                              <a:solidFill>
                                <a:srgbClr val="FF0000"/>
                              </a:solidFill>
                              <a:latin typeface="Cambria Math" panose="02040503050406030204" pitchFamily="18" charset="0"/>
                            </a:rPr>
                            <m:t> </m:t>
                          </m:r>
                          <m:r>
                            <a:rPr lang="en-IN" sz="2800" b="1" i="0" smtClean="0">
                              <a:solidFill>
                                <a:srgbClr val="FF0000"/>
                              </a:solidFill>
                              <a:latin typeface="Cambria Math" panose="02040503050406030204" pitchFamily="18" charset="0"/>
                            </a:rPr>
                            <m:t>𝐤𝐧𝐨𝐰𝐧</m:t>
                          </m:r>
                        </m:e>
                      </m:d>
                    </m:oMath>
                  </m:oMathPara>
                </a14:m>
                <a:endParaRPr lang="en-US" sz="2800" dirty="0">
                  <a:solidFill>
                    <a:srgbClr val="002060"/>
                  </a:solidFill>
                </a:endParaRPr>
              </a:p>
            </p:txBody>
          </p:sp>
        </mc:Choice>
        <mc:Fallback xmlns="">
          <p:sp>
            <p:nvSpPr>
              <p:cNvPr id="8" name="Rectangle 7">
                <a:extLst>
                  <a:ext uri="{FF2B5EF4-FFF2-40B4-BE49-F238E27FC236}">
                    <a16:creationId xmlns:a16="http://schemas.microsoft.com/office/drawing/2014/main" id="{F7B2E9C2-8438-9F7F-CF08-572FEB7E1FA8}"/>
                  </a:ext>
                </a:extLst>
              </p:cNvPr>
              <p:cNvSpPr>
                <a:spLocks noRot="1" noChangeAspect="1" noMove="1" noResize="1" noEditPoints="1" noAdjustHandles="1" noChangeArrowheads="1" noChangeShapeType="1" noTextEdit="1"/>
              </p:cNvSpPr>
              <p:nvPr/>
            </p:nvSpPr>
            <p:spPr>
              <a:xfrm>
                <a:off x="3251337" y="3830493"/>
                <a:ext cx="2581109" cy="523220"/>
              </a:xfrm>
              <a:prstGeom prst="rect">
                <a:avLst/>
              </a:prstGeom>
              <a:blipFill>
                <a:blip r:embed="rId3"/>
                <a:stretch>
                  <a:fillRect/>
                </a:stretch>
              </a:blipFill>
            </p:spPr>
            <p:txBody>
              <a:bodyPr/>
              <a:lstStyle/>
              <a:p>
                <a:r>
                  <a:rPr lang="en-IN">
                    <a:noFill/>
                  </a:rPr>
                  <a:t> </a:t>
                </a:r>
              </a:p>
            </p:txBody>
          </p:sp>
        </mc:Fallback>
      </mc:AlternateContent>
      <p:cxnSp>
        <p:nvCxnSpPr>
          <p:cNvPr id="3" name="Straight Connector 2">
            <a:extLst>
              <a:ext uri="{FF2B5EF4-FFF2-40B4-BE49-F238E27FC236}">
                <a16:creationId xmlns:a16="http://schemas.microsoft.com/office/drawing/2014/main" id="{511890A1-D118-F924-65B4-F9054F6AE2E6}"/>
              </a:ext>
            </a:extLst>
          </p:cNvPr>
          <p:cNvCxnSpPr>
            <a:cxnSpLocks/>
          </p:cNvCxnSpPr>
          <p:nvPr/>
        </p:nvCxnSpPr>
        <p:spPr>
          <a:xfrm>
            <a:off x="6037720" y="708524"/>
            <a:ext cx="0" cy="5896813"/>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CF1A8102-83C2-F8DC-46C4-4ADEAA5EBF0C}"/>
                  </a:ext>
                </a:extLst>
              </p:cNvPr>
              <p:cNvSpPr/>
              <p:nvPr/>
            </p:nvSpPr>
            <p:spPr>
              <a:xfrm>
                <a:off x="863136" y="1024620"/>
                <a:ext cx="2062944" cy="523220"/>
              </a:xfrm>
              <a:prstGeom prst="rect">
                <a:avLst/>
              </a:prstGeom>
            </p:spPr>
            <p:txBody>
              <a:bodyPr wrap="square">
                <a:spAutoFit/>
              </a:bodyPr>
              <a:lstStyle/>
              <a:p>
                <a:pPr lvl="0"/>
                <a14:m>
                  <m:oMathPara xmlns:m="http://schemas.openxmlformats.org/officeDocument/2006/math">
                    <m:oMathParaPr>
                      <m:jc m:val="centerGroup"/>
                    </m:oMathParaPr>
                    <m:oMath xmlns:m="http://schemas.openxmlformats.org/officeDocument/2006/math">
                      <m:r>
                        <m:rPr>
                          <m:sty m:val="p"/>
                        </m:rPr>
                        <a:rPr lang="en-IN" sz="2800" b="0" i="0" smtClean="0">
                          <a:solidFill>
                            <a:srgbClr val="002060"/>
                          </a:solidFill>
                          <a:latin typeface="Cambria Math" panose="02040503050406030204" pitchFamily="18" charset="0"/>
                        </a:rPr>
                        <m:t>P</m:t>
                      </m:r>
                      <m:r>
                        <a:rPr lang="en-IN" sz="2800" b="0" i="1" smtClean="0">
                          <a:solidFill>
                            <a:srgbClr val="002060"/>
                          </a:solidFill>
                          <a:latin typeface="Cambria Math" panose="02040503050406030204" pitchFamily="18" charset="0"/>
                          <a:ea typeface="Cambria Math" panose="02040503050406030204" pitchFamily="18" charset="0"/>
                        </a:rPr>
                        <m:t>=</m:t>
                      </m:r>
                      <m:r>
                        <a:rPr lang="en-IN" sz="2800">
                          <a:solidFill>
                            <a:srgbClr val="002060"/>
                          </a:solidFill>
                          <a:latin typeface="Cambria Math" panose="02040503050406030204" pitchFamily="18" charset="0"/>
                        </a:rPr>
                        <m:t>0.</m:t>
                      </m:r>
                      <m:r>
                        <a:rPr lang="en-IN" sz="2800" b="0" i="0" smtClean="0">
                          <a:solidFill>
                            <a:srgbClr val="002060"/>
                          </a:solidFill>
                          <a:latin typeface="Cambria Math" panose="02040503050406030204" pitchFamily="18" charset="0"/>
                        </a:rPr>
                        <m:t>05</m:t>
                      </m:r>
                    </m:oMath>
                  </m:oMathPara>
                </a14:m>
                <a:endParaRPr lang="en-US" sz="2800" dirty="0">
                  <a:solidFill>
                    <a:srgbClr val="002060"/>
                  </a:solidFill>
                </a:endParaRPr>
              </a:p>
            </p:txBody>
          </p:sp>
        </mc:Choice>
        <mc:Fallback xmlns="">
          <p:sp>
            <p:nvSpPr>
              <p:cNvPr id="9" name="Rectangle 8">
                <a:extLst>
                  <a:ext uri="{FF2B5EF4-FFF2-40B4-BE49-F238E27FC236}">
                    <a16:creationId xmlns:a16="http://schemas.microsoft.com/office/drawing/2014/main" id="{CF1A8102-83C2-F8DC-46C4-4ADEAA5EBF0C}"/>
                  </a:ext>
                </a:extLst>
              </p:cNvPr>
              <p:cNvSpPr>
                <a:spLocks noRot="1" noChangeAspect="1" noMove="1" noResize="1" noEditPoints="1" noAdjustHandles="1" noChangeArrowheads="1" noChangeShapeType="1" noTextEdit="1"/>
              </p:cNvSpPr>
              <p:nvPr/>
            </p:nvSpPr>
            <p:spPr>
              <a:xfrm>
                <a:off x="863136" y="1024620"/>
                <a:ext cx="2062944"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B839A196-6006-0A5A-4F43-E441331B3F0F}"/>
                  </a:ext>
                </a:extLst>
              </p:cNvPr>
              <p:cNvSpPr/>
              <p:nvPr/>
            </p:nvSpPr>
            <p:spPr>
              <a:xfrm>
                <a:off x="123912" y="1661814"/>
                <a:ext cx="797582" cy="523220"/>
              </a:xfrm>
              <a:prstGeom prst="rect">
                <a:avLst/>
              </a:prstGeom>
            </p:spPr>
            <p:txBody>
              <a:bodyPr wrap="square">
                <a:spAutoFit/>
              </a:bodyPr>
              <a:lstStyle/>
              <a:p>
                <a:pPr lvl="0"/>
                <a14:m>
                  <m:oMath xmlns:m="http://schemas.openxmlformats.org/officeDocument/2006/math">
                    <m:sSub>
                      <m:sSubPr>
                        <m:ctrlPr>
                          <a:rPr lang="en-US" sz="2800" b="1" i="1" smtClean="0">
                            <a:solidFill>
                              <a:srgbClr val="002060"/>
                            </a:solidFill>
                            <a:latin typeface="Cambria Math" panose="02040503050406030204" pitchFamily="18" charset="0"/>
                          </a:rPr>
                        </m:ctrlPr>
                      </m:sSubPr>
                      <m:e>
                        <m:r>
                          <a:rPr lang="en-IN" sz="2800" b="1" i="0" smtClean="0">
                            <a:solidFill>
                              <a:srgbClr val="002060"/>
                            </a:solidFill>
                            <a:latin typeface="Cambria Math" panose="02040503050406030204" pitchFamily="18" charset="0"/>
                          </a:rPr>
                          <m:t>𝐇</m:t>
                        </m:r>
                      </m:e>
                      <m:sub>
                        <m:r>
                          <a:rPr lang="en-IN" sz="2800" b="1" i="0" smtClean="0">
                            <a:solidFill>
                              <a:srgbClr val="002060"/>
                            </a:solidFill>
                            <a:latin typeface="Cambria Math" panose="02040503050406030204" pitchFamily="18" charset="0"/>
                          </a:rPr>
                          <m:t>𝟏</m:t>
                        </m:r>
                      </m:sub>
                    </m:sSub>
                    <m:r>
                      <a:rPr lang="en-IN" sz="2800" b="1" i="0" smtClean="0">
                        <a:solidFill>
                          <a:srgbClr val="002060"/>
                        </a:solidFill>
                        <a:latin typeface="Cambria Math" panose="02040503050406030204" pitchFamily="18" charset="0"/>
                      </a:rPr>
                      <m:t> :</m:t>
                    </m:r>
                  </m:oMath>
                </a14:m>
                <a:r>
                  <a:rPr lang="en-US" sz="2800" b="1" dirty="0">
                    <a:solidFill>
                      <a:srgbClr val="002060"/>
                    </a:solidFill>
                  </a:rPr>
                  <a:t>  </a:t>
                </a:r>
              </a:p>
            </p:txBody>
          </p:sp>
        </mc:Choice>
        <mc:Fallback xmlns="">
          <p:sp>
            <p:nvSpPr>
              <p:cNvPr id="10" name="Rectangle 9">
                <a:extLst>
                  <a:ext uri="{FF2B5EF4-FFF2-40B4-BE49-F238E27FC236}">
                    <a16:creationId xmlns:a16="http://schemas.microsoft.com/office/drawing/2014/main" id="{B839A196-6006-0A5A-4F43-E441331B3F0F}"/>
                  </a:ext>
                </a:extLst>
              </p:cNvPr>
              <p:cNvSpPr>
                <a:spLocks noRot="1" noChangeAspect="1" noMove="1" noResize="1" noEditPoints="1" noAdjustHandles="1" noChangeArrowheads="1" noChangeShapeType="1" noTextEdit="1"/>
              </p:cNvSpPr>
              <p:nvPr/>
            </p:nvSpPr>
            <p:spPr>
              <a:xfrm>
                <a:off x="123912" y="1661814"/>
                <a:ext cx="797582"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F1A553F6-356A-7DA0-257C-E0F656F77F5A}"/>
                  </a:ext>
                </a:extLst>
              </p:cNvPr>
              <p:cNvSpPr/>
              <p:nvPr/>
            </p:nvSpPr>
            <p:spPr>
              <a:xfrm>
                <a:off x="829450" y="1685577"/>
                <a:ext cx="2158065" cy="523220"/>
              </a:xfrm>
              <a:prstGeom prst="rect">
                <a:avLst/>
              </a:prstGeom>
            </p:spPr>
            <p:txBody>
              <a:bodyPr wrap="square">
                <a:spAutoFit/>
              </a:bodyPr>
              <a:lstStyle/>
              <a:p>
                <a:pPr lvl="0"/>
                <a14:m>
                  <m:oMathPara xmlns:m="http://schemas.openxmlformats.org/officeDocument/2006/math">
                    <m:oMathParaPr>
                      <m:jc m:val="centerGroup"/>
                    </m:oMathParaPr>
                    <m:oMath xmlns:m="http://schemas.openxmlformats.org/officeDocument/2006/math">
                      <m:r>
                        <m:rPr>
                          <m:sty m:val="p"/>
                        </m:rPr>
                        <a:rPr lang="en-IN" sz="2800" b="0" i="0" smtClean="0">
                          <a:solidFill>
                            <a:srgbClr val="002060"/>
                          </a:solidFill>
                          <a:latin typeface="Cambria Math" panose="02040503050406030204" pitchFamily="18" charset="0"/>
                        </a:rPr>
                        <m:t>P</m:t>
                      </m:r>
                      <m:r>
                        <a:rPr lang="en-IN" sz="2800" i="1" smtClean="0">
                          <a:solidFill>
                            <a:srgbClr val="002060"/>
                          </a:solidFill>
                          <a:latin typeface="Cambria Math" panose="02040503050406030204" pitchFamily="18" charset="0"/>
                          <a:ea typeface="Cambria Math" panose="02040503050406030204" pitchFamily="18" charset="0"/>
                        </a:rPr>
                        <m:t>&gt;</m:t>
                      </m:r>
                      <m:r>
                        <a:rPr lang="en-IN" sz="2800">
                          <a:solidFill>
                            <a:srgbClr val="002060"/>
                          </a:solidFill>
                          <a:latin typeface="Cambria Math" panose="02040503050406030204" pitchFamily="18" charset="0"/>
                        </a:rPr>
                        <m:t>0.</m:t>
                      </m:r>
                      <m:r>
                        <a:rPr lang="en-IN" sz="2800" b="0" i="0" smtClean="0">
                          <a:solidFill>
                            <a:srgbClr val="002060"/>
                          </a:solidFill>
                          <a:latin typeface="Cambria Math" panose="02040503050406030204" pitchFamily="18" charset="0"/>
                        </a:rPr>
                        <m:t>05</m:t>
                      </m:r>
                    </m:oMath>
                  </m:oMathPara>
                </a14:m>
                <a:endParaRPr lang="en-US" sz="2800" dirty="0">
                  <a:solidFill>
                    <a:srgbClr val="002060"/>
                  </a:solidFill>
                </a:endParaRPr>
              </a:p>
            </p:txBody>
          </p:sp>
        </mc:Choice>
        <mc:Fallback xmlns="">
          <p:sp>
            <p:nvSpPr>
              <p:cNvPr id="11" name="Rectangle 10">
                <a:extLst>
                  <a:ext uri="{FF2B5EF4-FFF2-40B4-BE49-F238E27FC236}">
                    <a16:creationId xmlns:a16="http://schemas.microsoft.com/office/drawing/2014/main" id="{F1A553F6-356A-7DA0-257C-E0F656F77F5A}"/>
                  </a:ext>
                </a:extLst>
              </p:cNvPr>
              <p:cNvSpPr>
                <a:spLocks noRot="1" noChangeAspect="1" noMove="1" noResize="1" noEditPoints="1" noAdjustHandles="1" noChangeArrowheads="1" noChangeShapeType="1" noTextEdit="1"/>
              </p:cNvSpPr>
              <p:nvPr/>
            </p:nvSpPr>
            <p:spPr>
              <a:xfrm>
                <a:off x="829450" y="1685577"/>
                <a:ext cx="2158065"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F9CBFEC1-F4E8-1EDA-CDDC-C8EAF13CB429}"/>
                  </a:ext>
                </a:extLst>
              </p:cNvPr>
              <p:cNvSpPr/>
              <p:nvPr/>
            </p:nvSpPr>
            <p:spPr>
              <a:xfrm>
                <a:off x="146771" y="2317172"/>
                <a:ext cx="2630717" cy="523220"/>
              </a:xfrm>
              <a:prstGeom prst="rect">
                <a:avLst/>
              </a:prstGeom>
            </p:spPr>
            <p:txBody>
              <a:bodyPr wrap="square">
                <a:spAutoFit/>
              </a:bodyPr>
              <a:lstStyle/>
              <a:p>
                <a:pPr lvl="0"/>
                <a14:m>
                  <m:oMath xmlns:m="http://schemas.openxmlformats.org/officeDocument/2006/math">
                    <m:r>
                      <a:rPr lang="en-IN" sz="2800" b="1" i="0" smtClean="0">
                        <a:solidFill>
                          <a:srgbClr val="002060"/>
                        </a:solidFill>
                        <a:latin typeface="Cambria Math" panose="02040503050406030204" pitchFamily="18" charset="0"/>
                      </a:rPr>
                      <m:t>𝐋</m:t>
                    </m:r>
                    <m:r>
                      <a:rPr lang="en-IN" sz="2800" b="1" i="0" smtClean="0">
                        <a:solidFill>
                          <a:srgbClr val="002060"/>
                        </a:solidFill>
                        <a:latin typeface="Cambria Math" panose="02040503050406030204" pitchFamily="18" charset="0"/>
                      </a:rPr>
                      <m:t>.</m:t>
                    </m:r>
                    <m:r>
                      <a:rPr lang="en-IN" sz="2800" b="1" i="0" smtClean="0">
                        <a:solidFill>
                          <a:srgbClr val="002060"/>
                        </a:solidFill>
                        <a:latin typeface="Cambria Math" panose="02040503050406030204" pitchFamily="18" charset="0"/>
                      </a:rPr>
                      <m:t>𝐎</m:t>
                    </m:r>
                    <m:r>
                      <a:rPr lang="en-IN" sz="2800" b="1" i="0" smtClean="0">
                        <a:solidFill>
                          <a:srgbClr val="002060"/>
                        </a:solidFill>
                        <a:latin typeface="Cambria Math" panose="02040503050406030204" pitchFamily="18" charset="0"/>
                      </a:rPr>
                      <m:t>.</m:t>
                    </m:r>
                    <m:r>
                      <a:rPr lang="en-IN" sz="2800" b="1" i="0" smtClean="0">
                        <a:solidFill>
                          <a:srgbClr val="002060"/>
                        </a:solidFill>
                        <a:latin typeface="Cambria Math" panose="02040503050406030204" pitchFamily="18" charset="0"/>
                      </a:rPr>
                      <m:t>𝐒</m:t>
                    </m:r>
                    <m:r>
                      <a:rPr lang="en-IN" sz="2800" b="0" i="0" smtClean="0">
                        <a:solidFill>
                          <a:srgbClr val="002060"/>
                        </a:solidFill>
                        <a:latin typeface="Cambria Math" panose="02040503050406030204" pitchFamily="18" charset="0"/>
                      </a:rPr>
                      <m:t> =5%</m:t>
                    </m:r>
                  </m:oMath>
                </a14:m>
                <a:r>
                  <a:rPr lang="en-US" sz="2800" dirty="0">
                    <a:solidFill>
                      <a:srgbClr val="002060"/>
                    </a:solidFill>
                  </a:rPr>
                  <a:t>  </a:t>
                </a:r>
              </a:p>
            </p:txBody>
          </p:sp>
        </mc:Choice>
        <mc:Fallback xmlns="">
          <p:sp>
            <p:nvSpPr>
              <p:cNvPr id="12" name="Rectangle 11">
                <a:extLst>
                  <a:ext uri="{FF2B5EF4-FFF2-40B4-BE49-F238E27FC236}">
                    <a16:creationId xmlns:a16="http://schemas.microsoft.com/office/drawing/2014/main" id="{F9CBFEC1-F4E8-1EDA-CDDC-C8EAF13CB429}"/>
                  </a:ext>
                </a:extLst>
              </p:cNvPr>
              <p:cNvSpPr>
                <a:spLocks noRot="1" noChangeAspect="1" noMove="1" noResize="1" noEditPoints="1" noAdjustHandles="1" noChangeArrowheads="1" noChangeShapeType="1" noTextEdit="1"/>
              </p:cNvSpPr>
              <p:nvPr/>
            </p:nvSpPr>
            <p:spPr>
              <a:xfrm>
                <a:off x="146771" y="2317172"/>
                <a:ext cx="2630717" cy="523220"/>
              </a:xfrm>
              <a:prstGeom prst="rect">
                <a:avLst/>
              </a:prstGeom>
              <a:blipFill>
                <a:blip r:embed="rId7"/>
                <a:stretch>
                  <a:fillRect/>
                </a:stretch>
              </a:blipFill>
            </p:spPr>
            <p:txBody>
              <a:bodyPr/>
              <a:lstStyle/>
              <a:p>
                <a:r>
                  <a:rPr lang="en-IN">
                    <a:noFill/>
                  </a:rPr>
                  <a:t> </a:t>
                </a:r>
              </a:p>
            </p:txBody>
          </p:sp>
        </mc:Fallback>
      </mc:AlternateContent>
      <p:sp>
        <p:nvSpPr>
          <p:cNvPr id="13" name="Rectangle 12">
            <a:extLst>
              <a:ext uri="{FF2B5EF4-FFF2-40B4-BE49-F238E27FC236}">
                <a16:creationId xmlns:a16="http://schemas.microsoft.com/office/drawing/2014/main" id="{66D08243-73FB-959A-562C-0162443705B8}"/>
              </a:ext>
            </a:extLst>
          </p:cNvPr>
          <p:cNvSpPr/>
          <p:nvPr/>
        </p:nvSpPr>
        <p:spPr>
          <a:xfrm>
            <a:off x="152658" y="2943864"/>
            <a:ext cx="1047491" cy="523220"/>
          </a:xfrm>
          <a:prstGeom prst="rect">
            <a:avLst/>
          </a:prstGeom>
        </p:spPr>
        <p:txBody>
          <a:bodyPr wrap="square">
            <a:spAutoFit/>
          </a:bodyPr>
          <a:lstStyle/>
          <a:p>
            <a:pPr lvl="0"/>
            <a:r>
              <a:rPr lang="en-US" sz="2800" b="1" dirty="0">
                <a:solidFill>
                  <a:srgbClr val="002060"/>
                </a:solidFill>
              </a:rPr>
              <a:t>Test :</a:t>
            </a:r>
            <a:r>
              <a:rPr lang="en-US" sz="2800" b="1" u="sng" dirty="0">
                <a:solidFill>
                  <a:srgbClr val="002060"/>
                </a:solidFill>
              </a:rPr>
              <a:t>  </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9870C60D-04D5-7377-69FC-0794396D95B2}"/>
                  </a:ext>
                </a:extLst>
              </p:cNvPr>
              <p:cNvSpPr txBox="1"/>
              <p:nvPr/>
            </p:nvSpPr>
            <p:spPr>
              <a:xfrm>
                <a:off x="154486" y="3521973"/>
                <a:ext cx="2435224" cy="143488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b="1" smtClean="0">
                          <a:solidFill>
                            <a:srgbClr val="002060"/>
                          </a:solidFill>
                          <a:latin typeface="Cambria Math" panose="02040503050406030204" pitchFamily="18" charset="0"/>
                        </a:rPr>
                        <m:t>𝐙</m:t>
                      </m:r>
                      <m:r>
                        <a:rPr lang="en-IN" sz="2800" b="0" i="0">
                          <a:solidFill>
                            <a:srgbClr val="002060"/>
                          </a:solidFill>
                          <a:latin typeface="Cambria Math" panose="02040503050406030204" pitchFamily="18" charset="0"/>
                        </a:rPr>
                        <m:t>=</m:t>
                      </m:r>
                      <m:f>
                        <m:fPr>
                          <m:ctrlPr>
                            <a:rPr lang="en-IN" sz="2800" b="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m:t>
                          </m:r>
                          <m:r>
                            <a:rPr lang="en-IN" sz="2800" b="1" i="0">
                              <a:solidFill>
                                <a:srgbClr val="002060"/>
                              </a:solidFill>
                              <a:latin typeface="Cambria Math" panose="02040503050406030204" pitchFamily="18" charset="0"/>
                            </a:rPr>
                            <m:t>𝐩</m:t>
                          </m:r>
                          <m:r>
                            <a:rPr lang="en-IN" sz="2800" b="0" i="0">
                              <a:solidFill>
                                <a:srgbClr val="002060"/>
                              </a:solidFill>
                              <a:latin typeface="Cambria Math" panose="02040503050406030204" pitchFamily="18" charset="0"/>
                            </a:rPr>
                            <m:t>−</m:t>
                          </m:r>
                          <m:r>
                            <a:rPr lang="en-IN" sz="2800" b="1" i="0">
                              <a:solidFill>
                                <a:srgbClr val="002060"/>
                              </a:solidFill>
                              <a:latin typeface="Cambria Math" panose="02040503050406030204" pitchFamily="18" charset="0"/>
                            </a:rPr>
                            <m:t>𝐏</m:t>
                          </m:r>
                          <m:r>
                            <a:rPr lang="en-IN" sz="2800" b="0" i="0">
                              <a:solidFill>
                                <a:srgbClr val="002060"/>
                              </a:solidFill>
                              <a:latin typeface="Cambria Math" panose="02040503050406030204" pitchFamily="18" charset="0"/>
                            </a:rPr>
                            <m:t> </m:t>
                          </m:r>
                        </m:num>
                        <m:den>
                          <m:r>
                            <a:rPr lang="en-IN" sz="2800" b="0" i="0">
                              <a:solidFill>
                                <a:srgbClr val="002060"/>
                              </a:solidFill>
                              <a:latin typeface="Cambria Math" panose="02040503050406030204" pitchFamily="18" charset="0"/>
                            </a:rPr>
                            <m:t>  </m:t>
                          </m:r>
                          <m:rad>
                            <m:radPr>
                              <m:degHide m:val="on"/>
                              <m:ctrlPr>
                                <a:rPr lang="en-IN" sz="2800" b="0" i="1">
                                  <a:solidFill>
                                    <a:srgbClr val="002060"/>
                                  </a:solidFill>
                                  <a:latin typeface="Cambria Math" panose="02040503050406030204" pitchFamily="18" charset="0"/>
                                </a:rPr>
                              </m:ctrlPr>
                            </m:radPr>
                            <m:deg/>
                            <m:e>
                              <m:f>
                                <m:fPr>
                                  <m:ctrlPr>
                                    <a:rPr lang="en-IN" sz="2800" b="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m:t>
                                  </m:r>
                                  <m:r>
                                    <a:rPr lang="en-IN" sz="2800" b="1" i="0">
                                      <a:solidFill>
                                        <a:srgbClr val="002060"/>
                                      </a:solidFill>
                                      <a:latin typeface="Cambria Math" panose="02040503050406030204" pitchFamily="18" charset="0"/>
                                    </a:rPr>
                                    <m:t>𝐏</m:t>
                                  </m:r>
                                  <m:r>
                                    <a:rPr lang="en-IN" sz="2800" b="0" i="0">
                                      <a:solidFill>
                                        <a:srgbClr val="002060"/>
                                      </a:solidFill>
                                      <a:latin typeface="Cambria Math" panose="02040503050406030204" pitchFamily="18" charset="0"/>
                                    </a:rPr>
                                    <m:t> </m:t>
                                  </m:r>
                                  <m:r>
                                    <a:rPr lang="en-IN" sz="2800" b="1" i="0">
                                      <a:solidFill>
                                        <a:srgbClr val="002060"/>
                                      </a:solidFill>
                                      <a:latin typeface="Cambria Math" panose="02040503050406030204" pitchFamily="18" charset="0"/>
                                    </a:rPr>
                                    <m:t>𝐐</m:t>
                                  </m:r>
                                  <m:r>
                                    <a:rPr lang="en-IN" sz="2800" b="0" i="0">
                                      <a:solidFill>
                                        <a:srgbClr val="002060"/>
                                      </a:solidFill>
                                      <a:latin typeface="Cambria Math" panose="02040503050406030204" pitchFamily="18" charset="0"/>
                                    </a:rPr>
                                    <m:t> </m:t>
                                  </m:r>
                                </m:num>
                                <m:den>
                                  <m:r>
                                    <a:rPr lang="en-IN" sz="2800" b="0" i="0">
                                      <a:solidFill>
                                        <a:srgbClr val="002060"/>
                                      </a:solidFill>
                                      <a:latin typeface="Cambria Math" panose="02040503050406030204" pitchFamily="18" charset="0"/>
                                    </a:rPr>
                                    <m:t> </m:t>
                                  </m:r>
                                  <m:r>
                                    <a:rPr lang="en-IN" sz="2800" b="1" i="0">
                                      <a:solidFill>
                                        <a:srgbClr val="002060"/>
                                      </a:solidFill>
                                      <a:latin typeface="Cambria Math" panose="02040503050406030204" pitchFamily="18" charset="0"/>
                                    </a:rPr>
                                    <m:t>𝐧</m:t>
                                  </m:r>
                                  <m:r>
                                    <a:rPr lang="en-IN" sz="2800" b="0" i="0">
                                      <a:solidFill>
                                        <a:srgbClr val="002060"/>
                                      </a:solidFill>
                                      <a:latin typeface="Cambria Math" panose="02040503050406030204" pitchFamily="18" charset="0"/>
                                    </a:rPr>
                                    <m:t> </m:t>
                                  </m:r>
                                </m:den>
                              </m:f>
                              <m:r>
                                <a:rPr lang="en-IN" sz="2800" b="0" i="0">
                                  <a:solidFill>
                                    <a:srgbClr val="002060"/>
                                  </a:solidFill>
                                  <a:latin typeface="Cambria Math" panose="02040503050406030204" pitchFamily="18" charset="0"/>
                                </a:rPr>
                                <m:t> </m:t>
                              </m:r>
                            </m:e>
                          </m:rad>
                          <m:r>
                            <a:rPr lang="en-IN" sz="2800" b="0" i="0">
                              <a:solidFill>
                                <a:srgbClr val="002060"/>
                              </a:solidFill>
                              <a:latin typeface="Cambria Math" panose="02040503050406030204" pitchFamily="18" charset="0"/>
                            </a:rPr>
                            <m:t>  </m:t>
                          </m:r>
                        </m:den>
                      </m:f>
                    </m:oMath>
                  </m:oMathPara>
                </a14:m>
                <a:endParaRPr lang="en-IN" sz="2800" dirty="0">
                  <a:solidFill>
                    <a:srgbClr val="002060"/>
                  </a:solidFill>
                </a:endParaRPr>
              </a:p>
            </p:txBody>
          </p:sp>
        </mc:Choice>
        <mc:Fallback xmlns="">
          <p:sp>
            <p:nvSpPr>
              <p:cNvPr id="16" name="TextBox 15">
                <a:extLst>
                  <a:ext uri="{FF2B5EF4-FFF2-40B4-BE49-F238E27FC236}">
                    <a16:creationId xmlns:a16="http://schemas.microsoft.com/office/drawing/2014/main" id="{9870C60D-04D5-7377-69FC-0794396D95B2}"/>
                  </a:ext>
                </a:extLst>
              </p:cNvPr>
              <p:cNvSpPr txBox="1">
                <a:spLocks noRot="1" noChangeAspect="1" noMove="1" noResize="1" noEditPoints="1" noAdjustHandles="1" noChangeArrowheads="1" noChangeShapeType="1" noTextEdit="1"/>
              </p:cNvSpPr>
              <p:nvPr/>
            </p:nvSpPr>
            <p:spPr>
              <a:xfrm>
                <a:off x="154486" y="3521973"/>
                <a:ext cx="2435224" cy="143488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438D18C7-68E5-71F6-2BAA-FEC2E277AF42}"/>
                  </a:ext>
                </a:extLst>
              </p:cNvPr>
              <p:cNvSpPr txBox="1"/>
              <p:nvPr/>
            </p:nvSpPr>
            <p:spPr>
              <a:xfrm>
                <a:off x="419229" y="5115940"/>
                <a:ext cx="3503120" cy="143488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b="0" i="0" smtClean="0">
                          <a:solidFill>
                            <a:srgbClr val="002060"/>
                          </a:solidFill>
                          <a:latin typeface="Cambria Math" panose="02040503050406030204" pitchFamily="18" charset="0"/>
                        </a:rPr>
                        <m:t>=</m:t>
                      </m:r>
                      <m:f>
                        <m:fPr>
                          <m:ctrlPr>
                            <a:rPr lang="en-IN" sz="2800" b="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0.0</m:t>
                          </m:r>
                          <m:r>
                            <a:rPr lang="en-IN" sz="2800" b="0" i="0" smtClean="0">
                              <a:solidFill>
                                <a:srgbClr val="002060"/>
                              </a:solidFill>
                              <a:latin typeface="Cambria Math" panose="02040503050406030204" pitchFamily="18" charset="0"/>
                            </a:rPr>
                            <m:t>75</m:t>
                          </m:r>
                          <m:r>
                            <a:rPr lang="en-IN" sz="2800" b="0" i="0">
                              <a:solidFill>
                                <a:srgbClr val="002060"/>
                              </a:solidFill>
                              <a:latin typeface="Cambria Math" panose="02040503050406030204" pitchFamily="18" charset="0"/>
                            </a:rPr>
                            <m:t>−</m:t>
                          </m:r>
                          <m:r>
                            <a:rPr lang="en-IN" sz="2800" i="1">
                              <a:solidFill>
                                <a:srgbClr val="002060"/>
                              </a:solidFill>
                              <a:latin typeface="Cambria Math" panose="02040503050406030204" pitchFamily="18" charset="0"/>
                            </a:rPr>
                            <m:t>0.</m:t>
                          </m:r>
                          <m:r>
                            <a:rPr lang="en-IN" sz="2800" b="0" i="1" smtClean="0">
                              <a:solidFill>
                                <a:srgbClr val="002060"/>
                              </a:solidFill>
                              <a:latin typeface="Cambria Math" panose="02040503050406030204" pitchFamily="18" charset="0"/>
                            </a:rPr>
                            <m:t>05</m:t>
                          </m:r>
                        </m:num>
                        <m:den>
                          <m:r>
                            <a:rPr lang="en-IN" sz="2800" b="0" i="0">
                              <a:solidFill>
                                <a:srgbClr val="002060"/>
                              </a:solidFill>
                              <a:latin typeface="Cambria Math" panose="02040503050406030204" pitchFamily="18" charset="0"/>
                            </a:rPr>
                            <m:t>  </m:t>
                          </m:r>
                          <m:rad>
                            <m:radPr>
                              <m:degHide m:val="on"/>
                              <m:ctrlPr>
                                <a:rPr lang="en-IN" sz="2800" b="0" i="1">
                                  <a:solidFill>
                                    <a:srgbClr val="002060"/>
                                  </a:solidFill>
                                  <a:latin typeface="Cambria Math" panose="02040503050406030204" pitchFamily="18" charset="0"/>
                                </a:rPr>
                              </m:ctrlPr>
                            </m:radPr>
                            <m:deg/>
                            <m:e>
                              <m:f>
                                <m:fPr>
                                  <m:ctrlPr>
                                    <a:rPr lang="en-IN" sz="2800" b="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m:t>
                                  </m:r>
                                  <m:d>
                                    <m:dPr>
                                      <m:ctrlPr>
                                        <a:rPr lang="en-IN" sz="2800" b="0" i="1" smtClean="0">
                                          <a:solidFill>
                                            <a:srgbClr val="002060"/>
                                          </a:solidFill>
                                          <a:latin typeface="Cambria Math" panose="02040503050406030204" pitchFamily="18" charset="0"/>
                                        </a:rPr>
                                      </m:ctrlPr>
                                    </m:dPr>
                                    <m:e>
                                      <m:r>
                                        <a:rPr lang="en-IN" sz="2800" b="0" i="1" smtClean="0">
                                          <a:solidFill>
                                            <a:srgbClr val="002060"/>
                                          </a:solidFill>
                                          <a:latin typeface="Cambria Math" panose="02040503050406030204" pitchFamily="18" charset="0"/>
                                        </a:rPr>
                                        <m:t>0.05</m:t>
                                      </m:r>
                                    </m:e>
                                  </m:d>
                                  <m:d>
                                    <m:dPr>
                                      <m:ctrlPr>
                                        <a:rPr lang="en-IN" sz="2800" i="1">
                                          <a:solidFill>
                                            <a:srgbClr val="002060"/>
                                          </a:solidFill>
                                          <a:latin typeface="Cambria Math" panose="02040503050406030204" pitchFamily="18" charset="0"/>
                                        </a:rPr>
                                      </m:ctrlPr>
                                    </m:dPr>
                                    <m:e>
                                      <m:r>
                                        <a:rPr lang="en-IN" sz="2800" i="1">
                                          <a:solidFill>
                                            <a:srgbClr val="002060"/>
                                          </a:solidFill>
                                          <a:latin typeface="Cambria Math" panose="02040503050406030204" pitchFamily="18" charset="0"/>
                                        </a:rPr>
                                        <m:t>0</m:t>
                                      </m:r>
                                      <m:r>
                                        <a:rPr lang="en-IN" sz="2800" b="0" i="1" smtClean="0">
                                          <a:solidFill>
                                            <a:srgbClr val="002060"/>
                                          </a:solidFill>
                                          <a:latin typeface="Cambria Math" panose="02040503050406030204" pitchFamily="18" charset="0"/>
                                        </a:rPr>
                                        <m:t>.95</m:t>
                                      </m:r>
                                    </m:e>
                                  </m:d>
                                </m:num>
                                <m:den>
                                  <m:r>
                                    <a:rPr lang="en-IN" sz="2800" b="0" i="0">
                                      <a:solidFill>
                                        <a:srgbClr val="002060"/>
                                      </a:solidFill>
                                      <a:latin typeface="Cambria Math" panose="02040503050406030204" pitchFamily="18" charset="0"/>
                                    </a:rPr>
                                    <m:t> </m:t>
                                  </m:r>
                                  <m:r>
                                    <a:rPr lang="en-IN" sz="2800" b="0" i="0" smtClean="0">
                                      <a:solidFill>
                                        <a:srgbClr val="002060"/>
                                      </a:solidFill>
                                      <a:latin typeface="Cambria Math" panose="02040503050406030204" pitchFamily="18" charset="0"/>
                                    </a:rPr>
                                    <m:t>400</m:t>
                                  </m:r>
                                  <m:r>
                                    <a:rPr lang="en-IN" sz="2800" b="0" i="0">
                                      <a:solidFill>
                                        <a:srgbClr val="002060"/>
                                      </a:solidFill>
                                      <a:latin typeface="Cambria Math" panose="02040503050406030204" pitchFamily="18" charset="0"/>
                                    </a:rPr>
                                    <m:t> </m:t>
                                  </m:r>
                                </m:den>
                              </m:f>
                              <m:r>
                                <a:rPr lang="en-IN" sz="2800" b="0" i="0">
                                  <a:solidFill>
                                    <a:srgbClr val="002060"/>
                                  </a:solidFill>
                                  <a:latin typeface="Cambria Math" panose="02040503050406030204" pitchFamily="18" charset="0"/>
                                </a:rPr>
                                <m:t> </m:t>
                              </m:r>
                            </m:e>
                          </m:rad>
                          <m:r>
                            <a:rPr lang="en-IN" sz="2800" b="0" i="0">
                              <a:solidFill>
                                <a:srgbClr val="002060"/>
                              </a:solidFill>
                              <a:latin typeface="Cambria Math" panose="02040503050406030204" pitchFamily="18" charset="0"/>
                            </a:rPr>
                            <m:t>  </m:t>
                          </m:r>
                        </m:den>
                      </m:f>
                    </m:oMath>
                  </m:oMathPara>
                </a14:m>
                <a:endParaRPr lang="en-IN" sz="2800" dirty="0">
                  <a:solidFill>
                    <a:srgbClr val="002060"/>
                  </a:solidFill>
                </a:endParaRPr>
              </a:p>
            </p:txBody>
          </p:sp>
        </mc:Choice>
        <mc:Fallback xmlns="">
          <p:sp>
            <p:nvSpPr>
              <p:cNvPr id="17" name="TextBox 16">
                <a:extLst>
                  <a:ext uri="{FF2B5EF4-FFF2-40B4-BE49-F238E27FC236}">
                    <a16:creationId xmlns:a16="http://schemas.microsoft.com/office/drawing/2014/main" id="{438D18C7-68E5-71F6-2BAA-FEC2E277AF42}"/>
                  </a:ext>
                </a:extLst>
              </p:cNvPr>
              <p:cNvSpPr txBox="1">
                <a:spLocks noRot="1" noChangeAspect="1" noMove="1" noResize="1" noEditPoints="1" noAdjustHandles="1" noChangeArrowheads="1" noChangeShapeType="1" noTextEdit="1"/>
              </p:cNvSpPr>
              <p:nvPr/>
            </p:nvSpPr>
            <p:spPr>
              <a:xfrm>
                <a:off x="419229" y="5115940"/>
                <a:ext cx="3503120" cy="143488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AB5518C3-C656-EAD4-F84D-B5E1A705D2C2}"/>
                  </a:ext>
                </a:extLst>
              </p:cNvPr>
              <p:cNvSpPr/>
              <p:nvPr/>
            </p:nvSpPr>
            <p:spPr>
              <a:xfrm>
                <a:off x="3746454" y="5339519"/>
                <a:ext cx="1305606" cy="523220"/>
              </a:xfrm>
              <a:prstGeom prst="rect">
                <a:avLst/>
              </a:prstGeom>
            </p:spPr>
            <p:txBody>
              <a:bodyPr wrap="square">
                <a:spAutoFit/>
              </a:bodyPr>
              <a:lstStyle/>
              <a:p>
                <a:pPr lvl="0"/>
                <a14:m>
                  <m:oMath xmlns:m="http://schemas.openxmlformats.org/officeDocument/2006/math">
                    <m:r>
                      <a:rPr lang="en-IN" sz="2800" b="0" i="0" smtClean="0">
                        <a:solidFill>
                          <a:srgbClr val="002060"/>
                        </a:solidFill>
                        <a:latin typeface="Cambria Math" panose="02040503050406030204" pitchFamily="18" charset="0"/>
                      </a:rPr>
                      <m:t>=2.29</m:t>
                    </m:r>
                  </m:oMath>
                </a14:m>
                <a:r>
                  <a:rPr lang="en-US" sz="2800" dirty="0">
                    <a:solidFill>
                      <a:srgbClr val="002060"/>
                    </a:solidFill>
                  </a:rPr>
                  <a:t>  </a:t>
                </a:r>
              </a:p>
            </p:txBody>
          </p:sp>
        </mc:Choice>
        <mc:Fallback xmlns="">
          <p:sp>
            <p:nvSpPr>
              <p:cNvPr id="18" name="Rectangle 17">
                <a:extLst>
                  <a:ext uri="{FF2B5EF4-FFF2-40B4-BE49-F238E27FC236}">
                    <a16:creationId xmlns:a16="http://schemas.microsoft.com/office/drawing/2014/main" id="{AB5518C3-C656-EAD4-F84D-B5E1A705D2C2}"/>
                  </a:ext>
                </a:extLst>
              </p:cNvPr>
              <p:cNvSpPr>
                <a:spLocks noRot="1" noChangeAspect="1" noMove="1" noResize="1" noEditPoints="1" noAdjustHandles="1" noChangeArrowheads="1" noChangeShapeType="1" noTextEdit="1"/>
              </p:cNvSpPr>
              <p:nvPr/>
            </p:nvSpPr>
            <p:spPr>
              <a:xfrm>
                <a:off x="3746454" y="5339519"/>
                <a:ext cx="1305606" cy="523220"/>
              </a:xfrm>
              <a:prstGeom prst="rect">
                <a:avLst/>
              </a:prstGeom>
              <a:blipFill>
                <a:blip r:embed="rId10"/>
                <a:stretch>
                  <a:fillRect/>
                </a:stretch>
              </a:blipFill>
            </p:spPr>
            <p:txBody>
              <a:bodyPr/>
              <a:lstStyle/>
              <a:p>
                <a:r>
                  <a:rPr lang="en-IN">
                    <a:noFill/>
                  </a:rPr>
                  <a:t> </a:t>
                </a:r>
              </a:p>
            </p:txBody>
          </p:sp>
        </mc:Fallback>
      </mc:AlternateContent>
      <p:sp>
        <p:nvSpPr>
          <p:cNvPr id="19" name="Rectangle 18">
            <a:extLst>
              <a:ext uri="{FF2B5EF4-FFF2-40B4-BE49-F238E27FC236}">
                <a16:creationId xmlns:a16="http://schemas.microsoft.com/office/drawing/2014/main" id="{88662A7D-9C54-5A18-0961-3C6A5C4F1ED7}"/>
              </a:ext>
            </a:extLst>
          </p:cNvPr>
          <p:cNvSpPr/>
          <p:nvPr/>
        </p:nvSpPr>
        <p:spPr>
          <a:xfrm>
            <a:off x="6131421" y="1000857"/>
            <a:ext cx="2532181" cy="523220"/>
          </a:xfrm>
          <a:prstGeom prst="rect">
            <a:avLst/>
          </a:prstGeom>
        </p:spPr>
        <p:txBody>
          <a:bodyPr wrap="square">
            <a:spAutoFit/>
          </a:bodyPr>
          <a:lstStyle/>
          <a:p>
            <a:pPr lvl="0"/>
            <a:r>
              <a:rPr lang="en-US" sz="2800" b="1" dirty="0">
                <a:solidFill>
                  <a:srgbClr val="002060"/>
                </a:solidFill>
              </a:rPr>
              <a:t>Critical Region :</a:t>
            </a:r>
            <a:r>
              <a:rPr lang="en-US" sz="2800" u="sng" dirty="0">
                <a:solidFill>
                  <a:srgbClr val="002060"/>
                </a:solidFill>
              </a:rPr>
              <a:t>  </a:t>
            </a: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AD60D837-694B-8999-153E-5E8D3118B663}"/>
                  </a:ext>
                </a:extLst>
              </p:cNvPr>
              <p:cNvSpPr txBox="1"/>
              <p:nvPr/>
            </p:nvSpPr>
            <p:spPr>
              <a:xfrm>
                <a:off x="8377854" y="1002226"/>
                <a:ext cx="2697479"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IN" sz="2800" i="1" smtClean="0">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US" sz="2800">
                                  <a:solidFill>
                                    <a:srgbClr val="002060"/>
                                  </a:solidFill>
                                  <a:latin typeface="Cambria Math" panose="02040503050406030204" pitchFamily="18" charset="0"/>
                                </a:rPr>
                                <m:t>Z</m:t>
                              </m:r>
                            </m:e>
                            <m:sub>
                              <m:r>
                                <a:rPr lang="en-US" sz="2800">
                                  <a:solidFill>
                                    <a:srgbClr val="002060"/>
                                  </a:solidFill>
                                  <a:latin typeface="Cambria Math" panose="02040503050406030204" pitchFamily="18" charset="0"/>
                                </a:rPr>
                                <m:t>0.0</m:t>
                              </m:r>
                              <m:r>
                                <a:rPr lang="en-IN" sz="2800" b="0" i="0" smtClean="0">
                                  <a:solidFill>
                                    <a:srgbClr val="002060"/>
                                  </a:solidFill>
                                  <a:latin typeface="Cambria Math" panose="02040503050406030204" pitchFamily="18" charset="0"/>
                                </a:rPr>
                                <m:t>5</m:t>
                              </m:r>
                            </m:sub>
                          </m:sSub>
                          <m:r>
                            <a:rPr lang="en-US" sz="2800" i="1">
                              <a:solidFill>
                                <a:srgbClr val="002060"/>
                              </a:solidFill>
                              <a:latin typeface="Cambria Math" panose="02040503050406030204" pitchFamily="18" charset="0"/>
                            </a:rPr>
                            <m:t> </m:t>
                          </m:r>
                        </m:e>
                      </m:d>
                      <m:r>
                        <a:rPr lang="en-US" sz="2800">
                          <a:solidFill>
                            <a:srgbClr val="002060"/>
                          </a:solidFill>
                          <a:latin typeface="Cambria Math" panose="02040503050406030204" pitchFamily="18" charset="0"/>
                        </a:rPr>
                        <m:t>=</m:t>
                      </m:r>
                      <m:r>
                        <a:rPr lang="en-IN" sz="2800" i="1" smtClean="0">
                          <a:solidFill>
                            <a:srgbClr val="002060"/>
                          </a:solidFill>
                          <a:latin typeface="Cambria Math" panose="02040503050406030204" pitchFamily="18" charset="0"/>
                        </a:rPr>
                        <m:t>1</m:t>
                      </m:r>
                      <m:r>
                        <a:rPr lang="en-IN" sz="2800" b="0" i="1" smtClean="0">
                          <a:solidFill>
                            <a:srgbClr val="002060"/>
                          </a:solidFill>
                          <a:latin typeface="Cambria Math" panose="02040503050406030204" pitchFamily="18" charset="0"/>
                        </a:rPr>
                        <m:t>.645</m:t>
                      </m:r>
                    </m:oMath>
                  </m:oMathPara>
                </a14:m>
                <a:endParaRPr lang="en-IN" sz="2800" dirty="0">
                  <a:solidFill>
                    <a:srgbClr val="002060"/>
                  </a:solidFill>
                </a:endParaRPr>
              </a:p>
            </p:txBody>
          </p:sp>
        </mc:Choice>
        <mc:Fallback xmlns="">
          <p:sp>
            <p:nvSpPr>
              <p:cNvPr id="21" name="TextBox 20">
                <a:extLst>
                  <a:ext uri="{FF2B5EF4-FFF2-40B4-BE49-F238E27FC236}">
                    <a16:creationId xmlns:a16="http://schemas.microsoft.com/office/drawing/2014/main" id="{AD60D837-694B-8999-153E-5E8D3118B663}"/>
                  </a:ext>
                </a:extLst>
              </p:cNvPr>
              <p:cNvSpPr txBox="1">
                <a:spLocks noRot="1" noChangeAspect="1" noMove="1" noResize="1" noEditPoints="1" noAdjustHandles="1" noChangeArrowheads="1" noChangeShapeType="1" noTextEdit="1"/>
              </p:cNvSpPr>
              <p:nvPr/>
            </p:nvSpPr>
            <p:spPr>
              <a:xfrm>
                <a:off x="8377854" y="1002226"/>
                <a:ext cx="2697479" cy="523220"/>
              </a:xfrm>
              <a:prstGeom prst="rect">
                <a:avLst/>
              </a:prstGeom>
              <a:blipFill>
                <a:blip r:embed="rId11"/>
                <a:stretch>
                  <a:fillRect/>
                </a:stretch>
              </a:blipFill>
            </p:spPr>
            <p:txBody>
              <a:bodyPr/>
              <a:lstStyle/>
              <a:p>
                <a:r>
                  <a:rPr lang="en-IN">
                    <a:noFill/>
                  </a:rPr>
                  <a:t> </a:t>
                </a:r>
              </a:p>
            </p:txBody>
          </p:sp>
        </mc:Fallback>
      </mc:AlternateContent>
      <p:sp>
        <p:nvSpPr>
          <p:cNvPr id="23" name="Rectangle 22">
            <a:extLst>
              <a:ext uri="{FF2B5EF4-FFF2-40B4-BE49-F238E27FC236}">
                <a16:creationId xmlns:a16="http://schemas.microsoft.com/office/drawing/2014/main" id="{9A6906E5-A411-7FA1-B35E-2E22E0D47571}"/>
              </a:ext>
            </a:extLst>
          </p:cNvPr>
          <p:cNvSpPr/>
          <p:nvPr/>
        </p:nvSpPr>
        <p:spPr>
          <a:xfrm>
            <a:off x="6107431" y="1685577"/>
            <a:ext cx="1973580" cy="523220"/>
          </a:xfrm>
          <a:prstGeom prst="rect">
            <a:avLst/>
          </a:prstGeom>
        </p:spPr>
        <p:txBody>
          <a:bodyPr wrap="square">
            <a:spAutoFit/>
          </a:bodyPr>
          <a:lstStyle/>
          <a:p>
            <a:pPr lvl="0"/>
            <a:r>
              <a:rPr lang="en-US" sz="2800" b="1" dirty="0">
                <a:solidFill>
                  <a:srgbClr val="002060"/>
                </a:solidFill>
              </a:rPr>
              <a:t>Conclusion :</a:t>
            </a:r>
            <a:r>
              <a:rPr lang="en-US" sz="2800" u="sng" dirty="0">
                <a:solidFill>
                  <a:srgbClr val="002060"/>
                </a:solidFill>
              </a:rPr>
              <a:t>  </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B3659B9B-7D68-03BF-D587-CFA976CFB3B9}"/>
                  </a:ext>
                </a:extLst>
              </p:cNvPr>
              <p:cNvSpPr txBox="1"/>
              <p:nvPr/>
            </p:nvSpPr>
            <p:spPr>
              <a:xfrm>
                <a:off x="5966123" y="2299679"/>
                <a:ext cx="2127799"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IN" sz="2800" i="1" smtClean="0">
                              <a:solidFill>
                                <a:srgbClr val="002060"/>
                              </a:solidFill>
                              <a:latin typeface="Cambria Math" panose="02040503050406030204" pitchFamily="18" charset="0"/>
                            </a:rPr>
                          </m:ctrlPr>
                        </m:dPr>
                        <m:e>
                          <m:r>
                            <a:rPr lang="en-IN" sz="2800" b="0" i="0" smtClean="0">
                              <a:solidFill>
                                <a:srgbClr val="002060"/>
                              </a:solidFill>
                              <a:latin typeface="Cambria Math" panose="02040503050406030204" pitchFamily="18" charset="0"/>
                            </a:rPr>
                            <m:t> </m:t>
                          </m:r>
                          <m:r>
                            <m:rPr>
                              <m:sty m:val="p"/>
                            </m:rPr>
                            <a:rPr lang="en-IN" sz="2800" b="0" i="0" smtClean="0">
                              <a:solidFill>
                                <a:srgbClr val="002060"/>
                              </a:solidFill>
                              <a:latin typeface="Cambria Math" panose="02040503050406030204" pitchFamily="18" charset="0"/>
                            </a:rPr>
                            <m:t>Z</m:t>
                          </m:r>
                          <m:r>
                            <a:rPr lang="en-US" sz="2800" i="1">
                              <a:solidFill>
                                <a:srgbClr val="002060"/>
                              </a:solidFill>
                              <a:latin typeface="Cambria Math" panose="02040503050406030204" pitchFamily="18" charset="0"/>
                            </a:rPr>
                            <m:t> </m:t>
                          </m:r>
                        </m:e>
                      </m:d>
                      <m:r>
                        <a:rPr lang="en-US" sz="2800">
                          <a:solidFill>
                            <a:srgbClr val="002060"/>
                          </a:solidFill>
                          <a:latin typeface="Cambria Math" panose="02040503050406030204" pitchFamily="18" charset="0"/>
                        </a:rPr>
                        <m:t>=</m:t>
                      </m:r>
                      <m:r>
                        <a:rPr lang="en-IN" sz="2800" b="0" i="0" smtClean="0">
                          <a:solidFill>
                            <a:srgbClr val="002060"/>
                          </a:solidFill>
                          <a:latin typeface="Cambria Math" panose="02040503050406030204" pitchFamily="18" charset="0"/>
                        </a:rPr>
                        <m:t>2.29</m:t>
                      </m:r>
                    </m:oMath>
                  </m:oMathPara>
                </a14:m>
                <a:endParaRPr lang="en-IN" sz="2800" dirty="0">
                  <a:solidFill>
                    <a:srgbClr val="002060"/>
                  </a:solidFill>
                </a:endParaRPr>
              </a:p>
            </p:txBody>
          </p:sp>
        </mc:Choice>
        <mc:Fallback xmlns="">
          <p:sp>
            <p:nvSpPr>
              <p:cNvPr id="24" name="TextBox 23">
                <a:extLst>
                  <a:ext uri="{FF2B5EF4-FFF2-40B4-BE49-F238E27FC236}">
                    <a16:creationId xmlns:a16="http://schemas.microsoft.com/office/drawing/2014/main" id="{B3659B9B-7D68-03BF-D587-CFA976CFB3B9}"/>
                  </a:ext>
                </a:extLst>
              </p:cNvPr>
              <p:cNvSpPr txBox="1">
                <a:spLocks noRot="1" noChangeAspect="1" noMove="1" noResize="1" noEditPoints="1" noAdjustHandles="1" noChangeArrowheads="1" noChangeShapeType="1" noTextEdit="1"/>
              </p:cNvSpPr>
              <p:nvPr/>
            </p:nvSpPr>
            <p:spPr>
              <a:xfrm>
                <a:off x="5966123" y="2299679"/>
                <a:ext cx="2127799"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EAFE6B8A-4E00-CACE-2122-0815CF735BC1}"/>
                  </a:ext>
                </a:extLst>
              </p:cNvPr>
              <p:cNvSpPr txBox="1"/>
              <p:nvPr/>
            </p:nvSpPr>
            <p:spPr>
              <a:xfrm>
                <a:off x="7957641" y="2265389"/>
                <a:ext cx="541694" cy="95410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i="1">
                          <a:solidFill>
                            <a:srgbClr val="002060"/>
                          </a:solidFill>
                          <a:latin typeface="Cambria Math" panose="02040503050406030204" pitchFamily="18" charset="0"/>
                          <a:ea typeface="Cambria Math" panose="02040503050406030204" pitchFamily="18" charset="0"/>
                        </a:rPr>
                        <m:t>&gt;</m:t>
                      </m:r>
                    </m:oMath>
                  </m:oMathPara>
                </a14:m>
                <a:endParaRPr lang="en-IN" sz="2800" dirty="0">
                  <a:solidFill>
                    <a:srgbClr val="002060"/>
                  </a:solidFill>
                </a:endParaRPr>
              </a:p>
              <a:p>
                <a:endParaRPr lang="en-IN" sz="2800" dirty="0">
                  <a:solidFill>
                    <a:srgbClr val="002060"/>
                  </a:solidFill>
                </a:endParaRPr>
              </a:p>
            </p:txBody>
          </p:sp>
        </mc:Choice>
        <mc:Fallback xmlns="">
          <p:sp>
            <p:nvSpPr>
              <p:cNvPr id="26" name="TextBox 25">
                <a:extLst>
                  <a:ext uri="{FF2B5EF4-FFF2-40B4-BE49-F238E27FC236}">
                    <a16:creationId xmlns:a16="http://schemas.microsoft.com/office/drawing/2014/main" id="{EAFE6B8A-4E00-CACE-2122-0815CF735BC1}"/>
                  </a:ext>
                </a:extLst>
              </p:cNvPr>
              <p:cNvSpPr txBox="1">
                <a:spLocks noRot="1" noChangeAspect="1" noMove="1" noResize="1" noEditPoints="1" noAdjustHandles="1" noChangeArrowheads="1" noChangeShapeType="1" noTextEdit="1"/>
              </p:cNvSpPr>
              <p:nvPr/>
            </p:nvSpPr>
            <p:spPr>
              <a:xfrm>
                <a:off x="7957641" y="2265389"/>
                <a:ext cx="541694" cy="954107"/>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Rectangle 26">
                <a:extLst>
                  <a:ext uri="{FF2B5EF4-FFF2-40B4-BE49-F238E27FC236}">
                    <a16:creationId xmlns:a16="http://schemas.microsoft.com/office/drawing/2014/main" id="{FF4AA6AF-7B6F-5AA5-56BC-BC33562FCEB2}"/>
                  </a:ext>
                </a:extLst>
              </p:cNvPr>
              <p:cNvSpPr/>
              <p:nvPr/>
            </p:nvSpPr>
            <p:spPr>
              <a:xfrm>
                <a:off x="6104535" y="3031680"/>
                <a:ext cx="2532181" cy="523220"/>
              </a:xfrm>
              <a:prstGeom prst="rect">
                <a:avLst/>
              </a:prstGeom>
            </p:spPr>
            <p:txBody>
              <a:bodyPr wrap="square">
                <a:spAutoFit/>
              </a:bodyPr>
              <a:lstStyle/>
              <a:p>
                <a:pPr lvl="0"/>
                <a14:m>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sSub>
                      <m:sSubPr>
                        <m:ctrlPr>
                          <a:rPr lang="en-US"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H</m:t>
                        </m:r>
                      </m:e>
                      <m:sub>
                        <m:r>
                          <a:rPr lang="en-IN" sz="2800">
                            <a:solidFill>
                              <a:srgbClr val="002060"/>
                            </a:solidFill>
                            <a:latin typeface="Cambria Math" panose="02040503050406030204" pitchFamily="18" charset="0"/>
                          </a:rPr>
                          <m:t>0</m:t>
                        </m:r>
                      </m:sub>
                    </m:sSub>
                  </m:oMath>
                </a14:m>
                <a:r>
                  <a:rPr lang="en-US" sz="2800" dirty="0">
                    <a:solidFill>
                      <a:srgbClr val="002060"/>
                    </a:solidFill>
                  </a:rPr>
                  <a:t> Reject</a:t>
                </a:r>
                <a:r>
                  <a:rPr lang="en-US" sz="2800" u="sng" dirty="0">
                    <a:solidFill>
                      <a:srgbClr val="002060"/>
                    </a:solidFill>
                  </a:rPr>
                  <a:t>  </a:t>
                </a:r>
              </a:p>
            </p:txBody>
          </p:sp>
        </mc:Choice>
        <mc:Fallback xmlns="">
          <p:sp>
            <p:nvSpPr>
              <p:cNvPr id="27" name="Rectangle 26">
                <a:extLst>
                  <a:ext uri="{FF2B5EF4-FFF2-40B4-BE49-F238E27FC236}">
                    <a16:creationId xmlns:a16="http://schemas.microsoft.com/office/drawing/2014/main" id="{FF4AA6AF-7B6F-5AA5-56BC-BC33562FCEB2}"/>
                  </a:ext>
                </a:extLst>
              </p:cNvPr>
              <p:cNvSpPr>
                <a:spLocks noRot="1" noChangeAspect="1" noMove="1" noResize="1" noEditPoints="1" noAdjustHandles="1" noChangeArrowheads="1" noChangeShapeType="1" noTextEdit="1"/>
              </p:cNvSpPr>
              <p:nvPr/>
            </p:nvSpPr>
            <p:spPr>
              <a:xfrm>
                <a:off x="6104535" y="3031680"/>
                <a:ext cx="2532181" cy="523220"/>
              </a:xfrm>
              <a:prstGeom prst="rect">
                <a:avLst/>
              </a:prstGeom>
              <a:blipFill>
                <a:blip r:embed="rId14"/>
                <a:stretch>
                  <a:fillRect t="-11628" b="-3139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05A898B6-53B7-281D-394A-9E1274996242}"/>
                  </a:ext>
                </a:extLst>
              </p:cNvPr>
              <p:cNvSpPr/>
              <p:nvPr/>
            </p:nvSpPr>
            <p:spPr>
              <a:xfrm>
                <a:off x="6131421" y="3656930"/>
                <a:ext cx="5761602" cy="1313180"/>
              </a:xfrm>
              <a:prstGeom prst="rect">
                <a:avLst/>
              </a:prstGeom>
            </p:spPr>
            <p:txBody>
              <a:bodyPr wrap="square">
                <a:spAutoFit/>
              </a:bodyPr>
              <a:lstStyle/>
              <a:p>
                <a:pPr lvl="0">
                  <a:lnSpc>
                    <a:spcPct val="150000"/>
                  </a:lnSpc>
                </a:pPr>
                <a:r>
                  <a:rPr lang="en-US" sz="2800" dirty="0">
                    <a:solidFill>
                      <a:srgbClr val="002060"/>
                    </a:solidFill>
                  </a:rPr>
                  <a:t>i.e., The company’s claim is invalid at  </a:t>
                </a:r>
              </a:p>
              <a:p>
                <a:pPr lvl="0">
                  <a:lnSpc>
                    <a:spcPct val="150000"/>
                  </a:lnSpc>
                </a:pPr>
                <a:r>
                  <a:rPr lang="en-US" sz="2800" b="0" dirty="0">
                    <a:solidFill>
                      <a:srgbClr val="002060"/>
                    </a:solidFill>
                  </a:rPr>
                  <a:t>        </a:t>
                </a:r>
                <a14:m>
                  <m:oMath xmlns:m="http://schemas.openxmlformats.org/officeDocument/2006/math">
                    <m:r>
                      <a:rPr lang="en-IN" sz="2800" b="0" i="1" smtClean="0">
                        <a:solidFill>
                          <a:srgbClr val="002060"/>
                        </a:solidFill>
                        <a:latin typeface="Cambria Math" panose="02040503050406030204" pitchFamily="18" charset="0"/>
                      </a:rPr>
                      <m:t>5%</m:t>
                    </m:r>
                  </m:oMath>
                </a14:m>
                <a:r>
                  <a:rPr lang="en-US" sz="2800" dirty="0">
                    <a:solidFill>
                      <a:srgbClr val="002060"/>
                    </a:solidFill>
                  </a:rPr>
                  <a:t> LOS. </a:t>
                </a:r>
                <a:endParaRPr lang="en-US" sz="2800" u="sng" dirty="0">
                  <a:solidFill>
                    <a:srgbClr val="002060"/>
                  </a:solidFill>
                </a:endParaRPr>
              </a:p>
            </p:txBody>
          </p:sp>
        </mc:Choice>
        <mc:Fallback xmlns="">
          <p:sp>
            <p:nvSpPr>
              <p:cNvPr id="28" name="Rectangle 27">
                <a:extLst>
                  <a:ext uri="{FF2B5EF4-FFF2-40B4-BE49-F238E27FC236}">
                    <a16:creationId xmlns:a16="http://schemas.microsoft.com/office/drawing/2014/main" id="{05A898B6-53B7-281D-394A-9E1274996242}"/>
                  </a:ext>
                </a:extLst>
              </p:cNvPr>
              <p:cNvSpPr>
                <a:spLocks noRot="1" noChangeAspect="1" noMove="1" noResize="1" noEditPoints="1" noAdjustHandles="1" noChangeArrowheads="1" noChangeShapeType="1" noTextEdit="1"/>
              </p:cNvSpPr>
              <p:nvPr/>
            </p:nvSpPr>
            <p:spPr>
              <a:xfrm>
                <a:off x="6131421" y="3656930"/>
                <a:ext cx="5761602" cy="1313180"/>
              </a:xfrm>
              <a:prstGeom prst="rect">
                <a:avLst/>
              </a:prstGeom>
              <a:blipFill>
                <a:blip r:embed="rId15"/>
                <a:stretch>
                  <a:fillRect l="-2222" b="-12558"/>
                </a:stretch>
              </a:blipFill>
            </p:spPr>
            <p:txBody>
              <a:bodyPr/>
              <a:lstStyle/>
              <a:p>
                <a:r>
                  <a:rPr lang="en-IN">
                    <a:noFill/>
                  </a:rPr>
                  <a:t> </a:t>
                </a:r>
              </a:p>
            </p:txBody>
          </p:sp>
        </mc:Fallback>
      </mc:AlternateContent>
      <p:sp>
        <p:nvSpPr>
          <p:cNvPr id="6" name="Rectangle 5">
            <a:extLst>
              <a:ext uri="{FF2B5EF4-FFF2-40B4-BE49-F238E27FC236}">
                <a16:creationId xmlns:a16="http://schemas.microsoft.com/office/drawing/2014/main" id="{40279D01-A104-DDF5-FD7C-EFBBB8D7715F}"/>
              </a:ext>
            </a:extLst>
          </p:cNvPr>
          <p:cNvSpPr/>
          <p:nvPr/>
        </p:nvSpPr>
        <p:spPr>
          <a:xfrm>
            <a:off x="3034365" y="1674147"/>
            <a:ext cx="2713269" cy="523220"/>
          </a:xfrm>
          <a:prstGeom prst="rect">
            <a:avLst/>
          </a:prstGeom>
        </p:spPr>
        <p:txBody>
          <a:bodyPr wrap="square">
            <a:spAutoFit/>
          </a:bodyPr>
          <a:lstStyle/>
          <a:p>
            <a:pPr lvl="0"/>
            <a:r>
              <a:rPr lang="en-US" sz="2800" dirty="0">
                <a:solidFill>
                  <a:srgbClr val="002060"/>
                </a:solidFill>
              </a:rPr>
              <a:t>(Right tailed test)</a:t>
            </a:r>
            <a:r>
              <a:rPr lang="en-US" sz="2800" u="sng" dirty="0">
                <a:solidFill>
                  <a:srgbClr val="002060"/>
                </a:solidFill>
              </a:rPr>
              <a:t>  </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7610DED-8169-F7FF-970A-D8C49ABA8EC4}"/>
                  </a:ext>
                </a:extLst>
              </p:cNvPr>
              <p:cNvSpPr txBox="1"/>
              <p:nvPr/>
            </p:nvSpPr>
            <p:spPr>
              <a:xfrm>
                <a:off x="8320703" y="2263155"/>
                <a:ext cx="2697479"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IN" sz="2800" i="1" smtClean="0">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US" sz="2800">
                                  <a:solidFill>
                                    <a:srgbClr val="002060"/>
                                  </a:solidFill>
                                  <a:latin typeface="Cambria Math" panose="02040503050406030204" pitchFamily="18" charset="0"/>
                                </a:rPr>
                                <m:t>Z</m:t>
                              </m:r>
                            </m:e>
                            <m:sub>
                              <m:r>
                                <a:rPr lang="en-US" sz="2800">
                                  <a:solidFill>
                                    <a:srgbClr val="002060"/>
                                  </a:solidFill>
                                  <a:latin typeface="Cambria Math" panose="02040503050406030204" pitchFamily="18" charset="0"/>
                                </a:rPr>
                                <m:t>0.0</m:t>
                              </m:r>
                              <m:r>
                                <a:rPr lang="en-IN" sz="2800" b="0" i="0" smtClean="0">
                                  <a:solidFill>
                                    <a:srgbClr val="002060"/>
                                  </a:solidFill>
                                  <a:latin typeface="Cambria Math" panose="02040503050406030204" pitchFamily="18" charset="0"/>
                                </a:rPr>
                                <m:t>5</m:t>
                              </m:r>
                            </m:sub>
                          </m:sSub>
                          <m:r>
                            <a:rPr lang="en-US" sz="2800" i="1">
                              <a:solidFill>
                                <a:srgbClr val="002060"/>
                              </a:solidFill>
                              <a:latin typeface="Cambria Math" panose="02040503050406030204" pitchFamily="18" charset="0"/>
                            </a:rPr>
                            <m:t> </m:t>
                          </m:r>
                        </m:e>
                      </m:d>
                      <m:r>
                        <a:rPr lang="en-US" sz="2800">
                          <a:solidFill>
                            <a:srgbClr val="002060"/>
                          </a:solidFill>
                          <a:latin typeface="Cambria Math" panose="02040503050406030204" pitchFamily="18" charset="0"/>
                        </a:rPr>
                        <m:t>=</m:t>
                      </m:r>
                      <m:r>
                        <a:rPr lang="en-IN" sz="2800" i="1" smtClean="0">
                          <a:solidFill>
                            <a:srgbClr val="002060"/>
                          </a:solidFill>
                          <a:latin typeface="Cambria Math" panose="02040503050406030204" pitchFamily="18" charset="0"/>
                        </a:rPr>
                        <m:t>1</m:t>
                      </m:r>
                      <m:r>
                        <a:rPr lang="en-IN" sz="2800" b="0" i="1" smtClean="0">
                          <a:solidFill>
                            <a:srgbClr val="002060"/>
                          </a:solidFill>
                          <a:latin typeface="Cambria Math" panose="02040503050406030204" pitchFamily="18" charset="0"/>
                        </a:rPr>
                        <m:t>.645</m:t>
                      </m:r>
                    </m:oMath>
                  </m:oMathPara>
                </a14:m>
                <a:endParaRPr lang="en-IN" sz="2800" dirty="0">
                  <a:solidFill>
                    <a:srgbClr val="002060"/>
                  </a:solidFill>
                </a:endParaRPr>
              </a:p>
            </p:txBody>
          </p:sp>
        </mc:Choice>
        <mc:Fallback xmlns="">
          <p:sp>
            <p:nvSpPr>
              <p:cNvPr id="7" name="TextBox 6">
                <a:extLst>
                  <a:ext uri="{FF2B5EF4-FFF2-40B4-BE49-F238E27FC236}">
                    <a16:creationId xmlns:a16="http://schemas.microsoft.com/office/drawing/2014/main" id="{87610DED-8169-F7FF-970A-D8C49ABA8EC4}"/>
                  </a:ext>
                </a:extLst>
              </p:cNvPr>
              <p:cNvSpPr txBox="1">
                <a:spLocks noRot="1" noChangeAspect="1" noMove="1" noResize="1" noEditPoints="1" noAdjustHandles="1" noChangeArrowheads="1" noChangeShapeType="1" noTextEdit="1"/>
              </p:cNvSpPr>
              <p:nvPr/>
            </p:nvSpPr>
            <p:spPr>
              <a:xfrm>
                <a:off x="8320703" y="2263155"/>
                <a:ext cx="2697479" cy="523220"/>
              </a:xfrm>
              <a:prstGeom prst="rect">
                <a:avLst/>
              </a:prstGeom>
              <a:blipFill>
                <a:blip r:embed="rId16"/>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921469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1"/>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3"/>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16"/>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8"/>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17"/>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18"/>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19"/>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21"/>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23"/>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24"/>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7"/>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26"/>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27"/>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8" grpId="0"/>
      <p:bldP spid="9" grpId="0"/>
      <p:bldP spid="10" grpId="0"/>
      <p:bldP spid="11" grpId="0"/>
      <p:bldP spid="12" grpId="0"/>
      <p:bldP spid="13" grpId="0"/>
      <p:bldP spid="16" grpId="0"/>
      <p:bldP spid="17" grpId="0"/>
      <p:bldP spid="18" grpId="0"/>
      <p:bldP spid="19" grpId="0"/>
      <p:bldP spid="21" grpId="0"/>
      <p:bldP spid="23" grpId="0"/>
      <p:bldP spid="24" grpId="0"/>
      <p:bldP spid="26" grpId="0"/>
      <p:bldP spid="27" grpId="0"/>
      <p:bldP spid="28" grpId="0"/>
      <p:bldP spid="6" grpId="0"/>
      <p:bldP spid="7" grpId="0"/>
    </p:bldLst>
  </p:timing>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64754-5A2D-1DE8-9DF4-AEBC284AA53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a:extLst>
                  <a:ext uri="{FF2B5EF4-FFF2-40B4-BE49-F238E27FC236}">
                    <a16:creationId xmlns:a16="http://schemas.microsoft.com/office/drawing/2014/main" id="{4D0707CD-0974-DFF5-3610-902A0459D10E}"/>
                  </a:ext>
                </a:extLst>
              </p:cNvPr>
              <p:cNvSpPr txBox="1">
                <a:spLocks/>
              </p:cNvSpPr>
              <p:nvPr/>
            </p:nvSpPr>
            <p:spPr>
              <a:xfrm>
                <a:off x="131177" y="869081"/>
                <a:ext cx="11929643" cy="220184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In a big city, 325 men out of 600 were found to be smokers. Does information support the conclusion that the majority of men in this city are smokers?</a:t>
                </a:r>
                <a:endParaRPr lang="en-IN" dirty="0"/>
              </a:p>
              <a:p>
                <a:pPr/>
                <a14:m>
                  <m:oMathPara xmlns:m="http://schemas.openxmlformats.org/officeDocument/2006/math">
                    <m:oMathParaPr>
                      <m:jc m:val="left"/>
                    </m:oMathParaPr>
                    <m:oMath xmlns:m="http://schemas.openxmlformats.org/officeDocument/2006/math">
                      <m:d>
                        <m:dPr>
                          <m:ctrlPr>
                            <a:rPr lang="en-IN" i="1">
                              <a:latin typeface="Cambria Math" panose="02040503050406030204" pitchFamily="18" charset="0"/>
                            </a:rPr>
                          </m:ctrlPr>
                        </m:dPr>
                        <m:e>
                          <m:sSub>
                            <m:sSubPr>
                              <m:ctrlPr>
                                <a:rPr lang="en-IN" i="1">
                                  <a:latin typeface="Cambria Math" panose="02040503050406030204" pitchFamily="18" charset="0"/>
                                </a:rPr>
                              </m:ctrlPr>
                            </m:sSubPr>
                            <m:e>
                              <m:r>
                                <m:rPr>
                                  <m:sty m:val="p"/>
                                </m:rPr>
                                <a:rPr lang="en-US">
                                  <a:latin typeface="Cambria Math" panose="02040503050406030204" pitchFamily="18" charset="0"/>
                                </a:rPr>
                                <m:t>Z</m:t>
                              </m:r>
                            </m:e>
                            <m:sub>
                              <m:r>
                                <a:rPr lang="en-US">
                                  <a:latin typeface="Cambria Math" panose="02040503050406030204" pitchFamily="18" charset="0"/>
                                </a:rPr>
                                <m:t>0.05</m:t>
                              </m:r>
                            </m:sub>
                          </m:sSub>
                          <m:r>
                            <a:rPr lang="en-US">
                              <a:latin typeface="Cambria Math" panose="02040503050406030204" pitchFamily="18" charset="0"/>
                            </a:rPr>
                            <m:t>=1.645 </m:t>
                          </m:r>
                        </m:e>
                      </m:d>
                    </m:oMath>
                  </m:oMathPara>
                </a14:m>
                <a:endParaRPr lang="en-IN" dirty="0"/>
              </a:p>
            </p:txBody>
          </p:sp>
        </mc:Choice>
        <mc:Fallback xmlns="">
          <p:sp>
            <p:nvSpPr>
              <p:cNvPr id="19" name="Content Placeholder 2">
                <a:extLst>
                  <a:ext uri="{FF2B5EF4-FFF2-40B4-BE49-F238E27FC236}">
                    <a16:creationId xmlns:a16="http://schemas.microsoft.com/office/drawing/2014/main" id="{4D0707CD-0974-DFF5-3610-902A0459D10E}"/>
                  </a:ext>
                </a:extLst>
              </p:cNvPr>
              <p:cNvSpPr txBox="1">
                <a:spLocks noRot="1" noChangeAspect="1" noMove="1" noResize="1" noEditPoints="1" noAdjustHandles="1" noChangeArrowheads="1" noChangeShapeType="1" noTextEdit="1"/>
              </p:cNvSpPr>
              <p:nvPr/>
            </p:nvSpPr>
            <p:spPr>
              <a:xfrm>
                <a:off x="131177" y="869081"/>
                <a:ext cx="11929643" cy="2201840"/>
              </a:xfrm>
              <a:prstGeom prst="rect">
                <a:avLst/>
              </a:prstGeom>
              <a:blipFill>
                <a:blip r:embed="rId2"/>
                <a:stretch>
                  <a:fillRect l="-1074" r="-1074"/>
                </a:stretch>
              </a:blipFill>
              <a:ln>
                <a:noFill/>
              </a:ln>
            </p:spPr>
            <p:txBody>
              <a:bodyPr/>
              <a:lstStyle/>
              <a:p>
                <a:r>
                  <a:rPr lang="en-IN">
                    <a:noFill/>
                  </a:rPr>
                  <a:t> </a:t>
                </a:r>
              </a:p>
            </p:txBody>
          </p:sp>
        </mc:Fallback>
      </mc:AlternateContent>
      <p:sp>
        <p:nvSpPr>
          <p:cNvPr id="2" name="Title 1">
            <a:extLst>
              <a:ext uri="{FF2B5EF4-FFF2-40B4-BE49-F238E27FC236}">
                <a16:creationId xmlns:a16="http://schemas.microsoft.com/office/drawing/2014/main" id="{EE9B2C95-27B4-44EE-9FF5-2F24436444D7}"/>
              </a:ext>
            </a:extLst>
          </p:cNvPr>
          <p:cNvSpPr>
            <a:spLocks noGrp="1"/>
          </p:cNvSpPr>
          <p:nvPr>
            <p:ph type="title"/>
          </p:nvPr>
        </p:nvSpPr>
        <p:spPr/>
        <p:txBody>
          <a:bodyPr/>
          <a:lstStyle/>
          <a:p>
            <a:r>
              <a:rPr lang="en-GB" dirty="0"/>
              <a:t>Method 5 ⇝ Example 7</a:t>
            </a:r>
            <a:endParaRPr lang="en-US" dirty="0"/>
          </a:p>
        </p:txBody>
      </p:sp>
      <p:sp>
        <p:nvSpPr>
          <p:cNvPr id="50" name="Rectangle 49">
            <a:extLst>
              <a:ext uri="{FF2B5EF4-FFF2-40B4-BE49-F238E27FC236}">
                <a16:creationId xmlns:a16="http://schemas.microsoft.com/office/drawing/2014/main" id="{FDB0DAFC-E951-67A2-AC30-6E4B460F573A}"/>
              </a:ext>
            </a:extLst>
          </p:cNvPr>
          <p:cNvSpPr/>
          <p:nvPr/>
        </p:nvSpPr>
        <p:spPr>
          <a:xfrm>
            <a:off x="131177" y="3322975"/>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7C313CED-A393-5960-793A-9F08B8D1BD5C}"/>
                  </a:ext>
                </a:extLst>
              </p:cNvPr>
              <p:cNvSpPr/>
              <p:nvPr/>
            </p:nvSpPr>
            <p:spPr>
              <a:xfrm>
                <a:off x="1614167" y="3322975"/>
                <a:ext cx="1530355"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IN" sz="2800" b="0" i="0" smtClean="0">
                          <a:solidFill>
                            <a:srgbClr val="002060"/>
                          </a:solidFill>
                          <a:latin typeface="Cambria Math" panose="02040503050406030204" pitchFamily="18" charset="0"/>
                        </a:rPr>
                        <m:t>n</m:t>
                      </m:r>
                      <m:r>
                        <a:rPr lang="en-IN" sz="2800" b="0" i="0" smtClean="0">
                          <a:solidFill>
                            <a:srgbClr val="002060"/>
                          </a:solidFill>
                          <a:latin typeface="Cambria Math" panose="02040503050406030204" pitchFamily="18" charset="0"/>
                        </a:rPr>
                        <m:t>=600</m:t>
                      </m:r>
                    </m:oMath>
                  </m:oMathPara>
                </a14:m>
                <a:endParaRPr lang="en-US" sz="2800" dirty="0">
                  <a:solidFill>
                    <a:srgbClr val="002060"/>
                  </a:solidFill>
                </a:endParaRPr>
              </a:p>
            </p:txBody>
          </p:sp>
        </mc:Choice>
        <mc:Fallback xmlns="">
          <p:sp>
            <p:nvSpPr>
              <p:cNvPr id="13" name="Rectangle 12">
                <a:extLst>
                  <a:ext uri="{FF2B5EF4-FFF2-40B4-BE49-F238E27FC236}">
                    <a16:creationId xmlns:a16="http://schemas.microsoft.com/office/drawing/2014/main" id="{7C313CED-A393-5960-793A-9F08B8D1BD5C}"/>
                  </a:ext>
                </a:extLst>
              </p:cNvPr>
              <p:cNvSpPr>
                <a:spLocks noRot="1" noChangeAspect="1" noMove="1" noResize="1" noEditPoints="1" noAdjustHandles="1" noChangeArrowheads="1" noChangeShapeType="1" noTextEdit="1"/>
              </p:cNvSpPr>
              <p:nvPr/>
            </p:nvSpPr>
            <p:spPr>
              <a:xfrm>
                <a:off x="1614167" y="3322975"/>
                <a:ext cx="1530355"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7A7A111F-5D30-2BAD-45B9-82C39877C381}"/>
                  </a:ext>
                </a:extLst>
              </p:cNvPr>
              <p:cNvSpPr/>
              <p:nvPr/>
            </p:nvSpPr>
            <p:spPr>
              <a:xfrm>
                <a:off x="1625597" y="3979078"/>
                <a:ext cx="3439147" cy="523220"/>
              </a:xfrm>
              <a:prstGeom prst="rect">
                <a:avLst/>
              </a:prstGeom>
            </p:spPr>
            <p:txBody>
              <a:bodyPr wrap="none">
                <a:spAutoFit/>
              </a:bodyPr>
              <a:lstStyle/>
              <a:p>
                <a14:m>
                  <m:oMath xmlns:m="http://schemas.openxmlformats.org/officeDocument/2006/math">
                    <m:r>
                      <m:rPr>
                        <m:sty m:val="p"/>
                      </m:rPr>
                      <a:rPr lang="en-IN" sz="2800" b="0" i="0" smtClean="0">
                        <a:solidFill>
                          <a:srgbClr val="002060"/>
                        </a:solidFill>
                        <a:latin typeface="Cambria Math" panose="02040503050406030204" pitchFamily="18" charset="0"/>
                      </a:rPr>
                      <m:t>p</m:t>
                    </m:r>
                    <m:r>
                      <a:rPr lang="en-IN" sz="2800" b="0" i="0" smtClean="0">
                        <a:solidFill>
                          <a:srgbClr val="002060"/>
                        </a:solidFill>
                        <a:latin typeface="Cambria Math" panose="02040503050406030204" pitchFamily="18" charset="0"/>
                      </a:rPr>
                      <m:t>= </m:t>
                    </m:r>
                  </m:oMath>
                </a14:m>
                <a:r>
                  <a:rPr lang="en-US" sz="2800" dirty="0">
                    <a:solidFill>
                      <a:srgbClr val="002060"/>
                    </a:solidFill>
                  </a:rPr>
                  <a:t>Sample proportion</a:t>
                </a:r>
              </a:p>
            </p:txBody>
          </p:sp>
        </mc:Choice>
        <mc:Fallback xmlns="">
          <p:sp>
            <p:nvSpPr>
              <p:cNvPr id="15" name="Rectangle 14">
                <a:extLst>
                  <a:ext uri="{FF2B5EF4-FFF2-40B4-BE49-F238E27FC236}">
                    <a16:creationId xmlns:a16="http://schemas.microsoft.com/office/drawing/2014/main" id="{7A7A111F-5D30-2BAD-45B9-82C39877C381}"/>
                  </a:ext>
                </a:extLst>
              </p:cNvPr>
              <p:cNvSpPr>
                <a:spLocks noRot="1" noChangeAspect="1" noMove="1" noResize="1" noEditPoints="1" noAdjustHandles="1" noChangeArrowheads="1" noChangeShapeType="1" noTextEdit="1"/>
              </p:cNvSpPr>
              <p:nvPr/>
            </p:nvSpPr>
            <p:spPr>
              <a:xfrm>
                <a:off x="1625597" y="3979078"/>
                <a:ext cx="3439147" cy="523220"/>
              </a:xfrm>
              <a:prstGeom prst="rect">
                <a:avLst/>
              </a:prstGeom>
              <a:blipFill>
                <a:blip r:embed="rId4"/>
                <a:stretch>
                  <a:fillRect t="-12791" r="-2660" b="-3139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831A79A8-87F8-160B-A991-B180BB5CB11C}"/>
                  </a:ext>
                </a:extLst>
              </p:cNvPr>
              <p:cNvSpPr/>
              <p:nvPr/>
            </p:nvSpPr>
            <p:spPr>
              <a:xfrm>
                <a:off x="4900709" y="3756570"/>
                <a:ext cx="1230209" cy="90178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325</m:t>
                          </m:r>
                        </m:num>
                        <m:den>
                          <m:r>
                            <a:rPr lang="en-IN" sz="2800" b="0" i="1" smtClean="0">
                              <a:solidFill>
                                <a:srgbClr val="002060"/>
                              </a:solidFill>
                              <a:latin typeface="Cambria Math" panose="02040503050406030204" pitchFamily="18" charset="0"/>
                            </a:rPr>
                            <m:t>6</m:t>
                          </m:r>
                          <m:r>
                            <a:rPr lang="en-US" sz="2800" b="0" i="1" smtClean="0">
                              <a:solidFill>
                                <a:srgbClr val="002060"/>
                              </a:solidFill>
                              <a:latin typeface="Cambria Math" panose="02040503050406030204" pitchFamily="18" charset="0"/>
                            </a:rPr>
                            <m:t>0</m:t>
                          </m:r>
                          <m:r>
                            <a:rPr lang="en-IN" sz="2800" b="0" i="1" smtClean="0">
                              <a:solidFill>
                                <a:srgbClr val="002060"/>
                              </a:solidFill>
                              <a:latin typeface="Cambria Math" panose="02040503050406030204" pitchFamily="18" charset="0"/>
                            </a:rPr>
                            <m:t>0</m:t>
                          </m:r>
                        </m:den>
                      </m:f>
                    </m:oMath>
                  </m:oMathPara>
                </a14:m>
                <a:endParaRPr lang="en-US" sz="2800" dirty="0">
                  <a:solidFill>
                    <a:srgbClr val="002060"/>
                  </a:solidFill>
                </a:endParaRPr>
              </a:p>
            </p:txBody>
          </p:sp>
        </mc:Choice>
        <mc:Fallback xmlns="">
          <p:sp>
            <p:nvSpPr>
              <p:cNvPr id="4" name="Rectangle 3">
                <a:extLst>
                  <a:ext uri="{FF2B5EF4-FFF2-40B4-BE49-F238E27FC236}">
                    <a16:creationId xmlns:a16="http://schemas.microsoft.com/office/drawing/2014/main" id="{831A79A8-87F8-160B-A991-B180BB5CB11C}"/>
                  </a:ext>
                </a:extLst>
              </p:cNvPr>
              <p:cNvSpPr>
                <a:spLocks noRot="1" noChangeAspect="1" noMove="1" noResize="1" noEditPoints="1" noAdjustHandles="1" noChangeArrowheads="1" noChangeShapeType="1" noTextEdit="1"/>
              </p:cNvSpPr>
              <p:nvPr/>
            </p:nvSpPr>
            <p:spPr>
              <a:xfrm>
                <a:off x="4900709" y="3756570"/>
                <a:ext cx="1230209" cy="901785"/>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51D9C7EF-3686-AC22-DCA4-7D11D1A07747}"/>
                  </a:ext>
                </a:extLst>
              </p:cNvPr>
              <p:cNvSpPr/>
              <p:nvPr/>
            </p:nvSpPr>
            <p:spPr>
              <a:xfrm>
                <a:off x="6005833" y="3986231"/>
                <a:ext cx="170149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800" b="0" i="0" smtClean="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0.5417</m:t>
                      </m:r>
                    </m:oMath>
                  </m:oMathPara>
                </a14:m>
                <a:endParaRPr lang="en-US" sz="2800" dirty="0">
                  <a:solidFill>
                    <a:srgbClr val="002060"/>
                  </a:solidFill>
                </a:endParaRPr>
              </a:p>
            </p:txBody>
          </p:sp>
        </mc:Choice>
        <mc:Fallback xmlns="">
          <p:sp>
            <p:nvSpPr>
              <p:cNvPr id="5" name="Rectangle 4">
                <a:extLst>
                  <a:ext uri="{FF2B5EF4-FFF2-40B4-BE49-F238E27FC236}">
                    <a16:creationId xmlns:a16="http://schemas.microsoft.com/office/drawing/2014/main" id="{51D9C7EF-3686-AC22-DCA4-7D11D1A07747}"/>
                  </a:ext>
                </a:extLst>
              </p:cNvPr>
              <p:cNvSpPr>
                <a:spLocks noRot="1" noChangeAspect="1" noMove="1" noResize="1" noEditPoints="1" noAdjustHandles="1" noChangeArrowheads="1" noChangeShapeType="1" noTextEdit="1"/>
              </p:cNvSpPr>
              <p:nvPr/>
            </p:nvSpPr>
            <p:spPr>
              <a:xfrm>
                <a:off x="6005833" y="3986231"/>
                <a:ext cx="1701491"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A2473400-A2A0-1D73-30E8-A43CD0F6D86C}"/>
                  </a:ext>
                </a:extLst>
              </p:cNvPr>
              <p:cNvSpPr/>
              <p:nvPr/>
            </p:nvSpPr>
            <p:spPr>
              <a:xfrm>
                <a:off x="1591307" y="4635497"/>
                <a:ext cx="1408526"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2800" b="0" i="0" smtClean="0">
                          <a:solidFill>
                            <a:srgbClr val="002060"/>
                          </a:solidFill>
                          <a:latin typeface="Cambria Math" panose="02040503050406030204" pitchFamily="18" charset="0"/>
                        </a:rPr>
                        <m:t>P</m:t>
                      </m:r>
                      <m:r>
                        <a:rPr lang="en-IN" sz="2800" b="0" i="0" smtClean="0">
                          <a:solidFill>
                            <a:srgbClr val="002060"/>
                          </a:solidFill>
                          <a:latin typeface="Cambria Math" panose="02040503050406030204" pitchFamily="18" charset="0"/>
                        </a:rPr>
                        <m:t>=</m:t>
                      </m:r>
                      <m:r>
                        <a:rPr lang="en-US" sz="2800" b="0" i="0" smtClean="0">
                          <a:solidFill>
                            <a:srgbClr val="002060"/>
                          </a:solidFill>
                          <a:latin typeface="Cambria Math" panose="02040503050406030204" pitchFamily="18" charset="0"/>
                        </a:rPr>
                        <m:t>0.</m:t>
                      </m:r>
                      <m:r>
                        <a:rPr lang="en-IN" sz="2800" b="0" i="0" smtClean="0">
                          <a:solidFill>
                            <a:srgbClr val="002060"/>
                          </a:solidFill>
                          <a:latin typeface="Cambria Math" panose="02040503050406030204" pitchFamily="18" charset="0"/>
                        </a:rPr>
                        <m:t>5</m:t>
                      </m:r>
                    </m:oMath>
                  </m:oMathPara>
                </a14:m>
                <a:endParaRPr lang="en-US" sz="2800" dirty="0">
                  <a:solidFill>
                    <a:srgbClr val="002060"/>
                  </a:solidFill>
                </a:endParaRPr>
              </a:p>
            </p:txBody>
          </p:sp>
        </mc:Choice>
        <mc:Fallback xmlns="">
          <p:sp>
            <p:nvSpPr>
              <p:cNvPr id="3" name="Rectangle 2">
                <a:extLst>
                  <a:ext uri="{FF2B5EF4-FFF2-40B4-BE49-F238E27FC236}">
                    <a16:creationId xmlns:a16="http://schemas.microsoft.com/office/drawing/2014/main" id="{A2473400-A2A0-1D73-30E8-A43CD0F6D86C}"/>
                  </a:ext>
                </a:extLst>
              </p:cNvPr>
              <p:cNvSpPr>
                <a:spLocks noRot="1" noChangeAspect="1" noMove="1" noResize="1" noEditPoints="1" noAdjustHandles="1" noChangeArrowheads="1" noChangeShapeType="1" noTextEdit="1"/>
              </p:cNvSpPr>
              <p:nvPr/>
            </p:nvSpPr>
            <p:spPr>
              <a:xfrm>
                <a:off x="1591307" y="4635497"/>
                <a:ext cx="1408526"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55FBF365-0D24-A48D-26B3-9650DB2B7D9A}"/>
                  </a:ext>
                </a:extLst>
              </p:cNvPr>
              <p:cNvSpPr/>
              <p:nvPr/>
            </p:nvSpPr>
            <p:spPr>
              <a:xfrm>
                <a:off x="1583687" y="5187947"/>
                <a:ext cx="273581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IN" sz="2800" b="0" i="0" smtClean="0">
                          <a:solidFill>
                            <a:srgbClr val="002060"/>
                          </a:solidFill>
                          <a:latin typeface="Cambria Math" panose="02040503050406030204" pitchFamily="18" charset="0"/>
                        </a:rPr>
                        <m:t>Q</m:t>
                      </m:r>
                      <m:r>
                        <a:rPr lang="en-IN" sz="2800" b="0" i="0" smtClean="0">
                          <a:solidFill>
                            <a:srgbClr val="002060"/>
                          </a:solidFill>
                          <a:latin typeface="Cambria Math" panose="02040503050406030204" pitchFamily="18" charset="0"/>
                        </a:rPr>
                        <m:t>=1−</m:t>
                      </m:r>
                      <m:r>
                        <m:rPr>
                          <m:sty m:val="p"/>
                        </m:rPr>
                        <a:rPr lang="en-IN" sz="2800" b="0" i="0" smtClean="0">
                          <a:solidFill>
                            <a:srgbClr val="002060"/>
                          </a:solidFill>
                          <a:latin typeface="Cambria Math" panose="02040503050406030204" pitchFamily="18" charset="0"/>
                        </a:rPr>
                        <m:t>P</m:t>
                      </m:r>
                      <m:r>
                        <a:rPr lang="en-IN" sz="2800" b="0" i="0" smtClean="0">
                          <a:solidFill>
                            <a:srgbClr val="002060"/>
                          </a:solidFill>
                          <a:latin typeface="Cambria Math" panose="02040503050406030204" pitchFamily="18" charset="0"/>
                        </a:rPr>
                        <m:t>=0.5</m:t>
                      </m:r>
                    </m:oMath>
                  </m:oMathPara>
                </a14:m>
                <a:endParaRPr lang="en-US" sz="2800" dirty="0">
                  <a:solidFill>
                    <a:srgbClr val="002060"/>
                  </a:solidFill>
                </a:endParaRPr>
              </a:p>
            </p:txBody>
          </p:sp>
        </mc:Choice>
        <mc:Fallback xmlns="">
          <p:sp>
            <p:nvSpPr>
              <p:cNvPr id="8" name="Rectangle 7">
                <a:extLst>
                  <a:ext uri="{FF2B5EF4-FFF2-40B4-BE49-F238E27FC236}">
                    <a16:creationId xmlns:a16="http://schemas.microsoft.com/office/drawing/2014/main" id="{55FBF365-0D24-A48D-26B3-9650DB2B7D9A}"/>
                  </a:ext>
                </a:extLst>
              </p:cNvPr>
              <p:cNvSpPr>
                <a:spLocks noRot="1" noChangeAspect="1" noMove="1" noResize="1" noEditPoints="1" noAdjustHandles="1" noChangeArrowheads="1" noChangeShapeType="1" noTextEdit="1"/>
              </p:cNvSpPr>
              <p:nvPr/>
            </p:nvSpPr>
            <p:spPr>
              <a:xfrm>
                <a:off x="1583687" y="5187947"/>
                <a:ext cx="2735814" cy="523220"/>
              </a:xfrm>
              <a:prstGeom prst="rect">
                <a:avLst/>
              </a:prstGeom>
              <a:blipFill>
                <a:blip r:embed="rId8"/>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131991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50" grpId="0" animBg="1"/>
    </p:bld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75AA3-A7F3-7839-02A8-AE0CEE2AE9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90BF84-7127-D4A9-04F4-468079980EC7}"/>
              </a:ext>
            </a:extLst>
          </p:cNvPr>
          <p:cNvSpPr>
            <a:spLocks noGrp="1"/>
          </p:cNvSpPr>
          <p:nvPr>
            <p:ph type="title"/>
          </p:nvPr>
        </p:nvSpPr>
        <p:spPr/>
        <p:txBody>
          <a:bodyPr/>
          <a:lstStyle/>
          <a:p>
            <a:r>
              <a:rPr lang="en-GB" dirty="0"/>
              <a:t>Method 5 ⇝ Example 7(</a:t>
            </a:r>
            <a:r>
              <a:rPr lang="en-GB" dirty="0">
                <a:solidFill>
                  <a:srgbClr val="FF0000"/>
                </a:solidFill>
              </a:rPr>
              <a:t>Continue</a:t>
            </a:r>
            <a:r>
              <a:rPr lang="en-GB" dirty="0"/>
              <a:t>)</a:t>
            </a:r>
            <a:endParaRPr lang="en-US" dirty="0"/>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BCDD3282-CBC8-0C09-7636-3224FB7BE72A}"/>
                  </a:ext>
                </a:extLst>
              </p:cNvPr>
              <p:cNvSpPr/>
              <p:nvPr/>
            </p:nvSpPr>
            <p:spPr>
              <a:xfrm>
                <a:off x="111878" y="1000857"/>
                <a:ext cx="797582" cy="523220"/>
              </a:xfrm>
              <a:prstGeom prst="rect">
                <a:avLst/>
              </a:prstGeom>
            </p:spPr>
            <p:txBody>
              <a:bodyPr wrap="square">
                <a:spAutoFit/>
              </a:bodyPr>
              <a:lstStyle/>
              <a:p>
                <a:pPr lvl="0"/>
                <a14:m>
                  <m:oMath xmlns:m="http://schemas.openxmlformats.org/officeDocument/2006/math">
                    <m:sSub>
                      <m:sSubPr>
                        <m:ctrlPr>
                          <a:rPr lang="en-US" sz="2800" b="1" i="1" smtClean="0">
                            <a:solidFill>
                              <a:srgbClr val="002060"/>
                            </a:solidFill>
                            <a:latin typeface="Cambria Math" panose="02040503050406030204" pitchFamily="18" charset="0"/>
                          </a:rPr>
                        </m:ctrlPr>
                      </m:sSubPr>
                      <m:e>
                        <m:r>
                          <a:rPr lang="en-IN" sz="2800" b="1" i="0" smtClean="0">
                            <a:solidFill>
                              <a:srgbClr val="002060"/>
                            </a:solidFill>
                            <a:latin typeface="Cambria Math" panose="02040503050406030204" pitchFamily="18" charset="0"/>
                          </a:rPr>
                          <m:t>𝐇</m:t>
                        </m:r>
                      </m:e>
                      <m:sub>
                        <m:r>
                          <a:rPr lang="en-IN" sz="2800" b="1" i="0" smtClean="0">
                            <a:solidFill>
                              <a:srgbClr val="002060"/>
                            </a:solidFill>
                            <a:latin typeface="Cambria Math" panose="02040503050406030204" pitchFamily="18" charset="0"/>
                          </a:rPr>
                          <m:t>𝟎</m:t>
                        </m:r>
                      </m:sub>
                    </m:sSub>
                    <m:r>
                      <a:rPr lang="en-IN" sz="2800" b="1" i="0" smtClean="0">
                        <a:solidFill>
                          <a:srgbClr val="002060"/>
                        </a:solidFill>
                        <a:latin typeface="Cambria Math" panose="02040503050406030204" pitchFamily="18" charset="0"/>
                      </a:rPr>
                      <m:t> :</m:t>
                    </m:r>
                  </m:oMath>
                </a14:m>
                <a:r>
                  <a:rPr lang="en-US" sz="2800" b="1" dirty="0">
                    <a:solidFill>
                      <a:srgbClr val="002060"/>
                    </a:solidFill>
                  </a:rPr>
                  <a:t>  </a:t>
                </a:r>
              </a:p>
            </p:txBody>
          </p:sp>
        </mc:Choice>
        <mc:Fallback xmlns="">
          <p:sp>
            <p:nvSpPr>
              <p:cNvPr id="15" name="Rectangle 14">
                <a:extLst>
                  <a:ext uri="{FF2B5EF4-FFF2-40B4-BE49-F238E27FC236}">
                    <a16:creationId xmlns:a16="http://schemas.microsoft.com/office/drawing/2014/main" id="{BCDD3282-CBC8-0C09-7636-3224FB7BE72A}"/>
                  </a:ext>
                </a:extLst>
              </p:cNvPr>
              <p:cNvSpPr>
                <a:spLocks noRot="1" noChangeAspect="1" noMove="1" noResize="1" noEditPoints="1" noAdjustHandles="1" noChangeArrowheads="1" noChangeShapeType="1" noTextEdit="1"/>
              </p:cNvSpPr>
              <p:nvPr/>
            </p:nvSpPr>
            <p:spPr>
              <a:xfrm>
                <a:off x="111878" y="1000857"/>
                <a:ext cx="797582" cy="52322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74E3906C-D391-6086-9121-BC439767C2AE}"/>
                  </a:ext>
                </a:extLst>
              </p:cNvPr>
              <p:cNvSpPr/>
              <p:nvPr/>
            </p:nvSpPr>
            <p:spPr>
              <a:xfrm>
                <a:off x="3251337" y="3830493"/>
                <a:ext cx="2581109" cy="523220"/>
              </a:xfrm>
              <a:prstGeom prst="rect">
                <a:avLst/>
              </a:prstGeom>
            </p:spPr>
            <p:txBody>
              <a:bodyPr wrap="square">
                <a:spAutoFit/>
              </a:bodyPr>
              <a:lstStyle/>
              <a:p>
                <a:pPr lvl="0"/>
                <a14:m>
                  <m:oMathPara xmlns:m="http://schemas.openxmlformats.org/officeDocument/2006/math">
                    <m:oMathParaPr>
                      <m:jc m:val="centerGroup"/>
                    </m:oMathParaPr>
                    <m:oMath xmlns:m="http://schemas.openxmlformats.org/officeDocument/2006/math">
                      <m:d>
                        <m:dPr>
                          <m:ctrlPr>
                            <a:rPr lang="en-US" sz="2800" i="1" smtClean="0">
                              <a:solidFill>
                                <a:srgbClr val="002060"/>
                              </a:solidFill>
                              <a:latin typeface="Cambria Math" panose="02040503050406030204" pitchFamily="18" charset="0"/>
                            </a:rPr>
                          </m:ctrlPr>
                        </m:dPr>
                        <m:e>
                          <m:r>
                            <a:rPr lang="en-IN" sz="2800" b="1" i="0" smtClean="0">
                              <a:solidFill>
                                <a:srgbClr val="FF0000"/>
                              </a:solidFill>
                              <a:latin typeface="Cambria Math" panose="02040503050406030204" pitchFamily="18" charset="0"/>
                            </a:rPr>
                            <m:t>𝐏</m:t>
                          </m:r>
                          <m:r>
                            <a:rPr lang="en-IN" sz="2800" b="1" i="0" smtClean="0">
                              <a:solidFill>
                                <a:srgbClr val="FF0000"/>
                              </a:solidFill>
                              <a:latin typeface="Cambria Math" panose="02040503050406030204" pitchFamily="18" charset="0"/>
                            </a:rPr>
                            <m:t> </m:t>
                          </m:r>
                          <m:r>
                            <a:rPr lang="en-IN" sz="2800" b="1" i="0" smtClean="0">
                              <a:solidFill>
                                <a:srgbClr val="FF0000"/>
                              </a:solidFill>
                              <a:latin typeface="Cambria Math" panose="02040503050406030204" pitchFamily="18" charset="0"/>
                            </a:rPr>
                            <m:t>𝐢𝐬</m:t>
                          </m:r>
                          <m:r>
                            <a:rPr lang="en-IN" sz="2800" b="1" i="0" smtClean="0">
                              <a:solidFill>
                                <a:srgbClr val="FF0000"/>
                              </a:solidFill>
                              <a:latin typeface="Cambria Math" panose="02040503050406030204" pitchFamily="18" charset="0"/>
                            </a:rPr>
                            <m:t> </m:t>
                          </m:r>
                          <m:r>
                            <a:rPr lang="en-IN" sz="2800" b="1" i="0" smtClean="0">
                              <a:solidFill>
                                <a:srgbClr val="FF0000"/>
                              </a:solidFill>
                              <a:latin typeface="Cambria Math" panose="02040503050406030204" pitchFamily="18" charset="0"/>
                            </a:rPr>
                            <m:t>𝐤𝐧𝐨𝐰𝐧</m:t>
                          </m:r>
                        </m:e>
                      </m:d>
                    </m:oMath>
                  </m:oMathPara>
                </a14:m>
                <a:endParaRPr lang="en-US" sz="2800" dirty="0">
                  <a:solidFill>
                    <a:srgbClr val="002060"/>
                  </a:solidFill>
                </a:endParaRPr>
              </a:p>
            </p:txBody>
          </p:sp>
        </mc:Choice>
        <mc:Fallback xmlns="">
          <p:sp>
            <p:nvSpPr>
              <p:cNvPr id="8" name="Rectangle 7">
                <a:extLst>
                  <a:ext uri="{FF2B5EF4-FFF2-40B4-BE49-F238E27FC236}">
                    <a16:creationId xmlns:a16="http://schemas.microsoft.com/office/drawing/2014/main" id="{74E3906C-D391-6086-9121-BC439767C2AE}"/>
                  </a:ext>
                </a:extLst>
              </p:cNvPr>
              <p:cNvSpPr>
                <a:spLocks noRot="1" noChangeAspect="1" noMove="1" noResize="1" noEditPoints="1" noAdjustHandles="1" noChangeArrowheads="1" noChangeShapeType="1" noTextEdit="1"/>
              </p:cNvSpPr>
              <p:nvPr/>
            </p:nvSpPr>
            <p:spPr>
              <a:xfrm>
                <a:off x="3251337" y="3830493"/>
                <a:ext cx="2581109" cy="523220"/>
              </a:xfrm>
              <a:prstGeom prst="rect">
                <a:avLst/>
              </a:prstGeom>
              <a:blipFill>
                <a:blip r:embed="rId3"/>
                <a:stretch>
                  <a:fillRect/>
                </a:stretch>
              </a:blipFill>
            </p:spPr>
            <p:txBody>
              <a:bodyPr/>
              <a:lstStyle/>
              <a:p>
                <a:r>
                  <a:rPr lang="en-IN">
                    <a:noFill/>
                  </a:rPr>
                  <a:t> </a:t>
                </a:r>
              </a:p>
            </p:txBody>
          </p:sp>
        </mc:Fallback>
      </mc:AlternateContent>
      <p:cxnSp>
        <p:nvCxnSpPr>
          <p:cNvPr id="3" name="Straight Connector 2">
            <a:extLst>
              <a:ext uri="{FF2B5EF4-FFF2-40B4-BE49-F238E27FC236}">
                <a16:creationId xmlns:a16="http://schemas.microsoft.com/office/drawing/2014/main" id="{E7E32412-1348-B04A-70D0-64BBB8335D4E}"/>
              </a:ext>
            </a:extLst>
          </p:cNvPr>
          <p:cNvCxnSpPr>
            <a:cxnSpLocks/>
          </p:cNvCxnSpPr>
          <p:nvPr/>
        </p:nvCxnSpPr>
        <p:spPr>
          <a:xfrm>
            <a:off x="6060580" y="708524"/>
            <a:ext cx="0" cy="5896813"/>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AA37224A-D202-DB3B-EF99-52F557A17B11}"/>
                  </a:ext>
                </a:extLst>
              </p:cNvPr>
              <p:cNvSpPr/>
              <p:nvPr/>
            </p:nvSpPr>
            <p:spPr>
              <a:xfrm>
                <a:off x="863136" y="1024620"/>
                <a:ext cx="1811481" cy="523220"/>
              </a:xfrm>
              <a:prstGeom prst="rect">
                <a:avLst/>
              </a:prstGeom>
            </p:spPr>
            <p:txBody>
              <a:bodyPr wrap="square">
                <a:spAutoFit/>
              </a:bodyPr>
              <a:lstStyle/>
              <a:p>
                <a:pPr lvl="0"/>
                <a14:m>
                  <m:oMathPara xmlns:m="http://schemas.openxmlformats.org/officeDocument/2006/math">
                    <m:oMathParaPr>
                      <m:jc m:val="centerGroup"/>
                    </m:oMathParaPr>
                    <m:oMath xmlns:m="http://schemas.openxmlformats.org/officeDocument/2006/math">
                      <m:r>
                        <m:rPr>
                          <m:sty m:val="p"/>
                        </m:rPr>
                        <a:rPr lang="en-IN" sz="2800" b="0" i="0" smtClean="0">
                          <a:solidFill>
                            <a:srgbClr val="002060"/>
                          </a:solidFill>
                          <a:latin typeface="Cambria Math" panose="02040503050406030204" pitchFamily="18" charset="0"/>
                        </a:rPr>
                        <m:t>P</m:t>
                      </m:r>
                      <m:r>
                        <a:rPr lang="en-IN" sz="2800" b="0" i="1" smtClean="0">
                          <a:solidFill>
                            <a:srgbClr val="002060"/>
                          </a:solidFill>
                          <a:latin typeface="Cambria Math" panose="02040503050406030204" pitchFamily="18" charset="0"/>
                          <a:ea typeface="Cambria Math" panose="02040503050406030204" pitchFamily="18" charset="0"/>
                        </a:rPr>
                        <m:t>=</m:t>
                      </m:r>
                      <m:r>
                        <a:rPr lang="en-IN" sz="2800">
                          <a:solidFill>
                            <a:srgbClr val="002060"/>
                          </a:solidFill>
                          <a:latin typeface="Cambria Math" panose="02040503050406030204" pitchFamily="18" charset="0"/>
                        </a:rPr>
                        <m:t>0.</m:t>
                      </m:r>
                      <m:r>
                        <a:rPr lang="en-IN" sz="2800" b="0" i="0" smtClean="0">
                          <a:solidFill>
                            <a:srgbClr val="002060"/>
                          </a:solidFill>
                          <a:latin typeface="Cambria Math" panose="02040503050406030204" pitchFamily="18" charset="0"/>
                        </a:rPr>
                        <m:t>5</m:t>
                      </m:r>
                    </m:oMath>
                  </m:oMathPara>
                </a14:m>
                <a:endParaRPr lang="en-US" sz="2800" dirty="0">
                  <a:solidFill>
                    <a:srgbClr val="002060"/>
                  </a:solidFill>
                </a:endParaRPr>
              </a:p>
            </p:txBody>
          </p:sp>
        </mc:Choice>
        <mc:Fallback xmlns="">
          <p:sp>
            <p:nvSpPr>
              <p:cNvPr id="9" name="Rectangle 8">
                <a:extLst>
                  <a:ext uri="{FF2B5EF4-FFF2-40B4-BE49-F238E27FC236}">
                    <a16:creationId xmlns:a16="http://schemas.microsoft.com/office/drawing/2014/main" id="{AA37224A-D202-DB3B-EF99-52F557A17B11}"/>
                  </a:ext>
                </a:extLst>
              </p:cNvPr>
              <p:cNvSpPr>
                <a:spLocks noRot="1" noChangeAspect="1" noMove="1" noResize="1" noEditPoints="1" noAdjustHandles="1" noChangeArrowheads="1" noChangeShapeType="1" noTextEdit="1"/>
              </p:cNvSpPr>
              <p:nvPr/>
            </p:nvSpPr>
            <p:spPr>
              <a:xfrm>
                <a:off x="863136" y="1024620"/>
                <a:ext cx="1811481"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964955F5-07C3-A874-03BC-DA3AAF73D760}"/>
                  </a:ext>
                </a:extLst>
              </p:cNvPr>
              <p:cNvSpPr/>
              <p:nvPr/>
            </p:nvSpPr>
            <p:spPr>
              <a:xfrm>
                <a:off x="123912" y="1661814"/>
                <a:ext cx="797582" cy="523220"/>
              </a:xfrm>
              <a:prstGeom prst="rect">
                <a:avLst/>
              </a:prstGeom>
            </p:spPr>
            <p:txBody>
              <a:bodyPr wrap="square">
                <a:spAutoFit/>
              </a:bodyPr>
              <a:lstStyle/>
              <a:p>
                <a:pPr lvl="0"/>
                <a14:m>
                  <m:oMath xmlns:m="http://schemas.openxmlformats.org/officeDocument/2006/math">
                    <m:sSub>
                      <m:sSubPr>
                        <m:ctrlPr>
                          <a:rPr lang="en-US" sz="2800" b="1" i="1" smtClean="0">
                            <a:solidFill>
                              <a:srgbClr val="002060"/>
                            </a:solidFill>
                            <a:latin typeface="Cambria Math" panose="02040503050406030204" pitchFamily="18" charset="0"/>
                          </a:rPr>
                        </m:ctrlPr>
                      </m:sSubPr>
                      <m:e>
                        <m:r>
                          <a:rPr lang="en-IN" sz="2800" b="1" i="0" smtClean="0">
                            <a:solidFill>
                              <a:srgbClr val="002060"/>
                            </a:solidFill>
                            <a:latin typeface="Cambria Math" panose="02040503050406030204" pitchFamily="18" charset="0"/>
                          </a:rPr>
                          <m:t>𝐇</m:t>
                        </m:r>
                      </m:e>
                      <m:sub>
                        <m:r>
                          <a:rPr lang="en-IN" sz="2800" b="1" i="0" smtClean="0">
                            <a:solidFill>
                              <a:srgbClr val="002060"/>
                            </a:solidFill>
                            <a:latin typeface="Cambria Math" panose="02040503050406030204" pitchFamily="18" charset="0"/>
                          </a:rPr>
                          <m:t>𝟏</m:t>
                        </m:r>
                      </m:sub>
                    </m:sSub>
                    <m:r>
                      <a:rPr lang="en-IN" sz="2800" b="1" i="0" smtClean="0">
                        <a:solidFill>
                          <a:srgbClr val="002060"/>
                        </a:solidFill>
                        <a:latin typeface="Cambria Math" panose="02040503050406030204" pitchFamily="18" charset="0"/>
                      </a:rPr>
                      <m:t> :</m:t>
                    </m:r>
                  </m:oMath>
                </a14:m>
                <a:r>
                  <a:rPr lang="en-US" sz="2800" b="1" dirty="0">
                    <a:solidFill>
                      <a:srgbClr val="002060"/>
                    </a:solidFill>
                  </a:rPr>
                  <a:t>  </a:t>
                </a:r>
              </a:p>
            </p:txBody>
          </p:sp>
        </mc:Choice>
        <mc:Fallback xmlns="">
          <p:sp>
            <p:nvSpPr>
              <p:cNvPr id="10" name="Rectangle 9">
                <a:extLst>
                  <a:ext uri="{FF2B5EF4-FFF2-40B4-BE49-F238E27FC236}">
                    <a16:creationId xmlns:a16="http://schemas.microsoft.com/office/drawing/2014/main" id="{964955F5-07C3-A874-03BC-DA3AAF73D760}"/>
                  </a:ext>
                </a:extLst>
              </p:cNvPr>
              <p:cNvSpPr>
                <a:spLocks noRot="1" noChangeAspect="1" noMove="1" noResize="1" noEditPoints="1" noAdjustHandles="1" noChangeArrowheads="1" noChangeShapeType="1" noTextEdit="1"/>
              </p:cNvSpPr>
              <p:nvPr/>
            </p:nvSpPr>
            <p:spPr>
              <a:xfrm>
                <a:off x="123912" y="1661814"/>
                <a:ext cx="797582"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7CE7994F-A6A3-5B5D-7709-4D8E3AAF404E}"/>
                  </a:ext>
                </a:extLst>
              </p:cNvPr>
              <p:cNvSpPr/>
              <p:nvPr/>
            </p:nvSpPr>
            <p:spPr>
              <a:xfrm>
                <a:off x="829451" y="1685577"/>
                <a:ext cx="1891968" cy="523220"/>
              </a:xfrm>
              <a:prstGeom prst="rect">
                <a:avLst/>
              </a:prstGeom>
            </p:spPr>
            <p:txBody>
              <a:bodyPr wrap="square">
                <a:spAutoFit/>
              </a:bodyPr>
              <a:lstStyle/>
              <a:p>
                <a:pPr lvl="0"/>
                <a14:m>
                  <m:oMathPara xmlns:m="http://schemas.openxmlformats.org/officeDocument/2006/math">
                    <m:oMathParaPr>
                      <m:jc m:val="centerGroup"/>
                    </m:oMathParaPr>
                    <m:oMath xmlns:m="http://schemas.openxmlformats.org/officeDocument/2006/math">
                      <m:r>
                        <m:rPr>
                          <m:sty m:val="p"/>
                        </m:rPr>
                        <a:rPr lang="en-IN" sz="2800" b="0" i="0" smtClean="0">
                          <a:solidFill>
                            <a:srgbClr val="002060"/>
                          </a:solidFill>
                          <a:latin typeface="Cambria Math" panose="02040503050406030204" pitchFamily="18" charset="0"/>
                        </a:rPr>
                        <m:t>P</m:t>
                      </m:r>
                      <m:r>
                        <a:rPr lang="en-IN" sz="2800" i="1" smtClean="0">
                          <a:solidFill>
                            <a:srgbClr val="002060"/>
                          </a:solidFill>
                          <a:latin typeface="Cambria Math" panose="02040503050406030204" pitchFamily="18" charset="0"/>
                          <a:ea typeface="Cambria Math" panose="02040503050406030204" pitchFamily="18" charset="0"/>
                        </a:rPr>
                        <m:t>&gt;</m:t>
                      </m:r>
                      <m:r>
                        <a:rPr lang="en-IN" sz="2800">
                          <a:solidFill>
                            <a:srgbClr val="002060"/>
                          </a:solidFill>
                          <a:latin typeface="Cambria Math" panose="02040503050406030204" pitchFamily="18" charset="0"/>
                        </a:rPr>
                        <m:t>0.</m:t>
                      </m:r>
                      <m:r>
                        <a:rPr lang="en-IN" sz="2800" b="0" i="0" smtClean="0">
                          <a:solidFill>
                            <a:srgbClr val="002060"/>
                          </a:solidFill>
                          <a:latin typeface="Cambria Math" panose="02040503050406030204" pitchFamily="18" charset="0"/>
                        </a:rPr>
                        <m:t>5</m:t>
                      </m:r>
                    </m:oMath>
                  </m:oMathPara>
                </a14:m>
                <a:endParaRPr lang="en-US" sz="2800" dirty="0">
                  <a:solidFill>
                    <a:srgbClr val="002060"/>
                  </a:solidFill>
                </a:endParaRPr>
              </a:p>
            </p:txBody>
          </p:sp>
        </mc:Choice>
        <mc:Fallback xmlns="">
          <p:sp>
            <p:nvSpPr>
              <p:cNvPr id="11" name="Rectangle 10">
                <a:extLst>
                  <a:ext uri="{FF2B5EF4-FFF2-40B4-BE49-F238E27FC236}">
                    <a16:creationId xmlns:a16="http://schemas.microsoft.com/office/drawing/2014/main" id="{7CE7994F-A6A3-5B5D-7709-4D8E3AAF404E}"/>
                  </a:ext>
                </a:extLst>
              </p:cNvPr>
              <p:cNvSpPr>
                <a:spLocks noRot="1" noChangeAspect="1" noMove="1" noResize="1" noEditPoints="1" noAdjustHandles="1" noChangeArrowheads="1" noChangeShapeType="1" noTextEdit="1"/>
              </p:cNvSpPr>
              <p:nvPr/>
            </p:nvSpPr>
            <p:spPr>
              <a:xfrm>
                <a:off x="829451" y="1685577"/>
                <a:ext cx="1891968"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4C2A58F9-4743-97AD-3A64-AAF5AB75EC22}"/>
                  </a:ext>
                </a:extLst>
              </p:cNvPr>
              <p:cNvSpPr/>
              <p:nvPr/>
            </p:nvSpPr>
            <p:spPr>
              <a:xfrm>
                <a:off x="146771" y="2317172"/>
                <a:ext cx="2310677" cy="523220"/>
              </a:xfrm>
              <a:prstGeom prst="rect">
                <a:avLst/>
              </a:prstGeom>
            </p:spPr>
            <p:txBody>
              <a:bodyPr wrap="square">
                <a:spAutoFit/>
              </a:bodyPr>
              <a:lstStyle/>
              <a:p>
                <a:pPr lvl="0"/>
                <a14:m>
                  <m:oMath xmlns:m="http://schemas.openxmlformats.org/officeDocument/2006/math">
                    <m:r>
                      <a:rPr lang="en-IN" sz="2800" b="1" i="0" smtClean="0">
                        <a:solidFill>
                          <a:srgbClr val="002060"/>
                        </a:solidFill>
                        <a:latin typeface="Cambria Math" panose="02040503050406030204" pitchFamily="18" charset="0"/>
                      </a:rPr>
                      <m:t>𝐋</m:t>
                    </m:r>
                    <m:r>
                      <a:rPr lang="en-IN" sz="2800" b="1" i="0" smtClean="0">
                        <a:solidFill>
                          <a:srgbClr val="002060"/>
                        </a:solidFill>
                        <a:latin typeface="Cambria Math" panose="02040503050406030204" pitchFamily="18" charset="0"/>
                      </a:rPr>
                      <m:t>.</m:t>
                    </m:r>
                    <m:r>
                      <a:rPr lang="en-IN" sz="2800" b="1" i="0" smtClean="0">
                        <a:solidFill>
                          <a:srgbClr val="002060"/>
                        </a:solidFill>
                        <a:latin typeface="Cambria Math" panose="02040503050406030204" pitchFamily="18" charset="0"/>
                      </a:rPr>
                      <m:t>𝐎</m:t>
                    </m:r>
                    <m:r>
                      <a:rPr lang="en-IN" sz="2800" b="1" i="0" smtClean="0">
                        <a:solidFill>
                          <a:srgbClr val="002060"/>
                        </a:solidFill>
                        <a:latin typeface="Cambria Math" panose="02040503050406030204" pitchFamily="18" charset="0"/>
                      </a:rPr>
                      <m:t>.</m:t>
                    </m:r>
                    <m:r>
                      <a:rPr lang="en-IN" sz="2800" b="1" i="0" smtClean="0">
                        <a:solidFill>
                          <a:srgbClr val="002060"/>
                        </a:solidFill>
                        <a:latin typeface="Cambria Math" panose="02040503050406030204" pitchFamily="18" charset="0"/>
                      </a:rPr>
                      <m:t>𝐒</m:t>
                    </m:r>
                    <m:r>
                      <a:rPr lang="en-IN" sz="2800" b="0" i="0" smtClean="0">
                        <a:solidFill>
                          <a:srgbClr val="002060"/>
                        </a:solidFill>
                        <a:latin typeface="Cambria Math" panose="02040503050406030204" pitchFamily="18" charset="0"/>
                      </a:rPr>
                      <m:t> =5%</m:t>
                    </m:r>
                  </m:oMath>
                </a14:m>
                <a:r>
                  <a:rPr lang="en-US" sz="2800" dirty="0">
                    <a:solidFill>
                      <a:srgbClr val="002060"/>
                    </a:solidFill>
                  </a:rPr>
                  <a:t>  </a:t>
                </a:r>
              </a:p>
            </p:txBody>
          </p:sp>
        </mc:Choice>
        <mc:Fallback xmlns="">
          <p:sp>
            <p:nvSpPr>
              <p:cNvPr id="12" name="Rectangle 11">
                <a:extLst>
                  <a:ext uri="{FF2B5EF4-FFF2-40B4-BE49-F238E27FC236}">
                    <a16:creationId xmlns:a16="http://schemas.microsoft.com/office/drawing/2014/main" id="{4C2A58F9-4743-97AD-3A64-AAF5AB75EC22}"/>
                  </a:ext>
                </a:extLst>
              </p:cNvPr>
              <p:cNvSpPr>
                <a:spLocks noRot="1" noChangeAspect="1" noMove="1" noResize="1" noEditPoints="1" noAdjustHandles="1" noChangeArrowheads="1" noChangeShapeType="1" noTextEdit="1"/>
              </p:cNvSpPr>
              <p:nvPr/>
            </p:nvSpPr>
            <p:spPr>
              <a:xfrm>
                <a:off x="146771" y="2317172"/>
                <a:ext cx="2310677" cy="523220"/>
              </a:xfrm>
              <a:prstGeom prst="rect">
                <a:avLst/>
              </a:prstGeom>
              <a:blipFill>
                <a:blip r:embed="rId7"/>
                <a:stretch>
                  <a:fillRect/>
                </a:stretch>
              </a:blipFill>
            </p:spPr>
            <p:txBody>
              <a:bodyPr/>
              <a:lstStyle/>
              <a:p>
                <a:r>
                  <a:rPr lang="en-IN">
                    <a:noFill/>
                  </a:rPr>
                  <a:t> </a:t>
                </a:r>
              </a:p>
            </p:txBody>
          </p:sp>
        </mc:Fallback>
      </mc:AlternateContent>
      <p:sp>
        <p:nvSpPr>
          <p:cNvPr id="13" name="Rectangle 12">
            <a:extLst>
              <a:ext uri="{FF2B5EF4-FFF2-40B4-BE49-F238E27FC236}">
                <a16:creationId xmlns:a16="http://schemas.microsoft.com/office/drawing/2014/main" id="{1B2A9A3C-6A80-5F17-D56D-C08F860767E3}"/>
              </a:ext>
            </a:extLst>
          </p:cNvPr>
          <p:cNvSpPr/>
          <p:nvPr/>
        </p:nvSpPr>
        <p:spPr>
          <a:xfrm>
            <a:off x="152658" y="2943864"/>
            <a:ext cx="1047491" cy="523220"/>
          </a:xfrm>
          <a:prstGeom prst="rect">
            <a:avLst/>
          </a:prstGeom>
        </p:spPr>
        <p:txBody>
          <a:bodyPr wrap="square">
            <a:spAutoFit/>
          </a:bodyPr>
          <a:lstStyle/>
          <a:p>
            <a:pPr lvl="0"/>
            <a:r>
              <a:rPr lang="en-US" sz="2800" b="1" dirty="0">
                <a:solidFill>
                  <a:srgbClr val="002060"/>
                </a:solidFill>
              </a:rPr>
              <a:t>Test :</a:t>
            </a:r>
            <a:r>
              <a:rPr lang="en-US" sz="2800" b="1" u="sng" dirty="0">
                <a:solidFill>
                  <a:srgbClr val="002060"/>
                </a:solidFill>
              </a:rPr>
              <a:t>  </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3FB5724F-AD59-A3FA-A457-BD1F2AE4EAD1}"/>
                  </a:ext>
                </a:extLst>
              </p:cNvPr>
              <p:cNvSpPr txBox="1"/>
              <p:nvPr/>
            </p:nvSpPr>
            <p:spPr>
              <a:xfrm>
                <a:off x="154486" y="3521973"/>
                <a:ext cx="2435224" cy="143488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b="1" smtClean="0">
                          <a:solidFill>
                            <a:srgbClr val="002060"/>
                          </a:solidFill>
                          <a:latin typeface="Cambria Math" panose="02040503050406030204" pitchFamily="18" charset="0"/>
                        </a:rPr>
                        <m:t>𝐙</m:t>
                      </m:r>
                      <m:r>
                        <a:rPr lang="en-IN" sz="2800" b="0" i="0">
                          <a:solidFill>
                            <a:srgbClr val="002060"/>
                          </a:solidFill>
                          <a:latin typeface="Cambria Math" panose="02040503050406030204" pitchFamily="18" charset="0"/>
                        </a:rPr>
                        <m:t>=</m:t>
                      </m:r>
                      <m:f>
                        <m:fPr>
                          <m:ctrlPr>
                            <a:rPr lang="en-IN" sz="2800" b="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m:t>
                          </m:r>
                          <m:r>
                            <a:rPr lang="en-IN" sz="2800" b="1" i="0">
                              <a:solidFill>
                                <a:srgbClr val="002060"/>
                              </a:solidFill>
                              <a:latin typeface="Cambria Math" panose="02040503050406030204" pitchFamily="18" charset="0"/>
                            </a:rPr>
                            <m:t>𝐩</m:t>
                          </m:r>
                          <m:r>
                            <a:rPr lang="en-IN" sz="2800" b="0" i="0">
                              <a:solidFill>
                                <a:srgbClr val="002060"/>
                              </a:solidFill>
                              <a:latin typeface="Cambria Math" panose="02040503050406030204" pitchFamily="18" charset="0"/>
                            </a:rPr>
                            <m:t>−</m:t>
                          </m:r>
                          <m:r>
                            <a:rPr lang="en-IN" sz="2800" b="1" i="0">
                              <a:solidFill>
                                <a:srgbClr val="002060"/>
                              </a:solidFill>
                              <a:latin typeface="Cambria Math" panose="02040503050406030204" pitchFamily="18" charset="0"/>
                            </a:rPr>
                            <m:t>𝐏</m:t>
                          </m:r>
                          <m:r>
                            <a:rPr lang="en-IN" sz="2800" b="0" i="0">
                              <a:solidFill>
                                <a:srgbClr val="002060"/>
                              </a:solidFill>
                              <a:latin typeface="Cambria Math" panose="02040503050406030204" pitchFamily="18" charset="0"/>
                            </a:rPr>
                            <m:t> </m:t>
                          </m:r>
                        </m:num>
                        <m:den>
                          <m:r>
                            <a:rPr lang="en-IN" sz="2800" b="0" i="0">
                              <a:solidFill>
                                <a:srgbClr val="002060"/>
                              </a:solidFill>
                              <a:latin typeface="Cambria Math" panose="02040503050406030204" pitchFamily="18" charset="0"/>
                            </a:rPr>
                            <m:t>  </m:t>
                          </m:r>
                          <m:rad>
                            <m:radPr>
                              <m:degHide m:val="on"/>
                              <m:ctrlPr>
                                <a:rPr lang="en-IN" sz="2800" b="0" i="1">
                                  <a:solidFill>
                                    <a:srgbClr val="002060"/>
                                  </a:solidFill>
                                  <a:latin typeface="Cambria Math" panose="02040503050406030204" pitchFamily="18" charset="0"/>
                                </a:rPr>
                              </m:ctrlPr>
                            </m:radPr>
                            <m:deg/>
                            <m:e>
                              <m:f>
                                <m:fPr>
                                  <m:ctrlPr>
                                    <a:rPr lang="en-IN" sz="2800" b="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m:t>
                                  </m:r>
                                  <m:r>
                                    <a:rPr lang="en-IN" sz="2800" b="1" i="0">
                                      <a:solidFill>
                                        <a:srgbClr val="002060"/>
                                      </a:solidFill>
                                      <a:latin typeface="Cambria Math" panose="02040503050406030204" pitchFamily="18" charset="0"/>
                                    </a:rPr>
                                    <m:t>𝐏</m:t>
                                  </m:r>
                                  <m:r>
                                    <a:rPr lang="en-IN" sz="2800" b="0" i="0">
                                      <a:solidFill>
                                        <a:srgbClr val="002060"/>
                                      </a:solidFill>
                                      <a:latin typeface="Cambria Math" panose="02040503050406030204" pitchFamily="18" charset="0"/>
                                    </a:rPr>
                                    <m:t> </m:t>
                                  </m:r>
                                  <m:r>
                                    <a:rPr lang="en-IN" sz="2800" b="1" i="0">
                                      <a:solidFill>
                                        <a:srgbClr val="002060"/>
                                      </a:solidFill>
                                      <a:latin typeface="Cambria Math" panose="02040503050406030204" pitchFamily="18" charset="0"/>
                                    </a:rPr>
                                    <m:t>𝐐</m:t>
                                  </m:r>
                                  <m:r>
                                    <a:rPr lang="en-IN" sz="2800" b="0" i="0">
                                      <a:solidFill>
                                        <a:srgbClr val="002060"/>
                                      </a:solidFill>
                                      <a:latin typeface="Cambria Math" panose="02040503050406030204" pitchFamily="18" charset="0"/>
                                    </a:rPr>
                                    <m:t> </m:t>
                                  </m:r>
                                </m:num>
                                <m:den>
                                  <m:r>
                                    <a:rPr lang="en-IN" sz="2800" b="0" i="0">
                                      <a:solidFill>
                                        <a:srgbClr val="002060"/>
                                      </a:solidFill>
                                      <a:latin typeface="Cambria Math" panose="02040503050406030204" pitchFamily="18" charset="0"/>
                                    </a:rPr>
                                    <m:t> </m:t>
                                  </m:r>
                                  <m:r>
                                    <a:rPr lang="en-IN" sz="2800" b="1" i="0">
                                      <a:solidFill>
                                        <a:srgbClr val="002060"/>
                                      </a:solidFill>
                                      <a:latin typeface="Cambria Math" panose="02040503050406030204" pitchFamily="18" charset="0"/>
                                    </a:rPr>
                                    <m:t>𝐧</m:t>
                                  </m:r>
                                  <m:r>
                                    <a:rPr lang="en-IN" sz="2800" b="0" i="0">
                                      <a:solidFill>
                                        <a:srgbClr val="002060"/>
                                      </a:solidFill>
                                      <a:latin typeface="Cambria Math" panose="02040503050406030204" pitchFamily="18" charset="0"/>
                                    </a:rPr>
                                    <m:t> </m:t>
                                  </m:r>
                                </m:den>
                              </m:f>
                              <m:r>
                                <a:rPr lang="en-IN" sz="2800" b="0" i="0">
                                  <a:solidFill>
                                    <a:srgbClr val="002060"/>
                                  </a:solidFill>
                                  <a:latin typeface="Cambria Math" panose="02040503050406030204" pitchFamily="18" charset="0"/>
                                </a:rPr>
                                <m:t> </m:t>
                              </m:r>
                            </m:e>
                          </m:rad>
                          <m:r>
                            <a:rPr lang="en-IN" sz="2800" b="0" i="0">
                              <a:solidFill>
                                <a:srgbClr val="002060"/>
                              </a:solidFill>
                              <a:latin typeface="Cambria Math" panose="02040503050406030204" pitchFamily="18" charset="0"/>
                            </a:rPr>
                            <m:t>  </m:t>
                          </m:r>
                        </m:den>
                      </m:f>
                    </m:oMath>
                  </m:oMathPara>
                </a14:m>
                <a:endParaRPr lang="en-IN" sz="2800" dirty="0">
                  <a:solidFill>
                    <a:srgbClr val="002060"/>
                  </a:solidFill>
                </a:endParaRPr>
              </a:p>
            </p:txBody>
          </p:sp>
        </mc:Choice>
        <mc:Fallback xmlns="">
          <p:sp>
            <p:nvSpPr>
              <p:cNvPr id="16" name="TextBox 15">
                <a:extLst>
                  <a:ext uri="{FF2B5EF4-FFF2-40B4-BE49-F238E27FC236}">
                    <a16:creationId xmlns:a16="http://schemas.microsoft.com/office/drawing/2014/main" id="{3FB5724F-AD59-A3FA-A457-BD1F2AE4EAD1}"/>
                  </a:ext>
                </a:extLst>
              </p:cNvPr>
              <p:cNvSpPr txBox="1">
                <a:spLocks noRot="1" noChangeAspect="1" noMove="1" noResize="1" noEditPoints="1" noAdjustHandles="1" noChangeArrowheads="1" noChangeShapeType="1" noTextEdit="1"/>
              </p:cNvSpPr>
              <p:nvPr/>
            </p:nvSpPr>
            <p:spPr>
              <a:xfrm>
                <a:off x="154486" y="3521973"/>
                <a:ext cx="2435224" cy="143488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3D91E069-8D95-8EC7-FCA0-1EE5B7FE69F8}"/>
                  </a:ext>
                </a:extLst>
              </p:cNvPr>
              <p:cNvSpPr txBox="1"/>
              <p:nvPr/>
            </p:nvSpPr>
            <p:spPr>
              <a:xfrm>
                <a:off x="419229" y="5115940"/>
                <a:ext cx="3503120" cy="143488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b="0" i="0" smtClean="0">
                          <a:solidFill>
                            <a:srgbClr val="002060"/>
                          </a:solidFill>
                          <a:latin typeface="Cambria Math" panose="02040503050406030204" pitchFamily="18" charset="0"/>
                        </a:rPr>
                        <m:t>=</m:t>
                      </m:r>
                      <m:f>
                        <m:fPr>
                          <m:ctrlPr>
                            <a:rPr lang="en-IN" sz="2800" b="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0.</m:t>
                          </m:r>
                          <m:r>
                            <a:rPr lang="en-IN" sz="2800" i="1" smtClean="0">
                              <a:solidFill>
                                <a:srgbClr val="002060"/>
                              </a:solidFill>
                              <a:latin typeface="Cambria Math" panose="02040503050406030204" pitchFamily="18" charset="0"/>
                            </a:rPr>
                            <m:t>5</m:t>
                          </m:r>
                          <m:r>
                            <a:rPr lang="en-IN" sz="2800" b="0" i="1" smtClean="0">
                              <a:solidFill>
                                <a:srgbClr val="002060"/>
                              </a:solidFill>
                              <a:latin typeface="Cambria Math" panose="02040503050406030204" pitchFamily="18" charset="0"/>
                            </a:rPr>
                            <m:t>417</m:t>
                          </m:r>
                          <m:r>
                            <a:rPr lang="en-IN" sz="2800" b="0" i="0">
                              <a:solidFill>
                                <a:srgbClr val="002060"/>
                              </a:solidFill>
                              <a:latin typeface="Cambria Math" panose="02040503050406030204" pitchFamily="18" charset="0"/>
                            </a:rPr>
                            <m:t>−</m:t>
                          </m:r>
                          <m:r>
                            <a:rPr lang="en-IN" sz="2800" i="1">
                              <a:solidFill>
                                <a:srgbClr val="002060"/>
                              </a:solidFill>
                              <a:latin typeface="Cambria Math" panose="02040503050406030204" pitchFamily="18" charset="0"/>
                            </a:rPr>
                            <m:t>0.</m:t>
                          </m:r>
                          <m:r>
                            <a:rPr lang="en-IN" sz="2800" b="0" i="1" smtClean="0">
                              <a:solidFill>
                                <a:srgbClr val="002060"/>
                              </a:solidFill>
                              <a:latin typeface="Cambria Math" panose="02040503050406030204" pitchFamily="18" charset="0"/>
                            </a:rPr>
                            <m:t>5</m:t>
                          </m:r>
                        </m:num>
                        <m:den>
                          <m:r>
                            <a:rPr lang="en-IN" sz="2800" b="0" i="0">
                              <a:solidFill>
                                <a:srgbClr val="002060"/>
                              </a:solidFill>
                              <a:latin typeface="Cambria Math" panose="02040503050406030204" pitchFamily="18" charset="0"/>
                            </a:rPr>
                            <m:t>  </m:t>
                          </m:r>
                          <m:rad>
                            <m:radPr>
                              <m:degHide m:val="on"/>
                              <m:ctrlPr>
                                <a:rPr lang="en-IN" sz="2800" b="0" i="1">
                                  <a:solidFill>
                                    <a:srgbClr val="002060"/>
                                  </a:solidFill>
                                  <a:latin typeface="Cambria Math" panose="02040503050406030204" pitchFamily="18" charset="0"/>
                                </a:rPr>
                              </m:ctrlPr>
                            </m:radPr>
                            <m:deg/>
                            <m:e>
                              <m:f>
                                <m:fPr>
                                  <m:ctrlPr>
                                    <a:rPr lang="en-IN" sz="2800" b="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m:t>
                                  </m:r>
                                  <m:d>
                                    <m:dPr>
                                      <m:ctrlPr>
                                        <a:rPr lang="en-IN" sz="2800" b="0" i="1" smtClean="0">
                                          <a:solidFill>
                                            <a:srgbClr val="002060"/>
                                          </a:solidFill>
                                          <a:latin typeface="Cambria Math" panose="02040503050406030204" pitchFamily="18" charset="0"/>
                                        </a:rPr>
                                      </m:ctrlPr>
                                    </m:dPr>
                                    <m:e>
                                      <m:r>
                                        <a:rPr lang="en-IN" sz="2800" b="0" i="1" smtClean="0">
                                          <a:solidFill>
                                            <a:srgbClr val="002060"/>
                                          </a:solidFill>
                                          <a:latin typeface="Cambria Math" panose="02040503050406030204" pitchFamily="18" charset="0"/>
                                        </a:rPr>
                                        <m:t>0.5</m:t>
                                      </m:r>
                                    </m:e>
                                  </m:d>
                                  <m:d>
                                    <m:dPr>
                                      <m:ctrlPr>
                                        <a:rPr lang="en-IN" sz="2800" i="1">
                                          <a:solidFill>
                                            <a:srgbClr val="002060"/>
                                          </a:solidFill>
                                          <a:latin typeface="Cambria Math" panose="02040503050406030204" pitchFamily="18" charset="0"/>
                                        </a:rPr>
                                      </m:ctrlPr>
                                    </m:dPr>
                                    <m:e>
                                      <m:r>
                                        <a:rPr lang="en-IN" sz="2800" i="1">
                                          <a:solidFill>
                                            <a:srgbClr val="002060"/>
                                          </a:solidFill>
                                          <a:latin typeface="Cambria Math" panose="02040503050406030204" pitchFamily="18" charset="0"/>
                                        </a:rPr>
                                        <m:t>0</m:t>
                                      </m:r>
                                      <m:r>
                                        <a:rPr lang="en-IN" sz="2800" b="0" i="1" smtClean="0">
                                          <a:solidFill>
                                            <a:srgbClr val="002060"/>
                                          </a:solidFill>
                                          <a:latin typeface="Cambria Math" panose="02040503050406030204" pitchFamily="18" charset="0"/>
                                        </a:rPr>
                                        <m:t>.5</m:t>
                                      </m:r>
                                    </m:e>
                                  </m:d>
                                </m:num>
                                <m:den>
                                  <m:r>
                                    <a:rPr lang="en-IN" sz="2800" b="0" i="0">
                                      <a:solidFill>
                                        <a:srgbClr val="002060"/>
                                      </a:solidFill>
                                      <a:latin typeface="Cambria Math" panose="02040503050406030204" pitchFamily="18" charset="0"/>
                                    </a:rPr>
                                    <m:t> </m:t>
                                  </m:r>
                                  <m:r>
                                    <a:rPr lang="en-IN" sz="2800" b="0" i="0" smtClean="0">
                                      <a:solidFill>
                                        <a:srgbClr val="002060"/>
                                      </a:solidFill>
                                      <a:latin typeface="Cambria Math" panose="02040503050406030204" pitchFamily="18" charset="0"/>
                                    </a:rPr>
                                    <m:t>600</m:t>
                                  </m:r>
                                  <m:r>
                                    <a:rPr lang="en-IN" sz="2800" b="0" i="0">
                                      <a:solidFill>
                                        <a:srgbClr val="002060"/>
                                      </a:solidFill>
                                      <a:latin typeface="Cambria Math" panose="02040503050406030204" pitchFamily="18" charset="0"/>
                                    </a:rPr>
                                    <m:t> </m:t>
                                  </m:r>
                                </m:den>
                              </m:f>
                              <m:r>
                                <a:rPr lang="en-IN" sz="2800" b="0" i="0">
                                  <a:solidFill>
                                    <a:srgbClr val="002060"/>
                                  </a:solidFill>
                                  <a:latin typeface="Cambria Math" panose="02040503050406030204" pitchFamily="18" charset="0"/>
                                </a:rPr>
                                <m:t> </m:t>
                              </m:r>
                            </m:e>
                          </m:rad>
                          <m:r>
                            <a:rPr lang="en-IN" sz="2800" b="0" i="0">
                              <a:solidFill>
                                <a:srgbClr val="002060"/>
                              </a:solidFill>
                              <a:latin typeface="Cambria Math" panose="02040503050406030204" pitchFamily="18" charset="0"/>
                            </a:rPr>
                            <m:t>  </m:t>
                          </m:r>
                        </m:den>
                      </m:f>
                    </m:oMath>
                  </m:oMathPara>
                </a14:m>
                <a:endParaRPr lang="en-IN" sz="2800" dirty="0">
                  <a:solidFill>
                    <a:srgbClr val="002060"/>
                  </a:solidFill>
                </a:endParaRPr>
              </a:p>
            </p:txBody>
          </p:sp>
        </mc:Choice>
        <mc:Fallback xmlns="">
          <p:sp>
            <p:nvSpPr>
              <p:cNvPr id="17" name="TextBox 16">
                <a:extLst>
                  <a:ext uri="{FF2B5EF4-FFF2-40B4-BE49-F238E27FC236}">
                    <a16:creationId xmlns:a16="http://schemas.microsoft.com/office/drawing/2014/main" id="{3D91E069-8D95-8EC7-FCA0-1EE5B7FE69F8}"/>
                  </a:ext>
                </a:extLst>
              </p:cNvPr>
              <p:cNvSpPr txBox="1">
                <a:spLocks noRot="1" noChangeAspect="1" noMove="1" noResize="1" noEditPoints="1" noAdjustHandles="1" noChangeArrowheads="1" noChangeShapeType="1" noTextEdit="1"/>
              </p:cNvSpPr>
              <p:nvPr/>
            </p:nvSpPr>
            <p:spPr>
              <a:xfrm>
                <a:off x="419229" y="5115940"/>
                <a:ext cx="3503120" cy="143488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A5A568D7-905F-7B19-F007-C8E3C0A78BA5}"/>
                  </a:ext>
                </a:extLst>
              </p:cNvPr>
              <p:cNvSpPr/>
              <p:nvPr/>
            </p:nvSpPr>
            <p:spPr>
              <a:xfrm>
                <a:off x="3552144" y="5339519"/>
                <a:ext cx="1305606" cy="523220"/>
              </a:xfrm>
              <a:prstGeom prst="rect">
                <a:avLst/>
              </a:prstGeom>
            </p:spPr>
            <p:txBody>
              <a:bodyPr wrap="square">
                <a:spAutoFit/>
              </a:bodyPr>
              <a:lstStyle/>
              <a:p>
                <a:pPr lvl="0"/>
                <a14:m>
                  <m:oMath xmlns:m="http://schemas.openxmlformats.org/officeDocument/2006/math">
                    <m:r>
                      <a:rPr lang="en-IN" sz="2800" b="0" i="0" smtClean="0">
                        <a:solidFill>
                          <a:srgbClr val="002060"/>
                        </a:solidFill>
                        <a:latin typeface="Cambria Math" panose="02040503050406030204" pitchFamily="18" charset="0"/>
                      </a:rPr>
                      <m:t>=2.04</m:t>
                    </m:r>
                  </m:oMath>
                </a14:m>
                <a:r>
                  <a:rPr lang="en-US" sz="2800" dirty="0">
                    <a:solidFill>
                      <a:srgbClr val="002060"/>
                    </a:solidFill>
                  </a:rPr>
                  <a:t>  </a:t>
                </a:r>
              </a:p>
            </p:txBody>
          </p:sp>
        </mc:Choice>
        <mc:Fallback xmlns="">
          <p:sp>
            <p:nvSpPr>
              <p:cNvPr id="18" name="Rectangle 17">
                <a:extLst>
                  <a:ext uri="{FF2B5EF4-FFF2-40B4-BE49-F238E27FC236}">
                    <a16:creationId xmlns:a16="http://schemas.microsoft.com/office/drawing/2014/main" id="{A5A568D7-905F-7B19-F007-C8E3C0A78BA5}"/>
                  </a:ext>
                </a:extLst>
              </p:cNvPr>
              <p:cNvSpPr>
                <a:spLocks noRot="1" noChangeAspect="1" noMove="1" noResize="1" noEditPoints="1" noAdjustHandles="1" noChangeArrowheads="1" noChangeShapeType="1" noTextEdit="1"/>
              </p:cNvSpPr>
              <p:nvPr/>
            </p:nvSpPr>
            <p:spPr>
              <a:xfrm>
                <a:off x="3552144" y="5339519"/>
                <a:ext cx="1305606" cy="523220"/>
              </a:xfrm>
              <a:prstGeom prst="rect">
                <a:avLst/>
              </a:prstGeom>
              <a:blipFill>
                <a:blip r:embed="rId10"/>
                <a:stretch>
                  <a:fillRect/>
                </a:stretch>
              </a:blipFill>
            </p:spPr>
            <p:txBody>
              <a:bodyPr/>
              <a:lstStyle/>
              <a:p>
                <a:r>
                  <a:rPr lang="en-IN">
                    <a:noFill/>
                  </a:rPr>
                  <a:t> </a:t>
                </a:r>
              </a:p>
            </p:txBody>
          </p:sp>
        </mc:Fallback>
      </mc:AlternateContent>
      <p:sp>
        <p:nvSpPr>
          <p:cNvPr id="19" name="Rectangle 18">
            <a:extLst>
              <a:ext uri="{FF2B5EF4-FFF2-40B4-BE49-F238E27FC236}">
                <a16:creationId xmlns:a16="http://schemas.microsoft.com/office/drawing/2014/main" id="{90DE88DF-D1EC-4EAD-09DB-173739746FD2}"/>
              </a:ext>
            </a:extLst>
          </p:cNvPr>
          <p:cNvSpPr/>
          <p:nvPr/>
        </p:nvSpPr>
        <p:spPr>
          <a:xfrm>
            <a:off x="6131421" y="1000857"/>
            <a:ext cx="2532181" cy="523220"/>
          </a:xfrm>
          <a:prstGeom prst="rect">
            <a:avLst/>
          </a:prstGeom>
        </p:spPr>
        <p:txBody>
          <a:bodyPr wrap="square">
            <a:spAutoFit/>
          </a:bodyPr>
          <a:lstStyle/>
          <a:p>
            <a:pPr lvl="0"/>
            <a:r>
              <a:rPr lang="en-US" sz="2800" b="1" dirty="0">
                <a:solidFill>
                  <a:srgbClr val="002060"/>
                </a:solidFill>
              </a:rPr>
              <a:t>Critical Region :</a:t>
            </a:r>
            <a:r>
              <a:rPr lang="en-US" sz="2800" u="sng" dirty="0">
                <a:solidFill>
                  <a:srgbClr val="002060"/>
                </a:solidFill>
              </a:rPr>
              <a:t>  </a:t>
            </a: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97666847-B04B-F587-3E94-AC852FA071E4}"/>
                  </a:ext>
                </a:extLst>
              </p:cNvPr>
              <p:cNvSpPr txBox="1"/>
              <p:nvPr/>
            </p:nvSpPr>
            <p:spPr>
              <a:xfrm>
                <a:off x="8377854" y="1002226"/>
                <a:ext cx="2697479"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IN" sz="2800" i="1" smtClean="0">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US" sz="2800">
                                  <a:solidFill>
                                    <a:srgbClr val="002060"/>
                                  </a:solidFill>
                                  <a:latin typeface="Cambria Math" panose="02040503050406030204" pitchFamily="18" charset="0"/>
                                </a:rPr>
                                <m:t>Z</m:t>
                              </m:r>
                            </m:e>
                            <m:sub>
                              <m:r>
                                <a:rPr lang="en-US" sz="2800">
                                  <a:solidFill>
                                    <a:srgbClr val="002060"/>
                                  </a:solidFill>
                                  <a:latin typeface="Cambria Math" panose="02040503050406030204" pitchFamily="18" charset="0"/>
                                </a:rPr>
                                <m:t>0.0</m:t>
                              </m:r>
                              <m:r>
                                <a:rPr lang="en-IN" sz="2800" b="0" i="0" smtClean="0">
                                  <a:solidFill>
                                    <a:srgbClr val="002060"/>
                                  </a:solidFill>
                                  <a:latin typeface="Cambria Math" panose="02040503050406030204" pitchFamily="18" charset="0"/>
                                </a:rPr>
                                <m:t>5</m:t>
                              </m:r>
                            </m:sub>
                          </m:sSub>
                          <m:r>
                            <a:rPr lang="en-US" sz="2800" i="1">
                              <a:solidFill>
                                <a:srgbClr val="002060"/>
                              </a:solidFill>
                              <a:latin typeface="Cambria Math" panose="02040503050406030204" pitchFamily="18" charset="0"/>
                            </a:rPr>
                            <m:t> </m:t>
                          </m:r>
                        </m:e>
                      </m:d>
                      <m:r>
                        <a:rPr lang="en-US" sz="2800">
                          <a:solidFill>
                            <a:srgbClr val="002060"/>
                          </a:solidFill>
                          <a:latin typeface="Cambria Math" panose="02040503050406030204" pitchFamily="18" charset="0"/>
                        </a:rPr>
                        <m:t>=</m:t>
                      </m:r>
                      <m:r>
                        <a:rPr lang="en-IN" sz="2800" i="1" smtClean="0">
                          <a:solidFill>
                            <a:srgbClr val="002060"/>
                          </a:solidFill>
                          <a:latin typeface="Cambria Math" panose="02040503050406030204" pitchFamily="18" charset="0"/>
                        </a:rPr>
                        <m:t>1</m:t>
                      </m:r>
                      <m:r>
                        <a:rPr lang="en-IN" sz="2800" b="0" i="1" smtClean="0">
                          <a:solidFill>
                            <a:srgbClr val="002060"/>
                          </a:solidFill>
                          <a:latin typeface="Cambria Math" panose="02040503050406030204" pitchFamily="18" charset="0"/>
                        </a:rPr>
                        <m:t>.645</m:t>
                      </m:r>
                    </m:oMath>
                  </m:oMathPara>
                </a14:m>
                <a:endParaRPr lang="en-IN" sz="2800" dirty="0">
                  <a:solidFill>
                    <a:srgbClr val="002060"/>
                  </a:solidFill>
                </a:endParaRPr>
              </a:p>
            </p:txBody>
          </p:sp>
        </mc:Choice>
        <mc:Fallback xmlns="">
          <p:sp>
            <p:nvSpPr>
              <p:cNvPr id="21" name="TextBox 20">
                <a:extLst>
                  <a:ext uri="{FF2B5EF4-FFF2-40B4-BE49-F238E27FC236}">
                    <a16:creationId xmlns:a16="http://schemas.microsoft.com/office/drawing/2014/main" id="{97666847-B04B-F587-3E94-AC852FA071E4}"/>
                  </a:ext>
                </a:extLst>
              </p:cNvPr>
              <p:cNvSpPr txBox="1">
                <a:spLocks noRot="1" noChangeAspect="1" noMove="1" noResize="1" noEditPoints="1" noAdjustHandles="1" noChangeArrowheads="1" noChangeShapeType="1" noTextEdit="1"/>
              </p:cNvSpPr>
              <p:nvPr/>
            </p:nvSpPr>
            <p:spPr>
              <a:xfrm>
                <a:off x="8377854" y="1002226"/>
                <a:ext cx="2697479" cy="523220"/>
              </a:xfrm>
              <a:prstGeom prst="rect">
                <a:avLst/>
              </a:prstGeom>
              <a:blipFill>
                <a:blip r:embed="rId11"/>
                <a:stretch>
                  <a:fillRect/>
                </a:stretch>
              </a:blipFill>
            </p:spPr>
            <p:txBody>
              <a:bodyPr/>
              <a:lstStyle/>
              <a:p>
                <a:r>
                  <a:rPr lang="en-IN">
                    <a:noFill/>
                  </a:rPr>
                  <a:t> </a:t>
                </a:r>
              </a:p>
            </p:txBody>
          </p:sp>
        </mc:Fallback>
      </mc:AlternateContent>
      <p:sp>
        <p:nvSpPr>
          <p:cNvPr id="23" name="Rectangle 22">
            <a:extLst>
              <a:ext uri="{FF2B5EF4-FFF2-40B4-BE49-F238E27FC236}">
                <a16:creationId xmlns:a16="http://schemas.microsoft.com/office/drawing/2014/main" id="{FBA67A2C-57CF-A91F-254A-65ABD2F74974}"/>
              </a:ext>
            </a:extLst>
          </p:cNvPr>
          <p:cNvSpPr/>
          <p:nvPr/>
        </p:nvSpPr>
        <p:spPr>
          <a:xfrm>
            <a:off x="6107431" y="1685577"/>
            <a:ext cx="1973580" cy="523220"/>
          </a:xfrm>
          <a:prstGeom prst="rect">
            <a:avLst/>
          </a:prstGeom>
        </p:spPr>
        <p:txBody>
          <a:bodyPr wrap="square">
            <a:spAutoFit/>
          </a:bodyPr>
          <a:lstStyle/>
          <a:p>
            <a:pPr lvl="0"/>
            <a:r>
              <a:rPr lang="en-US" sz="2800" b="1" dirty="0">
                <a:solidFill>
                  <a:srgbClr val="002060"/>
                </a:solidFill>
              </a:rPr>
              <a:t>Conclusion :</a:t>
            </a:r>
            <a:r>
              <a:rPr lang="en-US" sz="2800" u="sng" dirty="0">
                <a:solidFill>
                  <a:srgbClr val="002060"/>
                </a:solidFill>
              </a:rPr>
              <a:t>  </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9F6C6EF5-75A1-BD07-C7E4-D3280E7C4F57}"/>
                  </a:ext>
                </a:extLst>
              </p:cNvPr>
              <p:cNvSpPr txBox="1"/>
              <p:nvPr/>
            </p:nvSpPr>
            <p:spPr>
              <a:xfrm>
                <a:off x="5966123" y="2299679"/>
                <a:ext cx="2127799"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IN" sz="2800" i="1" smtClean="0">
                              <a:solidFill>
                                <a:srgbClr val="002060"/>
                              </a:solidFill>
                              <a:latin typeface="Cambria Math" panose="02040503050406030204" pitchFamily="18" charset="0"/>
                            </a:rPr>
                          </m:ctrlPr>
                        </m:dPr>
                        <m:e>
                          <m:r>
                            <a:rPr lang="en-IN" sz="2800" b="0" i="0" smtClean="0">
                              <a:solidFill>
                                <a:srgbClr val="002060"/>
                              </a:solidFill>
                              <a:latin typeface="Cambria Math" panose="02040503050406030204" pitchFamily="18" charset="0"/>
                            </a:rPr>
                            <m:t> </m:t>
                          </m:r>
                          <m:r>
                            <m:rPr>
                              <m:sty m:val="p"/>
                            </m:rPr>
                            <a:rPr lang="en-IN" sz="2800" b="0" i="0" smtClean="0">
                              <a:solidFill>
                                <a:srgbClr val="002060"/>
                              </a:solidFill>
                              <a:latin typeface="Cambria Math" panose="02040503050406030204" pitchFamily="18" charset="0"/>
                            </a:rPr>
                            <m:t>Z</m:t>
                          </m:r>
                          <m:r>
                            <a:rPr lang="en-US" sz="2800" i="1">
                              <a:solidFill>
                                <a:srgbClr val="002060"/>
                              </a:solidFill>
                              <a:latin typeface="Cambria Math" panose="02040503050406030204" pitchFamily="18" charset="0"/>
                            </a:rPr>
                            <m:t> </m:t>
                          </m:r>
                        </m:e>
                      </m:d>
                      <m:r>
                        <a:rPr lang="en-US" sz="2800">
                          <a:solidFill>
                            <a:srgbClr val="002060"/>
                          </a:solidFill>
                          <a:latin typeface="Cambria Math" panose="02040503050406030204" pitchFamily="18" charset="0"/>
                        </a:rPr>
                        <m:t>=</m:t>
                      </m:r>
                      <m:r>
                        <a:rPr lang="en-IN" sz="2800" b="0" i="0" smtClean="0">
                          <a:solidFill>
                            <a:srgbClr val="002060"/>
                          </a:solidFill>
                          <a:latin typeface="Cambria Math" panose="02040503050406030204" pitchFamily="18" charset="0"/>
                        </a:rPr>
                        <m:t>2.09</m:t>
                      </m:r>
                    </m:oMath>
                  </m:oMathPara>
                </a14:m>
                <a:endParaRPr lang="en-IN" sz="2800" dirty="0">
                  <a:solidFill>
                    <a:srgbClr val="002060"/>
                  </a:solidFill>
                </a:endParaRPr>
              </a:p>
            </p:txBody>
          </p:sp>
        </mc:Choice>
        <mc:Fallback xmlns="">
          <p:sp>
            <p:nvSpPr>
              <p:cNvPr id="24" name="TextBox 23">
                <a:extLst>
                  <a:ext uri="{FF2B5EF4-FFF2-40B4-BE49-F238E27FC236}">
                    <a16:creationId xmlns:a16="http://schemas.microsoft.com/office/drawing/2014/main" id="{9F6C6EF5-75A1-BD07-C7E4-D3280E7C4F57}"/>
                  </a:ext>
                </a:extLst>
              </p:cNvPr>
              <p:cNvSpPr txBox="1">
                <a:spLocks noRot="1" noChangeAspect="1" noMove="1" noResize="1" noEditPoints="1" noAdjustHandles="1" noChangeArrowheads="1" noChangeShapeType="1" noTextEdit="1"/>
              </p:cNvSpPr>
              <p:nvPr/>
            </p:nvSpPr>
            <p:spPr>
              <a:xfrm>
                <a:off x="5966123" y="2299679"/>
                <a:ext cx="2127799"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CFE6516B-6EBF-CF14-44F0-8CF10FDF0FDF}"/>
                  </a:ext>
                </a:extLst>
              </p:cNvPr>
              <p:cNvSpPr txBox="1"/>
              <p:nvPr/>
            </p:nvSpPr>
            <p:spPr>
              <a:xfrm>
                <a:off x="7957641" y="2265389"/>
                <a:ext cx="541694" cy="95410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i="1">
                          <a:solidFill>
                            <a:srgbClr val="002060"/>
                          </a:solidFill>
                          <a:latin typeface="Cambria Math" panose="02040503050406030204" pitchFamily="18" charset="0"/>
                          <a:ea typeface="Cambria Math" panose="02040503050406030204" pitchFamily="18" charset="0"/>
                        </a:rPr>
                        <m:t>&gt;</m:t>
                      </m:r>
                    </m:oMath>
                  </m:oMathPara>
                </a14:m>
                <a:endParaRPr lang="en-IN" sz="2800" dirty="0">
                  <a:solidFill>
                    <a:srgbClr val="002060"/>
                  </a:solidFill>
                </a:endParaRPr>
              </a:p>
              <a:p>
                <a:endParaRPr lang="en-IN" sz="2800" dirty="0">
                  <a:solidFill>
                    <a:srgbClr val="002060"/>
                  </a:solidFill>
                </a:endParaRPr>
              </a:p>
            </p:txBody>
          </p:sp>
        </mc:Choice>
        <mc:Fallback xmlns="">
          <p:sp>
            <p:nvSpPr>
              <p:cNvPr id="26" name="TextBox 25">
                <a:extLst>
                  <a:ext uri="{FF2B5EF4-FFF2-40B4-BE49-F238E27FC236}">
                    <a16:creationId xmlns:a16="http://schemas.microsoft.com/office/drawing/2014/main" id="{CFE6516B-6EBF-CF14-44F0-8CF10FDF0FDF}"/>
                  </a:ext>
                </a:extLst>
              </p:cNvPr>
              <p:cNvSpPr txBox="1">
                <a:spLocks noRot="1" noChangeAspect="1" noMove="1" noResize="1" noEditPoints="1" noAdjustHandles="1" noChangeArrowheads="1" noChangeShapeType="1" noTextEdit="1"/>
              </p:cNvSpPr>
              <p:nvPr/>
            </p:nvSpPr>
            <p:spPr>
              <a:xfrm>
                <a:off x="7957641" y="2265389"/>
                <a:ext cx="541694" cy="954107"/>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Rectangle 26">
                <a:extLst>
                  <a:ext uri="{FF2B5EF4-FFF2-40B4-BE49-F238E27FC236}">
                    <a16:creationId xmlns:a16="http://schemas.microsoft.com/office/drawing/2014/main" id="{AD30FC4A-03E2-F4F3-29DF-25AE980E3C8C}"/>
                  </a:ext>
                </a:extLst>
              </p:cNvPr>
              <p:cNvSpPr/>
              <p:nvPr/>
            </p:nvSpPr>
            <p:spPr>
              <a:xfrm>
                <a:off x="6104535" y="3031680"/>
                <a:ext cx="2532181" cy="523220"/>
              </a:xfrm>
              <a:prstGeom prst="rect">
                <a:avLst/>
              </a:prstGeom>
            </p:spPr>
            <p:txBody>
              <a:bodyPr wrap="square">
                <a:spAutoFit/>
              </a:bodyPr>
              <a:lstStyle/>
              <a:p>
                <a:pPr lvl="0"/>
                <a14:m>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sSub>
                      <m:sSubPr>
                        <m:ctrlPr>
                          <a:rPr lang="en-US"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H</m:t>
                        </m:r>
                      </m:e>
                      <m:sub>
                        <m:r>
                          <a:rPr lang="en-IN" sz="2800">
                            <a:solidFill>
                              <a:srgbClr val="002060"/>
                            </a:solidFill>
                            <a:latin typeface="Cambria Math" panose="02040503050406030204" pitchFamily="18" charset="0"/>
                          </a:rPr>
                          <m:t>0</m:t>
                        </m:r>
                      </m:sub>
                    </m:sSub>
                  </m:oMath>
                </a14:m>
                <a:r>
                  <a:rPr lang="en-US" sz="2800" dirty="0">
                    <a:solidFill>
                      <a:srgbClr val="002060"/>
                    </a:solidFill>
                  </a:rPr>
                  <a:t> Reject</a:t>
                </a:r>
                <a:r>
                  <a:rPr lang="en-US" sz="2800" u="sng" dirty="0">
                    <a:solidFill>
                      <a:srgbClr val="002060"/>
                    </a:solidFill>
                  </a:rPr>
                  <a:t>  </a:t>
                </a:r>
              </a:p>
            </p:txBody>
          </p:sp>
        </mc:Choice>
        <mc:Fallback xmlns="">
          <p:sp>
            <p:nvSpPr>
              <p:cNvPr id="27" name="Rectangle 26">
                <a:extLst>
                  <a:ext uri="{FF2B5EF4-FFF2-40B4-BE49-F238E27FC236}">
                    <a16:creationId xmlns:a16="http://schemas.microsoft.com/office/drawing/2014/main" id="{AD30FC4A-03E2-F4F3-29DF-25AE980E3C8C}"/>
                  </a:ext>
                </a:extLst>
              </p:cNvPr>
              <p:cNvSpPr>
                <a:spLocks noRot="1" noChangeAspect="1" noMove="1" noResize="1" noEditPoints="1" noAdjustHandles="1" noChangeArrowheads="1" noChangeShapeType="1" noTextEdit="1"/>
              </p:cNvSpPr>
              <p:nvPr/>
            </p:nvSpPr>
            <p:spPr>
              <a:xfrm>
                <a:off x="6104535" y="3031680"/>
                <a:ext cx="2532181" cy="523220"/>
              </a:xfrm>
              <a:prstGeom prst="rect">
                <a:avLst/>
              </a:prstGeom>
              <a:blipFill>
                <a:blip r:embed="rId14"/>
                <a:stretch>
                  <a:fillRect t="-11628" b="-3139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3DF0CCFD-4202-B909-EB5C-EB9A19662858}"/>
                  </a:ext>
                </a:extLst>
              </p:cNvPr>
              <p:cNvSpPr/>
              <p:nvPr/>
            </p:nvSpPr>
            <p:spPr>
              <a:xfrm>
                <a:off x="6131421" y="3656930"/>
                <a:ext cx="5761602" cy="1313180"/>
              </a:xfrm>
              <a:prstGeom prst="rect">
                <a:avLst/>
              </a:prstGeom>
            </p:spPr>
            <p:txBody>
              <a:bodyPr wrap="square">
                <a:spAutoFit/>
              </a:bodyPr>
              <a:lstStyle/>
              <a:p>
                <a:pPr lvl="0">
                  <a:lnSpc>
                    <a:spcPct val="150000"/>
                  </a:lnSpc>
                </a:pPr>
                <a:r>
                  <a:rPr lang="en-US" sz="2800" dirty="0">
                    <a:solidFill>
                      <a:srgbClr val="002060"/>
                    </a:solidFill>
                  </a:rPr>
                  <a:t>i.e., Majority of men in this city are </a:t>
                </a:r>
              </a:p>
              <a:p>
                <a:pPr lvl="0">
                  <a:lnSpc>
                    <a:spcPct val="150000"/>
                  </a:lnSpc>
                </a:pPr>
                <a:r>
                  <a:rPr lang="en-US" sz="2800" dirty="0">
                    <a:solidFill>
                      <a:srgbClr val="002060"/>
                    </a:solidFill>
                  </a:rPr>
                  <a:t>       smokers at</a:t>
                </a:r>
                <a:r>
                  <a:rPr lang="en-US" sz="2800" b="0" dirty="0">
                    <a:solidFill>
                      <a:srgbClr val="002060"/>
                    </a:solidFill>
                  </a:rPr>
                  <a:t> </a:t>
                </a:r>
                <a14:m>
                  <m:oMath xmlns:m="http://schemas.openxmlformats.org/officeDocument/2006/math">
                    <m:r>
                      <a:rPr lang="en-IN" sz="2800" b="0" i="1" smtClean="0">
                        <a:solidFill>
                          <a:srgbClr val="002060"/>
                        </a:solidFill>
                        <a:latin typeface="Cambria Math" panose="02040503050406030204" pitchFamily="18" charset="0"/>
                      </a:rPr>
                      <m:t>5%</m:t>
                    </m:r>
                  </m:oMath>
                </a14:m>
                <a:r>
                  <a:rPr lang="en-US" sz="2800" dirty="0">
                    <a:solidFill>
                      <a:srgbClr val="002060"/>
                    </a:solidFill>
                  </a:rPr>
                  <a:t> LOS. </a:t>
                </a:r>
                <a:endParaRPr lang="en-US" sz="2800" u="sng" dirty="0">
                  <a:solidFill>
                    <a:srgbClr val="002060"/>
                  </a:solidFill>
                </a:endParaRPr>
              </a:p>
            </p:txBody>
          </p:sp>
        </mc:Choice>
        <mc:Fallback xmlns="">
          <p:sp>
            <p:nvSpPr>
              <p:cNvPr id="28" name="Rectangle 27">
                <a:extLst>
                  <a:ext uri="{FF2B5EF4-FFF2-40B4-BE49-F238E27FC236}">
                    <a16:creationId xmlns:a16="http://schemas.microsoft.com/office/drawing/2014/main" id="{3DF0CCFD-4202-B909-EB5C-EB9A19662858}"/>
                  </a:ext>
                </a:extLst>
              </p:cNvPr>
              <p:cNvSpPr>
                <a:spLocks noRot="1" noChangeAspect="1" noMove="1" noResize="1" noEditPoints="1" noAdjustHandles="1" noChangeArrowheads="1" noChangeShapeType="1" noTextEdit="1"/>
              </p:cNvSpPr>
              <p:nvPr/>
            </p:nvSpPr>
            <p:spPr>
              <a:xfrm>
                <a:off x="6131421" y="3656930"/>
                <a:ext cx="5761602" cy="1313180"/>
              </a:xfrm>
              <a:prstGeom prst="rect">
                <a:avLst/>
              </a:prstGeom>
              <a:blipFill>
                <a:blip r:embed="rId15"/>
                <a:stretch>
                  <a:fillRect l="-2222" b="-12558"/>
                </a:stretch>
              </a:blipFill>
            </p:spPr>
            <p:txBody>
              <a:bodyPr/>
              <a:lstStyle/>
              <a:p>
                <a:r>
                  <a:rPr lang="en-IN">
                    <a:noFill/>
                  </a:rPr>
                  <a:t> </a:t>
                </a:r>
              </a:p>
            </p:txBody>
          </p:sp>
        </mc:Fallback>
      </mc:AlternateContent>
      <p:sp>
        <p:nvSpPr>
          <p:cNvPr id="6" name="Rectangle 5">
            <a:extLst>
              <a:ext uri="{FF2B5EF4-FFF2-40B4-BE49-F238E27FC236}">
                <a16:creationId xmlns:a16="http://schemas.microsoft.com/office/drawing/2014/main" id="{49DC1522-9A10-D795-35FD-9641A36E0626}"/>
              </a:ext>
            </a:extLst>
          </p:cNvPr>
          <p:cNvSpPr/>
          <p:nvPr/>
        </p:nvSpPr>
        <p:spPr>
          <a:xfrm>
            <a:off x="2931495" y="1674147"/>
            <a:ext cx="2713269" cy="523220"/>
          </a:xfrm>
          <a:prstGeom prst="rect">
            <a:avLst/>
          </a:prstGeom>
        </p:spPr>
        <p:txBody>
          <a:bodyPr wrap="square">
            <a:spAutoFit/>
          </a:bodyPr>
          <a:lstStyle/>
          <a:p>
            <a:pPr lvl="0"/>
            <a:r>
              <a:rPr lang="en-US" sz="2800" dirty="0">
                <a:solidFill>
                  <a:srgbClr val="002060"/>
                </a:solidFill>
              </a:rPr>
              <a:t>(Right tailed test)</a:t>
            </a:r>
            <a:r>
              <a:rPr lang="en-US" sz="2800" u="sng" dirty="0">
                <a:solidFill>
                  <a:srgbClr val="002060"/>
                </a:solidFill>
              </a:rPr>
              <a:t>  </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4A1986D-4D76-9C85-4E77-E68EC3D74823}"/>
                  </a:ext>
                </a:extLst>
              </p:cNvPr>
              <p:cNvSpPr txBox="1"/>
              <p:nvPr/>
            </p:nvSpPr>
            <p:spPr>
              <a:xfrm>
                <a:off x="8320703" y="2263155"/>
                <a:ext cx="2697479"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IN" sz="2800" i="1" smtClean="0">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US" sz="2800">
                                  <a:solidFill>
                                    <a:srgbClr val="002060"/>
                                  </a:solidFill>
                                  <a:latin typeface="Cambria Math" panose="02040503050406030204" pitchFamily="18" charset="0"/>
                                </a:rPr>
                                <m:t>Z</m:t>
                              </m:r>
                            </m:e>
                            <m:sub>
                              <m:r>
                                <a:rPr lang="en-US" sz="2800">
                                  <a:solidFill>
                                    <a:srgbClr val="002060"/>
                                  </a:solidFill>
                                  <a:latin typeface="Cambria Math" panose="02040503050406030204" pitchFamily="18" charset="0"/>
                                </a:rPr>
                                <m:t>0.0</m:t>
                              </m:r>
                              <m:r>
                                <a:rPr lang="en-IN" sz="2800" b="0" i="0" smtClean="0">
                                  <a:solidFill>
                                    <a:srgbClr val="002060"/>
                                  </a:solidFill>
                                  <a:latin typeface="Cambria Math" panose="02040503050406030204" pitchFamily="18" charset="0"/>
                                </a:rPr>
                                <m:t>5</m:t>
                              </m:r>
                            </m:sub>
                          </m:sSub>
                          <m:r>
                            <a:rPr lang="en-US" sz="2800" i="1">
                              <a:solidFill>
                                <a:srgbClr val="002060"/>
                              </a:solidFill>
                              <a:latin typeface="Cambria Math" panose="02040503050406030204" pitchFamily="18" charset="0"/>
                            </a:rPr>
                            <m:t> </m:t>
                          </m:r>
                        </m:e>
                      </m:d>
                      <m:r>
                        <a:rPr lang="en-US" sz="2800">
                          <a:solidFill>
                            <a:srgbClr val="002060"/>
                          </a:solidFill>
                          <a:latin typeface="Cambria Math" panose="02040503050406030204" pitchFamily="18" charset="0"/>
                        </a:rPr>
                        <m:t>=</m:t>
                      </m:r>
                      <m:r>
                        <a:rPr lang="en-IN" sz="2800" i="1" smtClean="0">
                          <a:solidFill>
                            <a:srgbClr val="002060"/>
                          </a:solidFill>
                          <a:latin typeface="Cambria Math" panose="02040503050406030204" pitchFamily="18" charset="0"/>
                        </a:rPr>
                        <m:t>1</m:t>
                      </m:r>
                      <m:r>
                        <a:rPr lang="en-IN" sz="2800" b="0" i="1" smtClean="0">
                          <a:solidFill>
                            <a:srgbClr val="002060"/>
                          </a:solidFill>
                          <a:latin typeface="Cambria Math" panose="02040503050406030204" pitchFamily="18" charset="0"/>
                        </a:rPr>
                        <m:t>.645</m:t>
                      </m:r>
                    </m:oMath>
                  </m:oMathPara>
                </a14:m>
                <a:endParaRPr lang="en-IN" sz="2800" dirty="0">
                  <a:solidFill>
                    <a:srgbClr val="002060"/>
                  </a:solidFill>
                </a:endParaRPr>
              </a:p>
            </p:txBody>
          </p:sp>
        </mc:Choice>
        <mc:Fallback xmlns="">
          <p:sp>
            <p:nvSpPr>
              <p:cNvPr id="7" name="TextBox 6">
                <a:extLst>
                  <a:ext uri="{FF2B5EF4-FFF2-40B4-BE49-F238E27FC236}">
                    <a16:creationId xmlns:a16="http://schemas.microsoft.com/office/drawing/2014/main" id="{D4A1986D-4D76-9C85-4E77-E68EC3D74823}"/>
                  </a:ext>
                </a:extLst>
              </p:cNvPr>
              <p:cNvSpPr txBox="1">
                <a:spLocks noRot="1" noChangeAspect="1" noMove="1" noResize="1" noEditPoints="1" noAdjustHandles="1" noChangeArrowheads="1" noChangeShapeType="1" noTextEdit="1"/>
              </p:cNvSpPr>
              <p:nvPr/>
            </p:nvSpPr>
            <p:spPr>
              <a:xfrm>
                <a:off x="8320703" y="2263155"/>
                <a:ext cx="2697479" cy="523220"/>
              </a:xfrm>
              <a:prstGeom prst="rect">
                <a:avLst/>
              </a:prstGeom>
              <a:blipFill>
                <a:blip r:embed="rId16"/>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870612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1"/>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3"/>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16"/>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8"/>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17"/>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18"/>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19"/>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21"/>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23"/>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24"/>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7"/>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26"/>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27"/>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8" grpId="0"/>
      <p:bldP spid="9" grpId="0"/>
      <p:bldP spid="10" grpId="0"/>
      <p:bldP spid="11" grpId="0"/>
      <p:bldP spid="12" grpId="0"/>
      <p:bldP spid="13" grpId="0"/>
      <p:bldP spid="16" grpId="0"/>
      <p:bldP spid="17" grpId="0"/>
      <p:bldP spid="18" grpId="0"/>
      <p:bldP spid="19" grpId="0"/>
      <p:bldP spid="21" grpId="0"/>
      <p:bldP spid="23" grpId="0"/>
      <p:bldP spid="24" grpId="0"/>
      <p:bldP spid="26" grpId="0"/>
      <p:bldP spid="27" grpId="0"/>
      <p:bldP spid="28" grpId="0"/>
      <p:bldP spid="6" grpId="0"/>
      <p:bldP spid="7" grpId="0"/>
    </p:bldLst>
  </p:timing>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BB9B2-4EF2-74AB-81AB-F7ADC2772D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6855E6-B4EA-109B-87E1-B4B184DCF658}"/>
              </a:ext>
            </a:extLst>
          </p:cNvPr>
          <p:cNvSpPr>
            <a:spLocks noGrp="1"/>
          </p:cNvSpPr>
          <p:nvPr>
            <p:ph type="title"/>
          </p:nvPr>
        </p:nvSpPr>
        <p:spPr/>
        <p:txBody>
          <a:bodyPr/>
          <a:lstStyle/>
          <a:p>
            <a:pPr lvl="0"/>
            <a:r>
              <a:rPr lang="en-US" dirty="0"/>
              <a:t>Method – 6</a:t>
            </a:r>
            <a:br>
              <a:rPr lang="en-US" dirty="0"/>
            </a:br>
            <a:r>
              <a:rPr lang="en-US" dirty="0"/>
              <a:t>Test for Difference of Proportions</a:t>
            </a:r>
            <a:endParaRPr lang="en-IN" dirty="0"/>
          </a:p>
        </p:txBody>
      </p:sp>
    </p:spTree>
    <p:extLst>
      <p:ext uri="{BB962C8B-B14F-4D97-AF65-F5344CB8AC3E}">
        <p14:creationId xmlns:p14="http://schemas.microsoft.com/office/powerpoint/2010/main" val="774261298"/>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C2B43-D585-59F1-4EE8-D025EAA9CE55}"/>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196455A-0C88-E3FE-669B-7803DB5106CF}"/>
                  </a:ext>
                </a:extLst>
              </p:cNvPr>
              <p:cNvSpPr>
                <a:spLocks noGrp="1"/>
              </p:cNvSpPr>
              <p:nvPr>
                <p:ph idx="1"/>
              </p:nvPr>
            </p:nvSpPr>
            <p:spPr>
              <a:xfrm>
                <a:off x="131180" y="728675"/>
                <a:ext cx="11929641" cy="5797855"/>
              </a:xfrm>
            </p:spPr>
            <p:txBody>
              <a:bodyPr/>
              <a:lstStyle/>
              <a:p>
                <a:r>
                  <a:rPr lang="en-US" dirty="0"/>
                  <a:t>Consider two samples </a:t>
                </a:r>
                <a14:m>
                  <m:oMath xmlns:m="http://schemas.openxmlformats.org/officeDocument/2006/math">
                    <m:sSub>
                      <m:sSubPr>
                        <m:ctrlPr>
                          <a:rPr lang="en-IN" b="1" i="1" smtClean="0">
                            <a:solidFill>
                              <a:srgbClr val="FF0000"/>
                            </a:solidFill>
                            <a:latin typeface="Cambria Math" panose="02040503050406030204" pitchFamily="18" charset="0"/>
                          </a:rPr>
                        </m:ctrlPr>
                      </m:sSubPr>
                      <m:e>
                        <m:r>
                          <a:rPr lang="en-US" b="1" i="0">
                            <a:solidFill>
                              <a:srgbClr val="FF0000"/>
                            </a:solidFill>
                            <a:latin typeface="Cambria Math" panose="02040503050406030204" pitchFamily="18" charset="0"/>
                          </a:rPr>
                          <m:t>𝐗</m:t>
                        </m:r>
                      </m:e>
                      <m:sub>
                        <m:r>
                          <a:rPr lang="en-US" b="1" i="0">
                            <a:solidFill>
                              <a:srgbClr val="FF0000"/>
                            </a:solidFill>
                            <a:latin typeface="Cambria Math" panose="02040503050406030204" pitchFamily="18" charset="0"/>
                          </a:rPr>
                          <m:t>𝟏</m:t>
                        </m:r>
                      </m:sub>
                    </m:sSub>
                  </m:oMath>
                </a14:m>
                <a:r>
                  <a:rPr lang="en-US" dirty="0"/>
                  <a:t> and </a:t>
                </a:r>
                <a14:m>
                  <m:oMath xmlns:m="http://schemas.openxmlformats.org/officeDocument/2006/math">
                    <m:sSub>
                      <m:sSubPr>
                        <m:ctrlPr>
                          <a:rPr lang="en-IN" b="1" i="1" smtClean="0">
                            <a:solidFill>
                              <a:srgbClr val="FF0000"/>
                            </a:solidFill>
                            <a:latin typeface="Cambria Math" panose="02040503050406030204" pitchFamily="18" charset="0"/>
                          </a:rPr>
                        </m:ctrlPr>
                      </m:sSubPr>
                      <m:e>
                        <m:r>
                          <a:rPr lang="en-US" b="1" i="0">
                            <a:solidFill>
                              <a:srgbClr val="FF0000"/>
                            </a:solidFill>
                            <a:latin typeface="Cambria Math" panose="02040503050406030204" pitchFamily="18" charset="0"/>
                          </a:rPr>
                          <m:t>𝐗</m:t>
                        </m:r>
                      </m:e>
                      <m:sub>
                        <m:r>
                          <a:rPr lang="en-US" b="1" i="0">
                            <a:solidFill>
                              <a:srgbClr val="FF0000"/>
                            </a:solidFill>
                            <a:latin typeface="Cambria Math" panose="02040503050406030204" pitchFamily="18" charset="0"/>
                          </a:rPr>
                          <m:t>𝟐</m:t>
                        </m:r>
                      </m:sub>
                    </m:sSub>
                  </m:oMath>
                </a14:m>
                <a:r>
                  <a:rPr lang="en-US" b="1" dirty="0">
                    <a:solidFill>
                      <a:srgbClr val="FF0000"/>
                    </a:solidFill>
                  </a:rPr>
                  <a:t> </a:t>
                </a:r>
                <a:r>
                  <a:rPr lang="en-US" dirty="0"/>
                  <a:t>of sizes </a:t>
                </a:r>
                <a14:m>
                  <m:oMath xmlns:m="http://schemas.openxmlformats.org/officeDocument/2006/math">
                    <m:sSub>
                      <m:sSubPr>
                        <m:ctrlPr>
                          <a:rPr lang="en-IN" b="1" i="1" smtClean="0">
                            <a:solidFill>
                              <a:srgbClr val="FF0000"/>
                            </a:solidFill>
                            <a:latin typeface="Cambria Math" panose="02040503050406030204" pitchFamily="18" charset="0"/>
                          </a:rPr>
                        </m:ctrlPr>
                      </m:sSubPr>
                      <m:e>
                        <m:r>
                          <a:rPr lang="en-US" b="1" i="0">
                            <a:solidFill>
                              <a:srgbClr val="FF0000"/>
                            </a:solidFill>
                            <a:latin typeface="Cambria Math" panose="02040503050406030204" pitchFamily="18" charset="0"/>
                          </a:rPr>
                          <m:t>𝐧</m:t>
                        </m:r>
                      </m:e>
                      <m:sub>
                        <m:r>
                          <a:rPr lang="en-US" b="1" i="0">
                            <a:solidFill>
                              <a:srgbClr val="FF0000"/>
                            </a:solidFill>
                            <a:latin typeface="Cambria Math" panose="02040503050406030204" pitchFamily="18" charset="0"/>
                          </a:rPr>
                          <m:t>𝟏</m:t>
                        </m:r>
                      </m:sub>
                    </m:sSub>
                  </m:oMath>
                </a14:m>
                <a:r>
                  <a:rPr lang="en-US" dirty="0"/>
                  <a:t> &amp; </a:t>
                </a:r>
                <a14:m>
                  <m:oMath xmlns:m="http://schemas.openxmlformats.org/officeDocument/2006/math">
                    <m:sSub>
                      <m:sSubPr>
                        <m:ctrlPr>
                          <a:rPr lang="en-IN" b="1" i="1" smtClean="0">
                            <a:solidFill>
                              <a:srgbClr val="FF0000"/>
                            </a:solidFill>
                            <a:latin typeface="Cambria Math" panose="02040503050406030204" pitchFamily="18" charset="0"/>
                          </a:rPr>
                        </m:ctrlPr>
                      </m:sSubPr>
                      <m:e>
                        <m:r>
                          <a:rPr lang="en-US" b="1" i="0">
                            <a:solidFill>
                              <a:srgbClr val="FF0000"/>
                            </a:solidFill>
                            <a:latin typeface="Cambria Math" panose="02040503050406030204" pitchFamily="18" charset="0"/>
                          </a:rPr>
                          <m:t>𝐧</m:t>
                        </m:r>
                      </m:e>
                      <m:sub>
                        <m:r>
                          <a:rPr lang="en-US" b="1" i="0">
                            <a:solidFill>
                              <a:srgbClr val="FF0000"/>
                            </a:solidFill>
                            <a:latin typeface="Cambria Math" panose="02040503050406030204" pitchFamily="18" charset="0"/>
                          </a:rPr>
                          <m:t>𝟐</m:t>
                        </m:r>
                      </m:sub>
                    </m:sSub>
                  </m:oMath>
                </a14:m>
                <a:r>
                  <a:rPr lang="en-US" b="1" dirty="0">
                    <a:solidFill>
                      <a:srgbClr val="FF0000"/>
                    </a:solidFill>
                  </a:rPr>
                  <a:t> </a:t>
                </a:r>
                <a:r>
                  <a:rPr lang="en-US" dirty="0"/>
                  <a:t>and of proportion </a:t>
                </a:r>
                <a14:m>
                  <m:oMath xmlns:m="http://schemas.openxmlformats.org/officeDocument/2006/math">
                    <m:sSub>
                      <m:sSubPr>
                        <m:ctrlPr>
                          <a:rPr lang="en-IN" b="1" i="1" smtClean="0">
                            <a:solidFill>
                              <a:srgbClr val="FF0000"/>
                            </a:solidFill>
                            <a:latin typeface="Cambria Math" panose="02040503050406030204" pitchFamily="18" charset="0"/>
                          </a:rPr>
                        </m:ctrlPr>
                      </m:sSubPr>
                      <m:e>
                        <m:r>
                          <a:rPr lang="en-US" b="1" i="0">
                            <a:solidFill>
                              <a:srgbClr val="FF0000"/>
                            </a:solidFill>
                            <a:latin typeface="Cambria Math" panose="02040503050406030204" pitchFamily="18" charset="0"/>
                          </a:rPr>
                          <m:t>𝐩</m:t>
                        </m:r>
                      </m:e>
                      <m:sub>
                        <m:r>
                          <a:rPr lang="en-US" b="1" i="0">
                            <a:solidFill>
                              <a:srgbClr val="FF0000"/>
                            </a:solidFill>
                            <a:latin typeface="Cambria Math" panose="02040503050406030204" pitchFamily="18" charset="0"/>
                          </a:rPr>
                          <m:t>𝟏</m:t>
                        </m:r>
                      </m:sub>
                    </m:sSub>
                  </m:oMath>
                </a14:m>
                <a:r>
                  <a:rPr lang="en-US" b="1" dirty="0">
                    <a:solidFill>
                      <a:srgbClr val="FF0000"/>
                    </a:solidFill>
                  </a:rPr>
                  <a:t> </a:t>
                </a:r>
                <a:r>
                  <a:rPr lang="en-US" dirty="0"/>
                  <a:t>&amp; </a:t>
                </a:r>
                <a14:m>
                  <m:oMath xmlns:m="http://schemas.openxmlformats.org/officeDocument/2006/math">
                    <m:sSub>
                      <m:sSubPr>
                        <m:ctrlPr>
                          <a:rPr lang="en-IN" b="1" i="1" smtClean="0">
                            <a:solidFill>
                              <a:srgbClr val="FF0000"/>
                            </a:solidFill>
                            <a:latin typeface="Cambria Math" panose="02040503050406030204" pitchFamily="18" charset="0"/>
                          </a:rPr>
                        </m:ctrlPr>
                      </m:sSubPr>
                      <m:e>
                        <m:r>
                          <a:rPr lang="en-US" b="1" i="0">
                            <a:solidFill>
                              <a:srgbClr val="FF0000"/>
                            </a:solidFill>
                            <a:latin typeface="Cambria Math" panose="02040503050406030204" pitchFamily="18" charset="0"/>
                          </a:rPr>
                          <m:t>𝐩</m:t>
                        </m:r>
                      </m:e>
                      <m:sub>
                        <m:r>
                          <a:rPr lang="en-US" b="1" i="0">
                            <a:solidFill>
                              <a:srgbClr val="FF0000"/>
                            </a:solidFill>
                            <a:latin typeface="Cambria Math" panose="02040503050406030204" pitchFamily="18" charset="0"/>
                          </a:rPr>
                          <m:t>𝟐</m:t>
                        </m:r>
                      </m:sub>
                    </m:sSub>
                  </m:oMath>
                </a14:m>
                <a:r>
                  <a:rPr lang="en-US" b="1" dirty="0">
                    <a:solidFill>
                      <a:srgbClr val="FF0000"/>
                    </a:solidFill>
                  </a:rPr>
                  <a:t> </a:t>
                </a:r>
                <a:r>
                  <a:rPr lang="en-US" dirty="0"/>
                  <a:t>respectively taken from two different population of sizes </a:t>
                </a:r>
                <a14:m>
                  <m:oMath xmlns:m="http://schemas.openxmlformats.org/officeDocument/2006/math">
                    <m:sSub>
                      <m:sSubPr>
                        <m:ctrlPr>
                          <a:rPr lang="en-IN" b="1" i="1" smtClean="0">
                            <a:solidFill>
                              <a:srgbClr val="FF0000"/>
                            </a:solidFill>
                            <a:latin typeface="Cambria Math" panose="02040503050406030204" pitchFamily="18" charset="0"/>
                          </a:rPr>
                        </m:ctrlPr>
                      </m:sSubPr>
                      <m:e>
                        <m:r>
                          <a:rPr lang="en-US" b="1" i="0">
                            <a:solidFill>
                              <a:srgbClr val="FF0000"/>
                            </a:solidFill>
                            <a:latin typeface="Cambria Math" panose="02040503050406030204" pitchFamily="18" charset="0"/>
                          </a:rPr>
                          <m:t>𝐍</m:t>
                        </m:r>
                      </m:e>
                      <m:sub>
                        <m:r>
                          <a:rPr lang="en-US" b="1" i="0">
                            <a:solidFill>
                              <a:srgbClr val="FF0000"/>
                            </a:solidFill>
                            <a:latin typeface="Cambria Math" panose="02040503050406030204" pitchFamily="18" charset="0"/>
                          </a:rPr>
                          <m:t>𝟏</m:t>
                        </m:r>
                      </m:sub>
                    </m:sSub>
                  </m:oMath>
                </a14:m>
                <a:r>
                  <a:rPr lang="en-US" dirty="0"/>
                  <a:t> &amp; </a:t>
                </a:r>
                <a14:m>
                  <m:oMath xmlns:m="http://schemas.openxmlformats.org/officeDocument/2006/math">
                    <m:sSub>
                      <m:sSubPr>
                        <m:ctrlPr>
                          <a:rPr lang="en-IN" b="1" i="1" smtClean="0">
                            <a:solidFill>
                              <a:srgbClr val="FF0000"/>
                            </a:solidFill>
                            <a:latin typeface="Cambria Math" panose="02040503050406030204" pitchFamily="18" charset="0"/>
                          </a:rPr>
                        </m:ctrlPr>
                      </m:sSubPr>
                      <m:e>
                        <m:r>
                          <a:rPr lang="en-US" b="1" i="0">
                            <a:solidFill>
                              <a:srgbClr val="FF0000"/>
                            </a:solidFill>
                            <a:latin typeface="Cambria Math" panose="02040503050406030204" pitchFamily="18" charset="0"/>
                          </a:rPr>
                          <m:t>𝐍</m:t>
                        </m:r>
                      </m:e>
                      <m:sub>
                        <m:r>
                          <a:rPr lang="en-US" b="1" i="0">
                            <a:solidFill>
                              <a:srgbClr val="FF0000"/>
                            </a:solidFill>
                            <a:latin typeface="Cambria Math" panose="02040503050406030204" pitchFamily="18" charset="0"/>
                          </a:rPr>
                          <m:t>𝟐</m:t>
                        </m:r>
                      </m:sub>
                    </m:sSub>
                  </m:oMath>
                </a14:m>
                <a:r>
                  <a:rPr lang="en-US" b="1" dirty="0">
                    <a:solidFill>
                      <a:srgbClr val="FF0000"/>
                    </a:solidFill>
                  </a:rPr>
                  <a:t> </a:t>
                </a:r>
                <a:r>
                  <a:rPr lang="en-US" dirty="0"/>
                  <a:t>and of proportion </a:t>
                </a:r>
                <a14:m>
                  <m:oMath xmlns:m="http://schemas.openxmlformats.org/officeDocument/2006/math">
                    <m:sSub>
                      <m:sSubPr>
                        <m:ctrlPr>
                          <a:rPr lang="en-IN" b="1" i="1" smtClean="0">
                            <a:solidFill>
                              <a:srgbClr val="FF0000"/>
                            </a:solidFill>
                            <a:latin typeface="Cambria Math" panose="02040503050406030204" pitchFamily="18" charset="0"/>
                          </a:rPr>
                        </m:ctrlPr>
                      </m:sSubPr>
                      <m:e>
                        <m:r>
                          <a:rPr lang="en-US" b="1" i="0">
                            <a:solidFill>
                              <a:srgbClr val="FF0000"/>
                            </a:solidFill>
                            <a:latin typeface="Cambria Math" panose="02040503050406030204" pitchFamily="18" charset="0"/>
                          </a:rPr>
                          <m:t>𝐏</m:t>
                        </m:r>
                      </m:e>
                      <m:sub>
                        <m:r>
                          <a:rPr lang="en-US" b="1" i="0">
                            <a:solidFill>
                              <a:srgbClr val="FF0000"/>
                            </a:solidFill>
                            <a:latin typeface="Cambria Math" panose="02040503050406030204" pitchFamily="18" charset="0"/>
                          </a:rPr>
                          <m:t>𝟏</m:t>
                        </m:r>
                      </m:sub>
                    </m:sSub>
                  </m:oMath>
                </a14:m>
                <a:r>
                  <a:rPr lang="en-US" dirty="0"/>
                  <a:t> &amp; </a:t>
                </a:r>
                <a14:m>
                  <m:oMath xmlns:m="http://schemas.openxmlformats.org/officeDocument/2006/math">
                    <m:sSub>
                      <m:sSubPr>
                        <m:ctrlPr>
                          <a:rPr lang="en-IN" b="1" i="1" smtClean="0">
                            <a:solidFill>
                              <a:srgbClr val="FF0000"/>
                            </a:solidFill>
                            <a:latin typeface="Cambria Math" panose="02040503050406030204" pitchFamily="18" charset="0"/>
                          </a:rPr>
                        </m:ctrlPr>
                      </m:sSubPr>
                      <m:e>
                        <m:r>
                          <a:rPr lang="en-US" b="1" i="0">
                            <a:solidFill>
                              <a:srgbClr val="FF0000"/>
                            </a:solidFill>
                            <a:latin typeface="Cambria Math" panose="02040503050406030204" pitchFamily="18" charset="0"/>
                          </a:rPr>
                          <m:t>𝐏</m:t>
                        </m:r>
                      </m:e>
                      <m:sub>
                        <m:r>
                          <a:rPr lang="en-US" b="1" i="0">
                            <a:solidFill>
                              <a:srgbClr val="FF0000"/>
                            </a:solidFill>
                            <a:latin typeface="Cambria Math" panose="02040503050406030204" pitchFamily="18" charset="0"/>
                          </a:rPr>
                          <m:t>𝟐</m:t>
                        </m:r>
                      </m:sub>
                    </m:sSub>
                  </m:oMath>
                </a14:m>
                <a:r>
                  <a:rPr lang="en-US" dirty="0"/>
                  <a:t>.</a:t>
                </a:r>
                <a:endParaRPr lang="en-IN" dirty="0"/>
              </a:p>
              <a:p>
                <a:pPr lvl="0"/>
                <a:r>
                  <a:rPr lang="en-US" dirty="0"/>
                  <a:t>This test is used to find the significant difference between </a:t>
                </a:r>
                <a:r>
                  <a:rPr lang="en-US" b="1" dirty="0">
                    <a:solidFill>
                      <a:srgbClr val="FF0000"/>
                    </a:solidFill>
                  </a:rPr>
                  <a:t>sample proportion </a:t>
                </a:r>
                <a14:m>
                  <m:oMath xmlns:m="http://schemas.openxmlformats.org/officeDocument/2006/math">
                    <m:sSub>
                      <m:sSubPr>
                        <m:ctrlPr>
                          <a:rPr lang="en-IN" b="1" i="1">
                            <a:solidFill>
                              <a:srgbClr val="FF0000"/>
                            </a:solidFill>
                            <a:latin typeface="Cambria Math" panose="02040503050406030204" pitchFamily="18" charset="0"/>
                          </a:rPr>
                        </m:ctrlPr>
                      </m:sSubPr>
                      <m:e>
                        <m:r>
                          <a:rPr lang="en-US" b="1" i="1">
                            <a:solidFill>
                              <a:srgbClr val="FF0000"/>
                            </a:solidFill>
                            <a:latin typeface="Cambria Math" panose="02040503050406030204" pitchFamily="18" charset="0"/>
                          </a:rPr>
                          <m:t>𝐩</m:t>
                        </m:r>
                      </m:e>
                      <m:sub>
                        <m:r>
                          <a:rPr lang="en-US" b="1" i="1">
                            <a:solidFill>
                              <a:srgbClr val="FF0000"/>
                            </a:solidFill>
                            <a:latin typeface="Cambria Math" panose="02040503050406030204" pitchFamily="18" charset="0"/>
                          </a:rPr>
                          <m:t>𝟏</m:t>
                        </m:r>
                      </m:sub>
                    </m:sSub>
                  </m:oMath>
                </a14:m>
                <a:r>
                  <a:rPr lang="en-US" b="1" dirty="0">
                    <a:solidFill>
                      <a:srgbClr val="FF0000"/>
                    </a:solidFill>
                  </a:rPr>
                  <a:t> &amp;</a:t>
                </a:r>
                <a:r>
                  <a:rPr lang="en-US" dirty="0">
                    <a:solidFill>
                      <a:srgbClr val="FF0000"/>
                    </a:solidFill>
                  </a:rPr>
                  <a:t> </a:t>
                </a:r>
                <a14:m>
                  <m:oMath xmlns:m="http://schemas.openxmlformats.org/officeDocument/2006/math">
                    <m:sSub>
                      <m:sSubPr>
                        <m:ctrlPr>
                          <a:rPr lang="en-IN" b="1" i="1">
                            <a:solidFill>
                              <a:srgbClr val="FF0000"/>
                            </a:solidFill>
                            <a:latin typeface="Cambria Math" panose="02040503050406030204" pitchFamily="18" charset="0"/>
                          </a:rPr>
                        </m:ctrlPr>
                      </m:sSubPr>
                      <m:e>
                        <m:r>
                          <a:rPr lang="en-US" b="1" i="1">
                            <a:solidFill>
                              <a:srgbClr val="FF0000"/>
                            </a:solidFill>
                            <a:latin typeface="Cambria Math" panose="02040503050406030204" pitchFamily="18" charset="0"/>
                          </a:rPr>
                          <m:t>𝐩</m:t>
                        </m:r>
                      </m:e>
                      <m:sub>
                        <m:r>
                          <a:rPr lang="en-US" b="1" i="1">
                            <a:solidFill>
                              <a:srgbClr val="FF0000"/>
                            </a:solidFill>
                            <a:latin typeface="Cambria Math" panose="02040503050406030204" pitchFamily="18" charset="0"/>
                          </a:rPr>
                          <m:t>𝟐</m:t>
                        </m:r>
                      </m:sub>
                    </m:sSub>
                  </m:oMath>
                </a14:m>
                <a:r>
                  <a:rPr lang="en-US" dirty="0">
                    <a:solidFill>
                      <a:srgbClr val="FF0000"/>
                    </a:solidFill>
                  </a:rPr>
                  <a:t> or </a:t>
                </a:r>
                <a:r>
                  <a:rPr lang="en-US" b="1" dirty="0">
                    <a:solidFill>
                      <a:srgbClr val="FF0000"/>
                    </a:solidFill>
                  </a:rPr>
                  <a:t>population proportion </a:t>
                </a:r>
                <a14:m>
                  <m:oMath xmlns:m="http://schemas.openxmlformats.org/officeDocument/2006/math">
                    <m:sSub>
                      <m:sSubPr>
                        <m:ctrlPr>
                          <a:rPr lang="en-IN" b="1" i="1">
                            <a:solidFill>
                              <a:srgbClr val="FF0000"/>
                            </a:solidFill>
                            <a:latin typeface="Cambria Math" panose="02040503050406030204" pitchFamily="18" charset="0"/>
                          </a:rPr>
                        </m:ctrlPr>
                      </m:sSubPr>
                      <m:e>
                        <m:r>
                          <a:rPr lang="en-US" b="1" i="1">
                            <a:solidFill>
                              <a:srgbClr val="FF0000"/>
                            </a:solidFill>
                            <a:latin typeface="Cambria Math" panose="02040503050406030204" pitchFamily="18" charset="0"/>
                          </a:rPr>
                          <m:t>𝐏</m:t>
                        </m:r>
                      </m:e>
                      <m:sub>
                        <m:r>
                          <a:rPr lang="en-US" b="1" i="1">
                            <a:solidFill>
                              <a:srgbClr val="FF0000"/>
                            </a:solidFill>
                            <a:latin typeface="Cambria Math" panose="02040503050406030204" pitchFamily="18" charset="0"/>
                          </a:rPr>
                          <m:t>𝟏</m:t>
                        </m:r>
                      </m:sub>
                    </m:sSub>
                  </m:oMath>
                </a14:m>
                <a:r>
                  <a:rPr lang="en-US" b="1" dirty="0">
                    <a:solidFill>
                      <a:srgbClr val="FF0000"/>
                    </a:solidFill>
                  </a:rPr>
                  <a:t> &amp;</a:t>
                </a:r>
                <a:r>
                  <a:rPr lang="en-US" dirty="0">
                    <a:solidFill>
                      <a:srgbClr val="FF0000"/>
                    </a:solidFill>
                  </a:rPr>
                  <a:t> </a:t>
                </a:r>
                <a14:m>
                  <m:oMath xmlns:m="http://schemas.openxmlformats.org/officeDocument/2006/math">
                    <m:sSub>
                      <m:sSubPr>
                        <m:ctrlPr>
                          <a:rPr lang="en-IN" b="1" i="1">
                            <a:solidFill>
                              <a:srgbClr val="FF0000"/>
                            </a:solidFill>
                            <a:latin typeface="Cambria Math" panose="02040503050406030204" pitchFamily="18" charset="0"/>
                          </a:rPr>
                        </m:ctrlPr>
                      </m:sSubPr>
                      <m:e>
                        <m:r>
                          <a:rPr lang="en-US" b="1" i="1">
                            <a:solidFill>
                              <a:srgbClr val="FF0000"/>
                            </a:solidFill>
                            <a:latin typeface="Cambria Math" panose="02040503050406030204" pitchFamily="18" charset="0"/>
                          </a:rPr>
                          <m:t>𝐏</m:t>
                        </m:r>
                      </m:e>
                      <m:sub>
                        <m:r>
                          <a:rPr lang="en-US" b="1" i="1">
                            <a:solidFill>
                              <a:srgbClr val="FF0000"/>
                            </a:solidFill>
                            <a:latin typeface="Cambria Math" panose="02040503050406030204" pitchFamily="18" charset="0"/>
                          </a:rPr>
                          <m:t>𝟐</m:t>
                        </m:r>
                      </m:sub>
                    </m:sSub>
                  </m:oMath>
                </a14:m>
                <a:r>
                  <a:rPr lang="en-US" dirty="0"/>
                  <a:t>.</a:t>
                </a:r>
                <a:endParaRPr lang="en-IN" dirty="0"/>
              </a:p>
              <a:p>
                <a:r>
                  <a:rPr lang="en-US" dirty="0"/>
                  <a:t>In this test,</a:t>
                </a:r>
              </a:p>
              <a:p>
                <a:endParaRPr lang="en-US" dirty="0"/>
              </a:p>
              <a:p>
                <a:pPr marL="0" indent="0">
                  <a:buNone/>
                </a:pPr>
                <a:r>
                  <a:rPr lang="en-US" dirty="0"/>
                  <a:t> </a:t>
                </a:r>
              </a:p>
              <a:p>
                <a:endParaRPr lang="en-IN" dirty="0"/>
              </a:p>
              <a:p>
                <a:endParaRPr lang="en-IN" dirty="0"/>
              </a:p>
              <a:p>
                <a:pPr lvl="0"/>
                <a:endParaRPr lang="en-US" b="1" dirty="0"/>
              </a:p>
              <a:p>
                <a:pPr lvl="1"/>
                <a:endParaRPr lang="en-IN" dirty="0"/>
              </a:p>
              <a:p>
                <a:endParaRPr lang="en-IN" dirty="0"/>
              </a:p>
              <a:p>
                <a:pPr marL="0" lvl="0" indent="0">
                  <a:buNone/>
                </a:pPr>
                <a:endParaRPr lang="en-IN" dirty="0"/>
              </a:p>
              <a:p>
                <a:pPr lvl="0">
                  <a:lnSpc>
                    <a:spcPct val="145000"/>
                  </a:lnSpc>
                </a:pPr>
                <a:endParaRPr lang="en-US" dirty="0"/>
              </a:p>
            </p:txBody>
          </p:sp>
        </mc:Choice>
        <mc:Fallback xmlns="">
          <p:sp>
            <p:nvSpPr>
              <p:cNvPr id="3" name="Content Placeholder 2">
                <a:extLst>
                  <a:ext uri="{FF2B5EF4-FFF2-40B4-BE49-F238E27FC236}">
                    <a16:creationId xmlns:a16="http://schemas.microsoft.com/office/drawing/2014/main" id="{7196455A-0C88-E3FE-669B-7803DB5106CF}"/>
                  </a:ext>
                </a:extLst>
              </p:cNvPr>
              <p:cNvSpPr>
                <a:spLocks noGrp="1" noRot="1" noChangeAspect="1" noMove="1" noResize="1" noEditPoints="1" noAdjustHandles="1" noChangeArrowheads="1" noChangeShapeType="1" noTextEdit="1"/>
              </p:cNvSpPr>
              <p:nvPr>
                <p:ph idx="1"/>
              </p:nvPr>
            </p:nvSpPr>
            <p:spPr>
              <a:xfrm>
                <a:off x="131180" y="728675"/>
                <a:ext cx="11929641" cy="5797855"/>
              </a:xfrm>
              <a:blipFill>
                <a:blip r:embed="rId2"/>
                <a:stretch>
                  <a:fillRect l="-971" r="-1074"/>
                </a:stretch>
              </a:blipFill>
            </p:spPr>
            <p:txBody>
              <a:bodyPr/>
              <a:lstStyle/>
              <a:p>
                <a:r>
                  <a:rPr lang="en-IN">
                    <a:noFill/>
                  </a:rPr>
                  <a:t> </a:t>
                </a:r>
              </a:p>
            </p:txBody>
          </p:sp>
        </mc:Fallback>
      </mc:AlternateContent>
      <p:sp>
        <p:nvSpPr>
          <p:cNvPr id="2" name="Title 1">
            <a:extLst>
              <a:ext uri="{FF2B5EF4-FFF2-40B4-BE49-F238E27FC236}">
                <a16:creationId xmlns:a16="http://schemas.microsoft.com/office/drawing/2014/main" id="{064C2137-8194-250A-F9C5-3930EFF39B2C}"/>
              </a:ext>
            </a:extLst>
          </p:cNvPr>
          <p:cNvSpPr>
            <a:spLocks noGrp="1"/>
          </p:cNvSpPr>
          <p:nvPr>
            <p:ph type="title"/>
          </p:nvPr>
        </p:nvSpPr>
        <p:spPr/>
        <p:txBody>
          <a:bodyPr/>
          <a:lstStyle/>
          <a:p>
            <a:r>
              <a:rPr lang="en-US" dirty="0"/>
              <a:t>Test for a Difference of Proportion</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E428D98-7FD1-FF33-5863-FEDE05B737DA}"/>
                  </a:ext>
                </a:extLst>
              </p:cNvPr>
              <p:cNvSpPr txBox="1"/>
              <p:nvPr/>
            </p:nvSpPr>
            <p:spPr>
              <a:xfrm>
                <a:off x="1908174" y="4077153"/>
                <a:ext cx="6927215" cy="248952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400" b="1" i="0" smtClean="0">
                          <a:latin typeface="Cambria Math" panose="02040503050406030204" pitchFamily="18" charset="0"/>
                        </a:rPr>
                        <m:t>𝐒</m:t>
                      </m:r>
                      <m:r>
                        <a:rPr lang="en-IN" sz="2400" b="1" i="0">
                          <a:latin typeface="Cambria Math" panose="02040503050406030204" pitchFamily="18" charset="0"/>
                        </a:rPr>
                        <m:t>𝐄</m:t>
                      </m:r>
                      <m:d>
                        <m:dPr>
                          <m:ctrlPr>
                            <a:rPr lang="en-IN" sz="2400" b="1" i="1">
                              <a:solidFill>
                                <a:srgbClr val="836967"/>
                              </a:solidFill>
                              <a:latin typeface="Cambria Math" panose="02040503050406030204" pitchFamily="18" charset="0"/>
                            </a:rPr>
                          </m:ctrlPr>
                        </m:dPr>
                        <m:e>
                          <m:r>
                            <a:rPr lang="en-IN" sz="2400" b="1" i="0">
                              <a:latin typeface="Cambria Math" panose="02040503050406030204" pitchFamily="18" charset="0"/>
                            </a:rPr>
                            <m:t>𝐭</m:t>
                          </m:r>
                        </m:e>
                      </m:d>
                      <m:r>
                        <a:rPr lang="en-IN" sz="2400" b="0" i="0">
                          <a:latin typeface="Cambria Math" panose="02040503050406030204" pitchFamily="18" charset="0"/>
                        </a:rPr>
                        <m:t>=</m:t>
                      </m:r>
                      <m:d>
                        <m:dPr>
                          <m:begChr m:val="{"/>
                          <m:endChr m:val=""/>
                          <m:ctrlPr>
                            <a:rPr lang="en-IN" sz="2400" b="0" i="1">
                              <a:solidFill>
                                <a:srgbClr val="836967"/>
                              </a:solidFill>
                              <a:latin typeface="Cambria Math" panose="02040503050406030204" pitchFamily="18" charset="0"/>
                            </a:rPr>
                          </m:ctrlPr>
                        </m:dPr>
                        <m:e>
                          <m:eqArr>
                            <m:eqArrPr>
                              <m:ctrlPr>
                                <a:rPr lang="en-IN" sz="2400" b="1" i="1">
                                  <a:solidFill>
                                    <a:srgbClr val="836967"/>
                                  </a:solidFill>
                                  <a:latin typeface="Cambria Math" panose="02040503050406030204" pitchFamily="18" charset="0"/>
                                </a:rPr>
                              </m:ctrlPr>
                            </m:eqArrPr>
                            <m:e>
                              <m:r>
                                <a:rPr lang="en-IN" sz="2400" b="1" i="0">
                                  <a:latin typeface="Cambria Math" panose="02040503050406030204" pitchFamily="18" charset="0"/>
                                </a:rPr>
                                <m:t>&amp;</m:t>
                              </m:r>
                              <m:rad>
                                <m:radPr>
                                  <m:degHide m:val="on"/>
                                  <m:ctrlPr>
                                    <a:rPr lang="en-IN" sz="2400" b="1" i="1" smtClean="0">
                                      <a:solidFill>
                                        <a:srgbClr val="FF0000"/>
                                      </a:solidFill>
                                      <a:latin typeface="Cambria Math" panose="02040503050406030204" pitchFamily="18" charset="0"/>
                                    </a:rPr>
                                  </m:ctrlPr>
                                </m:radPr>
                                <m:deg/>
                                <m:e>
                                  <m:f>
                                    <m:fPr>
                                      <m:ctrlPr>
                                        <a:rPr lang="en-IN" sz="2400" b="1" i="1">
                                          <a:solidFill>
                                            <a:srgbClr val="FF0000"/>
                                          </a:solidFill>
                                          <a:latin typeface="Cambria Math" panose="02040503050406030204" pitchFamily="18" charset="0"/>
                                        </a:rPr>
                                      </m:ctrlPr>
                                    </m:fPr>
                                    <m:num>
                                      <m:sSub>
                                        <m:sSubPr>
                                          <m:ctrlPr>
                                            <a:rPr lang="en-IN" sz="2400" b="1" i="1">
                                              <a:solidFill>
                                                <a:srgbClr val="FF0000"/>
                                              </a:solidFill>
                                              <a:latin typeface="Cambria Math" panose="02040503050406030204" pitchFamily="18" charset="0"/>
                                            </a:rPr>
                                          </m:ctrlPr>
                                        </m:sSubPr>
                                        <m:e>
                                          <m:r>
                                            <a:rPr lang="en-US" sz="2400" b="1" i="0">
                                              <a:solidFill>
                                                <a:srgbClr val="FF0000"/>
                                              </a:solidFill>
                                              <a:latin typeface="Cambria Math" panose="02040503050406030204" pitchFamily="18" charset="0"/>
                                            </a:rPr>
                                            <m:t>𝐏</m:t>
                                          </m:r>
                                        </m:e>
                                        <m:sub>
                                          <m:r>
                                            <a:rPr lang="en-US" sz="2400" b="1" i="0">
                                              <a:solidFill>
                                                <a:srgbClr val="FF0000"/>
                                              </a:solidFill>
                                              <a:latin typeface="Cambria Math" panose="02040503050406030204" pitchFamily="18" charset="0"/>
                                            </a:rPr>
                                            <m:t>𝟏</m:t>
                                          </m:r>
                                        </m:sub>
                                      </m:sSub>
                                      <m:sSub>
                                        <m:sSubPr>
                                          <m:ctrlPr>
                                            <a:rPr lang="en-IN" sz="2400" b="1" i="1">
                                              <a:solidFill>
                                                <a:srgbClr val="FF0000"/>
                                              </a:solidFill>
                                              <a:latin typeface="Cambria Math" panose="02040503050406030204" pitchFamily="18" charset="0"/>
                                            </a:rPr>
                                          </m:ctrlPr>
                                        </m:sSubPr>
                                        <m:e>
                                          <m:r>
                                            <a:rPr lang="en-US" sz="2400" b="1" i="0">
                                              <a:solidFill>
                                                <a:srgbClr val="FF0000"/>
                                              </a:solidFill>
                                              <a:latin typeface="Cambria Math" panose="02040503050406030204" pitchFamily="18" charset="0"/>
                                            </a:rPr>
                                            <m:t>𝐐</m:t>
                                          </m:r>
                                        </m:e>
                                        <m:sub>
                                          <m:r>
                                            <a:rPr lang="en-US" sz="2400" b="1" i="0">
                                              <a:solidFill>
                                                <a:srgbClr val="FF0000"/>
                                              </a:solidFill>
                                              <a:latin typeface="Cambria Math" panose="02040503050406030204" pitchFamily="18" charset="0"/>
                                            </a:rPr>
                                            <m:t>𝟏</m:t>
                                          </m:r>
                                        </m:sub>
                                      </m:sSub>
                                      <m:r>
                                        <a:rPr lang="en-US" sz="2400" b="1" i="0">
                                          <a:solidFill>
                                            <a:srgbClr val="FF0000"/>
                                          </a:solidFill>
                                          <a:latin typeface="Cambria Math" panose="02040503050406030204" pitchFamily="18" charset="0"/>
                                        </a:rPr>
                                        <m:t> </m:t>
                                      </m:r>
                                    </m:num>
                                    <m:den>
                                      <m:sSub>
                                        <m:sSubPr>
                                          <m:ctrlPr>
                                            <a:rPr lang="en-IN" sz="2400" b="1" i="1">
                                              <a:solidFill>
                                                <a:srgbClr val="FF0000"/>
                                              </a:solidFill>
                                              <a:latin typeface="Cambria Math" panose="02040503050406030204" pitchFamily="18" charset="0"/>
                                            </a:rPr>
                                          </m:ctrlPr>
                                        </m:sSubPr>
                                        <m:e>
                                          <m:r>
                                            <a:rPr lang="en-US" sz="2400" b="1" i="0">
                                              <a:solidFill>
                                                <a:srgbClr val="FF0000"/>
                                              </a:solidFill>
                                              <a:latin typeface="Cambria Math" panose="02040503050406030204" pitchFamily="18" charset="0"/>
                                            </a:rPr>
                                            <m:t>𝐧</m:t>
                                          </m:r>
                                        </m:e>
                                        <m:sub>
                                          <m:r>
                                            <a:rPr lang="en-US" sz="2400" b="1" i="0">
                                              <a:solidFill>
                                                <a:srgbClr val="FF0000"/>
                                              </a:solidFill>
                                              <a:latin typeface="Cambria Math" panose="02040503050406030204" pitchFamily="18" charset="0"/>
                                            </a:rPr>
                                            <m:t>𝟏</m:t>
                                          </m:r>
                                          <m:r>
                                            <a:rPr lang="en-US" sz="2400" b="1" i="0">
                                              <a:solidFill>
                                                <a:srgbClr val="FF0000"/>
                                              </a:solidFill>
                                              <a:latin typeface="Cambria Math" panose="02040503050406030204" pitchFamily="18" charset="0"/>
                                            </a:rPr>
                                            <m:t> </m:t>
                                          </m:r>
                                        </m:sub>
                                      </m:sSub>
                                    </m:den>
                                  </m:f>
                                  <m:r>
                                    <a:rPr lang="en-US" sz="2400" b="1" i="0">
                                      <a:solidFill>
                                        <a:srgbClr val="FF0000"/>
                                      </a:solidFill>
                                      <a:latin typeface="Cambria Math" panose="02040503050406030204" pitchFamily="18" charset="0"/>
                                    </a:rPr>
                                    <m:t>+</m:t>
                                  </m:r>
                                  <m:f>
                                    <m:fPr>
                                      <m:ctrlPr>
                                        <a:rPr lang="en-IN" sz="2400" b="1" i="1">
                                          <a:solidFill>
                                            <a:srgbClr val="FF0000"/>
                                          </a:solidFill>
                                          <a:latin typeface="Cambria Math" panose="02040503050406030204" pitchFamily="18" charset="0"/>
                                        </a:rPr>
                                      </m:ctrlPr>
                                    </m:fPr>
                                    <m:num>
                                      <m:r>
                                        <a:rPr lang="en-US" sz="2400" b="1" i="0">
                                          <a:solidFill>
                                            <a:srgbClr val="FF0000"/>
                                          </a:solidFill>
                                          <a:latin typeface="Cambria Math" panose="02040503050406030204" pitchFamily="18" charset="0"/>
                                        </a:rPr>
                                        <m:t> </m:t>
                                      </m:r>
                                      <m:sSub>
                                        <m:sSubPr>
                                          <m:ctrlPr>
                                            <a:rPr lang="en-IN" sz="2400" b="1" i="1">
                                              <a:solidFill>
                                                <a:srgbClr val="FF0000"/>
                                              </a:solidFill>
                                              <a:latin typeface="Cambria Math" panose="02040503050406030204" pitchFamily="18" charset="0"/>
                                            </a:rPr>
                                          </m:ctrlPr>
                                        </m:sSubPr>
                                        <m:e>
                                          <m:r>
                                            <a:rPr lang="en-US" sz="2400" b="1" i="0">
                                              <a:solidFill>
                                                <a:srgbClr val="FF0000"/>
                                              </a:solidFill>
                                              <a:latin typeface="Cambria Math" panose="02040503050406030204" pitchFamily="18" charset="0"/>
                                            </a:rPr>
                                            <m:t>𝐏</m:t>
                                          </m:r>
                                        </m:e>
                                        <m:sub>
                                          <m:r>
                                            <a:rPr lang="en-US" sz="2400" b="1" i="0">
                                              <a:solidFill>
                                                <a:srgbClr val="FF0000"/>
                                              </a:solidFill>
                                              <a:latin typeface="Cambria Math" panose="02040503050406030204" pitchFamily="18" charset="0"/>
                                            </a:rPr>
                                            <m:t>𝟐</m:t>
                                          </m:r>
                                        </m:sub>
                                      </m:sSub>
                                      <m:sSub>
                                        <m:sSubPr>
                                          <m:ctrlPr>
                                            <a:rPr lang="en-IN" sz="2400" b="1" i="1">
                                              <a:solidFill>
                                                <a:srgbClr val="FF0000"/>
                                              </a:solidFill>
                                              <a:latin typeface="Cambria Math" panose="02040503050406030204" pitchFamily="18" charset="0"/>
                                            </a:rPr>
                                          </m:ctrlPr>
                                        </m:sSubPr>
                                        <m:e>
                                          <m:r>
                                            <a:rPr lang="en-US" sz="2400" b="1" i="0">
                                              <a:solidFill>
                                                <a:srgbClr val="FF0000"/>
                                              </a:solidFill>
                                              <a:latin typeface="Cambria Math" panose="02040503050406030204" pitchFamily="18" charset="0"/>
                                            </a:rPr>
                                            <m:t>𝐐</m:t>
                                          </m:r>
                                        </m:e>
                                        <m:sub>
                                          <m:r>
                                            <a:rPr lang="en-US" sz="2400" b="1" i="0">
                                              <a:solidFill>
                                                <a:srgbClr val="FF0000"/>
                                              </a:solidFill>
                                              <a:latin typeface="Cambria Math" panose="02040503050406030204" pitchFamily="18" charset="0"/>
                                            </a:rPr>
                                            <m:t>𝟐</m:t>
                                          </m:r>
                                        </m:sub>
                                      </m:sSub>
                                      <m:r>
                                        <a:rPr lang="en-US" sz="2400" b="1" i="0">
                                          <a:solidFill>
                                            <a:srgbClr val="FF0000"/>
                                          </a:solidFill>
                                          <a:latin typeface="Cambria Math" panose="02040503050406030204" pitchFamily="18" charset="0"/>
                                        </a:rPr>
                                        <m:t> </m:t>
                                      </m:r>
                                    </m:num>
                                    <m:den>
                                      <m:sSub>
                                        <m:sSubPr>
                                          <m:ctrlPr>
                                            <a:rPr lang="en-IN" sz="2400" b="1" i="1">
                                              <a:solidFill>
                                                <a:srgbClr val="FF0000"/>
                                              </a:solidFill>
                                              <a:latin typeface="Cambria Math" panose="02040503050406030204" pitchFamily="18" charset="0"/>
                                            </a:rPr>
                                          </m:ctrlPr>
                                        </m:sSubPr>
                                        <m:e>
                                          <m:r>
                                            <a:rPr lang="en-US" sz="2400" b="1" i="0">
                                              <a:solidFill>
                                                <a:srgbClr val="FF0000"/>
                                              </a:solidFill>
                                              <a:latin typeface="Cambria Math" panose="02040503050406030204" pitchFamily="18" charset="0"/>
                                            </a:rPr>
                                            <m:t>𝐧</m:t>
                                          </m:r>
                                        </m:e>
                                        <m:sub>
                                          <m:r>
                                            <a:rPr lang="en-US" sz="2400" b="1" i="0">
                                              <a:solidFill>
                                                <a:srgbClr val="FF0000"/>
                                              </a:solidFill>
                                              <a:latin typeface="Cambria Math" panose="02040503050406030204" pitchFamily="18" charset="0"/>
                                            </a:rPr>
                                            <m:t>𝟐</m:t>
                                          </m:r>
                                          <m:r>
                                            <a:rPr lang="en-US" sz="2400" b="1" i="0">
                                              <a:solidFill>
                                                <a:srgbClr val="FF0000"/>
                                              </a:solidFill>
                                              <a:latin typeface="Cambria Math" panose="02040503050406030204" pitchFamily="18" charset="0"/>
                                            </a:rPr>
                                            <m:t> </m:t>
                                          </m:r>
                                        </m:sub>
                                      </m:sSub>
                                    </m:den>
                                  </m:f>
                                </m:e>
                              </m:rad>
                              <m:r>
                                <a:rPr lang="en-IN" sz="2400" b="1" i="0" smtClean="0">
                                  <a:solidFill>
                                    <a:srgbClr val="002060"/>
                                  </a:solidFill>
                                  <a:latin typeface="Cambria Math" panose="02040503050406030204" pitchFamily="18" charset="0"/>
                                </a:rPr>
                                <m:t>;</m:t>
                              </m:r>
                              <m:r>
                                <a:rPr lang="en-IN" sz="2400" b="1" i="0">
                                  <a:latin typeface="Cambria Math" panose="02040503050406030204" pitchFamily="18" charset="0"/>
                                </a:rPr>
                                <m:t>   </m:t>
                              </m:r>
                              <m:r>
                                <a:rPr lang="en-IN" sz="2400" b="1" i="0" smtClean="0">
                                  <a:solidFill>
                                    <a:srgbClr val="002060"/>
                                  </a:solidFill>
                                  <a:latin typeface="Cambria Math" panose="02040503050406030204" pitchFamily="18" charset="0"/>
                                </a:rPr>
                                <m:t>𝐏</m:t>
                              </m:r>
                              <m:r>
                                <a:rPr lang="en-IN" sz="2400" b="1" i="0" smtClean="0">
                                  <a:solidFill>
                                    <a:srgbClr val="002060"/>
                                  </a:solidFill>
                                  <a:latin typeface="Cambria Math" panose="02040503050406030204" pitchFamily="18" charset="0"/>
                                </a:rPr>
                                <m:t> </m:t>
                              </m:r>
                              <m:r>
                                <a:rPr lang="en-IN" sz="2400" b="1" i="0" smtClean="0">
                                  <a:solidFill>
                                    <a:srgbClr val="002060"/>
                                  </a:solidFill>
                                  <a:latin typeface="Cambria Math" panose="02040503050406030204" pitchFamily="18" charset="0"/>
                                </a:rPr>
                                <m:t>𝐢𝐬</m:t>
                              </m:r>
                              <m:r>
                                <a:rPr lang="en-IN" sz="2400" b="1" i="0" smtClean="0">
                                  <a:solidFill>
                                    <a:srgbClr val="002060"/>
                                  </a:solidFill>
                                  <a:latin typeface="Cambria Math" panose="02040503050406030204" pitchFamily="18" charset="0"/>
                                </a:rPr>
                                <m:t> </m:t>
                              </m:r>
                              <m:r>
                                <a:rPr lang="en-IN" sz="2400" b="1" i="0" smtClean="0">
                                  <a:solidFill>
                                    <a:srgbClr val="002060"/>
                                  </a:solidFill>
                                  <a:latin typeface="Cambria Math" panose="02040503050406030204" pitchFamily="18" charset="0"/>
                                </a:rPr>
                                <m:t>𝐤𝐧𝐨𝐰𝐧</m:t>
                              </m:r>
                            </m:e>
                            <m:e>
                              <m:r>
                                <a:rPr lang="en-IN" sz="2400" b="1" i="0">
                                  <a:latin typeface="Cambria Math" panose="02040503050406030204" pitchFamily="18" charset="0"/>
                                </a:rPr>
                                <m:t>&amp;</m:t>
                              </m:r>
                            </m:e>
                            <m:e>
                              <m:r>
                                <a:rPr lang="en-IN" sz="2400" b="1" i="0" smtClean="0">
                                  <a:solidFill>
                                    <a:srgbClr val="FF0000"/>
                                  </a:solidFill>
                                  <a:latin typeface="Cambria Math" panose="02040503050406030204" pitchFamily="18" charset="0"/>
                                </a:rPr>
                                <m:t>&amp;</m:t>
                              </m:r>
                              <m:rad>
                                <m:radPr>
                                  <m:degHide m:val="on"/>
                                  <m:ctrlPr>
                                    <a:rPr lang="en-IN" sz="2400" b="1" i="1">
                                      <a:solidFill>
                                        <a:srgbClr val="FF0000"/>
                                      </a:solidFill>
                                      <a:latin typeface="Cambria Math" panose="02040503050406030204" pitchFamily="18" charset="0"/>
                                    </a:rPr>
                                  </m:ctrlPr>
                                </m:radPr>
                                <m:deg/>
                                <m:e>
                                  <m:r>
                                    <a:rPr lang="en-US" sz="2400" b="1" i="0">
                                      <a:solidFill>
                                        <a:srgbClr val="FF0000"/>
                                      </a:solidFill>
                                      <a:latin typeface="Cambria Math" panose="02040503050406030204" pitchFamily="18" charset="0"/>
                                    </a:rPr>
                                    <m:t>𝐩𝐪</m:t>
                                  </m:r>
                                  <m:d>
                                    <m:dPr>
                                      <m:ctrlPr>
                                        <a:rPr lang="en-IN" sz="2400" b="1" i="1">
                                          <a:solidFill>
                                            <a:srgbClr val="FF0000"/>
                                          </a:solidFill>
                                          <a:latin typeface="Cambria Math" panose="02040503050406030204" pitchFamily="18" charset="0"/>
                                        </a:rPr>
                                      </m:ctrlPr>
                                    </m:dPr>
                                    <m:e>
                                      <m:f>
                                        <m:fPr>
                                          <m:ctrlPr>
                                            <a:rPr lang="en-IN" sz="2400" b="1" i="1">
                                              <a:solidFill>
                                                <a:srgbClr val="FF0000"/>
                                              </a:solidFill>
                                              <a:latin typeface="Cambria Math" panose="02040503050406030204" pitchFamily="18" charset="0"/>
                                            </a:rPr>
                                          </m:ctrlPr>
                                        </m:fPr>
                                        <m:num>
                                          <m:r>
                                            <a:rPr lang="en-US" sz="2400" b="1" i="0">
                                              <a:solidFill>
                                                <a:srgbClr val="FF0000"/>
                                              </a:solidFill>
                                              <a:latin typeface="Cambria Math" panose="02040503050406030204" pitchFamily="18" charset="0"/>
                                            </a:rPr>
                                            <m:t> </m:t>
                                          </m:r>
                                          <m:r>
                                            <a:rPr lang="en-US" sz="2400" b="1" i="0">
                                              <a:solidFill>
                                                <a:srgbClr val="FF0000"/>
                                              </a:solidFill>
                                              <a:latin typeface="Cambria Math" panose="02040503050406030204" pitchFamily="18" charset="0"/>
                                            </a:rPr>
                                            <m:t>𝟏</m:t>
                                          </m:r>
                                          <m:r>
                                            <a:rPr lang="en-US" sz="2400" b="1" i="0">
                                              <a:solidFill>
                                                <a:srgbClr val="FF0000"/>
                                              </a:solidFill>
                                              <a:latin typeface="Cambria Math" panose="02040503050406030204" pitchFamily="18" charset="0"/>
                                            </a:rPr>
                                            <m:t> </m:t>
                                          </m:r>
                                        </m:num>
                                        <m:den>
                                          <m:sSub>
                                            <m:sSubPr>
                                              <m:ctrlPr>
                                                <a:rPr lang="en-IN" sz="2400" b="1" i="1">
                                                  <a:solidFill>
                                                    <a:srgbClr val="FF0000"/>
                                                  </a:solidFill>
                                                  <a:latin typeface="Cambria Math" panose="02040503050406030204" pitchFamily="18" charset="0"/>
                                                </a:rPr>
                                              </m:ctrlPr>
                                            </m:sSubPr>
                                            <m:e>
                                              <m:r>
                                                <a:rPr lang="en-US" sz="2400" b="1" i="0">
                                                  <a:solidFill>
                                                    <a:srgbClr val="FF0000"/>
                                                  </a:solidFill>
                                                  <a:latin typeface="Cambria Math" panose="02040503050406030204" pitchFamily="18" charset="0"/>
                                                </a:rPr>
                                                <m:t>𝐧</m:t>
                                              </m:r>
                                            </m:e>
                                            <m:sub>
                                              <m:r>
                                                <a:rPr lang="en-US" sz="2400" b="1" i="0">
                                                  <a:solidFill>
                                                    <a:srgbClr val="FF0000"/>
                                                  </a:solidFill>
                                                  <a:latin typeface="Cambria Math" panose="02040503050406030204" pitchFamily="18" charset="0"/>
                                                </a:rPr>
                                                <m:t>𝟏</m:t>
                                              </m:r>
                                              <m:r>
                                                <a:rPr lang="en-US" sz="2400" b="1" i="0">
                                                  <a:solidFill>
                                                    <a:srgbClr val="FF0000"/>
                                                  </a:solidFill>
                                                  <a:latin typeface="Cambria Math" panose="02040503050406030204" pitchFamily="18" charset="0"/>
                                                </a:rPr>
                                                <m:t> </m:t>
                                              </m:r>
                                            </m:sub>
                                          </m:sSub>
                                        </m:den>
                                      </m:f>
                                      <m:r>
                                        <a:rPr lang="en-US" sz="2400" b="1" i="0">
                                          <a:solidFill>
                                            <a:srgbClr val="FF0000"/>
                                          </a:solidFill>
                                          <a:latin typeface="Cambria Math" panose="02040503050406030204" pitchFamily="18" charset="0"/>
                                        </a:rPr>
                                        <m:t>+</m:t>
                                      </m:r>
                                      <m:f>
                                        <m:fPr>
                                          <m:ctrlPr>
                                            <a:rPr lang="en-IN" sz="2400" b="1" i="1">
                                              <a:solidFill>
                                                <a:srgbClr val="FF0000"/>
                                              </a:solidFill>
                                              <a:latin typeface="Cambria Math" panose="02040503050406030204" pitchFamily="18" charset="0"/>
                                            </a:rPr>
                                          </m:ctrlPr>
                                        </m:fPr>
                                        <m:num>
                                          <m:r>
                                            <a:rPr lang="en-US" sz="2400" b="1" i="0">
                                              <a:solidFill>
                                                <a:srgbClr val="FF0000"/>
                                              </a:solidFill>
                                              <a:latin typeface="Cambria Math" panose="02040503050406030204" pitchFamily="18" charset="0"/>
                                            </a:rPr>
                                            <m:t> </m:t>
                                          </m:r>
                                          <m:r>
                                            <a:rPr lang="en-US" sz="2400" b="1" i="0">
                                              <a:solidFill>
                                                <a:srgbClr val="FF0000"/>
                                              </a:solidFill>
                                              <a:latin typeface="Cambria Math" panose="02040503050406030204" pitchFamily="18" charset="0"/>
                                            </a:rPr>
                                            <m:t>𝟏</m:t>
                                          </m:r>
                                          <m:r>
                                            <a:rPr lang="en-US" sz="2400" b="1" i="0">
                                              <a:solidFill>
                                                <a:srgbClr val="FF0000"/>
                                              </a:solidFill>
                                              <a:latin typeface="Cambria Math" panose="02040503050406030204" pitchFamily="18" charset="0"/>
                                            </a:rPr>
                                            <m:t> </m:t>
                                          </m:r>
                                        </m:num>
                                        <m:den>
                                          <m:sSub>
                                            <m:sSubPr>
                                              <m:ctrlPr>
                                                <a:rPr lang="en-IN" sz="2400" b="1" i="1">
                                                  <a:solidFill>
                                                    <a:srgbClr val="FF0000"/>
                                                  </a:solidFill>
                                                  <a:latin typeface="Cambria Math" panose="02040503050406030204" pitchFamily="18" charset="0"/>
                                                </a:rPr>
                                              </m:ctrlPr>
                                            </m:sSubPr>
                                            <m:e>
                                              <m:r>
                                                <a:rPr lang="en-US" sz="2400" b="1" i="0">
                                                  <a:solidFill>
                                                    <a:srgbClr val="FF0000"/>
                                                  </a:solidFill>
                                                  <a:latin typeface="Cambria Math" panose="02040503050406030204" pitchFamily="18" charset="0"/>
                                                </a:rPr>
                                                <m:t>𝐧</m:t>
                                              </m:r>
                                            </m:e>
                                            <m:sub>
                                              <m:r>
                                                <a:rPr lang="en-US" sz="2400" b="1" i="0">
                                                  <a:solidFill>
                                                    <a:srgbClr val="FF0000"/>
                                                  </a:solidFill>
                                                  <a:latin typeface="Cambria Math" panose="02040503050406030204" pitchFamily="18" charset="0"/>
                                                </a:rPr>
                                                <m:t>𝟐</m:t>
                                              </m:r>
                                              <m:r>
                                                <a:rPr lang="en-US" sz="2400" b="1" i="0">
                                                  <a:solidFill>
                                                    <a:srgbClr val="FF0000"/>
                                                  </a:solidFill>
                                                  <a:latin typeface="Cambria Math" panose="02040503050406030204" pitchFamily="18" charset="0"/>
                                                </a:rPr>
                                                <m:t> </m:t>
                                              </m:r>
                                            </m:sub>
                                          </m:sSub>
                                        </m:den>
                                      </m:f>
                                    </m:e>
                                  </m:d>
                                </m:e>
                              </m:rad>
                              <m:r>
                                <a:rPr lang="en-IN" sz="2400" b="1" i="0" smtClean="0">
                                  <a:solidFill>
                                    <a:srgbClr val="002060"/>
                                  </a:solidFill>
                                  <a:latin typeface="Cambria Math" panose="02040503050406030204" pitchFamily="18" charset="0"/>
                                </a:rPr>
                                <m:t>;</m:t>
                              </m:r>
                              <m:r>
                                <a:rPr lang="en-IN" sz="2400" b="1" i="0">
                                  <a:latin typeface="Cambria Math" panose="02040503050406030204" pitchFamily="18" charset="0"/>
                                </a:rPr>
                                <m:t>   </m:t>
                              </m:r>
                              <m:r>
                                <a:rPr lang="en-IN" sz="2400" b="1" i="0" smtClean="0">
                                  <a:solidFill>
                                    <a:srgbClr val="002060"/>
                                  </a:solidFill>
                                  <a:latin typeface="Cambria Math" panose="02040503050406030204" pitchFamily="18" charset="0"/>
                                </a:rPr>
                                <m:t>𝐏</m:t>
                              </m:r>
                              <m:r>
                                <a:rPr lang="en-IN" sz="2400" b="1" i="0" smtClean="0">
                                  <a:solidFill>
                                    <a:srgbClr val="002060"/>
                                  </a:solidFill>
                                  <a:latin typeface="Cambria Math" panose="02040503050406030204" pitchFamily="18" charset="0"/>
                                </a:rPr>
                                <m:t> </m:t>
                              </m:r>
                              <m:r>
                                <a:rPr lang="en-IN" sz="2400" b="1" i="0" smtClean="0">
                                  <a:solidFill>
                                    <a:srgbClr val="002060"/>
                                  </a:solidFill>
                                  <a:latin typeface="Cambria Math" panose="02040503050406030204" pitchFamily="18" charset="0"/>
                                </a:rPr>
                                <m:t>𝐢𝐬</m:t>
                              </m:r>
                              <m:r>
                                <a:rPr lang="en-IN" sz="2400" b="1" i="0" smtClean="0">
                                  <a:solidFill>
                                    <a:srgbClr val="002060"/>
                                  </a:solidFill>
                                  <a:latin typeface="Cambria Math" panose="02040503050406030204" pitchFamily="18" charset="0"/>
                                </a:rPr>
                                <m:t> </m:t>
                              </m:r>
                              <m:r>
                                <a:rPr lang="en-IN" sz="2400" b="1" i="0" smtClean="0">
                                  <a:solidFill>
                                    <a:srgbClr val="002060"/>
                                  </a:solidFill>
                                  <a:latin typeface="Cambria Math" panose="02040503050406030204" pitchFamily="18" charset="0"/>
                                </a:rPr>
                                <m:t>𝐮𝐧𝐤𝐧𝐨𝐰𝐧</m:t>
                              </m:r>
                            </m:e>
                          </m:eqArr>
                        </m:e>
                      </m:d>
                    </m:oMath>
                  </m:oMathPara>
                </a14:m>
                <a:endParaRPr lang="en-IN" sz="2400" dirty="0"/>
              </a:p>
            </p:txBody>
          </p:sp>
        </mc:Choice>
        <mc:Fallback xmlns="">
          <p:sp>
            <p:nvSpPr>
              <p:cNvPr id="5" name="TextBox 4">
                <a:extLst>
                  <a:ext uri="{FF2B5EF4-FFF2-40B4-BE49-F238E27FC236}">
                    <a16:creationId xmlns:a16="http://schemas.microsoft.com/office/drawing/2014/main" id="{FE428D98-7FD1-FF33-5863-FEDE05B737DA}"/>
                  </a:ext>
                </a:extLst>
              </p:cNvPr>
              <p:cNvSpPr txBox="1">
                <a:spLocks noRot="1" noChangeAspect="1" noMove="1" noResize="1" noEditPoints="1" noAdjustHandles="1" noChangeArrowheads="1" noChangeShapeType="1" noTextEdit="1"/>
              </p:cNvSpPr>
              <p:nvPr/>
            </p:nvSpPr>
            <p:spPr>
              <a:xfrm>
                <a:off x="1908174" y="4077153"/>
                <a:ext cx="6927215" cy="2489528"/>
              </a:xfrm>
              <a:prstGeom prst="rect">
                <a:avLst/>
              </a:prstGeom>
              <a:blipFill>
                <a:blip r:embed="rId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50652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p:bldLst>
  </p:timing>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3B65B-A091-3E3B-6845-1B1ED0561D6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B28CB1-3378-DBF5-B6F3-44DD50BE50AD}"/>
              </a:ext>
            </a:extLst>
          </p:cNvPr>
          <p:cNvSpPr>
            <a:spLocks noGrp="1"/>
          </p:cNvSpPr>
          <p:nvPr>
            <p:ph idx="1"/>
          </p:nvPr>
        </p:nvSpPr>
        <p:spPr>
          <a:xfrm>
            <a:off x="131180" y="728675"/>
            <a:ext cx="11929641" cy="5797855"/>
          </a:xfrm>
        </p:spPr>
        <p:txBody>
          <a:bodyPr/>
          <a:lstStyle/>
          <a:p>
            <a:r>
              <a:rPr lang="en-IN" b="1" dirty="0">
                <a:solidFill>
                  <a:schemeClr val="accent6">
                    <a:lumMod val="75000"/>
                  </a:schemeClr>
                </a:solidFill>
              </a:rPr>
              <a:t>Formula for Test Statistics</a:t>
            </a:r>
          </a:p>
          <a:p>
            <a:endParaRPr lang="en-IN" dirty="0"/>
          </a:p>
          <a:p>
            <a:endParaRPr lang="en-US" dirty="0"/>
          </a:p>
          <a:p>
            <a:pPr marL="0" indent="0">
              <a:buNone/>
            </a:pPr>
            <a:r>
              <a:rPr lang="en-US" dirty="0"/>
              <a:t> </a:t>
            </a:r>
          </a:p>
          <a:p>
            <a:endParaRPr lang="en-IN" dirty="0"/>
          </a:p>
          <a:p>
            <a:endParaRPr lang="en-IN" dirty="0"/>
          </a:p>
          <a:p>
            <a:pPr lvl="0"/>
            <a:endParaRPr lang="en-US" b="1" dirty="0"/>
          </a:p>
          <a:p>
            <a:pPr lvl="1"/>
            <a:endParaRPr lang="en-IN" dirty="0"/>
          </a:p>
          <a:p>
            <a:endParaRPr lang="en-IN" dirty="0"/>
          </a:p>
          <a:p>
            <a:pPr marL="0" lvl="0" indent="0">
              <a:buNone/>
            </a:pPr>
            <a:endParaRPr lang="en-IN" dirty="0"/>
          </a:p>
          <a:p>
            <a:pPr lvl="0">
              <a:lnSpc>
                <a:spcPct val="145000"/>
              </a:lnSpc>
            </a:pPr>
            <a:endParaRPr lang="en-US" dirty="0"/>
          </a:p>
        </p:txBody>
      </p:sp>
      <p:sp>
        <p:nvSpPr>
          <p:cNvPr id="2" name="Title 1">
            <a:extLst>
              <a:ext uri="{FF2B5EF4-FFF2-40B4-BE49-F238E27FC236}">
                <a16:creationId xmlns:a16="http://schemas.microsoft.com/office/drawing/2014/main" id="{A43F13CB-60CC-0094-0710-26532E5580E3}"/>
              </a:ext>
            </a:extLst>
          </p:cNvPr>
          <p:cNvSpPr>
            <a:spLocks noGrp="1"/>
          </p:cNvSpPr>
          <p:nvPr>
            <p:ph type="title"/>
          </p:nvPr>
        </p:nvSpPr>
        <p:spPr/>
        <p:txBody>
          <a:bodyPr/>
          <a:lstStyle/>
          <a:p>
            <a:r>
              <a:rPr lang="en-US" dirty="0"/>
              <a:t>Test for a Single Proportion</a:t>
            </a:r>
          </a:p>
        </p:txBody>
      </p:sp>
      <p:sp>
        <p:nvSpPr>
          <p:cNvPr id="10" name="TextBox 9">
            <a:extLst>
              <a:ext uri="{FF2B5EF4-FFF2-40B4-BE49-F238E27FC236}">
                <a16:creationId xmlns:a16="http://schemas.microsoft.com/office/drawing/2014/main" id="{3F732A46-0697-7426-B8CB-3EF634FC8308}"/>
              </a:ext>
            </a:extLst>
          </p:cNvPr>
          <p:cNvSpPr txBox="1"/>
          <p:nvPr/>
        </p:nvSpPr>
        <p:spPr>
          <a:xfrm>
            <a:off x="146050" y="1998727"/>
            <a:ext cx="5861046" cy="553741"/>
          </a:xfrm>
          <a:prstGeom prst="rect">
            <a:avLst/>
          </a:prstGeom>
          <a:noFill/>
        </p:spPr>
        <p:txBody>
          <a:bodyPr wrap="square">
            <a:spAutoFit/>
          </a:bodyPr>
          <a:lstStyle/>
          <a:p>
            <a:pPr lvl="0" algn="just">
              <a:lnSpc>
                <a:spcPct val="115000"/>
              </a:lnSpc>
              <a:spcAft>
                <a:spcPts val="800"/>
              </a:spcAft>
            </a:pPr>
            <a:r>
              <a:rPr lang="en-US" sz="2800" dirty="0">
                <a:solidFill>
                  <a:srgbClr val="002060"/>
                </a:solidFill>
                <a:effectLst/>
                <a:latin typeface="+mj-lt"/>
                <a:ea typeface="Times New Roman" panose="02020603050405020304" pitchFamily="18" charset="0"/>
                <a:cs typeface="Shruti" panose="020B0502040204020203" pitchFamily="34" charset="0"/>
              </a:rPr>
              <a:t>When population proportion </a:t>
            </a:r>
            <a:r>
              <a:rPr lang="en-US" sz="2800" b="1" dirty="0">
                <a:solidFill>
                  <a:srgbClr val="FF0000"/>
                </a:solidFill>
                <a:effectLst/>
                <a:latin typeface="+mj-lt"/>
                <a:ea typeface="Times New Roman" panose="02020603050405020304" pitchFamily="18" charset="0"/>
                <a:cs typeface="Shruti" panose="020B0502040204020203" pitchFamily="34" charset="0"/>
              </a:rPr>
              <a:t>P is known</a:t>
            </a:r>
            <a:endParaRPr lang="en-IN" sz="2800" dirty="0">
              <a:solidFill>
                <a:srgbClr val="002060"/>
              </a:solidFill>
              <a:effectLst/>
              <a:latin typeface="+mj-lt"/>
              <a:ea typeface="Times New Roman" panose="02020603050405020304" pitchFamily="18" charset="0"/>
              <a:cs typeface="Shruti" panose="020B0502040204020203" pitchFamily="34" charset="0"/>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2E4125F-DA56-4DB7-919D-BA231C592DED}"/>
                  </a:ext>
                </a:extLst>
              </p:cNvPr>
              <p:cNvSpPr txBox="1"/>
              <p:nvPr/>
            </p:nvSpPr>
            <p:spPr>
              <a:xfrm>
                <a:off x="902970" y="4831244"/>
                <a:ext cx="337185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IN" sz="2800" smtClean="0">
                          <a:solidFill>
                            <a:srgbClr val="002060"/>
                          </a:solidFill>
                          <a:latin typeface="Cambria Math" panose="02040503050406030204" pitchFamily="18" charset="0"/>
                        </a:rPr>
                        <m:t>w</m:t>
                      </m:r>
                      <m:r>
                        <m:rPr>
                          <m:sty m:val="p"/>
                        </m:rPr>
                        <a:rPr lang="en-IN" sz="2800" i="0">
                          <a:solidFill>
                            <a:srgbClr val="002060"/>
                          </a:solidFill>
                          <a:latin typeface="Cambria Math" panose="02040503050406030204" pitchFamily="18" charset="0"/>
                        </a:rPr>
                        <m:t>here</m:t>
                      </m:r>
                      <m:r>
                        <a:rPr lang="en-IN" sz="2800" i="0">
                          <a:solidFill>
                            <a:srgbClr val="002060"/>
                          </a:solidFill>
                          <a:latin typeface="Cambria Math" panose="02040503050406030204" pitchFamily="18" charset="0"/>
                        </a:rPr>
                        <m:t>,</m:t>
                      </m:r>
                      <m:sSub>
                        <m:sSubPr>
                          <m:ctrlPr>
                            <a:rPr lang="en-IN" sz="2800" i="1">
                              <a:solidFill>
                                <a:srgbClr val="002060"/>
                              </a:solidFill>
                              <a:latin typeface="Cambria Math" panose="02040503050406030204" pitchFamily="18" charset="0"/>
                            </a:rPr>
                          </m:ctrlPr>
                        </m:sSubPr>
                        <m:e>
                          <m:r>
                            <a:rPr lang="en-IN" sz="2800" b="1" i="0" smtClean="0">
                              <a:solidFill>
                                <a:srgbClr val="002060"/>
                              </a:solidFill>
                              <a:latin typeface="Cambria Math" panose="02040503050406030204" pitchFamily="18" charset="0"/>
                            </a:rPr>
                            <m:t>𝐐</m:t>
                          </m:r>
                        </m:e>
                        <m:sub>
                          <m:r>
                            <a:rPr lang="en-IN" sz="2800">
                              <a:solidFill>
                                <a:srgbClr val="002060"/>
                              </a:solidFill>
                              <a:latin typeface="Cambria Math" panose="02040503050406030204" pitchFamily="18" charset="0"/>
                            </a:rPr>
                            <m:t>1</m:t>
                          </m:r>
                        </m:sub>
                      </m:sSub>
                      <m:r>
                        <a:rPr lang="en-IN" sz="2800" i="0">
                          <a:solidFill>
                            <a:srgbClr val="002060"/>
                          </a:solidFill>
                          <a:latin typeface="Cambria Math" panose="02040503050406030204" pitchFamily="18" charset="0"/>
                        </a:rPr>
                        <m:t>= 1−</m:t>
                      </m:r>
                      <m:sSub>
                        <m:sSubPr>
                          <m:ctrlPr>
                            <a:rPr lang="en-IN" sz="2800" i="1">
                              <a:solidFill>
                                <a:srgbClr val="002060"/>
                              </a:solidFill>
                              <a:latin typeface="Cambria Math" panose="02040503050406030204" pitchFamily="18" charset="0"/>
                            </a:rPr>
                          </m:ctrlPr>
                        </m:sSubPr>
                        <m:e>
                          <m:r>
                            <a:rPr lang="en-IN" sz="2800" b="1">
                              <a:solidFill>
                                <a:srgbClr val="002060"/>
                              </a:solidFill>
                              <a:latin typeface="Cambria Math" panose="02040503050406030204" pitchFamily="18" charset="0"/>
                            </a:rPr>
                            <m:t>𝐏</m:t>
                          </m:r>
                        </m:e>
                        <m:sub>
                          <m:r>
                            <a:rPr lang="en-IN" sz="2800">
                              <a:solidFill>
                                <a:srgbClr val="002060"/>
                              </a:solidFill>
                              <a:latin typeface="Cambria Math" panose="02040503050406030204" pitchFamily="18" charset="0"/>
                            </a:rPr>
                            <m:t>1</m:t>
                          </m:r>
                        </m:sub>
                      </m:sSub>
                    </m:oMath>
                  </m:oMathPara>
                </a14:m>
                <a:endParaRPr lang="en-IN" sz="2800" dirty="0">
                  <a:solidFill>
                    <a:srgbClr val="002060"/>
                  </a:solidFill>
                  <a:latin typeface="+mj-lt"/>
                </a:endParaRPr>
              </a:p>
            </p:txBody>
          </p:sp>
        </mc:Choice>
        <mc:Fallback xmlns="">
          <p:sp>
            <p:nvSpPr>
              <p:cNvPr id="12" name="TextBox 11">
                <a:extLst>
                  <a:ext uri="{FF2B5EF4-FFF2-40B4-BE49-F238E27FC236}">
                    <a16:creationId xmlns:a16="http://schemas.microsoft.com/office/drawing/2014/main" id="{32E4125F-DA56-4DB7-919D-BA231C592DED}"/>
                  </a:ext>
                </a:extLst>
              </p:cNvPr>
              <p:cNvSpPr txBox="1">
                <a:spLocks noRot="1" noChangeAspect="1" noMove="1" noResize="1" noEditPoints="1" noAdjustHandles="1" noChangeArrowheads="1" noChangeShapeType="1" noTextEdit="1"/>
              </p:cNvSpPr>
              <p:nvPr/>
            </p:nvSpPr>
            <p:spPr>
              <a:xfrm>
                <a:off x="902970" y="4831244"/>
                <a:ext cx="3371850" cy="523220"/>
              </a:xfrm>
              <a:prstGeom prst="rect">
                <a:avLst/>
              </a:prstGeom>
              <a:blipFill>
                <a:blip r:embed="rId2"/>
                <a:stretch>
                  <a:fillRect/>
                </a:stretch>
              </a:blipFill>
            </p:spPr>
            <p:txBody>
              <a:bodyPr/>
              <a:lstStyle/>
              <a:p>
                <a:r>
                  <a:rPr lang="en-IN">
                    <a:noFill/>
                  </a:rPr>
                  <a:t> </a:t>
                </a:r>
              </a:p>
            </p:txBody>
          </p:sp>
        </mc:Fallback>
      </mc:AlternateContent>
      <p:cxnSp>
        <p:nvCxnSpPr>
          <p:cNvPr id="4" name="Straight Connector 3">
            <a:extLst>
              <a:ext uri="{FF2B5EF4-FFF2-40B4-BE49-F238E27FC236}">
                <a16:creationId xmlns:a16="http://schemas.microsoft.com/office/drawing/2014/main" id="{1DAABF8A-3446-1102-E15A-45B84606D705}"/>
              </a:ext>
            </a:extLst>
          </p:cNvPr>
          <p:cNvCxnSpPr>
            <a:cxnSpLocks/>
          </p:cNvCxnSpPr>
          <p:nvPr/>
        </p:nvCxnSpPr>
        <p:spPr>
          <a:xfrm>
            <a:off x="5843410" y="708524"/>
            <a:ext cx="0" cy="5896813"/>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6F4986D-A1CD-9C3F-367A-37CD5AE3A271}"/>
                  </a:ext>
                </a:extLst>
              </p:cNvPr>
              <p:cNvSpPr txBox="1"/>
              <p:nvPr/>
            </p:nvSpPr>
            <p:spPr>
              <a:xfrm>
                <a:off x="902970" y="2974416"/>
                <a:ext cx="3943350" cy="143488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b="1" smtClean="0">
                          <a:solidFill>
                            <a:srgbClr val="002060"/>
                          </a:solidFill>
                          <a:latin typeface="Cambria Math" panose="02040503050406030204" pitchFamily="18" charset="0"/>
                        </a:rPr>
                        <m:t>𝐙</m:t>
                      </m:r>
                      <m:r>
                        <a:rPr lang="en-IN" sz="2800" b="0" i="0">
                          <a:solidFill>
                            <a:srgbClr val="002060"/>
                          </a:solidFill>
                          <a:latin typeface="Cambria Math" panose="02040503050406030204" pitchFamily="18" charset="0"/>
                        </a:rPr>
                        <m:t>=</m:t>
                      </m:r>
                      <m:f>
                        <m:fPr>
                          <m:ctrlPr>
                            <a:rPr lang="en-IN" sz="2800" b="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m:t>
                          </m:r>
                          <m:sSub>
                            <m:sSubPr>
                              <m:ctrlPr>
                                <a:rPr lang="en-IN" sz="2800" b="0" i="1">
                                  <a:solidFill>
                                    <a:srgbClr val="002060"/>
                                  </a:solidFill>
                                  <a:latin typeface="Cambria Math" panose="02040503050406030204" pitchFamily="18" charset="0"/>
                                </a:rPr>
                              </m:ctrlPr>
                            </m:sSubPr>
                            <m:e>
                              <m:r>
                                <a:rPr lang="en-IN" sz="2800" b="1" i="0">
                                  <a:solidFill>
                                    <a:srgbClr val="002060"/>
                                  </a:solidFill>
                                  <a:latin typeface="Cambria Math" panose="02040503050406030204" pitchFamily="18" charset="0"/>
                                </a:rPr>
                                <m:t>𝐏</m:t>
                              </m:r>
                            </m:e>
                            <m:sub>
                              <m:r>
                                <a:rPr lang="en-IN" sz="2800" b="0" i="0">
                                  <a:solidFill>
                                    <a:srgbClr val="002060"/>
                                  </a:solidFill>
                                  <a:latin typeface="Cambria Math" panose="02040503050406030204" pitchFamily="18" charset="0"/>
                                </a:rPr>
                                <m:t>1</m:t>
                              </m:r>
                            </m:sub>
                          </m:sSub>
                          <m:r>
                            <a:rPr lang="en-IN" sz="2800" b="0" i="0">
                              <a:solidFill>
                                <a:srgbClr val="002060"/>
                              </a:solidFill>
                              <a:latin typeface="Cambria Math" panose="02040503050406030204" pitchFamily="18" charset="0"/>
                            </a:rPr>
                            <m:t>−</m:t>
                          </m:r>
                          <m:sSub>
                            <m:sSubPr>
                              <m:ctrlPr>
                                <a:rPr lang="en-IN" sz="2800" b="0" i="1">
                                  <a:solidFill>
                                    <a:srgbClr val="002060"/>
                                  </a:solidFill>
                                  <a:latin typeface="Cambria Math" panose="02040503050406030204" pitchFamily="18" charset="0"/>
                                </a:rPr>
                              </m:ctrlPr>
                            </m:sSubPr>
                            <m:e>
                              <m:r>
                                <a:rPr lang="en-IN" sz="2800" b="1" i="0">
                                  <a:solidFill>
                                    <a:srgbClr val="002060"/>
                                  </a:solidFill>
                                  <a:latin typeface="Cambria Math" panose="02040503050406030204" pitchFamily="18" charset="0"/>
                                </a:rPr>
                                <m:t>𝐏</m:t>
                              </m:r>
                            </m:e>
                            <m:sub>
                              <m:r>
                                <a:rPr lang="en-IN" sz="2800" b="0" i="0">
                                  <a:solidFill>
                                    <a:srgbClr val="002060"/>
                                  </a:solidFill>
                                  <a:latin typeface="Cambria Math" panose="02040503050406030204" pitchFamily="18" charset="0"/>
                                </a:rPr>
                                <m:t>2</m:t>
                              </m:r>
                            </m:sub>
                          </m:sSub>
                          <m:r>
                            <a:rPr lang="en-IN" sz="2800" b="0" i="0">
                              <a:solidFill>
                                <a:srgbClr val="002060"/>
                              </a:solidFill>
                              <a:latin typeface="Cambria Math" panose="02040503050406030204" pitchFamily="18" charset="0"/>
                            </a:rPr>
                            <m:t> </m:t>
                          </m:r>
                        </m:num>
                        <m:den>
                          <m:r>
                            <a:rPr lang="en-IN" sz="2800" b="0" i="0">
                              <a:solidFill>
                                <a:srgbClr val="002060"/>
                              </a:solidFill>
                              <a:latin typeface="Cambria Math" panose="02040503050406030204" pitchFamily="18" charset="0"/>
                            </a:rPr>
                            <m:t>  </m:t>
                          </m:r>
                          <m:rad>
                            <m:radPr>
                              <m:degHide m:val="on"/>
                              <m:ctrlPr>
                                <a:rPr lang="en-IN" sz="2800" b="0" i="1">
                                  <a:solidFill>
                                    <a:srgbClr val="002060"/>
                                  </a:solidFill>
                                  <a:latin typeface="Cambria Math" panose="02040503050406030204" pitchFamily="18" charset="0"/>
                                </a:rPr>
                              </m:ctrlPr>
                            </m:radPr>
                            <m:deg/>
                            <m:e>
                              <m:f>
                                <m:fPr>
                                  <m:ctrlPr>
                                    <a:rPr lang="en-IN" sz="2800" b="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m:t>
                                  </m:r>
                                  <m:sSub>
                                    <m:sSubPr>
                                      <m:ctrlPr>
                                        <a:rPr lang="en-IN" sz="2800" b="0" i="1">
                                          <a:solidFill>
                                            <a:srgbClr val="002060"/>
                                          </a:solidFill>
                                          <a:latin typeface="Cambria Math" panose="02040503050406030204" pitchFamily="18" charset="0"/>
                                        </a:rPr>
                                      </m:ctrlPr>
                                    </m:sSubPr>
                                    <m:e>
                                      <m:r>
                                        <a:rPr lang="en-IN" sz="2800" b="1" i="0">
                                          <a:solidFill>
                                            <a:srgbClr val="002060"/>
                                          </a:solidFill>
                                          <a:latin typeface="Cambria Math" panose="02040503050406030204" pitchFamily="18" charset="0"/>
                                        </a:rPr>
                                        <m:t>𝐏</m:t>
                                      </m:r>
                                    </m:e>
                                    <m:sub>
                                      <m:r>
                                        <a:rPr lang="en-IN" sz="2800" b="0" i="0">
                                          <a:solidFill>
                                            <a:srgbClr val="002060"/>
                                          </a:solidFill>
                                          <a:latin typeface="Cambria Math" panose="02040503050406030204" pitchFamily="18" charset="0"/>
                                        </a:rPr>
                                        <m:t>1</m:t>
                                      </m:r>
                                    </m:sub>
                                  </m:sSub>
                                  <m:sSub>
                                    <m:sSubPr>
                                      <m:ctrlPr>
                                        <a:rPr lang="en-IN" sz="2800" b="0" i="1">
                                          <a:solidFill>
                                            <a:srgbClr val="002060"/>
                                          </a:solidFill>
                                          <a:latin typeface="Cambria Math" panose="02040503050406030204" pitchFamily="18" charset="0"/>
                                        </a:rPr>
                                      </m:ctrlPr>
                                    </m:sSubPr>
                                    <m:e>
                                      <m:r>
                                        <a:rPr lang="en-IN" sz="2800" b="1" i="0">
                                          <a:solidFill>
                                            <a:srgbClr val="002060"/>
                                          </a:solidFill>
                                          <a:latin typeface="Cambria Math" panose="02040503050406030204" pitchFamily="18" charset="0"/>
                                        </a:rPr>
                                        <m:t>𝐐</m:t>
                                      </m:r>
                                    </m:e>
                                    <m:sub>
                                      <m:r>
                                        <a:rPr lang="en-IN" sz="2800" b="0" i="0">
                                          <a:solidFill>
                                            <a:srgbClr val="002060"/>
                                          </a:solidFill>
                                          <a:latin typeface="Cambria Math" panose="02040503050406030204" pitchFamily="18" charset="0"/>
                                        </a:rPr>
                                        <m:t>1</m:t>
                                      </m:r>
                                    </m:sub>
                                  </m:sSub>
                                  <m:r>
                                    <a:rPr lang="en-IN" sz="2800" b="0" i="0">
                                      <a:solidFill>
                                        <a:srgbClr val="002060"/>
                                      </a:solidFill>
                                      <a:latin typeface="Cambria Math" panose="02040503050406030204" pitchFamily="18" charset="0"/>
                                    </a:rPr>
                                    <m:t> </m:t>
                                  </m:r>
                                </m:num>
                                <m:den>
                                  <m:sSub>
                                    <m:sSubPr>
                                      <m:ctrlPr>
                                        <a:rPr lang="en-IN" sz="2800" b="0" i="1">
                                          <a:solidFill>
                                            <a:srgbClr val="002060"/>
                                          </a:solidFill>
                                          <a:latin typeface="Cambria Math" panose="02040503050406030204" pitchFamily="18" charset="0"/>
                                        </a:rPr>
                                      </m:ctrlPr>
                                    </m:sSubPr>
                                    <m:e>
                                      <m:r>
                                        <a:rPr lang="en-IN" sz="2800" b="0" i="0">
                                          <a:solidFill>
                                            <a:srgbClr val="002060"/>
                                          </a:solidFill>
                                          <a:latin typeface="Cambria Math" panose="02040503050406030204" pitchFamily="18" charset="0"/>
                                        </a:rPr>
                                        <m:t> </m:t>
                                      </m:r>
                                      <m:r>
                                        <a:rPr lang="en-IN" sz="2800" b="1" i="0">
                                          <a:solidFill>
                                            <a:srgbClr val="002060"/>
                                          </a:solidFill>
                                          <a:latin typeface="Cambria Math" panose="02040503050406030204" pitchFamily="18" charset="0"/>
                                        </a:rPr>
                                        <m:t>𝐧</m:t>
                                      </m:r>
                                    </m:e>
                                    <m:sub>
                                      <m:r>
                                        <a:rPr lang="en-IN" sz="2800" b="0" i="0">
                                          <a:solidFill>
                                            <a:srgbClr val="002060"/>
                                          </a:solidFill>
                                          <a:latin typeface="Cambria Math" panose="02040503050406030204" pitchFamily="18" charset="0"/>
                                        </a:rPr>
                                        <m:t>1 </m:t>
                                      </m:r>
                                    </m:sub>
                                  </m:sSub>
                                </m:den>
                              </m:f>
                              <m:r>
                                <a:rPr lang="en-IN" sz="2800" b="0" i="0">
                                  <a:solidFill>
                                    <a:srgbClr val="002060"/>
                                  </a:solidFill>
                                  <a:latin typeface="Cambria Math" panose="02040503050406030204" pitchFamily="18" charset="0"/>
                                </a:rPr>
                                <m:t>+</m:t>
                              </m:r>
                              <m:f>
                                <m:fPr>
                                  <m:ctrlPr>
                                    <a:rPr lang="en-IN" sz="2800" b="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m:t>
                                  </m:r>
                                  <m:sSub>
                                    <m:sSubPr>
                                      <m:ctrlPr>
                                        <a:rPr lang="en-IN" sz="2800" b="0" i="1">
                                          <a:solidFill>
                                            <a:srgbClr val="002060"/>
                                          </a:solidFill>
                                          <a:latin typeface="Cambria Math" panose="02040503050406030204" pitchFamily="18" charset="0"/>
                                        </a:rPr>
                                      </m:ctrlPr>
                                    </m:sSubPr>
                                    <m:e>
                                      <m:r>
                                        <a:rPr lang="en-IN" sz="2800" b="1" i="0">
                                          <a:solidFill>
                                            <a:srgbClr val="002060"/>
                                          </a:solidFill>
                                          <a:latin typeface="Cambria Math" panose="02040503050406030204" pitchFamily="18" charset="0"/>
                                        </a:rPr>
                                        <m:t>𝐏</m:t>
                                      </m:r>
                                    </m:e>
                                    <m:sub>
                                      <m:r>
                                        <a:rPr lang="en-IN" sz="2800" b="0" i="0">
                                          <a:solidFill>
                                            <a:srgbClr val="002060"/>
                                          </a:solidFill>
                                          <a:latin typeface="Cambria Math" panose="02040503050406030204" pitchFamily="18" charset="0"/>
                                        </a:rPr>
                                        <m:t>2</m:t>
                                      </m:r>
                                    </m:sub>
                                  </m:sSub>
                                  <m:sSub>
                                    <m:sSubPr>
                                      <m:ctrlPr>
                                        <a:rPr lang="en-IN" sz="2800" b="0" i="1">
                                          <a:solidFill>
                                            <a:srgbClr val="002060"/>
                                          </a:solidFill>
                                          <a:latin typeface="Cambria Math" panose="02040503050406030204" pitchFamily="18" charset="0"/>
                                        </a:rPr>
                                      </m:ctrlPr>
                                    </m:sSubPr>
                                    <m:e>
                                      <m:r>
                                        <a:rPr lang="en-IN" sz="2800" b="1" i="0">
                                          <a:solidFill>
                                            <a:srgbClr val="002060"/>
                                          </a:solidFill>
                                          <a:latin typeface="Cambria Math" panose="02040503050406030204" pitchFamily="18" charset="0"/>
                                        </a:rPr>
                                        <m:t>𝐐</m:t>
                                      </m:r>
                                    </m:e>
                                    <m:sub>
                                      <m:r>
                                        <a:rPr lang="en-IN" sz="2800" b="0" i="0">
                                          <a:solidFill>
                                            <a:srgbClr val="002060"/>
                                          </a:solidFill>
                                          <a:latin typeface="Cambria Math" panose="02040503050406030204" pitchFamily="18" charset="0"/>
                                        </a:rPr>
                                        <m:t>2</m:t>
                                      </m:r>
                                    </m:sub>
                                  </m:sSub>
                                  <m:r>
                                    <a:rPr lang="en-IN" sz="2800" b="0" i="0">
                                      <a:solidFill>
                                        <a:srgbClr val="002060"/>
                                      </a:solidFill>
                                      <a:latin typeface="Cambria Math" panose="02040503050406030204" pitchFamily="18" charset="0"/>
                                    </a:rPr>
                                    <m:t> </m:t>
                                  </m:r>
                                </m:num>
                                <m:den>
                                  <m:sSub>
                                    <m:sSubPr>
                                      <m:ctrlPr>
                                        <a:rPr lang="en-IN" sz="2800" b="0" i="1">
                                          <a:solidFill>
                                            <a:srgbClr val="002060"/>
                                          </a:solidFill>
                                          <a:latin typeface="Cambria Math" panose="02040503050406030204" pitchFamily="18" charset="0"/>
                                        </a:rPr>
                                      </m:ctrlPr>
                                    </m:sSubPr>
                                    <m:e>
                                      <m:r>
                                        <a:rPr lang="en-IN" sz="2800" b="0" i="0">
                                          <a:solidFill>
                                            <a:srgbClr val="002060"/>
                                          </a:solidFill>
                                          <a:latin typeface="Cambria Math" panose="02040503050406030204" pitchFamily="18" charset="0"/>
                                        </a:rPr>
                                        <m:t> </m:t>
                                      </m:r>
                                      <m:r>
                                        <a:rPr lang="en-IN" sz="2800" b="1" i="0">
                                          <a:solidFill>
                                            <a:srgbClr val="002060"/>
                                          </a:solidFill>
                                          <a:latin typeface="Cambria Math" panose="02040503050406030204" pitchFamily="18" charset="0"/>
                                        </a:rPr>
                                        <m:t>𝐧</m:t>
                                      </m:r>
                                    </m:e>
                                    <m:sub>
                                      <m:r>
                                        <a:rPr lang="en-IN" sz="2800" b="0" i="0">
                                          <a:solidFill>
                                            <a:srgbClr val="002060"/>
                                          </a:solidFill>
                                          <a:latin typeface="Cambria Math" panose="02040503050406030204" pitchFamily="18" charset="0"/>
                                        </a:rPr>
                                        <m:t>2 </m:t>
                                      </m:r>
                                    </m:sub>
                                  </m:sSub>
                                </m:den>
                              </m:f>
                              <m:r>
                                <a:rPr lang="en-IN" sz="2800" b="0" i="0">
                                  <a:solidFill>
                                    <a:srgbClr val="002060"/>
                                  </a:solidFill>
                                  <a:latin typeface="Cambria Math" panose="02040503050406030204" pitchFamily="18" charset="0"/>
                                </a:rPr>
                                <m:t> </m:t>
                              </m:r>
                            </m:e>
                          </m:rad>
                          <m:r>
                            <a:rPr lang="en-IN" sz="2800" b="0" i="0">
                              <a:solidFill>
                                <a:srgbClr val="002060"/>
                              </a:solidFill>
                              <a:latin typeface="Cambria Math" panose="02040503050406030204" pitchFamily="18" charset="0"/>
                            </a:rPr>
                            <m:t>  </m:t>
                          </m:r>
                        </m:den>
                      </m:f>
                    </m:oMath>
                  </m:oMathPara>
                </a14:m>
                <a:endParaRPr lang="en-IN" sz="2800" dirty="0">
                  <a:solidFill>
                    <a:srgbClr val="002060"/>
                  </a:solidFill>
                </a:endParaRPr>
              </a:p>
            </p:txBody>
          </p:sp>
        </mc:Choice>
        <mc:Fallback xmlns="">
          <p:sp>
            <p:nvSpPr>
              <p:cNvPr id="7" name="TextBox 6">
                <a:extLst>
                  <a:ext uri="{FF2B5EF4-FFF2-40B4-BE49-F238E27FC236}">
                    <a16:creationId xmlns:a16="http://schemas.microsoft.com/office/drawing/2014/main" id="{96F4986D-A1CD-9C3F-367A-37CD5AE3A271}"/>
                  </a:ext>
                </a:extLst>
              </p:cNvPr>
              <p:cNvSpPr txBox="1">
                <a:spLocks noRot="1" noChangeAspect="1" noMove="1" noResize="1" noEditPoints="1" noAdjustHandles="1" noChangeArrowheads="1" noChangeShapeType="1" noTextEdit="1"/>
              </p:cNvSpPr>
              <p:nvPr/>
            </p:nvSpPr>
            <p:spPr>
              <a:xfrm>
                <a:off x="902970" y="2974416"/>
                <a:ext cx="3943350" cy="143488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F15E0AD-87F8-9FB5-14B4-F49BF8140AE4}"/>
                  </a:ext>
                </a:extLst>
              </p:cNvPr>
              <p:cNvSpPr txBox="1"/>
              <p:nvPr/>
            </p:nvSpPr>
            <p:spPr>
              <a:xfrm>
                <a:off x="1965959" y="5514802"/>
                <a:ext cx="2347663"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2800" i="1" smtClean="0">
                              <a:solidFill>
                                <a:srgbClr val="002060"/>
                              </a:solidFill>
                              <a:latin typeface="Cambria Math" panose="02040503050406030204" pitchFamily="18" charset="0"/>
                            </a:rPr>
                          </m:ctrlPr>
                        </m:sSubPr>
                        <m:e>
                          <m:r>
                            <a:rPr lang="en-IN" sz="2800" b="1" i="0" smtClean="0">
                              <a:solidFill>
                                <a:srgbClr val="002060"/>
                              </a:solidFill>
                              <a:latin typeface="Cambria Math" panose="02040503050406030204" pitchFamily="18" charset="0"/>
                            </a:rPr>
                            <m:t>𝐐</m:t>
                          </m:r>
                        </m:e>
                        <m:sub>
                          <m:r>
                            <a:rPr lang="en-IN" sz="2800" b="0" i="0" smtClean="0">
                              <a:solidFill>
                                <a:srgbClr val="002060"/>
                              </a:solidFill>
                              <a:latin typeface="Cambria Math" panose="02040503050406030204" pitchFamily="18" charset="0"/>
                            </a:rPr>
                            <m:t>2</m:t>
                          </m:r>
                        </m:sub>
                      </m:sSub>
                      <m:r>
                        <a:rPr lang="en-IN" sz="2800" i="0">
                          <a:solidFill>
                            <a:srgbClr val="002060"/>
                          </a:solidFill>
                          <a:latin typeface="Cambria Math" panose="02040503050406030204" pitchFamily="18" charset="0"/>
                        </a:rPr>
                        <m:t>= 1−</m:t>
                      </m:r>
                      <m:sSub>
                        <m:sSubPr>
                          <m:ctrlPr>
                            <a:rPr lang="en-IN" sz="2800" i="1">
                              <a:solidFill>
                                <a:srgbClr val="002060"/>
                              </a:solidFill>
                              <a:latin typeface="Cambria Math" panose="02040503050406030204" pitchFamily="18" charset="0"/>
                            </a:rPr>
                          </m:ctrlPr>
                        </m:sSubPr>
                        <m:e>
                          <m:r>
                            <a:rPr lang="en-IN" sz="2800" b="1">
                              <a:solidFill>
                                <a:srgbClr val="002060"/>
                              </a:solidFill>
                              <a:latin typeface="Cambria Math" panose="02040503050406030204" pitchFamily="18" charset="0"/>
                            </a:rPr>
                            <m:t>𝐏</m:t>
                          </m:r>
                        </m:e>
                        <m:sub>
                          <m:r>
                            <a:rPr lang="en-IN" sz="2800" b="0" i="0" smtClean="0">
                              <a:solidFill>
                                <a:srgbClr val="002060"/>
                              </a:solidFill>
                              <a:latin typeface="Cambria Math" panose="02040503050406030204" pitchFamily="18" charset="0"/>
                            </a:rPr>
                            <m:t>2</m:t>
                          </m:r>
                        </m:sub>
                      </m:sSub>
                    </m:oMath>
                  </m:oMathPara>
                </a14:m>
                <a:endParaRPr lang="en-IN" sz="2800" dirty="0">
                  <a:solidFill>
                    <a:srgbClr val="002060"/>
                  </a:solidFill>
                  <a:latin typeface="+mj-lt"/>
                </a:endParaRPr>
              </a:p>
            </p:txBody>
          </p:sp>
        </mc:Choice>
        <mc:Fallback xmlns="">
          <p:sp>
            <p:nvSpPr>
              <p:cNvPr id="8" name="TextBox 7">
                <a:extLst>
                  <a:ext uri="{FF2B5EF4-FFF2-40B4-BE49-F238E27FC236}">
                    <a16:creationId xmlns:a16="http://schemas.microsoft.com/office/drawing/2014/main" id="{FF15E0AD-87F8-9FB5-14B4-F49BF8140AE4}"/>
                  </a:ext>
                </a:extLst>
              </p:cNvPr>
              <p:cNvSpPr txBox="1">
                <a:spLocks noRot="1" noChangeAspect="1" noMove="1" noResize="1" noEditPoints="1" noAdjustHandles="1" noChangeArrowheads="1" noChangeShapeType="1" noTextEdit="1"/>
              </p:cNvSpPr>
              <p:nvPr/>
            </p:nvSpPr>
            <p:spPr>
              <a:xfrm>
                <a:off x="1965959" y="5514802"/>
                <a:ext cx="2347663" cy="523220"/>
              </a:xfrm>
              <a:prstGeom prst="rect">
                <a:avLst/>
              </a:prstGeom>
              <a:blipFill>
                <a:blip r:embed="rId4"/>
                <a:stretch>
                  <a:fillRect/>
                </a:stretch>
              </a:blipFill>
            </p:spPr>
            <p:txBody>
              <a:bodyPr/>
              <a:lstStyle/>
              <a:p>
                <a:r>
                  <a:rPr lang="en-IN">
                    <a:noFill/>
                  </a:rPr>
                  <a:t> </a:t>
                </a:r>
              </a:p>
            </p:txBody>
          </p:sp>
        </mc:Fallback>
      </mc:AlternateContent>
      <p:sp>
        <p:nvSpPr>
          <p:cNvPr id="9" name="TextBox 8">
            <a:extLst>
              <a:ext uri="{FF2B5EF4-FFF2-40B4-BE49-F238E27FC236}">
                <a16:creationId xmlns:a16="http://schemas.microsoft.com/office/drawing/2014/main" id="{D6F44F9D-DE99-2686-12F1-7C527C31852A}"/>
              </a:ext>
            </a:extLst>
          </p:cNvPr>
          <p:cNvSpPr txBox="1"/>
          <p:nvPr/>
        </p:nvSpPr>
        <p:spPr>
          <a:xfrm>
            <a:off x="5843410" y="1998726"/>
            <a:ext cx="6348590" cy="553741"/>
          </a:xfrm>
          <a:prstGeom prst="rect">
            <a:avLst/>
          </a:prstGeom>
          <a:noFill/>
        </p:spPr>
        <p:txBody>
          <a:bodyPr wrap="square">
            <a:spAutoFit/>
          </a:bodyPr>
          <a:lstStyle/>
          <a:p>
            <a:pPr lvl="0" algn="just">
              <a:lnSpc>
                <a:spcPct val="115000"/>
              </a:lnSpc>
              <a:spcAft>
                <a:spcPts val="800"/>
              </a:spcAft>
            </a:pPr>
            <a:r>
              <a:rPr lang="en-US" sz="2800" dirty="0">
                <a:solidFill>
                  <a:srgbClr val="002060"/>
                </a:solidFill>
                <a:effectLst/>
                <a:latin typeface="+mj-lt"/>
                <a:ea typeface="Times New Roman" panose="02020603050405020304" pitchFamily="18" charset="0"/>
                <a:cs typeface="Shruti" panose="020B0502040204020203" pitchFamily="34" charset="0"/>
              </a:rPr>
              <a:t>When population proportion </a:t>
            </a:r>
            <a:r>
              <a:rPr lang="en-US" sz="2800" b="1" dirty="0">
                <a:solidFill>
                  <a:srgbClr val="FF0000"/>
                </a:solidFill>
                <a:effectLst/>
                <a:latin typeface="+mj-lt"/>
                <a:ea typeface="Times New Roman" panose="02020603050405020304" pitchFamily="18" charset="0"/>
                <a:cs typeface="Shruti" panose="020B0502040204020203" pitchFamily="34" charset="0"/>
              </a:rPr>
              <a:t>P is not known</a:t>
            </a:r>
            <a:endParaRPr lang="en-IN" sz="2800" dirty="0">
              <a:solidFill>
                <a:srgbClr val="002060"/>
              </a:solidFill>
              <a:effectLst/>
              <a:latin typeface="+mj-lt"/>
              <a:ea typeface="Times New Roman" panose="02020603050405020304" pitchFamily="18" charset="0"/>
              <a:cs typeface="Shruti" panose="020B0502040204020203" pitchFamily="34" charset="0"/>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A6C38E5D-6159-D337-0458-5070340E3ED1}"/>
                  </a:ext>
                </a:extLst>
              </p:cNvPr>
              <p:cNvSpPr txBox="1"/>
              <p:nvPr/>
            </p:nvSpPr>
            <p:spPr>
              <a:xfrm>
                <a:off x="6837566" y="2970780"/>
                <a:ext cx="4229099" cy="13722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b="1" smtClean="0">
                          <a:solidFill>
                            <a:srgbClr val="002060"/>
                          </a:solidFill>
                          <a:latin typeface="Cambria Math" panose="02040503050406030204" pitchFamily="18" charset="0"/>
                        </a:rPr>
                        <m:t>𝐙</m:t>
                      </m:r>
                      <m:r>
                        <a:rPr lang="en-IN" sz="2800" b="0" i="0">
                          <a:solidFill>
                            <a:srgbClr val="002060"/>
                          </a:solidFill>
                          <a:latin typeface="Cambria Math" panose="02040503050406030204" pitchFamily="18" charset="0"/>
                        </a:rPr>
                        <m:t>=</m:t>
                      </m:r>
                      <m:f>
                        <m:fPr>
                          <m:ctrlPr>
                            <a:rPr lang="en-IN" sz="2800" b="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m:t>
                          </m:r>
                          <m:sSub>
                            <m:sSubPr>
                              <m:ctrlPr>
                                <a:rPr lang="en-IN" sz="2800" b="0" i="1">
                                  <a:solidFill>
                                    <a:srgbClr val="002060"/>
                                  </a:solidFill>
                                  <a:latin typeface="Cambria Math" panose="02040503050406030204" pitchFamily="18" charset="0"/>
                                </a:rPr>
                              </m:ctrlPr>
                            </m:sSubPr>
                            <m:e>
                              <m:r>
                                <a:rPr lang="en-IN" sz="2800" b="1" i="0">
                                  <a:solidFill>
                                    <a:srgbClr val="002060"/>
                                  </a:solidFill>
                                  <a:latin typeface="Cambria Math" panose="02040503050406030204" pitchFamily="18" charset="0"/>
                                </a:rPr>
                                <m:t>𝐩</m:t>
                              </m:r>
                            </m:e>
                            <m:sub>
                              <m:r>
                                <a:rPr lang="en-IN" sz="2800" b="0" i="0">
                                  <a:solidFill>
                                    <a:srgbClr val="002060"/>
                                  </a:solidFill>
                                  <a:latin typeface="Cambria Math" panose="02040503050406030204" pitchFamily="18" charset="0"/>
                                </a:rPr>
                                <m:t>1</m:t>
                              </m:r>
                            </m:sub>
                          </m:sSub>
                          <m:r>
                            <a:rPr lang="en-IN" sz="2800" b="0" i="0">
                              <a:solidFill>
                                <a:srgbClr val="002060"/>
                              </a:solidFill>
                              <a:latin typeface="Cambria Math" panose="02040503050406030204" pitchFamily="18" charset="0"/>
                            </a:rPr>
                            <m:t>−</m:t>
                          </m:r>
                          <m:sSub>
                            <m:sSubPr>
                              <m:ctrlPr>
                                <a:rPr lang="en-IN" sz="2800" b="0" i="1">
                                  <a:solidFill>
                                    <a:srgbClr val="002060"/>
                                  </a:solidFill>
                                  <a:latin typeface="Cambria Math" panose="02040503050406030204" pitchFamily="18" charset="0"/>
                                </a:rPr>
                              </m:ctrlPr>
                            </m:sSubPr>
                            <m:e>
                              <m:r>
                                <a:rPr lang="en-IN" sz="2800" b="1" i="0">
                                  <a:solidFill>
                                    <a:srgbClr val="002060"/>
                                  </a:solidFill>
                                  <a:latin typeface="Cambria Math" panose="02040503050406030204" pitchFamily="18" charset="0"/>
                                </a:rPr>
                                <m:t>𝐩</m:t>
                              </m:r>
                            </m:e>
                            <m:sub>
                              <m:r>
                                <a:rPr lang="en-IN" sz="2800" b="0" i="0">
                                  <a:solidFill>
                                    <a:srgbClr val="002060"/>
                                  </a:solidFill>
                                  <a:latin typeface="Cambria Math" panose="02040503050406030204" pitchFamily="18" charset="0"/>
                                </a:rPr>
                                <m:t>2</m:t>
                              </m:r>
                            </m:sub>
                          </m:sSub>
                          <m:r>
                            <a:rPr lang="en-IN" sz="2800" b="0" i="0">
                              <a:solidFill>
                                <a:srgbClr val="002060"/>
                              </a:solidFill>
                              <a:latin typeface="Cambria Math" panose="02040503050406030204" pitchFamily="18" charset="0"/>
                            </a:rPr>
                            <m:t> </m:t>
                          </m:r>
                        </m:num>
                        <m:den>
                          <m:r>
                            <a:rPr lang="en-IN" sz="2800" b="0" i="0">
                              <a:solidFill>
                                <a:srgbClr val="002060"/>
                              </a:solidFill>
                              <a:latin typeface="Cambria Math" panose="02040503050406030204" pitchFamily="18" charset="0"/>
                            </a:rPr>
                            <m:t>  </m:t>
                          </m:r>
                          <m:rad>
                            <m:radPr>
                              <m:degHide m:val="on"/>
                              <m:ctrlPr>
                                <a:rPr lang="en-IN" sz="2800" b="0" i="1">
                                  <a:solidFill>
                                    <a:srgbClr val="002060"/>
                                  </a:solidFill>
                                  <a:latin typeface="Cambria Math" panose="02040503050406030204" pitchFamily="18" charset="0"/>
                                </a:rPr>
                              </m:ctrlPr>
                            </m:radPr>
                            <m:deg/>
                            <m:e>
                              <m:r>
                                <a:rPr lang="en-IN" sz="2800" b="1" i="0">
                                  <a:solidFill>
                                    <a:srgbClr val="002060"/>
                                  </a:solidFill>
                                  <a:latin typeface="Cambria Math" panose="02040503050406030204" pitchFamily="18" charset="0"/>
                                </a:rPr>
                                <m:t>𝐩𝐪</m:t>
                              </m:r>
                              <m:d>
                                <m:dPr>
                                  <m:ctrlPr>
                                    <a:rPr lang="en-IN" sz="2800" b="1" i="1">
                                      <a:solidFill>
                                        <a:srgbClr val="002060"/>
                                      </a:solidFill>
                                      <a:latin typeface="Cambria Math" panose="02040503050406030204" pitchFamily="18" charset="0"/>
                                    </a:rPr>
                                  </m:ctrlPr>
                                </m:dPr>
                                <m:e>
                                  <m:f>
                                    <m:fPr>
                                      <m:ctrlPr>
                                        <a:rPr lang="en-IN" sz="2800" b="1"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1 </m:t>
                                      </m:r>
                                    </m:num>
                                    <m:den>
                                      <m:sSub>
                                        <m:sSubPr>
                                          <m:ctrlPr>
                                            <a:rPr lang="en-IN" sz="2800" b="0" i="1">
                                              <a:solidFill>
                                                <a:srgbClr val="002060"/>
                                              </a:solidFill>
                                              <a:latin typeface="Cambria Math" panose="02040503050406030204" pitchFamily="18" charset="0"/>
                                            </a:rPr>
                                          </m:ctrlPr>
                                        </m:sSubPr>
                                        <m:e>
                                          <m:r>
                                            <a:rPr lang="en-IN" sz="2800" b="0" i="0">
                                              <a:solidFill>
                                                <a:srgbClr val="002060"/>
                                              </a:solidFill>
                                              <a:latin typeface="Cambria Math" panose="02040503050406030204" pitchFamily="18" charset="0"/>
                                            </a:rPr>
                                            <m:t> </m:t>
                                          </m:r>
                                          <m:r>
                                            <a:rPr lang="en-IN" sz="2800" b="1" i="0">
                                              <a:solidFill>
                                                <a:srgbClr val="002060"/>
                                              </a:solidFill>
                                              <a:latin typeface="Cambria Math" panose="02040503050406030204" pitchFamily="18" charset="0"/>
                                            </a:rPr>
                                            <m:t>𝐧</m:t>
                                          </m:r>
                                        </m:e>
                                        <m:sub>
                                          <m:r>
                                            <a:rPr lang="en-IN" sz="2800" b="0" i="0">
                                              <a:solidFill>
                                                <a:srgbClr val="002060"/>
                                              </a:solidFill>
                                              <a:latin typeface="Cambria Math" panose="02040503050406030204" pitchFamily="18" charset="0"/>
                                            </a:rPr>
                                            <m:t>1 </m:t>
                                          </m:r>
                                        </m:sub>
                                      </m:sSub>
                                    </m:den>
                                  </m:f>
                                  <m:r>
                                    <a:rPr lang="en-IN" sz="2800" b="0" i="0">
                                      <a:solidFill>
                                        <a:srgbClr val="002060"/>
                                      </a:solidFill>
                                      <a:latin typeface="Cambria Math" panose="02040503050406030204" pitchFamily="18" charset="0"/>
                                    </a:rPr>
                                    <m:t>+</m:t>
                                  </m:r>
                                  <m:f>
                                    <m:fPr>
                                      <m:ctrlPr>
                                        <a:rPr lang="en-IN" sz="2800" b="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1 </m:t>
                                      </m:r>
                                    </m:num>
                                    <m:den>
                                      <m:sSub>
                                        <m:sSubPr>
                                          <m:ctrlPr>
                                            <a:rPr lang="en-IN" sz="2800" b="0" i="1">
                                              <a:solidFill>
                                                <a:srgbClr val="002060"/>
                                              </a:solidFill>
                                              <a:latin typeface="Cambria Math" panose="02040503050406030204" pitchFamily="18" charset="0"/>
                                            </a:rPr>
                                          </m:ctrlPr>
                                        </m:sSubPr>
                                        <m:e>
                                          <m:r>
                                            <a:rPr lang="en-IN" sz="2800" b="0" i="0">
                                              <a:solidFill>
                                                <a:srgbClr val="002060"/>
                                              </a:solidFill>
                                              <a:latin typeface="Cambria Math" panose="02040503050406030204" pitchFamily="18" charset="0"/>
                                            </a:rPr>
                                            <m:t> </m:t>
                                          </m:r>
                                          <m:r>
                                            <a:rPr lang="en-IN" sz="2800" b="1" i="0">
                                              <a:solidFill>
                                                <a:srgbClr val="002060"/>
                                              </a:solidFill>
                                              <a:latin typeface="Cambria Math" panose="02040503050406030204" pitchFamily="18" charset="0"/>
                                            </a:rPr>
                                            <m:t>𝐧</m:t>
                                          </m:r>
                                        </m:e>
                                        <m:sub>
                                          <m:r>
                                            <a:rPr lang="en-IN" sz="2800" b="0" i="0">
                                              <a:solidFill>
                                                <a:srgbClr val="002060"/>
                                              </a:solidFill>
                                              <a:latin typeface="Cambria Math" panose="02040503050406030204" pitchFamily="18" charset="0"/>
                                            </a:rPr>
                                            <m:t>2 </m:t>
                                          </m:r>
                                        </m:sub>
                                      </m:sSub>
                                    </m:den>
                                  </m:f>
                                </m:e>
                              </m:d>
                              <m:r>
                                <a:rPr lang="en-IN" sz="2800" b="0" i="0">
                                  <a:solidFill>
                                    <a:srgbClr val="002060"/>
                                  </a:solidFill>
                                  <a:latin typeface="Cambria Math" panose="02040503050406030204" pitchFamily="18" charset="0"/>
                                </a:rPr>
                                <m:t> </m:t>
                              </m:r>
                            </m:e>
                          </m:rad>
                          <m:r>
                            <a:rPr lang="en-IN" sz="2800" b="0" i="0">
                              <a:solidFill>
                                <a:srgbClr val="002060"/>
                              </a:solidFill>
                              <a:latin typeface="Cambria Math" panose="02040503050406030204" pitchFamily="18" charset="0"/>
                            </a:rPr>
                            <m:t>  </m:t>
                          </m:r>
                        </m:den>
                      </m:f>
                    </m:oMath>
                  </m:oMathPara>
                </a14:m>
                <a:endParaRPr lang="en-IN" sz="2800" dirty="0">
                  <a:solidFill>
                    <a:srgbClr val="002060"/>
                  </a:solidFill>
                </a:endParaRPr>
              </a:p>
            </p:txBody>
          </p:sp>
        </mc:Choice>
        <mc:Fallback xmlns="">
          <p:sp>
            <p:nvSpPr>
              <p:cNvPr id="13" name="TextBox 12">
                <a:extLst>
                  <a:ext uri="{FF2B5EF4-FFF2-40B4-BE49-F238E27FC236}">
                    <a16:creationId xmlns:a16="http://schemas.microsoft.com/office/drawing/2014/main" id="{A6C38E5D-6159-D337-0458-5070340E3ED1}"/>
                  </a:ext>
                </a:extLst>
              </p:cNvPr>
              <p:cNvSpPr txBox="1">
                <a:spLocks noRot="1" noChangeAspect="1" noMove="1" noResize="1" noEditPoints="1" noAdjustHandles="1" noChangeArrowheads="1" noChangeShapeType="1" noTextEdit="1"/>
              </p:cNvSpPr>
              <p:nvPr/>
            </p:nvSpPr>
            <p:spPr>
              <a:xfrm>
                <a:off x="6837566" y="2970780"/>
                <a:ext cx="4229099" cy="1372299"/>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55B13C4C-FB8E-AA8D-B858-814733594040}"/>
                  </a:ext>
                </a:extLst>
              </p:cNvPr>
              <p:cNvSpPr txBox="1"/>
              <p:nvPr/>
            </p:nvSpPr>
            <p:spPr>
              <a:xfrm>
                <a:off x="5838897" y="4773137"/>
                <a:ext cx="5262051" cy="162256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IN" sz="2800" smtClean="0">
                          <a:solidFill>
                            <a:srgbClr val="002060"/>
                          </a:solidFill>
                          <a:latin typeface="Cambria Math" panose="02040503050406030204" pitchFamily="18" charset="0"/>
                        </a:rPr>
                        <m:t>w</m:t>
                      </m:r>
                      <m:r>
                        <m:rPr>
                          <m:sty m:val="p"/>
                        </m:rPr>
                        <a:rPr lang="en-IN" sz="2800" i="0">
                          <a:solidFill>
                            <a:srgbClr val="002060"/>
                          </a:solidFill>
                          <a:latin typeface="Cambria Math" panose="02040503050406030204" pitchFamily="18" charset="0"/>
                        </a:rPr>
                        <m:t>here</m:t>
                      </m:r>
                      <m:r>
                        <a:rPr lang="en-IN" sz="2800" i="0">
                          <a:solidFill>
                            <a:srgbClr val="002060"/>
                          </a:solidFill>
                          <a:latin typeface="Cambria Math" panose="02040503050406030204" pitchFamily="18" charset="0"/>
                        </a:rPr>
                        <m:t>, </m:t>
                      </m:r>
                      <m:r>
                        <a:rPr lang="en-IN" sz="2800" b="1" i="0">
                          <a:solidFill>
                            <a:srgbClr val="002060"/>
                          </a:solidFill>
                          <a:latin typeface="Cambria Math" panose="02040503050406030204" pitchFamily="18" charset="0"/>
                        </a:rPr>
                        <m:t>𝐩</m:t>
                      </m:r>
                      <m:r>
                        <a:rPr lang="en-IN" sz="2800" b="1" i="0">
                          <a:solidFill>
                            <a:srgbClr val="002060"/>
                          </a:solidFill>
                          <a:latin typeface="Cambria Math" panose="02040503050406030204" pitchFamily="18" charset="0"/>
                        </a:rPr>
                        <m:t>=</m:t>
                      </m:r>
                      <m:f>
                        <m:fPr>
                          <m:ctrlPr>
                            <a:rPr lang="en-IN" sz="2800" b="1" i="1">
                              <a:solidFill>
                                <a:srgbClr val="002060"/>
                              </a:solidFill>
                              <a:latin typeface="Cambria Math" panose="02040503050406030204" pitchFamily="18" charset="0"/>
                            </a:rPr>
                          </m:ctrlPr>
                        </m:fPr>
                        <m:num>
                          <m:r>
                            <a:rPr lang="en-IN" sz="2800" b="1" i="0">
                              <a:solidFill>
                                <a:srgbClr val="002060"/>
                              </a:solidFill>
                              <a:latin typeface="Cambria Math" panose="02040503050406030204" pitchFamily="18" charset="0"/>
                            </a:rPr>
                            <m:t> </m:t>
                          </m:r>
                          <m:sSub>
                            <m:sSubPr>
                              <m:ctrlPr>
                                <a:rPr lang="en-IN" sz="2800" b="1" i="1">
                                  <a:solidFill>
                                    <a:srgbClr val="002060"/>
                                  </a:solidFill>
                                  <a:latin typeface="Cambria Math" panose="02040503050406030204" pitchFamily="18" charset="0"/>
                                </a:rPr>
                              </m:ctrlPr>
                            </m:sSubPr>
                            <m:e>
                              <m:r>
                                <a:rPr lang="en-IN" sz="2800" b="1" i="0">
                                  <a:solidFill>
                                    <a:srgbClr val="002060"/>
                                  </a:solidFill>
                                  <a:latin typeface="Cambria Math" panose="02040503050406030204" pitchFamily="18" charset="0"/>
                                </a:rPr>
                                <m:t>𝐧</m:t>
                              </m:r>
                            </m:e>
                            <m:sub>
                              <m:r>
                                <a:rPr lang="en-IN" sz="2800" b="1" i="0">
                                  <a:solidFill>
                                    <a:srgbClr val="002060"/>
                                  </a:solidFill>
                                  <a:latin typeface="Cambria Math" panose="02040503050406030204" pitchFamily="18" charset="0"/>
                                </a:rPr>
                                <m:t>𝟏</m:t>
                              </m:r>
                            </m:sub>
                          </m:sSub>
                          <m:sSub>
                            <m:sSubPr>
                              <m:ctrlPr>
                                <a:rPr lang="en-IN" sz="2800" b="1" i="1">
                                  <a:solidFill>
                                    <a:srgbClr val="002060"/>
                                  </a:solidFill>
                                  <a:latin typeface="Cambria Math" panose="02040503050406030204" pitchFamily="18" charset="0"/>
                                </a:rPr>
                              </m:ctrlPr>
                            </m:sSubPr>
                            <m:e>
                              <m:r>
                                <a:rPr lang="en-IN" sz="2800" b="1" i="0">
                                  <a:solidFill>
                                    <a:srgbClr val="002060"/>
                                  </a:solidFill>
                                  <a:latin typeface="Cambria Math" panose="02040503050406030204" pitchFamily="18" charset="0"/>
                                </a:rPr>
                                <m:t>𝐩</m:t>
                              </m:r>
                            </m:e>
                            <m:sub>
                              <m:r>
                                <a:rPr lang="en-IN" sz="2800" b="1" i="0">
                                  <a:solidFill>
                                    <a:srgbClr val="002060"/>
                                  </a:solidFill>
                                  <a:latin typeface="Cambria Math" panose="02040503050406030204" pitchFamily="18" charset="0"/>
                                </a:rPr>
                                <m:t>𝟏</m:t>
                              </m:r>
                            </m:sub>
                          </m:sSub>
                          <m:r>
                            <a:rPr lang="en-IN" sz="2800" b="1" i="0">
                              <a:solidFill>
                                <a:srgbClr val="002060"/>
                              </a:solidFill>
                              <a:latin typeface="Cambria Math" panose="02040503050406030204" pitchFamily="18" charset="0"/>
                            </a:rPr>
                            <m:t>+</m:t>
                          </m:r>
                          <m:sSub>
                            <m:sSubPr>
                              <m:ctrlPr>
                                <a:rPr lang="en-IN" sz="2800" b="1" i="1">
                                  <a:solidFill>
                                    <a:srgbClr val="002060"/>
                                  </a:solidFill>
                                  <a:latin typeface="Cambria Math" panose="02040503050406030204" pitchFamily="18" charset="0"/>
                                </a:rPr>
                              </m:ctrlPr>
                            </m:sSubPr>
                            <m:e>
                              <m:r>
                                <a:rPr lang="en-IN" sz="2800" b="1" i="0">
                                  <a:solidFill>
                                    <a:srgbClr val="002060"/>
                                  </a:solidFill>
                                  <a:latin typeface="Cambria Math" panose="02040503050406030204" pitchFamily="18" charset="0"/>
                                </a:rPr>
                                <m:t>𝐧</m:t>
                              </m:r>
                            </m:e>
                            <m:sub>
                              <m:r>
                                <a:rPr lang="en-IN" sz="2800" b="1" i="0">
                                  <a:solidFill>
                                    <a:srgbClr val="002060"/>
                                  </a:solidFill>
                                  <a:latin typeface="Cambria Math" panose="02040503050406030204" pitchFamily="18" charset="0"/>
                                </a:rPr>
                                <m:t>𝟐</m:t>
                              </m:r>
                            </m:sub>
                          </m:sSub>
                          <m:sSub>
                            <m:sSubPr>
                              <m:ctrlPr>
                                <a:rPr lang="en-IN" sz="2800" b="1" i="1">
                                  <a:solidFill>
                                    <a:srgbClr val="002060"/>
                                  </a:solidFill>
                                  <a:latin typeface="Cambria Math" panose="02040503050406030204" pitchFamily="18" charset="0"/>
                                </a:rPr>
                              </m:ctrlPr>
                            </m:sSubPr>
                            <m:e>
                              <m:r>
                                <a:rPr lang="en-IN" sz="2800" b="1" i="0">
                                  <a:solidFill>
                                    <a:srgbClr val="002060"/>
                                  </a:solidFill>
                                  <a:latin typeface="Cambria Math" panose="02040503050406030204" pitchFamily="18" charset="0"/>
                                </a:rPr>
                                <m:t>𝐩</m:t>
                              </m:r>
                            </m:e>
                            <m:sub>
                              <m:r>
                                <a:rPr lang="en-IN" sz="2800" b="1" i="0">
                                  <a:solidFill>
                                    <a:srgbClr val="002060"/>
                                  </a:solidFill>
                                  <a:latin typeface="Cambria Math" panose="02040503050406030204" pitchFamily="18" charset="0"/>
                                </a:rPr>
                                <m:t>𝟐</m:t>
                              </m:r>
                            </m:sub>
                          </m:sSub>
                          <m:r>
                            <a:rPr lang="en-IN" sz="2800" b="1" i="0">
                              <a:solidFill>
                                <a:srgbClr val="002060"/>
                              </a:solidFill>
                              <a:latin typeface="Cambria Math" panose="02040503050406030204" pitchFamily="18" charset="0"/>
                            </a:rPr>
                            <m:t> </m:t>
                          </m:r>
                        </m:num>
                        <m:den>
                          <m:r>
                            <a:rPr lang="en-IN" sz="2800" b="1" i="0">
                              <a:solidFill>
                                <a:srgbClr val="002060"/>
                              </a:solidFill>
                              <a:latin typeface="Cambria Math" panose="02040503050406030204" pitchFamily="18" charset="0"/>
                            </a:rPr>
                            <m:t> </m:t>
                          </m:r>
                          <m:sSub>
                            <m:sSubPr>
                              <m:ctrlPr>
                                <a:rPr lang="en-IN" sz="2800" b="1" i="1">
                                  <a:solidFill>
                                    <a:srgbClr val="002060"/>
                                  </a:solidFill>
                                  <a:latin typeface="Cambria Math" panose="02040503050406030204" pitchFamily="18" charset="0"/>
                                </a:rPr>
                              </m:ctrlPr>
                            </m:sSubPr>
                            <m:e>
                              <m:r>
                                <a:rPr lang="en-IN" sz="2800" b="1" i="0">
                                  <a:solidFill>
                                    <a:srgbClr val="002060"/>
                                  </a:solidFill>
                                  <a:latin typeface="Cambria Math" panose="02040503050406030204" pitchFamily="18" charset="0"/>
                                </a:rPr>
                                <m:t>𝐧</m:t>
                              </m:r>
                            </m:e>
                            <m:sub>
                              <m:r>
                                <a:rPr lang="en-IN" sz="2800" b="1" i="0">
                                  <a:solidFill>
                                    <a:srgbClr val="002060"/>
                                  </a:solidFill>
                                  <a:latin typeface="Cambria Math" panose="02040503050406030204" pitchFamily="18" charset="0"/>
                                </a:rPr>
                                <m:t>𝟏</m:t>
                              </m:r>
                            </m:sub>
                          </m:sSub>
                          <m:r>
                            <a:rPr lang="en-IN" sz="2800" b="1" i="0">
                              <a:solidFill>
                                <a:srgbClr val="002060"/>
                              </a:solidFill>
                              <a:latin typeface="Cambria Math" panose="02040503050406030204" pitchFamily="18" charset="0"/>
                            </a:rPr>
                            <m:t>+</m:t>
                          </m:r>
                          <m:sSub>
                            <m:sSubPr>
                              <m:ctrlPr>
                                <a:rPr lang="en-IN" sz="2800" b="1" i="1">
                                  <a:solidFill>
                                    <a:srgbClr val="002060"/>
                                  </a:solidFill>
                                  <a:latin typeface="Cambria Math" panose="02040503050406030204" pitchFamily="18" charset="0"/>
                                </a:rPr>
                              </m:ctrlPr>
                            </m:sSubPr>
                            <m:e>
                              <m:r>
                                <a:rPr lang="en-IN" sz="2800" b="1" i="0">
                                  <a:solidFill>
                                    <a:srgbClr val="002060"/>
                                  </a:solidFill>
                                  <a:latin typeface="Cambria Math" panose="02040503050406030204" pitchFamily="18" charset="0"/>
                                </a:rPr>
                                <m:t>𝐧</m:t>
                              </m:r>
                            </m:e>
                            <m:sub>
                              <m:r>
                                <a:rPr lang="en-IN" sz="2800" b="1" i="0">
                                  <a:solidFill>
                                    <a:srgbClr val="002060"/>
                                  </a:solidFill>
                                  <a:latin typeface="Cambria Math" panose="02040503050406030204" pitchFamily="18" charset="0"/>
                                </a:rPr>
                                <m:t>𝟐</m:t>
                              </m:r>
                            </m:sub>
                          </m:sSub>
                          <m:r>
                            <a:rPr lang="en-IN" sz="2800" b="1" i="0">
                              <a:solidFill>
                                <a:srgbClr val="002060"/>
                              </a:solidFill>
                              <a:latin typeface="Cambria Math" panose="02040503050406030204" pitchFamily="18" charset="0"/>
                            </a:rPr>
                            <m:t> </m:t>
                          </m:r>
                        </m:den>
                      </m:f>
                      <m:r>
                        <a:rPr lang="en-IN" sz="2800" i="0">
                          <a:solidFill>
                            <a:srgbClr val="002060"/>
                          </a:solidFill>
                          <a:latin typeface="Cambria Math" panose="02040503050406030204" pitchFamily="18" charset="0"/>
                        </a:rPr>
                        <m:t> </m:t>
                      </m:r>
                      <m:r>
                        <a:rPr lang="en-IN" sz="2800" b="0" i="0" smtClean="0">
                          <a:solidFill>
                            <a:srgbClr val="002060"/>
                          </a:solidFill>
                          <a:latin typeface="Cambria Math" panose="02040503050406030204" pitchFamily="18" charset="0"/>
                        </a:rPr>
                        <m:t>   </m:t>
                      </m:r>
                      <m:r>
                        <m:rPr>
                          <m:sty m:val="p"/>
                        </m:rPr>
                        <a:rPr lang="en-IN" sz="2800" i="0">
                          <a:solidFill>
                            <a:srgbClr val="002060"/>
                          </a:solidFill>
                          <a:latin typeface="Cambria Math" panose="02040503050406030204" pitchFamily="18" charset="0"/>
                        </a:rPr>
                        <m:t>and</m:t>
                      </m:r>
                      <m:r>
                        <a:rPr lang="en-IN" sz="2800" i="0">
                          <a:solidFill>
                            <a:srgbClr val="002060"/>
                          </a:solidFill>
                          <a:latin typeface="Cambria Math" panose="02040503050406030204" pitchFamily="18" charset="0"/>
                        </a:rPr>
                        <m:t> </m:t>
                      </m:r>
                    </m:oMath>
                  </m:oMathPara>
                </a14:m>
                <a:endParaRPr lang="en-IN" sz="2800" i="0" dirty="0">
                  <a:solidFill>
                    <a:srgbClr val="002060"/>
                  </a:solidFill>
                  <a:latin typeface="Cambria Math" panose="02040503050406030204" pitchFamily="18" charset="0"/>
                </a:endParaRPr>
              </a:p>
              <a:p>
                <a:endParaRPr lang="en-IN" sz="1600" dirty="0">
                  <a:solidFill>
                    <a:srgbClr val="002060"/>
                  </a:solidFill>
                  <a:latin typeface="Cambria Math" panose="02040503050406030204" pitchFamily="18" charset="0"/>
                </a:endParaRPr>
              </a:p>
              <a:p>
                <a:r>
                  <a:rPr lang="en-IN" sz="2800" b="1" dirty="0">
                    <a:solidFill>
                      <a:srgbClr val="002060"/>
                    </a:solidFill>
                  </a:rPr>
                  <a:t>	   </a:t>
                </a:r>
                <a14:m>
                  <m:oMath xmlns:m="http://schemas.openxmlformats.org/officeDocument/2006/math">
                    <m:r>
                      <a:rPr lang="en-IN" sz="2800" b="1" i="0">
                        <a:solidFill>
                          <a:srgbClr val="002060"/>
                        </a:solidFill>
                        <a:latin typeface="Cambria Math" panose="02040503050406030204" pitchFamily="18" charset="0"/>
                      </a:rPr>
                      <m:t>𝐪</m:t>
                    </m:r>
                    <m:r>
                      <a:rPr lang="en-IN" sz="2800" b="1" i="0">
                        <a:solidFill>
                          <a:srgbClr val="002060"/>
                        </a:solidFill>
                        <a:latin typeface="Cambria Math" panose="02040503050406030204" pitchFamily="18" charset="0"/>
                      </a:rPr>
                      <m:t>=</m:t>
                    </m:r>
                    <m:r>
                      <a:rPr lang="en-IN" sz="2800" b="1" i="0">
                        <a:solidFill>
                          <a:srgbClr val="002060"/>
                        </a:solidFill>
                        <a:latin typeface="Cambria Math" panose="02040503050406030204" pitchFamily="18" charset="0"/>
                      </a:rPr>
                      <m:t>𝟏</m:t>
                    </m:r>
                    <m:r>
                      <a:rPr lang="en-IN" sz="2800" b="1" i="0">
                        <a:solidFill>
                          <a:srgbClr val="002060"/>
                        </a:solidFill>
                        <a:latin typeface="Cambria Math" panose="02040503050406030204" pitchFamily="18" charset="0"/>
                      </a:rPr>
                      <m:t>−</m:t>
                    </m:r>
                    <m:r>
                      <a:rPr lang="en-IN" sz="2800" b="1" i="0">
                        <a:solidFill>
                          <a:srgbClr val="002060"/>
                        </a:solidFill>
                        <a:latin typeface="Cambria Math" panose="02040503050406030204" pitchFamily="18" charset="0"/>
                      </a:rPr>
                      <m:t>𝐩</m:t>
                    </m:r>
                  </m:oMath>
                </a14:m>
                <a:endParaRPr lang="en-IN" sz="2800" b="1" dirty="0">
                  <a:solidFill>
                    <a:srgbClr val="002060"/>
                  </a:solidFill>
                </a:endParaRPr>
              </a:p>
            </p:txBody>
          </p:sp>
        </mc:Choice>
        <mc:Fallback xmlns="">
          <p:sp>
            <p:nvSpPr>
              <p:cNvPr id="15" name="TextBox 14">
                <a:extLst>
                  <a:ext uri="{FF2B5EF4-FFF2-40B4-BE49-F238E27FC236}">
                    <a16:creationId xmlns:a16="http://schemas.microsoft.com/office/drawing/2014/main" id="{55B13C4C-FB8E-AA8D-B858-814733594040}"/>
                  </a:ext>
                </a:extLst>
              </p:cNvPr>
              <p:cNvSpPr txBox="1">
                <a:spLocks noRot="1" noChangeAspect="1" noMove="1" noResize="1" noEditPoints="1" noAdjustHandles="1" noChangeArrowheads="1" noChangeShapeType="1" noTextEdit="1"/>
              </p:cNvSpPr>
              <p:nvPr/>
            </p:nvSpPr>
            <p:spPr>
              <a:xfrm>
                <a:off x="5838897" y="4773137"/>
                <a:ext cx="5262051" cy="1622560"/>
              </a:xfrm>
              <a:prstGeom prst="rect">
                <a:avLst/>
              </a:prstGeom>
              <a:blipFill>
                <a:blip r:embed="rId6"/>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493456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up)">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3"/>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0" grpId="0"/>
      <p:bldP spid="12" grpId="0"/>
      <p:bldP spid="7" grpId="0"/>
      <p:bldP spid="8" grpId="0"/>
      <p:bldP spid="9" grpId="0"/>
      <p:bldP spid="13" grpId="0"/>
      <p:bldP spid="15" grpId="0"/>
    </p:bldLst>
  </p:timing>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AFF48-BF88-24AB-B34F-B62C1837AEF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7D1FAD-B2CC-4878-4705-06C3C80E9BBE}"/>
              </a:ext>
            </a:extLst>
          </p:cNvPr>
          <p:cNvSpPr>
            <a:spLocks noGrp="1"/>
          </p:cNvSpPr>
          <p:nvPr>
            <p:ph idx="1"/>
          </p:nvPr>
        </p:nvSpPr>
        <p:spPr>
          <a:xfrm>
            <a:off x="131180" y="728675"/>
            <a:ext cx="11929641" cy="5797855"/>
          </a:xfrm>
        </p:spPr>
        <p:txBody>
          <a:bodyPr/>
          <a:lstStyle/>
          <a:p>
            <a:r>
              <a:rPr lang="en-IN" b="1" dirty="0">
                <a:solidFill>
                  <a:schemeClr val="accent6">
                    <a:lumMod val="75000"/>
                  </a:schemeClr>
                </a:solidFill>
              </a:rPr>
              <a:t>Confidence Limit</a:t>
            </a:r>
          </a:p>
          <a:p>
            <a:endParaRPr lang="en-IN" dirty="0"/>
          </a:p>
          <a:p>
            <a:endParaRPr lang="en-US" dirty="0"/>
          </a:p>
          <a:p>
            <a:pPr marL="0" indent="0">
              <a:buNone/>
            </a:pPr>
            <a:r>
              <a:rPr lang="en-US" dirty="0"/>
              <a:t> </a:t>
            </a:r>
          </a:p>
          <a:p>
            <a:endParaRPr lang="en-IN" dirty="0"/>
          </a:p>
          <a:p>
            <a:endParaRPr lang="en-IN" dirty="0"/>
          </a:p>
          <a:p>
            <a:pPr lvl="0"/>
            <a:endParaRPr lang="en-US" b="1" dirty="0"/>
          </a:p>
          <a:p>
            <a:pPr lvl="1"/>
            <a:endParaRPr lang="en-IN" dirty="0"/>
          </a:p>
          <a:p>
            <a:endParaRPr lang="en-IN" dirty="0"/>
          </a:p>
          <a:p>
            <a:pPr marL="0" lvl="0" indent="0">
              <a:buNone/>
            </a:pPr>
            <a:endParaRPr lang="en-IN" dirty="0"/>
          </a:p>
          <a:p>
            <a:pPr lvl="0">
              <a:lnSpc>
                <a:spcPct val="145000"/>
              </a:lnSpc>
            </a:pPr>
            <a:endParaRPr lang="en-US" dirty="0"/>
          </a:p>
        </p:txBody>
      </p:sp>
      <p:sp>
        <p:nvSpPr>
          <p:cNvPr id="2" name="Title 1">
            <a:extLst>
              <a:ext uri="{FF2B5EF4-FFF2-40B4-BE49-F238E27FC236}">
                <a16:creationId xmlns:a16="http://schemas.microsoft.com/office/drawing/2014/main" id="{A9FA2CE7-1DF0-107B-FFE5-4755FFB7F967}"/>
              </a:ext>
            </a:extLst>
          </p:cNvPr>
          <p:cNvSpPr>
            <a:spLocks noGrp="1"/>
          </p:cNvSpPr>
          <p:nvPr>
            <p:ph type="title"/>
          </p:nvPr>
        </p:nvSpPr>
        <p:spPr/>
        <p:txBody>
          <a:bodyPr/>
          <a:lstStyle/>
          <a:p>
            <a:r>
              <a:rPr lang="en-US" dirty="0"/>
              <a:t>Test for a Single Proportion</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6FD5D1C-010D-C02F-54D3-E7CEA9EC6545}"/>
                  </a:ext>
                </a:extLst>
              </p:cNvPr>
              <p:cNvSpPr txBox="1"/>
              <p:nvPr/>
            </p:nvSpPr>
            <p:spPr>
              <a:xfrm>
                <a:off x="496939" y="1599566"/>
                <a:ext cx="10132961" cy="1467966"/>
              </a:xfrm>
              <a:prstGeom prst="rect">
                <a:avLst/>
              </a:prstGeom>
              <a:noFill/>
            </p:spPr>
            <p:txBody>
              <a:bodyPr wrap="square">
                <a:spAutoFit/>
              </a:bodyPr>
              <a:lstStyle/>
              <a:p>
                <a:r>
                  <a:rPr lang="en-IN" sz="2800" b="1" i="0" dirty="0">
                    <a:solidFill>
                      <a:srgbClr val="002060"/>
                    </a:solidFill>
                    <a:latin typeface="+mj-lt"/>
                  </a:rPr>
                  <a:t>Confidence</a:t>
                </a:r>
                <a:r>
                  <a:rPr lang="en-IN" sz="2800" b="0" i="0" dirty="0">
                    <a:solidFill>
                      <a:srgbClr val="002060"/>
                    </a:solidFill>
                    <a:latin typeface="+mj-lt"/>
                  </a:rPr>
                  <a:t> </a:t>
                </a:r>
                <a:r>
                  <a:rPr lang="en-IN" sz="2800" b="1" i="0" dirty="0">
                    <a:solidFill>
                      <a:srgbClr val="002060"/>
                    </a:solidFill>
                    <a:latin typeface="+mj-lt"/>
                  </a:rPr>
                  <a:t>Limits</a:t>
                </a:r>
                <a14:m>
                  <m:oMath xmlns:m="http://schemas.openxmlformats.org/officeDocument/2006/math">
                    <m:r>
                      <a:rPr lang="en-IN" sz="2800" b="1" i="0" smtClean="0">
                        <a:solidFill>
                          <a:srgbClr val="002060"/>
                        </a:solidFill>
                        <a:latin typeface="Cambria Math" panose="02040503050406030204" pitchFamily="18" charset="0"/>
                      </a:rPr>
                      <m:t> </m:t>
                    </m:r>
                    <m:r>
                      <a:rPr lang="en-IN" sz="2800" b="0" i="0">
                        <a:solidFill>
                          <a:srgbClr val="002060"/>
                        </a:solidFill>
                        <a:latin typeface="Cambria Math" panose="02040503050406030204" pitchFamily="18" charset="0"/>
                      </a:rPr>
                      <m:t>=</m:t>
                    </m:r>
                    <m:d>
                      <m:dPr>
                        <m:begChr m:val="{"/>
                        <m:endChr m:val=""/>
                        <m:ctrlPr>
                          <a:rPr lang="en-IN" sz="2800" b="0" i="1">
                            <a:solidFill>
                              <a:srgbClr val="002060"/>
                            </a:solidFill>
                            <a:latin typeface="Cambria Math" panose="02040503050406030204" pitchFamily="18" charset="0"/>
                          </a:rPr>
                        </m:ctrlPr>
                      </m:dPr>
                      <m:e>
                        <m:r>
                          <a:rPr lang="en-IN" sz="2800" b="0" i="0">
                            <a:solidFill>
                              <a:srgbClr val="002060"/>
                            </a:solidFill>
                            <a:latin typeface="Cambria Math" panose="02040503050406030204" pitchFamily="18" charset="0"/>
                          </a:rPr>
                          <m:t> </m:t>
                        </m:r>
                        <m:eqArr>
                          <m:eqArrPr>
                            <m:ctrlPr>
                              <a:rPr lang="en-IN" sz="2800" b="0" i="1">
                                <a:solidFill>
                                  <a:srgbClr val="002060"/>
                                </a:solidFill>
                                <a:latin typeface="Cambria Math" panose="02040503050406030204" pitchFamily="18" charset="0"/>
                              </a:rPr>
                            </m:ctrlPr>
                          </m:eqArrPr>
                          <m:e>
                            <m:r>
                              <a:rPr lang="en-IN" sz="2800" b="0" i="0" smtClean="0">
                                <a:solidFill>
                                  <a:srgbClr val="FF0000"/>
                                </a:solidFill>
                                <a:latin typeface="Cambria Math" panose="02040503050406030204" pitchFamily="18" charset="0"/>
                              </a:rPr>
                              <m:t>&amp;</m:t>
                            </m:r>
                            <m:d>
                              <m:dPr>
                                <m:ctrlPr>
                                  <a:rPr lang="en-IN" sz="2800" i="1">
                                    <a:solidFill>
                                      <a:srgbClr val="FF0000"/>
                                    </a:solidFill>
                                    <a:latin typeface="Cambria Math" panose="02040503050406030204" pitchFamily="18" charset="0"/>
                                  </a:rPr>
                                </m:ctrlPr>
                              </m:dPr>
                              <m:e>
                                <m:sSub>
                                  <m:sSubPr>
                                    <m:ctrlPr>
                                      <a:rPr lang="en-IN" sz="2800" b="1" i="1">
                                        <a:solidFill>
                                          <a:srgbClr val="FF0000"/>
                                        </a:solidFill>
                                        <a:latin typeface="Cambria Math" panose="02040503050406030204" pitchFamily="18" charset="0"/>
                                      </a:rPr>
                                    </m:ctrlPr>
                                  </m:sSubPr>
                                  <m:e>
                                    <m:r>
                                      <a:rPr lang="en-US" sz="2800" b="1" i="1">
                                        <a:solidFill>
                                          <a:srgbClr val="FF0000"/>
                                        </a:solidFill>
                                        <a:latin typeface="Cambria Math" panose="02040503050406030204" pitchFamily="18" charset="0"/>
                                      </a:rPr>
                                      <m:t>𝐏</m:t>
                                    </m:r>
                                  </m:e>
                                  <m:sub>
                                    <m:r>
                                      <a:rPr lang="en-US" sz="2800" b="1" i="1">
                                        <a:solidFill>
                                          <a:srgbClr val="FF0000"/>
                                        </a:solidFill>
                                        <a:latin typeface="Cambria Math" panose="02040503050406030204" pitchFamily="18" charset="0"/>
                                      </a:rPr>
                                      <m:t>𝟏</m:t>
                                    </m:r>
                                  </m:sub>
                                </m:sSub>
                                <m:r>
                                  <a:rPr lang="en-US" sz="2800" b="1" i="1">
                                    <a:solidFill>
                                      <a:srgbClr val="FF0000"/>
                                    </a:solidFill>
                                    <a:latin typeface="Cambria Math" panose="02040503050406030204" pitchFamily="18" charset="0"/>
                                  </a:rPr>
                                  <m:t>−</m:t>
                                </m:r>
                                <m:sSub>
                                  <m:sSubPr>
                                    <m:ctrlPr>
                                      <a:rPr lang="en-IN" sz="2800" b="1" i="1">
                                        <a:solidFill>
                                          <a:srgbClr val="FF0000"/>
                                        </a:solidFill>
                                        <a:latin typeface="Cambria Math" panose="02040503050406030204" pitchFamily="18" charset="0"/>
                                      </a:rPr>
                                    </m:ctrlPr>
                                  </m:sSubPr>
                                  <m:e>
                                    <m:r>
                                      <a:rPr lang="en-US" sz="2800" b="1" i="1">
                                        <a:solidFill>
                                          <a:srgbClr val="FF0000"/>
                                        </a:solidFill>
                                        <a:latin typeface="Cambria Math" panose="02040503050406030204" pitchFamily="18" charset="0"/>
                                      </a:rPr>
                                      <m:t>𝐏</m:t>
                                    </m:r>
                                  </m:e>
                                  <m:sub>
                                    <m:r>
                                      <a:rPr lang="en-US" sz="2800" b="1" i="1">
                                        <a:solidFill>
                                          <a:srgbClr val="FF0000"/>
                                        </a:solidFill>
                                        <a:latin typeface="Cambria Math" panose="02040503050406030204" pitchFamily="18" charset="0"/>
                                      </a:rPr>
                                      <m:t>𝟐</m:t>
                                    </m:r>
                                  </m:sub>
                                </m:sSub>
                              </m:e>
                            </m:d>
                            <m:r>
                              <a:rPr lang="en-US" sz="2800" b="1">
                                <a:solidFill>
                                  <a:srgbClr val="FF0000"/>
                                </a:solidFill>
                                <a:latin typeface="Cambria Math" panose="02040503050406030204" pitchFamily="18" charset="0"/>
                              </a:rPr>
                              <m:t>±</m:t>
                            </m:r>
                            <m:sSub>
                              <m:sSubPr>
                                <m:ctrlPr>
                                  <a:rPr lang="en-IN" sz="2800" i="1">
                                    <a:solidFill>
                                      <a:srgbClr val="FF0000"/>
                                    </a:solidFill>
                                    <a:latin typeface="Cambria Math" panose="02040503050406030204" pitchFamily="18" charset="0"/>
                                  </a:rPr>
                                </m:ctrlPr>
                              </m:sSubPr>
                              <m:e>
                                <m:r>
                                  <a:rPr lang="en-US" sz="2800" b="1" i="1">
                                    <a:solidFill>
                                      <a:srgbClr val="FF0000"/>
                                    </a:solidFill>
                                    <a:latin typeface="Cambria Math" panose="02040503050406030204" pitchFamily="18" charset="0"/>
                                  </a:rPr>
                                  <m:t>𝐙</m:t>
                                </m:r>
                              </m:e>
                              <m:sub>
                                <m:r>
                                  <a:rPr lang="en-US" sz="2800" b="1" i="1">
                                    <a:solidFill>
                                      <a:srgbClr val="FF0000"/>
                                    </a:solidFill>
                                    <a:latin typeface="Cambria Math" panose="02040503050406030204" pitchFamily="18" charset="0"/>
                                  </a:rPr>
                                  <m:t>𝛂</m:t>
                                </m:r>
                              </m:sub>
                            </m:sSub>
                            <m:r>
                              <a:rPr lang="en-US" sz="2800">
                                <a:solidFill>
                                  <a:srgbClr val="FF0000"/>
                                </a:solidFill>
                                <a:latin typeface="Cambria Math" panose="02040503050406030204" pitchFamily="18" charset="0"/>
                              </a:rPr>
                              <m:t> </m:t>
                            </m:r>
                            <m:r>
                              <a:rPr lang="en-US" sz="2800" b="1" i="1">
                                <a:solidFill>
                                  <a:srgbClr val="FF0000"/>
                                </a:solidFill>
                                <a:latin typeface="Cambria Math" panose="02040503050406030204" pitchFamily="18" charset="0"/>
                              </a:rPr>
                              <m:t>𝐒𝐄</m:t>
                            </m:r>
                            <m:d>
                              <m:dPr>
                                <m:ctrlPr>
                                  <a:rPr lang="en-IN" sz="2800" i="1">
                                    <a:solidFill>
                                      <a:srgbClr val="FF0000"/>
                                    </a:solidFill>
                                    <a:latin typeface="Cambria Math" panose="02040503050406030204" pitchFamily="18" charset="0"/>
                                  </a:rPr>
                                </m:ctrlPr>
                              </m:dPr>
                              <m:e>
                                <m:r>
                                  <a:rPr lang="en-US" sz="2800" b="1" i="1">
                                    <a:solidFill>
                                      <a:srgbClr val="FF0000"/>
                                    </a:solidFill>
                                    <a:latin typeface="Cambria Math" panose="02040503050406030204" pitchFamily="18" charset="0"/>
                                  </a:rPr>
                                  <m:t>𝐭</m:t>
                                </m:r>
                              </m:e>
                            </m:d>
                            <m:r>
                              <a:rPr lang="en-IN" sz="2800" b="0" i="0">
                                <a:solidFill>
                                  <a:srgbClr val="002060"/>
                                </a:solidFill>
                                <a:latin typeface="Cambria Math" panose="02040503050406030204" pitchFamily="18" charset="0"/>
                              </a:rPr>
                              <m:t>;   </m:t>
                            </m:r>
                            <m:r>
                              <a:rPr lang="en-IN" sz="2800" b="1" i="0">
                                <a:solidFill>
                                  <a:srgbClr val="002060"/>
                                </a:solidFill>
                                <a:latin typeface="Cambria Math" panose="02040503050406030204" pitchFamily="18" charset="0"/>
                              </a:rPr>
                              <m:t>𝐏</m:t>
                            </m:r>
                            <m:r>
                              <a:rPr lang="en-IN" sz="2800" b="1" i="0">
                                <a:solidFill>
                                  <a:srgbClr val="002060"/>
                                </a:solidFill>
                                <a:latin typeface="Cambria Math" panose="02040503050406030204" pitchFamily="18" charset="0"/>
                              </a:rPr>
                              <m:t> </m:t>
                            </m:r>
                            <m:r>
                              <a:rPr lang="en-IN" sz="2800" b="1" i="0">
                                <a:solidFill>
                                  <a:srgbClr val="002060"/>
                                </a:solidFill>
                                <a:latin typeface="Cambria Math" panose="02040503050406030204" pitchFamily="18" charset="0"/>
                              </a:rPr>
                              <m:t>𝐢𝐬</m:t>
                            </m:r>
                            <m:r>
                              <a:rPr lang="en-IN" sz="2800" b="1" i="0">
                                <a:solidFill>
                                  <a:srgbClr val="002060"/>
                                </a:solidFill>
                                <a:latin typeface="Cambria Math" panose="02040503050406030204" pitchFamily="18" charset="0"/>
                              </a:rPr>
                              <m:t> </m:t>
                            </m:r>
                            <m:r>
                              <a:rPr lang="en-IN" sz="2800" b="1" i="0">
                                <a:solidFill>
                                  <a:srgbClr val="002060"/>
                                </a:solidFill>
                                <a:latin typeface="Cambria Math" panose="02040503050406030204" pitchFamily="18" charset="0"/>
                              </a:rPr>
                              <m:t>𝐤𝐧𝐨𝐰𝐧</m:t>
                            </m:r>
                          </m:e>
                          <m:e>
                            <m:r>
                              <a:rPr lang="en-IN" sz="2800" b="0" i="0">
                                <a:solidFill>
                                  <a:srgbClr val="002060"/>
                                </a:solidFill>
                                <a:latin typeface="Cambria Math" panose="02040503050406030204" pitchFamily="18" charset="0"/>
                              </a:rPr>
                              <m:t>&amp;</m:t>
                            </m:r>
                          </m:e>
                          <m:e>
                            <m:r>
                              <a:rPr lang="en-IN" sz="2800" b="0" i="0" smtClean="0">
                                <a:solidFill>
                                  <a:srgbClr val="FF0000"/>
                                </a:solidFill>
                                <a:latin typeface="Cambria Math" panose="02040503050406030204" pitchFamily="18" charset="0"/>
                              </a:rPr>
                              <m:t>&amp;</m:t>
                            </m:r>
                            <m:d>
                              <m:dPr>
                                <m:ctrlPr>
                                  <a:rPr lang="en-IN" sz="2800" i="1">
                                    <a:solidFill>
                                      <a:srgbClr val="FF0000"/>
                                    </a:solidFill>
                                    <a:latin typeface="Cambria Math" panose="02040503050406030204" pitchFamily="18" charset="0"/>
                                  </a:rPr>
                                </m:ctrlPr>
                              </m:dPr>
                              <m:e>
                                <m:sSub>
                                  <m:sSubPr>
                                    <m:ctrlPr>
                                      <a:rPr lang="en-IN" sz="2800" b="1" i="1">
                                        <a:solidFill>
                                          <a:srgbClr val="FF0000"/>
                                        </a:solidFill>
                                        <a:latin typeface="Cambria Math" panose="02040503050406030204" pitchFamily="18" charset="0"/>
                                      </a:rPr>
                                    </m:ctrlPr>
                                  </m:sSubPr>
                                  <m:e>
                                    <m:r>
                                      <a:rPr lang="en-US" sz="2800" b="1" i="1">
                                        <a:solidFill>
                                          <a:srgbClr val="FF0000"/>
                                        </a:solidFill>
                                        <a:latin typeface="Cambria Math" panose="02040503050406030204" pitchFamily="18" charset="0"/>
                                      </a:rPr>
                                      <m:t>𝐩</m:t>
                                    </m:r>
                                  </m:e>
                                  <m:sub>
                                    <m:r>
                                      <a:rPr lang="en-US" sz="2800" b="1" i="1">
                                        <a:solidFill>
                                          <a:srgbClr val="FF0000"/>
                                        </a:solidFill>
                                        <a:latin typeface="Cambria Math" panose="02040503050406030204" pitchFamily="18" charset="0"/>
                                      </a:rPr>
                                      <m:t>𝟏</m:t>
                                    </m:r>
                                  </m:sub>
                                </m:sSub>
                                <m:r>
                                  <a:rPr lang="en-US" sz="2800" b="1" i="1">
                                    <a:solidFill>
                                      <a:srgbClr val="FF0000"/>
                                    </a:solidFill>
                                    <a:latin typeface="Cambria Math" panose="02040503050406030204" pitchFamily="18" charset="0"/>
                                  </a:rPr>
                                  <m:t>−</m:t>
                                </m:r>
                                <m:sSub>
                                  <m:sSubPr>
                                    <m:ctrlPr>
                                      <a:rPr lang="en-IN" sz="2800" b="1" i="1">
                                        <a:solidFill>
                                          <a:srgbClr val="FF0000"/>
                                        </a:solidFill>
                                        <a:latin typeface="Cambria Math" panose="02040503050406030204" pitchFamily="18" charset="0"/>
                                      </a:rPr>
                                    </m:ctrlPr>
                                  </m:sSubPr>
                                  <m:e>
                                    <m:r>
                                      <a:rPr lang="en-US" sz="2800" b="1" i="1">
                                        <a:solidFill>
                                          <a:srgbClr val="FF0000"/>
                                        </a:solidFill>
                                        <a:latin typeface="Cambria Math" panose="02040503050406030204" pitchFamily="18" charset="0"/>
                                      </a:rPr>
                                      <m:t>𝐩</m:t>
                                    </m:r>
                                  </m:e>
                                  <m:sub>
                                    <m:r>
                                      <a:rPr lang="en-US" sz="2800" b="1" i="1">
                                        <a:solidFill>
                                          <a:srgbClr val="FF0000"/>
                                        </a:solidFill>
                                        <a:latin typeface="Cambria Math" panose="02040503050406030204" pitchFamily="18" charset="0"/>
                                      </a:rPr>
                                      <m:t>𝟐</m:t>
                                    </m:r>
                                  </m:sub>
                                </m:sSub>
                              </m:e>
                            </m:d>
                            <m:r>
                              <a:rPr lang="en-US" sz="2800" b="1">
                                <a:solidFill>
                                  <a:srgbClr val="FF0000"/>
                                </a:solidFill>
                                <a:latin typeface="Cambria Math" panose="02040503050406030204" pitchFamily="18" charset="0"/>
                              </a:rPr>
                              <m:t>±</m:t>
                            </m:r>
                            <m:sSub>
                              <m:sSubPr>
                                <m:ctrlPr>
                                  <a:rPr lang="en-IN" sz="2800" i="1">
                                    <a:solidFill>
                                      <a:srgbClr val="FF0000"/>
                                    </a:solidFill>
                                    <a:latin typeface="Cambria Math" panose="02040503050406030204" pitchFamily="18" charset="0"/>
                                  </a:rPr>
                                </m:ctrlPr>
                              </m:sSubPr>
                              <m:e>
                                <m:r>
                                  <a:rPr lang="en-US" sz="2800" b="1" i="1">
                                    <a:solidFill>
                                      <a:srgbClr val="FF0000"/>
                                    </a:solidFill>
                                    <a:latin typeface="Cambria Math" panose="02040503050406030204" pitchFamily="18" charset="0"/>
                                  </a:rPr>
                                  <m:t>𝐙</m:t>
                                </m:r>
                              </m:e>
                              <m:sub>
                                <m:r>
                                  <a:rPr lang="en-US" sz="2800" b="1" i="1">
                                    <a:solidFill>
                                      <a:srgbClr val="FF0000"/>
                                    </a:solidFill>
                                    <a:latin typeface="Cambria Math" panose="02040503050406030204" pitchFamily="18" charset="0"/>
                                  </a:rPr>
                                  <m:t>𝛂</m:t>
                                </m:r>
                              </m:sub>
                            </m:sSub>
                            <m:r>
                              <a:rPr lang="en-US" sz="2800">
                                <a:solidFill>
                                  <a:srgbClr val="FF0000"/>
                                </a:solidFill>
                                <a:latin typeface="Cambria Math" panose="02040503050406030204" pitchFamily="18" charset="0"/>
                              </a:rPr>
                              <m:t> </m:t>
                            </m:r>
                            <m:r>
                              <a:rPr lang="en-US" sz="2800" b="1" i="1">
                                <a:solidFill>
                                  <a:srgbClr val="FF0000"/>
                                </a:solidFill>
                                <a:latin typeface="Cambria Math" panose="02040503050406030204" pitchFamily="18" charset="0"/>
                              </a:rPr>
                              <m:t>𝐒𝐄</m:t>
                            </m:r>
                            <m:d>
                              <m:dPr>
                                <m:ctrlPr>
                                  <a:rPr lang="en-IN" sz="2800" i="1">
                                    <a:solidFill>
                                      <a:srgbClr val="FF0000"/>
                                    </a:solidFill>
                                    <a:latin typeface="Cambria Math" panose="02040503050406030204" pitchFamily="18" charset="0"/>
                                  </a:rPr>
                                </m:ctrlPr>
                              </m:dPr>
                              <m:e>
                                <m:r>
                                  <a:rPr lang="en-US" sz="2800" b="1" i="1">
                                    <a:solidFill>
                                      <a:srgbClr val="FF0000"/>
                                    </a:solidFill>
                                    <a:latin typeface="Cambria Math" panose="02040503050406030204" pitchFamily="18" charset="0"/>
                                  </a:rPr>
                                  <m:t>𝐭</m:t>
                                </m:r>
                              </m:e>
                            </m:d>
                            <m:r>
                              <a:rPr lang="en-IN" sz="2800" b="0" i="0">
                                <a:solidFill>
                                  <a:srgbClr val="002060"/>
                                </a:solidFill>
                                <a:latin typeface="Cambria Math" panose="02040503050406030204" pitchFamily="18" charset="0"/>
                              </a:rPr>
                              <m:t>;   </m:t>
                            </m:r>
                            <m:r>
                              <a:rPr lang="en-IN" sz="2800" b="1" i="0">
                                <a:solidFill>
                                  <a:srgbClr val="002060"/>
                                </a:solidFill>
                                <a:latin typeface="Cambria Math" panose="02040503050406030204" pitchFamily="18" charset="0"/>
                              </a:rPr>
                              <m:t>𝐏</m:t>
                            </m:r>
                            <m:r>
                              <a:rPr lang="en-IN" sz="2800" b="1" i="0">
                                <a:solidFill>
                                  <a:srgbClr val="002060"/>
                                </a:solidFill>
                                <a:latin typeface="Cambria Math" panose="02040503050406030204" pitchFamily="18" charset="0"/>
                              </a:rPr>
                              <m:t> </m:t>
                            </m:r>
                            <m:r>
                              <a:rPr lang="en-IN" sz="2800" b="1" i="0">
                                <a:solidFill>
                                  <a:srgbClr val="002060"/>
                                </a:solidFill>
                                <a:latin typeface="Cambria Math" panose="02040503050406030204" pitchFamily="18" charset="0"/>
                              </a:rPr>
                              <m:t>𝐢𝐬</m:t>
                            </m:r>
                            <m:r>
                              <a:rPr lang="en-IN" sz="2800" b="1" i="0">
                                <a:solidFill>
                                  <a:srgbClr val="002060"/>
                                </a:solidFill>
                                <a:latin typeface="Cambria Math" panose="02040503050406030204" pitchFamily="18" charset="0"/>
                              </a:rPr>
                              <m:t> </m:t>
                            </m:r>
                            <m:r>
                              <a:rPr lang="en-IN" sz="2800" b="1" i="0">
                                <a:solidFill>
                                  <a:srgbClr val="002060"/>
                                </a:solidFill>
                                <a:latin typeface="Cambria Math" panose="02040503050406030204" pitchFamily="18" charset="0"/>
                              </a:rPr>
                              <m:t>𝐮𝐧𝐤𝐧𝐨𝐰𝐧</m:t>
                            </m:r>
                          </m:e>
                        </m:eqArr>
                      </m:e>
                    </m:d>
                  </m:oMath>
                </a14:m>
                <a:endParaRPr lang="en-IN" sz="2800" dirty="0">
                  <a:solidFill>
                    <a:srgbClr val="002060"/>
                  </a:solidFill>
                </a:endParaRPr>
              </a:p>
            </p:txBody>
          </p:sp>
        </mc:Choice>
        <mc:Fallback xmlns="">
          <p:sp>
            <p:nvSpPr>
              <p:cNvPr id="5" name="TextBox 4">
                <a:extLst>
                  <a:ext uri="{FF2B5EF4-FFF2-40B4-BE49-F238E27FC236}">
                    <a16:creationId xmlns:a16="http://schemas.microsoft.com/office/drawing/2014/main" id="{36FD5D1C-010D-C02F-54D3-E7CEA9EC6545}"/>
                  </a:ext>
                </a:extLst>
              </p:cNvPr>
              <p:cNvSpPr txBox="1">
                <a:spLocks noRot="1" noChangeAspect="1" noMove="1" noResize="1" noEditPoints="1" noAdjustHandles="1" noChangeArrowheads="1" noChangeShapeType="1" noTextEdit="1"/>
              </p:cNvSpPr>
              <p:nvPr/>
            </p:nvSpPr>
            <p:spPr>
              <a:xfrm>
                <a:off x="496939" y="1599566"/>
                <a:ext cx="10132961" cy="1467966"/>
              </a:xfrm>
              <a:prstGeom prst="rect">
                <a:avLst/>
              </a:prstGeom>
              <a:blipFill>
                <a:blip r:embed="rId2"/>
                <a:stretch>
                  <a:fillRect l="-126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B44A99B-2A55-87EF-8FD8-A69726A8B19B}"/>
                  </a:ext>
                </a:extLst>
              </p:cNvPr>
              <p:cNvSpPr txBox="1"/>
              <p:nvPr/>
            </p:nvSpPr>
            <p:spPr>
              <a:xfrm>
                <a:off x="411480" y="3350731"/>
                <a:ext cx="7635240" cy="553741"/>
              </a:xfrm>
              <a:prstGeom prst="rect">
                <a:avLst/>
              </a:prstGeom>
              <a:noFill/>
            </p:spPr>
            <p:txBody>
              <a:bodyPr wrap="square">
                <a:spAutoFit/>
              </a:bodyPr>
              <a:lstStyle/>
              <a:p>
                <a:pPr marL="342900" indent="-342900" algn="just">
                  <a:lnSpc>
                    <a:spcPct val="115000"/>
                  </a:lnSpc>
                  <a:spcAft>
                    <a:spcPts val="800"/>
                  </a:spcAft>
                </a:pPr>
                <a:r>
                  <a:rPr lang="en-US" sz="2800" dirty="0">
                    <a:solidFill>
                      <a:srgbClr val="002060"/>
                    </a:solidFill>
                    <a:effectLst/>
                    <a:latin typeface="+mj-lt"/>
                    <a:ea typeface="Times New Roman" panose="02020603050405020304" pitchFamily="18" charset="0"/>
                    <a:cs typeface="Shruti" panose="020B0502040204020203" pitchFamily="34" charset="0"/>
                  </a:rPr>
                  <a:t>where, </a:t>
                </a:r>
                <a14:m>
                  <m:oMath xmlns:m="http://schemas.openxmlformats.org/officeDocument/2006/math">
                    <m:sSub>
                      <m:sSubPr>
                        <m:ctrlPr>
                          <a:rPr lang="en-IN" sz="2800" i="1">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ctrlPr>
                      </m:sSubPr>
                      <m:e>
                        <m:r>
                          <m:rPr>
                            <m:sty m:val="p"/>
                          </m:rPr>
                          <a:rPr lang="en-US" sz="2800">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t>Z</m:t>
                        </m:r>
                      </m:e>
                      <m:sub>
                        <m:r>
                          <m:rPr>
                            <m:sty m:val="p"/>
                          </m:rPr>
                          <a:rPr lang="en-US" sz="2800">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t>α</m:t>
                        </m:r>
                      </m:sub>
                    </m:sSub>
                    <m:r>
                      <a:rPr lang="en-US" sz="2800">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t>=</m:t>
                    </m:r>
                  </m:oMath>
                </a14:m>
                <a:r>
                  <a:rPr lang="en-US" sz="2800" dirty="0">
                    <a:solidFill>
                      <a:srgbClr val="002060"/>
                    </a:solidFill>
                    <a:effectLst/>
                    <a:latin typeface="+mj-lt"/>
                    <a:ea typeface="Times New Roman" panose="02020603050405020304" pitchFamily="18" charset="0"/>
                    <a:cs typeface="Shruti" panose="020B0502040204020203" pitchFamily="34" charset="0"/>
                  </a:rPr>
                  <a:t> Critical value at level of significance </a:t>
                </a:r>
                <a14:m>
                  <m:oMath xmlns:m="http://schemas.openxmlformats.org/officeDocument/2006/math">
                    <m:r>
                      <m:rPr>
                        <m:sty m:val="p"/>
                      </m:rPr>
                      <a:rPr lang="en-US" sz="2800">
                        <a:solidFill>
                          <a:srgbClr val="002060"/>
                        </a:solidFill>
                        <a:effectLst/>
                        <a:latin typeface="Cambria Math" panose="02040503050406030204" pitchFamily="18" charset="0"/>
                        <a:ea typeface="Times New Roman" panose="02020603050405020304" pitchFamily="18" charset="0"/>
                        <a:cs typeface="Shruti" panose="020B0502040204020203" pitchFamily="34" charset="0"/>
                      </a:rPr>
                      <m:t>α</m:t>
                    </m:r>
                  </m:oMath>
                </a14:m>
                <a:endParaRPr lang="en-IN" sz="2800" dirty="0">
                  <a:solidFill>
                    <a:srgbClr val="002060"/>
                  </a:solidFill>
                  <a:effectLst/>
                  <a:latin typeface="+mj-lt"/>
                  <a:ea typeface="Times New Roman" panose="02020603050405020304" pitchFamily="18" charset="0"/>
                  <a:cs typeface="Shruti" panose="020B0502040204020203" pitchFamily="34" charset="0"/>
                </a:endParaRPr>
              </a:p>
            </p:txBody>
          </p:sp>
        </mc:Choice>
        <mc:Fallback xmlns="">
          <p:sp>
            <p:nvSpPr>
              <p:cNvPr id="9" name="TextBox 8">
                <a:extLst>
                  <a:ext uri="{FF2B5EF4-FFF2-40B4-BE49-F238E27FC236}">
                    <a16:creationId xmlns:a16="http://schemas.microsoft.com/office/drawing/2014/main" id="{D7D2343B-A47C-ABAA-C7FA-C65980C2CA0C}"/>
                  </a:ext>
                </a:extLst>
              </p:cNvPr>
              <p:cNvSpPr txBox="1">
                <a:spLocks noRot="1" noChangeAspect="1" noMove="1" noResize="1" noEditPoints="1" noAdjustHandles="1" noChangeArrowheads="1" noChangeShapeType="1" noTextEdit="1"/>
              </p:cNvSpPr>
              <p:nvPr/>
            </p:nvSpPr>
            <p:spPr>
              <a:xfrm>
                <a:off x="411480" y="3350731"/>
                <a:ext cx="7635240" cy="553741"/>
              </a:xfrm>
              <a:prstGeom prst="rect">
                <a:avLst/>
              </a:prstGeom>
              <a:blipFill>
                <a:blip r:embed="rId3"/>
                <a:stretch>
                  <a:fillRect l="-1677" t="-6667" b="-31111"/>
                </a:stretch>
              </a:blipFill>
            </p:spPr>
            <p:txBody>
              <a:bodyPr/>
              <a:lstStyle/>
              <a:p>
                <a:r>
                  <a:rPr lang="en-IN">
                    <a:noFill/>
                  </a:rPr>
                  <a:t> </a:t>
                </a:r>
              </a:p>
            </p:txBody>
          </p:sp>
        </mc:Fallback>
      </mc:AlternateContent>
    </p:spTree>
    <p:extLst>
      <p:ext uri="{BB962C8B-B14F-4D97-AF65-F5344CB8AC3E}">
        <p14:creationId xmlns:p14="http://schemas.microsoft.com/office/powerpoint/2010/main" val="2117016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p:bldP spid="9" grpId="0"/>
    </p:bldLst>
  </p:timing>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7B49C-5706-50A5-EA32-81A36B06C395}"/>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a:extLst>
                  <a:ext uri="{FF2B5EF4-FFF2-40B4-BE49-F238E27FC236}">
                    <a16:creationId xmlns:a16="http://schemas.microsoft.com/office/drawing/2014/main" id="{B6E52EFC-04B6-CB90-D03C-CEC5ED6715E3}"/>
                  </a:ext>
                </a:extLst>
              </p:cNvPr>
              <p:cNvSpPr txBox="1">
                <a:spLocks/>
              </p:cNvSpPr>
              <p:nvPr/>
            </p:nvSpPr>
            <p:spPr>
              <a:xfrm>
                <a:off x="131177" y="823361"/>
                <a:ext cx="11929643" cy="263654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endParaRPr lang="en-US" dirty="0"/>
              </a:p>
              <a:p>
                <a:r>
                  <a:rPr lang="en-US" dirty="0"/>
                  <a:t>A random sample of 300 shoppers at a supermarket includes 204 who regularly uses cents off coupons. In another sample of 500 shoppers at a supermarket includes 75 who regularly uses cents off coupons. Obtain 95% confidence limits for the difference in the populations. </a:t>
                </a:r>
                <a14:m>
                  <m:oMath xmlns:m="http://schemas.openxmlformats.org/officeDocument/2006/math">
                    <m:d>
                      <m:dPr>
                        <m:ctrlPr>
                          <a:rPr lang="en-IN" i="1">
                            <a:latin typeface="Cambria Math" panose="02040503050406030204" pitchFamily="18" charset="0"/>
                          </a:rPr>
                        </m:ctrlPr>
                      </m:dPr>
                      <m:e>
                        <m:r>
                          <a:rPr lang="en-US" i="1">
                            <a:latin typeface="Cambria Math" panose="02040503050406030204" pitchFamily="18" charset="0"/>
                          </a:rPr>
                          <m:t> </m:t>
                        </m:r>
                        <m:d>
                          <m:dPr>
                            <m:begChr m:val="|"/>
                            <m:endChr m:val="|"/>
                            <m:ctrlPr>
                              <a:rPr lang="en-IN" i="1">
                                <a:latin typeface="Cambria Math" panose="02040503050406030204" pitchFamily="18" charset="0"/>
                              </a:rPr>
                            </m:ctrlPr>
                          </m:dPr>
                          <m:e>
                            <m:r>
                              <a:rPr lang="en-US" i="1">
                                <a:latin typeface="Cambria Math" panose="02040503050406030204" pitchFamily="18" charset="0"/>
                              </a:rPr>
                              <m:t> </m:t>
                            </m:r>
                            <m:sSub>
                              <m:sSubPr>
                                <m:ctrlPr>
                                  <a:rPr lang="en-IN" i="1">
                                    <a:latin typeface="Cambria Math" panose="02040503050406030204" pitchFamily="18" charset="0"/>
                                  </a:rPr>
                                </m:ctrlPr>
                              </m:sSubPr>
                              <m:e>
                                <m:r>
                                  <m:rPr>
                                    <m:sty m:val="p"/>
                                  </m:rPr>
                                  <a:rPr lang="en-US">
                                    <a:latin typeface="Cambria Math" panose="02040503050406030204" pitchFamily="18" charset="0"/>
                                  </a:rPr>
                                  <m:t>Z</m:t>
                                </m:r>
                              </m:e>
                              <m:sub>
                                <m:r>
                                  <a:rPr lang="en-US">
                                    <a:latin typeface="Cambria Math" panose="02040503050406030204" pitchFamily="18" charset="0"/>
                                  </a:rPr>
                                  <m:t>0.05</m:t>
                                </m:r>
                              </m:sub>
                            </m:sSub>
                            <m:r>
                              <a:rPr lang="en-US" i="1">
                                <a:latin typeface="Cambria Math" panose="02040503050406030204" pitchFamily="18" charset="0"/>
                              </a:rPr>
                              <m:t> </m:t>
                            </m:r>
                          </m:e>
                        </m:d>
                        <m:r>
                          <a:rPr lang="en-US">
                            <a:latin typeface="Cambria Math" panose="02040503050406030204" pitchFamily="18" charset="0"/>
                          </a:rPr>
                          <m:t>=1.96 </m:t>
                        </m:r>
                      </m:e>
                    </m:d>
                  </m:oMath>
                </a14:m>
                <a:endParaRPr lang="en-IN" dirty="0"/>
              </a:p>
              <a:p>
                <a:endParaRPr lang="en-US" dirty="0"/>
              </a:p>
            </p:txBody>
          </p:sp>
        </mc:Choice>
        <mc:Fallback xmlns="">
          <p:sp>
            <p:nvSpPr>
              <p:cNvPr id="19" name="Content Placeholder 2">
                <a:extLst>
                  <a:ext uri="{FF2B5EF4-FFF2-40B4-BE49-F238E27FC236}">
                    <a16:creationId xmlns:a16="http://schemas.microsoft.com/office/drawing/2014/main" id="{B6E52EFC-04B6-CB90-D03C-CEC5ED6715E3}"/>
                  </a:ext>
                </a:extLst>
              </p:cNvPr>
              <p:cNvSpPr txBox="1">
                <a:spLocks noRot="1" noChangeAspect="1" noMove="1" noResize="1" noEditPoints="1" noAdjustHandles="1" noChangeArrowheads="1" noChangeShapeType="1" noTextEdit="1"/>
              </p:cNvSpPr>
              <p:nvPr/>
            </p:nvSpPr>
            <p:spPr>
              <a:xfrm>
                <a:off x="131177" y="823361"/>
                <a:ext cx="11929643" cy="2636540"/>
              </a:xfrm>
              <a:prstGeom prst="rect">
                <a:avLst/>
              </a:prstGeom>
              <a:blipFill>
                <a:blip r:embed="rId2"/>
                <a:stretch>
                  <a:fillRect l="-1074" r="-1074" b="-5543"/>
                </a:stretch>
              </a:blipFill>
              <a:ln>
                <a:noFill/>
              </a:ln>
            </p:spPr>
            <p:txBody>
              <a:bodyPr/>
              <a:lstStyle/>
              <a:p>
                <a:r>
                  <a:rPr lang="en-IN">
                    <a:noFill/>
                  </a:rPr>
                  <a:t> </a:t>
                </a:r>
              </a:p>
            </p:txBody>
          </p:sp>
        </mc:Fallback>
      </mc:AlternateContent>
      <p:sp>
        <p:nvSpPr>
          <p:cNvPr id="2" name="Title 1">
            <a:extLst>
              <a:ext uri="{FF2B5EF4-FFF2-40B4-BE49-F238E27FC236}">
                <a16:creationId xmlns:a16="http://schemas.microsoft.com/office/drawing/2014/main" id="{21B890E7-A751-112D-580B-EF59E2FF4E81}"/>
              </a:ext>
            </a:extLst>
          </p:cNvPr>
          <p:cNvSpPr>
            <a:spLocks noGrp="1"/>
          </p:cNvSpPr>
          <p:nvPr>
            <p:ph type="title"/>
          </p:nvPr>
        </p:nvSpPr>
        <p:spPr/>
        <p:txBody>
          <a:bodyPr/>
          <a:lstStyle/>
          <a:p>
            <a:r>
              <a:rPr lang="en-GB" dirty="0"/>
              <a:t>Method 6 ⇝ Example 1</a:t>
            </a:r>
            <a:endParaRPr lang="en-US" dirty="0"/>
          </a:p>
        </p:txBody>
      </p:sp>
      <p:sp>
        <p:nvSpPr>
          <p:cNvPr id="50" name="Rectangle 49">
            <a:extLst>
              <a:ext uri="{FF2B5EF4-FFF2-40B4-BE49-F238E27FC236}">
                <a16:creationId xmlns:a16="http://schemas.microsoft.com/office/drawing/2014/main" id="{9F724160-4132-1079-717A-12059514BC35}"/>
              </a:ext>
            </a:extLst>
          </p:cNvPr>
          <p:cNvSpPr/>
          <p:nvPr/>
        </p:nvSpPr>
        <p:spPr>
          <a:xfrm>
            <a:off x="131177" y="3608725"/>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D1F55DD7-7F1C-6B35-A4BE-00A089561B51}"/>
                  </a:ext>
                </a:extLst>
              </p:cNvPr>
              <p:cNvSpPr/>
              <p:nvPr/>
            </p:nvSpPr>
            <p:spPr>
              <a:xfrm>
                <a:off x="1729663" y="4294193"/>
                <a:ext cx="1689245"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2800" b="0" i="1" smtClean="0">
                              <a:solidFill>
                                <a:srgbClr val="002060"/>
                              </a:solidFill>
                              <a:latin typeface="Cambria Math" panose="02040503050406030204" pitchFamily="18" charset="0"/>
                            </a:rPr>
                          </m:ctrlPr>
                        </m:sSubPr>
                        <m:e>
                          <m:r>
                            <m:rPr>
                              <m:sty m:val="p"/>
                            </m:rPr>
                            <a:rPr lang="en-US" sz="2800" b="0" i="0" smtClean="0">
                              <a:solidFill>
                                <a:srgbClr val="002060"/>
                              </a:solidFill>
                              <a:latin typeface="Cambria Math" panose="02040503050406030204" pitchFamily="18" charset="0"/>
                            </a:rPr>
                            <m:t>n</m:t>
                          </m:r>
                        </m:e>
                        <m:sub>
                          <m:r>
                            <a:rPr lang="en-US" sz="2800" b="0" i="0" smtClean="0">
                              <a:solidFill>
                                <a:srgbClr val="002060"/>
                              </a:solidFill>
                              <a:latin typeface="Cambria Math" panose="02040503050406030204" pitchFamily="18" charset="0"/>
                            </a:rPr>
                            <m:t>1</m:t>
                          </m:r>
                        </m:sub>
                      </m:sSub>
                      <m:r>
                        <a:rPr lang="en-IN" sz="2800" b="0" i="0" smtClean="0">
                          <a:solidFill>
                            <a:srgbClr val="002060"/>
                          </a:solidFill>
                          <a:latin typeface="Cambria Math" panose="02040503050406030204" pitchFamily="18" charset="0"/>
                        </a:rPr>
                        <m:t>=</m:t>
                      </m:r>
                      <m:r>
                        <a:rPr lang="en-US" sz="2800" b="0" i="0" smtClean="0">
                          <a:solidFill>
                            <a:srgbClr val="002060"/>
                          </a:solidFill>
                          <a:latin typeface="Cambria Math" panose="02040503050406030204" pitchFamily="18" charset="0"/>
                        </a:rPr>
                        <m:t>300</m:t>
                      </m:r>
                    </m:oMath>
                  </m:oMathPara>
                </a14:m>
                <a:endParaRPr lang="en-US" sz="2800" dirty="0">
                  <a:solidFill>
                    <a:srgbClr val="002060"/>
                  </a:solidFill>
                </a:endParaRPr>
              </a:p>
            </p:txBody>
          </p:sp>
        </mc:Choice>
        <mc:Fallback xmlns="">
          <p:sp>
            <p:nvSpPr>
              <p:cNvPr id="13" name="Rectangle 12">
                <a:extLst>
                  <a:ext uri="{FF2B5EF4-FFF2-40B4-BE49-F238E27FC236}">
                    <a16:creationId xmlns:a16="http://schemas.microsoft.com/office/drawing/2014/main" id="{D1F55DD7-7F1C-6B35-A4BE-00A089561B51}"/>
                  </a:ext>
                </a:extLst>
              </p:cNvPr>
              <p:cNvSpPr>
                <a:spLocks noRot="1" noChangeAspect="1" noMove="1" noResize="1" noEditPoints="1" noAdjustHandles="1" noChangeArrowheads="1" noChangeShapeType="1" noTextEdit="1"/>
              </p:cNvSpPr>
              <p:nvPr/>
            </p:nvSpPr>
            <p:spPr>
              <a:xfrm>
                <a:off x="1729663" y="4294193"/>
                <a:ext cx="1689245"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7C9DC02A-1944-97E9-D1E0-37BF0E074D28}"/>
                  </a:ext>
                </a:extLst>
              </p:cNvPr>
              <p:cNvSpPr/>
              <p:nvPr/>
            </p:nvSpPr>
            <p:spPr>
              <a:xfrm>
                <a:off x="1729663" y="4943791"/>
                <a:ext cx="1689245" cy="89896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2800" i="1" smtClean="0">
                              <a:solidFill>
                                <a:srgbClr val="002060"/>
                              </a:solidFill>
                              <a:latin typeface="Cambria Math" panose="02040503050406030204" pitchFamily="18" charset="0"/>
                            </a:rPr>
                          </m:ctrlPr>
                        </m:sSubPr>
                        <m:e>
                          <m:r>
                            <m:rPr>
                              <m:sty m:val="p"/>
                            </m:rPr>
                            <a:rPr lang="en-US" sz="2800" b="0" i="0" smtClean="0">
                              <a:solidFill>
                                <a:srgbClr val="002060"/>
                              </a:solidFill>
                              <a:latin typeface="Cambria Math" panose="02040503050406030204" pitchFamily="18" charset="0"/>
                            </a:rPr>
                            <m:t>p</m:t>
                          </m:r>
                        </m:e>
                        <m:sub>
                          <m:r>
                            <a:rPr lang="en-US" sz="2800">
                              <a:solidFill>
                                <a:srgbClr val="002060"/>
                              </a:solidFill>
                              <a:latin typeface="Cambria Math" panose="02040503050406030204" pitchFamily="18" charset="0"/>
                            </a:rPr>
                            <m:t>1</m:t>
                          </m:r>
                        </m:sub>
                      </m:sSub>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US" sz="2800" b="0" i="1" smtClean="0">
                              <a:solidFill>
                                <a:srgbClr val="002060"/>
                              </a:solidFill>
                              <a:latin typeface="Cambria Math" panose="02040503050406030204" pitchFamily="18" charset="0"/>
                            </a:rPr>
                            <m:t>204</m:t>
                          </m:r>
                        </m:num>
                        <m:den>
                          <m:r>
                            <a:rPr lang="en-US" sz="2800" b="0" i="1" smtClean="0">
                              <a:solidFill>
                                <a:srgbClr val="002060"/>
                              </a:solidFill>
                              <a:latin typeface="Cambria Math" panose="02040503050406030204" pitchFamily="18" charset="0"/>
                            </a:rPr>
                            <m:t>300</m:t>
                          </m:r>
                        </m:den>
                      </m:f>
                    </m:oMath>
                  </m:oMathPara>
                </a14:m>
                <a:endParaRPr lang="en-US" sz="2800" dirty="0">
                  <a:solidFill>
                    <a:srgbClr val="002060"/>
                  </a:solidFill>
                </a:endParaRPr>
              </a:p>
            </p:txBody>
          </p:sp>
        </mc:Choice>
        <mc:Fallback xmlns="">
          <p:sp>
            <p:nvSpPr>
              <p:cNvPr id="15" name="Rectangle 14">
                <a:extLst>
                  <a:ext uri="{FF2B5EF4-FFF2-40B4-BE49-F238E27FC236}">
                    <a16:creationId xmlns:a16="http://schemas.microsoft.com/office/drawing/2014/main" id="{7C9DC02A-1944-97E9-D1E0-37BF0E074D28}"/>
                  </a:ext>
                </a:extLst>
              </p:cNvPr>
              <p:cNvSpPr>
                <a:spLocks noRot="1" noChangeAspect="1" noMove="1" noResize="1" noEditPoints="1" noAdjustHandles="1" noChangeArrowheads="1" noChangeShapeType="1" noTextEdit="1"/>
              </p:cNvSpPr>
              <p:nvPr/>
            </p:nvSpPr>
            <p:spPr>
              <a:xfrm>
                <a:off x="1729663" y="4943791"/>
                <a:ext cx="1689245" cy="898964"/>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BBDFEAB6-1A41-4483-9215-1540A15CCE3E}"/>
                  </a:ext>
                </a:extLst>
              </p:cNvPr>
              <p:cNvSpPr/>
              <p:nvPr/>
            </p:nvSpPr>
            <p:spPr>
              <a:xfrm>
                <a:off x="3327468" y="5177383"/>
                <a:ext cx="1303947"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800" b="0" i="0" smtClean="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0.</m:t>
                      </m:r>
                      <m:r>
                        <a:rPr lang="en-US" sz="2800" b="0" i="1" smtClean="0">
                          <a:solidFill>
                            <a:srgbClr val="002060"/>
                          </a:solidFill>
                          <a:latin typeface="Cambria Math" panose="02040503050406030204" pitchFamily="18" charset="0"/>
                        </a:rPr>
                        <m:t>68</m:t>
                      </m:r>
                    </m:oMath>
                  </m:oMathPara>
                </a14:m>
                <a:endParaRPr lang="en-US" sz="2800" dirty="0">
                  <a:solidFill>
                    <a:srgbClr val="002060"/>
                  </a:solidFill>
                </a:endParaRPr>
              </a:p>
            </p:txBody>
          </p:sp>
        </mc:Choice>
        <mc:Fallback xmlns="">
          <p:sp>
            <p:nvSpPr>
              <p:cNvPr id="5" name="Rectangle 4">
                <a:extLst>
                  <a:ext uri="{FF2B5EF4-FFF2-40B4-BE49-F238E27FC236}">
                    <a16:creationId xmlns:a16="http://schemas.microsoft.com/office/drawing/2014/main" id="{BBDFEAB6-1A41-4483-9215-1540A15CCE3E}"/>
                  </a:ext>
                </a:extLst>
              </p:cNvPr>
              <p:cNvSpPr>
                <a:spLocks noRot="1" noChangeAspect="1" noMove="1" noResize="1" noEditPoints="1" noAdjustHandles="1" noChangeArrowheads="1" noChangeShapeType="1" noTextEdit="1"/>
              </p:cNvSpPr>
              <p:nvPr/>
            </p:nvSpPr>
            <p:spPr>
              <a:xfrm>
                <a:off x="3327468" y="5177383"/>
                <a:ext cx="1303947"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32A572FC-A73D-024D-181C-C9AAA8AC78A3}"/>
                  </a:ext>
                </a:extLst>
              </p:cNvPr>
              <p:cNvSpPr/>
              <p:nvPr/>
            </p:nvSpPr>
            <p:spPr>
              <a:xfrm>
                <a:off x="1729663" y="6046562"/>
                <a:ext cx="1770293"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2800" i="1" smtClean="0">
                              <a:solidFill>
                                <a:srgbClr val="002060"/>
                              </a:solidFill>
                              <a:latin typeface="Cambria Math" panose="02040503050406030204" pitchFamily="18" charset="0"/>
                            </a:rPr>
                          </m:ctrlPr>
                        </m:sSubPr>
                        <m:e>
                          <m:r>
                            <m:rPr>
                              <m:sty m:val="p"/>
                            </m:rPr>
                            <a:rPr lang="en-US" sz="2800" b="0" i="0" smtClean="0">
                              <a:solidFill>
                                <a:srgbClr val="002060"/>
                              </a:solidFill>
                              <a:latin typeface="Cambria Math" panose="02040503050406030204" pitchFamily="18" charset="0"/>
                            </a:rPr>
                            <m:t>q</m:t>
                          </m:r>
                        </m:e>
                        <m:sub>
                          <m:r>
                            <a:rPr lang="en-US" sz="2800">
                              <a:solidFill>
                                <a:srgbClr val="002060"/>
                              </a:solidFill>
                              <a:latin typeface="Cambria Math" panose="02040503050406030204" pitchFamily="18" charset="0"/>
                            </a:rPr>
                            <m:t>1</m:t>
                          </m:r>
                        </m:sub>
                      </m:sSub>
                      <m:r>
                        <a:rPr lang="en-IN" sz="2800" b="0" i="0" smtClean="0">
                          <a:solidFill>
                            <a:srgbClr val="002060"/>
                          </a:solidFill>
                          <a:latin typeface="Cambria Math" panose="02040503050406030204" pitchFamily="18" charset="0"/>
                        </a:rPr>
                        <m:t>=</m:t>
                      </m:r>
                      <m:r>
                        <a:rPr lang="en-US" sz="2800" b="0" i="0" smtClean="0">
                          <a:solidFill>
                            <a:srgbClr val="002060"/>
                          </a:solidFill>
                          <a:latin typeface="Cambria Math" panose="02040503050406030204" pitchFamily="18" charset="0"/>
                        </a:rPr>
                        <m:t>0.32</m:t>
                      </m:r>
                    </m:oMath>
                  </m:oMathPara>
                </a14:m>
                <a:endParaRPr lang="en-US" sz="2800" dirty="0">
                  <a:solidFill>
                    <a:srgbClr val="002060"/>
                  </a:solidFill>
                </a:endParaRPr>
              </a:p>
            </p:txBody>
          </p:sp>
        </mc:Choice>
        <mc:Fallback xmlns="">
          <p:sp>
            <p:nvSpPr>
              <p:cNvPr id="6" name="Rectangle 5">
                <a:extLst>
                  <a:ext uri="{FF2B5EF4-FFF2-40B4-BE49-F238E27FC236}">
                    <a16:creationId xmlns:a16="http://schemas.microsoft.com/office/drawing/2014/main" id="{32A572FC-A73D-024D-181C-C9AAA8AC78A3}"/>
                  </a:ext>
                </a:extLst>
              </p:cNvPr>
              <p:cNvSpPr>
                <a:spLocks noRot="1" noChangeAspect="1" noMove="1" noResize="1" noEditPoints="1" noAdjustHandles="1" noChangeArrowheads="1" noChangeShapeType="1" noTextEdit="1"/>
              </p:cNvSpPr>
              <p:nvPr/>
            </p:nvSpPr>
            <p:spPr>
              <a:xfrm>
                <a:off x="1729663" y="6046562"/>
                <a:ext cx="1770293" cy="523220"/>
              </a:xfrm>
              <a:prstGeom prst="rect">
                <a:avLst/>
              </a:prstGeom>
              <a:blipFill>
                <a:blip r:embed="rId6"/>
                <a:stretch>
                  <a:fillRect/>
                </a:stretch>
              </a:blipFill>
            </p:spPr>
            <p:txBody>
              <a:bodyPr/>
              <a:lstStyle/>
              <a:p>
                <a:r>
                  <a:rPr lang="en-IN">
                    <a:noFill/>
                  </a:rPr>
                  <a:t> </a:t>
                </a:r>
              </a:p>
            </p:txBody>
          </p:sp>
        </mc:Fallback>
      </mc:AlternateContent>
      <p:cxnSp>
        <p:nvCxnSpPr>
          <p:cNvPr id="3" name="Straight Connector 2">
            <a:extLst>
              <a:ext uri="{FF2B5EF4-FFF2-40B4-BE49-F238E27FC236}">
                <a16:creationId xmlns:a16="http://schemas.microsoft.com/office/drawing/2014/main" id="{2BC9D073-B1D4-069E-CEB2-D830EDEB4E71}"/>
              </a:ext>
            </a:extLst>
          </p:cNvPr>
          <p:cNvCxnSpPr>
            <a:cxnSpLocks/>
          </p:cNvCxnSpPr>
          <p:nvPr/>
        </p:nvCxnSpPr>
        <p:spPr>
          <a:xfrm>
            <a:off x="6197740" y="3663814"/>
            <a:ext cx="0" cy="2905968"/>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BDE7582F-D1C0-A619-65B9-29DAD01B866E}"/>
              </a:ext>
            </a:extLst>
          </p:cNvPr>
          <p:cNvSpPr/>
          <p:nvPr/>
        </p:nvSpPr>
        <p:spPr>
          <a:xfrm>
            <a:off x="1729663" y="3659379"/>
            <a:ext cx="1499128" cy="523220"/>
          </a:xfrm>
          <a:prstGeom prst="rect">
            <a:avLst/>
          </a:prstGeom>
        </p:spPr>
        <p:txBody>
          <a:bodyPr wrap="none">
            <a:spAutoFit/>
          </a:bodyPr>
          <a:lstStyle/>
          <a:p>
            <a:r>
              <a:rPr lang="en-US" sz="2800" u="sng" dirty="0">
                <a:solidFill>
                  <a:srgbClr val="002060"/>
                </a:solidFill>
              </a:rPr>
              <a:t>Sample 1</a:t>
            </a:r>
          </a:p>
        </p:txBody>
      </p: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8C24EC08-CE80-B442-E977-9E271009C25C}"/>
                  </a:ext>
                </a:extLst>
              </p:cNvPr>
              <p:cNvSpPr/>
              <p:nvPr/>
            </p:nvSpPr>
            <p:spPr>
              <a:xfrm>
                <a:off x="6510279" y="4294193"/>
                <a:ext cx="1689245"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2800" b="0" i="1" smtClean="0">
                              <a:solidFill>
                                <a:srgbClr val="002060"/>
                              </a:solidFill>
                              <a:latin typeface="Cambria Math" panose="02040503050406030204" pitchFamily="18" charset="0"/>
                            </a:rPr>
                          </m:ctrlPr>
                        </m:sSubPr>
                        <m:e>
                          <m:r>
                            <m:rPr>
                              <m:sty m:val="p"/>
                            </m:rPr>
                            <a:rPr lang="en-US" sz="2800" b="0" i="0" smtClean="0">
                              <a:solidFill>
                                <a:srgbClr val="002060"/>
                              </a:solidFill>
                              <a:latin typeface="Cambria Math" panose="02040503050406030204" pitchFamily="18" charset="0"/>
                            </a:rPr>
                            <m:t>n</m:t>
                          </m:r>
                        </m:e>
                        <m:sub>
                          <m:r>
                            <a:rPr lang="en-IN" sz="2800" b="0" i="0" smtClean="0">
                              <a:solidFill>
                                <a:srgbClr val="002060"/>
                              </a:solidFill>
                              <a:latin typeface="Cambria Math" panose="02040503050406030204" pitchFamily="18" charset="0"/>
                            </a:rPr>
                            <m:t>2</m:t>
                          </m:r>
                        </m:sub>
                      </m:sSub>
                      <m:r>
                        <a:rPr lang="en-IN" sz="2800" b="0" i="0" smtClean="0">
                          <a:solidFill>
                            <a:srgbClr val="002060"/>
                          </a:solidFill>
                          <a:latin typeface="Cambria Math" panose="02040503050406030204" pitchFamily="18" charset="0"/>
                        </a:rPr>
                        <m:t>=</m:t>
                      </m:r>
                      <m:r>
                        <a:rPr lang="en-US" sz="2800" b="0" i="0" smtClean="0">
                          <a:solidFill>
                            <a:srgbClr val="002060"/>
                          </a:solidFill>
                          <a:latin typeface="Cambria Math" panose="02040503050406030204" pitchFamily="18" charset="0"/>
                        </a:rPr>
                        <m:t>500</m:t>
                      </m:r>
                    </m:oMath>
                  </m:oMathPara>
                </a14:m>
                <a:endParaRPr lang="en-US" sz="2800" dirty="0">
                  <a:solidFill>
                    <a:srgbClr val="002060"/>
                  </a:solidFill>
                </a:endParaRPr>
              </a:p>
            </p:txBody>
          </p:sp>
        </mc:Choice>
        <mc:Fallback xmlns="">
          <p:sp>
            <p:nvSpPr>
              <p:cNvPr id="9" name="Rectangle 8">
                <a:extLst>
                  <a:ext uri="{FF2B5EF4-FFF2-40B4-BE49-F238E27FC236}">
                    <a16:creationId xmlns:a16="http://schemas.microsoft.com/office/drawing/2014/main" id="{8C24EC08-CE80-B442-E977-9E271009C25C}"/>
                  </a:ext>
                </a:extLst>
              </p:cNvPr>
              <p:cNvSpPr>
                <a:spLocks noRot="1" noChangeAspect="1" noMove="1" noResize="1" noEditPoints="1" noAdjustHandles="1" noChangeArrowheads="1" noChangeShapeType="1" noTextEdit="1"/>
              </p:cNvSpPr>
              <p:nvPr/>
            </p:nvSpPr>
            <p:spPr>
              <a:xfrm>
                <a:off x="6510279" y="4294193"/>
                <a:ext cx="1689245"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51ECFCA8-CB3C-ACFB-E0AF-C4908E71E50B}"/>
                  </a:ext>
                </a:extLst>
              </p:cNvPr>
              <p:cNvSpPr/>
              <p:nvPr/>
            </p:nvSpPr>
            <p:spPr>
              <a:xfrm>
                <a:off x="6510279" y="4943791"/>
                <a:ext cx="1689245" cy="9105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2800" i="1" smtClean="0">
                              <a:solidFill>
                                <a:srgbClr val="002060"/>
                              </a:solidFill>
                              <a:latin typeface="Cambria Math" panose="02040503050406030204" pitchFamily="18" charset="0"/>
                            </a:rPr>
                          </m:ctrlPr>
                        </m:sSubPr>
                        <m:e>
                          <m:r>
                            <m:rPr>
                              <m:sty m:val="p"/>
                            </m:rPr>
                            <a:rPr lang="en-US" sz="2800" b="0" i="0" smtClean="0">
                              <a:solidFill>
                                <a:srgbClr val="002060"/>
                              </a:solidFill>
                              <a:latin typeface="Cambria Math" panose="02040503050406030204" pitchFamily="18" charset="0"/>
                            </a:rPr>
                            <m:t>p</m:t>
                          </m:r>
                        </m:e>
                        <m:sub>
                          <m:r>
                            <a:rPr lang="en-IN" sz="2800" b="0" i="0" smtClean="0">
                              <a:solidFill>
                                <a:srgbClr val="002060"/>
                              </a:solidFill>
                              <a:latin typeface="Cambria Math" panose="02040503050406030204" pitchFamily="18" charset="0"/>
                            </a:rPr>
                            <m:t>2</m:t>
                          </m:r>
                        </m:sub>
                      </m:sSub>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US" sz="2800" b="0" i="1" smtClean="0">
                              <a:solidFill>
                                <a:srgbClr val="002060"/>
                              </a:solidFill>
                              <a:latin typeface="Cambria Math" panose="02040503050406030204" pitchFamily="18" charset="0"/>
                            </a:rPr>
                            <m:t>75</m:t>
                          </m:r>
                        </m:num>
                        <m:den>
                          <m:r>
                            <a:rPr lang="en-US" sz="2800" b="0" i="1" smtClean="0">
                              <a:solidFill>
                                <a:srgbClr val="002060"/>
                              </a:solidFill>
                              <a:latin typeface="Cambria Math" panose="02040503050406030204" pitchFamily="18" charset="0"/>
                            </a:rPr>
                            <m:t>500</m:t>
                          </m:r>
                        </m:den>
                      </m:f>
                    </m:oMath>
                  </m:oMathPara>
                </a14:m>
                <a:endParaRPr lang="en-US" sz="2800" dirty="0">
                  <a:solidFill>
                    <a:srgbClr val="002060"/>
                  </a:solidFill>
                </a:endParaRPr>
              </a:p>
            </p:txBody>
          </p:sp>
        </mc:Choice>
        <mc:Fallback xmlns="">
          <p:sp>
            <p:nvSpPr>
              <p:cNvPr id="10" name="Rectangle 9">
                <a:extLst>
                  <a:ext uri="{FF2B5EF4-FFF2-40B4-BE49-F238E27FC236}">
                    <a16:creationId xmlns:a16="http://schemas.microsoft.com/office/drawing/2014/main" id="{51ECFCA8-CB3C-ACFB-E0AF-C4908E71E50B}"/>
                  </a:ext>
                </a:extLst>
              </p:cNvPr>
              <p:cNvSpPr>
                <a:spLocks noRot="1" noChangeAspect="1" noMove="1" noResize="1" noEditPoints="1" noAdjustHandles="1" noChangeArrowheads="1" noChangeShapeType="1" noTextEdit="1"/>
              </p:cNvSpPr>
              <p:nvPr/>
            </p:nvSpPr>
            <p:spPr>
              <a:xfrm>
                <a:off x="6510279" y="4943791"/>
                <a:ext cx="1689245" cy="91057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4A3CF28A-10E1-79E5-B98A-A0BE354A57F1}"/>
                  </a:ext>
                </a:extLst>
              </p:cNvPr>
              <p:cNvSpPr/>
              <p:nvPr/>
            </p:nvSpPr>
            <p:spPr>
              <a:xfrm>
                <a:off x="8108084" y="5177383"/>
                <a:ext cx="1303947"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800" b="0" i="0" smtClean="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0.</m:t>
                      </m:r>
                      <m:r>
                        <a:rPr lang="en-US" sz="2800" b="0" i="1" smtClean="0">
                          <a:solidFill>
                            <a:srgbClr val="002060"/>
                          </a:solidFill>
                          <a:latin typeface="Cambria Math" panose="02040503050406030204" pitchFamily="18" charset="0"/>
                        </a:rPr>
                        <m:t>15</m:t>
                      </m:r>
                    </m:oMath>
                  </m:oMathPara>
                </a14:m>
                <a:endParaRPr lang="en-US" sz="2800" dirty="0">
                  <a:solidFill>
                    <a:srgbClr val="002060"/>
                  </a:solidFill>
                </a:endParaRPr>
              </a:p>
            </p:txBody>
          </p:sp>
        </mc:Choice>
        <mc:Fallback xmlns="">
          <p:sp>
            <p:nvSpPr>
              <p:cNvPr id="11" name="Rectangle 10">
                <a:extLst>
                  <a:ext uri="{FF2B5EF4-FFF2-40B4-BE49-F238E27FC236}">
                    <a16:creationId xmlns:a16="http://schemas.microsoft.com/office/drawing/2014/main" id="{4A3CF28A-10E1-79E5-B98A-A0BE354A57F1}"/>
                  </a:ext>
                </a:extLst>
              </p:cNvPr>
              <p:cNvSpPr>
                <a:spLocks noRot="1" noChangeAspect="1" noMove="1" noResize="1" noEditPoints="1" noAdjustHandles="1" noChangeArrowheads="1" noChangeShapeType="1" noTextEdit="1"/>
              </p:cNvSpPr>
              <p:nvPr/>
            </p:nvSpPr>
            <p:spPr>
              <a:xfrm>
                <a:off x="8108084" y="5177383"/>
                <a:ext cx="1303947"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275D6C29-0335-8D0B-3812-FE13A4E9FD2F}"/>
                  </a:ext>
                </a:extLst>
              </p:cNvPr>
              <p:cNvSpPr/>
              <p:nvPr/>
            </p:nvSpPr>
            <p:spPr>
              <a:xfrm>
                <a:off x="6510279" y="6046562"/>
                <a:ext cx="1770293"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2800" i="1" smtClean="0">
                              <a:solidFill>
                                <a:srgbClr val="002060"/>
                              </a:solidFill>
                              <a:latin typeface="Cambria Math" panose="02040503050406030204" pitchFamily="18" charset="0"/>
                            </a:rPr>
                          </m:ctrlPr>
                        </m:sSubPr>
                        <m:e>
                          <m:r>
                            <m:rPr>
                              <m:sty m:val="p"/>
                            </m:rPr>
                            <a:rPr lang="en-US" sz="2800" b="0" i="0" smtClean="0">
                              <a:solidFill>
                                <a:srgbClr val="002060"/>
                              </a:solidFill>
                              <a:latin typeface="Cambria Math" panose="02040503050406030204" pitchFamily="18" charset="0"/>
                            </a:rPr>
                            <m:t>q</m:t>
                          </m:r>
                        </m:e>
                        <m:sub>
                          <m:r>
                            <a:rPr lang="en-IN" sz="2800" b="0" i="0" smtClean="0">
                              <a:solidFill>
                                <a:srgbClr val="002060"/>
                              </a:solidFill>
                              <a:latin typeface="Cambria Math" panose="02040503050406030204" pitchFamily="18" charset="0"/>
                            </a:rPr>
                            <m:t>2</m:t>
                          </m:r>
                        </m:sub>
                      </m:sSub>
                      <m:r>
                        <a:rPr lang="en-IN" sz="2800" b="0" i="0" smtClean="0">
                          <a:solidFill>
                            <a:srgbClr val="002060"/>
                          </a:solidFill>
                          <a:latin typeface="Cambria Math" panose="02040503050406030204" pitchFamily="18" charset="0"/>
                        </a:rPr>
                        <m:t>=</m:t>
                      </m:r>
                      <m:r>
                        <a:rPr lang="en-US" sz="2800" b="0" i="0" smtClean="0">
                          <a:solidFill>
                            <a:srgbClr val="002060"/>
                          </a:solidFill>
                          <a:latin typeface="Cambria Math" panose="02040503050406030204" pitchFamily="18" charset="0"/>
                        </a:rPr>
                        <m:t>0.85</m:t>
                      </m:r>
                    </m:oMath>
                  </m:oMathPara>
                </a14:m>
                <a:endParaRPr lang="en-US" sz="2800" dirty="0">
                  <a:solidFill>
                    <a:srgbClr val="002060"/>
                  </a:solidFill>
                </a:endParaRPr>
              </a:p>
            </p:txBody>
          </p:sp>
        </mc:Choice>
        <mc:Fallback xmlns="">
          <p:sp>
            <p:nvSpPr>
              <p:cNvPr id="12" name="Rectangle 11">
                <a:extLst>
                  <a:ext uri="{FF2B5EF4-FFF2-40B4-BE49-F238E27FC236}">
                    <a16:creationId xmlns:a16="http://schemas.microsoft.com/office/drawing/2014/main" id="{275D6C29-0335-8D0B-3812-FE13A4E9FD2F}"/>
                  </a:ext>
                </a:extLst>
              </p:cNvPr>
              <p:cNvSpPr>
                <a:spLocks noRot="1" noChangeAspect="1" noMove="1" noResize="1" noEditPoints="1" noAdjustHandles="1" noChangeArrowheads="1" noChangeShapeType="1" noTextEdit="1"/>
              </p:cNvSpPr>
              <p:nvPr/>
            </p:nvSpPr>
            <p:spPr>
              <a:xfrm>
                <a:off x="6510279" y="6046562"/>
                <a:ext cx="1770293" cy="523220"/>
              </a:xfrm>
              <a:prstGeom prst="rect">
                <a:avLst/>
              </a:prstGeom>
              <a:blipFill>
                <a:blip r:embed="rId10"/>
                <a:stretch>
                  <a:fillRect/>
                </a:stretch>
              </a:blipFill>
            </p:spPr>
            <p:txBody>
              <a:bodyPr/>
              <a:lstStyle/>
              <a:p>
                <a:r>
                  <a:rPr lang="en-IN">
                    <a:noFill/>
                  </a:rPr>
                  <a:t> </a:t>
                </a:r>
              </a:p>
            </p:txBody>
          </p:sp>
        </mc:Fallback>
      </mc:AlternateContent>
      <p:sp>
        <p:nvSpPr>
          <p:cNvPr id="14" name="Rectangle 13">
            <a:extLst>
              <a:ext uri="{FF2B5EF4-FFF2-40B4-BE49-F238E27FC236}">
                <a16:creationId xmlns:a16="http://schemas.microsoft.com/office/drawing/2014/main" id="{59984AA8-3CAA-CFDF-2109-9AB6EF5009A5}"/>
              </a:ext>
            </a:extLst>
          </p:cNvPr>
          <p:cNvSpPr/>
          <p:nvPr/>
        </p:nvSpPr>
        <p:spPr>
          <a:xfrm>
            <a:off x="6510279" y="3659379"/>
            <a:ext cx="1499128" cy="523220"/>
          </a:xfrm>
          <a:prstGeom prst="rect">
            <a:avLst/>
          </a:prstGeom>
        </p:spPr>
        <p:txBody>
          <a:bodyPr wrap="none">
            <a:spAutoFit/>
          </a:bodyPr>
          <a:lstStyle/>
          <a:p>
            <a:r>
              <a:rPr lang="en-US" sz="2800" u="sng" dirty="0">
                <a:solidFill>
                  <a:srgbClr val="002060"/>
                </a:solidFill>
              </a:rPr>
              <a:t>Sample 2</a:t>
            </a:r>
          </a:p>
        </p:txBody>
      </p:sp>
    </p:spTree>
    <p:extLst>
      <p:ext uri="{BB962C8B-B14F-4D97-AF65-F5344CB8AC3E}">
        <p14:creationId xmlns:p14="http://schemas.microsoft.com/office/powerpoint/2010/main" val="781140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up)">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50" grpId="0" animBg="1"/>
    </p:bldLst>
  </p:timing>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A9B99-58F8-AC4D-1538-9BB48C9FB6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BB2D74-C6B7-B722-83AC-1AEC747296DE}"/>
              </a:ext>
            </a:extLst>
          </p:cNvPr>
          <p:cNvSpPr>
            <a:spLocks noGrp="1"/>
          </p:cNvSpPr>
          <p:nvPr>
            <p:ph type="title"/>
          </p:nvPr>
        </p:nvSpPr>
        <p:spPr/>
        <p:txBody>
          <a:bodyPr/>
          <a:lstStyle/>
          <a:p>
            <a:r>
              <a:rPr lang="en-GB" dirty="0"/>
              <a:t>Method 6 ⇝ Example 1(</a:t>
            </a:r>
            <a:r>
              <a:rPr lang="en-GB" dirty="0">
                <a:solidFill>
                  <a:srgbClr val="FF0000"/>
                </a:solidFill>
              </a:rPr>
              <a:t>Continue</a:t>
            </a:r>
            <a:r>
              <a:rPr lang="en-GB" dirty="0"/>
              <a:t>)</a:t>
            </a:r>
            <a:endParaRPr lang="en-US" dirty="0"/>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052BE535-EC36-2F98-F0CD-7043FEBDD011}"/>
                  </a:ext>
                </a:extLst>
              </p:cNvPr>
              <p:cNvSpPr/>
              <p:nvPr/>
            </p:nvSpPr>
            <p:spPr>
              <a:xfrm>
                <a:off x="137270" y="862943"/>
                <a:ext cx="9418210" cy="523220"/>
              </a:xfrm>
              <a:prstGeom prst="rect">
                <a:avLst/>
              </a:prstGeom>
            </p:spPr>
            <p:txBody>
              <a:bodyPr wrap="square">
                <a:spAutoFit/>
              </a:bodyPr>
              <a:lstStyle/>
              <a:p>
                <a:pPr lvl="0"/>
                <a:r>
                  <a:rPr lang="en-US" sz="2800" dirty="0">
                    <a:solidFill>
                      <a:srgbClr val="002060"/>
                    </a:solidFill>
                  </a:rPr>
                  <a:t>Confidence interval at </a:t>
                </a:r>
                <a14:m>
                  <m:oMath xmlns:m="http://schemas.openxmlformats.org/officeDocument/2006/math">
                    <m:r>
                      <a:rPr lang="en-US" sz="2800" b="0" i="1" dirty="0" smtClean="0">
                        <a:solidFill>
                          <a:srgbClr val="002060"/>
                        </a:solidFill>
                        <a:latin typeface="Cambria Math" panose="02040503050406030204" pitchFamily="18" charset="0"/>
                      </a:rPr>
                      <m:t>95%</m:t>
                    </m:r>
                  </m:oMath>
                </a14:m>
                <a:r>
                  <a:rPr lang="en-US" sz="2800" dirty="0">
                    <a:solidFill>
                      <a:srgbClr val="002060"/>
                    </a:solidFill>
                  </a:rPr>
                  <a:t> level of significance is</a:t>
                </a:r>
              </a:p>
            </p:txBody>
          </p:sp>
        </mc:Choice>
        <mc:Fallback xmlns="">
          <p:sp>
            <p:nvSpPr>
              <p:cNvPr id="15" name="Rectangle 14">
                <a:extLst>
                  <a:ext uri="{FF2B5EF4-FFF2-40B4-BE49-F238E27FC236}">
                    <a16:creationId xmlns:a16="http://schemas.microsoft.com/office/drawing/2014/main" id="{0F4BE4F4-8926-D81F-78E2-DC2B59F424D8}"/>
                  </a:ext>
                </a:extLst>
              </p:cNvPr>
              <p:cNvSpPr>
                <a:spLocks noRot="1" noChangeAspect="1" noMove="1" noResize="1" noEditPoints="1" noAdjustHandles="1" noChangeArrowheads="1" noChangeShapeType="1" noTextEdit="1"/>
              </p:cNvSpPr>
              <p:nvPr/>
            </p:nvSpPr>
            <p:spPr>
              <a:xfrm>
                <a:off x="137270" y="862943"/>
                <a:ext cx="9418210" cy="523220"/>
              </a:xfrm>
              <a:prstGeom prst="rect">
                <a:avLst/>
              </a:prstGeom>
              <a:blipFill>
                <a:blip r:embed="rId2"/>
                <a:stretch>
                  <a:fillRect l="-1359" t="-12941" b="-3294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AAF90748-EC33-8260-C2F4-7FB99BD9F29E}"/>
                  </a:ext>
                </a:extLst>
              </p:cNvPr>
              <p:cNvSpPr/>
              <p:nvPr/>
            </p:nvSpPr>
            <p:spPr>
              <a:xfrm>
                <a:off x="423020" y="1463214"/>
                <a:ext cx="7852300" cy="578685"/>
              </a:xfrm>
              <a:prstGeom prst="rect">
                <a:avLst/>
              </a:prstGeom>
            </p:spPr>
            <p:txBody>
              <a:bodyPr wrap="square">
                <a:spAutoFit/>
              </a:bodyPr>
              <a:lstStyle/>
              <a:p>
                <a:pPr lvl="0"/>
                <a14:m>
                  <m:oMathPara xmlns:m="http://schemas.openxmlformats.org/officeDocument/2006/math">
                    <m:oMathParaPr>
                      <m:jc m:val="centerGroup"/>
                    </m:oMathParaPr>
                    <m:oMath xmlns:m="http://schemas.openxmlformats.org/officeDocument/2006/math">
                      <m:d>
                        <m:dPr>
                          <m:ctrlPr>
                            <a:rPr lang="en-US" sz="2800" i="1" smtClean="0">
                              <a:solidFill>
                                <a:srgbClr val="002060"/>
                              </a:solidFill>
                              <a:latin typeface="Cambria Math" panose="02040503050406030204" pitchFamily="18" charset="0"/>
                            </a:rPr>
                          </m:ctrlPr>
                        </m:dPr>
                        <m:e>
                          <m:d>
                            <m:dPr>
                              <m:ctrlPr>
                                <a:rPr lang="en-IN" sz="2800" i="1" smtClean="0">
                                  <a:solidFill>
                                    <a:srgbClr val="002060"/>
                                  </a:solidFill>
                                  <a:latin typeface="Cambria Math" panose="02040503050406030204" pitchFamily="18" charset="0"/>
                                </a:rPr>
                              </m:ctrlPr>
                            </m:dPr>
                            <m:e>
                              <m:sSub>
                                <m:sSubPr>
                                  <m:ctrlPr>
                                    <a:rPr lang="en-IN" sz="2800" b="1" i="1">
                                      <a:solidFill>
                                        <a:srgbClr val="002060"/>
                                      </a:solidFill>
                                      <a:latin typeface="Cambria Math" panose="02040503050406030204" pitchFamily="18" charset="0"/>
                                    </a:rPr>
                                  </m:ctrlPr>
                                </m:sSubPr>
                                <m:e>
                                  <m:r>
                                    <a:rPr lang="en-US" sz="2800" b="1" i="1">
                                      <a:solidFill>
                                        <a:srgbClr val="002060"/>
                                      </a:solidFill>
                                      <a:latin typeface="Cambria Math" panose="02040503050406030204" pitchFamily="18" charset="0"/>
                                    </a:rPr>
                                    <m:t>𝐩</m:t>
                                  </m:r>
                                </m:e>
                                <m:sub>
                                  <m:r>
                                    <a:rPr lang="en-US" sz="2800" b="1" i="1">
                                      <a:solidFill>
                                        <a:srgbClr val="002060"/>
                                      </a:solidFill>
                                      <a:latin typeface="Cambria Math" panose="02040503050406030204" pitchFamily="18" charset="0"/>
                                    </a:rPr>
                                    <m:t>𝟏</m:t>
                                  </m:r>
                                </m:sub>
                              </m:sSub>
                              <m:r>
                                <a:rPr lang="en-US" sz="2800" b="1" i="1">
                                  <a:solidFill>
                                    <a:srgbClr val="002060"/>
                                  </a:solidFill>
                                  <a:latin typeface="Cambria Math" panose="02040503050406030204" pitchFamily="18" charset="0"/>
                                </a:rPr>
                                <m:t>−</m:t>
                              </m:r>
                              <m:sSub>
                                <m:sSubPr>
                                  <m:ctrlPr>
                                    <a:rPr lang="en-IN" sz="2800" b="1" i="1">
                                      <a:solidFill>
                                        <a:srgbClr val="002060"/>
                                      </a:solidFill>
                                      <a:latin typeface="Cambria Math" panose="02040503050406030204" pitchFamily="18" charset="0"/>
                                    </a:rPr>
                                  </m:ctrlPr>
                                </m:sSubPr>
                                <m:e>
                                  <m:r>
                                    <a:rPr lang="en-US" sz="2800" b="1" i="1">
                                      <a:solidFill>
                                        <a:srgbClr val="002060"/>
                                      </a:solidFill>
                                      <a:latin typeface="Cambria Math" panose="02040503050406030204" pitchFamily="18" charset="0"/>
                                    </a:rPr>
                                    <m:t>𝐩</m:t>
                                  </m:r>
                                </m:e>
                                <m:sub>
                                  <m:r>
                                    <a:rPr lang="en-US" sz="2800" b="1" i="1">
                                      <a:solidFill>
                                        <a:srgbClr val="002060"/>
                                      </a:solidFill>
                                      <a:latin typeface="Cambria Math" panose="02040503050406030204" pitchFamily="18" charset="0"/>
                                    </a:rPr>
                                    <m:t>𝟐</m:t>
                                  </m:r>
                                </m:sub>
                              </m:sSub>
                            </m:e>
                          </m:d>
                          <m:r>
                            <a:rPr lang="en-IN" sz="2800" b="0" i="0" smtClean="0">
                              <a:solidFill>
                                <a:srgbClr val="002060"/>
                              </a:solidFill>
                              <a:latin typeface="Cambria Math" panose="02040503050406030204" pitchFamily="18" charset="0"/>
                            </a:rPr>
                            <m:t>−</m:t>
                          </m:r>
                          <m:sSub>
                            <m:sSubPr>
                              <m:ctrlPr>
                                <a:rPr lang="en-IN" sz="2800" i="1">
                                  <a:solidFill>
                                    <a:srgbClr val="002060"/>
                                  </a:solidFill>
                                  <a:latin typeface="Cambria Math" panose="02040503050406030204" pitchFamily="18" charset="0"/>
                                </a:rPr>
                              </m:ctrlPr>
                            </m:sSubPr>
                            <m:e>
                              <m:r>
                                <a:rPr lang="en-IN" sz="2800" b="1">
                                  <a:solidFill>
                                    <a:srgbClr val="002060"/>
                                  </a:solidFill>
                                  <a:latin typeface="Cambria Math" panose="02040503050406030204" pitchFamily="18" charset="0"/>
                                </a:rPr>
                                <m:t>𝐙</m:t>
                              </m:r>
                            </m:e>
                            <m:sub>
                              <m:r>
                                <a:rPr lang="en-IN" sz="2800" b="1">
                                  <a:solidFill>
                                    <a:srgbClr val="002060"/>
                                  </a:solidFill>
                                  <a:latin typeface="Cambria Math" panose="02040503050406030204" pitchFamily="18" charset="0"/>
                                </a:rPr>
                                <m:t>𝛂</m:t>
                              </m:r>
                            </m:sub>
                          </m:sSub>
                          <m:r>
                            <a:rPr lang="en-IN" sz="2800">
                              <a:solidFill>
                                <a:srgbClr val="002060"/>
                              </a:solidFill>
                              <a:latin typeface="Cambria Math" panose="02040503050406030204" pitchFamily="18" charset="0"/>
                            </a:rPr>
                            <m:t> </m:t>
                          </m:r>
                          <m:r>
                            <m:rPr>
                              <m:sty m:val="p"/>
                            </m:rPr>
                            <a:rPr lang="en-IN" sz="2800">
                              <a:solidFill>
                                <a:srgbClr val="002060"/>
                              </a:solidFill>
                              <a:latin typeface="Cambria Math" panose="02040503050406030204" pitchFamily="18" charset="0"/>
                            </a:rPr>
                            <m:t>SE</m:t>
                          </m:r>
                          <m:d>
                            <m:dPr>
                              <m:ctrlPr>
                                <a:rPr lang="en-IN" sz="2800" i="1">
                                  <a:solidFill>
                                    <a:srgbClr val="002060"/>
                                  </a:solidFill>
                                  <a:latin typeface="Cambria Math" panose="02040503050406030204" pitchFamily="18" charset="0"/>
                                </a:rPr>
                              </m:ctrlPr>
                            </m:dPr>
                            <m:e>
                              <m:r>
                                <a:rPr lang="en-IN" sz="2800" b="1">
                                  <a:solidFill>
                                    <a:srgbClr val="002060"/>
                                  </a:solidFill>
                                  <a:latin typeface="Cambria Math" panose="02040503050406030204" pitchFamily="18" charset="0"/>
                                </a:rPr>
                                <m:t>𝐭</m:t>
                              </m:r>
                            </m:e>
                          </m:d>
                          <m:r>
                            <a:rPr lang="en-IN" sz="2800" b="0" i="1" smtClean="0">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    </m:t>
                          </m:r>
                          <m:d>
                            <m:dPr>
                              <m:ctrlPr>
                                <a:rPr lang="en-IN" sz="2800" i="1">
                                  <a:solidFill>
                                    <a:srgbClr val="002060"/>
                                  </a:solidFill>
                                  <a:latin typeface="Cambria Math" panose="02040503050406030204" pitchFamily="18" charset="0"/>
                                </a:rPr>
                              </m:ctrlPr>
                            </m:dPr>
                            <m:e>
                              <m:sSub>
                                <m:sSubPr>
                                  <m:ctrlPr>
                                    <a:rPr lang="en-IN" sz="2800" b="1" i="1">
                                      <a:solidFill>
                                        <a:srgbClr val="002060"/>
                                      </a:solidFill>
                                      <a:latin typeface="Cambria Math" panose="02040503050406030204" pitchFamily="18" charset="0"/>
                                    </a:rPr>
                                  </m:ctrlPr>
                                </m:sSubPr>
                                <m:e>
                                  <m:r>
                                    <a:rPr lang="en-US" sz="2800" b="1" i="1">
                                      <a:solidFill>
                                        <a:srgbClr val="002060"/>
                                      </a:solidFill>
                                      <a:latin typeface="Cambria Math" panose="02040503050406030204" pitchFamily="18" charset="0"/>
                                    </a:rPr>
                                    <m:t>𝐩</m:t>
                                  </m:r>
                                </m:e>
                                <m:sub>
                                  <m:r>
                                    <a:rPr lang="en-US" sz="2800" b="1" i="1">
                                      <a:solidFill>
                                        <a:srgbClr val="002060"/>
                                      </a:solidFill>
                                      <a:latin typeface="Cambria Math" panose="02040503050406030204" pitchFamily="18" charset="0"/>
                                    </a:rPr>
                                    <m:t>𝟏</m:t>
                                  </m:r>
                                </m:sub>
                              </m:sSub>
                              <m:r>
                                <a:rPr lang="en-US" sz="2800" b="1" i="1">
                                  <a:solidFill>
                                    <a:srgbClr val="002060"/>
                                  </a:solidFill>
                                  <a:latin typeface="Cambria Math" panose="02040503050406030204" pitchFamily="18" charset="0"/>
                                </a:rPr>
                                <m:t>−</m:t>
                              </m:r>
                              <m:sSub>
                                <m:sSubPr>
                                  <m:ctrlPr>
                                    <a:rPr lang="en-IN" sz="2800" b="1" i="1">
                                      <a:solidFill>
                                        <a:srgbClr val="002060"/>
                                      </a:solidFill>
                                      <a:latin typeface="Cambria Math" panose="02040503050406030204" pitchFamily="18" charset="0"/>
                                    </a:rPr>
                                  </m:ctrlPr>
                                </m:sSubPr>
                                <m:e>
                                  <m:r>
                                    <a:rPr lang="en-US" sz="2800" b="1" i="1">
                                      <a:solidFill>
                                        <a:srgbClr val="002060"/>
                                      </a:solidFill>
                                      <a:latin typeface="Cambria Math" panose="02040503050406030204" pitchFamily="18" charset="0"/>
                                    </a:rPr>
                                    <m:t>𝐩</m:t>
                                  </m:r>
                                </m:e>
                                <m:sub>
                                  <m:r>
                                    <a:rPr lang="en-US" sz="2800" b="1" i="1">
                                      <a:solidFill>
                                        <a:srgbClr val="002060"/>
                                      </a:solidFill>
                                      <a:latin typeface="Cambria Math" panose="02040503050406030204" pitchFamily="18" charset="0"/>
                                    </a:rPr>
                                    <m:t>𝟐</m:t>
                                  </m:r>
                                </m:sub>
                              </m:sSub>
                            </m:e>
                          </m:d>
                          <m:r>
                            <a:rPr lang="en-US" sz="2800" b="1" i="1" smtClean="0">
                              <a:solidFill>
                                <a:srgbClr val="002060"/>
                              </a:solidFill>
                              <a:latin typeface="Cambria Math" panose="02040503050406030204" pitchFamily="18" charset="0"/>
                            </a:rPr>
                            <m:t>+</m:t>
                          </m:r>
                          <m:sSub>
                            <m:sSubPr>
                              <m:ctrlPr>
                                <a:rPr lang="en-IN" sz="2800" i="1">
                                  <a:solidFill>
                                    <a:srgbClr val="002060"/>
                                  </a:solidFill>
                                  <a:latin typeface="Cambria Math" panose="02040503050406030204" pitchFamily="18" charset="0"/>
                                </a:rPr>
                              </m:ctrlPr>
                            </m:sSubPr>
                            <m:e>
                              <m:r>
                                <a:rPr lang="en-IN" sz="2800" b="1">
                                  <a:solidFill>
                                    <a:srgbClr val="002060"/>
                                  </a:solidFill>
                                  <a:latin typeface="Cambria Math" panose="02040503050406030204" pitchFamily="18" charset="0"/>
                                </a:rPr>
                                <m:t>𝐙</m:t>
                              </m:r>
                            </m:e>
                            <m:sub>
                              <m:r>
                                <a:rPr lang="en-IN" sz="2800" b="1">
                                  <a:solidFill>
                                    <a:srgbClr val="002060"/>
                                  </a:solidFill>
                                  <a:latin typeface="Cambria Math" panose="02040503050406030204" pitchFamily="18" charset="0"/>
                                </a:rPr>
                                <m:t>𝛂</m:t>
                              </m:r>
                            </m:sub>
                          </m:sSub>
                          <m:r>
                            <a:rPr lang="en-IN" sz="2800">
                              <a:solidFill>
                                <a:srgbClr val="002060"/>
                              </a:solidFill>
                              <a:latin typeface="Cambria Math" panose="02040503050406030204" pitchFamily="18" charset="0"/>
                            </a:rPr>
                            <m:t> </m:t>
                          </m:r>
                          <m:r>
                            <m:rPr>
                              <m:sty m:val="p"/>
                            </m:rPr>
                            <a:rPr lang="en-IN" sz="2800">
                              <a:solidFill>
                                <a:srgbClr val="002060"/>
                              </a:solidFill>
                              <a:latin typeface="Cambria Math" panose="02040503050406030204" pitchFamily="18" charset="0"/>
                            </a:rPr>
                            <m:t>SE</m:t>
                          </m:r>
                          <m:d>
                            <m:dPr>
                              <m:ctrlPr>
                                <a:rPr lang="en-IN" sz="2800" i="1">
                                  <a:solidFill>
                                    <a:srgbClr val="002060"/>
                                  </a:solidFill>
                                  <a:latin typeface="Cambria Math" panose="02040503050406030204" pitchFamily="18" charset="0"/>
                                </a:rPr>
                              </m:ctrlPr>
                            </m:dPr>
                            <m:e>
                              <m:r>
                                <a:rPr lang="en-IN" sz="2800" b="1">
                                  <a:solidFill>
                                    <a:srgbClr val="002060"/>
                                  </a:solidFill>
                                  <a:latin typeface="Cambria Math" panose="02040503050406030204" pitchFamily="18" charset="0"/>
                                </a:rPr>
                                <m:t>𝐭</m:t>
                              </m:r>
                            </m:e>
                          </m:d>
                        </m:e>
                      </m:d>
                    </m:oMath>
                  </m:oMathPara>
                </a14:m>
                <a:endParaRPr lang="en-US" sz="2800" dirty="0">
                  <a:solidFill>
                    <a:srgbClr val="002060"/>
                  </a:solidFill>
                </a:endParaRPr>
              </a:p>
            </p:txBody>
          </p:sp>
        </mc:Choice>
        <mc:Fallback xmlns="">
          <p:sp>
            <p:nvSpPr>
              <p:cNvPr id="5" name="Rectangle 4">
                <a:extLst>
                  <a:ext uri="{FF2B5EF4-FFF2-40B4-BE49-F238E27FC236}">
                    <a16:creationId xmlns:a16="http://schemas.microsoft.com/office/drawing/2014/main" id="{AAF90748-EC33-8260-C2F4-7FB99BD9F29E}"/>
                  </a:ext>
                </a:extLst>
              </p:cNvPr>
              <p:cNvSpPr>
                <a:spLocks noRot="1" noChangeAspect="1" noMove="1" noResize="1" noEditPoints="1" noAdjustHandles="1" noChangeArrowheads="1" noChangeShapeType="1" noTextEdit="1"/>
              </p:cNvSpPr>
              <p:nvPr/>
            </p:nvSpPr>
            <p:spPr>
              <a:xfrm>
                <a:off x="423020" y="1463214"/>
                <a:ext cx="7852300" cy="578685"/>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995361F9-2006-2585-18BF-4B754A3BFD60}"/>
                  </a:ext>
                </a:extLst>
              </p:cNvPr>
              <p:cNvSpPr/>
              <p:nvPr/>
            </p:nvSpPr>
            <p:spPr>
              <a:xfrm>
                <a:off x="45830" y="2189374"/>
                <a:ext cx="12054730" cy="1701813"/>
              </a:xfrm>
              <a:prstGeom prst="rect">
                <a:avLst/>
              </a:prstGeom>
            </p:spPr>
            <p:txBody>
              <a:bodyPr wrap="square">
                <a:spAutoFit/>
              </a:bodyPr>
              <a:lstStyle/>
              <a:p>
                <a:pPr lvl="0"/>
                <a14:m>
                  <m:oMathPara xmlns:m="http://schemas.openxmlformats.org/officeDocument/2006/math">
                    <m:oMathParaPr>
                      <m:jc m:val="centerGroup"/>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d>
                        <m:dPr>
                          <m:ctrlPr>
                            <a:rPr lang="en-US" sz="2800" i="1" smtClean="0">
                              <a:solidFill>
                                <a:srgbClr val="002060"/>
                              </a:solidFill>
                              <a:latin typeface="Cambria Math" panose="02040503050406030204" pitchFamily="18" charset="0"/>
                            </a:rPr>
                          </m:ctrlPr>
                        </m:dPr>
                        <m:e>
                          <m:d>
                            <m:dPr>
                              <m:ctrlPr>
                                <a:rPr lang="en-IN" sz="2800" i="1">
                                  <a:solidFill>
                                    <a:srgbClr val="002060"/>
                                  </a:solidFill>
                                  <a:latin typeface="Cambria Math" panose="02040503050406030204" pitchFamily="18" charset="0"/>
                                </a:rPr>
                              </m:ctrlPr>
                            </m:dPr>
                            <m:e>
                              <m:sSub>
                                <m:sSubPr>
                                  <m:ctrlPr>
                                    <a:rPr lang="en-IN" sz="2800" b="1" i="1">
                                      <a:solidFill>
                                        <a:srgbClr val="002060"/>
                                      </a:solidFill>
                                      <a:latin typeface="Cambria Math" panose="02040503050406030204" pitchFamily="18" charset="0"/>
                                    </a:rPr>
                                  </m:ctrlPr>
                                </m:sSubPr>
                                <m:e>
                                  <m:r>
                                    <a:rPr lang="en-US" sz="2800" b="1" i="1">
                                      <a:solidFill>
                                        <a:srgbClr val="002060"/>
                                      </a:solidFill>
                                      <a:latin typeface="Cambria Math" panose="02040503050406030204" pitchFamily="18" charset="0"/>
                                    </a:rPr>
                                    <m:t>𝐩</m:t>
                                  </m:r>
                                </m:e>
                                <m:sub>
                                  <m:r>
                                    <a:rPr lang="en-US" sz="2800" b="1" i="1">
                                      <a:solidFill>
                                        <a:srgbClr val="002060"/>
                                      </a:solidFill>
                                      <a:latin typeface="Cambria Math" panose="02040503050406030204" pitchFamily="18" charset="0"/>
                                    </a:rPr>
                                    <m:t>𝟏</m:t>
                                  </m:r>
                                </m:sub>
                              </m:sSub>
                              <m:r>
                                <a:rPr lang="en-US" sz="2800" b="1" i="1">
                                  <a:solidFill>
                                    <a:srgbClr val="002060"/>
                                  </a:solidFill>
                                  <a:latin typeface="Cambria Math" panose="02040503050406030204" pitchFamily="18" charset="0"/>
                                </a:rPr>
                                <m:t>−</m:t>
                              </m:r>
                              <m:sSub>
                                <m:sSubPr>
                                  <m:ctrlPr>
                                    <a:rPr lang="en-IN" sz="2800" b="1" i="1">
                                      <a:solidFill>
                                        <a:srgbClr val="002060"/>
                                      </a:solidFill>
                                      <a:latin typeface="Cambria Math" panose="02040503050406030204" pitchFamily="18" charset="0"/>
                                    </a:rPr>
                                  </m:ctrlPr>
                                </m:sSubPr>
                                <m:e>
                                  <m:r>
                                    <a:rPr lang="en-US" sz="2800" b="1" i="1">
                                      <a:solidFill>
                                        <a:srgbClr val="002060"/>
                                      </a:solidFill>
                                      <a:latin typeface="Cambria Math" panose="02040503050406030204" pitchFamily="18" charset="0"/>
                                    </a:rPr>
                                    <m:t>𝐩</m:t>
                                  </m:r>
                                </m:e>
                                <m:sub>
                                  <m:r>
                                    <a:rPr lang="en-US" sz="2800" b="1" i="1">
                                      <a:solidFill>
                                        <a:srgbClr val="002060"/>
                                      </a:solidFill>
                                      <a:latin typeface="Cambria Math" panose="02040503050406030204" pitchFamily="18" charset="0"/>
                                    </a:rPr>
                                    <m:t>𝟐</m:t>
                                  </m:r>
                                </m:sub>
                              </m:sSub>
                            </m:e>
                          </m:d>
                          <m:r>
                            <a:rPr lang="en-IN" sz="2800" b="0" i="0" smtClean="0">
                              <a:solidFill>
                                <a:srgbClr val="002060"/>
                              </a:solidFill>
                              <a:latin typeface="Cambria Math" panose="02040503050406030204" pitchFamily="18" charset="0"/>
                            </a:rPr>
                            <m:t>−</m:t>
                          </m:r>
                          <m:r>
                            <a:rPr lang="en-IN" sz="2800" i="1" smtClean="0">
                              <a:solidFill>
                                <a:srgbClr val="002060"/>
                              </a:solidFill>
                              <a:latin typeface="Cambria Math" panose="02040503050406030204" pitchFamily="18" charset="0"/>
                            </a:rPr>
                            <m:t>1</m:t>
                          </m:r>
                          <m:r>
                            <a:rPr lang="en-IN" sz="2800" b="0" i="1" smtClean="0">
                              <a:solidFill>
                                <a:srgbClr val="002060"/>
                              </a:solidFill>
                              <a:latin typeface="Cambria Math" panose="02040503050406030204" pitchFamily="18" charset="0"/>
                            </a:rPr>
                            <m:t>.96</m:t>
                          </m:r>
                          <m:rad>
                            <m:radPr>
                              <m:degHide m:val="on"/>
                              <m:ctrlPr>
                                <a:rPr lang="en-IN" sz="2800" b="1" i="1" smtClean="0">
                                  <a:solidFill>
                                    <a:srgbClr val="002060"/>
                                  </a:solidFill>
                                  <a:latin typeface="Cambria Math" panose="02040503050406030204" pitchFamily="18" charset="0"/>
                                </a:rPr>
                              </m:ctrlPr>
                            </m:radPr>
                            <m:deg/>
                            <m:e>
                              <m:r>
                                <a:rPr lang="en-US" sz="2800" b="1">
                                  <a:solidFill>
                                    <a:srgbClr val="002060"/>
                                  </a:solidFill>
                                  <a:latin typeface="Cambria Math" panose="02040503050406030204" pitchFamily="18" charset="0"/>
                                </a:rPr>
                                <m:t>𝐩𝐪</m:t>
                              </m:r>
                              <m:d>
                                <m:dPr>
                                  <m:ctrlPr>
                                    <a:rPr lang="en-IN" sz="2800" b="1" i="1">
                                      <a:solidFill>
                                        <a:srgbClr val="002060"/>
                                      </a:solidFill>
                                      <a:latin typeface="Cambria Math" panose="02040503050406030204" pitchFamily="18" charset="0"/>
                                    </a:rPr>
                                  </m:ctrlPr>
                                </m:dPr>
                                <m:e>
                                  <m:f>
                                    <m:fPr>
                                      <m:ctrlPr>
                                        <a:rPr lang="en-IN" sz="2800" b="1" i="1">
                                          <a:solidFill>
                                            <a:srgbClr val="002060"/>
                                          </a:solidFill>
                                          <a:latin typeface="Cambria Math" panose="02040503050406030204" pitchFamily="18" charset="0"/>
                                        </a:rPr>
                                      </m:ctrlPr>
                                    </m:fPr>
                                    <m:num>
                                      <m:r>
                                        <a:rPr lang="en-US" sz="2800" b="1">
                                          <a:solidFill>
                                            <a:srgbClr val="002060"/>
                                          </a:solidFill>
                                          <a:latin typeface="Cambria Math" panose="02040503050406030204" pitchFamily="18" charset="0"/>
                                        </a:rPr>
                                        <m:t> </m:t>
                                      </m:r>
                                      <m:r>
                                        <a:rPr lang="en-US" sz="2800" b="1">
                                          <a:solidFill>
                                            <a:srgbClr val="002060"/>
                                          </a:solidFill>
                                          <a:latin typeface="Cambria Math" panose="02040503050406030204" pitchFamily="18" charset="0"/>
                                        </a:rPr>
                                        <m:t>𝟏</m:t>
                                      </m:r>
                                      <m:r>
                                        <a:rPr lang="en-US" sz="2800" b="1">
                                          <a:solidFill>
                                            <a:srgbClr val="002060"/>
                                          </a:solidFill>
                                          <a:latin typeface="Cambria Math" panose="02040503050406030204" pitchFamily="18" charset="0"/>
                                        </a:rPr>
                                        <m:t> </m:t>
                                      </m:r>
                                    </m:num>
                                    <m:den>
                                      <m:sSub>
                                        <m:sSubPr>
                                          <m:ctrlPr>
                                            <a:rPr lang="en-IN" sz="2800" b="1" i="1">
                                              <a:solidFill>
                                                <a:srgbClr val="002060"/>
                                              </a:solidFill>
                                              <a:latin typeface="Cambria Math" panose="02040503050406030204" pitchFamily="18" charset="0"/>
                                            </a:rPr>
                                          </m:ctrlPr>
                                        </m:sSubPr>
                                        <m:e>
                                          <m:r>
                                            <a:rPr lang="en-US" sz="2800" b="1">
                                              <a:solidFill>
                                                <a:srgbClr val="002060"/>
                                              </a:solidFill>
                                              <a:latin typeface="Cambria Math" panose="02040503050406030204" pitchFamily="18" charset="0"/>
                                            </a:rPr>
                                            <m:t>𝐧</m:t>
                                          </m:r>
                                        </m:e>
                                        <m:sub>
                                          <m:r>
                                            <a:rPr lang="en-US" sz="2800" b="1">
                                              <a:solidFill>
                                                <a:srgbClr val="002060"/>
                                              </a:solidFill>
                                              <a:latin typeface="Cambria Math" panose="02040503050406030204" pitchFamily="18" charset="0"/>
                                            </a:rPr>
                                            <m:t>𝟏</m:t>
                                          </m:r>
                                          <m:r>
                                            <a:rPr lang="en-US" sz="2800" b="1">
                                              <a:solidFill>
                                                <a:srgbClr val="002060"/>
                                              </a:solidFill>
                                              <a:latin typeface="Cambria Math" panose="02040503050406030204" pitchFamily="18" charset="0"/>
                                            </a:rPr>
                                            <m:t> </m:t>
                                          </m:r>
                                        </m:sub>
                                      </m:sSub>
                                    </m:den>
                                  </m:f>
                                  <m:r>
                                    <a:rPr lang="en-US" sz="2800" b="1">
                                      <a:solidFill>
                                        <a:srgbClr val="002060"/>
                                      </a:solidFill>
                                      <a:latin typeface="Cambria Math" panose="02040503050406030204" pitchFamily="18" charset="0"/>
                                    </a:rPr>
                                    <m:t>+</m:t>
                                  </m:r>
                                  <m:f>
                                    <m:fPr>
                                      <m:ctrlPr>
                                        <a:rPr lang="en-IN" sz="2800" b="1" i="1">
                                          <a:solidFill>
                                            <a:srgbClr val="002060"/>
                                          </a:solidFill>
                                          <a:latin typeface="Cambria Math" panose="02040503050406030204" pitchFamily="18" charset="0"/>
                                        </a:rPr>
                                      </m:ctrlPr>
                                    </m:fPr>
                                    <m:num>
                                      <m:r>
                                        <a:rPr lang="en-US" sz="2800" b="1">
                                          <a:solidFill>
                                            <a:srgbClr val="002060"/>
                                          </a:solidFill>
                                          <a:latin typeface="Cambria Math" panose="02040503050406030204" pitchFamily="18" charset="0"/>
                                        </a:rPr>
                                        <m:t> </m:t>
                                      </m:r>
                                      <m:r>
                                        <a:rPr lang="en-US" sz="2800" b="1">
                                          <a:solidFill>
                                            <a:srgbClr val="002060"/>
                                          </a:solidFill>
                                          <a:latin typeface="Cambria Math" panose="02040503050406030204" pitchFamily="18" charset="0"/>
                                        </a:rPr>
                                        <m:t>𝟏</m:t>
                                      </m:r>
                                      <m:r>
                                        <a:rPr lang="en-US" sz="2800" b="1">
                                          <a:solidFill>
                                            <a:srgbClr val="002060"/>
                                          </a:solidFill>
                                          <a:latin typeface="Cambria Math" panose="02040503050406030204" pitchFamily="18" charset="0"/>
                                        </a:rPr>
                                        <m:t> </m:t>
                                      </m:r>
                                    </m:num>
                                    <m:den>
                                      <m:sSub>
                                        <m:sSubPr>
                                          <m:ctrlPr>
                                            <a:rPr lang="en-IN" sz="2800" b="1" i="1">
                                              <a:solidFill>
                                                <a:srgbClr val="002060"/>
                                              </a:solidFill>
                                              <a:latin typeface="Cambria Math" panose="02040503050406030204" pitchFamily="18" charset="0"/>
                                            </a:rPr>
                                          </m:ctrlPr>
                                        </m:sSubPr>
                                        <m:e>
                                          <m:r>
                                            <a:rPr lang="en-US" sz="2800" b="1">
                                              <a:solidFill>
                                                <a:srgbClr val="002060"/>
                                              </a:solidFill>
                                              <a:latin typeface="Cambria Math" panose="02040503050406030204" pitchFamily="18" charset="0"/>
                                            </a:rPr>
                                            <m:t>𝐧</m:t>
                                          </m:r>
                                        </m:e>
                                        <m:sub>
                                          <m:r>
                                            <a:rPr lang="en-US" sz="2800" b="1">
                                              <a:solidFill>
                                                <a:srgbClr val="002060"/>
                                              </a:solidFill>
                                              <a:latin typeface="Cambria Math" panose="02040503050406030204" pitchFamily="18" charset="0"/>
                                            </a:rPr>
                                            <m:t>𝟐</m:t>
                                          </m:r>
                                          <m:r>
                                            <a:rPr lang="en-US" sz="2800" b="1">
                                              <a:solidFill>
                                                <a:srgbClr val="002060"/>
                                              </a:solidFill>
                                              <a:latin typeface="Cambria Math" panose="02040503050406030204" pitchFamily="18" charset="0"/>
                                            </a:rPr>
                                            <m:t> </m:t>
                                          </m:r>
                                        </m:sub>
                                      </m:sSub>
                                    </m:den>
                                  </m:f>
                                </m:e>
                              </m:d>
                            </m:e>
                          </m:rad>
                          <m:r>
                            <a:rPr lang="en-IN" sz="2800" b="0" i="1" smtClean="0">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  </m:t>
                          </m:r>
                          <m:d>
                            <m:dPr>
                              <m:ctrlPr>
                                <a:rPr lang="en-IN" sz="2800" i="1">
                                  <a:solidFill>
                                    <a:srgbClr val="002060"/>
                                  </a:solidFill>
                                  <a:latin typeface="Cambria Math" panose="02040503050406030204" pitchFamily="18" charset="0"/>
                                </a:rPr>
                              </m:ctrlPr>
                            </m:dPr>
                            <m:e>
                              <m:sSub>
                                <m:sSubPr>
                                  <m:ctrlPr>
                                    <a:rPr lang="en-IN" sz="2800" b="1" i="1">
                                      <a:solidFill>
                                        <a:srgbClr val="002060"/>
                                      </a:solidFill>
                                      <a:latin typeface="Cambria Math" panose="02040503050406030204" pitchFamily="18" charset="0"/>
                                    </a:rPr>
                                  </m:ctrlPr>
                                </m:sSubPr>
                                <m:e>
                                  <m:r>
                                    <a:rPr lang="en-US" sz="2800" b="1" i="1">
                                      <a:solidFill>
                                        <a:srgbClr val="002060"/>
                                      </a:solidFill>
                                      <a:latin typeface="Cambria Math" panose="02040503050406030204" pitchFamily="18" charset="0"/>
                                    </a:rPr>
                                    <m:t>𝐩</m:t>
                                  </m:r>
                                </m:e>
                                <m:sub>
                                  <m:r>
                                    <a:rPr lang="en-US" sz="2800" b="1" i="1">
                                      <a:solidFill>
                                        <a:srgbClr val="002060"/>
                                      </a:solidFill>
                                      <a:latin typeface="Cambria Math" panose="02040503050406030204" pitchFamily="18" charset="0"/>
                                    </a:rPr>
                                    <m:t>𝟏</m:t>
                                  </m:r>
                                </m:sub>
                              </m:sSub>
                              <m:r>
                                <a:rPr lang="en-US" sz="2800" b="1" i="1">
                                  <a:solidFill>
                                    <a:srgbClr val="002060"/>
                                  </a:solidFill>
                                  <a:latin typeface="Cambria Math" panose="02040503050406030204" pitchFamily="18" charset="0"/>
                                </a:rPr>
                                <m:t>−</m:t>
                              </m:r>
                              <m:sSub>
                                <m:sSubPr>
                                  <m:ctrlPr>
                                    <a:rPr lang="en-IN" sz="2800" b="1" i="1">
                                      <a:solidFill>
                                        <a:srgbClr val="002060"/>
                                      </a:solidFill>
                                      <a:latin typeface="Cambria Math" panose="02040503050406030204" pitchFamily="18" charset="0"/>
                                    </a:rPr>
                                  </m:ctrlPr>
                                </m:sSubPr>
                                <m:e>
                                  <m:r>
                                    <a:rPr lang="en-US" sz="2800" b="1" i="1">
                                      <a:solidFill>
                                        <a:srgbClr val="002060"/>
                                      </a:solidFill>
                                      <a:latin typeface="Cambria Math" panose="02040503050406030204" pitchFamily="18" charset="0"/>
                                    </a:rPr>
                                    <m:t>𝐩</m:t>
                                  </m:r>
                                </m:e>
                                <m:sub>
                                  <m:r>
                                    <a:rPr lang="en-US" sz="2800" b="1" i="1">
                                      <a:solidFill>
                                        <a:srgbClr val="002060"/>
                                      </a:solidFill>
                                      <a:latin typeface="Cambria Math" panose="02040503050406030204" pitchFamily="18" charset="0"/>
                                    </a:rPr>
                                    <m:t>𝟐</m:t>
                                  </m:r>
                                </m:sub>
                              </m:sSub>
                            </m:e>
                          </m:d>
                          <m:r>
                            <a:rPr lang="en-IN" sz="2800" b="0" i="0" smtClean="0">
                              <a:solidFill>
                                <a:srgbClr val="002060"/>
                              </a:solidFill>
                              <a:latin typeface="Cambria Math" panose="02040503050406030204" pitchFamily="18" charset="0"/>
                            </a:rPr>
                            <m:t>+</m:t>
                          </m:r>
                          <m:r>
                            <a:rPr lang="en-IN" sz="2800" i="1">
                              <a:solidFill>
                                <a:srgbClr val="002060"/>
                              </a:solidFill>
                              <a:latin typeface="Cambria Math" panose="02040503050406030204" pitchFamily="18" charset="0"/>
                            </a:rPr>
                            <m:t>1.96</m:t>
                          </m:r>
                          <m:rad>
                            <m:radPr>
                              <m:degHide m:val="on"/>
                              <m:ctrlPr>
                                <a:rPr lang="en-IN" sz="2800" b="1" i="1" smtClean="0">
                                  <a:solidFill>
                                    <a:srgbClr val="002060"/>
                                  </a:solidFill>
                                  <a:latin typeface="Cambria Math" panose="02040503050406030204" pitchFamily="18" charset="0"/>
                                </a:rPr>
                              </m:ctrlPr>
                            </m:radPr>
                            <m:deg/>
                            <m:e>
                              <m:r>
                                <a:rPr lang="en-US" sz="2800" b="1">
                                  <a:solidFill>
                                    <a:srgbClr val="002060"/>
                                  </a:solidFill>
                                  <a:latin typeface="Cambria Math" panose="02040503050406030204" pitchFamily="18" charset="0"/>
                                </a:rPr>
                                <m:t>𝐩𝐪</m:t>
                              </m:r>
                              <m:d>
                                <m:dPr>
                                  <m:ctrlPr>
                                    <a:rPr lang="en-IN" sz="2800" b="1" i="1">
                                      <a:solidFill>
                                        <a:srgbClr val="002060"/>
                                      </a:solidFill>
                                      <a:latin typeface="Cambria Math" panose="02040503050406030204" pitchFamily="18" charset="0"/>
                                    </a:rPr>
                                  </m:ctrlPr>
                                </m:dPr>
                                <m:e>
                                  <m:f>
                                    <m:fPr>
                                      <m:ctrlPr>
                                        <a:rPr lang="en-IN" sz="2800" b="1" i="1">
                                          <a:solidFill>
                                            <a:srgbClr val="002060"/>
                                          </a:solidFill>
                                          <a:latin typeface="Cambria Math" panose="02040503050406030204" pitchFamily="18" charset="0"/>
                                        </a:rPr>
                                      </m:ctrlPr>
                                    </m:fPr>
                                    <m:num>
                                      <m:r>
                                        <a:rPr lang="en-US" sz="2800" b="1">
                                          <a:solidFill>
                                            <a:srgbClr val="002060"/>
                                          </a:solidFill>
                                          <a:latin typeface="Cambria Math" panose="02040503050406030204" pitchFamily="18" charset="0"/>
                                        </a:rPr>
                                        <m:t> </m:t>
                                      </m:r>
                                      <m:r>
                                        <a:rPr lang="en-US" sz="2800" b="1">
                                          <a:solidFill>
                                            <a:srgbClr val="002060"/>
                                          </a:solidFill>
                                          <a:latin typeface="Cambria Math" panose="02040503050406030204" pitchFamily="18" charset="0"/>
                                        </a:rPr>
                                        <m:t>𝟏</m:t>
                                      </m:r>
                                      <m:r>
                                        <a:rPr lang="en-US" sz="2800" b="1">
                                          <a:solidFill>
                                            <a:srgbClr val="002060"/>
                                          </a:solidFill>
                                          <a:latin typeface="Cambria Math" panose="02040503050406030204" pitchFamily="18" charset="0"/>
                                        </a:rPr>
                                        <m:t> </m:t>
                                      </m:r>
                                    </m:num>
                                    <m:den>
                                      <m:sSub>
                                        <m:sSubPr>
                                          <m:ctrlPr>
                                            <a:rPr lang="en-IN" sz="2800" b="1" i="1">
                                              <a:solidFill>
                                                <a:srgbClr val="002060"/>
                                              </a:solidFill>
                                              <a:latin typeface="Cambria Math" panose="02040503050406030204" pitchFamily="18" charset="0"/>
                                            </a:rPr>
                                          </m:ctrlPr>
                                        </m:sSubPr>
                                        <m:e>
                                          <m:r>
                                            <a:rPr lang="en-US" sz="2800" b="1">
                                              <a:solidFill>
                                                <a:srgbClr val="002060"/>
                                              </a:solidFill>
                                              <a:latin typeface="Cambria Math" panose="02040503050406030204" pitchFamily="18" charset="0"/>
                                            </a:rPr>
                                            <m:t>𝐧</m:t>
                                          </m:r>
                                        </m:e>
                                        <m:sub>
                                          <m:r>
                                            <a:rPr lang="en-US" sz="2800" b="1">
                                              <a:solidFill>
                                                <a:srgbClr val="002060"/>
                                              </a:solidFill>
                                              <a:latin typeface="Cambria Math" panose="02040503050406030204" pitchFamily="18" charset="0"/>
                                            </a:rPr>
                                            <m:t>𝟏</m:t>
                                          </m:r>
                                          <m:r>
                                            <a:rPr lang="en-US" sz="2800" b="1">
                                              <a:solidFill>
                                                <a:srgbClr val="002060"/>
                                              </a:solidFill>
                                              <a:latin typeface="Cambria Math" panose="02040503050406030204" pitchFamily="18" charset="0"/>
                                            </a:rPr>
                                            <m:t> </m:t>
                                          </m:r>
                                        </m:sub>
                                      </m:sSub>
                                    </m:den>
                                  </m:f>
                                  <m:r>
                                    <a:rPr lang="en-US" sz="2800" b="1">
                                      <a:solidFill>
                                        <a:srgbClr val="002060"/>
                                      </a:solidFill>
                                      <a:latin typeface="Cambria Math" panose="02040503050406030204" pitchFamily="18" charset="0"/>
                                    </a:rPr>
                                    <m:t>+</m:t>
                                  </m:r>
                                  <m:f>
                                    <m:fPr>
                                      <m:ctrlPr>
                                        <a:rPr lang="en-IN" sz="2800" b="1" i="1">
                                          <a:solidFill>
                                            <a:srgbClr val="002060"/>
                                          </a:solidFill>
                                          <a:latin typeface="Cambria Math" panose="02040503050406030204" pitchFamily="18" charset="0"/>
                                        </a:rPr>
                                      </m:ctrlPr>
                                    </m:fPr>
                                    <m:num>
                                      <m:r>
                                        <a:rPr lang="en-US" sz="2800" b="1">
                                          <a:solidFill>
                                            <a:srgbClr val="002060"/>
                                          </a:solidFill>
                                          <a:latin typeface="Cambria Math" panose="02040503050406030204" pitchFamily="18" charset="0"/>
                                        </a:rPr>
                                        <m:t> </m:t>
                                      </m:r>
                                      <m:r>
                                        <a:rPr lang="en-US" sz="2800" b="1">
                                          <a:solidFill>
                                            <a:srgbClr val="002060"/>
                                          </a:solidFill>
                                          <a:latin typeface="Cambria Math" panose="02040503050406030204" pitchFamily="18" charset="0"/>
                                        </a:rPr>
                                        <m:t>𝟏</m:t>
                                      </m:r>
                                      <m:r>
                                        <a:rPr lang="en-US" sz="2800" b="1">
                                          <a:solidFill>
                                            <a:srgbClr val="002060"/>
                                          </a:solidFill>
                                          <a:latin typeface="Cambria Math" panose="02040503050406030204" pitchFamily="18" charset="0"/>
                                        </a:rPr>
                                        <m:t> </m:t>
                                      </m:r>
                                    </m:num>
                                    <m:den>
                                      <m:sSub>
                                        <m:sSubPr>
                                          <m:ctrlPr>
                                            <a:rPr lang="en-IN" sz="2800" b="1" i="1">
                                              <a:solidFill>
                                                <a:srgbClr val="002060"/>
                                              </a:solidFill>
                                              <a:latin typeface="Cambria Math" panose="02040503050406030204" pitchFamily="18" charset="0"/>
                                            </a:rPr>
                                          </m:ctrlPr>
                                        </m:sSubPr>
                                        <m:e>
                                          <m:r>
                                            <a:rPr lang="en-US" sz="2800" b="1">
                                              <a:solidFill>
                                                <a:srgbClr val="002060"/>
                                              </a:solidFill>
                                              <a:latin typeface="Cambria Math" panose="02040503050406030204" pitchFamily="18" charset="0"/>
                                            </a:rPr>
                                            <m:t>𝐧</m:t>
                                          </m:r>
                                        </m:e>
                                        <m:sub>
                                          <m:r>
                                            <a:rPr lang="en-US" sz="2800" b="1">
                                              <a:solidFill>
                                                <a:srgbClr val="002060"/>
                                              </a:solidFill>
                                              <a:latin typeface="Cambria Math" panose="02040503050406030204" pitchFamily="18" charset="0"/>
                                            </a:rPr>
                                            <m:t>𝟐</m:t>
                                          </m:r>
                                          <m:r>
                                            <a:rPr lang="en-US" sz="2800" b="1">
                                              <a:solidFill>
                                                <a:srgbClr val="002060"/>
                                              </a:solidFill>
                                              <a:latin typeface="Cambria Math" panose="02040503050406030204" pitchFamily="18" charset="0"/>
                                            </a:rPr>
                                            <m:t> </m:t>
                                          </m:r>
                                        </m:sub>
                                      </m:sSub>
                                    </m:den>
                                  </m:f>
                                </m:e>
                              </m:d>
                            </m:e>
                          </m:rad>
                        </m:e>
                      </m:d>
                    </m:oMath>
                  </m:oMathPara>
                </a14:m>
                <a:endParaRPr lang="en-US" sz="2800" dirty="0">
                  <a:solidFill>
                    <a:srgbClr val="002060"/>
                  </a:solidFill>
                </a:endParaRPr>
              </a:p>
            </p:txBody>
          </p:sp>
        </mc:Choice>
        <mc:Fallback xmlns="">
          <p:sp>
            <p:nvSpPr>
              <p:cNvPr id="6" name="Rectangle 5">
                <a:extLst>
                  <a:ext uri="{FF2B5EF4-FFF2-40B4-BE49-F238E27FC236}">
                    <a16:creationId xmlns:a16="http://schemas.microsoft.com/office/drawing/2014/main" id="{995361F9-2006-2585-18BF-4B754A3BFD60}"/>
                  </a:ext>
                </a:extLst>
              </p:cNvPr>
              <p:cNvSpPr>
                <a:spLocks noRot="1" noChangeAspect="1" noMove="1" noResize="1" noEditPoints="1" noAdjustHandles="1" noChangeArrowheads="1" noChangeShapeType="1" noTextEdit="1"/>
              </p:cNvSpPr>
              <p:nvPr/>
            </p:nvSpPr>
            <p:spPr>
              <a:xfrm>
                <a:off x="45830" y="2189374"/>
                <a:ext cx="12054730" cy="1701813"/>
              </a:xfrm>
              <a:prstGeom prst="rect">
                <a:avLst/>
              </a:prstGeom>
              <a:blipFill>
                <a:blip r:embed="rId4"/>
                <a:stretch>
                  <a:fillRect/>
                </a:stretch>
              </a:blipFill>
            </p:spPr>
            <p:txBody>
              <a:bodyPr/>
              <a:lstStyle/>
              <a:p>
                <a:r>
                  <a:rPr lang="en-IN">
                    <a:noFill/>
                  </a:rPr>
                  <a:t> </a:t>
                </a:r>
              </a:p>
            </p:txBody>
          </p:sp>
        </mc:Fallback>
      </mc:AlternateContent>
      <p:sp>
        <p:nvSpPr>
          <p:cNvPr id="3" name="Rectangle 2">
            <a:extLst>
              <a:ext uri="{FF2B5EF4-FFF2-40B4-BE49-F238E27FC236}">
                <a16:creationId xmlns:a16="http://schemas.microsoft.com/office/drawing/2014/main" id="{BE3F6B59-26E4-4AB8-E15E-537954408F48}"/>
              </a:ext>
            </a:extLst>
          </p:cNvPr>
          <p:cNvSpPr/>
          <p:nvPr/>
        </p:nvSpPr>
        <p:spPr>
          <a:xfrm>
            <a:off x="313145" y="3861287"/>
            <a:ext cx="1774845" cy="523220"/>
          </a:xfrm>
          <a:prstGeom prst="rect">
            <a:avLst/>
          </a:prstGeom>
        </p:spPr>
        <p:txBody>
          <a:bodyPr wrap="none">
            <a:spAutoFit/>
          </a:bodyPr>
          <a:lstStyle/>
          <a:p>
            <a:r>
              <a:rPr lang="en-US" sz="2800" u="sng" dirty="0">
                <a:solidFill>
                  <a:srgbClr val="FF0000"/>
                </a:solidFill>
              </a:rPr>
              <a:t>Calculation</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EAB0C34-2BED-ED9B-8778-37E97A2058E7}"/>
                  </a:ext>
                </a:extLst>
              </p:cNvPr>
              <p:cNvSpPr txBox="1"/>
              <p:nvPr/>
            </p:nvSpPr>
            <p:spPr>
              <a:xfrm>
                <a:off x="304800" y="4475947"/>
                <a:ext cx="209550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IN" sz="2800" i="1" smtClean="0">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US" sz="2800" b="0" i="0">
                                  <a:solidFill>
                                    <a:srgbClr val="002060"/>
                                  </a:solidFill>
                                  <a:latin typeface="Cambria Math" panose="02040503050406030204" pitchFamily="18" charset="0"/>
                                </a:rPr>
                                <m:t>p</m:t>
                              </m:r>
                            </m:e>
                            <m:sub>
                              <m:r>
                                <a:rPr lang="en-US" sz="2800" b="0" i="0">
                                  <a:solidFill>
                                    <a:srgbClr val="002060"/>
                                  </a:solidFill>
                                  <a:latin typeface="Cambria Math" panose="02040503050406030204" pitchFamily="18" charset="0"/>
                                </a:rPr>
                                <m:t>1</m:t>
                              </m:r>
                            </m:sub>
                          </m:sSub>
                          <m:r>
                            <a:rPr lang="en-US" sz="2800" b="0" i="0">
                              <a:solidFill>
                                <a:srgbClr val="002060"/>
                              </a:solidFill>
                              <a:latin typeface="Cambria Math" panose="02040503050406030204" pitchFamily="18" charset="0"/>
                            </a:rPr>
                            <m:t>−</m:t>
                          </m:r>
                          <m:sSub>
                            <m:sSubPr>
                              <m:ctrlPr>
                                <a:rPr lang="en-IN" sz="2800" i="1">
                                  <a:solidFill>
                                    <a:srgbClr val="002060"/>
                                  </a:solidFill>
                                  <a:latin typeface="Cambria Math" panose="02040503050406030204" pitchFamily="18" charset="0"/>
                                </a:rPr>
                              </m:ctrlPr>
                            </m:sSubPr>
                            <m:e>
                              <m:r>
                                <m:rPr>
                                  <m:sty m:val="p"/>
                                </m:rPr>
                                <a:rPr lang="en-US" sz="2800" b="0" i="0">
                                  <a:solidFill>
                                    <a:srgbClr val="002060"/>
                                  </a:solidFill>
                                  <a:latin typeface="Cambria Math" panose="02040503050406030204" pitchFamily="18" charset="0"/>
                                </a:rPr>
                                <m:t>p</m:t>
                              </m:r>
                            </m:e>
                            <m:sub>
                              <m:r>
                                <a:rPr lang="en-US" sz="2800" b="0" i="0">
                                  <a:solidFill>
                                    <a:srgbClr val="002060"/>
                                  </a:solidFill>
                                  <a:latin typeface="Cambria Math" panose="02040503050406030204" pitchFamily="18" charset="0"/>
                                </a:rPr>
                                <m:t>2</m:t>
                              </m:r>
                            </m:sub>
                          </m:sSub>
                        </m:e>
                      </m:d>
                      <m:r>
                        <a:rPr lang="en-US" sz="2800" b="0" i="0" smtClean="0">
                          <a:solidFill>
                            <a:srgbClr val="002060"/>
                          </a:solidFill>
                          <a:latin typeface="Cambria Math" panose="02040503050406030204" pitchFamily="18" charset="0"/>
                        </a:rPr>
                        <m:t>=</m:t>
                      </m:r>
                    </m:oMath>
                  </m:oMathPara>
                </a14:m>
                <a:endParaRPr lang="en-IN" sz="2800" dirty="0"/>
              </a:p>
            </p:txBody>
          </p:sp>
        </mc:Choice>
        <mc:Fallback xmlns="">
          <p:sp>
            <p:nvSpPr>
              <p:cNvPr id="9" name="TextBox 8">
                <a:extLst>
                  <a:ext uri="{FF2B5EF4-FFF2-40B4-BE49-F238E27FC236}">
                    <a16:creationId xmlns:a16="http://schemas.microsoft.com/office/drawing/2014/main" id="{0EAB0C34-2BED-ED9B-8778-37E97A2058E7}"/>
                  </a:ext>
                </a:extLst>
              </p:cNvPr>
              <p:cNvSpPr txBox="1">
                <a:spLocks noRot="1" noChangeAspect="1" noMove="1" noResize="1" noEditPoints="1" noAdjustHandles="1" noChangeArrowheads="1" noChangeShapeType="1" noTextEdit="1"/>
              </p:cNvSpPr>
              <p:nvPr/>
            </p:nvSpPr>
            <p:spPr>
              <a:xfrm>
                <a:off x="304800" y="4475947"/>
                <a:ext cx="2095500"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51B681B-2AC5-D7CC-745C-8DA04C83AD9E}"/>
                  </a:ext>
                </a:extLst>
              </p:cNvPr>
              <p:cNvSpPr txBox="1"/>
              <p:nvPr/>
            </p:nvSpPr>
            <p:spPr>
              <a:xfrm>
                <a:off x="2114550" y="4487377"/>
                <a:ext cx="2451734"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IN" sz="2800" i="1" smtClean="0">
                              <a:solidFill>
                                <a:srgbClr val="002060"/>
                              </a:solidFill>
                              <a:latin typeface="Cambria Math" panose="02040503050406030204" pitchFamily="18" charset="0"/>
                            </a:rPr>
                          </m:ctrlPr>
                        </m:dPr>
                        <m:e>
                          <m:r>
                            <a:rPr lang="en-US" sz="2800" b="0" i="0" smtClean="0">
                              <a:solidFill>
                                <a:srgbClr val="002060"/>
                              </a:solidFill>
                              <a:latin typeface="Cambria Math" panose="02040503050406030204" pitchFamily="18" charset="0"/>
                            </a:rPr>
                            <m:t>0.68</m:t>
                          </m:r>
                          <m:r>
                            <a:rPr lang="en-US" sz="2800" b="0" i="0">
                              <a:solidFill>
                                <a:srgbClr val="002060"/>
                              </a:solidFill>
                              <a:latin typeface="Cambria Math" panose="02040503050406030204" pitchFamily="18" charset="0"/>
                            </a:rPr>
                            <m:t>−</m:t>
                          </m:r>
                          <m:r>
                            <a:rPr lang="en-US" sz="2800" b="0" i="0" smtClean="0">
                              <a:solidFill>
                                <a:srgbClr val="002060"/>
                              </a:solidFill>
                              <a:latin typeface="Cambria Math" panose="02040503050406030204" pitchFamily="18" charset="0"/>
                            </a:rPr>
                            <m:t>0.15</m:t>
                          </m:r>
                        </m:e>
                      </m:d>
                    </m:oMath>
                  </m:oMathPara>
                </a14:m>
                <a:endParaRPr lang="en-IN" sz="2800" dirty="0"/>
              </a:p>
            </p:txBody>
          </p:sp>
        </mc:Choice>
        <mc:Fallback xmlns="">
          <p:sp>
            <p:nvSpPr>
              <p:cNvPr id="11" name="TextBox 10">
                <a:extLst>
                  <a:ext uri="{FF2B5EF4-FFF2-40B4-BE49-F238E27FC236}">
                    <a16:creationId xmlns:a16="http://schemas.microsoft.com/office/drawing/2014/main" id="{551B681B-2AC5-D7CC-745C-8DA04C83AD9E}"/>
                  </a:ext>
                </a:extLst>
              </p:cNvPr>
              <p:cNvSpPr txBox="1">
                <a:spLocks noRot="1" noChangeAspect="1" noMove="1" noResize="1" noEditPoints="1" noAdjustHandles="1" noChangeArrowheads="1" noChangeShapeType="1" noTextEdit="1"/>
              </p:cNvSpPr>
              <p:nvPr/>
            </p:nvSpPr>
            <p:spPr>
              <a:xfrm>
                <a:off x="2114550" y="4487377"/>
                <a:ext cx="2451734"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1F466A5-C274-CBB7-E87E-3A835F291EB3}"/>
                  </a:ext>
                </a:extLst>
              </p:cNvPr>
              <p:cNvSpPr txBox="1"/>
              <p:nvPr/>
            </p:nvSpPr>
            <p:spPr>
              <a:xfrm>
                <a:off x="4335780" y="4475947"/>
                <a:ext cx="131064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i="1" smtClean="0">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0.53</m:t>
                      </m:r>
                    </m:oMath>
                  </m:oMathPara>
                </a14:m>
                <a:endParaRPr lang="en-IN" sz="2800" dirty="0"/>
              </a:p>
            </p:txBody>
          </p:sp>
        </mc:Choice>
        <mc:Fallback xmlns="">
          <p:sp>
            <p:nvSpPr>
              <p:cNvPr id="12" name="TextBox 11">
                <a:extLst>
                  <a:ext uri="{FF2B5EF4-FFF2-40B4-BE49-F238E27FC236}">
                    <a16:creationId xmlns:a16="http://schemas.microsoft.com/office/drawing/2014/main" id="{21F466A5-C274-CBB7-E87E-3A835F291EB3}"/>
                  </a:ext>
                </a:extLst>
              </p:cNvPr>
              <p:cNvSpPr txBox="1">
                <a:spLocks noRot="1" noChangeAspect="1" noMove="1" noResize="1" noEditPoints="1" noAdjustHandles="1" noChangeArrowheads="1" noChangeShapeType="1" noTextEdit="1"/>
              </p:cNvSpPr>
              <p:nvPr/>
            </p:nvSpPr>
            <p:spPr>
              <a:xfrm>
                <a:off x="4335780" y="4475947"/>
                <a:ext cx="1310640" cy="52322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B1DEFBE4-6103-77D8-1285-ED320D8FED6C}"/>
                  </a:ext>
                </a:extLst>
              </p:cNvPr>
              <p:cNvSpPr txBox="1"/>
              <p:nvPr/>
            </p:nvSpPr>
            <p:spPr>
              <a:xfrm>
                <a:off x="377301" y="5237948"/>
                <a:ext cx="3028840" cy="94545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IN" sz="2800" b="0" i="0">
                          <a:solidFill>
                            <a:srgbClr val="002060"/>
                          </a:solidFill>
                          <a:latin typeface="Cambria Math" panose="02040503050406030204" pitchFamily="18" charset="0"/>
                        </a:rPr>
                        <m:t>p</m:t>
                      </m:r>
                      <m:r>
                        <a:rPr lang="en-IN" sz="2800" b="0" i="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m:t>
                          </m:r>
                          <m:sSub>
                            <m:sSubPr>
                              <m:ctrlPr>
                                <a:rPr lang="en-IN" sz="2800" i="1">
                                  <a:solidFill>
                                    <a:srgbClr val="002060"/>
                                  </a:solidFill>
                                  <a:latin typeface="Cambria Math" panose="02040503050406030204" pitchFamily="18" charset="0"/>
                                </a:rPr>
                              </m:ctrlPr>
                            </m:sSubPr>
                            <m:e>
                              <m:r>
                                <m:rPr>
                                  <m:sty m:val="p"/>
                                </m:rPr>
                                <a:rPr lang="en-IN" sz="2800" b="0" i="0">
                                  <a:solidFill>
                                    <a:srgbClr val="002060"/>
                                  </a:solidFill>
                                  <a:latin typeface="Cambria Math" panose="02040503050406030204" pitchFamily="18" charset="0"/>
                                </a:rPr>
                                <m:t>n</m:t>
                              </m:r>
                            </m:e>
                            <m:sub>
                              <m:r>
                                <a:rPr lang="en-IN" sz="2800" b="0" i="0">
                                  <a:solidFill>
                                    <a:srgbClr val="002060"/>
                                  </a:solidFill>
                                  <a:latin typeface="Cambria Math" panose="02040503050406030204" pitchFamily="18" charset="0"/>
                                </a:rPr>
                                <m:t>1</m:t>
                              </m:r>
                            </m:sub>
                          </m:sSub>
                          <m:sSub>
                            <m:sSubPr>
                              <m:ctrlPr>
                                <a:rPr lang="en-IN" sz="2800" i="1">
                                  <a:solidFill>
                                    <a:srgbClr val="002060"/>
                                  </a:solidFill>
                                  <a:latin typeface="Cambria Math" panose="02040503050406030204" pitchFamily="18" charset="0"/>
                                </a:rPr>
                              </m:ctrlPr>
                            </m:sSubPr>
                            <m:e>
                              <m:r>
                                <m:rPr>
                                  <m:sty m:val="p"/>
                                </m:rPr>
                                <a:rPr lang="en-IN" sz="2800" b="0" i="0">
                                  <a:solidFill>
                                    <a:srgbClr val="002060"/>
                                  </a:solidFill>
                                  <a:latin typeface="Cambria Math" panose="02040503050406030204" pitchFamily="18" charset="0"/>
                                </a:rPr>
                                <m:t>p</m:t>
                              </m:r>
                            </m:e>
                            <m:sub>
                              <m:r>
                                <a:rPr lang="en-IN" sz="2800" b="0" i="0">
                                  <a:solidFill>
                                    <a:srgbClr val="002060"/>
                                  </a:solidFill>
                                  <a:latin typeface="Cambria Math" panose="02040503050406030204" pitchFamily="18" charset="0"/>
                                </a:rPr>
                                <m:t>1</m:t>
                              </m:r>
                            </m:sub>
                          </m:sSub>
                          <m:r>
                            <a:rPr lang="en-IN" sz="2800" b="0" i="0">
                              <a:solidFill>
                                <a:srgbClr val="002060"/>
                              </a:solidFill>
                              <a:latin typeface="Cambria Math" panose="02040503050406030204" pitchFamily="18" charset="0"/>
                            </a:rPr>
                            <m:t>+</m:t>
                          </m:r>
                          <m:sSub>
                            <m:sSubPr>
                              <m:ctrlPr>
                                <a:rPr lang="en-IN" sz="2800" i="1">
                                  <a:solidFill>
                                    <a:srgbClr val="002060"/>
                                  </a:solidFill>
                                  <a:latin typeface="Cambria Math" panose="02040503050406030204" pitchFamily="18" charset="0"/>
                                </a:rPr>
                              </m:ctrlPr>
                            </m:sSubPr>
                            <m:e>
                              <m:r>
                                <m:rPr>
                                  <m:sty m:val="p"/>
                                </m:rPr>
                                <a:rPr lang="en-IN" sz="2800" b="0" i="0">
                                  <a:solidFill>
                                    <a:srgbClr val="002060"/>
                                  </a:solidFill>
                                  <a:latin typeface="Cambria Math" panose="02040503050406030204" pitchFamily="18" charset="0"/>
                                </a:rPr>
                                <m:t>n</m:t>
                              </m:r>
                            </m:e>
                            <m:sub>
                              <m:r>
                                <a:rPr lang="en-IN" sz="2800" b="0" i="0">
                                  <a:solidFill>
                                    <a:srgbClr val="002060"/>
                                  </a:solidFill>
                                  <a:latin typeface="Cambria Math" panose="02040503050406030204" pitchFamily="18" charset="0"/>
                                </a:rPr>
                                <m:t>2</m:t>
                              </m:r>
                            </m:sub>
                          </m:sSub>
                          <m:sSub>
                            <m:sSubPr>
                              <m:ctrlPr>
                                <a:rPr lang="en-IN" sz="2800" i="1">
                                  <a:solidFill>
                                    <a:srgbClr val="002060"/>
                                  </a:solidFill>
                                  <a:latin typeface="Cambria Math" panose="02040503050406030204" pitchFamily="18" charset="0"/>
                                </a:rPr>
                              </m:ctrlPr>
                            </m:sSubPr>
                            <m:e>
                              <m:r>
                                <m:rPr>
                                  <m:sty m:val="p"/>
                                </m:rPr>
                                <a:rPr lang="en-IN" sz="2800" b="0" i="0">
                                  <a:solidFill>
                                    <a:srgbClr val="002060"/>
                                  </a:solidFill>
                                  <a:latin typeface="Cambria Math" panose="02040503050406030204" pitchFamily="18" charset="0"/>
                                </a:rPr>
                                <m:t>p</m:t>
                              </m:r>
                            </m:e>
                            <m:sub>
                              <m:r>
                                <a:rPr lang="en-IN" sz="2800" b="0" i="0">
                                  <a:solidFill>
                                    <a:srgbClr val="002060"/>
                                  </a:solidFill>
                                  <a:latin typeface="Cambria Math" panose="02040503050406030204" pitchFamily="18" charset="0"/>
                                </a:rPr>
                                <m:t>2</m:t>
                              </m:r>
                            </m:sub>
                          </m:sSub>
                          <m:r>
                            <a:rPr lang="en-IN" sz="2800" b="0" i="0">
                              <a:solidFill>
                                <a:srgbClr val="002060"/>
                              </a:solidFill>
                              <a:latin typeface="Cambria Math" panose="02040503050406030204" pitchFamily="18" charset="0"/>
                            </a:rPr>
                            <m:t> </m:t>
                          </m:r>
                        </m:num>
                        <m:den>
                          <m:r>
                            <a:rPr lang="en-IN" sz="2800" b="0" i="0">
                              <a:solidFill>
                                <a:srgbClr val="002060"/>
                              </a:solidFill>
                              <a:latin typeface="Cambria Math" panose="02040503050406030204" pitchFamily="18" charset="0"/>
                            </a:rPr>
                            <m:t> </m:t>
                          </m:r>
                          <m:sSub>
                            <m:sSubPr>
                              <m:ctrlPr>
                                <a:rPr lang="en-IN" sz="2800" i="1">
                                  <a:solidFill>
                                    <a:srgbClr val="002060"/>
                                  </a:solidFill>
                                  <a:latin typeface="Cambria Math" panose="02040503050406030204" pitchFamily="18" charset="0"/>
                                </a:rPr>
                              </m:ctrlPr>
                            </m:sSubPr>
                            <m:e>
                              <m:r>
                                <m:rPr>
                                  <m:sty m:val="p"/>
                                </m:rPr>
                                <a:rPr lang="en-IN" sz="2800" b="0" i="0">
                                  <a:solidFill>
                                    <a:srgbClr val="002060"/>
                                  </a:solidFill>
                                  <a:latin typeface="Cambria Math" panose="02040503050406030204" pitchFamily="18" charset="0"/>
                                </a:rPr>
                                <m:t>n</m:t>
                              </m:r>
                            </m:e>
                            <m:sub>
                              <m:r>
                                <a:rPr lang="en-IN" sz="2800" b="0" i="0">
                                  <a:solidFill>
                                    <a:srgbClr val="002060"/>
                                  </a:solidFill>
                                  <a:latin typeface="Cambria Math" panose="02040503050406030204" pitchFamily="18" charset="0"/>
                                </a:rPr>
                                <m:t>1</m:t>
                              </m:r>
                            </m:sub>
                          </m:sSub>
                          <m:r>
                            <a:rPr lang="en-IN" sz="2800" b="0" i="0">
                              <a:solidFill>
                                <a:srgbClr val="002060"/>
                              </a:solidFill>
                              <a:latin typeface="Cambria Math" panose="02040503050406030204" pitchFamily="18" charset="0"/>
                            </a:rPr>
                            <m:t>+</m:t>
                          </m:r>
                          <m:sSub>
                            <m:sSubPr>
                              <m:ctrlPr>
                                <a:rPr lang="en-IN" sz="2800" i="1">
                                  <a:solidFill>
                                    <a:srgbClr val="002060"/>
                                  </a:solidFill>
                                  <a:latin typeface="Cambria Math" panose="02040503050406030204" pitchFamily="18" charset="0"/>
                                </a:rPr>
                              </m:ctrlPr>
                            </m:sSubPr>
                            <m:e>
                              <m:r>
                                <m:rPr>
                                  <m:sty m:val="p"/>
                                </m:rPr>
                                <a:rPr lang="en-IN" sz="2800" b="0" i="0">
                                  <a:solidFill>
                                    <a:srgbClr val="002060"/>
                                  </a:solidFill>
                                  <a:latin typeface="Cambria Math" panose="02040503050406030204" pitchFamily="18" charset="0"/>
                                </a:rPr>
                                <m:t>n</m:t>
                              </m:r>
                            </m:e>
                            <m:sub>
                              <m:r>
                                <a:rPr lang="en-IN" sz="2800" b="0" i="0">
                                  <a:solidFill>
                                    <a:srgbClr val="002060"/>
                                  </a:solidFill>
                                  <a:latin typeface="Cambria Math" panose="02040503050406030204" pitchFamily="18" charset="0"/>
                                </a:rPr>
                                <m:t>2</m:t>
                              </m:r>
                            </m:sub>
                          </m:sSub>
                          <m:r>
                            <a:rPr lang="en-IN" sz="2800" b="0" i="0">
                              <a:solidFill>
                                <a:srgbClr val="002060"/>
                              </a:solidFill>
                              <a:latin typeface="Cambria Math" panose="02040503050406030204" pitchFamily="18" charset="0"/>
                            </a:rPr>
                            <m:t> </m:t>
                          </m:r>
                        </m:den>
                      </m:f>
                      <m:r>
                        <a:rPr lang="en-IN" sz="2800" b="0" i="0">
                          <a:solidFill>
                            <a:srgbClr val="002060"/>
                          </a:solidFill>
                          <a:latin typeface="Cambria Math" panose="02040503050406030204" pitchFamily="18" charset="0"/>
                        </a:rPr>
                        <m:t> </m:t>
                      </m:r>
                    </m:oMath>
                  </m:oMathPara>
                </a14:m>
                <a:endParaRPr lang="en-IN" sz="2800" i="0" dirty="0">
                  <a:solidFill>
                    <a:srgbClr val="002060"/>
                  </a:solidFill>
                  <a:latin typeface="Cambria Math" panose="02040503050406030204" pitchFamily="18" charset="0"/>
                </a:endParaRPr>
              </a:p>
            </p:txBody>
          </p:sp>
        </mc:Choice>
        <mc:Fallback xmlns="">
          <p:sp>
            <p:nvSpPr>
              <p:cNvPr id="13" name="TextBox 12">
                <a:extLst>
                  <a:ext uri="{FF2B5EF4-FFF2-40B4-BE49-F238E27FC236}">
                    <a16:creationId xmlns:a16="http://schemas.microsoft.com/office/drawing/2014/main" id="{B1DEFBE4-6103-77D8-1285-ED320D8FED6C}"/>
                  </a:ext>
                </a:extLst>
              </p:cNvPr>
              <p:cNvSpPr txBox="1">
                <a:spLocks noRot="1" noChangeAspect="1" noMove="1" noResize="1" noEditPoints="1" noAdjustHandles="1" noChangeArrowheads="1" noChangeShapeType="1" noTextEdit="1"/>
              </p:cNvSpPr>
              <p:nvPr/>
            </p:nvSpPr>
            <p:spPr>
              <a:xfrm>
                <a:off x="377301" y="5237948"/>
                <a:ext cx="3028840" cy="945452"/>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AF34870-6EEA-3176-1955-7C1F1C19CF3D}"/>
                  </a:ext>
                </a:extLst>
              </p:cNvPr>
              <p:cNvSpPr txBox="1"/>
              <p:nvPr/>
            </p:nvSpPr>
            <p:spPr>
              <a:xfrm>
                <a:off x="3204374" y="5192228"/>
                <a:ext cx="4762335" cy="93570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b="0" i="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m:t>
                          </m:r>
                          <m:d>
                            <m:dPr>
                              <m:ctrlPr>
                                <a:rPr lang="en-IN" sz="2800" b="0" i="1" smtClean="0">
                                  <a:solidFill>
                                    <a:srgbClr val="002060"/>
                                  </a:solidFill>
                                  <a:latin typeface="Cambria Math" panose="02040503050406030204" pitchFamily="18" charset="0"/>
                                </a:rPr>
                              </m:ctrlPr>
                            </m:dPr>
                            <m:e>
                              <m:r>
                                <a:rPr lang="en-US" sz="2800" b="0" i="1" smtClean="0">
                                  <a:solidFill>
                                    <a:srgbClr val="002060"/>
                                  </a:solidFill>
                                  <a:latin typeface="Cambria Math" panose="02040503050406030204" pitchFamily="18" charset="0"/>
                                </a:rPr>
                                <m:t>300</m:t>
                              </m:r>
                            </m:e>
                          </m:d>
                          <m:d>
                            <m:dPr>
                              <m:ctrlPr>
                                <a:rPr lang="en-IN" sz="2800" i="1">
                                  <a:solidFill>
                                    <a:srgbClr val="002060"/>
                                  </a:solidFill>
                                  <a:latin typeface="Cambria Math" panose="02040503050406030204" pitchFamily="18" charset="0"/>
                                </a:rPr>
                              </m:ctrlPr>
                            </m:dPr>
                            <m:e>
                              <m:r>
                                <a:rPr lang="en-US" sz="2800" b="0" i="1" smtClean="0">
                                  <a:solidFill>
                                    <a:srgbClr val="002060"/>
                                  </a:solidFill>
                                  <a:latin typeface="Cambria Math" panose="02040503050406030204" pitchFamily="18" charset="0"/>
                                </a:rPr>
                                <m:t>0.68</m:t>
                              </m:r>
                            </m:e>
                          </m:d>
                          <m:r>
                            <a:rPr lang="en-IN" sz="2800" b="0" i="0">
                              <a:solidFill>
                                <a:srgbClr val="002060"/>
                              </a:solidFill>
                              <a:latin typeface="Cambria Math" panose="02040503050406030204" pitchFamily="18" charset="0"/>
                            </a:rPr>
                            <m:t>+</m:t>
                          </m:r>
                          <m:d>
                            <m:dPr>
                              <m:ctrlPr>
                                <a:rPr lang="en-IN" sz="2800" i="1">
                                  <a:solidFill>
                                    <a:srgbClr val="002060"/>
                                  </a:solidFill>
                                  <a:latin typeface="Cambria Math" panose="02040503050406030204" pitchFamily="18" charset="0"/>
                                </a:rPr>
                              </m:ctrlPr>
                            </m:dPr>
                            <m:e>
                              <m:r>
                                <a:rPr lang="en-US" sz="2800" b="0" i="1" smtClean="0">
                                  <a:solidFill>
                                    <a:srgbClr val="002060"/>
                                  </a:solidFill>
                                  <a:latin typeface="Cambria Math" panose="02040503050406030204" pitchFamily="18" charset="0"/>
                                </a:rPr>
                                <m:t>5</m:t>
                              </m:r>
                              <m:r>
                                <a:rPr lang="en-US" sz="2800" i="1">
                                  <a:solidFill>
                                    <a:srgbClr val="002060"/>
                                  </a:solidFill>
                                  <a:latin typeface="Cambria Math" panose="02040503050406030204" pitchFamily="18" charset="0"/>
                                </a:rPr>
                                <m:t>00</m:t>
                              </m:r>
                            </m:e>
                          </m:d>
                          <m:d>
                            <m:dPr>
                              <m:ctrlPr>
                                <a:rPr lang="en-IN" sz="2800" i="1">
                                  <a:solidFill>
                                    <a:srgbClr val="002060"/>
                                  </a:solidFill>
                                  <a:latin typeface="Cambria Math" panose="02040503050406030204" pitchFamily="18" charset="0"/>
                                </a:rPr>
                              </m:ctrlPr>
                            </m:dPr>
                            <m:e>
                              <m:r>
                                <a:rPr lang="en-US" sz="2800" b="0" i="1" smtClean="0">
                                  <a:solidFill>
                                    <a:srgbClr val="002060"/>
                                  </a:solidFill>
                                  <a:latin typeface="Cambria Math" panose="02040503050406030204" pitchFamily="18" charset="0"/>
                                </a:rPr>
                                <m:t>0.53</m:t>
                              </m:r>
                            </m:e>
                          </m:d>
                        </m:num>
                        <m:den>
                          <m:r>
                            <a:rPr lang="en-IN" sz="2800" b="0" i="0">
                              <a:solidFill>
                                <a:srgbClr val="002060"/>
                              </a:solidFill>
                              <a:latin typeface="Cambria Math" panose="02040503050406030204" pitchFamily="18" charset="0"/>
                            </a:rPr>
                            <m:t> </m:t>
                          </m:r>
                          <m:r>
                            <a:rPr lang="en-US" sz="2800" i="1" smtClean="0">
                              <a:solidFill>
                                <a:srgbClr val="002060"/>
                              </a:solidFill>
                              <a:latin typeface="Cambria Math" panose="02040503050406030204" pitchFamily="18" charset="0"/>
                            </a:rPr>
                            <m:t>3</m:t>
                          </m:r>
                          <m:r>
                            <a:rPr lang="en-US" sz="2800" b="0" i="1" smtClean="0">
                              <a:solidFill>
                                <a:srgbClr val="002060"/>
                              </a:solidFill>
                              <a:latin typeface="Cambria Math" panose="02040503050406030204" pitchFamily="18" charset="0"/>
                            </a:rPr>
                            <m:t>00</m:t>
                          </m:r>
                          <m:r>
                            <a:rPr lang="en-IN" sz="2800" b="0" i="0">
                              <a:solidFill>
                                <a:srgbClr val="002060"/>
                              </a:solidFill>
                              <a:latin typeface="Cambria Math" panose="02040503050406030204" pitchFamily="18" charset="0"/>
                            </a:rPr>
                            <m:t>+</m:t>
                          </m:r>
                          <m:r>
                            <a:rPr lang="en-US" sz="2800" i="1" smtClean="0">
                              <a:solidFill>
                                <a:srgbClr val="002060"/>
                              </a:solidFill>
                              <a:latin typeface="Cambria Math" panose="02040503050406030204" pitchFamily="18" charset="0"/>
                            </a:rPr>
                            <m:t>5</m:t>
                          </m:r>
                          <m:r>
                            <a:rPr lang="en-US" sz="2800" b="0" i="1" smtClean="0">
                              <a:solidFill>
                                <a:srgbClr val="002060"/>
                              </a:solidFill>
                              <a:latin typeface="Cambria Math" panose="02040503050406030204" pitchFamily="18" charset="0"/>
                            </a:rPr>
                            <m:t>00</m:t>
                          </m:r>
                          <m:r>
                            <a:rPr lang="en-IN" sz="2800" b="0" i="0">
                              <a:solidFill>
                                <a:srgbClr val="002060"/>
                              </a:solidFill>
                              <a:latin typeface="Cambria Math" panose="02040503050406030204" pitchFamily="18" charset="0"/>
                            </a:rPr>
                            <m:t> </m:t>
                          </m:r>
                        </m:den>
                      </m:f>
                      <m:r>
                        <a:rPr lang="en-IN" sz="2800" b="0" i="0">
                          <a:solidFill>
                            <a:srgbClr val="002060"/>
                          </a:solidFill>
                          <a:latin typeface="Cambria Math" panose="02040503050406030204" pitchFamily="18" charset="0"/>
                        </a:rPr>
                        <m:t> </m:t>
                      </m:r>
                    </m:oMath>
                  </m:oMathPara>
                </a14:m>
                <a:endParaRPr lang="en-IN" sz="2800" i="0" dirty="0">
                  <a:solidFill>
                    <a:srgbClr val="002060"/>
                  </a:solidFill>
                  <a:latin typeface="Cambria Math" panose="02040503050406030204" pitchFamily="18" charset="0"/>
                </a:endParaRPr>
              </a:p>
            </p:txBody>
          </p:sp>
        </mc:Choice>
        <mc:Fallback xmlns="">
          <p:sp>
            <p:nvSpPr>
              <p:cNvPr id="14" name="TextBox 13">
                <a:extLst>
                  <a:ext uri="{FF2B5EF4-FFF2-40B4-BE49-F238E27FC236}">
                    <a16:creationId xmlns:a16="http://schemas.microsoft.com/office/drawing/2014/main" id="{2AF34870-6EEA-3176-1955-7C1F1C19CF3D}"/>
                  </a:ext>
                </a:extLst>
              </p:cNvPr>
              <p:cNvSpPr txBox="1">
                <a:spLocks noRot="1" noChangeAspect="1" noMove="1" noResize="1" noEditPoints="1" noAdjustHandles="1" noChangeArrowheads="1" noChangeShapeType="1" noTextEdit="1"/>
              </p:cNvSpPr>
              <p:nvPr/>
            </p:nvSpPr>
            <p:spPr>
              <a:xfrm>
                <a:off x="3204374" y="5192228"/>
                <a:ext cx="4762335" cy="935705"/>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727A3D6-1D73-E65B-20EE-CE2E517DEF4B}"/>
                  </a:ext>
                </a:extLst>
              </p:cNvPr>
              <p:cNvSpPr txBox="1"/>
              <p:nvPr/>
            </p:nvSpPr>
            <p:spPr>
              <a:xfrm>
                <a:off x="7943850" y="5414774"/>
                <a:ext cx="157734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i="1" smtClean="0">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0.5863</m:t>
                      </m:r>
                    </m:oMath>
                  </m:oMathPara>
                </a14:m>
                <a:endParaRPr lang="en-IN" sz="2800" dirty="0"/>
              </a:p>
            </p:txBody>
          </p:sp>
        </mc:Choice>
        <mc:Fallback xmlns="">
          <p:sp>
            <p:nvSpPr>
              <p:cNvPr id="16" name="TextBox 15">
                <a:extLst>
                  <a:ext uri="{FF2B5EF4-FFF2-40B4-BE49-F238E27FC236}">
                    <a16:creationId xmlns:a16="http://schemas.microsoft.com/office/drawing/2014/main" id="{0727A3D6-1D73-E65B-20EE-CE2E517DEF4B}"/>
                  </a:ext>
                </a:extLst>
              </p:cNvPr>
              <p:cNvSpPr txBox="1">
                <a:spLocks noRot="1" noChangeAspect="1" noMove="1" noResize="1" noEditPoints="1" noAdjustHandles="1" noChangeArrowheads="1" noChangeShapeType="1" noTextEdit="1"/>
              </p:cNvSpPr>
              <p:nvPr/>
            </p:nvSpPr>
            <p:spPr>
              <a:xfrm>
                <a:off x="7943850" y="5414774"/>
                <a:ext cx="1577340" cy="523220"/>
              </a:xfrm>
              <a:prstGeom prst="rect">
                <a:avLst/>
              </a:prstGeom>
              <a:blipFill>
                <a:blip r:embed="rId10"/>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634690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5" grpId="0"/>
      <p:bldP spid="6" grpId="0"/>
      <p:bldP spid="9" grpId="0"/>
      <p:bldP spid="11" grpId="0"/>
      <p:bldP spid="12" grpId="0"/>
      <p:bldP spid="13" grpId="0"/>
      <p:bldP spid="14" grpId="0"/>
      <p:bldP spid="16" grpId="0"/>
    </p:bldLst>
  </p:timing>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35B20-B2A7-C217-8F4B-21D1A354BA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4C55BE-3943-F65D-F5A8-B083EBC5871F}"/>
              </a:ext>
            </a:extLst>
          </p:cNvPr>
          <p:cNvSpPr>
            <a:spLocks noGrp="1"/>
          </p:cNvSpPr>
          <p:nvPr>
            <p:ph type="title"/>
          </p:nvPr>
        </p:nvSpPr>
        <p:spPr/>
        <p:txBody>
          <a:bodyPr/>
          <a:lstStyle/>
          <a:p>
            <a:r>
              <a:rPr lang="en-GB" dirty="0"/>
              <a:t>Method 6 ⇝ Example 1(</a:t>
            </a:r>
            <a:r>
              <a:rPr lang="en-GB" dirty="0">
                <a:solidFill>
                  <a:srgbClr val="FF0000"/>
                </a:solidFill>
              </a:rPr>
              <a:t>Continue</a:t>
            </a:r>
            <a:r>
              <a:rPr lang="en-GB" dirty="0"/>
              <a:t>)</a:t>
            </a:r>
            <a:endParaRPr lang="en-US" dirty="0"/>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CE895910-A28B-1AC9-F85E-CA997C6EBCE0}"/>
                  </a:ext>
                </a:extLst>
              </p:cNvPr>
              <p:cNvSpPr/>
              <p:nvPr/>
            </p:nvSpPr>
            <p:spPr>
              <a:xfrm>
                <a:off x="0" y="3100841"/>
                <a:ext cx="12054730" cy="1701813"/>
              </a:xfrm>
              <a:prstGeom prst="rect">
                <a:avLst/>
              </a:prstGeom>
            </p:spPr>
            <p:txBody>
              <a:bodyPr wrap="square">
                <a:spAutoFit/>
              </a:bodyPr>
              <a:lstStyle/>
              <a:p>
                <a:pPr lvl="0"/>
                <a14:m>
                  <m:oMathPara xmlns:m="http://schemas.openxmlformats.org/officeDocument/2006/math">
                    <m:oMathParaPr>
                      <m:jc m:val="centerGroup"/>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d>
                        <m:dPr>
                          <m:ctrlPr>
                            <a:rPr lang="en-US" sz="2800" i="1" smtClean="0">
                              <a:solidFill>
                                <a:srgbClr val="002060"/>
                              </a:solidFill>
                              <a:latin typeface="Cambria Math" panose="02040503050406030204" pitchFamily="18" charset="0"/>
                            </a:rPr>
                          </m:ctrlPr>
                        </m:dPr>
                        <m:e>
                          <m:d>
                            <m:dPr>
                              <m:ctrlPr>
                                <a:rPr lang="en-IN" sz="2800" i="1">
                                  <a:solidFill>
                                    <a:srgbClr val="002060"/>
                                  </a:solidFill>
                                  <a:latin typeface="Cambria Math" panose="02040503050406030204" pitchFamily="18" charset="0"/>
                                </a:rPr>
                              </m:ctrlPr>
                            </m:dPr>
                            <m:e>
                              <m:sSub>
                                <m:sSubPr>
                                  <m:ctrlPr>
                                    <a:rPr lang="en-IN" sz="2800" b="1" i="1">
                                      <a:solidFill>
                                        <a:srgbClr val="002060"/>
                                      </a:solidFill>
                                      <a:latin typeface="Cambria Math" panose="02040503050406030204" pitchFamily="18" charset="0"/>
                                    </a:rPr>
                                  </m:ctrlPr>
                                </m:sSubPr>
                                <m:e>
                                  <m:r>
                                    <a:rPr lang="en-US" sz="2800" b="1" i="1">
                                      <a:solidFill>
                                        <a:srgbClr val="002060"/>
                                      </a:solidFill>
                                      <a:latin typeface="Cambria Math" panose="02040503050406030204" pitchFamily="18" charset="0"/>
                                    </a:rPr>
                                    <m:t>𝐩</m:t>
                                  </m:r>
                                </m:e>
                                <m:sub>
                                  <m:r>
                                    <a:rPr lang="en-US" sz="2800" b="1" i="1">
                                      <a:solidFill>
                                        <a:srgbClr val="002060"/>
                                      </a:solidFill>
                                      <a:latin typeface="Cambria Math" panose="02040503050406030204" pitchFamily="18" charset="0"/>
                                    </a:rPr>
                                    <m:t>𝟏</m:t>
                                  </m:r>
                                </m:sub>
                              </m:sSub>
                              <m:r>
                                <a:rPr lang="en-US" sz="2800" b="1" i="1">
                                  <a:solidFill>
                                    <a:srgbClr val="002060"/>
                                  </a:solidFill>
                                  <a:latin typeface="Cambria Math" panose="02040503050406030204" pitchFamily="18" charset="0"/>
                                </a:rPr>
                                <m:t>−</m:t>
                              </m:r>
                              <m:sSub>
                                <m:sSubPr>
                                  <m:ctrlPr>
                                    <a:rPr lang="en-IN" sz="2800" b="1" i="1">
                                      <a:solidFill>
                                        <a:srgbClr val="002060"/>
                                      </a:solidFill>
                                      <a:latin typeface="Cambria Math" panose="02040503050406030204" pitchFamily="18" charset="0"/>
                                    </a:rPr>
                                  </m:ctrlPr>
                                </m:sSubPr>
                                <m:e>
                                  <m:r>
                                    <a:rPr lang="en-US" sz="2800" b="1" i="1">
                                      <a:solidFill>
                                        <a:srgbClr val="002060"/>
                                      </a:solidFill>
                                      <a:latin typeface="Cambria Math" panose="02040503050406030204" pitchFamily="18" charset="0"/>
                                    </a:rPr>
                                    <m:t>𝐩</m:t>
                                  </m:r>
                                </m:e>
                                <m:sub>
                                  <m:r>
                                    <a:rPr lang="en-US" sz="2800" b="1" i="1">
                                      <a:solidFill>
                                        <a:srgbClr val="002060"/>
                                      </a:solidFill>
                                      <a:latin typeface="Cambria Math" panose="02040503050406030204" pitchFamily="18" charset="0"/>
                                    </a:rPr>
                                    <m:t>𝟐</m:t>
                                  </m:r>
                                </m:sub>
                              </m:sSub>
                            </m:e>
                          </m:d>
                          <m:r>
                            <a:rPr lang="en-IN" sz="2800" b="0" i="0" smtClean="0">
                              <a:solidFill>
                                <a:srgbClr val="002060"/>
                              </a:solidFill>
                              <a:latin typeface="Cambria Math" panose="02040503050406030204" pitchFamily="18" charset="0"/>
                            </a:rPr>
                            <m:t>−</m:t>
                          </m:r>
                          <m:r>
                            <a:rPr lang="en-IN" sz="2800" i="1" smtClean="0">
                              <a:solidFill>
                                <a:srgbClr val="002060"/>
                              </a:solidFill>
                              <a:latin typeface="Cambria Math" panose="02040503050406030204" pitchFamily="18" charset="0"/>
                            </a:rPr>
                            <m:t>1</m:t>
                          </m:r>
                          <m:r>
                            <a:rPr lang="en-IN" sz="2800" b="0" i="1" smtClean="0">
                              <a:solidFill>
                                <a:srgbClr val="002060"/>
                              </a:solidFill>
                              <a:latin typeface="Cambria Math" panose="02040503050406030204" pitchFamily="18" charset="0"/>
                            </a:rPr>
                            <m:t>.96</m:t>
                          </m:r>
                          <m:rad>
                            <m:radPr>
                              <m:degHide m:val="on"/>
                              <m:ctrlPr>
                                <a:rPr lang="en-IN" sz="2800" b="1" i="1">
                                  <a:solidFill>
                                    <a:srgbClr val="002060"/>
                                  </a:solidFill>
                                  <a:latin typeface="Cambria Math" panose="02040503050406030204" pitchFamily="18" charset="0"/>
                                </a:rPr>
                              </m:ctrlPr>
                            </m:radPr>
                            <m:deg/>
                            <m:e>
                              <m:r>
                                <a:rPr lang="en-US" sz="2800" b="1">
                                  <a:solidFill>
                                    <a:srgbClr val="002060"/>
                                  </a:solidFill>
                                  <a:latin typeface="Cambria Math" panose="02040503050406030204" pitchFamily="18" charset="0"/>
                                </a:rPr>
                                <m:t>𝐩𝐪</m:t>
                              </m:r>
                              <m:d>
                                <m:dPr>
                                  <m:ctrlPr>
                                    <a:rPr lang="en-IN" sz="2800" b="1" i="1">
                                      <a:solidFill>
                                        <a:srgbClr val="002060"/>
                                      </a:solidFill>
                                      <a:latin typeface="Cambria Math" panose="02040503050406030204" pitchFamily="18" charset="0"/>
                                    </a:rPr>
                                  </m:ctrlPr>
                                </m:dPr>
                                <m:e>
                                  <m:f>
                                    <m:fPr>
                                      <m:ctrlPr>
                                        <a:rPr lang="en-IN" sz="2800" b="1" i="1">
                                          <a:solidFill>
                                            <a:srgbClr val="002060"/>
                                          </a:solidFill>
                                          <a:latin typeface="Cambria Math" panose="02040503050406030204" pitchFamily="18" charset="0"/>
                                        </a:rPr>
                                      </m:ctrlPr>
                                    </m:fPr>
                                    <m:num>
                                      <m:r>
                                        <a:rPr lang="en-US" sz="2800" b="1">
                                          <a:solidFill>
                                            <a:srgbClr val="002060"/>
                                          </a:solidFill>
                                          <a:latin typeface="Cambria Math" panose="02040503050406030204" pitchFamily="18" charset="0"/>
                                        </a:rPr>
                                        <m:t> </m:t>
                                      </m:r>
                                      <m:r>
                                        <a:rPr lang="en-US" sz="2800" b="1">
                                          <a:solidFill>
                                            <a:srgbClr val="002060"/>
                                          </a:solidFill>
                                          <a:latin typeface="Cambria Math" panose="02040503050406030204" pitchFamily="18" charset="0"/>
                                        </a:rPr>
                                        <m:t>𝟏</m:t>
                                      </m:r>
                                      <m:r>
                                        <a:rPr lang="en-US" sz="2800" b="1">
                                          <a:solidFill>
                                            <a:srgbClr val="002060"/>
                                          </a:solidFill>
                                          <a:latin typeface="Cambria Math" panose="02040503050406030204" pitchFamily="18" charset="0"/>
                                        </a:rPr>
                                        <m:t> </m:t>
                                      </m:r>
                                    </m:num>
                                    <m:den>
                                      <m:sSub>
                                        <m:sSubPr>
                                          <m:ctrlPr>
                                            <a:rPr lang="en-IN" sz="2800" b="1" i="1">
                                              <a:solidFill>
                                                <a:srgbClr val="002060"/>
                                              </a:solidFill>
                                              <a:latin typeface="Cambria Math" panose="02040503050406030204" pitchFamily="18" charset="0"/>
                                            </a:rPr>
                                          </m:ctrlPr>
                                        </m:sSubPr>
                                        <m:e>
                                          <m:r>
                                            <a:rPr lang="en-US" sz="2800" b="1">
                                              <a:solidFill>
                                                <a:srgbClr val="002060"/>
                                              </a:solidFill>
                                              <a:latin typeface="Cambria Math" panose="02040503050406030204" pitchFamily="18" charset="0"/>
                                            </a:rPr>
                                            <m:t>𝐧</m:t>
                                          </m:r>
                                        </m:e>
                                        <m:sub>
                                          <m:r>
                                            <a:rPr lang="en-US" sz="2800" b="1">
                                              <a:solidFill>
                                                <a:srgbClr val="002060"/>
                                              </a:solidFill>
                                              <a:latin typeface="Cambria Math" panose="02040503050406030204" pitchFamily="18" charset="0"/>
                                            </a:rPr>
                                            <m:t>𝟏</m:t>
                                          </m:r>
                                          <m:r>
                                            <a:rPr lang="en-US" sz="2800" b="1">
                                              <a:solidFill>
                                                <a:srgbClr val="002060"/>
                                              </a:solidFill>
                                              <a:latin typeface="Cambria Math" panose="02040503050406030204" pitchFamily="18" charset="0"/>
                                            </a:rPr>
                                            <m:t> </m:t>
                                          </m:r>
                                        </m:sub>
                                      </m:sSub>
                                    </m:den>
                                  </m:f>
                                  <m:r>
                                    <a:rPr lang="en-US" sz="2800" b="1">
                                      <a:solidFill>
                                        <a:srgbClr val="002060"/>
                                      </a:solidFill>
                                      <a:latin typeface="Cambria Math" panose="02040503050406030204" pitchFamily="18" charset="0"/>
                                    </a:rPr>
                                    <m:t>+</m:t>
                                  </m:r>
                                  <m:f>
                                    <m:fPr>
                                      <m:ctrlPr>
                                        <a:rPr lang="en-IN" sz="2800" b="1" i="1">
                                          <a:solidFill>
                                            <a:srgbClr val="002060"/>
                                          </a:solidFill>
                                          <a:latin typeface="Cambria Math" panose="02040503050406030204" pitchFamily="18" charset="0"/>
                                        </a:rPr>
                                      </m:ctrlPr>
                                    </m:fPr>
                                    <m:num>
                                      <m:r>
                                        <a:rPr lang="en-US" sz="2800" b="1">
                                          <a:solidFill>
                                            <a:srgbClr val="002060"/>
                                          </a:solidFill>
                                          <a:latin typeface="Cambria Math" panose="02040503050406030204" pitchFamily="18" charset="0"/>
                                        </a:rPr>
                                        <m:t> </m:t>
                                      </m:r>
                                      <m:r>
                                        <a:rPr lang="en-US" sz="2800" b="1">
                                          <a:solidFill>
                                            <a:srgbClr val="002060"/>
                                          </a:solidFill>
                                          <a:latin typeface="Cambria Math" panose="02040503050406030204" pitchFamily="18" charset="0"/>
                                        </a:rPr>
                                        <m:t>𝟏</m:t>
                                      </m:r>
                                      <m:r>
                                        <a:rPr lang="en-US" sz="2800" b="1">
                                          <a:solidFill>
                                            <a:srgbClr val="002060"/>
                                          </a:solidFill>
                                          <a:latin typeface="Cambria Math" panose="02040503050406030204" pitchFamily="18" charset="0"/>
                                        </a:rPr>
                                        <m:t> </m:t>
                                      </m:r>
                                    </m:num>
                                    <m:den>
                                      <m:sSub>
                                        <m:sSubPr>
                                          <m:ctrlPr>
                                            <a:rPr lang="en-IN" sz="2800" b="1" i="1">
                                              <a:solidFill>
                                                <a:srgbClr val="002060"/>
                                              </a:solidFill>
                                              <a:latin typeface="Cambria Math" panose="02040503050406030204" pitchFamily="18" charset="0"/>
                                            </a:rPr>
                                          </m:ctrlPr>
                                        </m:sSubPr>
                                        <m:e>
                                          <m:r>
                                            <a:rPr lang="en-US" sz="2800" b="1">
                                              <a:solidFill>
                                                <a:srgbClr val="002060"/>
                                              </a:solidFill>
                                              <a:latin typeface="Cambria Math" panose="02040503050406030204" pitchFamily="18" charset="0"/>
                                            </a:rPr>
                                            <m:t>𝐧</m:t>
                                          </m:r>
                                        </m:e>
                                        <m:sub>
                                          <m:r>
                                            <a:rPr lang="en-US" sz="2800" b="1">
                                              <a:solidFill>
                                                <a:srgbClr val="002060"/>
                                              </a:solidFill>
                                              <a:latin typeface="Cambria Math" panose="02040503050406030204" pitchFamily="18" charset="0"/>
                                            </a:rPr>
                                            <m:t>𝟐</m:t>
                                          </m:r>
                                          <m:r>
                                            <a:rPr lang="en-US" sz="2800" b="1">
                                              <a:solidFill>
                                                <a:srgbClr val="002060"/>
                                              </a:solidFill>
                                              <a:latin typeface="Cambria Math" panose="02040503050406030204" pitchFamily="18" charset="0"/>
                                            </a:rPr>
                                            <m:t> </m:t>
                                          </m:r>
                                        </m:sub>
                                      </m:sSub>
                                    </m:den>
                                  </m:f>
                                </m:e>
                              </m:d>
                            </m:e>
                          </m:rad>
                          <m:r>
                            <a:rPr lang="en-IN" sz="2800" b="0" i="1" smtClean="0">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  </m:t>
                          </m:r>
                          <m:d>
                            <m:dPr>
                              <m:ctrlPr>
                                <a:rPr lang="en-IN" sz="2800" i="1">
                                  <a:solidFill>
                                    <a:srgbClr val="002060"/>
                                  </a:solidFill>
                                  <a:latin typeface="Cambria Math" panose="02040503050406030204" pitchFamily="18" charset="0"/>
                                </a:rPr>
                              </m:ctrlPr>
                            </m:dPr>
                            <m:e>
                              <m:sSub>
                                <m:sSubPr>
                                  <m:ctrlPr>
                                    <a:rPr lang="en-IN" sz="2800" b="1" i="1">
                                      <a:solidFill>
                                        <a:srgbClr val="002060"/>
                                      </a:solidFill>
                                      <a:latin typeface="Cambria Math" panose="02040503050406030204" pitchFamily="18" charset="0"/>
                                    </a:rPr>
                                  </m:ctrlPr>
                                </m:sSubPr>
                                <m:e>
                                  <m:r>
                                    <a:rPr lang="en-US" sz="2800" b="1" i="1">
                                      <a:solidFill>
                                        <a:srgbClr val="002060"/>
                                      </a:solidFill>
                                      <a:latin typeface="Cambria Math" panose="02040503050406030204" pitchFamily="18" charset="0"/>
                                    </a:rPr>
                                    <m:t>𝐩</m:t>
                                  </m:r>
                                </m:e>
                                <m:sub>
                                  <m:r>
                                    <a:rPr lang="en-US" sz="2800" b="1" i="1">
                                      <a:solidFill>
                                        <a:srgbClr val="002060"/>
                                      </a:solidFill>
                                      <a:latin typeface="Cambria Math" panose="02040503050406030204" pitchFamily="18" charset="0"/>
                                    </a:rPr>
                                    <m:t>𝟏</m:t>
                                  </m:r>
                                </m:sub>
                              </m:sSub>
                              <m:r>
                                <a:rPr lang="en-US" sz="2800" b="1" i="1">
                                  <a:solidFill>
                                    <a:srgbClr val="002060"/>
                                  </a:solidFill>
                                  <a:latin typeface="Cambria Math" panose="02040503050406030204" pitchFamily="18" charset="0"/>
                                </a:rPr>
                                <m:t>−</m:t>
                              </m:r>
                              <m:sSub>
                                <m:sSubPr>
                                  <m:ctrlPr>
                                    <a:rPr lang="en-IN" sz="2800" b="1" i="1">
                                      <a:solidFill>
                                        <a:srgbClr val="002060"/>
                                      </a:solidFill>
                                      <a:latin typeface="Cambria Math" panose="02040503050406030204" pitchFamily="18" charset="0"/>
                                    </a:rPr>
                                  </m:ctrlPr>
                                </m:sSubPr>
                                <m:e>
                                  <m:r>
                                    <a:rPr lang="en-US" sz="2800" b="1" i="1">
                                      <a:solidFill>
                                        <a:srgbClr val="002060"/>
                                      </a:solidFill>
                                      <a:latin typeface="Cambria Math" panose="02040503050406030204" pitchFamily="18" charset="0"/>
                                    </a:rPr>
                                    <m:t>𝐩</m:t>
                                  </m:r>
                                </m:e>
                                <m:sub>
                                  <m:r>
                                    <a:rPr lang="en-US" sz="2800" b="1" i="1">
                                      <a:solidFill>
                                        <a:srgbClr val="002060"/>
                                      </a:solidFill>
                                      <a:latin typeface="Cambria Math" panose="02040503050406030204" pitchFamily="18" charset="0"/>
                                    </a:rPr>
                                    <m:t>𝟐</m:t>
                                  </m:r>
                                </m:sub>
                              </m:sSub>
                            </m:e>
                          </m:d>
                          <m:r>
                            <a:rPr lang="en-IN" sz="2800" b="0" i="0" smtClean="0">
                              <a:solidFill>
                                <a:srgbClr val="002060"/>
                              </a:solidFill>
                              <a:latin typeface="Cambria Math" panose="02040503050406030204" pitchFamily="18" charset="0"/>
                            </a:rPr>
                            <m:t>+</m:t>
                          </m:r>
                          <m:r>
                            <a:rPr lang="en-IN" sz="2800" i="1">
                              <a:solidFill>
                                <a:srgbClr val="002060"/>
                              </a:solidFill>
                              <a:latin typeface="Cambria Math" panose="02040503050406030204" pitchFamily="18" charset="0"/>
                            </a:rPr>
                            <m:t>1.96</m:t>
                          </m:r>
                          <m:rad>
                            <m:radPr>
                              <m:degHide m:val="on"/>
                              <m:ctrlPr>
                                <a:rPr lang="en-IN" sz="2800" b="1" i="1" smtClean="0">
                                  <a:solidFill>
                                    <a:srgbClr val="002060"/>
                                  </a:solidFill>
                                  <a:latin typeface="Cambria Math" panose="02040503050406030204" pitchFamily="18" charset="0"/>
                                </a:rPr>
                              </m:ctrlPr>
                            </m:radPr>
                            <m:deg/>
                            <m:e>
                              <m:r>
                                <a:rPr lang="en-US" sz="2800" b="1">
                                  <a:solidFill>
                                    <a:srgbClr val="002060"/>
                                  </a:solidFill>
                                  <a:latin typeface="Cambria Math" panose="02040503050406030204" pitchFamily="18" charset="0"/>
                                </a:rPr>
                                <m:t>𝐩𝐪</m:t>
                              </m:r>
                              <m:d>
                                <m:dPr>
                                  <m:ctrlPr>
                                    <a:rPr lang="en-IN" sz="2800" b="1" i="1">
                                      <a:solidFill>
                                        <a:srgbClr val="002060"/>
                                      </a:solidFill>
                                      <a:latin typeface="Cambria Math" panose="02040503050406030204" pitchFamily="18" charset="0"/>
                                    </a:rPr>
                                  </m:ctrlPr>
                                </m:dPr>
                                <m:e>
                                  <m:f>
                                    <m:fPr>
                                      <m:ctrlPr>
                                        <a:rPr lang="en-IN" sz="2800" b="1" i="1">
                                          <a:solidFill>
                                            <a:srgbClr val="002060"/>
                                          </a:solidFill>
                                          <a:latin typeface="Cambria Math" panose="02040503050406030204" pitchFamily="18" charset="0"/>
                                        </a:rPr>
                                      </m:ctrlPr>
                                    </m:fPr>
                                    <m:num>
                                      <m:r>
                                        <a:rPr lang="en-US" sz="2800" b="1">
                                          <a:solidFill>
                                            <a:srgbClr val="002060"/>
                                          </a:solidFill>
                                          <a:latin typeface="Cambria Math" panose="02040503050406030204" pitchFamily="18" charset="0"/>
                                        </a:rPr>
                                        <m:t> </m:t>
                                      </m:r>
                                      <m:r>
                                        <a:rPr lang="en-US" sz="2800" b="1">
                                          <a:solidFill>
                                            <a:srgbClr val="002060"/>
                                          </a:solidFill>
                                          <a:latin typeface="Cambria Math" panose="02040503050406030204" pitchFamily="18" charset="0"/>
                                        </a:rPr>
                                        <m:t>𝟏</m:t>
                                      </m:r>
                                      <m:r>
                                        <a:rPr lang="en-US" sz="2800" b="1">
                                          <a:solidFill>
                                            <a:srgbClr val="002060"/>
                                          </a:solidFill>
                                          <a:latin typeface="Cambria Math" panose="02040503050406030204" pitchFamily="18" charset="0"/>
                                        </a:rPr>
                                        <m:t> </m:t>
                                      </m:r>
                                    </m:num>
                                    <m:den>
                                      <m:sSub>
                                        <m:sSubPr>
                                          <m:ctrlPr>
                                            <a:rPr lang="en-IN" sz="2800" b="1" i="1">
                                              <a:solidFill>
                                                <a:srgbClr val="002060"/>
                                              </a:solidFill>
                                              <a:latin typeface="Cambria Math" panose="02040503050406030204" pitchFamily="18" charset="0"/>
                                            </a:rPr>
                                          </m:ctrlPr>
                                        </m:sSubPr>
                                        <m:e>
                                          <m:r>
                                            <a:rPr lang="en-US" sz="2800" b="1">
                                              <a:solidFill>
                                                <a:srgbClr val="002060"/>
                                              </a:solidFill>
                                              <a:latin typeface="Cambria Math" panose="02040503050406030204" pitchFamily="18" charset="0"/>
                                            </a:rPr>
                                            <m:t>𝐧</m:t>
                                          </m:r>
                                        </m:e>
                                        <m:sub>
                                          <m:r>
                                            <a:rPr lang="en-US" sz="2800" b="1">
                                              <a:solidFill>
                                                <a:srgbClr val="002060"/>
                                              </a:solidFill>
                                              <a:latin typeface="Cambria Math" panose="02040503050406030204" pitchFamily="18" charset="0"/>
                                            </a:rPr>
                                            <m:t>𝟏</m:t>
                                          </m:r>
                                          <m:r>
                                            <a:rPr lang="en-US" sz="2800" b="1">
                                              <a:solidFill>
                                                <a:srgbClr val="002060"/>
                                              </a:solidFill>
                                              <a:latin typeface="Cambria Math" panose="02040503050406030204" pitchFamily="18" charset="0"/>
                                            </a:rPr>
                                            <m:t> </m:t>
                                          </m:r>
                                        </m:sub>
                                      </m:sSub>
                                    </m:den>
                                  </m:f>
                                  <m:r>
                                    <a:rPr lang="en-US" sz="2800" b="1">
                                      <a:solidFill>
                                        <a:srgbClr val="002060"/>
                                      </a:solidFill>
                                      <a:latin typeface="Cambria Math" panose="02040503050406030204" pitchFamily="18" charset="0"/>
                                    </a:rPr>
                                    <m:t>+</m:t>
                                  </m:r>
                                  <m:f>
                                    <m:fPr>
                                      <m:ctrlPr>
                                        <a:rPr lang="en-IN" sz="2800" b="1" i="1">
                                          <a:solidFill>
                                            <a:srgbClr val="002060"/>
                                          </a:solidFill>
                                          <a:latin typeface="Cambria Math" panose="02040503050406030204" pitchFamily="18" charset="0"/>
                                        </a:rPr>
                                      </m:ctrlPr>
                                    </m:fPr>
                                    <m:num>
                                      <m:r>
                                        <a:rPr lang="en-US" sz="2800" b="1">
                                          <a:solidFill>
                                            <a:srgbClr val="002060"/>
                                          </a:solidFill>
                                          <a:latin typeface="Cambria Math" panose="02040503050406030204" pitchFamily="18" charset="0"/>
                                        </a:rPr>
                                        <m:t> </m:t>
                                      </m:r>
                                      <m:r>
                                        <a:rPr lang="en-US" sz="2800" b="1">
                                          <a:solidFill>
                                            <a:srgbClr val="002060"/>
                                          </a:solidFill>
                                          <a:latin typeface="Cambria Math" panose="02040503050406030204" pitchFamily="18" charset="0"/>
                                        </a:rPr>
                                        <m:t>𝟏</m:t>
                                      </m:r>
                                      <m:r>
                                        <a:rPr lang="en-US" sz="2800" b="1">
                                          <a:solidFill>
                                            <a:srgbClr val="002060"/>
                                          </a:solidFill>
                                          <a:latin typeface="Cambria Math" panose="02040503050406030204" pitchFamily="18" charset="0"/>
                                        </a:rPr>
                                        <m:t> </m:t>
                                      </m:r>
                                    </m:num>
                                    <m:den>
                                      <m:sSub>
                                        <m:sSubPr>
                                          <m:ctrlPr>
                                            <a:rPr lang="en-IN" sz="2800" b="1" i="1">
                                              <a:solidFill>
                                                <a:srgbClr val="002060"/>
                                              </a:solidFill>
                                              <a:latin typeface="Cambria Math" panose="02040503050406030204" pitchFamily="18" charset="0"/>
                                            </a:rPr>
                                          </m:ctrlPr>
                                        </m:sSubPr>
                                        <m:e>
                                          <m:r>
                                            <a:rPr lang="en-US" sz="2800" b="1">
                                              <a:solidFill>
                                                <a:srgbClr val="002060"/>
                                              </a:solidFill>
                                              <a:latin typeface="Cambria Math" panose="02040503050406030204" pitchFamily="18" charset="0"/>
                                            </a:rPr>
                                            <m:t>𝐧</m:t>
                                          </m:r>
                                        </m:e>
                                        <m:sub>
                                          <m:r>
                                            <a:rPr lang="en-US" sz="2800" b="1">
                                              <a:solidFill>
                                                <a:srgbClr val="002060"/>
                                              </a:solidFill>
                                              <a:latin typeface="Cambria Math" panose="02040503050406030204" pitchFamily="18" charset="0"/>
                                            </a:rPr>
                                            <m:t>𝟐</m:t>
                                          </m:r>
                                          <m:r>
                                            <a:rPr lang="en-US" sz="2800" b="1">
                                              <a:solidFill>
                                                <a:srgbClr val="002060"/>
                                              </a:solidFill>
                                              <a:latin typeface="Cambria Math" panose="02040503050406030204" pitchFamily="18" charset="0"/>
                                            </a:rPr>
                                            <m:t> </m:t>
                                          </m:r>
                                        </m:sub>
                                      </m:sSub>
                                    </m:den>
                                  </m:f>
                                </m:e>
                              </m:d>
                            </m:e>
                          </m:rad>
                        </m:e>
                      </m:d>
                    </m:oMath>
                  </m:oMathPara>
                </a14:m>
                <a:endParaRPr lang="en-US" sz="2800" dirty="0">
                  <a:solidFill>
                    <a:srgbClr val="002060"/>
                  </a:solidFill>
                </a:endParaRPr>
              </a:p>
            </p:txBody>
          </p:sp>
        </mc:Choice>
        <mc:Fallback xmlns="">
          <p:sp>
            <p:nvSpPr>
              <p:cNvPr id="6" name="Rectangle 5">
                <a:extLst>
                  <a:ext uri="{FF2B5EF4-FFF2-40B4-BE49-F238E27FC236}">
                    <a16:creationId xmlns:a16="http://schemas.microsoft.com/office/drawing/2014/main" id="{CE895910-A28B-1AC9-F85E-CA997C6EBCE0}"/>
                  </a:ext>
                </a:extLst>
              </p:cNvPr>
              <p:cNvSpPr>
                <a:spLocks noRot="1" noChangeAspect="1" noMove="1" noResize="1" noEditPoints="1" noAdjustHandles="1" noChangeArrowheads="1" noChangeShapeType="1" noTextEdit="1"/>
              </p:cNvSpPr>
              <p:nvPr/>
            </p:nvSpPr>
            <p:spPr>
              <a:xfrm>
                <a:off x="0" y="3100841"/>
                <a:ext cx="12054730" cy="1701813"/>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E1F72F96-DAA4-5396-94BD-95F3D208057E}"/>
                  </a:ext>
                </a:extLst>
              </p:cNvPr>
              <p:cNvSpPr/>
              <p:nvPr/>
            </p:nvSpPr>
            <p:spPr>
              <a:xfrm>
                <a:off x="0" y="5716280"/>
                <a:ext cx="3939430" cy="523220"/>
              </a:xfrm>
              <a:prstGeom prst="rect">
                <a:avLst/>
              </a:prstGeom>
            </p:spPr>
            <p:txBody>
              <a:bodyPr wrap="square">
                <a:spAutoFit/>
              </a:bodyPr>
              <a:lstStyle/>
              <a:p>
                <a:pPr lvl="0"/>
                <a14:m>
                  <m:oMathPara xmlns:m="http://schemas.openxmlformats.org/officeDocument/2006/math">
                    <m:oMathParaPr>
                      <m:jc m:val="centerGroup"/>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d>
                        <m:dPr>
                          <m:ctrlPr>
                            <a:rPr lang="en-US" sz="2800" i="1" smtClean="0">
                              <a:solidFill>
                                <a:srgbClr val="002060"/>
                              </a:solidFill>
                              <a:latin typeface="Cambria Math" panose="02040503050406030204" pitchFamily="18" charset="0"/>
                            </a:rPr>
                          </m:ctrlPr>
                        </m:dPr>
                        <m:e>
                          <m:r>
                            <a:rPr lang="en-IN" sz="2800" i="1" smtClean="0">
                              <a:solidFill>
                                <a:srgbClr val="002060"/>
                              </a:solidFill>
                              <a:latin typeface="Cambria Math" panose="02040503050406030204" pitchFamily="18" charset="0"/>
                            </a:rPr>
                            <m:t>0</m:t>
                          </m:r>
                          <m:r>
                            <a:rPr lang="en-IN" sz="2800" b="0" i="1" smtClean="0">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4594</m:t>
                          </m:r>
                          <m:r>
                            <a:rPr lang="en-IN" sz="2800" b="0" i="1" smtClean="0">
                              <a:solidFill>
                                <a:srgbClr val="002060"/>
                              </a:solidFill>
                              <a:latin typeface="Cambria Math" panose="02040503050406030204" pitchFamily="18" charset="0"/>
                            </a:rPr>
                            <m:t>,</m:t>
                          </m:r>
                          <m:r>
                            <a:rPr lang="en-IN" sz="2800" b="0" i="0" smtClean="0">
                              <a:solidFill>
                                <a:srgbClr val="002060"/>
                              </a:solidFill>
                              <a:latin typeface="Cambria Math" panose="02040503050406030204" pitchFamily="18" charset="0"/>
                            </a:rPr>
                            <m:t>  </m:t>
                          </m:r>
                          <m:r>
                            <a:rPr lang="en-IN" sz="2800" i="1" smtClean="0">
                              <a:solidFill>
                                <a:srgbClr val="002060"/>
                              </a:solidFill>
                              <a:latin typeface="Cambria Math" panose="02040503050406030204" pitchFamily="18" charset="0"/>
                            </a:rPr>
                            <m:t>0</m:t>
                          </m:r>
                          <m:r>
                            <a:rPr lang="en-IN" sz="2800" b="0" i="1" smtClean="0">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6006</m:t>
                          </m:r>
                        </m:e>
                      </m:d>
                    </m:oMath>
                  </m:oMathPara>
                </a14:m>
                <a:endParaRPr lang="en-US" sz="2800" dirty="0">
                  <a:solidFill>
                    <a:srgbClr val="002060"/>
                  </a:solidFill>
                </a:endParaRPr>
              </a:p>
            </p:txBody>
          </p:sp>
        </mc:Choice>
        <mc:Fallback xmlns="">
          <p:sp>
            <p:nvSpPr>
              <p:cNvPr id="8" name="Rectangle 7">
                <a:extLst>
                  <a:ext uri="{FF2B5EF4-FFF2-40B4-BE49-F238E27FC236}">
                    <a16:creationId xmlns:a16="http://schemas.microsoft.com/office/drawing/2014/main" id="{E1F72F96-DAA4-5396-94BD-95F3D208057E}"/>
                  </a:ext>
                </a:extLst>
              </p:cNvPr>
              <p:cNvSpPr>
                <a:spLocks noRot="1" noChangeAspect="1" noMove="1" noResize="1" noEditPoints="1" noAdjustHandles="1" noChangeArrowheads="1" noChangeShapeType="1" noTextEdit="1"/>
              </p:cNvSpPr>
              <p:nvPr/>
            </p:nvSpPr>
            <p:spPr>
              <a:xfrm>
                <a:off x="0" y="5716280"/>
                <a:ext cx="3939430"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3E24DB3F-5634-5322-B89F-BDAFC3C34D7C}"/>
                  </a:ext>
                </a:extLst>
              </p:cNvPr>
              <p:cNvSpPr/>
              <p:nvPr/>
            </p:nvSpPr>
            <p:spPr>
              <a:xfrm>
                <a:off x="371074" y="837782"/>
                <a:ext cx="175721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2800" b="0" i="0" smtClean="0">
                          <a:solidFill>
                            <a:srgbClr val="002060"/>
                          </a:solidFill>
                          <a:latin typeface="Cambria Math" panose="02040503050406030204" pitchFamily="18" charset="0"/>
                        </a:rPr>
                        <m:t>q</m:t>
                      </m:r>
                      <m:r>
                        <a:rPr lang="en-IN" sz="2800" b="0" i="0" smtClean="0">
                          <a:solidFill>
                            <a:srgbClr val="002060"/>
                          </a:solidFill>
                          <a:latin typeface="Cambria Math" panose="02040503050406030204" pitchFamily="18" charset="0"/>
                        </a:rPr>
                        <m:t>=</m:t>
                      </m:r>
                      <m:r>
                        <a:rPr lang="en-US" sz="2800" b="0" i="0" smtClean="0">
                          <a:solidFill>
                            <a:srgbClr val="002060"/>
                          </a:solidFill>
                          <a:latin typeface="Cambria Math" panose="02040503050406030204" pitchFamily="18" charset="0"/>
                        </a:rPr>
                        <m:t>1−</m:t>
                      </m:r>
                      <m:r>
                        <m:rPr>
                          <m:sty m:val="p"/>
                        </m:rPr>
                        <a:rPr lang="en-US" sz="2800" b="0" i="0" smtClean="0">
                          <a:solidFill>
                            <a:srgbClr val="002060"/>
                          </a:solidFill>
                          <a:latin typeface="Cambria Math" panose="02040503050406030204" pitchFamily="18" charset="0"/>
                        </a:rPr>
                        <m:t>p</m:t>
                      </m:r>
                    </m:oMath>
                  </m:oMathPara>
                </a14:m>
                <a:endParaRPr lang="en-US" sz="2800" dirty="0">
                  <a:solidFill>
                    <a:srgbClr val="002060"/>
                  </a:solidFill>
                </a:endParaRPr>
              </a:p>
            </p:txBody>
          </p:sp>
        </mc:Choice>
        <mc:Fallback xmlns="">
          <p:sp>
            <p:nvSpPr>
              <p:cNvPr id="4" name="Rectangle 3">
                <a:extLst>
                  <a:ext uri="{FF2B5EF4-FFF2-40B4-BE49-F238E27FC236}">
                    <a16:creationId xmlns:a16="http://schemas.microsoft.com/office/drawing/2014/main" id="{3E24DB3F-5634-5322-B89F-BDAFC3C34D7C}"/>
                  </a:ext>
                </a:extLst>
              </p:cNvPr>
              <p:cNvSpPr>
                <a:spLocks noRot="1" noChangeAspect="1" noMove="1" noResize="1" noEditPoints="1" noAdjustHandles="1" noChangeArrowheads="1" noChangeShapeType="1" noTextEdit="1"/>
              </p:cNvSpPr>
              <p:nvPr/>
            </p:nvSpPr>
            <p:spPr>
              <a:xfrm>
                <a:off x="371074" y="837782"/>
                <a:ext cx="1757212"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B7836C0-59BE-00A5-CD40-D6940745670B}"/>
                  </a:ext>
                </a:extLst>
              </p:cNvPr>
              <p:cNvSpPr txBox="1"/>
              <p:nvPr/>
            </p:nvSpPr>
            <p:spPr>
              <a:xfrm>
                <a:off x="1874520" y="860104"/>
                <a:ext cx="2451734"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i="1" smtClean="0">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1−0.5863</m:t>
                      </m:r>
                    </m:oMath>
                  </m:oMathPara>
                </a14:m>
                <a:endParaRPr lang="en-IN" sz="2800" dirty="0"/>
              </a:p>
            </p:txBody>
          </p:sp>
        </mc:Choice>
        <mc:Fallback xmlns="">
          <p:sp>
            <p:nvSpPr>
              <p:cNvPr id="10" name="TextBox 9">
                <a:extLst>
                  <a:ext uri="{FF2B5EF4-FFF2-40B4-BE49-F238E27FC236}">
                    <a16:creationId xmlns:a16="http://schemas.microsoft.com/office/drawing/2014/main" id="{1B7836C0-59BE-00A5-CD40-D6940745670B}"/>
                  </a:ext>
                </a:extLst>
              </p:cNvPr>
              <p:cNvSpPr txBox="1">
                <a:spLocks noRot="1" noChangeAspect="1" noMove="1" noResize="1" noEditPoints="1" noAdjustHandles="1" noChangeArrowheads="1" noChangeShapeType="1" noTextEdit="1"/>
              </p:cNvSpPr>
              <p:nvPr/>
            </p:nvSpPr>
            <p:spPr>
              <a:xfrm>
                <a:off x="1874520" y="860104"/>
                <a:ext cx="2451734"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F46AE0EA-A678-2B9F-8C63-0AC6BC92A20E}"/>
                  </a:ext>
                </a:extLst>
              </p:cNvPr>
              <p:cNvSpPr txBox="1"/>
              <p:nvPr/>
            </p:nvSpPr>
            <p:spPr>
              <a:xfrm>
                <a:off x="4172350" y="843045"/>
                <a:ext cx="157734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i="1" smtClean="0">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0.4137</m:t>
                      </m:r>
                    </m:oMath>
                  </m:oMathPara>
                </a14:m>
                <a:endParaRPr lang="en-IN" sz="2800" dirty="0"/>
              </a:p>
            </p:txBody>
          </p:sp>
        </mc:Choice>
        <mc:Fallback xmlns="">
          <p:sp>
            <p:nvSpPr>
              <p:cNvPr id="17" name="TextBox 16">
                <a:extLst>
                  <a:ext uri="{FF2B5EF4-FFF2-40B4-BE49-F238E27FC236}">
                    <a16:creationId xmlns:a16="http://schemas.microsoft.com/office/drawing/2014/main" id="{F46AE0EA-A678-2B9F-8C63-0AC6BC92A20E}"/>
                  </a:ext>
                </a:extLst>
              </p:cNvPr>
              <p:cNvSpPr txBox="1">
                <a:spLocks noRot="1" noChangeAspect="1" noMove="1" noResize="1" noEditPoints="1" noAdjustHandles="1" noChangeArrowheads="1" noChangeShapeType="1" noTextEdit="1"/>
              </p:cNvSpPr>
              <p:nvPr/>
            </p:nvSpPr>
            <p:spPr>
              <a:xfrm>
                <a:off x="4172350" y="843045"/>
                <a:ext cx="1577340"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0821BEE8-AAA4-49D3-A307-03850919D9B8}"/>
                  </a:ext>
                </a:extLst>
              </p:cNvPr>
              <p:cNvSpPr txBox="1"/>
              <p:nvPr/>
            </p:nvSpPr>
            <p:spPr>
              <a:xfrm>
                <a:off x="77153" y="1550616"/>
                <a:ext cx="3054667" cy="136537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ad>
                        <m:radPr>
                          <m:degHide m:val="on"/>
                          <m:ctrlPr>
                            <a:rPr lang="en-IN" sz="2800" i="1" smtClean="0">
                              <a:solidFill>
                                <a:srgbClr val="002060"/>
                              </a:solidFill>
                              <a:latin typeface="Cambria Math" panose="02040503050406030204" pitchFamily="18" charset="0"/>
                            </a:rPr>
                          </m:ctrlPr>
                        </m:radPr>
                        <m:deg/>
                        <m:e>
                          <m:r>
                            <m:rPr>
                              <m:sty m:val="p"/>
                            </m:rPr>
                            <a:rPr lang="en-US" sz="2800" b="0" i="1">
                              <a:solidFill>
                                <a:srgbClr val="002060"/>
                              </a:solidFill>
                              <a:latin typeface="Cambria Math" panose="02040503050406030204" pitchFamily="18" charset="0"/>
                            </a:rPr>
                            <m:t>pq</m:t>
                          </m:r>
                          <m:d>
                            <m:dPr>
                              <m:ctrlPr>
                                <a:rPr lang="en-IN" sz="2800" i="1">
                                  <a:solidFill>
                                    <a:srgbClr val="002060"/>
                                  </a:solidFill>
                                  <a:latin typeface="Cambria Math" panose="02040503050406030204" pitchFamily="18" charset="0"/>
                                </a:rPr>
                              </m:ctrlPr>
                            </m:dPr>
                            <m:e>
                              <m:f>
                                <m:fPr>
                                  <m:ctrlPr>
                                    <a:rPr lang="en-IN" sz="2800" i="1">
                                      <a:solidFill>
                                        <a:srgbClr val="002060"/>
                                      </a:solidFill>
                                      <a:latin typeface="Cambria Math" panose="02040503050406030204" pitchFamily="18" charset="0"/>
                                    </a:rPr>
                                  </m:ctrlPr>
                                </m:fPr>
                                <m:num>
                                  <m:r>
                                    <a:rPr lang="en-US" sz="2800" b="0">
                                      <a:solidFill>
                                        <a:srgbClr val="002060"/>
                                      </a:solidFill>
                                      <a:latin typeface="Cambria Math" panose="02040503050406030204" pitchFamily="18" charset="0"/>
                                    </a:rPr>
                                    <m:t> </m:t>
                                  </m:r>
                                  <m:r>
                                    <a:rPr lang="en-US" sz="2800" b="0" i="1">
                                      <a:solidFill>
                                        <a:srgbClr val="002060"/>
                                      </a:solidFill>
                                      <a:latin typeface="Cambria Math" panose="02040503050406030204" pitchFamily="18" charset="0"/>
                                    </a:rPr>
                                    <m:t>1</m:t>
                                  </m:r>
                                  <m:r>
                                    <a:rPr lang="en-US" sz="2800" b="0">
                                      <a:solidFill>
                                        <a:srgbClr val="002060"/>
                                      </a:solidFill>
                                      <a:latin typeface="Cambria Math" panose="02040503050406030204" pitchFamily="18" charset="0"/>
                                    </a:rPr>
                                    <m:t> </m:t>
                                  </m:r>
                                </m:num>
                                <m:den>
                                  <m:sSub>
                                    <m:sSubPr>
                                      <m:ctrlPr>
                                        <a:rPr lang="en-IN" sz="2800" i="1">
                                          <a:solidFill>
                                            <a:srgbClr val="002060"/>
                                          </a:solidFill>
                                          <a:latin typeface="Cambria Math" panose="02040503050406030204" pitchFamily="18" charset="0"/>
                                        </a:rPr>
                                      </m:ctrlPr>
                                    </m:sSubPr>
                                    <m:e>
                                      <m:r>
                                        <m:rPr>
                                          <m:sty m:val="p"/>
                                        </m:rPr>
                                        <a:rPr lang="en-US" sz="2800" b="0" i="1">
                                          <a:solidFill>
                                            <a:srgbClr val="002060"/>
                                          </a:solidFill>
                                          <a:latin typeface="Cambria Math" panose="02040503050406030204" pitchFamily="18" charset="0"/>
                                        </a:rPr>
                                        <m:t>n</m:t>
                                      </m:r>
                                    </m:e>
                                    <m:sub>
                                      <m:r>
                                        <a:rPr lang="en-US" sz="2800" b="0" i="1">
                                          <a:solidFill>
                                            <a:srgbClr val="002060"/>
                                          </a:solidFill>
                                          <a:latin typeface="Cambria Math" panose="02040503050406030204" pitchFamily="18" charset="0"/>
                                        </a:rPr>
                                        <m:t>1</m:t>
                                      </m:r>
                                      <m:r>
                                        <a:rPr lang="en-US" sz="2800" b="0">
                                          <a:solidFill>
                                            <a:srgbClr val="002060"/>
                                          </a:solidFill>
                                          <a:latin typeface="Cambria Math" panose="02040503050406030204" pitchFamily="18" charset="0"/>
                                        </a:rPr>
                                        <m:t> </m:t>
                                      </m:r>
                                    </m:sub>
                                  </m:sSub>
                                </m:den>
                              </m:f>
                              <m:r>
                                <a:rPr lang="en-US" sz="2800" b="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US" sz="2800" b="0">
                                      <a:solidFill>
                                        <a:srgbClr val="002060"/>
                                      </a:solidFill>
                                      <a:latin typeface="Cambria Math" panose="02040503050406030204" pitchFamily="18" charset="0"/>
                                    </a:rPr>
                                    <m:t> </m:t>
                                  </m:r>
                                  <m:r>
                                    <a:rPr lang="en-US" sz="2800" b="0" i="1">
                                      <a:solidFill>
                                        <a:srgbClr val="002060"/>
                                      </a:solidFill>
                                      <a:latin typeface="Cambria Math" panose="02040503050406030204" pitchFamily="18" charset="0"/>
                                    </a:rPr>
                                    <m:t>1</m:t>
                                  </m:r>
                                  <m:r>
                                    <a:rPr lang="en-US" sz="2800" b="0">
                                      <a:solidFill>
                                        <a:srgbClr val="002060"/>
                                      </a:solidFill>
                                      <a:latin typeface="Cambria Math" panose="02040503050406030204" pitchFamily="18" charset="0"/>
                                    </a:rPr>
                                    <m:t> </m:t>
                                  </m:r>
                                </m:num>
                                <m:den>
                                  <m:sSub>
                                    <m:sSubPr>
                                      <m:ctrlPr>
                                        <a:rPr lang="en-IN" sz="2800" i="1">
                                          <a:solidFill>
                                            <a:srgbClr val="002060"/>
                                          </a:solidFill>
                                          <a:latin typeface="Cambria Math" panose="02040503050406030204" pitchFamily="18" charset="0"/>
                                        </a:rPr>
                                      </m:ctrlPr>
                                    </m:sSubPr>
                                    <m:e>
                                      <m:r>
                                        <m:rPr>
                                          <m:sty m:val="p"/>
                                        </m:rPr>
                                        <a:rPr lang="en-US" sz="2800" b="0" i="1">
                                          <a:solidFill>
                                            <a:srgbClr val="002060"/>
                                          </a:solidFill>
                                          <a:latin typeface="Cambria Math" panose="02040503050406030204" pitchFamily="18" charset="0"/>
                                        </a:rPr>
                                        <m:t>n</m:t>
                                      </m:r>
                                    </m:e>
                                    <m:sub>
                                      <m:r>
                                        <a:rPr lang="en-US" sz="2800" b="0" i="1">
                                          <a:solidFill>
                                            <a:srgbClr val="002060"/>
                                          </a:solidFill>
                                          <a:latin typeface="Cambria Math" panose="02040503050406030204" pitchFamily="18" charset="0"/>
                                        </a:rPr>
                                        <m:t>2</m:t>
                                      </m:r>
                                      <m:r>
                                        <a:rPr lang="en-US" sz="2800" b="0">
                                          <a:solidFill>
                                            <a:srgbClr val="002060"/>
                                          </a:solidFill>
                                          <a:latin typeface="Cambria Math" panose="02040503050406030204" pitchFamily="18" charset="0"/>
                                        </a:rPr>
                                        <m:t> </m:t>
                                      </m:r>
                                    </m:sub>
                                  </m:sSub>
                                </m:den>
                              </m:f>
                            </m:e>
                          </m:d>
                        </m:e>
                      </m:rad>
                      <m:r>
                        <a:rPr lang="en-US" sz="2800" b="0" i="1" smtClean="0">
                          <a:solidFill>
                            <a:srgbClr val="002060"/>
                          </a:solidFill>
                          <a:latin typeface="Cambria Math" panose="02040503050406030204" pitchFamily="18" charset="0"/>
                        </a:rPr>
                        <m:t>=</m:t>
                      </m:r>
                    </m:oMath>
                  </m:oMathPara>
                </a14:m>
                <a:endParaRPr lang="en-IN" sz="2800" dirty="0"/>
              </a:p>
            </p:txBody>
          </p:sp>
        </mc:Choice>
        <mc:Fallback xmlns="">
          <p:sp>
            <p:nvSpPr>
              <p:cNvPr id="21" name="TextBox 20">
                <a:extLst>
                  <a:ext uri="{FF2B5EF4-FFF2-40B4-BE49-F238E27FC236}">
                    <a16:creationId xmlns:a16="http://schemas.microsoft.com/office/drawing/2014/main" id="{0821BEE8-AAA4-49D3-A307-03850919D9B8}"/>
                  </a:ext>
                </a:extLst>
              </p:cNvPr>
              <p:cNvSpPr txBox="1">
                <a:spLocks noRot="1" noChangeAspect="1" noMove="1" noResize="1" noEditPoints="1" noAdjustHandles="1" noChangeArrowheads="1" noChangeShapeType="1" noTextEdit="1"/>
              </p:cNvSpPr>
              <p:nvPr/>
            </p:nvSpPr>
            <p:spPr>
              <a:xfrm>
                <a:off x="77153" y="1550616"/>
                <a:ext cx="3054667" cy="1365374"/>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9DB39465-ECA6-1D4B-BD79-0DDD5A45BE59}"/>
                  </a:ext>
                </a:extLst>
              </p:cNvPr>
              <p:cNvSpPr txBox="1"/>
              <p:nvPr/>
            </p:nvSpPr>
            <p:spPr>
              <a:xfrm>
                <a:off x="2878930" y="1545853"/>
                <a:ext cx="5442110" cy="136537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ad>
                        <m:radPr>
                          <m:degHide m:val="on"/>
                          <m:ctrlPr>
                            <a:rPr lang="en-IN" sz="2800" b="1" i="1" smtClean="0">
                              <a:solidFill>
                                <a:srgbClr val="002060"/>
                              </a:solidFill>
                              <a:latin typeface="Cambria Math" panose="02040503050406030204" pitchFamily="18" charset="0"/>
                            </a:rPr>
                          </m:ctrlPr>
                        </m:radPr>
                        <m:deg/>
                        <m:e>
                          <m:d>
                            <m:dPr>
                              <m:ctrlPr>
                                <a:rPr lang="en-IN" sz="2800" i="1">
                                  <a:solidFill>
                                    <a:srgbClr val="002060"/>
                                  </a:solidFill>
                                  <a:latin typeface="Cambria Math" panose="02040503050406030204" pitchFamily="18" charset="0"/>
                                </a:rPr>
                              </m:ctrlPr>
                            </m:dPr>
                            <m:e>
                              <m:r>
                                <a:rPr lang="en-US" sz="2800" i="1">
                                  <a:solidFill>
                                    <a:srgbClr val="002060"/>
                                  </a:solidFill>
                                  <a:latin typeface="Cambria Math" panose="02040503050406030204" pitchFamily="18" charset="0"/>
                                </a:rPr>
                                <m:t>0.</m:t>
                              </m:r>
                              <m:r>
                                <a:rPr lang="en-US" sz="2800" b="0" i="1" smtClean="0">
                                  <a:solidFill>
                                    <a:srgbClr val="002060"/>
                                  </a:solidFill>
                                  <a:latin typeface="Cambria Math" panose="02040503050406030204" pitchFamily="18" charset="0"/>
                                </a:rPr>
                                <m:t>5863</m:t>
                              </m:r>
                            </m:e>
                          </m:d>
                          <m:d>
                            <m:dPr>
                              <m:ctrlPr>
                                <a:rPr lang="en-IN" sz="2800" i="1">
                                  <a:solidFill>
                                    <a:srgbClr val="002060"/>
                                  </a:solidFill>
                                  <a:latin typeface="Cambria Math" panose="02040503050406030204" pitchFamily="18" charset="0"/>
                                </a:rPr>
                              </m:ctrlPr>
                            </m:dPr>
                            <m:e>
                              <m:r>
                                <a:rPr lang="en-US" sz="2800" i="1">
                                  <a:solidFill>
                                    <a:srgbClr val="002060"/>
                                  </a:solidFill>
                                  <a:latin typeface="Cambria Math" panose="02040503050406030204" pitchFamily="18" charset="0"/>
                                </a:rPr>
                                <m:t>0.</m:t>
                              </m:r>
                              <m:r>
                                <a:rPr lang="en-US" sz="2800" b="0" i="1" smtClean="0">
                                  <a:solidFill>
                                    <a:srgbClr val="002060"/>
                                  </a:solidFill>
                                  <a:latin typeface="Cambria Math" panose="02040503050406030204" pitchFamily="18" charset="0"/>
                                </a:rPr>
                                <m:t>4137</m:t>
                              </m:r>
                            </m:e>
                          </m:d>
                          <m:d>
                            <m:dPr>
                              <m:ctrlPr>
                                <a:rPr lang="en-IN" sz="2800" i="1">
                                  <a:solidFill>
                                    <a:srgbClr val="002060"/>
                                  </a:solidFill>
                                  <a:latin typeface="Cambria Math" panose="02040503050406030204" pitchFamily="18" charset="0"/>
                                </a:rPr>
                              </m:ctrlPr>
                            </m:dPr>
                            <m:e>
                              <m:f>
                                <m:fPr>
                                  <m:ctrlPr>
                                    <a:rPr lang="en-IN" sz="2800" i="1">
                                      <a:solidFill>
                                        <a:srgbClr val="002060"/>
                                      </a:solidFill>
                                      <a:latin typeface="Cambria Math" panose="02040503050406030204" pitchFamily="18" charset="0"/>
                                    </a:rPr>
                                  </m:ctrlPr>
                                </m:fPr>
                                <m:num>
                                  <m:r>
                                    <a:rPr lang="en-US" sz="2800" b="0">
                                      <a:solidFill>
                                        <a:srgbClr val="002060"/>
                                      </a:solidFill>
                                      <a:latin typeface="Cambria Math" panose="02040503050406030204" pitchFamily="18" charset="0"/>
                                    </a:rPr>
                                    <m:t> </m:t>
                                  </m:r>
                                  <m:r>
                                    <a:rPr lang="en-US" sz="2800" b="0" i="1">
                                      <a:solidFill>
                                        <a:srgbClr val="002060"/>
                                      </a:solidFill>
                                      <a:latin typeface="Cambria Math" panose="02040503050406030204" pitchFamily="18" charset="0"/>
                                    </a:rPr>
                                    <m:t>1</m:t>
                                  </m:r>
                                  <m:r>
                                    <a:rPr lang="en-US" sz="2800" b="0">
                                      <a:solidFill>
                                        <a:srgbClr val="002060"/>
                                      </a:solidFill>
                                      <a:latin typeface="Cambria Math" panose="02040503050406030204" pitchFamily="18" charset="0"/>
                                    </a:rPr>
                                    <m:t> </m:t>
                                  </m:r>
                                </m:num>
                                <m:den>
                                  <m:r>
                                    <a:rPr lang="en-US" sz="2800" b="0" i="1" smtClean="0">
                                      <a:solidFill>
                                        <a:srgbClr val="002060"/>
                                      </a:solidFill>
                                      <a:latin typeface="Cambria Math" panose="02040503050406030204" pitchFamily="18" charset="0"/>
                                    </a:rPr>
                                    <m:t>300</m:t>
                                  </m:r>
                                </m:den>
                              </m:f>
                              <m:r>
                                <a:rPr lang="en-US" sz="2800" b="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US" sz="2800" b="0">
                                      <a:solidFill>
                                        <a:srgbClr val="002060"/>
                                      </a:solidFill>
                                      <a:latin typeface="Cambria Math" panose="02040503050406030204" pitchFamily="18" charset="0"/>
                                    </a:rPr>
                                    <m:t> </m:t>
                                  </m:r>
                                  <m:r>
                                    <a:rPr lang="en-US" sz="2800" b="0" i="1">
                                      <a:solidFill>
                                        <a:srgbClr val="002060"/>
                                      </a:solidFill>
                                      <a:latin typeface="Cambria Math" panose="02040503050406030204" pitchFamily="18" charset="0"/>
                                    </a:rPr>
                                    <m:t>1</m:t>
                                  </m:r>
                                  <m:r>
                                    <a:rPr lang="en-US" sz="2800" b="0">
                                      <a:solidFill>
                                        <a:srgbClr val="002060"/>
                                      </a:solidFill>
                                      <a:latin typeface="Cambria Math" panose="02040503050406030204" pitchFamily="18" charset="0"/>
                                    </a:rPr>
                                    <m:t> </m:t>
                                  </m:r>
                                </m:num>
                                <m:den>
                                  <m:r>
                                    <a:rPr lang="en-US" sz="2800" b="0" i="1" smtClean="0">
                                      <a:solidFill>
                                        <a:srgbClr val="002060"/>
                                      </a:solidFill>
                                      <a:latin typeface="Cambria Math" panose="02040503050406030204" pitchFamily="18" charset="0"/>
                                    </a:rPr>
                                    <m:t>500</m:t>
                                  </m:r>
                                </m:den>
                              </m:f>
                            </m:e>
                          </m:d>
                        </m:e>
                      </m:rad>
                    </m:oMath>
                  </m:oMathPara>
                </a14:m>
                <a:endParaRPr lang="en-IN" sz="2800" dirty="0"/>
              </a:p>
            </p:txBody>
          </p:sp>
        </mc:Choice>
        <mc:Fallback xmlns="">
          <p:sp>
            <p:nvSpPr>
              <p:cNvPr id="22" name="TextBox 21">
                <a:extLst>
                  <a:ext uri="{FF2B5EF4-FFF2-40B4-BE49-F238E27FC236}">
                    <a16:creationId xmlns:a16="http://schemas.microsoft.com/office/drawing/2014/main" id="{9DB39465-ECA6-1D4B-BD79-0DDD5A45BE59}"/>
                  </a:ext>
                </a:extLst>
              </p:cNvPr>
              <p:cNvSpPr txBox="1">
                <a:spLocks noRot="1" noChangeAspect="1" noMove="1" noResize="1" noEditPoints="1" noAdjustHandles="1" noChangeArrowheads="1" noChangeShapeType="1" noTextEdit="1"/>
              </p:cNvSpPr>
              <p:nvPr/>
            </p:nvSpPr>
            <p:spPr>
              <a:xfrm>
                <a:off x="2878930" y="1545853"/>
                <a:ext cx="5442110" cy="1365374"/>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EE3E684-DC99-993D-EFAF-6E093211842C}"/>
                  </a:ext>
                </a:extLst>
              </p:cNvPr>
              <p:cNvSpPr txBox="1"/>
              <p:nvPr/>
            </p:nvSpPr>
            <p:spPr>
              <a:xfrm>
                <a:off x="8524400" y="1966930"/>
                <a:ext cx="157734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i="1" smtClean="0">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0.0360</m:t>
                      </m:r>
                    </m:oMath>
                  </m:oMathPara>
                </a14:m>
                <a:endParaRPr lang="en-IN" sz="2800" dirty="0"/>
              </a:p>
            </p:txBody>
          </p:sp>
        </mc:Choice>
        <mc:Fallback xmlns="">
          <p:sp>
            <p:nvSpPr>
              <p:cNvPr id="23" name="TextBox 22">
                <a:extLst>
                  <a:ext uri="{FF2B5EF4-FFF2-40B4-BE49-F238E27FC236}">
                    <a16:creationId xmlns:a16="http://schemas.microsoft.com/office/drawing/2014/main" id="{3EE3E684-DC99-993D-EFAF-6E093211842C}"/>
                  </a:ext>
                </a:extLst>
              </p:cNvPr>
              <p:cNvSpPr txBox="1">
                <a:spLocks noRot="1" noChangeAspect="1" noMove="1" noResize="1" noEditPoints="1" noAdjustHandles="1" noChangeArrowheads="1" noChangeShapeType="1" noTextEdit="1"/>
              </p:cNvSpPr>
              <p:nvPr/>
            </p:nvSpPr>
            <p:spPr>
              <a:xfrm>
                <a:off x="8524400" y="1966930"/>
                <a:ext cx="1577340"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312D260A-1B11-0890-886B-CD685AEA0DB3}"/>
                  </a:ext>
                </a:extLst>
              </p:cNvPr>
              <p:cNvSpPr/>
              <p:nvPr/>
            </p:nvSpPr>
            <p:spPr>
              <a:xfrm>
                <a:off x="0" y="4954219"/>
                <a:ext cx="7966710" cy="578685"/>
              </a:xfrm>
              <a:prstGeom prst="rect">
                <a:avLst/>
              </a:prstGeom>
            </p:spPr>
            <p:txBody>
              <a:bodyPr wrap="square">
                <a:spAutoFit/>
              </a:bodyPr>
              <a:lstStyle/>
              <a:p>
                <a:pPr lvl="0"/>
                <a14:m>
                  <m:oMathPara xmlns:m="http://schemas.openxmlformats.org/officeDocument/2006/math">
                    <m:oMathParaPr>
                      <m:jc m:val="centerGroup"/>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m:t>
                      </m:r>
                      <m:d>
                        <m:dPr>
                          <m:ctrlPr>
                            <a:rPr lang="en-US" sz="2800" i="1" smtClean="0">
                              <a:solidFill>
                                <a:srgbClr val="002060"/>
                              </a:solidFill>
                              <a:latin typeface="Cambria Math" panose="02040503050406030204" pitchFamily="18" charset="0"/>
                            </a:rPr>
                          </m:ctrlPr>
                        </m:dPr>
                        <m:e>
                          <m:r>
                            <a:rPr lang="en-US" sz="2800" i="1" smtClean="0">
                              <a:solidFill>
                                <a:srgbClr val="002060"/>
                              </a:solidFill>
                              <a:latin typeface="Cambria Math" panose="02040503050406030204" pitchFamily="18" charset="0"/>
                            </a:rPr>
                            <m:t>0</m:t>
                          </m:r>
                          <m:r>
                            <a:rPr lang="en-US" sz="2800" b="0" i="1" smtClean="0">
                              <a:solidFill>
                                <a:srgbClr val="002060"/>
                              </a:solidFill>
                              <a:latin typeface="Cambria Math" panose="02040503050406030204" pitchFamily="18" charset="0"/>
                            </a:rPr>
                            <m:t>.53</m:t>
                          </m:r>
                          <m:r>
                            <a:rPr lang="en-IN" sz="2800" b="0" i="0" smtClean="0">
                              <a:solidFill>
                                <a:srgbClr val="002060"/>
                              </a:solidFill>
                              <a:latin typeface="Cambria Math" panose="02040503050406030204" pitchFamily="18" charset="0"/>
                            </a:rPr>
                            <m:t>−</m:t>
                          </m:r>
                          <m:r>
                            <a:rPr lang="en-IN" sz="2800" i="1" smtClean="0">
                              <a:solidFill>
                                <a:srgbClr val="002060"/>
                              </a:solidFill>
                              <a:latin typeface="Cambria Math" panose="02040503050406030204" pitchFamily="18" charset="0"/>
                            </a:rPr>
                            <m:t>1</m:t>
                          </m:r>
                          <m:r>
                            <a:rPr lang="en-IN" sz="2800" b="0" i="1" smtClean="0">
                              <a:solidFill>
                                <a:srgbClr val="002060"/>
                              </a:solidFill>
                              <a:latin typeface="Cambria Math" panose="02040503050406030204" pitchFamily="18" charset="0"/>
                            </a:rPr>
                            <m:t>.96</m:t>
                          </m:r>
                          <m:d>
                            <m:dPr>
                              <m:ctrlPr>
                                <a:rPr lang="en-IN" sz="2800" b="0" i="1" smtClean="0">
                                  <a:solidFill>
                                    <a:srgbClr val="002060"/>
                                  </a:solidFill>
                                  <a:latin typeface="Cambria Math" panose="02040503050406030204" pitchFamily="18" charset="0"/>
                                </a:rPr>
                              </m:ctrlPr>
                            </m:dPr>
                            <m:e>
                              <m:r>
                                <a:rPr lang="en-US" sz="2800" b="0" i="1">
                                  <a:solidFill>
                                    <a:srgbClr val="002060"/>
                                  </a:solidFill>
                                  <a:latin typeface="Cambria Math" panose="02040503050406030204" pitchFamily="18" charset="0"/>
                                </a:rPr>
                                <m:t>0.0360</m:t>
                              </m:r>
                            </m:e>
                          </m:d>
                          <m:r>
                            <a:rPr lang="en-IN" sz="2800" b="0" i="1" smtClean="0">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  </m:t>
                          </m:r>
                          <m:r>
                            <a:rPr lang="en-US" sz="2800" i="1" smtClean="0">
                              <a:solidFill>
                                <a:srgbClr val="002060"/>
                              </a:solidFill>
                              <a:latin typeface="Cambria Math" panose="02040503050406030204" pitchFamily="18" charset="0"/>
                            </a:rPr>
                            <m:t>0</m:t>
                          </m:r>
                          <m:r>
                            <a:rPr lang="en-US" sz="2800" b="0" i="1" smtClean="0">
                              <a:solidFill>
                                <a:srgbClr val="002060"/>
                              </a:solidFill>
                              <a:latin typeface="Cambria Math" panose="02040503050406030204" pitchFamily="18" charset="0"/>
                            </a:rPr>
                            <m:t>.53</m:t>
                          </m:r>
                          <m:r>
                            <a:rPr lang="en-IN" sz="2800" b="0" i="0" smtClean="0">
                              <a:solidFill>
                                <a:srgbClr val="002060"/>
                              </a:solidFill>
                              <a:latin typeface="Cambria Math" panose="02040503050406030204" pitchFamily="18" charset="0"/>
                            </a:rPr>
                            <m:t>+</m:t>
                          </m:r>
                          <m:r>
                            <a:rPr lang="en-IN" sz="2800" i="1">
                              <a:solidFill>
                                <a:srgbClr val="002060"/>
                              </a:solidFill>
                              <a:latin typeface="Cambria Math" panose="02040503050406030204" pitchFamily="18" charset="0"/>
                            </a:rPr>
                            <m:t>1.96</m:t>
                          </m:r>
                          <m:d>
                            <m:dPr>
                              <m:ctrlPr>
                                <a:rPr lang="en-IN" sz="2800" i="1">
                                  <a:solidFill>
                                    <a:srgbClr val="002060"/>
                                  </a:solidFill>
                                  <a:latin typeface="Cambria Math" panose="02040503050406030204" pitchFamily="18" charset="0"/>
                                </a:rPr>
                              </m:ctrlPr>
                            </m:dPr>
                            <m:e>
                              <m:r>
                                <a:rPr lang="en-US" sz="2800" i="1">
                                  <a:solidFill>
                                    <a:srgbClr val="002060"/>
                                  </a:solidFill>
                                  <a:latin typeface="Cambria Math" panose="02040503050406030204" pitchFamily="18" charset="0"/>
                                </a:rPr>
                                <m:t>0.0360</m:t>
                              </m:r>
                            </m:e>
                          </m:d>
                        </m:e>
                      </m:d>
                    </m:oMath>
                  </m:oMathPara>
                </a14:m>
                <a:endParaRPr lang="en-US" sz="2800" dirty="0">
                  <a:solidFill>
                    <a:srgbClr val="002060"/>
                  </a:solidFill>
                </a:endParaRPr>
              </a:p>
            </p:txBody>
          </p:sp>
        </mc:Choice>
        <mc:Fallback xmlns="">
          <p:sp>
            <p:nvSpPr>
              <p:cNvPr id="24" name="Rectangle 23">
                <a:extLst>
                  <a:ext uri="{FF2B5EF4-FFF2-40B4-BE49-F238E27FC236}">
                    <a16:creationId xmlns:a16="http://schemas.microsoft.com/office/drawing/2014/main" id="{312D260A-1B11-0890-886B-CD685AEA0DB3}"/>
                  </a:ext>
                </a:extLst>
              </p:cNvPr>
              <p:cNvSpPr>
                <a:spLocks noRot="1" noChangeAspect="1" noMove="1" noResize="1" noEditPoints="1" noAdjustHandles="1" noChangeArrowheads="1" noChangeShapeType="1" noTextEdit="1"/>
              </p:cNvSpPr>
              <p:nvPr/>
            </p:nvSpPr>
            <p:spPr>
              <a:xfrm>
                <a:off x="0" y="4954219"/>
                <a:ext cx="7966710" cy="578685"/>
              </a:xfrm>
              <a:prstGeom prst="rect">
                <a:avLst/>
              </a:prstGeom>
              <a:blipFill>
                <a:blip r:embed="rId10"/>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861438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0" grpId="0"/>
      <p:bldP spid="17" grpId="0"/>
      <p:bldP spid="21" grpId="0"/>
      <p:bldP spid="22" grpId="0"/>
      <p:bldP spid="23" grpId="0"/>
      <p:bldP spid="24" grpId="0"/>
    </p:bldLst>
  </p:timing>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3BA75-B01A-2C1D-E665-73991A0465F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a:extLst>
                  <a:ext uri="{FF2B5EF4-FFF2-40B4-BE49-F238E27FC236}">
                    <a16:creationId xmlns:a16="http://schemas.microsoft.com/office/drawing/2014/main" id="{BA2A734A-CF91-33F8-1571-048884B86C5A}"/>
                  </a:ext>
                </a:extLst>
              </p:cNvPr>
              <p:cNvSpPr txBox="1">
                <a:spLocks/>
              </p:cNvSpPr>
              <p:nvPr/>
            </p:nvSpPr>
            <p:spPr>
              <a:xfrm>
                <a:off x="131177" y="869081"/>
                <a:ext cx="11929643" cy="2737631"/>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endParaRPr lang="en-US" dirty="0"/>
              </a:p>
              <a:p>
                <a:r>
                  <a:rPr lang="en-US" dirty="0"/>
                  <a:t>Random samples of 400 men and 600 women were asked whether they would like to have a flyover near their residence. 200 men and 325 women were in favor of the proposal. Test the hypothesis that proportions of men and women in favor of the proposal are same at 5% level of significance. </a:t>
                </a:r>
                <a14:m>
                  <m:oMath xmlns:m="http://schemas.openxmlformats.org/officeDocument/2006/math">
                    <m:d>
                      <m:dPr>
                        <m:ctrlPr>
                          <a:rPr lang="en-IN" i="1">
                            <a:latin typeface="Cambria Math" panose="02040503050406030204" pitchFamily="18" charset="0"/>
                          </a:rPr>
                        </m:ctrlPr>
                      </m:dPr>
                      <m:e>
                        <m:r>
                          <a:rPr lang="en-US" i="1">
                            <a:latin typeface="Cambria Math" panose="02040503050406030204" pitchFamily="18" charset="0"/>
                          </a:rPr>
                          <m:t> </m:t>
                        </m:r>
                        <m:d>
                          <m:dPr>
                            <m:begChr m:val="|"/>
                            <m:endChr m:val="|"/>
                            <m:ctrlPr>
                              <a:rPr lang="en-IN" i="1">
                                <a:latin typeface="Cambria Math" panose="02040503050406030204" pitchFamily="18" charset="0"/>
                              </a:rPr>
                            </m:ctrlPr>
                          </m:dPr>
                          <m:e>
                            <m:r>
                              <a:rPr lang="en-US" i="1">
                                <a:latin typeface="Cambria Math" panose="02040503050406030204" pitchFamily="18" charset="0"/>
                              </a:rPr>
                              <m:t> </m:t>
                            </m:r>
                            <m:sSub>
                              <m:sSubPr>
                                <m:ctrlPr>
                                  <a:rPr lang="en-IN" i="1">
                                    <a:latin typeface="Cambria Math" panose="02040503050406030204" pitchFamily="18" charset="0"/>
                                  </a:rPr>
                                </m:ctrlPr>
                              </m:sSubPr>
                              <m:e>
                                <m:r>
                                  <m:rPr>
                                    <m:sty m:val="p"/>
                                  </m:rPr>
                                  <a:rPr lang="en-US">
                                    <a:latin typeface="Cambria Math" panose="02040503050406030204" pitchFamily="18" charset="0"/>
                                  </a:rPr>
                                  <m:t>Z</m:t>
                                </m:r>
                              </m:e>
                              <m:sub>
                                <m:r>
                                  <a:rPr lang="en-US">
                                    <a:latin typeface="Cambria Math" panose="02040503050406030204" pitchFamily="18" charset="0"/>
                                  </a:rPr>
                                  <m:t>0.05</m:t>
                                </m:r>
                              </m:sub>
                            </m:sSub>
                            <m:r>
                              <a:rPr lang="en-US" i="1">
                                <a:latin typeface="Cambria Math" panose="02040503050406030204" pitchFamily="18" charset="0"/>
                              </a:rPr>
                              <m:t> </m:t>
                            </m:r>
                          </m:e>
                        </m:d>
                        <m:r>
                          <a:rPr lang="en-US">
                            <a:latin typeface="Cambria Math" panose="02040503050406030204" pitchFamily="18" charset="0"/>
                          </a:rPr>
                          <m:t>=1.96 </m:t>
                        </m:r>
                      </m:e>
                    </m:d>
                  </m:oMath>
                </a14:m>
                <a:endParaRPr lang="en-IN" dirty="0"/>
              </a:p>
              <a:p>
                <a:endParaRPr lang="en-US" dirty="0"/>
              </a:p>
            </p:txBody>
          </p:sp>
        </mc:Choice>
        <mc:Fallback xmlns="">
          <p:sp>
            <p:nvSpPr>
              <p:cNvPr id="19" name="Content Placeholder 2">
                <a:extLst>
                  <a:ext uri="{FF2B5EF4-FFF2-40B4-BE49-F238E27FC236}">
                    <a16:creationId xmlns:a16="http://schemas.microsoft.com/office/drawing/2014/main" id="{BA2A734A-CF91-33F8-1571-048884B86C5A}"/>
                  </a:ext>
                </a:extLst>
              </p:cNvPr>
              <p:cNvSpPr txBox="1">
                <a:spLocks noRot="1" noChangeAspect="1" noMove="1" noResize="1" noEditPoints="1" noAdjustHandles="1" noChangeArrowheads="1" noChangeShapeType="1" noTextEdit="1"/>
              </p:cNvSpPr>
              <p:nvPr/>
            </p:nvSpPr>
            <p:spPr>
              <a:xfrm>
                <a:off x="131177" y="869081"/>
                <a:ext cx="11929643" cy="2737631"/>
              </a:xfrm>
              <a:prstGeom prst="rect">
                <a:avLst/>
              </a:prstGeom>
              <a:blipFill>
                <a:blip r:embed="rId2"/>
                <a:stretch>
                  <a:fillRect l="-1074" r="-1074" b="-3341"/>
                </a:stretch>
              </a:blipFill>
              <a:ln>
                <a:noFill/>
              </a:ln>
            </p:spPr>
            <p:txBody>
              <a:bodyPr/>
              <a:lstStyle/>
              <a:p>
                <a:r>
                  <a:rPr lang="en-IN">
                    <a:noFill/>
                  </a:rPr>
                  <a:t> </a:t>
                </a:r>
              </a:p>
            </p:txBody>
          </p:sp>
        </mc:Fallback>
      </mc:AlternateContent>
      <p:sp>
        <p:nvSpPr>
          <p:cNvPr id="2" name="Title 1">
            <a:extLst>
              <a:ext uri="{FF2B5EF4-FFF2-40B4-BE49-F238E27FC236}">
                <a16:creationId xmlns:a16="http://schemas.microsoft.com/office/drawing/2014/main" id="{13ED58F9-F4DE-1028-C99B-27BCF1B495A1}"/>
              </a:ext>
            </a:extLst>
          </p:cNvPr>
          <p:cNvSpPr>
            <a:spLocks noGrp="1"/>
          </p:cNvSpPr>
          <p:nvPr>
            <p:ph type="title"/>
          </p:nvPr>
        </p:nvSpPr>
        <p:spPr/>
        <p:txBody>
          <a:bodyPr/>
          <a:lstStyle/>
          <a:p>
            <a:r>
              <a:rPr lang="en-GB" dirty="0"/>
              <a:t>Method 6 ⇝ Example 2</a:t>
            </a:r>
            <a:endParaRPr lang="en-US" dirty="0"/>
          </a:p>
        </p:txBody>
      </p:sp>
      <p:sp>
        <p:nvSpPr>
          <p:cNvPr id="50" name="Rectangle 49">
            <a:extLst>
              <a:ext uri="{FF2B5EF4-FFF2-40B4-BE49-F238E27FC236}">
                <a16:creationId xmlns:a16="http://schemas.microsoft.com/office/drawing/2014/main" id="{C356BCB8-3E7D-99F4-86E7-CDC201E2E61F}"/>
              </a:ext>
            </a:extLst>
          </p:cNvPr>
          <p:cNvSpPr/>
          <p:nvPr/>
        </p:nvSpPr>
        <p:spPr>
          <a:xfrm>
            <a:off x="131177" y="4031635"/>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DB8E4856-587B-E85A-A36C-FC0E4ABA8984}"/>
                  </a:ext>
                </a:extLst>
              </p:cNvPr>
              <p:cNvSpPr/>
              <p:nvPr/>
            </p:nvSpPr>
            <p:spPr>
              <a:xfrm>
                <a:off x="1729663" y="4717103"/>
                <a:ext cx="1689245"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2800" b="0" i="1" smtClean="0">
                              <a:solidFill>
                                <a:srgbClr val="002060"/>
                              </a:solidFill>
                              <a:latin typeface="Cambria Math" panose="02040503050406030204" pitchFamily="18" charset="0"/>
                            </a:rPr>
                          </m:ctrlPr>
                        </m:sSubPr>
                        <m:e>
                          <m:r>
                            <m:rPr>
                              <m:sty m:val="p"/>
                            </m:rPr>
                            <a:rPr lang="en-US" sz="2800" b="0" i="0" smtClean="0">
                              <a:solidFill>
                                <a:srgbClr val="002060"/>
                              </a:solidFill>
                              <a:latin typeface="Cambria Math" panose="02040503050406030204" pitchFamily="18" charset="0"/>
                            </a:rPr>
                            <m:t>n</m:t>
                          </m:r>
                        </m:e>
                        <m:sub>
                          <m:r>
                            <a:rPr lang="en-US" sz="2800" b="0" i="0" smtClean="0">
                              <a:solidFill>
                                <a:srgbClr val="002060"/>
                              </a:solidFill>
                              <a:latin typeface="Cambria Math" panose="02040503050406030204" pitchFamily="18" charset="0"/>
                            </a:rPr>
                            <m:t>1</m:t>
                          </m:r>
                        </m:sub>
                      </m:sSub>
                      <m:r>
                        <a:rPr lang="en-IN" sz="2800" b="0" i="0" smtClean="0">
                          <a:solidFill>
                            <a:srgbClr val="002060"/>
                          </a:solidFill>
                          <a:latin typeface="Cambria Math" panose="02040503050406030204" pitchFamily="18" charset="0"/>
                        </a:rPr>
                        <m:t>=400</m:t>
                      </m:r>
                    </m:oMath>
                  </m:oMathPara>
                </a14:m>
                <a:endParaRPr lang="en-US" sz="2800" dirty="0">
                  <a:solidFill>
                    <a:srgbClr val="002060"/>
                  </a:solidFill>
                </a:endParaRPr>
              </a:p>
            </p:txBody>
          </p:sp>
        </mc:Choice>
        <mc:Fallback xmlns="">
          <p:sp>
            <p:nvSpPr>
              <p:cNvPr id="13" name="Rectangle 12">
                <a:extLst>
                  <a:ext uri="{FF2B5EF4-FFF2-40B4-BE49-F238E27FC236}">
                    <a16:creationId xmlns:a16="http://schemas.microsoft.com/office/drawing/2014/main" id="{DB8E4856-587B-E85A-A36C-FC0E4ABA8984}"/>
                  </a:ext>
                </a:extLst>
              </p:cNvPr>
              <p:cNvSpPr>
                <a:spLocks noRot="1" noChangeAspect="1" noMove="1" noResize="1" noEditPoints="1" noAdjustHandles="1" noChangeArrowheads="1" noChangeShapeType="1" noTextEdit="1"/>
              </p:cNvSpPr>
              <p:nvPr/>
            </p:nvSpPr>
            <p:spPr>
              <a:xfrm>
                <a:off x="1729663" y="4717103"/>
                <a:ext cx="1689245"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5A1EDEB5-33F8-70A7-4ADB-EFA387D08D3E}"/>
                  </a:ext>
                </a:extLst>
              </p:cNvPr>
              <p:cNvSpPr/>
              <p:nvPr/>
            </p:nvSpPr>
            <p:spPr>
              <a:xfrm>
                <a:off x="1729663" y="5366701"/>
                <a:ext cx="1689245" cy="90178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2800" i="1" smtClean="0">
                              <a:solidFill>
                                <a:srgbClr val="002060"/>
                              </a:solidFill>
                              <a:latin typeface="Cambria Math" panose="02040503050406030204" pitchFamily="18" charset="0"/>
                            </a:rPr>
                          </m:ctrlPr>
                        </m:sSubPr>
                        <m:e>
                          <m:r>
                            <m:rPr>
                              <m:sty m:val="p"/>
                            </m:rPr>
                            <a:rPr lang="en-US" sz="2800" b="0" i="0" smtClean="0">
                              <a:solidFill>
                                <a:srgbClr val="002060"/>
                              </a:solidFill>
                              <a:latin typeface="Cambria Math" panose="02040503050406030204" pitchFamily="18" charset="0"/>
                            </a:rPr>
                            <m:t>p</m:t>
                          </m:r>
                        </m:e>
                        <m:sub>
                          <m:r>
                            <a:rPr lang="en-US" sz="2800">
                              <a:solidFill>
                                <a:srgbClr val="002060"/>
                              </a:solidFill>
                              <a:latin typeface="Cambria Math" panose="02040503050406030204" pitchFamily="18" charset="0"/>
                            </a:rPr>
                            <m:t>1</m:t>
                          </m:r>
                        </m:sub>
                      </m:sSub>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200</m:t>
                          </m:r>
                        </m:num>
                        <m:den>
                          <m:r>
                            <a:rPr lang="en-IN" sz="2800" b="0" i="1" smtClean="0">
                              <a:solidFill>
                                <a:srgbClr val="002060"/>
                              </a:solidFill>
                              <a:latin typeface="Cambria Math" panose="02040503050406030204" pitchFamily="18" charset="0"/>
                            </a:rPr>
                            <m:t>4</m:t>
                          </m:r>
                          <m:r>
                            <a:rPr lang="en-US" sz="2800" b="0" i="1" smtClean="0">
                              <a:solidFill>
                                <a:srgbClr val="002060"/>
                              </a:solidFill>
                              <a:latin typeface="Cambria Math" panose="02040503050406030204" pitchFamily="18" charset="0"/>
                            </a:rPr>
                            <m:t>00</m:t>
                          </m:r>
                        </m:den>
                      </m:f>
                    </m:oMath>
                  </m:oMathPara>
                </a14:m>
                <a:endParaRPr lang="en-US" sz="2800" dirty="0">
                  <a:solidFill>
                    <a:srgbClr val="002060"/>
                  </a:solidFill>
                </a:endParaRPr>
              </a:p>
            </p:txBody>
          </p:sp>
        </mc:Choice>
        <mc:Fallback xmlns="">
          <p:sp>
            <p:nvSpPr>
              <p:cNvPr id="15" name="Rectangle 14">
                <a:extLst>
                  <a:ext uri="{FF2B5EF4-FFF2-40B4-BE49-F238E27FC236}">
                    <a16:creationId xmlns:a16="http://schemas.microsoft.com/office/drawing/2014/main" id="{5A1EDEB5-33F8-70A7-4ADB-EFA387D08D3E}"/>
                  </a:ext>
                </a:extLst>
              </p:cNvPr>
              <p:cNvSpPr>
                <a:spLocks noRot="1" noChangeAspect="1" noMove="1" noResize="1" noEditPoints="1" noAdjustHandles="1" noChangeArrowheads="1" noChangeShapeType="1" noTextEdit="1"/>
              </p:cNvSpPr>
              <p:nvPr/>
            </p:nvSpPr>
            <p:spPr>
              <a:xfrm>
                <a:off x="1729663" y="5366701"/>
                <a:ext cx="1689245" cy="901785"/>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AC17B361-1DF2-17F7-52B0-CC87EF84D701}"/>
                  </a:ext>
                </a:extLst>
              </p:cNvPr>
              <p:cNvSpPr/>
              <p:nvPr/>
            </p:nvSpPr>
            <p:spPr>
              <a:xfrm>
                <a:off x="3430338" y="5600293"/>
                <a:ext cx="110517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800" b="0" i="0" smtClean="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0.5</m:t>
                      </m:r>
                    </m:oMath>
                  </m:oMathPara>
                </a14:m>
                <a:endParaRPr lang="en-US" sz="2800" dirty="0">
                  <a:solidFill>
                    <a:srgbClr val="002060"/>
                  </a:solidFill>
                </a:endParaRPr>
              </a:p>
            </p:txBody>
          </p:sp>
        </mc:Choice>
        <mc:Fallback xmlns="">
          <p:sp>
            <p:nvSpPr>
              <p:cNvPr id="5" name="Rectangle 4">
                <a:extLst>
                  <a:ext uri="{FF2B5EF4-FFF2-40B4-BE49-F238E27FC236}">
                    <a16:creationId xmlns:a16="http://schemas.microsoft.com/office/drawing/2014/main" id="{AC17B361-1DF2-17F7-52B0-CC87EF84D701}"/>
                  </a:ext>
                </a:extLst>
              </p:cNvPr>
              <p:cNvSpPr>
                <a:spLocks noRot="1" noChangeAspect="1" noMove="1" noResize="1" noEditPoints="1" noAdjustHandles="1" noChangeArrowheads="1" noChangeShapeType="1" noTextEdit="1"/>
              </p:cNvSpPr>
              <p:nvPr/>
            </p:nvSpPr>
            <p:spPr>
              <a:xfrm>
                <a:off x="3430338" y="5600293"/>
                <a:ext cx="1105174" cy="523220"/>
              </a:xfrm>
              <a:prstGeom prst="rect">
                <a:avLst/>
              </a:prstGeom>
              <a:blipFill>
                <a:blip r:embed="rId5"/>
                <a:stretch>
                  <a:fillRect/>
                </a:stretch>
              </a:blipFill>
            </p:spPr>
            <p:txBody>
              <a:bodyPr/>
              <a:lstStyle/>
              <a:p>
                <a:r>
                  <a:rPr lang="en-IN">
                    <a:noFill/>
                  </a:rPr>
                  <a:t> </a:t>
                </a:r>
              </a:p>
            </p:txBody>
          </p:sp>
        </mc:Fallback>
      </mc:AlternateContent>
      <p:cxnSp>
        <p:nvCxnSpPr>
          <p:cNvPr id="3" name="Straight Connector 2">
            <a:extLst>
              <a:ext uri="{FF2B5EF4-FFF2-40B4-BE49-F238E27FC236}">
                <a16:creationId xmlns:a16="http://schemas.microsoft.com/office/drawing/2014/main" id="{C82B078C-5779-AA5F-1CE2-03ABE1B095FD}"/>
              </a:ext>
            </a:extLst>
          </p:cNvPr>
          <p:cNvCxnSpPr>
            <a:cxnSpLocks/>
          </p:cNvCxnSpPr>
          <p:nvPr/>
        </p:nvCxnSpPr>
        <p:spPr>
          <a:xfrm>
            <a:off x="6197740" y="3760470"/>
            <a:ext cx="0" cy="2857594"/>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9A8B728F-183E-42C6-01EC-0CAB1ACC76A1}"/>
              </a:ext>
            </a:extLst>
          </p:cNvPr>
          <p:cNvSpPr/>
          <p:nvPr/>
        </p:nvSpPr>
        <p:spPr>
          <a:xfrm>
            <a:off x="1729663" y="4082289"/>
            <a:ext cx="2310248" cy="523220"/>
          </a:xfrm>
          <a:prstGeom prst="rect">
            <a:avLst/>
          </a:prstGeom>
        </p:spPr>
        <p:txBody>
          <a:bodyPr wrap="none">
            <a:spAutoFit/>
          </a:bodyPr>
          <a:lstStyle/>
          <a:p>
            <a:r>
              <a:rPr lang="en-US" sz="2800" u="sng" dirty="0">
                <a:solidFill>
                  <a:srgbClr val="002060"/>
                </a:solidFill>
              </a:rPr>
              <a:t>Sample of men</a:t>
            </a:r>
          </a:p>
        </p:txBody>
      </p: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D87EC617-0841-223D-6E25-FB138FD0118E}"/>
                  </a:ext>
                </a:extLst>
              </p:cNvPr>
              <p:cNvSpPr/>
              <p:nvPr/>
            </p:nvSpPr>
            <p:spPr>
              <a:xfrm>
                <a:off x="6510279" y="4717103"/>
                <a:ext cx="1697516"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2800" b="0" i="1" smtClean="0">
                              <a:solidFill>
                                <a:srgbClr val="002060"/>
                              </a:solidFill>
                              <a:latin typeface="Cambria Math" panose="02040503050406030204" pitchFamily="18" charset="0"/>
                            </a:rPr>
                          </m:ctrlPr>
                        </m:sSubPr>
                        <m:e>
                          <m:r>
                            <m:rPr>
                              <m:sty m:val="p"/>
                            </m:rPr>
                            <a:rPr lang="en-US" sz="2800" b="0" i="0" smtClean="0">
                              <a:solidFill>
                                <a:srgbClr val="002060"/>
                              </a:solidFill>
                              <a:latin typeface="Cambria Math" panose="02040503050406030204" pitchFamily="18" charset="0"/>
                            </a:rPr>
                            <m:t>n</m:t>
                          </m:r>
                        </m:e>
                        <m:sub>
                          <m:r>
                            <a:rPr lang="en-US" sz="2800" b="0" i="0" smtClean="0">
                              <a:solidFill>
                                <a:srgbClr val="002060"/>
                              </a:solidFill>
                              <a:latin typeface="Cambria Math" panose="02040503050406030204" pitchFamily="18" charset="0"/>
                            </a:rPr>
                            <m:t>2</m:t>
                          </m:r>
                        </m:sub>
                      </m:sSub>
                      <m:r>
                        <a:rPr lang="en-IN" sz="2800" b="0" i="0" smtClean="0">
                          <a:solidFill>
                            <a:srgbClr val="002060"/>
                          </a:solidFill>
                          <a:latin typeface="Cambria Math" panose="02040503050406030204" pitchFamily="18" charset="0"/>
                        </a:rPr>
                        <m:t>=600</m:t>
                      </m:r>
                    </m:oMath>
                  </m:oMathPara>
                </a14:m>
                <a:endParaRPr lang="en-US" sz="2800" dirty="0">
                  <a:solidFill>
                    <a:srgbClr val="002060"/>
                  </a:solidFill>
                </a:endParaRPr>
              </a:p>
            </p:txBody>
          </p:sp>
        </mc:Choice>
        <mc:Fallback xmlns="">
          <p:sp>
            <p:nvSpPr>
              <p:cNvPr id="9" name="Rectangle 8">
                <a:extLst>
                  <a:ext uri="{FF2B5EF4-FFF2-40B4-BE49-F238E27FC236}">
                    <a16:creationId xmlns:a16="http://schemas.microsoft.com/office/drawing/2014/main" id="{D87EC617-0841-223D-6E25-FB138FD0118E}"/>
                  </a:ext>
                </a:extLst>
              </p:cNvPr>
              <p:cNvSpPr>
                <a:spLocks noRot="1" noChangeAspect="1" noMove="1" noResize="1" noEditPoints="1" noAdjustHandles="1" noChangeArrowheads="1" noChangeShapeType="1" noTextEdit="1"/>
              </p:cNvSpPr>
              <p:nvPr/>
            </p:nvSpPr>
            <p:spPr>
              <a:xfrm>
                <a:off x="6510279" y="4717103"/>
                <a:ext cx="1697516"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EF7780F9-5DC1-C775-B268-2A6B8A3952AC}"/>
                  </a:ext>
                </a:extLst>
              </p:cNvPr>
              <p:cNvSpPr/>
              <p:nvPr/>
            </p:nvSpPr>
            <p:spPr>
              <a:xfrm>
                <a:off x="6510279" y="5366701"/>
                <a:ext cx="1689245" cy="9105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2800" i="1" smtClean="0">
                              <a:solidFill>
                                <a:srgbClr val="002060"/>
                              </a:solidFill>
                              <a:latin typeface="Cambria Math" panose="02040503050406030204" pitchFamily="18" charset="0"/>
                            </a:rPr>
                          </m:ctrlPr>
                        </m:sSubPr>
                        <m:e>
                          <m:r>
                            <m:rPr>
                              <m:sty m:val="p"/>
                            </m:rPr>
                            <a:rPr lang="en-US" sz="2800" b="0" i="0" smtClean="0">
                              <a:solidFill>
                                <a:srgbClr val="002060"/>
                              </a:solidFill>
                              <a:latin typeface="Cambria Math" panose="02040503050406030204" pitchFamily="18" charset="0"/>
                            </a:rPr>
                            <m:t>p</m:t>
                          </m:r>
                        </m:e>
                        <m:sub>
                          <m:r>
                            <a:rPr lang="en-US" sz="2800" b="0" i="0" smtClean="0">
                              <a:solidFill>
                                <a:srgbClr val="002060"/>
                              </a:solidFill>
                              <a:latin typeface="Cambria Math" panose="02040503050406030204" pitchFamily="18" charset="0"/>
                            </a:rPr>
                            <m:t>2</m:t>
                          </m:r>
                        </m:sub>
                      </m:sSub>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325</m:t>
                          </m:r>
                        </m:num>
                        <m:den>
                          <m:r>
                            <a:rPr lang="en-IN" sz="2800" b="0" i="1" smtClean="0">
                              <a:solidFill>
                                <a:srgbClr val="002060"/>
                              </a:solidFill>
                              <a:latin typeface="Cambria Math" panose="02040503050406030204" pitchFamily="18" charset="0"/>
                            </a:rPr>
                            <m:t>600</m:t>
                          </m:r>
                        </m:den>
                      </m:f>
                    </m:oMath>
                  </m:oMathPara>
                </a14:m>
                <a:endParaRPr lang="en-US" sz="2800" dirty="0">
                  <a:solidFill>
                    <a:srgbClr val="002060"/>
                  </a:solidFill>
                </a:endParaRPr>
              </a:p>
            </p:txBody>
          </p:sp>
        </mc:Choice>
        <mc:Fallback xmlns="">
          <p:sp>
            <p:nvSpPr>
              <p:cNvPr id="10" name="Rectangle 9">
                <a:extLst>
                  <a:ext uri="{FF2B5EF4-FFF2-40B4-BE49-F238E27FC236}">
                    <a16:creationId xmlns:a16="http://schemas.microsoft.com/office/drawing/2014/main" id="{EF7780F9-5DC1-C775-B268-2A6B8A3952AC}"/>
                  </a:ext>
                </a:extLst>
              </p:cNvPr>
              <p:cNvSpPr>
                <a:spLocks noRot="1" noChangeAspect="1" noMove="1" noResize="1" noEditPoints="1" noAdjustHandles="1" noChangeArrowheads="1" noChangeShapeType="1" noTextEdit="1"/>
              </p:cNvSpPr>
              <p:nvPr/>
            </p:nvSpPr>
            <p:spPr>
              <a:xfrm>
                <a:off x="6510279" y="5366701"/>
                <a:ext cx="1689245" cy="91057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9AA2FFD0-6859-9382-EE36-48D64BA3A04A}"/>
                  </a:ext>
                </a:extLst>
              </p:cNvPr>
              <p:cNvSpPr/>
              <p:nvPr/>
            </p:nvSpPr>
            <p:spPr>
              <a:xfrm>
                <a:off x="8108084" y="5600293"/>
                <a:ext cx="170149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800" b="0" i="0" smtClean="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0.5416</m:t>
                      </m:r>
                    </m:oMath>
                  </m:oMathPara>
                </a14:m>
                <a:endParaRPr lang="en-US" sz="2800" dirty="0">
                  <a:solidFill>
                    <a:srgbClr val="002060"/>
                  </a:solidFill>
                </a:endParaRPr>
              </a:p>
            </p:txBody>
          </p:sp>
        </mc:Choice>
        <mc:Fallback xmlns="">
          <p:sp>
            <p:nvSpPr>
              <p:cNvPr id="11" name="Rectangle 10">
                <a:extLst>
                  <a:ext uri="{FF2B5EF4-FFF2-40B4-BE49-F238E27FC236}">
                    <a16:creationId xmlns:a16="http://schemas.microsoft.com/office/drawing/2014/main" id="{9AA2FFD0-6859-9382-EE36-48D64BA3A04A}"/>
                  </a:ext>
                </a:extLst>
              </p:cNvPr>
              <p:cNvSpPr>
                <a:spLocks noRot="1" noChangeAspect="1" noMove="1" noResize="1" noEditPoints="1" noAdjustHandles="1" noChangeArrowheads="1" noChangeShapeType="1" noTextEdit="1"/>
              </p:cNvSpPr>
              <p:nvPr/>
            </p:nvSpPr>
            <p:spPr>
              <a:xfrm>
                <a:off x="8108084" y="5600293"/>
                <a:ext cx="1701491" cy="523220"/>
              </a:xfrm>
              <a:prstGeom prst="rect">
                <a:avLst/>
              </a:prstGeom>
              <a:blipFill>
                <a:blip r:embed="rId8"/>
                <a:stretch>
                  <a:fillRect/>
                </a:stretch>
              </a:blipFill>
            </p:spPr>
            <p:txBody>
              <a:bodyPr/>
              <a:lstStyle/>
              <a:p>
                <a:r>
                  <a:rPr lang="en-IN">
                    <a:noFill/>
                  </a:rPr>
                  <a:t> </a:t>
                </a:r>
              </a:p>
            </p:txBody>
          </p:sp>
        </mc:Fallback>
      </mc:AlternateContent>
      <p:sp>
        <p:nvSpPr>
          <p:cNvPr id="14" name="Rectangle 13">
            <a:extLst>
              <a:ext uri="{FF2B5EF4-FFF2-40B4-BE49-F238E27FC236}">
                <a16:creationId xmlns:a16="http://schemas.microsoft.com/office/drawing/2014/main" id="{CF221E3B-D315-8CD2-1DEC-AA161ED7D395}"/>
              </a:ext>
            </a:extLst>
          </p:cNvPr>
          <p:cNvSpPr/>
          <p:nvPr/>
        </p:nvSpPr>
        <p:spPr>
          <a:xfrm>
            <a:off x="6510279" y="4082289"/>
            <a:ext cx="2723823" cy="523220"/>
          </a:xfrm>
          <a:prstGeom prst="rect">
            <a:avLst/>
          </a:prstGeom>
        </p:spPr>
        <p:txBody>
          <a:bodyPr wrap="none">
            <a:spAutoFit/>
          </a:bodyPr>
          <a:lstStyle/>
          <a:p>
            <a:r>
              <a:rPr lang="en-US" sz="2800" u="sng" dirty="0">
                <a:solidFill>
                  <a:srgbClr val="002060"/>
                </a:solidFill>
              </a:rPr>
              <a:t>Sample of women</a:t>
            </a:r>
          </a:p>
        </p:txBody>
      </p:sp>
    </p:spTree>
    <p:extLst>
      <p:ext uri="{BB962C8B-B14F-4D97-AF65-F5344CB8AC3E}">
        <p14:creationId xmlns:p14="http://schemas.microsoft.com/office/powerpoint/2010/main" val="1338813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up)">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50" grpId="0" animBg="1"/>
    </p:bldLst>
  </p:timing>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B7341-34F5-1E9B-F49F-E87E6CD6F6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E69C74-851A-5E50-5C06-003BC7A93EF6}"/>
              </a:ext>
            </a:extLst>
          </p:cNvPr>
          <p:cNvSpPr>
            <a:spLocks noGrp="1"/>
          </p:cNvSpPr>
          <p:nvPr>
            <p:ph type="title"/>
          </p:nvPr>
        </p:nvSpPr>
        <p:spPr/>
        <p:txBody>
          <a:bodyPr/>
          <a:lstStyle/>
          <a:p>
            <a:r>
              <a:rPr lang="en-GB" dirty="0"/>
              <a:t>Method 6 ⇝ Example 2(</a:t>
            </a:r>
            <a:r>
              <a:rPr lang="en-GB" dirty="0">
                <a:solidFill>
                  <a:srgbClr val="FF0000"/>
                </a:solidFill>
              </a:rPr>
              <a:t>Continue</a:t>
            </a:r>
            <a:r>
              <a:rPr lang="en-GB" dirty="0"/>
              <a:t>)</a:t>
            </a:r>
            <a:endParaRPr lang="en-US" dirty="0"/>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9F27B2A3-2FE8-CFE4-689D-7A32DA2F7DC0}"/>
                  </a:ext>
                </a:extLst>
              </p:cNvPr>
              <p:cNvSpPr/>
              <p:nvPr/>
            </p:nvSpPr>
            <p:spPr>
              <a:xfrm>
                <a:off x="111878" y="870047"/>
                <a:ext cx="797582" cy="523220"/>
              </a:xfrm>
              <a:prstGeom prst="rect">
                <a:avLst/>
              </a:prstGeom>
            </p:spPr>
            <p:txBody>
              <a:bodyPr wrap="square">
                <a:spAutoFit/>
              </a:bodyPr>
              <a:lstStyle/>
              <a:p>
                <a:pPr lvl="0"/>
                <a14:m>
                  <m:oMath xmlns:m="http://schemas.openxmlformats.org/officeDocument/2006/math">
                    <m:sSub>
                      <m:sSubPr>
                        <m:ctrlPr>
                          <a:rPr lang="en-US" sz="2800" b="1" i="1" smtClean="0">
                            <a:solidFill>
                              <a:srgbClr val="002060"/>
                            </a:solidFill>
                            <a:latin typeface="Cambria Math" panose="02040503050406030204" pitchFamily="18" charset="0"/>
                          </a:rPr>
                        </m:ctrlPr>
                      </m:sSubPr>
                      <m:e>
                        <m:r>
                          <a:rPr lang="en-IN" sz="2800" b="1" i="0" smtClean="0">
                            <a:solidFill>
                              <a:srgbClr val="002060"/>
                            </a:solidFill>
                            <a:latin typeface="Cambria Math" panose="02040503050406030204" pitchFamily="18" charset="0"/>
                          </a:rPr>
                          <m:t>𝐇</m:t>
                        </m:r>
                      </m:e>
                      <m:sub>
                        <m:r>
                          <a:rPr lang="en-IN" sz="2800" b="1" i="0" smtClean="0">
                            <a:solidFill>
                              <a:srgbClr val="002060"/>
                            </a:solidFill>
                            <a:latin typeface="Cambria Math" panose="02040503050406030204" pitchFamily="18" charset="0"/>
                          </a:rPr>
                          <m:t>𝟎</m:t>
                        </m:r>
                      </m:sub>
                    </m:sSub>
                    <m:r>
                      <a:rPr lang="en-IN" sz="2800" b="1" i="0" smtClean="0">
                        <a:solidFill>
                          <a:srgbClr val="002060"/>
                        </a:solidFill>
                        <a:latin typeface="Cambria Math" panose="02040503050406030204" pitchFamily="18" charset="0"/>
                      </a:rPr>
                      <m:t> :</m:t>
                    </m:r>
                  </m:oMath>
                </a14:m>
                <a:r>
                  <a:rPr lang="en-US" sz="2800" b="1" dirty="0">
                    <a:solidFill>
                      <a:srgbClr val="002060"/>
                    </a:solidFill>
                  </a:rPr>
                  <a:t>  </a:t>
                </a:r>
              </a:p>
            </p:txBody>
          </p:sp>
        </mc:Choice>
        <mc:Fallback xmlns="">
          <p:sp>
            <p:nvSpPr>
              <p:cNvPr id="15" name="Rectangle 14">
                <a:extLst>
                  <a:ext uri="{FF2B5EF4-FFF2-40B4-BE49-F238E27FC236}">
                    <a16:creationId xmlns:a16="http://schemas.microsoft.com/office/drawing/2014/main" id="{9F27B2A3-2FE8-CFE4-689D-7A32DA2F7DC0}"/>
                  </a:ext>
                </a:extLst>
              </p:cNvPr>
              <p:cNvSpPr>
                <a:spLocks noRot="1" noChangeAspect="1" noMove="1" noResize="1" noEditPoints="1" noAdjustHandles="1" noChangeArrowheads="1" noChangeShapeType="1" noTextEdit="1"/>
              </p:cNvSpPr>
              <p:nvPr/>
            </p:nvSpPr>
            <p:spPr>
              <a:xfrm>
                <a:off x="111878" y="870047"/>
                <a:ext cx="797582" cy="52322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A3348B30-D564-F484-F179-565B305A39DF}"/>
                  </a:ext>
                </a:extLst>
              </p:cNvPr>
              <p:cNvSpPr/>
              <p:nvPr/>
            </p:nvSpPr>
            <p:spPr>
              <a:xfrm>
                <a:off x="1224206" y="3133214"/>
                <a:ext cx="2886928" cy="523220"/>
              </a:xfrm>
              <a:prstGeom prst="rect">
                <a:avLst/>
              </a:prstGeom>
            </p:spPr>
            <p:txBody>
              <a:bodyPr wrap="square">
                <a:spAutoFit/>
              </a:bodyPr>
              <a:lstStyle/>
              <a:p>
                <a:pPr lvl="0"/>
                <a14:m>
                  <m:oMathPara xmlns:m="http://schemas.openxmlformats.org/officeDocument/2006/math">
                    <m:oMathParaPr>
                      <m:jc m:val="centerGroup"/>
                    </m:oMathParaPr>
                    <m:oMath xmlns:m="http://schemas.openxmlformats.org/officeDocument/2006/math">
                      <m:d>
                        <m:dPr>
                          <m:ctrlPr>
                            <a:rPr lang="en-US" sz="2800" i="1" smtClean="0">
                              <a:solidFill>
                                <a:srgbClr val="002060"/>
                              </a:solidFill>
                              <a:latin typeface="Cambria Math" panose="02040503050406030204" pitchFamily="18" charset="0"/>
                            </a:rPr>
                          </m:ctrlPr>
                        </m:dPr>
                        <m:e>
                          <m:r>
                            <a:rPr lang="en-IN" sz="2800" b="1" i="0" smtClean="0">
                              <a:solidFill>
                                <a:srgbClr val="FF0000"/>
                              </a:solidFill>
                              <a:latin typeface="Cambria Math" panose="02040503050406030204" pitchFamily="18" charset="0"/>
                            </a:rPr>
                            <m:t>𝐏</m:t>
                          </m:r>
                          <m:r>
                            <a:rPr lang="en-IN" sz="2800" b="1" i="0" smtClean="0">
                              <a:solidFill>
                                <a:srgbClr val="FF0000"/>
                              </a:solidFill>
                              <a:latin typeface="Cambria Math" panose="02040503050406030204" pitchFamily="18" charset="0"/>
                            </a:rPr>
                            <m:t> </m:t>
                          </m:r>
                          <m:r>
                            <a:rPr lang="en-IN" sz="2800" b="1" i="0" smtClean="0">
                              <a:solidFill>
                                <a:srgbClr val="FF0000"/>
                              </a:solidFill>
                              <a:latin typeface="Cambria Math" panose="02040503050406030204" pitchFamily="18" charset="0"/>
                            </a:rPr>
                            <m:t>𝐢𝐬</m:t>
                          </m:r>
                          <m:r>
                            <a:rPr lang="en-IN" sz="2800" b="1" i="0" smtClean="0">
                              <a:solidFill>
                                <a:srgbClr val="FF0000"/>
                              </a:solidFill>
                              <a:latin typeface="Cambria Math" panose="02040503050406030204" pitchFamily="18" charset="0"/>
                            </a:rPr>
                            <m:t> </m:t>
                          </m:r>
                          <m:r>
                            <a:rPr lang="en-US" sz="2800" b="1" i="0" smtClean="0">
                              <a:solidFill>
                                <a:srgbClr val="FF0000"/>
                              </a:solidFill>
                              <a:latin typeface="Cambria Math" panose="02040503050406030204" pitchFamily="18" charset="0"/>
                            </a:rPr>
                            <m:t>𝐧𝐨𝐭</m:t>
                          </m:r>
                          <m:r>
                            <a:rPr lang="en-US" sz="2800" b="1" i="0" smtClean="0">
                              <a:solidFill>
                                <a:srgbClr val="FF0000"/>
                              </a:solidFill>
                              <a:latin typeface="Cambria Math" panose="02040503050406030204" pitchFamily="18" charset="0"/>
                            </a:rPr>
                            <m:t> </m:t>
                          </m:r>
                          <m:r>
                            <a:rPr lang="en-IN" sz="2800" b="1" i="0" smtClean="0">
                              <a:solidFill>
                                <a:srgbClr val="FF0000"/>
                              </a:solidFill>
                              <a:latin typeface="Cambria Math" panose="02040503050406030204" pitchFamily="18" charset="0"/>
                            </a:rPr>
                            <m:t>𝐤𝐧𝐨𝐰𝐧</m:t>
                          </m:r>
                        </m:e>
                      </m:d>
                    </m:oMath>
                  </m:oMathPara>
                </a14:m>
                <a:endParaRPr lang="en-US" sz="2800" dirty="0">
                  <a:solidFill>
                    <a:srgbClr val="002060"/>
                  </a:solidFill>
                </a:endParaRPr>
              </a:p>
            </p:txBody>
          </p:sp>
        </mc:Choice>
        <mc:Fallback xmlns="">
          <p:sp>
            <p:nvSpPr>
              <p:cNvPr id="8" name="Rectangle 7">
                <a:extLst>
                  <a:ext uri="{FF2B5EF4-FFF2-40B4-BE49-F238E27FC236}">
                    <a16:creationId xmlns:a16="http://schemas.microsoft.com/office/drawing/2014/main" id="{A3348B30-D564-F484-F179-565B305A39DF}"/>
                  </a:ext>
                </a:extLst>
              </p:cNvPr>
              <p:cNvSpPr>
                <a:spLocks noRot="1" noChangeAspect="1" noMove="1" noResize="1" noEditPoints="1" noAdjustHandles="1" noChangeArrowheads="1" noChangeShapeType="1" noTextEdit="1"/>
              </p:cNvSpPr>
              <p:nvPr/>
            </p:nvSpPr>
            <p:spPr>
              <a:xfrm>
                <a:off x="1224206" y="3133214"/>
                <a:ext cx="2886928"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E54DFA6E-731B-6E25-E6F0-58B36B770315}"/>
                  </a:ext>
                </a:extLst>
              </p:cNvPr>
              <p:cNvSpPr/>
              <p:nvPr/>
            </p:nvSpPr>
            <p:spPr>
              <a:xfrm>
                <a:off x="897425" y="893810"/>
                <a:ext cx="1457153" cy="523220"/>
              </a:xfrm>
              <a:prstGeom prst="rect">
                <a:avLst/>
              </a:prstGeom>
            </p:spPr>
            <p:txBody>
              <a:bodyPr wrap="square">
                <a:spAutoFit/>
              </a:bodyPr>
              <a:lstStyle/>
              <a:p>
                <a:pPr lvl="0"/>
                <a14:m>
                  <m:oMathPara xmlns:m="http://schemas.openxmlformats.org/officeDocument/2006/math">
                    <m:oMathParaPr>
                      <m:jc m:val="centerGroup"/>
                    </m:oMathParaPr>
                    <m:oMath xmlns:m="http://schemas.openxmlformats.org/officeDocument/2006/math">
                      <m:sSub>
                        <m:sSubPr>
                          <m:ctrlPr>
                            <a:rPr lang="en-IN" sz="2800" b="0" i="1" smtClean="0">
                              <a:solidFill>
                                <a:srgbClr val="002060"/>
                              </a:solidFill>
                              <a:latin typeface="Cambria Math" panose="02040503050406030204" pitchFamily="18" charset="0"/>
                            </a:rPr>
                          </m:ctrlPr>
                        </m:sSubPr>
                        <m:e>
                          <m:r>
                            <m:rPr>
                              <m:sty m:val="p"/>
                            </m:rPr>
                            <a:rPr lang="en-US" sz="2800" b="0" i="0" smtClean="0">
                              <a:solidFill>
                                <a:srgbClr val="002060"/>
                              </a:solidFill>
                              <a:latin typeface="Cambria Math" panose="02040503050406030204" pitchFamily="18" charset="0"/>
                            </a:rPr>
                            <m:t>P</m:t>
                          </m:r>
                        </m:e>
                        <m:sub>
                          <m:r>
                            <a:rPr lang="en-US" sz="2800" b="0" i="0" smtClean="0">
                              <a:solidFill>
                                <a:srgbClr val="002060"/>
                              </a:solidFill>
                              <a:latin typeface="Cambria Math" panose="02040503050406030204" pitchFamily="18" charset="0"/>
                            </a:rPr>
                            <m:t>1</m:t>
                          </m:r>
                        </m:sub>
                      </m:sSub>
                      <m:r>
                        <a:rPr lang="en-US" sz="2800" b="0" i="0" smtClean="0">
                          <a:solidFill>
                            <a:srgbClr val="002060"/>
                          </a:solidFill>
                          <a:latin typeface="Cambria Math" panose="02040503050406030204" pitchFamily="18" charset="0"/>
                        </a:rPr>
                        <m:t>=</m:t>
                      </m:r>
                      <m:sSub>
                        <m:sSubPr>
                          <m:ctrlPr>
                            <a:rPr lang="en-IN" sz="2800" i="1">
                              <a:solidFill>
                                <a:srgbClr val="002060"/>
                              </a:solidFill>
                              <a:latin typeface="Cambria Math" panose="02040503050406030204" pitchFamily="18" charset="0"/>
                            </a:rPr>
                          </m:ctrlPr>
                        </m:sSubPr>
                        <m:e>
                          <m:r>
                            <m:rPr>
                              <m:sty m:val="p"/>
                            </m:rPr>
                            <a:rPr lang="en-US" sz="2800" i="0">
                              <a:solidFill>
                                <a:srgbClr val="002060"/>
                              </a:solidFill>
                              <a:latin typeface="Cambria Math" panose="02040503050406030204" pitchFamily="18" charset="0"/>
                            </a:rPr>
                            <m:t>P</m:t>
                          </m:r>
                        </m:e>
                        <m:sub>
                          <m:r>
                            <a:rPr lang="en-US" sz="2800" b="0" i="0" smtClean="0">
                              <a:solidFill>
                                <a:srgbClr val="002060"/>
                              </a:solidFill>
                              <a:latin typeface="Cambria Math" panose="02040503050406030204" pitchFamily="18" charset="0"/>
                            </a:rPr>
                            <m:t>2</m:t>
                          </m:r>
                        </m:sub>
                      </m:sSub>
                    </m:oMath>
                  </m:oMathPara>
                </a14:m>
                <a:endParaRPr lang="en-US" sz="2800" dirty="0">
                  <a:solidFill>
                    <a:srgbClr val="002060"/>
                  </a:solidFill>
                </a:endParaRPr>
              </a:p>
            </p:txBody>
          </p:sp>
        </mc:Choice>
        <mc:Fallback xmlns="">
          <p:sp>
            <p:nvSpPr>
              <p:cNvPr id="9" name="Rectangle 8">
                <a:extLst>
                  <a:ext uri="{FF2B5EF4-FFF2-40B4-BE49-F238E27FC236}">
                    <a16:creationId xmlns:a16="http://schemas.microsoft.com/office/drawing/2014/main" id="{E54DFA6E-731B-6E25-E6F0-58B36B770315}"/>
                  </a:ext>
                </a:extLst>
              </p:cNvPr>
              <p:cNvSpPr>
                <a:spLocks noRot="1" noChangeAspect="1" noMove="1" noResize="1" noEditPoints="1" noAdjustHandles="1" noChangeArrowheads="1" noChangeShapeType="1" noTextEdit="1"/>
              </p:cNvSpPr>
              <p:nvPr/>
            </p:nvSpPr>
            <p:spPr>
              <a:xfrm>
                <a:off x="897425" y="893810"/>
                <a:ext cx="1457153"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6381274E-C102-E6FD-2FD7-C859FE8BBE77}"/>
                  </a:ext>
                </a:extLst>
              </p:cNvPr>
              <p:cNvSpPr/>
              <p:nvPr/>
            </p:nvSpPr>
            <p:spPr>
              <a:xfrm>
                <a:off x="103008" y="1847793"/>
                <a:ext cx="797582" cy="523220"/>
              </a:xfrm>
              <a:prstGeom prst="rect">
                <a:avLst/>
              </a:prstGeom>
            </p:spPr>
            <p:txBody>
              <a:bodyPr wrap="square">
                <a:spAutoFit/>
              </a:bodyPr>
              <a:lstStyle/>
              <a:p>
                <a:pPr lvl="0"/>
                <a14:m>
                  <m:oMath xmlns:m="http://schemas.openxmlformats.org/officeDocument/2006/math">
                    <m:sSub>
                      <m:sSubPr>
                        <m:ctrlPr>
                          <a:rPr lang="en-US" sz="2800" b="1" i="1" smtClean="0">
                            <a:solidFill>
                              <a:srgbClr val="002060"/>
                            </a:solidFill>
                            <a:latin typeface="Cambria Math" panose="02040503050406030204" pitchFamily="18" charset="0"/>
                          </a:rPr>
                        </m:ctrlPr>
                      </m:sSubPr>
                      <m:e>
                        <m:r>
                          <a:rPr lang="en-IN" sz="2800" b="1" i="0" smtClean="0">
                            <a:solidFill>
                              <a:srgbClr val="002060"/>
                            </a:solidFill>
                            <a:latin typeface="Cambria Math" panose="02040503050406030204" pitchFamily="18" charset="0"/>
                          </a:rPr>
                          <m:t>𝐇</m:t>
                        </m:r>
                      </m:e>
                      <m:sub>
                        <m:r>
                          <a:rPr lang="en-IN" sz="2800" b="1" i="0" smtClean="0">
                            <a:solidFill>
                              <a:srgbClr val="002060"/>
                            </a:solidFill>
                            <a:latin typeface="Cambria Math" panose="02040503050406030204" pitchFamily="18" charset="0"/>
                          </a:rPr>
                          <m:t>𝟏</m:t>
                        </m:r>
                      </m:sub>
                    </m:sSub>
                    <m:r>
                      <a:rPr lang="en-IN" sz="2800" b="1" i="0" smtClean="0">
                        <a:solidFill>
                          <a:srgbClr val="002060"/>
                        </a:solidFill>
                        <a:latin typeface="Cambria Math" panose="02040503050406030204" pitchFamily="18" charset="0"/>
                      </a:rPr>
                      <m:t> :</m:t>
                    </m:r>
                  </m:oMath>
                </a14:m>
                <a:r>
                  <a:rPr lang="en-US" sz="2800" b="1" dirty="0">
                    <a:solidFill>
                      <a:srgbClr val="002060"/>
                    </a:solidFill>
                  </a:rPr>
                  <a:t>  </a:t>
                </a:r>
              </a:p>
            </p:txBody>
          </p:sp>
        </mc:Choice>
        <mc:Fallback xmlns="">
          <p:sp>
            <p:nvSpPr>
              <p:cNvPr id="10" name="Rectangle 9">
                <a:extLst>
                  <a:ext uri="{FF2B5EF4-FFF2-40B4-BE49-F238E27FC236}">
                    <a16:creationId xmlns:a16="http://schemas.microsoft.com/office/drawing/2014/main" id="{6381274E-C102-E6FD-2FD7-C859FE8BBE77}"/>
                  </a:ext>
                </a:extLst>
              </p:cNvPr>
              <p:cNvSpPr>
                <a:spLocks noRot="1" noChangeAspect="1" noMove="1" noResize="1" noEditPoints="1" noAdjustHandles="1" noChangeArrowheads="1" noChangeShapeType="1" noTextEdit="1"/>
              </p:cNvSpPr>
              <p:nvPr/>
            </p:nvSpPr>
            <p:spPr>
              <a:xfrm>
                <a:off x="103008" y="1847793"/>
                <a:ext cx="797582"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8A6A6E69-A89F-CE52-2803-FF71C353B881}"/>
                  </a:ext>
                </a:extLst>
              </p:cNvPr>
              <p:cNvSpPr/>
              <p:nvPr/>
            </p:nvSpPr>
            <p:spPr>
              <a:xfrm>
                <a:off x="862005" y="1846179"/>
                <a:ext cx="1513698" cy="523220"/>
              </a:xfrm>
              <a:prstGeom prst="rect">
                <a:avLst/>
              </a:prstGeom>
            </p:spPr>
            <p:txBody>
              <a:bodyPr wrap="square">
                <a:spAutoFit/>
              </a:bodyPr>
              <a:lstStyle/>
              <a:p>
                <a:pPr lvl="0"/>
                <a14:m>
                  <m:oMathPara xmlns:m="http://schemas.openxmlformats.org/officeDocument/2006/math">
                    <m:oMathParaPr>
                      <m:jc m:val="centerGroup"/>
                    </m:oMathParaPr>
                    <m:oMath xmlns:m="http://schemas.openxmlformats.org/officeDocument/2006/math">
                      <m:sSub>
                        <m:sSubPr>
                          <m:ctrlPr>
                            <a:rPr lang="en-IN" sz="2800" i="1">
                              <a:solidFill>
                                <a:srgbClr val="002060"/>
                              </a:solidFill>
                              <a:latin typeface="Cambria Math" panose="02040503050406030204" pitchFamily="18" charset="0"/>
                            </a:rPr>
                          </m:ctrlPr>
                        </m:sSubPr>
                        <m:e>
                          <m:r>
                            <m:rPr>
                              <m:sty m:val="p"/>
                            </m:rPr>
                            <a:rPr lang="en-US" sz="2800">
                              <a:solidFill>
                                <a:srgbClr val="002060"/>
                              </a:solidFill>
                              <a:latin typeface="Cambria Math" panose="02040503050406030204" pitchFamily="18" charset="0"/>
                            </a:rPr>
                            <m:t>P</m:t>
                          </m:r>
                        </m:e>
                        <m:sub>
                          <m:r>
                            <a:rPr lang="en-US" sz="2800">
                              <a:solidFill>
                                <a:srgbClr val="002060"/>
                              </a:solidFill>
                              <a:latin typeface="Cambria Math" panose="02040503050406030204" pitchFamily="18" charset="0"/>
                            </a:rPr>
                            <m:t>1</m:t>
                          </m:r>
                        </m:sub>
                      </m:sSub>
                      <m:r>
                        <a:rPr lang="en-US" sz="2800" i="1" smtClean="0">
                          <a:solidFill>
                            <a:srgbClr val="002060"/>
                          </a:solidFill>
                          <a:latin typeface="Cambria Math" panose="02040503050406030204" pitchFamily="18" charset="0"/>
                          <a:ea typeface="Cambria Math" panose="02040503050406030204" pitchFamily="18" charset="0"/>
                        </a:rPr>
                        <m:t>≠</m:t>
                      </m:r>
                      <m:sSub>
                        <m:sSubPr>
                          <m:ctrlPr>
                            <a:rPr lang="en-IN" sz="2800" i="1">
                              <a:solidFill>
                                <a:srgbClr val="002060"/>
                              </a:solidFill>
                              <a:latin typeface="Cambria Math" panose="02040503050406030204" pitchFamily="18" charset="0"/>
                            </a:rPr>
                          </m:ctrlPr>
                        </m:sSubPr>
                        <m:e>
                          <m:r>
                            <m:rPr>
                              <m:sty m:val="p"/>
                            </m:rPr>
                            <a:rPr lang="en-US" sz="2800">
                              <a:solidFill>
                                <a:srgbClr val="002060"/>
                              </a:solidFill>
                              <a:latin typeface="Cambria Math" panose="02040503050406030204" pitchFamily="18" charset="0"/>
                            </a:rPr>
                            <m:t>P</m:t>
                          </m:r>
                        </m:e>
                        <m:sub>
                          <m:r>
                            <a:rPr lang="en-US" sz="2800">
                              <a:solidFill>
                                <a:srgbClr val="002060"/>
                              </a:solidFill>
                              <a:latin typeface="Cambria Math" panose="02040503050406030204" pitchFamily="18" charset="0"/>
                            </a:rPr>
                            <m:t>2</m:t>
                          </m:r>
                        </m:sub>
                      </m:sSub>
                    </m:oMath>
                  </m:oMathPara>
                </a14:m>
                <a:endParaRPr lang="en-US" sz="2800" dirty="0">
                  <a:solidFill>
                    <a:srgbClr val="002060"/>
                  </a:solidFill>
                </a:endParaRPr>
              </a:p>
            </p:txBody>
          </p:sp>
        </mc:Choice>
        <mc:Fallback xmlns="">
          <p:sp>
            <p:nvSpPr>
              <p:cNvPr id="11" name="Rectangle 10">
                <a:extLst>
                  <a:ext uri="{FF2B5EF4-FFF2-40B4-BE49-F238E27FC236}">
                    <a16:creationId xmlns:a16="http://schemas.microsoft.com/office/drawing/2014/main" id="{8A6A6E69-A89F-CE52-2803-FF71C353B881}"/>
                  </a:ext>
                </a:extLst>
              </p:cNvPr>
              <p:cNvSpPr>
                <a:spLocks noRot="1" noChangeAspect="1" noMove="1" noResize="1" noEditPoints="1" noAdjustHandles="1" noChangeArrowheads="1" noChangeShapeType="1" noTextEdit="1"/>
              </p:cNvSpPr>
              <p:nvPr/>
            </p:nvSpPr>
            <p:spPr>
              <a:xfrm>
                <a:off x="862005" y="1846179"/>
                <a:ext cx="1513698"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6FB47D27-DD64-98CA-48A0-75F168598ED0}"/>
                  </a:ext>
                </a:extLst>
              </p:cNvPr>
              <p:cNvSpPr/>
              <p:nvPr/>
            </p:nvSpPr>
            <p:spPr>
              <a:xfrm>
                <a:off x="103007" y="2495694"/>
                <a:ext cx="2627491" cy="523220"/>
              </a:xfrm>
              <a:prstGeom prst="rect">
                <a:avLst/>
              </a:prstGeom>
            </p:spPr>
            <p:txBody>
              <a:bodyPr wrap="square">
                <a:spAutoFit/>
              </a:bodyPr>
              <a:lstStyle/>
              <a:p>
                <a:pPr lvl="0"/>
                <a14:m>
                  <m:oMath xmlns:m="http://schemas.openxmlformats.org/officeDocument/2006/math">
                    <m:r>
                      <a:rPr lang="en-IN" sz="2800" b="1" i="0" smtClean="0">
                        <a:solidFill>
                          <a:srgbClr val="002060"/>
                        </a:solidFill>
                        <a:latin typeface="Cambria Math" panose="02040503050406030204" pitchFamily="18" charset="0"/>
                      </a:rPr>
                      <m:t>𝐋</m:t>
                    </m:r>
                    <m:r>
                      <a:rPr lang="en-IN" sz="2800" b="1" i="0" smtClean="0">
                        <a:solidFill>
                          <a:srgbClr val="002060"/>
                        </a:solidFill>
                        <a:latin typeface="Cambria Math" panose="02040503050406030204" pitchFamily="18" charset="0"/>
                      </a:rPr>
                      <m:t>.</m:t>
                    </m:r>
                    <m:r>
                      <a:rPr lang="en-IN" sz="2800" b="1" i="0" smtClean="0">
                        <a:solidFill>
                          <a:srgbClr val="002060"/>
                        </a:solidFill>
                        <a:latin typeface="Cambria Math" panose="02040503050406030204" pitchFamily="18" charset="0"/>
                      </a:rPr>
                      <m:t>𝐎</m:t>
                    </m:r>
                    <m:r>
                      <a:rPr lang="en-IN" sz="2800" b="1" i="0" smtClean="0">
                        <a:solidFill>
                          <a:srgbClr val="002060"/>
                        </a:solidFill>
                        <a:latin typeface="Cambria Math" panose="02040503050406030204" pitchFamily="18" charset="0"/>
                      </a:rPr>
                      <m:t>.</m:t>
                    </m:r>
                    <m:r>
                      <a:rPr lang="en-IN" sz="2800" b="1" i="0" smtClean="0">
                        <a:solidFill>
                          <a:srgbClr val="002060"/>
                        </a:solidFill>
                        <a:latin typeface="Cambria Math" panose="02040503050406030204" pitchFamily="18" charset="0"/>
                      </a:rPr>
                      <m:t>𝐒</m:t>
                    </m:r>
                    <m:r>
                      <a:rPr lang="en-IN" sz="2800" b="1" i="0" smtClean="0">
                        <a:solidFill>
                          <a:srgbClr val="002060"/>
                        </a:solidFill>
                        <a:latin typeface="Cambria Math" panose="02040503050406030204" pitchFamily="18" charset="0"/>
                      </a:rPr>
                      <m:t> =</m:t>
                    </m:r>
                    <m:r>
                      <a:rPr lang="en-IN" sz="2800" b="1" i="0" smtClean="0">
                        <a:solidFill>
                          <a:srgbClr val="002060"/>
                        </a:solidFill>
                        <a:latin typeface="Cambria Math" panose="02040503050406030204" pitchFamily="18" charset="0"/>
                      </a:rPr>
                      <m:t>𝟓</m:t>
                    </m:r>
                    <m:r>
                      <a:rPr lang="en-IN" sz="2800" b="1" i="0" smtClean="0">
                        <a:solidFill>
                          <a:srgbClr val="002060"/>
                        </a:solidFill>
                        <a:latin typeface="Cambria Math" panose="02040503050406030204" pitchFamily="18" charset="0"/>
                      </a:rPr>
                      <m:t>%</m:t>
                    </m:r>
                  </m:oMath>
                </a14:m>
                <a:r>
                  <a:rPr lang="en-US" sz="2800" b="1" dirty="0">
                    <a:solidFill>
                      <a:srgbClr val="002060"/>
                    </a:solidFill>
                  </a:rPr>
                  <a:t>  </a:t>
                </a:r>
              </a:p>
            </p:txBody>
          </p:sp>
        </mc:Choice>
        <mc:Fallback xmlns="">
          <p:sp>
            <p:nvSpPr>
              <p:cNvPr id="12" name="Rectangle 11">
                <a:extLst>
                  <a:ext uri="{FF2B5EF4-FFF2-40B4-BE49-F238E27FC236}">
                    <a16:creationId xmlns:a16="http://schemas.microsoft.com/office/drawing/2014/main" id="{6FB47D27-DD64-98CA-48A0-75F168598ED0}"/>
                  </a:ext>
                </a:extLst>
              </p:cNvPr>
              <p:cNvSpPr>
                <a:spLocks noRot="1" noChangeAspect="1" noMove="1" noResize="1" noEditPoints="1" noAdjustHandles="1" noChangeArrowheads="1" noChangeShapeType="1" noTextEdit="1"/>
              </p:cNvSpPr>
              <p:nvPr/>
            </p:nvSpPr>
            <p:spPr>
              <a:xfrm>
                <a:off x="103007" y="2495694"/>
                <a:ext cx="2627491" cy="523220"/>
              </a:xfrm>
              <a:prstGeom prst="rect">
                <a:avLst/>
              </a:prstGeom>
              <a:blipFill>
                <a:blip r:embed="rId7"/>
                <a:stretch>
                  <a:fillRect/>
                </a:stretch>
              </a:blipFill>
            </p:spPr>
            <p:txBody>
              <a:bodyPr/>
              <a:lstStyle/>
              <a:p>
                <a:r>
                  <a:rPr lang="en-IN">
                    <a:noFill/>
                  </a:rPr>
                  <a:t> </a:t>
                </a:r>
              </a:p>
            </p:txBody>
          </p:sp>
        </mc:Fallback>
      </mc:AlternateContent>
      <p:sp>
        <p:nvSpPr>
          <p:cNvPr id="13" name="Rectangle 12">
            <a:extLst>
              <a:ext uri="{FF2B5EF4-FFF2-40B4-BE49-F238E27FC236}">
                <a16:creationId xmlns:a16="http://schemas.microsoft.com/office/drawing/2014/main" id="{EEDD33D7-70FA-505E-D090-1F37BF6671EF}"/>
              </a:ext>
            </a:extLst>
          </p:cNvPr>
          <p:cNvSpPr/>
          <p:nvPr/>
        </p:nvSpPr>
        <p:spPr>
          <a:xfrm>
            <a:off x="134072" y="3133214"/>
            <a:ext cx="1047491" cy="523220"/>
          </a:xfrm>
          <a:prstGeom prst="rect">
            <a:avLst/>
          </a:prstGeom>
        </p:spPr>
        <p:txBody>
          <a:bodyPr wrap="square">
            <a:spAutoFit/>
          </a:bodyPr>
          <a:lstStyle/>
          <a:p>
            <a:pPr lvl="0"/>
            <a:r>
              <a:rPr lang="en-US" sz="2800" b="1" dirty="0">
                <a:solidFill>
                  <a:schemeClr val="accent6">
                    <a:lumMod val="75000"/>
                  </a:schemeClr>
                </a:solidFill>
              </a:rPr>
              <a:t>Test :</a:t>
            </a:r>
            <a:r>
              <a:rPr lang="en-US" sz="2800" b="1" u="sng" dirty="0">
                <a:solidFill>
                  <a:srgbClr val="002060"/>
                </a:solidFill>
              </a:rPr>
              <a:t>  </a:t>
            </a:r>
          </a:p>
        </p:txBody>
      </p:sp>
      <p:sp>
        <p:nvSpPr>
          <p:cNvPr id="6" name="Rectangle 5">
            <a:extLst>
              <a:ext uri="{FF2B5EF4-FFF2-40B4-BE49-F238E27FC236}">
                <a16:creationId xmlns:a16="http://schemas.microsoft.com/office/drawing/2014/main" id="{D80C0034-493B-95F7-B7B6-C1FA0FB0FFC5}"/>
              </a:ext>
            </a:extLst>
          </p:cNvPr>
          <p:cNvSpPr/>
          <p:nvPr/>
        </p:nvSpPr>
        <p:spPr>
          <a:xfrm>
            <a:off x="2363468" y="902896"/>
            <a:ext cx="9828532" cy="954107"/>
          </a:xfrm>
          <a:prstGeom prst="rect">
            <a:avLst/>
          </a:prstGeom>
        </p:spPr>
        <p:txBody>
          <a:bodyPr wrap="square">
            <a:spAutoFit/>
          </a:bodyPr>
          <a:lstStyle/>
          <a:p>
            <a:pPr lvl="0"/>
            <a:r>
              <a:rPr lang="en-US" sz="2800" dirty="0">
                <a:solidFill>
                  <a:srgbClr val="002060"/>
                </a:solidFill>
              </a:rPr>
              <a:t>(i.e., there is no significant difference in proportion of men and </a:t>
            </a:r>
          </a:p>
          <a:p>
            <a:pPr lvl="0"/>
            <a:r>
              <a:rPr lang="en-US" sz="2800" dirty="0">
                <a:solidFill>
                  <a:srgbClr val="002060"/>
                </a:solidFill>
              </a:rPr>
              <a:t>women in favor of the proposal)</a:t>
            </a:r>
            <a:r>
              <a:rPr lang="en-US" sz="2800" u="sng" dirty="0">
                <a:solidFill>
                  <a:srgbClr val="002060"/>
                </a:solidFill>
              </a:rPr>
              <a:t>  </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83DBCCD-2B00-508B-6266-5A7C95F5DED4}"/>
                  </a:ext>
                </a:extLst>
              </p:cNvPr>
              <p:cNvSpPr txBox="1"/>
              <p:nvPr/>
            </p:nvSpPr>
            <p:spPr>
              <a:xfrm>
                <a:off x="0" y="3826238"/>
                <a:ext cx="4229099" cy="13722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b="1" smtClean="0">
                          <a:solidFill>
                            <a:srgbClr val="002060"/>
                          </a:solidFill>
                          <a:latin typeface="Cambria Math" panose="02040503050406030204" pitchFamily="18" charset="0"/>
                        </a:rPr>
                        <m:t>𝐙</m:t>
                      </m:r>
                      <m:r>
                        <a:rPr lang="en-IN" sz="2800" b="0" i="0">
                          <a:solidFill>
                            <a:srgbClr val="002060"/>
                          </a:solidFill>
                          <a:latin typeface="Cambria Math" panose="02040503050406030204" pitchFamily="18" charset="0"/>
                        </a:rPr>
                        <m:t>=</m:t>
                      </m:r>
                      <m:f>
                        <m:fPr>
                          <m:ctrlPr>
                            <a:rPr lang="en-IN" sz="2800" b="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m:t>
                          </m:r>
                          <m:sSub>
                            <m:sSubPr>
                              <m:ctrlPr>
                                <a:rPr lang="en-IN" sz="2800" b="0" i="1">
                                  <a:solidFill>
                                    <a:srgbClr val="002060"/>
                                  </a:solidFill>
                                  <a:latin typeface="Cambria Math" panose="02040503050406030204" pitchFamily="18" charset="0"/>
                                </a:rPr>
                              </m:ctrlPr>
                            </m:sSubPr>
                            <m:e>
                              <m:r>
                                <a:rPr lang="en-IN" sz="2800" b="1" i="0">
                                  <a:solidFill>
                                    <a:srgbClr val="002060"/>
                                  </a:solidFill>
                                  <a:latin typeface="Cambria Math" panose="02040503050406030204" pitchFamily="18" charset="0"/>
                                </a:rPr>
                                <m:t>𝐩</m:t>
                              </m:r>
                            </m:e>
                            <m:sub>
                              <m:r>
                                <a:rPr lang="en-IN" sz="2800" b="0" i="0">
                                  <a:solidFill>
                                    <a:srgbClr val="002060"/>
                                  </a:solidFill>
                                  <a:latin typeface="Cambria Math" panose="02040503050406030204" pitchFamily="18" charset="0"/>
                                </a:rPr>
                                <m:t>1</m:t>
                              </m:r>
                            </m:sub>
                          </m:sSub>
                          <m:r>
                            <a:rPr lang="en-IN" sz="2800" b="0" i="0">
                              <a:solidFill>
                                <a:srgbClr val="002060"/>
                              </a:solidFill>
                              <a:latin typeface="Cambria Math" panose="02040503050406030204" pitchFamily="18" charset="0"/>
                            </a:rPr>
                            <m:t>−</m:t>
                          </m:r>
                          <m:sSub>
                            <m:sSubPr>
                              <m:ctrlPr>
                                <a:rPr lang="en-IN" sz="2800" b="0" i="1">
                                  <a:solidFill>
                                    <a:srgbClr val="002060"/>
                                  </a:solidFill>
                                  <a:latin typeface="Cambria Math" panose="02040503050406030204" pitchFamily="18" charset="0"/>
                                </a:rPr>
                              </m:ctrlPr>
                            </m:sSubPr>
                            <m:e>
                              <m:r>
                                <a:rPr lang="en-IN" sz="2800" b="1" i="0">
                                  <a:solidFill>
                                    <a:srgbClr val="002060"/>
                                  </a:solidFill>
                                  <a:latin typeface="Cambria Math" panose="02040503050406030204" pitchFamily="18" charset="0"/>
                                </a:rPr>
                                <m:t>𝐩</m:t>
                              </m:r>
                            </m:e>
                            <m:sub>
                              <m:r>
                                <a:rPr lang="en-IN" sz="2800" b="0" i="0">
                                  <a:solidFill>
                                    <a:srgbClr val="002060"/>
                                  </a:solidFill>
                                  <a:latin typeface="Cambria Math" panose="02040503050406030204" pitchFamily="18" charset="0"/>
                                </a:rPr>
                                <m:t>2</m:t>
                              </m:r>
                            </m:sub>
                          </m:sSub>
                          <m:r>
                            <a:rPr lang="en-IN" sz="2800" b="0" i="0">
                              <a:solidFill>
                                <a:srgbClr val="002060"/>
                              </a:solidFill>
                              <a:latin typeface="Cambria Math" panose="02040503050406030204" pitchFamily="18" charset="0"/>
                            </a:rPr>
                            <m:t> </m:t>
                          </m:r>
                        </m:num>
                        <m:den>
                          <m:r>
                            <a:rPr lang="en-IN" sz="2800" b="0" i="0">
                              <a:solidFill>
                                <a:srgbClr val="002060"/>
                              </a:solidFill>
                              <a:latin typeface="Cambria Math" panose="02040503050406030204" pitchFamily="18" charset="0"/>
                            </a:rPr>
                            <m:t>  </m:t>
                          </m:r>
                          <m:rad>
                            <m:radPr>
                              <m:degHide m:val="on"/>
                              <m:ctrlPr>
                                <a:rPr lang="en-IN" sz="2800" b="0" i="1">
                                  <a:solidFill>
                                    <a:srgbClr val="002060"/>
                                  </a:solidFill>
                                  <a:latin typeface="Cambria Math" panose="02040503050406030204" pitchFamily="18" charset="0"/>
                                </a:rPr>
                              </m:ctrlPr>
                            </m:radPr>
                            <m:deg/>
                            <m:e>
                              <m:r>
                                <a:rPr lang="en-IN" sz="2800" b="1" i="0">
                                  <a:solidFill>
                                    <a:srgbClr val="002060"/>
                                  </a:solidFill>
                                  <a:latin typeface="Cambria Math" panose="02040503050406030204" pitchFamily="18" charset="0"/>
                                </a:rPr>
                                <m:t>𝐩𝐪</m:t>
                              </m:r>
                              <m:d>
                                <m:dPr>
                                  <m:ctrlPr>
                                    <a:rPr lang="en-IN" sz="2800" b="1" i="1">
                                      <a:solidFill>
                                        <a:srgbClr val="002060"/>
                                      </a:solidFill>
                                      <a:latin typeface="Cambria Math" panose="02040503050406030204" pitchFamily="18" charset="0"/>
                                    </a:rPr>
                                  </m:ctrlPr>
                                </m:dPr>
                                <m:e>
                                  <m:f>
                                    <m:fPr>
                                      <m:ctrlPr>
                                        <a:rPr lang="en-IN" sz="2800" b="1"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1 </m:t>
                                      </m:r>
                                    </m:num>
                                    <m:den>
                                      <m:sSub>
                                        <m:sSubPr>
                                          <m:ctrlPr>
                                            <a:rPr lang="en-IN" sz="2800" b="0" i="1">
                                              <a:solidFill>
                                                <a:srgbClr val="002060"/>
                                              </a:solidFill>
                                              <a:latin typeface="Cambria Math" panose="02040503050406030204" pitchFamily="18" charset="0"/>
                                            </a:rPr>
                                          </m:ctrlPr>
                                        </m:sSubPr>
                                        <m:e>
                                          <m:r>
                                            <a:rPr lang="en-IN" sz="2800" b="0" i="0">
                                              <a:solidFill>
                                                <a:srgbClr val="002060"/>
                                              </a:solidFill>
                                              <a:latin typeface="Cambria Math" panose="02040503050406030204" pitchFamily="18" charset="0"/>
                                            </a:rPr>
                                            <m:t> </m:t>
                                          </m:r>
                                          <m:r>
                                            <a:rPr lang="en-IN" sz="2800" b="1" i="0">
                                              <a:solidFill>
                                                <a:srgbClr val="002060"/>
                                              </a:solidFill>
                                              <a:latin typeface="Cambria Math" panose="02040503050406030204" pitchFamily="18" charset="0"/>
                                            </a:rPr>
                                            <m:t>𝐧</m:t>
                                          </m:r>
                                        </m:e>
                                        <m:sub>
                                          <m:r>
                                            <a:rPr lang="en-IN" sz="2800" b="0" i="0">
                                              <a:solidFill>
                                                <a:srgbClr val="002060"/>
                                              </a:solidFill>
                                              <a:latin typeface="Cambria Math" panose="02040503050406030204" pitchFamily="18" charset="0"/>
                                            </a:rPr>
                                            <m:t>1 </m:t>
                                          </m:r>
                                        </m:sub>
                                      </m:sSub>
                                    </m:den>
                                  </m:f>
                                  <m:r>
                                    <a:rPr lang="en-IN" sz="2800" b="0" i="0">
                                      <a:solidFill>
                                        <a:srgbClr val="002060"/>
                                      </a:solidFill>
                                      <a:latin typeface="Cambria Math" panose="02040503050406030204" pitchFamily="18" charset="0"/>
                                    </a:rPr>
                                    <m:t>+</m:t>
                                  </m:r>
                                  <m:f>
                                    <m:fPr>
                                      <m:ctrlPr>
                                        <a:rPr lang="en-IN" sz="2800" b="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1 </m:t>
                                      </m:r>
                                    </m:num>
                                    <m:den>
                                      <m:sSub>
                                        <m:sSubPr>
                                          <m:ctrlPr>
                                            <a:rPr lang="en-IN" sz="2800" b="0" i="1">
                                              <a:solidFill>
                                                <a:srgbClr val="002060"/>
                                              </a:solidFill>
                                              <a:latin typeface="Cambria Math" panose="02040503050406030204" pitchFamily="18" charset="0"/>
                                            </a:rPr>
                                          </m:ctrlPr>
                                        </m:sSubPr>
                                        <m:e>
                                          <m:r>
                                            <a:rPr lang="en-IN" sz="2800" b="0" i="0">
                                              <a:solidFill>
                                                <a:srgbClr val="002060"/>
                                              </a:solidFill>
                                              <a:latin typeface="Cambria Math" panose="02040503050406030204" pitchFamily="18" charset="0"/>
                                            </a:rPr>
                                            <m:t> </m:t>
                                          </m:r>
                                          <m:r>
                                            <a:rPr lang="en-IN" sz="2800" b="1" i="0">
                                              <a:solidFill>
                                                <a:srgbClr val="002060"/>
                                              </a:solidFill>
                                              <a:latin typeface="Cambria Math" panose="02040503050406030204" pitchFamily="18" charset="0"/>
                                            </a:rPr>
                                            <m:t>𝐧</m:t>
                                          </m:r>
                                        </m:e>
                                        <m:sub>
                                          <m:r>
                                            <a:rPr lang="en-IN" sz="2800" b="0" i="0">
                                              <a:solidFill>
                                                <a:srgbClr val="002060"/>
                                              </a:solidFill>
                                              <a:latin typeface="Cambria Math" panose="02040503050406030204" pitchFamily="18" charset="0"/>
                                            </a:rPr>
                                            <m:t>2 </m:t>
                                          </m:r>
                                        </m:sub>
                                      </m:sSub>
                                    </m:den>
                                  </m:f>
                                </m:e>
                              </m:d>
                              <m:r>
                                <a:rPr lang="en-IN" sz="2800" b="0" i="0">
                                  <a:solidFill>
                                    <a:srgbClr val="002060"/>
                                  </a:solidFill>
                                  <a:latin typeface="Cambria Math" panose="02040503050406030204" pitchFamily="18" charset="0"/>
                                </a:rPr>
                                <m:t> </m:t>
                              </m:r>
                            </m:e>
                          </m:rad>
                          <m:r>
                            <a:rPr lang="en-IN" sz="2800" b="0" i="0">
                              <a:solidFill>
                                <a:srgbClr val="002060"/>
                              </a:solidFill>
                              <a:latin typeface="Cambria Math" panose="02040503050406030204" pitchFamily="18" charset="0"/>
                            </a:rPr>
                            <m:t>  </m:t>
                          </m:r>
                        </m:den>
                      </m:f>
                    </m:oMath>
                  </m:oMathPara>
                </a14:m>
                <a:endParaRPr lang="en-IN" sz="2800" dirty="0">
                  <a:solidFill>
                    <a:srgbClr val="002060"/>
                  </a:solidFill>
                </a:endParaRPr>
              </a:p>
            </p:txBody>
          </p:sp>
        </mc:Choice>
        <mc:Fallback xmlns="">
          <p:sp>
            <p:nvSpPr>
              <p:cNvPr id="7" name="TextBox 6">
                <a:extLst>
                  <a:ext uri="{FF2B5EF4-FFF2-40B4-BE49-F238E27FC236}">
                    <a16:creationId xmlns:a16="http://schemas.microsoft.com/office/drawing/2014/main" id="{183DBCCD-2B00-508B-6266-5A7C95F5DED4}"/>
                  </a:ext>
                </a:extLst>
              </p:cNvPr>
              <p:cNvSpPr txBox="1">
                <a:spLocks noRot="1" noChangeAspect="1" noMove="1" noResize="1" noEditPoints="1" noAdjustHandles="1" noChangeArrowheads="1" noChangeShapeType="1" noTextEdit="1"/>
              </p:cNvSpPr>
              <p:nvPr/>
            </p:nvSpPr>
            <p:spPr>
              <a:xfrm>
                <a:off x="0" y="3826238"/>
                <a:ext cx="4229099" cy="1372299"/>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CC6E6FBA-4AA8-A42A-EF60-C2659711D6B7}"/>
                  </a:ext>
                </a:extLst>
              </p:cNvPr>
              <p:cNvSpPr txBox="1"/>
              <p:nvPr/>
            </p:nvSpPr>
            <p:spPr>
              <a:xfrm>
                <a:off x="183775" y="5412026"/>
                <a:ext cx="3028840" cy="94545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IN" sz="2800" b="0" i="0">
                          <a:solidFill>
                            <a:srgbClr val="002060"/>
                          </a:solidFill>
                          <a:latin typeface="Cambria Math" panose="02040503050406030204" pitchFamily="18" charset="0"/>
                        </a:rPr>
                        <m:t>p</m:t>
                      </m:r>
                      <m:r>
                        <a:rPr lang="en-IN" sz="2800" b="0" i="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m:t>
                          </m:r>
                          <m:sSub>
                            <m:sSubPr>
                              <m:ctrlPr>
                                <a:rPr lang="en-IN" sz="2800" i="1">
                                  <a:solidFill>
                                    <a:srgbClr val="002060"/>
                                  </a:solidFill>
                                  <a:latin typeface="Cambria Math" panose="02040503050406030204" pitchFamily="18" charset="0"/>
                                </a:rPr>
                              </m:ctrlPr>
                            </m:sSubPr>
                            <m:e>
                              <m:r>
                                <m:rPr>
                                  <m:sty m:val="p"/>
                                </m:rPr>
                                <a:rPr lang="en-IN" sz="2800" b="0" i="0">
                                  <a:solidFill>
                                    <a:srgbClr val="002060"/>
                                  </a:solidFill>
                                  <a:latin typeface="Cambria Math" panose="02040503050406030204" pitchFamily="18" charset="0"/>
                                </a:rPr>
                                <m:t>n</m:t>
                              </m:r>
                            </m:e>
                            <m:sub>
                              <m:r>
                                <a:rPr lang="en-IN" sz="2800" b="0" i="0">
                                  <a:solidFill>
                                    <a:srgbClr val="002060"/>
                                  </a:solidFill>
                                  <a:latin typeface="Cambria Math" panose="02040503050406030204" pitchFamily="18" charset="0"/>
                                </a:rPr>
                                <m:t>1</m:t>
                              </m:r>
                            </m:sub>
                          </m:sSub>
                          <m:sSub>
                            <m:sSubPr>
                              <m:ctrlPr>
                                <a:rPr lang="en-IN" sz="2800" i="1">
                                  <a:solidFill>
                                    <a:srgbClr val="002060"/>
                                  </a:solidFill>
                                  <a:latin typeface="Cambria Math" panose="02040503050406030204" pitchFamily="18" charset="0"/>
                                </a:rPr>
                              </m:ctrlPr>
                            </m:sSubPr>
                            <m:e>
                              <m:r>
                                <m:rPr>
                                  <m:sty m:val="p"/>
                                </m:rPr>
                                <a:rPr lang="en-IN" sz="2800" b="0" i="0">
                                  <a:solidFill>
                                    <a:srgbClr val="002060"/>
                                  </a:solidFill>
                                  <a:latin typeface="Cambria Math" panose="02040503050406030204" pitchFamily="18" charset="0"/>
                                </a:rPr>
                                <m:t>p</m:t>
                              </m:r>
                            </m:e>
                            <m:sub>
                              <m:r>
                                <a:rPr lang="en-IN" sz="2800" b="0" i="0">
                                  <a:solidFill>
                                    <a:srgbClr val="002060"/>
                                  </a:solidFill>
                                  <a:latin typeface="Cambria Math" panose="02040503050406030204" pitchFamily="18" charset="0"/>
                                </a:rPr>
                                <m:t>1</m:t>
                              </m:r>
                            </m:sub>
                          </m:sSub>
                          <m:r>
                            <a:rPr lang="en-IN" sz="2800" b="0" i="0">
                              <a:solidFill>
                                <a:srgbClr val="002060"/>
                              </a:solidFill>
                              <a:latin typeface="Cambria Math" panose="02040503050406030204" pitchFamily="18" charset="0"/>
                            </a:rPr>
                            <m:t>+</m:t>
                          </m:r>
                          <m:sSub>
                            <m:sSubPr>
                              <m:ctrlPr>
                                <a:rPr lang="en-IN" sz="2800" i="1">
                                  <a:solidFill>
                                    <a:srgbClr val="002060"/>
                                  </a:solidFill>
                                  <a:latin typeface="Cambria Math" panose="02040503050406030204" pitchFamily="18" charset="0"/>
                                </a:rPr>
                              </m:ctrlPr>
                            </m:sSubPr>
                            <m:e>
                              <m:r>
                                <m:rPr>
                                  <m:sty m:val="p"/>
                                </m:rPr>
                                <a:rPr lang="en-IN" sz="2800" b="0" i="0">
                                  <a:solidFill>
                                    <a:srgbClr val="002060"/>
                                  </a:solidFill>
                                  <a:latin typeface="Cambria Math" panose="02040503050406030204" pitchFamily="18" charset="0"/>
                                </a:rPr>
                                <m:t>n</m:t>
                              </m:r>
                            </m:e>
                            <m:sub>
                              <m:r>
                                <a:rPr lang="en-IN" sz="2800" b="0" i="0">
                                  <a:solidFill>
                                    <a:srgbClr val="002060"/>
                                  </a:solidFill>
                                  <a:latin typeface="Cambria Math" panose="02040503050406030204" pitchFamily="18" charset="0"/>
                                </a:rPr>
                                <m:t>2</m:t>
                              </m:r>
                            </m:sub>
                          </m:sSub>
                          <m:sSub>
                            <m:sSubPr>
                              <m:ctrlPr>
                                <a:rPr lang="en-IN" sz="2800" i="1">
                                  <a:solidFill>
                                    <a:srgbClr val="002060"/>
                                  </a:solidFill>
                                  <a:latin typeface="Cambria Math" panose="02040503050406030204" pitchFamily="18" charset="0"/>
                                </a:rPr>
                              </m:ctrlPr>
                            </m:sSubPr>
                            <m:e>
                              <m:r>
                                <m:rPr>
                                  <m:sty m:val="p"/>
                                </m:rPr>
                                <a:rPr lang="en-IN" sz="2800" b="0" i="0">
                                  <a:solidFill>
                                    <a:srgbClr val="002060"/>
                                  </a:solidFill>
                                  <a:latin typeface="Cambria Math" panose="02040503050406030204" pitchFamily="18" charset="0"/>
                                </a:rPr>
                                <m:t>p</m:t>
                              </m:r>
                            </m:e>
                            <m:sub>
                              <m:r>
                                <a:rPr lang="en-IN" sz="2800" b="0" i="0">
                                  <a:solidFill>
                                    <a:srgbClr val="002060"/>
                                  </a:solidFill>
                                  <a:latin typeface="Cambria Math" panose="02040503050406030204" pitchFamily="18" charset="0"/>
                                </a:rPr>
                                <m:t>2</m:t>
                              </m:r>
                            </m:sub>
                          </m:sSub>
                          <m:r>
                            <a:rPr lang="en-IN" sz="2800" b="0" i="0">
                              <a:solidFill>
                                <a:srgbClr val="002060"/>
                              </a:solidFill>
                              <a:latin typeface="Cambria Math" panose="02040503050406030204" pitchFamily="18" charset="0"/>
                            </a:rPr>
                            <m:t> </m:t>
                          </m:r>
                        </m:num>
                        <m:den>
                          <m:r>
                            <a:rPr lang="en-IN" sz="2800" b="0" i="0">
                              <a:solidFill>
                                <a:srgbClr val="002060"/>
                              </a:solidFill>
                              <a:latin typeface="Cambria Math" panose="02040503050406030204" pitchFamily="18" charset="0"/>
                            </a:rPr>
                            <m:t> </m:t>
                          </m:r>
                          <m:sSub>
                            <m:sSubPr>
                              <m:ctrlPr>
                                <a:rPr lang="en-IN" sz="2800" i="1">
                                  <a:solidFill>
                                    <a:srgbClr val="002060"/>
                                  </a:solidFill>
                                  <a:latin typeface="Cambria Math" panose="02040503050406030204" pitchFamily="18" charset="0"/>
                                </a:rPr>
                              </m:ctrlPr>
                            </m:sSubPr>
                            <m:e>
                              <m:r>
                                <m:rPr>
                                  <m:sty m:val="p"/>
                                </m:rPr>
                                <a:rPr lang="en-IN" sz="2800" b="0" i="0">
                                  <a:solidFill>
                                    <a:srgbClr val="002060"/>
                                  </a:solidFill>
                                  <a:latin typeface="Cambria Math" panose="02040503050406030204" pitchFamily="18" charset="0"/>
                                </a:rPr>
                                <m:t>n</m:t>
                              </m:r>
                            </m:e>
                            <m:sub>
                              <m:r>
                                <a:rPr lang="en-IN" sz="2800" b="0" i="0">
                                  <a:solidFill>
                                    <a:srgbClr val="002060"/>
                                  </a:solidFill>
                                  <a:latin typeface="Cambria Math" panose="02040503050406030204" pitchFamily="18" charset="0"/>
                                </a:rPr>
                                <m:t>1</m:t>
                              </m:r>
                            </m:sub>
                          </m:sSub>
                          <m:r>
                            <a:rPr lang="en-IN" sz="2800" b="0" i="0">
                              <a:solidFill>
                                <a:srgbClr val="002060"/>
                              </a:solidFill>
                              <a:latin typeface="Cambria Math" panose="02040503050406030204" pitchFamily="18" charset="0"/>
                            </a:rPr>
                            <m:t>+</m:t>
                          </m:r>
                          <m:sSub>
                            <m:sSubPr>
                              <m:ctrlPr>
                                <a:rPr lang="en-IN" sz="2800" i="1">
                                  <a:solidFill>
                                    <a:srgbClr val="002060"/>
                                  </a:solidFill>
                                  <a:latin typeface="Cambria Math" panose="02040503050406030204" pitchFamily="18" charset="0"/>
                                </a:rPr>
                              </m:ctrlPr>
                            </m:sSubPr>
                            <m:e>
                              <m:r>
                                <m:rPr>
                                  <m:sty m:val="p"/>
                                </m:rPr>
                                <a:rPr lang="en-IN" sz="2800" b="0" i="0">
                                  <a:solidFill>
                                    <a:srgbClr val="002060"/>
                                  </a:solidFill>
                                  <a:latin typeface="Cambria Math" panose="02040503050406030204" pitchFamily="18" charset="0"/>
                                </a:rPr>
                                <m:t>n</m:t>
                              </m:r>
                            </m:e>
                            <m:sub>
                              <m:r>
                                <a:rPr lang="en-IN" sz="2800" b="0" i="0">
                                  <a:solidFill>
                                    <a:srgbClr val="002060"/>
                                  </a:solidFill>
                                  <a:latin typeface="Cambria Math" panose="02040503050406030204" pitchFamily="18" charset="0"/>
                                </a:rPr>
                                <m:t>2</m:t>
                              </m:r>
                            </m:sub>
                          </m:sSub>
                          <m:r>
                            <a:rPr lang="en-IN" sz="2800" b="0" i="0">
                              <a:solidFill>
                                <a:srgbClr val="002060"/>
                              </a:solidFill>
                              <a:latin typeface="Cambria Math" panose="02040503050406030204" pitchFamily="18" charset="0"/>
                            </a:rPr>
                            <m:t> </m:t>
                          </m:r>
                        </m:den>
                      </m:f>
                      <m:r>
                        <a:rPr lang="en-IN" sz="2800" b="0" i="0">
                          <a:solidFill>
                            <a:srgbClr val="002060"/>
                          </a:solidFill>
                          <a:latin typeface="Cambria Math" panose="02040503050406030204" pitchFamily="18" charset="0"/>
                        </a:rPr>
                        <m:t> </m:t>
                      </m:r>
                    </m:oMath>
                  </m:oMathPara>
                </a14:m>
                <a:endParaRPr lang="en-IN" sz="2800" i="0" dirty="0">
                  <a:solidFill>
                    <a:srgbClr val="002060"/>
                  </a:solidFill>
                  <a:latin typeface="Cambria Math" panose="02040503050406030204" pitchFamily="18" charset="0"/>
                </a:endParaRPr>
              </a:p>
            </p:txBody>
          </p:sp>
        </mc:Choice>
        <mc:Fallback xmlns="">
          <p:sp>
            <p:nvSpPr>
              <p:cNvPr id="20" name="TextBox 19">
                <a:extLst>
                  <a:ext uri="{FF2B5EF4-FFF2-40B4-BE49-F238E27FC236}">
                    <a16:creationId xmlns:a16="http://schemas.microsoft.com/office/drawing/2014/main" id="{CC6E6FBA-4AA8-A42A-EF60-C2659711D6B7}"/>
                  </a:ext>
                </a:extLst>
              </p:cNvPr>
              <p:cNvSpPr txBox="1">
                <a:spLocks noRot="1" noChangeAspect="1" noMove="1" noResize="1" noEditPoints="1" noAdjustHandles="1" noChangeArrowheads="1" noChangeShapeType="1" noTextEdit="1"/>
              </p:cNvSpPr>
              <p:nvPr/>
            </p:nvSpPr>
            <p:spPr>
              <a:xfrm>
                <a:off x="183775" y="5412026"/>
                <a:ext cx="3028840" cy="945452"/>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D82F6BAF-5A0B-AE7C-CD38-21566E4EDD47}"/>
                  </a:ext>
                </a:extLst>
              </p:cNvPr>
              <p:cNvSpPr txBox="1"/>
              <p:nvPr/>
            </p:nvSpPr>
            <p:spPr>
              <a:xfrm>
                <a:off x="5989427" y="2181163"/>
                <a:ext cx="5226583" cy="93570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b="0" i="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m:t>
                          </m:r>
                          <m:d>
                            <m:dPr>
                              <m:ctrlPr>
                                <a:rPr lang="en-IN" sz="2800" b="0" i="1" smtClean="0">
                                  <a:solidFill>
                                    <a:srgbClr val="002060"/>
                                  </a:solidFill>
                                  <a:latin typeface="Cambria Math" panose="02040503050406030204" pitchFamily="18" charset="0"/>
                                </a:rPr>
                              </m:ctrlPr>
                            </m:dPr>
                            <m:e>
                              <m:r>
                                <a:rPr lang="en-IN" sz="2800" b="0" i="1" smtClean="0">
                                  <a:solidFill>
                                    <a:srgbClr val="002060"/>
                                  </a:solidFill>
                                  <a:latin typeface="Cambria Math" panose="02040503050406030204" pitchFamily="18" charset="0"/>
                                </a:rPr>
                                <m:t>4</m:t>
                              </m:r>
                              <m:r>
                                <a:rPr lang="en-US" sz="2800" b="0" i="1" smtClean="0">
                                  <a:solidFill>
                                    <a:srgbClr val="002060"/>
                                  </a:solidFill>
                                  <a:latin typeface="Cambria Math" panose="02040503050406030204" pitchFamily="18" charset="0"/>
                                </a:rPr>
                                <m:t>00</m:t>
                              </m:r>
                            </m:e>
                          </m:d>
                          <m:d>
                            <m:dPr>
                              <m:ctrlPr>
                                <a:rPr lang="en-IN" sz="2800" i="1">
                                  <a:solidFill>
                                    <a:srgbClr val="002060"/>
                                  </a:solidFill>
                                  <a:latin typeface="Cambria Math" panose="02040503050406030204" pitchFamily="18" charset="0"/>
                                </a:rPr>
                              </m:ctrlPr>
                            </m:dPr>
                            <m:e>
                              <m:r>
                                <a:rPr lang="en-US" sz="2800" b="0" i="1" smtClean="0">
                                  <a:solidFill>
                                    <a:srgbClr val="002060"/>
                                  </a:solidFill>
                                  <a:latin typeface="Cambria Math" panose="02040503050406030204" pitchFamily="18" charset="0"/>
                                </a:rPr>
                                <m:t>0.</m:t>
                              </m:r>
                              <m:r>
                                <a:rPr lang="en-IN" sz="2800" b="0" i="1" smtClean="0">
                                  <a:solidFill>
                                    <a:srgbClr val="002060"/>
                                  </a:solidFill>
                                  <a:latin typeface="Cambria Math" panose="02040503050406030204" pitchFamily="18" charset="0"/>
                                </a:rPr>
                                <m:t>5</m:t>
                              </m:r>
                            </m:e>
                          </m:d>
                          <m:r>
                            <a:rPr lang="en-IN" sz="2800" b="0" i="0">
                              <a:solidFill>
                                <a:srgbClr val="002060"/>
                              </a:solidFill>
                              <a:latin typeface="Cambria Math" panose="02040503050406030204" pitchFamily="18" charset="0"/>
                            </a:rPr>
                            <m:t>+</m:t>
                          </m:r>
                          <m:d>
                            <m:dPr>
                              <m:ctrlPr>
                                <a:rPr lang="en-IN" sz="2800" i="1">
                                  <a:solidFill>
                                    <a:srgbClr val="002060"/>
                                  </a:solidFill>
                                  <a:latin typeface="Cambria Math" panose="02040503050406030204" pitchFamily="18" charset="0"/>
                                </a:rPr>
                              </m:ctrlPr>
                            </m:dPr>
                            <m:e>
                              <m:r>
                                <a:rPr lang="en-IN" sz="2800" b="0" i="1" smtClean="0">
                                  <a:solidFill>
                                    <a:srgbClr val="002060"/>
                                  </a:solidFill>
                                  <a:latin typeface="Cambria Math" panose="02040503050406030204" pitchFamily="18" charset="0"/>
                                </a:rPr>
                                <m:t>600</m:t>
                              </m:r>
                            </m:e>
                          </m:d>
                          <m:d>
                            <m:dPr>
                              <m:ctrlPr>
                                <a:rPr lang="en-IN" sz="2800" i="1">
                                  <a:solidFill>
                                    <a:srgbClr val="002060"/>
                                  </a:solidFill>
                                  <a:latin typeface="Cambria Math" panose="02040503050406030204" pitchFamily="18" charset="0"/>
                                </a:rPr>
                              </m:ctrlPr>
                            </m:dPr>
                            <m:e>
                              <m:r>
                                <a:rPr lang="en-IN" sz="2800" i="1">
                                  <a:solidFill>
                                    <a:srgbClr val="002060"/>
                                  </a:solidFill>
                                  <a:latin typeface="Cambria Math" panose="02040503050406030204" pitchFamily="18" charset="0"/>
                                </a:rPr>
                                <m:t>0.5416</m:t>
                              </m:r>
                            </m:e>
                          </m:d>
                        </m:num>
                        <m:den>
                          <m:r>
                            <a:rPr lang="en-IN" sz="2800" b="0" i="0">
                              <a:solidFill>
                                <a:srgbClr val="002060"/>
                              </a:solidFill>
                              <a:latin typeface="Cambria Math" panose="02040503050406030204" pitchFamily="18" charset="0"/>
                            </a:rPr>
                            <m:t> </m:t>
                          </m:r>
                          <m:r>
                            <a:rPr lang="en-IN" sz="2800" b="0" i="1" smtClean="0">
                              <a:solidFill>
                                <a:srgbClr val="002060"/>
                              </a:solidFill>
                              <a:latin typeface="Cambria Math" panose="02040503050406030204" pitchFamily="18" charset="0"/>
                            </a:rPr>
                            <m:t>400</m:t>
                          </m:r>
                          <m:r>
                            <a:rPr lang="en-IN" sz="2800" b="0" i="0">
                              <a:solidFill>
                                <a:srgbClr val="002060"/>
                              </a:solidFill>
                              <a:latin typeface="Cambria Math" panose="02040503050406030204" pitchFamily="18" charset="0"/>
                            </a:rPr>
                            <m:t>+</m:t>
                          </m:r>
                          <m:r>
                            <a:rPr lang="en-IN" sz="2800" i="1" smtClean="0">
                              <a:solidFill>
                                <a:srgbClr val="002060"/>
                              </a:solidFill>
                              <a:latin typeface="Cambria Math" panose="02040503050406030204" pitchFamily="18" charset="0"/>
                            </a:rPr>
                            <m:t>6</m:t>
                          </m:r>
                          <m:r>
                            <a:rPr lang="en-IN" sz="2800" b="0" i="1" smtClean="0">
                              <a:solidFill>
                                <a:srgbClr val="002060"/>
                              </a:solidFill>
                              <a:latin typeface="Cambria Math" panose="02040503050406030204" pitchFamily="18" charset="0"/>
                            </a:rPr>
                            <m:t>00</m:t>
                          </m:r>
                          <m:r>
                            <a:rPr lang="en-IN" sz="2800" b="0" i="0">
                              <a:solidFill>
                                <a:srgbClr val="002060"/>
                              </a:solidFill>
                              <a:latin typeface="Cambria Math" panose="02040503050406030204" pitchFamily="18" charset="0"/>
                            </a:rPr>
                            <m:t> </m:t>
                          </m:r>
                        </m:den>
                      </m:f>
                      <m:r>
                        <a:rPr lang="en-IN" sz="2800" b="0" i="0">
                          <a:solidFill>
                            <a:srgbClr val="002060"/>
                          </a:solidFill>
                          <a:latin typeface="Cambria Math" panose="02040503050406030204" pitchFamily="18" charset="0"/>
                        </a:rPr>
                        <m:t> </m:t>
                      </m:r>
                    </m:oMath>
                  </m:oMathPara>
                </a14:m>
                <a:endParaRPr lang="en-IN" sz="2800" i="0" dirty="0">
                  <a:solidFill>
                    <a:srgbClr val="002060"/>
                  </a:solidFill>
                  <a:latin typeface="Cambria Math" panose="02040503050406030204" pitchFamily="18" charset="0"/>
                </a:endParaRPr>
              </a:p>
            </p:txBody>
          </p:sp>
        </mc:Choice>
        <mc:Fallback xmlns="">
          <p:sp>
            <p:nvSpPr>
              <p:cNvPr id="22" name="TextBox 21">
                <a:extLst>
                  <a:ext uri="{FF2B5EF4-FFF2-40B4-BE49-F238E27FC236}">
                    <a16:creationId xmlns:a16="http://schemas.microsoft.com/office/drawing/2014/main" id="{D82F6BAF-5A0B-AE7C-CD38-21566E4EDD47}"/>
                  </a:ext>
                </a:extLst>
              </p:cNvPr>
              <p:cNvSpPr txBox="1">
                <a:spLocks noRot="1" noChangeAspect="1" noMove="1" noResize="1" noEditPoints="1" noAdjustHandles="1" noChangeArrowheads="1" noChangeShapeType="1" noTextEdit="1"/>
              </p:cNvSpPr>
              <p:nvPr/>
            </p:nvSpPr>
            <p:spPr>
              <a:xfrm>
                <a:off x="5989427" y="2181163"/>
                <a:ext cx="5226583" cy="935705"/>
              </a:xfrm>
              <a:prstGeom prst="rect">
                <a:avLst/>
              </a:prstGeom>
              <a:blipFill>
                <a:blip r:embed="rId10"/>
                <a:stretch>
                  <a:fillRect/>
                </a:stretch>
              </a:blipFill>
            </p:spPr>
            <p:txBody>
              <a:bodyPr/>
              <a:lstStyle/>
              <a:p>
                <a:r>
                  <a:rPr lang="en-IN">
                    <a:noFill/>
                  </a:rPr>
                  <a:t> </a:t>
                </a:r>
              </a:p>
            </p:txBody>
          </p:sp>
        </mc:Fallback>
      </mc:AlternateContent>
      <p:sp>
        <p:nvSpPr>
          <p:cNvPr id="5" name="Rectangle 4">
            <a:extLst>
              <a:ext uri="{FF2B5EF4-FFF2-40B4-BE49-F238E27FC236}">
                <a16:creationId xmlns:a16="http://schemas.microsoft.com/office/drawing/2014/main" id="{DE7B4919-689A-732F-AACF-078350B1BFD4}"/>
              </a:ext>
            </a:extLst>
          </p:cNvPr>
          <p:cNvSpPr/>
          <p:nvPr/>
        </p:nvSpPr>
        <p:spPr>
          <a:xfrm>
            <a:off x="2363468" y="1847793"/>
            <a:ext cx="2482254" cy="523220"/>
          </a:xfrm>
          <a:prstGeom prst="rect">
            <a:avLst/>
          </a:prstGeom>
        </p:spPr>
        <p:txBody>
          <a:bodyPr wrap="square">
            <a:spAutoFit/>
          </a:bodyPr>
          <a:lstStyle/>
          <a:p>
            <a:pPr lvl="0"/>
            <a:r>
              <a:rPr lang="en-US" sz="2800" dirty="0">
                <a:solidFill>
                  <a:srgbClr val="002060"/>
                </a:solidFill>
              </a:rPr>
              <a:t>(two tailed test)</a:t>
            </a:r>
            <a:r>
              <a:rPr lang="en-US" sz="2800" u="sng" dirty="0">
                <a:solidFill>
                  <a:srgbClr val="002060"/>
                </a:solidFill>
              </a:rPr>
              <a:t>  </a:t>
            </a:r>
          </a:p>
        </p:txBody>
      </p:sp>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1D85EDF1-2E94-50ED-6374-6A12525B8374}"/>
                  </a:ext>
                </a:extLst>
              </p:cNvPr>
              <p:cNvSpPr/>
              <p:nvPr/>
            </p:nvSpPr>
            <p:spPr>
              <a:xfrm>
                <a:off x="6108700" y="3209978"/>
                <a:ext cx="1503402" cy="523220"/>
              </a:xfrm>
              <a:prstGeom prst="rect">
                <a:avLst/>
              </a:prstGeom>
            </p:spPr>
            <p:txBody>
              <a:bodyPr wrap="square">
                <a:spAutoFit/>
              </a:bodyPr>
              <a:lstStyle/>
              <a:p>
                <a:pPr lvl="0"/>
                <a14:m>
                  <m:oMath xmlns:m="http://schemas.openxmlformats.org/officeDocument/2006/math">
                    <m:r>
                      <a:rPr lang="en-IN" sz="2800" b="0" i="0" smtClean="0">
                        <a:solidFill>
                          <a:srgbClr val="002060"/>
                        </a:solidFill>
                        <a:latin typeface="Cambria Math" panose="02040503050406030204" pitchFamily="18" charset="0"/>
                      </a:rPr>
                      <m:t>=</m:t>
                    </m:r>
                    <m:r>
                      <a:rPr lang="en-US" sz="2800" b="0" i="0" smtClean="0">
                        <a:solidFill>
                          <a:srgbClr val="002060"/>
                        </a:solidFill>
                        <a:latin typeface="Cambria Math" panose="02040503050406030204" pitchFamily="18" charset="0"/>
                      </a:rPr>
                      <m:t>0.</m:t>
                    </m:r>
                    <m:r>
                      <a:rPr lang="en-IN" sz="2800" b="0" i="0" smtClean="0">
                        <a:solidFill>
                          <a:srgbClr val="002060"/>
                        </a:solidFill>
                        <a:latin typeface="Cambria Math" panose="02040503050406030204" pitchFamily="18" charset="0"/>
                      </a:rPr>
                      <m:t>525</m:t>
                    </m:r>
                  </m:oMath>
                </a14:m>
                <a:r>
                  <a:rPr lang="en-US" sz="2800" dirty="0">
                    <a:solidFill>
                      <a:srgbClr val="002060"/>
                    </a:solidFill>
                  </a:rPr>
                  <a:t>  </a:t>
                </a:r>
              </a:p>
            </p:txBody>
          </p:sp>
        </mc:Choice>
        <mc:Fallback xmlns="">
          <p:sp>
            <p:nvSpPr>
              <p:cNvPr id="32" name="Rectangle 31">
                <a:extLst>
                  <a:ext uri="{FF2B5EF4-FFF2-40B4-BE49-F238E27FC236}">
                    <a16:creationId xmlns:a16="http://schemas.microsoft.com/office/drawing/2014/main" id="{1D85EDF1-2E94-50ED-6374-6A12525B8374}"/>
                  </a:ext>
                </a:extLst>
              </p:cNvPr>
              <p:cNvSpPr>
                <a:spLocks noRot="1" noChangeAspect="1" noMove="1" noResize="1" noEditPoints="1" noAdjustHandles="1" noChangeArrowheads="1" noChangeShapeType="1" noTextEdit="1"/>
              </p:cNvSpPr>
              <p:nvPr/>
            </p:nvSpPr>
            <p:spPr>
              <a:xfrm>
                <a:off x="6108700" y="3209978"/>
                <a:ext cx="1503402"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9FEDF274-27DB-1FB4-F676-2A963B9C45F9}"/>
                  </a:ext>
                </a:extLst>
              </p:cNvPr>
              <p:cNvSpPr/>
              <p:nvPr/>
            </p:nvSpPr>
            <p:spPr>
              <a:xfrm>
                <a:off x="5762403" y="3800908"/>
                <a:ext cx="175721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2800" b="0" i="0" smtClean="0">
                          <a:solidFill>
                            <a:srgbClr val="002060"/>
                          </a:solidFill>
                          <a:latin typeface="Cambria Math" panose="02040503050406030204" pitchFamily="18" charset="0"/>
                        </a:rPr>
                        <m:t>q</m:t>
                      </m:r>
                      <m:r>
                        <a:rPr lang="en-IN" sz="2800" b="0" i="0" smtClean="0">
                          <a:solidFill>
                            <a:srgbClr val="002060"/>
                          </a:solidFill>
                          <a:latin typeface="Cambria Math" panose="02040503050406030204" pitchFamily="18" charset="0"/>
                        </a:rPr>
                        <m:t>=</m:t>
                      </m:r>
                      <m:r>
                        <a:rPr lang="en-US" sz="2800" b="0" i="0" smtClean="0">
                          <a:solidFill>
                            <a:srgbClr val="002060"/>
                          </a:solidFill>
                          <a:latin typeface="Cambria Math" panose="02040503050406030204" pitchFamily="18" charset="0"/>
                        </a:rPr>
                        <m:t>1−</m:t>
                      </m:r>
                      <m:r>
                        <m:rPr>
                          <m:sty m:val="p"/>
                        </m:rPr>
                        <a:rPr lang="en-US" sz="2800" b="0" i="0" smtClean="0">
                          <a:solidFill>
                            <a:srgbClr val="002060"/>
                          </a:solidFill>
                          <a:latin typeface="Cambria Math" panose="02040503050406030204" pitchFamily="18" charset="0"/>
                        </a:rPr>
                        <m:t>p</m:t>
                      </m:r>
                    </m:oMath>
                  </m:oMathPara>
                </a14:m>
                <a:endParaRPr lang="en-US" sz="2800" dirty="0">
                  <a:solidFill>
                    <a:srgbClr val="002060"/>
                  </a:solidFill>
                </a:endParaRPr>
              </a:p>
            </p:txBody>
          </p:sp>
        </mc:Choice>
        <mc:Fallback xmlns="">
          <p:sp>
            <p:nvSpPr>
              <p:cNvPr id="34" name="Rectangle 33">
                <a:extLst>
                  <a:ext uri="{FF2B5EF4-FFF2-40B4-BE49-F238E27FC236}">
                    <a16:creationId xmlns:a16="http://schemas.microsoft.com/office/drawing/2014/main" id="{9FEDF274-27DB-1FB4-F676-2A963B9C45F9}"/>
                  </a:ext>
                </a:extLst>
              </p:cNvPr>
              <p:cNvSpPr>
                <a:spLocks noRot="1" noChangeAspect="1" noMove="1" noResize="1" noEditPoints="1" noAdjustHandles="1" noChangeArrowheads="1" noChangeShapeType="1" noTextEdit="1"/>
              </p:cNvSpPr>
              <p:nvPr/>
            </p:nvSpPr>
            <p:spPr>
              <a:xfrm>
                <a:off x="5762403" y="3800908"/>
                <a:ext cx="1757212"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9454A614-54E1-5E36-7964-16410CF0D968}"/>
                  </a:ext>
                </a:extLst>
              </p:cNvPr>
              <p:cNvSpPr txBox="1"/>
              <p:nvPr/>
            </p:nvSpPr>
            <p:spPr>
              <a:xfrm>
                <a:off x="7288709" y="3823230"/>
                <a:ext cx="2158801"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i="1" smtClean="0">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1−0.</m:t>
                      </m:r>
                      <m:r>
                        <a:rPr lang="en-IN" sz="2800" b="0" i="1" smtClean="0">
                          <a:solidFill>
                            <a:srgbClr val="002060"/>
                          </a:solidFill>
                          <a:latin typeface="Cambria Math" panose="02040503050406030204" pitchFamily="18" charset="0"/>
                        </a:rPr>
                        <m:t>525</m:t>
                      </m:r>
                    </m:oMath>
                  </m:oMathPara>
                </a14:m>
                <a:endParaRPr lang="en-IN" sz="2800" dirty="0"/>
              </a:p>
            </p:txBody>
          </p:sp>
        </mc:Choice>
        <mc:Fallback xmlns="">
          <p:sp>
            <p:nvSpPr>
              <p:cNvPr id="35" name="TextBox 34">
                <a:extLst>
                  <a:ext uri="{FF2B5EF4-FFF2-40B4-BE49-F238E27FC236}">
                    <a16:creationId xmlns:a16="http://schemas.microsoft.com/office/drawing/2014/main" id="{9454A614-54E1-5E36-7964-16410CF0D968}"/>
                  </a:ext>
                </a:extLst>
              </p:cNvPr>
              <p:cNvSpPr txBox="1">
                <a:spLocks noRot="1" noChangeAspect="1" noMove="1" noResize="1" noEditPoints="1" noAdjustHandles="1" noChangeArrowheads="1" noChangeShapeType="1" noTextEdit="1"/>
              </p:cNvSpPr>
              <p:nvPr/>
            </p:nvSpPr>
            <p:spPr>
              <a:xfrm>
                <a:off x="7288709" y="3823230"/>
                <a:ext cx="2158801"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776FEA29-12B6-70BC-214E-F8B1328B1776}"/>
                  </a:ext>
                </a:extLst>
              </p:cNvPr>
              <p:cNvSpPr txBox="1"/>
              <p:nvPr/>
            </p:nvSpPr>
            <p:spPr>
              <a:xfrm>
                <a:off x="9210619" y="3831571"/>
                <a:ext cx="157734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i="1" smtClean="0">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0.</m:t>
                      </m:r>
                      <m:r>
                        <a:rPr lang="en-IN" sz="2800" b="0" i="1" smtClean="0">
                          <a:solidFill>
                            <a:srgbClr val="002060"/>
                          </a:solidFill>
                          <a:latin typeface="Cambria Math" panose="02040503050406030204" pitchFamily="18" charset="0"/>
                        </a:rPr>
                        <m:t>475</m:t>
                      </m:r>
                    </m:oMath>
                  </m:oMathPara>
                </a14:m>
                <a:endParaRPr lang="en-IN" sz="2800" dirty="0"/>
              </a:p>
            </p:txBody>
          </p:sp>
        </mc:Choice>
        <mc:Fallback xmlns="">
          <p:sp>
            <p:nvSpPr>
              <p:cNvPr id="36" name="TextBox 35">
                <a:extLst>
                  <a:ext uri="{FF2B5EF4-FFF2-40B4-BE49-F238E27FC236}">
                    <a16:creationId xmlns:a16="http://schemas.microsoft.com/office/drawing/2014/main" id="{776FEA29-12B6-70BC-214E-F8B1328B1776}"/>
                  </a:ext>
                </a:extLst>
              </p:cNvPr>
              <p:cNvSpPr txBox="1">
                <a:spLocks noRot="1" noChangeAspect="1" noMove="1" noResize="1" noEditPoints="1" noAdjustHandles="1" noChangeArrowheads="1" noChangeShapeType="1" noTextEdit="1"/>
              </p:cNvSpPr>
              <p:nvPr/>
            </p:nvSpPr>
            <p:spPr>
              <a:xfrm>
                <a:off x="9210619" y="3831571"/>
                <a:ext cx="1577340" cy="523220"/>
              </a:xfrm>
              <a:prstGeom prst="rect">
                <a:avLst/>
              </a:prstGeom>
              <a:blipFill>
                <a:blip r:embed="rId14"/>
                <a:stretch>
                  <a:fillRect/>
                </a:stretch>
              </a:blipFill>
            </p:spPr>
            <p:txBody>
              <a:bodyPr/>
              <a:lstStyle/>
              <a:p>
                <a:r>
                  <a:rPr lang="en-IN">
                    <a:noFill/>
                  </a:rPr>
                  <a:t> </a:t>
                </a:r>
              </a:p>
            </p:txBody>
          </p:sp>
        </mc:Fallback>
      </mc:AlternateContent>
      <p:cxnSp>
        <p:nvCxnSpPr>
          <p:cNvPr id="38" name="Straight Connector 37">
            <a:extLst>
              <a:ext uri="{FF2B5EF4-FFF2-40B4-BE49-F238E27FC236}">
                <a16:creationId xmlns:a16="http://schemas.microsoft.com/office/drawing/2014/main" id="{4E648E78-8DBC-93A1-38C6-CD7348B937B3}"/>
              </a:ext>
            </a:extLst>
          </p:cNvPr>
          <p:cNvCxnSpPr>
            <a:cxnSpLocks/>
          </p:cNvCxnSpPr>
          <p:nvPr/>
        </p:nvCxnSpPr>
        <p:spPr>
          <a:xfrm>
            <a:off x="5473840" y="2285864"/>
            <a:ext cx="0" cy="4320000"/>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A15E93AD-F6BE-18EF-FC88-ADD7A387E2E4}"/>
                  </a:ext>
                </a:extLst>
              </p:cNvPr>
              <p:cNvSpPr txBox="1"/>
              <p:nvPr/>
            </p:nvSpPr>
            <p:spPr>
              <a:xfrm>
                <a:off x="5511800" y="4472920"/>
                <a:ext cx="6146799" cy="143770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b="0" i="1" smtClean="0">
                          <a:solidFill>
                            <a:srgbClr val="002060"/>
                          </a:solidFill>
                          <a:latin typeface="Cambria Math" panose="02040503050406030204" pitchFamily="18" charset="0"/>
                          <a:ea typeface="Cambria Math" panose="02040503050406030204" pitchFamily="18" charset="0"/>
                        </a:rPr>
                        <m:t>∴</m:t>
                      </m:r>
                      <m:r>
                        <m:rPr>
                          <m:sty m:val="p"/>
                        </m:rPr>
                        <a:rPr lang="en-IN" sz="2800" b="0" i="1" smtClean="0">
                          <a:solidFill>
                            <a:srgbClr val="002060"/>
                          </a:solidFill>
                          <a:latin typeface="Cambria Math" panose="02040503050406030204" pitchFamily="18" charset="0"/>
                        </a:rPr>
                        <m:t>Z</m:t>
                      </m:r>
                      <m:r>
                        <a:rPr lang="en-IN" sz="2800" b="0" i="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m:t>
                          </m:r>
                          <m:r>
                            <a:rPr lang="en-IN" sz="2800" i="1" smtClean="0">
                              <a:solidFill>
                                <a:srgbClr val="002060"/>
                              </a:solidFill>
                              <a:latin typeface="Cambria Math" panose="02040503050406030204" pitchFamily="18" charset="0"/>
                            </a:rPr>
                            <m:t>0</m:t>
                          </m:r>
                          <m:r>
                            <a:rPr lang="en-IN" sz="2800" b="0" i="1" smtClean="0">
                              <a:solidFill>
                                <a:srgbClr val="002060"/>
                              </a:solidFill>
                              <a:latin typeface="Cambria Math" panose="02040503050406030204" pitchFamily="18" charset="0"/>
                            </a:rPr>
                            <m:t>.5</m:t>
                          </m:r>
                          <m:r>
                            <a:rPr lang="en-IN" sz="2800" b="0" i="0">
                              <a:solidFill>
                                <a:srgbClr val="002060"/>
                              </a:solidFill>
                              <a:latin typeface="Cambria Math" panose="02040503050406030204" pitchFamily="18" charset="0"/>
                            </a:rPr>
                            <m:t>−</m:t>
                          </m:r>
                          <m:r>
                            <a:rPr lang="en-US" sz="2800" i="1" smtClean="0">
                              <a:solidFill>
                                <a:srgbClr val="002060"/>
                              </a:solidFill>
                              <a:latin typeface="Cambria Math" panose="02040503050406030204" pitchFamily="18" charset="0"/>
                            </a:rPr>
                            <m:t>0</m:t>
                          </m:r>
                          <m:r>
                            <a:rPr lang="en-US" sz="2800" b="0" i="1" smtClean="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5416</m:t>
                          </m:r>
                          <m:r>
                            <a:rPr lang="en-IN" sz="2800" b="0" i="0">
                              <a:solidFill>
                                <a:srgbClr val="002060"/>
                              </a:solidFill>
                              <a:latin typeface="Cambria Math" panose="02040503050406030204" pitchFamily="18" charset="0"/>
                            </a:rPr>
                            <m:t> </m:t>
                          </m:r>
                        </m:num>
                        <m:den>
                          <m:r>
                            <a:rPr lang="en-IN" sz="2800" b="0" i="0">
                              <a:solidFill>
                                <a:srgbClr val="002060"/>
                              </a:solidFill>
                              <a:latin typeface="Cambria Math" panose="02040503050406030204" pitchFamily="18" charset="0"/>
                            </a:rPr>
                            <m:t>  </m:t>
                          </m:r>
                          <m:rad>
                            <m:radPr>
                              <m:degHide m:val="on"/>
                              <m:ctrlPr>
                                <a:rPr lang="en-IN" sz="2800" i="1">
                                  <a:solidFill>
                                    <a:srgbClr val="002060"/>
                                  </a:solidFill>
                                  <a:latin typeface="Cambria Math" panose="02040503050406030204" pitchFamily="18" charset="0"/>
                                </a:rPr>
                              </m:ctrlPr>
                            </m:radPr>
                            <m:deg/>
                            <m:e>
                              <m:d>
                                <m:dPr>
                                  <m:ctrlPr>
                                    <a:rPr lang="en-IN" sz="2800" i="1">
                                      <a:solidFill>
                                        <a:srgbClr val="002060"/>
                                      </a:solidFill>
                                      <a:latin typeface="Cambria Math" panose="02040503050406030204" pitchFamily="18" charset="0"/>
                                    </a:rPr>
                                  </m:ctrlPr>
                                </m:dPr>
                                <m:e>
                                  <m:r>
                                    <a:rPr lang="en-US" sz="2800" i="1">
                                      <a:solidFill>
                                        <a:srgbClr val="002060"/>
                                      </a:solidFill>
                                      <a:latin typeface="Cambria Math" panose="02040503050406030204" pitchFamily="18" charset="0"/>
                                    </a:rPr>
                                    <m:t>0.</m:t>
                                  </m:r>
                                  <m:r>
                                    <a:rPr lang="en-IN" sz="2800" b="0" i="1" smtClean="0">
                                      <a:solidFill>
                                        <a:srgbClr val="002060"/>
                                      </a:solidFill>
                                      <a:latin typeface="Cambria Math" panose="02040503050406030204" pitchFamily="18" charset="0"/>
                                    </a:rPr>
                                    <m:t>525</m:t>
                                  </m:r>
                                </m:e>
                              </m:d>
                              <m:d>
                                <m:dPr>
                                  <m:ctrlPr>
                                    <a:rPr lang="en-IN" sz="2800" i="1">
                                      <a:solidFill>
                                        <a:srgbClr val="002060"/>
                                      </a:solidFill>
                                      <a:latin typeface="Cambria Math" panose="02040503050406030204" pitchFamily="18" charset="0"/>
                                    </a:rPr>
                                  </m:ctrlPr>
                                </m:dPr>
                                <m:e>
                                  <m:r>
                                    <a:rPr lang="en-US" sz="2800" i="1">
                                      <a:solidFill>
                                        <a:srgbClr val="002060"/>
                                      </a:solidFill>
                                      <a:latin typeface="Cambria Math" panose="02040503050406030204" pitchFamily="18" charset="0"/>
                                    </a:rPr>
                                    <m:t>0.</m:t>
                                  </m:r>
                                  <m:r>
                                    <a:rPr lang="en-IN" sz="2800" b="0" i="1" smtClean="0">
                                      <a:solidFill>
                                        <a:srgbClr val="002060"/>
                                      </a:solidFill>
                                      <a:latin typeface="Cambria Math" panose="02040503050406030204" pitchFamily="18" charset="0"/>
                                    </a:rPr>
                                    <m:t>475</m:t>
                                  </m:r>
                                </m:e>
                              </m:d>
                              <m:d>
                                <m:dPr>
                                  <m:ctrlPr>
                                    <a:rPr lang="en-IN" sz="2800" i="1">
                                      <a:solidFill>
                                        <a:srgbClr val="002060"/>
                                      </a:solidFill>
                                      <a:latin typeface="Cambria Math" panose="02040503050406030204" pitchFamily="18" charset="0"/>
                                    </a:rPr>
                                  </m:ctrlPr>
                                </m:dPr>
                                <m:e>
                                  <m:f>
                                    <m:fPr>
                                      <m:ctrlPr>
                                        <a:rPr lang="en-IN" sz="280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1 </m:t>
                                      </m:r>
                                    </m:num>
                                    <m:den>
                                      <m:r>
                                        <a:rPr lang="en-IN" sz="2800" i="1" smtClean="0">
                                          <a:solidFill>
                                            <a:srgbClr val="002060"/>
                                          </a:solidFill>
                                          <a:latin typeface="Cambria Math" panose="02040503050406030204" pitchFamily="18" charset="0"/>
                                        </a:rPr>
                                        <m:t>4</m:t>
                                      </m:r>
                                      <m:r>
                                        <a:rPr lang="en-IN" sz="2800" b="0" i="1" smtClean="0">
                                          <a:solidFill>
                                            <a:srgbClr val="002060"/>
                                          </a:solidFill>
                                          <a:latin typeface="Cambria Math" panose="02040503050406030204" pitchFamily="18" charset="0"/>
                                        </a:rPr>
                                        <m:t>00</m:t>
                                      </m:r>
                                    </m:den>
                                  </m:f>
                                  <m:r>
                                    <a:rPr lang="en-IN" sz="2800" b="0" i="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1 </m:t>
                                      </m:r>
                                    </m:num>
                                    <m:den>
                                      <m:r>
                                        <a:rPr lang="en-IN" sz="2800" i="1" smtClean="0">
                                          <a:solidFill>
                                            <a:srgbClr val="002060"/>
                                          </a:solidFill>
                                          <a:latin typeface="Cambria Math" panose="02040503050406030204" pitchFamily="18" charset="0"/>
                                        </a:rPr>
                                        <m:t>6</m:t>
                                      </m:r>
                                      <m:r>
                                        <a:rPr lang="en-IN" sz="2800" b="0" i="1" smtClean="0">
                                          <a:solidFill>
                                            <a:srgbClr val="002060"/>
                                          </a:solidFill>
                                          <a:latin typeface="Cambria Math" panose="02040503050406030204" pitchFamily="18" charset="0"/>
                                        </a:rPr>
                                        <m:t>00</m:t>
                                      </m:r>
                                    </m:den>
                                  </m:f>
                                </m:e>
                              </m:d>
                              <m:r>
                                <a:rPr lang="en-IN" sz="2800" b="0" i="0">
                                  <a:solidFill>
                                    <a:srgbClr val="002060"/>
                                  </a:solidFill>
                                  <a:latin typeface="Cambria Math" panose="02040503050406030204" pitchFamily="18" charset="0"/>
                                </a:rPr>
                                <m:t> </m:t>
                              </m:r>
                            </m:e>
                          </m:rad>
                          <m:r>
                            <a:rPr lang="en-IN" sz="2800" b="0" i="0">
                              <a:solidFill>
                                <a:srgbClr val="002060"/>
                              </a:solidFill>
                              <a:latin typeface="Cambria Math" panose="02040503050406030204" pitchFamily="18" charset="0"/>
                            </a:rPr>
                            <m:t>  </m:t>
                          </m:r>
                        </m:den>
                      </m:f>
                    </m:oMath>
                  </m:oMathPara>
                </a14:m>
                <a:endParaRPr lang="en-IN" sz="2800" dirty="0">
                  <a:solidFill>
                    <a:srgbClr val="002060"/>
                  </a:solidFill>
                </a:endParaRPr>
              </a:p>
            </p:txBody>
          </p:sp>
        </mc:Choice>
        <mc:Fallback xmlns="">
          <p:sp>
            <p:nvSpPr>
              <p:cNvPr id="39" name="TextBox 38">
                <a:extLst>
                  <a:ext uri="{FF2B5EF4-FFF2-40B4-BE49-F238E27FC236}">
                    <a16:creationId xmlns:a16="http://schemas.microsoft.com/office/drawing/2014/main" id="{A15E93AD-F6BE-18EF-FC88-ADD7A387E2E4}"/>
                  </a:ext>
                </a:extLst>
              </p:cNvPr>
              <p:cNvSpPr txBox="1">
                <a:spLocks noRot="1" noChangeAspect="1" noMove="1" noResize="1" noEditPoints="1" noAdjustHandles="1" noChangeArrowheads="1" noChangeShapeType="1" noTextEdit="1"/>
              </p:cNvSpPr>
              <p:nvPr/>
            </p:nvSpPr>
            <p:spPr>
              <a:xfrm>
                <a:off x="5511800" y="4472920"/>
                <a:ext cx="6146799" cy="1437701"/>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Rectangle 39">
                <a:extLst>
                  <a:ext uri="{FF2B5EF4-FFF2-40B4-BE49-F238E27FC236}">
                    <a16:creationId xmlns:a16="http://schemas.microsoft.com/office/drawing/2014/main" id="{0F026E3D-A115-01A5-5967-4D36D468CD68}"/>
                  </a:ext>
                </a:extLst>
              </p:cNvPr>
              <p:cNvSpPr/>
              <p:nvPr/>
            </p:nvSpPr>
            <p:spPr>
              <a:xfrm>
                <a:off x="6114071" y="6039187"/>
                <a:ext cx="1503402" cy="477054"/>
              </a:xfrm>
              <a:prstGeom prst="rect">
                <a:avLst/>
              </a:prstGeom>
            </p:spPr>
            <p:txBody>
              <a:bodyPr wrap="square">
                <a:spAutoFit/>
              </a:bodyPr>
              <a:lstStyle/>
              <a:p>
                <a:pPr lvl="0"/>
                <a14:m>
                  <m:oMath xmlns:m="http://schemas.openxmlformats.org/officeDocument/2006/math">
                    <m:r>
                      <a:rPr lang="en-IN" sz="2500" b="0" i="0" smtClean="0">
                        <a:solidFill>
                          <a:srgbClr val="002060"/>
                        </a:solidFill>
                        <a:latin typeface="Cambria Math" panose="02040503050406030204" pitchFamily="18" charset="0"/>
                      </a:rPr>
                      <m:t>=−1.28</m:t>
                    </m:r>
                  </m:oMath>
                </a14:m>
                <a:r>
                  <a:rPr lang="en-US" sz="2500" dirty="0">
                    <a:solidFill>
                      <a:srgbClr val="002060"/>
                    </a:solidFill>
                  </a:rPr>
                  <a:t>  </a:t>
                </a:r>
              </a:p>
            </p:txBody>
          </p:sp>
        </mc:Choice>
        <mc:Fallback xmlns="">
          <p:sp>
            <p:nvSpPr>
              <p:cNvPr id="40" name="Rectangle 39">
                <a:extLst>
                  <a:ext uri="{FF2B5EF4-FFF2-40B4-BE49-F238E27FC236}">
                    <a16:creationId xmlns:a16="http://schemas.microsoft.com/office/drawing/2014/main" id="{0F026E3D-A115-01A5-5967-4D36D468CD68}"/>
                  </a:ext>
                </a:extLst>
              </p:cNvPr>
              <p:cNvSpPr>
                <a:spLocks noRot="1" noChangeAspect="1" noMove="1" noResize="1" noEditPoints="1" noAdjustHandles="1" noChangeArrowheads="1" noChangeShapeType="1" noTextEdit="1"/>
              </p:cNvSpPr>
              <p:nvPr/>
            </p:nvSpPr>
            <p:spPr>
              <a:xfrm>
                <a:off x="6114071" y="6039187"/>
                <a:ext cx="1503402" cy="477054"/>
              </a:xfrm>
              <a:prstGeom prst="rect">
                <a:avLst/>
              </a:prstGeom>
              <a:blipFill>
                <a:blip r:embed="rId16"/>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452096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nodeType="clickEffect">
                                  <p:stCondLst>
                                    <p:cond delay="0"/>
                                  </p:stCondLst>
                                  <p:childTnLst>
                                    <p:set>
                                      <p:cBhvr>
                                        <p:cTn id="50" dur="1" fill="hold">
                                          <p:stCondLst>
                                            <p:cond delay="0"/>
                                          </p:stCondLst>
                                        </p:cTn>
                                        <p:tgtEl>
                                          <p:spTgt spid="38"/>
                                        </p:tgtEl>
                                        <p:attrNameLst>
                                          <p:attrName>style.visibility</p:attrName>
                                        </p:attrNameLst>
                                      </p:cBhvr>
                                      <p:to>
                                        <p:strVal val="visible"/>
                                      </p:to>
                                    </p:set>
                                    <p:animEffect transition="in" filter="wipe(up)">
                                      <p:cBhvr>
                                        <p:cTn id="51" dur="500"/>
                                        <p:tgtEl>
                                          <p:spTgt spid="38"/>
                                        </p:tgtEl>
                                      </p:cBhvr>
                                    </p:animEffec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22"/>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32"/>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clickEffect">
                                  <p:stCondLst>
                                    <p:cond delay="0"/>
                                  </p:stCondLst>
                                  <p:childTnLst>
                                    <p:set>
                                      <p:cBhvr>
                                        <p:cTn id="63" dur="1" fill="hold">
                                          <p:stCondLst>
                                            <p:cond delay="0"/>
                                          </p:stCondLst>
                                        </p:cTn>
                                        <p:tgtEl>
                                          <p:spTgt spid="34">
                                            <p:txEl>
                                              <p:pRg st="0" end="0"/>
                                            </p:txEl>
                                          </p:spTgt>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35"/>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36"/>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39"/>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8" grpId="0"/>
      <p:bldP spid="9" grpId="0"/>
      <p:bldP spid="10" grpId="0"/>
      <p:bldP spid="11" grpId="0"/>
      <p:bldP spid="12" grpId="0"/>
      <p:bldP spid="13" grpId="0"/>
      <p:bldP spid="6" grpId="0"/>
      <p:bldP spid="7" grpId="0"/>
      <p:bldP spid="20" grpId="0"/>
      <p:bldP spid="22" grpId="0"/>
      <p:bldP spid="5" grpId="0"/>
      <p:bldP spid="32" grpId="0"/>
      <p:bldP spid="35" grpId="0"/>
      <p:bldP spid="36" grpId="0"/>
      <p:bldP spid="39" grpId="0"/>
      <p:bldP spid="40" grpId="0"/>
    </p:bldLst>
  </p:timing>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9B151A-476F-AD9A-1B71-C07C8B3B65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DF04A3-F0B0-F0F7-D2DD-59E007DFD0C8}"/>
              </a:ext>
            </a:extLst>
          </p:cNvPr>
          <p:cNvSpPr>
            <a:spLocks noGrp="1"/>
          </p:cNvSpPr>
          <p:nvPr>
            <p:ph type="title"/>
          </p:nvPr>
        </p:nvSpPr>
        <p:spPr/>
        <p:txBody>
          <a:bodyPr/>
          <a:lstStyle/>
          <a:p>
            <a:r>
              <a:rPr lang="en-GB" dirty="0"/>
              <a:t>Method 6 ⇝ Example 2(</a:t>
            </a:r>
            <a:r>
              <a:rPr lang="en-GB" dirty="0">
                <a:solidFill>
                  <a:srgbClr val="FF0000"/>
                </a:solidFill>
              </a:rPr>
              <a:t>Continue</a:t>
            </a:r>
            <a:r>
              <a:rPr lang="en-GB" dirty="0"/>
              <a:t>)</a:t>
            </a:r>
            <a:endParaRPr lang="en-US" dirty="0"/>
          </a:p>
        </p:txBody>
      </p:sp>
      <p:sp>
        <p:nvSpPr>
          <p:cNvPr id="3" name="Rectangle 2">
            <a:extLst>
              <a:ext uri="{FF2B5EF4-FFF2-40B4-BE49-F238E27FC236}">
                <a16:creationId xmlns:a16="http://schemas.microsoft.com/office/drawing/2014/main" id="{3F9B0949-BF76-1E0A-9744-04F8A682C6D8}"/>
              </a:ext>
            </a:extLst>
          </p:cNvPr>
          <p:cNvSpPr/>
          <p:nvPr/>
        </p:nvSpPr>
        <p:spPr>
          <a:xfrm>
            <a:off x="24471" y="937667"/>
            <a:ext cx="2532181" cy="523220"/>
          </a:xfrm>
          <a:prstGeom prst="rect">
            <a:avLst/>
          </a:prstGeom>
        </p:spPr>
        <p:txBody>
          <a:bodyPr wrap="square">
            <a:spAutoFit/>
          </a:bodyPr>
          <a:lstStyle/>
          <a:p>
            <a:pPr lvl="0"/>
            <a:r>
              <a:rPr lang="en-US" sz="2800" b="1" dirty="0">
                <a:solidFill>
                  <a:srgbClr val="002060"/>
                </a:solidFill>
              </a:rPr>
              <a:t>Critical Region :</a:t>
            </a:r>
            <a:r>
              <a:rPr lang="en-US" sz="2800" b="1" u="sng" dirty="0">
                <a:solidFill>
                  <a:srgbClr val="002060"/>
                </a:solidFill>
              </a:rPr>
              <a:t>  </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8309D43-E2F8-C622-AC04-00CF701E8A91}"/>
                  </a:ext>
                </a:extLst>
              </p:cNvPr>
              <p:cNvSpPr txBox="1"/>
              <p:nvPr/>
            </p:nvSpPr>
            <p:spPr>
              <a:xfrm>
                <a:off x="2196750" y="939036"/>
                <a:ext cx="2697479"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IN" sz="2800" i="1" smtClean="0">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US" sz="2800">
                                  <a:solidFill>
                                    <a:srgbClr val="002060"/>
                                  </a:solidFill>
                                  <a:latin typeface="Cambria Math" panose="02040503050406030204" pitchFamily="18" charset="0"/>
                                </a:rPr>
                                <m:t>Z</m:t>
                              </m:r>
                            </m:e>
                            <m:sub>
                              <m:r>
                                <a:rPr lang="en-US" sz="2800">
                                  <a:solidFill>
                                    <a:srgbClr val="002060"/>
                                  </a:solidFill>
                                  <a:latin typeface="Cambria Math" panose="02040503050406030204" pitchFamily="18" charset="0"/>
                                </a:rPr>
                                <m:t>0.0</m:t>
                              </m:r>
                              <m:r>
                                <a:rPr lang="en-IN" sz="2800" b="0" i="0" smtClean="0">
                                  <a:solidFill>
                                    <a:srgbClr val="002060"/>
                                  </a:solidFill>
                                  <a:latin typeface="Cambria Math" panose="02040503050406030204" pitchFamily="18" charset="0"/>
                                </a:rPr>
                                <m:t>5</m:t>
                              </m:r>
                            </m:sub>
                          </m:sSub>
                          <m:r>
                            <a:rPr lang="en-US" sz="2800" i="1">
                              <a:solidFill>
                                <a:srgbClr val="002060"/>
                              </a:solidFill>
                              <a:latin typeface="Cambria Math" panose="02040503050406030204" pitchFamily="18" charset="0"/>
                            </a:rPr>
                            <m:t> </m:t>
                          </m:r>
                        </m:e>
                      </m:d>
                      <m:r>
                        <a:rPr lang="en-US" sz="280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1.96</m:t>
                      </m:r>
                    </m:oMath>
                  </m:oMathPara>
                </a14:m>
                <a:endParaRPr lang="en-IN" sz="2800" dirty="0">
                  <a:solidFill>
                    <a:srgbClr val="002060"/>
                  </a:solidFill>
                </a:endParaRPr>
              </a:p>
            </p:txBody>
          </p:sp>
        </mc:Choice>
        <mc:Fallback xmlns="">
          <p:sp>
            <p:nvSpPr>
              <p:cNvPr id="4" name="TextBox 3">
                <a:extLst>
                  <a:ext uri="{FF2B5EF4-FFF2-40B4-BE49-F238E27FC236}">
                    <a16:creationId xmlns:a16="http://schemas.microsoft.com/office/drawing/2014/main" id="{D8309D43-E2F8-C622-AC04-00CF701E8A91}"/>
                  </a:ext>
                </a:extLst>
              </p:cNvPr>
              <p:cNvSpPr txBox="1">
                <a:spLocks noRot="1" noChangeAspect="1" noMove="1" noResize="1" noEditPoints="1" noAdjustHandles="1" noChangeArrowheads="1" noChangeShapeType="1" noTextEdit="1"/>
              </p:cNvSpPr>
              <p:nvPr/>
            </p:nvSpPr>
            <p:spPr>
              <a:xfrm>
                <a:off x="2196750" y="939036"/>
                <a:ext cx="2697479" cy="523220"/>
              </a:xfrm>
              <a:prstGeom prst="rect">
                <a:avLst/>
              </a:prstGeom>
              <a:blipFill>
                <a:blip r:embed="rId2"/>
                <a:stretch>
                  <a:fillRect/>
                </a:stretch>
              </a:blipFill>
            </p:spPr>
            <p:txBody>
              <a:bodyPr/>
              <a:lstStyle/>
              <a:p>
                <a:r>
                  <a:rPr lang="en-IN">
                    <a:noFill/>
                  </a:rPr>
                  <a:t> </a:t>
                </a:r>
              </a:p>
            </p:txBody>
          </p:sp>
        </mc:Fallback>
      </mc:AlternateContent>
      <p:sp>
        <p:nvSpPr>
          <p:cNvPr id="14" name="Rectangle 13">
            <a:extLst>
              <a:ext uri="{FF2B5EF4-FFF2-40B4-BE49-F238E27FC236}">
                <a16:creationId xmlns:a16="http://schemas.microsoft.com/office/drawing/2014/main" id="{F7F9A361-4D48-E7E1-161D-920B9FCD8A9B}"/>
              </a:ext>
            </a:extLst>
          </p:cNvPr>
          <p:cNvSpPr/>
          <p:nvPr/>
        </p:nvSpPr>
        <p:spPr>
          <a:xfrm>
            <a:off x="24471" y="2740383"/>
            <a:ext cx="1973580" cy="523220"/>
          </a:xfrm>
          <a:prstGeom prst="rect">
            <a:avLst/>
          </a:prstGeom>
        </p:spPr>
        <p:txBody>
          <a:bodyPr wrap="square">
            <a:spAutoFit/>
          </a:bodyPr>
          <a:lstStyle/>
          <a:p>
            <a:pPr lvl="0"/>
            <a:r>
              <a:rPr lang="en-US" sz="2800" b="1" dirty="0">
                <a:solidFill>
                  <a:srgbClr val="002060"/>
                </a:solidFill>
              </a:rPr>
              <a:t>Conclusion :</a:t>
            </a:r>
            <a:r>
              <a:rPr lang="en-US" sz="2800" b="1" u="sng" dirty="0">
                <a:solidFill>
                  <a:srgbClr val="002060"/>
                </a:solidFill>
              </a:rPr>
              <a:t>  </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CB27137D-BC41-9711-F3F9-8E069E3C4EED}"/>
                  </a:ext>
                </a:extLst>
              </p:cNvPr>
              <p:cNvSpPr txBox="1"/>
              <p:nvPr/>
            </p:nvSpPr>
            <p:spPr>
              <a:xfrm>
                <a:off x="25400" y="1877358"/>
                <a:ext cx="2376538"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IN" sz="2800" i="1" smtClean="0">
                              <a:solidFill>
                                <a:srgbClr val="002060"/>
                              </a:solidFill>
                              <a:latin typeface="Cambria Math" panose="02040503050406030204" pitchFamily="18" charset="0"/>
                            </a:rPr>
                          </m:ctrlPr>
                        </m:dPr>
                        <m:e>
                          <m:r>
                            <a:rPr lang="en-IN" sz="2800" b="0" i="0" smtClean="0">
                              <a:solidFill>
                                <a:srgbClr val="002060"/>
                              </a:solidFill>
                              <a:latin typeface="Cambria Math" panose="02040503050406030204" pitchFamily="18" charset="0"/>
                            </a:rPr>
                            <m:t> </m:t>
                          </m:r>
                          <m:r>
                            <m:rPr>
                              <m:sty m:val="p"/>
                            </m:rPr>
                            <a:rPr lang="en-IN" sz="2800" b="0" i="0" smtClean="0">
                              <a:solidFill>
                                <a:srgbClr val="002060"/>
                              </a:solidFill>
                              <a:latin typeface="Cambria Math" panose="02040503050406030204" pitchFamily="18" charset="0"/>
                            </a:rPr>
                            <m:t>Z</m:t>
                          </m:r>
                          <m:r>
                            <a:rPr lang="en-US" sz="2800" i="1">
                              <a:solidFill>
                                <a:srgbClr val="002060"/>
                              </a:solidFill>
                              <a:latin typeface="Cambria Math" panose="02040503050406030204" pitchFamily="18" charset="0"/>
                            </a:rPr>
                            <m:t> </m:t>
                          </m:r>
                        </m:e>
                      </m:d>
                      <m:r>
                        <a:rPr lang="en-US" sz="2800">
                          <a:solidFill>
                            <a:srgbClr val="002060"/>
                          </a:solidFill>
                          <a:latin typeface="Cambria Math" panose="02040503050406030204" pitchFamily="18" charset="0"/>
                        </a:rPr>
                        <m:t>=</m:t>
                      </m:r>
                      <m:r>
                        <a:rPr lang="en-IN" sz="2800" b="0" i="0" smtClean="0">
                          <a:solidFill>
                            <a:srgbClr val="002060"/>
                          </a:solidFill>
                          <a:latin typeface="Cambria Math" panose="02040503050406030204" pitchFamily="18" charset="0"/>
                        </a:rPr>
                        <m:t>1.28</m:t>
                      </m:r>
                    </m:oMath>
                  </m:oMathPara>
                </a14:m>
                <a:endParaRPr lang="en-IN" sz="2800" dirty="0">
                  <a:solidFill>
                    <a:srgbClr val="002060"/>
                  </a:solidFill>
                </a:endParaRPr>
              </a:p>
            </p:txBody>
          </p:sp>
        </mc:Choice>
        <mc:Fallback xmlns="">
          <p:sp>
            <p:nvSpPr>
              <p:cNvPr id="16" name="TextBox 15">
                <a:extLst>
                  <a:ext uri="{FF2B5EF4-FFF2-40B4-BE49-F238E27FC236}">
                    <a16:creationId xmlns:a16="http://schemas.microsoft.com/office/drawing/2014/main" id="{CB27137D-BC41-9711-F3F9-8E069E3C4EED}"/>
                  </a:ext>
                </a:extLst>
              </p:cNvPr>
              <p:cNvSpPr txBox="1">
                <a:spLocks noRot="1" noChangeAspect="1" noMove="1" noResize="1" noEditPoints="1" noAdjustHandles="1" noChangeArrowheads="1" noChangeShapeType="1" noTextEdit="1"/>
              </p:cNvSpPr>
              <p:nvPr/>
            </p:nvSpPr>
            <p:spPr>
              <a:xfrm>
                <a:off x="25400" y="1877358"/>
                <a:ext cx="2376538"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4DD90416-FFDF-79E0-8450-751869E00830}"/>
                  </a:ext>
                </a:extLst>
              </p:cNvPr>
              <p:cNvSpPr/>
              <p:nvPr/>
            </p:nvSpPr>
            <p:spPr>
              <a:xfrm>
                <a:off x="1864311" y="2729260"/>
                <a:ext cx="1973580" cy="575542"/>
              </a:xfrm>
              <a:prstGeom prst="rect">
                <a:avLst/>
              </a:prstGeom>
            </p:spPr>
            <p:txBody>
              <a:bodyPr wrap="square">
                <a:spAutoFit/>
              </a:bodyPr>
              <a:lstStyle/>
              <a:p>
                <a:pPr lvl="0"/>
                <a14:m>
                  <m:oMath xmlns:m="http://schemas.openxmlformats.org/officeDocument/2006/math">
                    <m:sSub>
                      <m:sSubPr>
                        <m:ctrlPr>
                          <a:rPr lang="en-US"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H</m:t>
                        </m:r>
                      </m:e>
                      <m:sub>
                        <m:r>
                          <a:rPr lang="en-IN" sz="2800">
                            <a:solidFill>
                              <a:srgbClr val="002060"/>
                            </a:solidFill>
                            <a:latin typeface="Cambria Math" panose="02040503050406030204" pitchFamily="18" charset="0"/>
                          </a:rPr>
                          <m:t>0</m:t>
                        </m:r>
                      </m:sub>
                    </m:sSub>
                  </m:oMath>
                </a14:m>
                <a:r>
                  <a:rPr lang="en-US" sz="2800" dirty="0">
                    <a:solidFill>
                      <a:srgbClr val="002060"/>
                    </a:solidFill>
                  </a:rPr>
                  <a:t> Accept</a:t>
                </a:r>
                <a:r>
                  <a:rPr lang="en-US" sz="2800" u="sng" dirty="0">
                    <a:solidFill>
                      <a:srgbClr val="002060"/>
                    </a:solidFill>
                  </a:rPr>
                  <a:t>  </a:t>
                </a:r>
              </a:p>
            </p:txBody>
          </p:sp>
        </mc:Choice>
        <mc:Fallback xmlns="">
          <p:sp>
            <p:nvSpPr>
              <p:cNvPr id="17" name="Rectangle 16">
                <a:extLst>
                  <a:ext uri="{FF2B5EF4-FFF2-40B4-BE49-F238E27FC236}">
                    <a16:creationId xmlns:a16="http://schemas.microsoft.com/office/drawing/2014/main" id="{4DD90416-FFDF-79E0-8450-751869E00830}"/>
                  </a:ext>
                </a:extLst>
              </p:cNvPr>
              <p:cNvSpPr>
                <a:spLocks noRot="1" noChangeAspect="1" noMove="1" noResize="1" noEditPoints="1" noAdjustHandles="1" noChangeArrowheads="1" noChangeShapeType="1" noTextEdit="1"/>
              </p:cNvSpPr>
              <p:nvPr/>
            </p:nvSpPr>
            <p:spPr>
              <a:xfrm>
                <a:off x="1864311" y="2729260"/>
                <a:ext cx="1973580" cy="575542"/>
              </a:xfrm>
              <a:prstGeom prst="rect">
                <a:avLst/>
              </a:prstGeom>
              <a:blipFill>
                <a:blip r:embed="rId4"/>
                <a:stretch>
                  <a:fillRect t="-11702" b="-2021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6B529FC1-3D77-74D6-29A4-60BFD60A4CE4}"/>
                  </a:ext>
                </a:extLst>
              </p:cNvPr>
              <p:cNvSpPr txBox="1"/>
              <p:nvPr/>
            </p:nvSpPr>
            <p:spPr>
              <a:xfrm>
                <a:off x="2489152" y="1857631"/>
                <a:ext cx="2697479"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IN" sz="2800" i="1" smtClean="0">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US" sz="2800">
                                  <a:solidFill>
                                    <a:srgbClr val="002060"/>
                                  </a:solidFill>
                                  <a:latin typeface="Cambria Math" panose="02040503050406030204" pitchFamily="18" charset="0"/>
                                </a:rPr>
                                <m:t>Z</m:t>
                              </m:r>
                            </m:e>
                            <m:sub>
                              <m:r>
                                <a:rPr lang="en-US" sz="2800">
                                  <a:solidFill>
                                    <a:srgbClr val="002060"/>
                                  </a:solidFill>
                                  <a:latin typeface="Cambria Math" panose="02040503050406030204" pitchFamily="18" charset="0"/>
                                </a:rPr>
                                <m:t>0.0</m:t>
                              </m:r>
                              <m:r>
                                <a:rPr lang="en-IN" sz="2800" b="0" i="0" smtClean="0">
                                  <a:solidFill>
                                    <a:srgbClr val="002060"/>
                                  </a:solidFill>
                                  <a:latin typeface="Cambria Math" panose="02040503050406030204" pitchFamily="18" charset="0"/>
                                </a:rPr>
                                <m:t>5</m:t>
                              </m:r>
                            </m:sub>
                          </m:sSub>
                          <m:r>
                            <a:rPr lang="en-US" sz="2800" i="1">
                              <a:solidFill>
                                <a:srgbClr val="002060"/>
                              </a:solidFill>
                              <a:latin typeface="Cambria Math" panose="02040503050406030204" pitchFamily="18" charset="0"/>
                            </a:rPr>
                            <m:t> </m:t>
                          </m:r>
                        </m:e>
                      </m:d>
                      <m:r>
                        <a:rPr lang="en-US" sz="280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1.96</m:t>
                      </m:r>
                    </m:oMath>
                  </m:oMathPara>
                </a14:m>
                <a:endParaRPr lang="en-IN" sz="2800" dirty="0">
                  <a:solidFill>
                    <a:srgbClr val="002060"/>
                  </a:solidFill>
                </a:endParaRPr>
              </a:p>
            </p:txBody>
          </p:sp>
        </mc:Choice>
        <mc:Fallback xmlns="">
          <p:sp>
            <p:nvSpPr>
              <p:cNvPr id="18" name="TextBox 17">
                <a:extLst>
                  <a:ext uri="{FF2B5EF4-FFF2-40B4-BE49-F238E27FC236}">
                    <a16:creationId xmlns:a16="http://schemas.microsoft.com/office/drawing/2014/main" id="{6B529FC1-3D77-74D6-29A4-60BFD60A4CE4}"/>
                  </a:ext>
                </a:extLst>
              </p:cNvPr>
              <p:cNvSpPr txBox="1">
                <a:spLocks noRot="1" noChangeAspect="1" noMove="1" noResize="1" noEditPoints="1" noAdjustHandles="1" noChangeArrowheads="1" noChangeShapeType="1" noTextEdit="1"/>
              </p:cNvSpPr>
              <p:nvPr/>
            </p:nvSpPr>
            <p:spPr>
              <a:xfrm>
                <a:off x="2489152" y="1857631"/>
                <a:ext cx="2697479"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B6E8AB5-6559-0ECF-32CE-23D224667228}"/>
                  </a:ext>
                </a:extLst>
              </p:cNvPr>
              <p:cNvSpPr txBox="1"/>
              <p:nvPr/>
            </p:nvSpPr>
            <p:spPr>
              <a:xfrm>
                <a:off x="2134935" y="1852997"/>
                <a:ext cx="548717" cy="95410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i="1" smtClean="0">
                          <a:solidFill>
                            <a:srgbClr val="002060"/>
                          </a:solidFill>
                          <a:latin typeface="Cambria Math" panose="02040503050406030204" pitchFamily="18" charset="0"/>
                          <a:ea typeface="Cambria Math" panose="02040503050406030204" pitchFamily="18" charset="0"/>
                        </a:rPr>
                        <m:t>&lt;</m:t>
                      </m:r>
                    </m:oMath>
                  </m:oMathPara>
                </a14:m>
                <a:endParaRPr lang="en-IN" sz="2800" dirty="0">
                  <a:solidFill>
                    <a:srgbClr val="002060"/>
                  </a:solidFill>
                </a:endParaRPr>
              </a:p>
              <a:p>
                <a:endParaRPr lang="en-IN" sz="2800" dirty="0">
                  <a:solidFill>
                    <a:srgbClr val="002060"/>
                  </a:solidFill>
                </a:endParaRPr>
              </a:p>
            </p:txBody>
          </p:sp>
        </mc:Choice>
        <mc:Fallback xmlns="">
          <p:sp>
            <p:nvSpPr>
              <p:cNvPr id="19" name="TextBox 18">
                <a:extLst>
                  <a:ext uri="{FF2B5EF4-FFF2-40B4-BE49-F238E27FC236}">
                    <a16:creationId xmlns:a16="http://schemas.microsoft.com/office/drawing/2014/main" id="{0B6E8AB5-6559-0ECF-32CE-23D224667228}"/>
                  </a:ext>
                </a:extLst>
              </p:cNvPr>
              <p:cNvSpPr txBox="1">
                <a:spLocks noRot="1" noChangeAspect="1" noMove="1" noResize="1" noEditPoints="1" noAdjustHandles="1" noChangeArrowheads="1" noChangeShapeType="1" noTextEdit="1"/>
              </p:cNvSpPr>
              <p:nvPr/>
            </p:nvSpPr>
            <p:spPr>
              <a:xfrm>
                <a:off x="2134935" y="1852997"/>
                <a:ext cx="548717" cy="954107"/>
              </a:xfrm>
              <a:prstGeom prst="rect">
                <a:avLst/>
              </a:prstGeom>
              <a:blipFill>
                <a:blip r:embed="rId6"/>
                <a:stretch>
                  <a:fillRect/>
                </a:stretch>
              </a:blipFill>
            </p:spPr>
            <p:txBody>
              <a:bodyPr/>
              <a:lstStyle/>
              <a:p>
                <a:r>
                  <a:rPr lang="en-IN">
                    <a:noFill/>
                  </a:rPr>
                  <a:t> </a:t>
                </a:r>
              </a:p>
            </p:txBody>
          </p:sp>
        </mc:Fallback>
      </mc:AlternateContent>
      <p:sp>
        <p:nvSpPr>
          <p:cNvPr id="23" name="TextBox 22">
            <a:extLst>
              <a:ext uri="{FF2B5EF4-FFF2-40B4-BE49-F238E27FC236}">
                <a16:creationId xmlns:a16="http://schemas.microsoft.com/office/drawing/2014/main" id="{CEED9934-CAA0-C67F-7D82-83B7A0E34A2E}"/>
              </a:ext>
            </a:extLst>
          </p:cNvPr>
          <p:cNvSpPr txBox="1"/>
          <p:nvPr/>
        </p:nvSpPr>
        <p:spPr>
          <a:xfrm>
            <a:off x="1864311" y="3284376"/>
            <a:ext cx="10327689" cy="954107"/>
          </a:xfrm>
          <a:prstGeom prst="rect">
            <a:avLst/>
          </a:prstGeom>
          <a:noFill/>
        </p:spPr>
        <p:txBody>
          <a:bodyPr wrap="square">
            <a:spAutoFit/>
          </a:bodyPr>
          <a:lstStyle/>
          <a:p>
            <a:pPr algn="just">
              <a:spcBef>
                <a:spcPts val="1200"/>
              </a:spcBef>
              <a:tabLst>
                <a:tab pos="447675" algn="l"/>
              </a:tabLst>
            </a:pPr>
            <a:r>
              <a:rPr lang="en-US" sz="2800" dirty="0" err="1">
                <a:solidFill>
                  <a:srgbClr val="002060"/>
                </a:solidFill>
              </a:rPr>
              <a:t>i</a:t>
            </a:r>
            <a:r>
              <a:rPr lang="en-US" sz="2800" dirty="0">
                <a:solidFill>
                  <a:srgbClr val="002060"/>
                </a:solidFill>
              </a:rPr>
              <a:t>. e., There is no significant difference of opinion between men and  </a:t>
            </a:r>
            <a:endParaRPr lang="en-IN" sz="2800" dirty="0">
              <a:solidFill>
                <a:srgbClr val="002060"/>
              </a:solidFill>
            </a:endParaRPr>
          </a:p>
          <a:p>
            <a:r>
              <a:rPr lang="en-US" sz="2800" dirty="0">
                <a:solidFill>
                  <a:srgbClr val="002060"/>
                </a:solidFill>
              </a:rPr>
              <a:t> women in favor of the proposal.</a:t>
            </a:r>
            <a:endParaRPr lang="en-IN" sz="2800" dirty="0">
              <a:solidFill>
                <a:srgbClr val="002060"/>
              </a:solidFill>
            </a:endParaRPr>
          </a:p>
        </p:txBody>
      </p:sp>
    </p:spTree>
    <p:extLst>
      <p:ext uri="{BB962C8B-B14F-4D97-AF65-F5344CB8AC3E}">
        <p14:creationId xmlns:p14="http://schemas.microsoft.com/office/powerpoint/2010/main" val="144968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4" grpId="0"/>
      <p:bldP spid="16" grpId="0"/>
      <p:bldP spid="17" grpId="0"/>
      <p:bldP spid="18" grpId="0"/>
      <p:bldP spid="19" grpId="0"/>
      <p:bldP spid="23" grpId="0"/>
    </p:bldLst>
  </p:timing>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E7930-9E01-6DDF-BEBC-CABF0CDDADF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a:extLst>
                  <a:ext uri="{FF2B5EF4-FFF2-40B4-BE49-F238E27FC236}">
                    <a16:creationId xmlns:a16="http://schemas.microsoft.com/office/drawing/2014/main" id="{FC40D7AD-1C90-66A0-70EC-BEAE32CFE31B}"/>
                  </a:ext>
                </a:extLst>
              </p:cNvPr>
              <p:cNvSpPr txBox="1">
                <a:spLocks/>
              </p:cNvSpPr>
              <p:nvPr/>
            </p:nvSpPr>
            <p:spPr>
              <a:xfrm>
                <a:off x="131177" y="869080"/>
                <a:ext cx="11929643" cy="3904711"/>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On the basis of their total scores, 200 candidates of a civil service examination are divided into two groups, the upper 30% and the remaining 70%. Consider the first question of examination. Among the first group, 40 had the correct answer, whereas among the second group, 80 had the correct answer. On the basis of these results, can one conclude that the first question is not good at discriminating ability of the type being examined here? </a:t>
                </a:r>
                <a14:m>
                  <m:oMath xmlns:m="http://schemas.openxmlformats.org/officeDocument/2006/math">
                    <m:d>
                      <m:dPr>
                        <m:ctrlPr>
                          <a:rPr lang="en-IN" i="1">
                            <a:latin typeface="Cambria Math" panose="02040503050406030204" pitchFamily="18" charset="0"/>
                          </a:rPr>
                        </m:ctrlPr>
                      </m:dPr>
                      <m:e>
                        <m:r>
                          <a:rPr lang="en-US" i="1">
                            <a:latin typeface="Cambria Math" panose="02040503050406030204" pitchFamily="18" charset="0"/>
                          </a:rPr>
                          <m:t> </m:t>
                        </m:r>
                        <m:d>
                          <m:dPr>
                            <m:begChr m:val="|"/>
                            <m:endChr m:val="|"/>
                            <m:ctrlPr>
                              <a:rPr lang="en-IN" i="1">
                                <a:latin typeface="Cambria Math" panose="02040503050406030204" pitchFamily="18" charset="0"/>
                              </a:rPr>
                            </m:ctrlPr>
                          </m:dPr>
                          <m:e>
                            <m:r>
                              <a:rPr lang="en-US" i="1">
                                <a:latin typeface="Cambria Math" panose="02040503050406030204" pitchFamily="18" charset="0"/>
                              </a:rPr>
                              <m:t> </m:t>
                            </m:r>
                            <m:sSub>
                              <m:sSubPr>
                                <m:ctrlPr>
                                  <a:rPr lang="en-IN" i="1">
                                    <a:latin typeface="Cambria Math" panose="02040503050406030204" pitchFamily="18" charset="0"/>
                                  </a:rPr>
                                </m:ctrlPr>
                              </m:sSubPr>
                              <m:e>
                                <m:r>
                                  <m:rPr>
                                    <m:sty m:val="p"/>
                                  </m:rPr>
                                  <a:rPr lang="en-US">
                                    <a:latin typeface="Cambria Math" panose="02040503050406030204" pitchFamily="18" charset="0"/>
                                  </a:rPr>
                                  <m:t>Z</m:t>
                                </m:r>
                              </m:e>
                              <m:sub>
                                <m:r>
                                  <a:rPr lang="en-US">
                                    <a:latin typeface="Cambria Math" panose="02040503050406030204" pitchFamily="18" charset="0"/>
                                  </a:rPr>
                                  <m:t>0.05</m:t>
                                </m:r>
                              </m:sub>
                            </m:sSub>
                            <m:r>
                              <a:rPr lang="en-US" i="1">
                                <a:latin typeface="Cambria Math" panose="02040503050406030204" pitchFamily="18" charset="0"/>
                              </a:rPr>
                              <m:t> </m:t>
                            </m:r>
                          </m:e>
                        </m:d>
                        <m:r>
                          <a:rPr lang="en-US">
                            <a:latin typeface="Cambria Math" panose="02040503050406030204" pitchFamily="18" charset="0"/>
                          </a:rPr>
                          <m:t>=1</m:t>
                        </m:r>
                        <m:r>
                          <a:rPr lang="en-US" smtClean="0">
                            <a:latin typeface="Cambria Math" panose="02040503050406030204" pitchFamily="18" charset="0"/>
                          </a:rPr>
                          <m:t>.</m:t>
                        </m:r>
                        <m:r>
                          <a:rPr lang="en-US">
                            <a:latin typeface="Cambria Math" panose="02040503050406030204" pitchFamily="18" charset="0"/>
                          </a:rPr>
                          <m:t>96 </m:t>
                        </m:r>
                      </m:e>
                    </m:d>
                  </m:oMath>
                </a14:m>
                <a:endParaRPr lang="en-US" dirty="0"/>
              </a:p>
            </p:txBody>
          </p:sp>
        </mc:Choice>
        <mc:Fallback xmlns="">
          <p:sp>
            <p:nvSpPr>
              <p:cNvPr id="19" name="Content Placeholder 2">
                <a:extLst>
                  <a:ext uri="{FF2B5EF4-FFF2-40B4-BE49-F238E27FC236}">
                    <a16:creationId xmlns:a16="http://schemas.microsoft.com/office/drawing/2014/main" id="{FC40D7AD-1C90-66A0-70EC-BEAE32CFE31B}"/>
                  </a:ext>
                </a:extLst>
              </p:cNvPr>
              <p:cNvSpPr txBox="1">
                <a:spLocks noRot="1" noChangeAspect="1" noMove="1" noResize="1" noEditPoints="1" noAdjustHandles="1" noChangeArrowheads="1" noChangeShapeType="1" noTextEdit="1"/>
              </p:cNvSpPr>
              <p:nvPr/>
            </p:nvSpPr>
            <p:spPr>
              <a:xfrm>
                <a:off x="131177" y="869080"/>
                <a:ext cx="11929643" cy="3904711"/>
              </a:xfrm>
              <a:prstGeom prst="rect">
                <a:avLst/>
              </a:prstGeom>
              <a:blipFill>
                <a:blip r:embed="rId2"/>
                <a:stretch>
                  <a:fillRect l="-1074" r="-1074" b="-3906"/>
                </a:stretch>
              </a:blipFill>
              <a:ln>
                <a:noFill/>
              </a:ln>
            </p:spPr>
            <p:txBody>
              <a:bodyPr/>
              <a:lstStyle/>
              <a:p>
                <a:r>
                  <a:rPr lang="en-IN">
                    <a:noFill/>
                  </a:rPr>
                  <a:t> </a:t>
                </a:r>
              </a:p>
            </p:txBody>
          </p:sp>
        </mc:Fallback>
      </mc:AlternateContent>
      <p:sp>
        <p:nvSpPr>
          <p:cNvPr id="2" name="Title 1">
            <a:extLst>
              <a:ext uri="{FF2B5EF4-FFF2-40B4-BE49-F238E27FC236}">
                <a16:creationId xmlns:a16="http://schemas.microsoft.com/office/drawing/2014/main" id="{3C3C2712-7633-0187-6D32-A65C8CDC8607}"/>
              </a:ext>
            </a:extLst>
          </p:cNvPr>
          <p:cNvSpPr>
            <a:spLocks noGrp="1"/>
          </p:cNvSpPr>
          <p:nvPr>
            <p:ph type="title"/>
          </p:nvPr>
        </p:nvSpPr>
        <p:spPr/>
        <p:txBody>
          <a:bodyPr/>
          <a:lstStyle/>
          <a:p>
            <a:r>
              <a:rPr lang="en-GB" dirty="0"/>
              <a:t>Method 6 ⇝ Example 3</a:t>
            </a:r>
            <a:endParaRPr lang="en-US" dirty="0"/>
          </a:p>
        </p:txBody>
      </p:sp>
      <p:sp>
        <p:nvSpPr>
          <p:cNvPr id="50" name="Rectangle 49">
            <a:extLst>
              <a:ext uri="{FF2B5EF4-FFF2-40B4-BE49-F238E27FC236}">
                <a16:creationId xmlns:a16="http://schemas.microsoft.com/office/drawing/2014/main" id="{5C4E08A8-6734-F839-6D67-DBD87490528D}"/>
              </a:ext>
            </a:extLst>
          </p:cNvPr>
          <p:cNvSpPr/>
          <p:nvPr/>
        </p:nvSpPr>
        <p:spPr>
          <a:xfrm>
            <a:off x="131177" y="4999375"/>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71B31C8F-2244-BD67-90FE-085A297584C2}"/>
                  </a:ext>
                </a:extLst>
              </p:cNvPr>
              <p:cNvSpPr/>
              <p:nvPr/>
            </p:nvSpPr>
            <p:spPr>
              <a:xfrm>
                <a:off x="1729663" y="5021903"/>
                <a:ext cx="2941190"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2800" b="0" i="1" smtClean="0">
                              <a:solidFill>
                                <a:srgbClr val="002060"/>
                              </a:solidFill>
                              <a:latin typeface="Cambria Math" panose="02040503050406030204" pitchFamily="18" charset="0"/>
                            </a:rPr>
                          </m:ctrlPr>
                        </m:sSubPr>
                        <m:e>
                          <m:r>
                            <m:rPr>
                              <m:sty m:val="p"/>
                            </m:rPr>
                            <a:rPr lang="en-US" sz="2800" b="0" i="0" smtClean="0">
                              <a:solidFill>
                                <a:srgbClr val="002060"/>
                              </a:solidFill>
                              <a:latin typeface="Cambria Math" panose="02040503050406030204" pitchFamily="18" charset="0"/>
                            </a:rPr>
                            <m:t>n</m:t>
                          </m:r>
                        </m:e>
                        <m:sub>
                          <m:r>
                            <a:rPr lang="en-US" sz="2800" b="0" i="0" smtClean="0">
                              <a:solidFill>
                                <a:srgbClr val="002060"/>
                              </a:solidFill>
                              <a:latin typeface="Cambria Math" panose="02040503050406030204" pitchFamily="18" charset="0"/>
                            </a:rPr>
                            <m:t>1</m:t>
                          </m:r>
                        </m:sub>
                      </m:sSub>
                      <m:r>
                        <a:rPr lang="en-IN" sz="2800" b="0" i="0" smtClean="0">
                          <a:solidFill>
                            <a:srgbClr val="002060"/>
                          </a:solidFill>
                          <a:latin typeface="Cambria Math" panose="02040503050406030204" pitchFamily="18" charset="0"/>
                        </a:rPr>
                        <m:t>=30 % </m:t>
                      </m:r>
                      <m:r>
                        <m:rPr>
                          <m:sty m:val="p"/>
                        </m:rPr>
                        <a:rPr lang="en-IN" sz="2800" b="0" i="0" smtClean="0">
                          <a:solidFill>
                            <a:srgbClr val="002060"/>
                          </a:solidFill>
                          <a:latin typeface="Cambria Math" panose="02040503050406030204" pitchFamily="18" charset="0"/>
                        </a:rPr>
                        <m:t>of</m:t>
                      </m:r>
                      <m:r>
                        <a:rPr lang="en-IN" sz="2800" b="0" i="0" smtClean="0">
                          <a:solidFill>
                            <a:srgbClr val="002060"/>
                          </a:solidFill>
                          <a:latin typeface="Cambria Math" panose="02040503050406030204" pitchFamily="18" charset="0"/>
                        </a:rPr>
                        <m:t> 200</m:t>
                      </m:r>
                    </m:oMath>
                  </m:oMathPara>
                </a14:m>
                <a:endParaRPr lang="en-US" sz="2800" dirty="0">
                  <a:solidFill>
                    <a:srgbClr val="002060"/>
                  </a:solidFill>
                </a:endParaRPr>
              </a:p>
            </p:txBody>
          </p:sp>
        </mc:Choice>
        <mc:Fallback xmlns="">
          <p:sp>
            <p:nvSpPr>
              <p:cNvPr id="13" name="Rectangle 12">
                <a:extLst>
                  <a:ext uri="{FF2B5EF4-FFF2-40B4-BE49-F238E27FC236}">
                    <a16:creationId xmlns:a16="http://schemas.microsoft.com/office/drawing/2014/main" id="{71B31C8F-2244-BD67-90FE-085A297584C2}"/>
                  </a:ext>
                </a:extLst>
              </p:cNvPr>
              <p:cNvSpPr>
                <a:spLocks noRot="1" noChangeAspect="1" noMove="1" noResize="1" noEditPoints="1" noAdjustHandles="1" noChangeArrowheads="1" noChangeShapeType="1" noTextEdit="1"/>
              </p:cNvSpPr>
              <p:nvPr/>
            </p:nvSpPr>
            <p:spPr>
              <a:xfrm>
                <a:off x="1729663" y="5021903"/>
                <a:ext cx="2941190"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70F9ACB7-BC94-72F6-DA6C-3B315016F8E8}"/>
                  </a:ext>
                </a:extLst>
              </p:cNvPr>
              <p:cNvSpPr/>
              <p:nvPr/>
            </p:nvSpPr>
            <p:spPr>
              <a:xfrm>
                <a:off x="1729663" y="5682931"/>
                <a:ext cx="1490472" cy="90178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2800" i="1" smtClean="0">
                              <a:solidFill>
                                <a:srgbClr val="002060"/>
                              </a:solidFill>
                              <a:latin typeface="Cambria Math" panose="02040503050406030204" pitchFamily="18" charset="0"/>
                            </a:rPr>
                          </m:ctrlPr>
                        </m:sSubPr>
                        <m:e>
                          <m:r>
                            <m:rPr>
                              <m:sty m:val="p"/>
                            </m:rPr>
                            <a:rPr lang="en-US" sz="2800" b="0" i="0" smtClean="0">
                              <a:solidFill>
                                <a:srgbClr val="002060"/>
                              </a:solidFill>
                              <a:latin typeface="Cambria Math" panose="02040503050406030204" pitchFamily="18" charset="0"/>
                            </a:rPr>
                            <m:t>p</m:t>
                          </m:r>
                        </m:e>
                        <m:sub>
                          <m:r>
                            <a:rPr lang="en-US" sz="2800">
                              <a:solidFill>
                                <a:srgbClr val="002060"/>
                              </a:solidFill>
                              <a:latin typeface="Cambria Math" panose="02040503050406030204" pitchFamily="18" charset="0"/>
                            </a:rPr>
                            <m:t>1</m:t>
                          </m:r>
                        </m:sub>
                      </m:sSub>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40</m:t>
                          </m:r>
                        </m:num>
                        <m:den>
                          <m:r>
                            <a:rPr lang="en-IN" sz="2800" b="0" i="1" smtClean="0">
                              <a:solidFill>
                                <a:srgbClr val="002060"/>
                              </a:solidFill>
                              <a:latin typeface="Cambria Math" panose="02040503050406030204" pitchFamily="18" charset="0"/>
                            </a:rPr>
                            <m:t>60</m:t>
                          </m:r>
                        </m:den>
                      </m:f>
                    </m:oMath>
                  </m:oMathPara>
                </a14:m>
                <a:endParaRPr lang="en-US" sz="2800" dirty="0">
                  <a:solidFill>
                    <a:srgbClr val="002060"/>
                  </a:solidFill>
                </a:endParaRPr>
              </a:p>
            </p:txBody>
          </p:sp>
        </mc:Choice>
        <mc:Fallback xmlns="">
          <p:sp>
            <p:nvSpPr>
              <p:cNvPr id="15" name="Rectangle 14">
                <a:extLst>
                  <a:ext uri="{FF2B5EF4-FFF2-40B4-BE49-F238E27FC236}">
                    <a16:creationId xmlns:a16="http://schemas.microsoft.com/office/drawing/2014/main" id="{70F9ACB7-BC94-72F6-DA6C-3B315016F8E8}"/>
                  </a:ext>
                </a:extLst>
              </p:cNvPr>
              <p:cNvSpPr>
                <a:spLocks noRot="1" noChangeAspect="1" noMove="1" noResize="1" noEditPoints="1" noAdjustHandles="1" noChangeArrowheads="1" noChangeShapeType="1" noTextEdit="1"/>
              </p:cNvSpPr>
              <p:nvPr/>
            </p:nvSpPr>
            <p:spPr>
              <a:xfrm>
                <a:off x="1729663" y="5682931"/>
                <a:ext cx="1490472" cy="901785"/>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60D559AC-D439-63B1-9F7F-5ED47AF536E9}"/>
                  </a:ext>
                </a:extLst>
              </p:cNvPr>
              <p:cNvSpPr/>
              <p:nvPr/>
            </p:nvSpPr>
            <p:spPr>
              <a:xfrm>
                <a:off x="3163638" y="5903823"/>
                <a:ext cx="170149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800" b="0" i="0" smtClean="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0.6666</m:t>
                      </m:r>
                    </m:oMath>
                  </m:oMathPara>
                </a14:m>
                <a:endParaRPr lang="en-US" sz="2800" dirty="0">
                  <a:solidFill>
                    <a:srgbClr val="002060"/>
                  </a:solidFill>
                </a:endParaRPr>
              </a:p>
            </p:txBody>
          </p:sp>
        </mc:Choice>
        <mc:Fallback xmlns="">
          <p:sp>
            <p:nvSpPr>
              <p:cNvPr id="5" name="Rectangle 4">
                <a:extLst>
                  <a:ext uri="{FF2B5EF4-FFF2-40B4-BE49-F238E27FC236}">
                    <a16:creationId xmlns:a16="http://schemas.microsoft.com/office/drawing/2014/main" id="{60D559AC-D439-63B1-9F7F-5ED47AF536E9}"/>
                  </a:ext>
                </a:extLst>
              </p:cNvPr>
              <p:cNvSpPr>
                <a:spLocks noRot="1" noChangeAspect="1" noMove="1" noResize="1" noEditPoints="1" noAdjustHandles="1" noChangeArrowheads="1" noChangeShapeType="1" noTextEdit="1"/>
              </p:cNvSpPr>
              <p:nvPr/>
            </p:nvSpPr>
            <p:spPr>
              <a:xfrm>
                <a:off x="3163638" y="5903823"/>
                <a:ext cx="1701491" cy="523220"/>
              </a:xfrm>
              <a:prstGeom prst="rect">
                <a:avLst/>
              </a:prstGeom>
              <a:blipFill>
                <a:blip r:embed="rId5"/>
                <a:stretch>
                  <a:fillRect/>
                </a:stretch>
              </a:blipFill>
            </p:spPr>
            <p:txBody>
              <a:bodyPr/>
              <a:lstStyle/>
              <a:p>
                <a:r>
                  <a:rPr lang="en-IN">
                    <a:noFill/>
                  </a:rPr>
                  <a:t> </a:t>
                </a:r>
              </a:p>
            </p:txBody>
          </p:sp>
        </mc:Fallback>
      </mc:AlternateContent>
      <p:cxnSp>
        <p:nvCxnSpPr>
          <p:cNvPr id="3" name="Straight Connector 2">
            <a:extLst>
              <a:ext uri="{FF2B5EF4-FFF2-40B4-BE49-F238E27FC236}">
                <a16:creationId xmlns:a16="http://schemas.microsoft.com/office/drawing/2014/main" id="{B6F47C17-1023-D0C8-D1F6-B4939EB95FF5}"/>
              </a:ext>
            </a:extLst>
          </p:cNvPr>
          <p:cNvCxnSpPr>
            <a:cxnSpLocks/>
          </p:cNvCxnSpPr>
          <p:nvPr/>
        </p:nvCxnSpPr>
        <p:spPr>
          <a:xfrm>
            <a:off x="5946280" y="4773791"/>
            <a:ext cx="0" cy="1810925"/>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06764B60-4D10-68E1-4171-4EBA55FDBA5D}"/>
              </a:ext>
            </a:extLst>
          </p:cNvPr>
          <p:cNvSpPr/>
          <p:nvPr/>
        </p:nvSpPr>
        <p:spPr>
          <a:xfrm>
            <a:off x="84004" y="5710917"/>
            <a:ext cx="1499128" cy="523220"/>
          </a:xfrm>
          <a:prstGeom prst="rect">
            <a:avLst/>
          </a:prstGeom>
        </p:spPr>
        <p:txBody>
          <a:bodyPr wrap="none">
            <a:spAutoFit/>
          </a:bodyPr>
          <a:lstStyle/>
          <a:p>
            <a:r>
              <a:rPr lang="en-US" sz="2800" u="sng" dirty="0">
                <a:solidFill>
                  <a:srgbClr val="002060"/>
                </a:solidFill>
              </a:rPr>
              <a:t>Sample 1</a:t>
            </a:r>
          </a:p>
        </p:txBody>
      </p: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51390E9C-F0BD-0AF8-56C9-4FFEB4870A25}"/>
                  </a:ext>
                </a:extLst>
              </p:cNvPr>
              <p:cNvSpPr/>
              <p:nvPr/>
            </p:nvSpPr>
            <p:spPr>
              <a:xfrm>
                <a:off x="7608590" y="4930795"/>
                <a:ext cx="294946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2800" b="0" i="1" smtClean="0">
                              <a:solidFill>
                                <a:srgbClr val="002060"/>
                              </a:solidFill>
                              <a:latin typeface="Cambria Math" panose="02040503050406030204" pitchFamily="18" charset="0"/>
                            </a:rPr>
                          </m:ctrlPr>
                        </m:sSubPr>
                        <m:e>
                          <m:r>
                            <m:rPr>
                              <m:sty m:val="p"/>
                            </m:rPr>
                            <a:rPr lang="en-US" sz="2800" b="0" i="0" smtClean="0">
                              <a:solidFill>
                                <a:srgbClr val="002060"/>
                              </a:solidFill>
                              <a:latin typeface="Cambria Math" panose="02040503050406030204" pitchFamily="18" charset="0"/>
                            </a:rPr>
                            <m:t>n</m:t>
                          </m:r>
                        </m:e>
                        <m:sub>
                          <m:r>
                            <a:rPr lang="en-US" sz="2800" b="0" i="0" smtClean="0">
                              <a:solidFill>
                                <a:srgbClr val="002060"/>
                              </a:solidFill>
                              <a:latin typeface="Cambria Math" panose="02040503050406030204" pitchFamily="18" charset="0"/>
                            </a:rPr>
                            <m:t>2</m:t>
                          </m:r>
                        </m:sub>
                      </m:sSub>
                      <m:r>
                        <a:rPr lang="en-IN" sz="2800" b="0" i="0" smtClean="0">
                          <a:solidFill>
                            <a:srgbClr val="002060"/>
                          </a:solidFill>
                          <a:latin typeface="Cambria Math" panose="02040503050406030204" pitchFamily="18" charset="0"/>
                        </a:rPr>
                        <m:t>=70 % </m:t>
                      </m:r>
                      <m:r>
                        <m:rPr>
                          <m:sty m:val="p"/>
                        </m:rPr>
                        <a:rPr lang="en-IN" sz="2800" b="0" i="0" smtClean="0">
                          <a:solidFill>
                            <a:srgbClr val="002060"/>
                          </a:solidFill>
                          <a:latin typeface="Cambria Math" panose="02040503050406030204" pitchFamily="18" charset="0"/>
                        </a:rPr>
                        <m:t>of</m:t>
                      </m:r>
                      <m:r>
                        <a:rPr lang="en-IN" sz="2800" b="0" i="0" smtClean="0">
                          <a:solidFill>
                            <a:srgbClr val="002060"/>
                          </a:solidFill>
                          <a:latin typeface="Cambria Math" panose="02040503050406030204" pitchFamily="18" charset="0"/>
                        </a:rPr>
                        <m:t> 200</m:t>
                      </m:r>
                    </m:oMath>
                  </m:oMathPara>
                </a14:m>
                <a:endParaRPr lang="en-US" sz="2800" dirty="0">
                  <a:solidFill>
                    <a:srgbClr val="002060"/>
                  </a:solidFill>
                </a:endParaRPr>
              </a:p>
            </p:txBody>
          </p:sp>
        </mc:Choice>
        <mc:Fallback xmlns="">
          <p:sp>
            <p:nvSpPr>
              <p:cNvPr id="9" name="Rectangle 8">
                <a:extLst>
                  <a:ext uri="{FF2B5EF4-FFF2-40B4-BE49-F238E27FC236}">
                    <a16:creationId xmlns:a16="http://schemas.microsoft.com/office/drawing/2014/main" id="{51390E9C-F0BD-0AF8-56C9-4FFEB4870A25}"/>
                  </a:ext>
                </a:extLst>
              </p:cNvPr>
              <p:cNvSpPr>
                <a:spLocks noRot="1" noChangeAspect="1" noMove="1" noResize="1" noEditPoints="1" noAdjustHandles="1" noChangeArrowheads="1" noChangeShapeType="1" noTextEdit="1"/>
              </p:cNvSpPr>
              <p:nvPr/>
            </p:nvSpPr>
            <p:spPr>
              <a:xfrm>
                <a:off x="7608590" y="4930795"/>
                <a:ext cx="2949462"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AA0B86AE-0AAE-057D-8B41-2F7FAAA30B2E}"/>
                  </a:ext>
                </a:extLst>
              </p:cNvPr>
              <p:cNvSpPr/>
              <p:nvPr/>
            </p:nvSpPr>
            <p:spPr>
              <a:xfrm>
                <a:off x="6040988" y="5584331"/>
                <a:ext cx="1689245" cy="9105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2800" i="1" smtClean="0">
                              <a:solidFill>
                                <a:srgbClr val="002060"/>
                              </a:solidFill>
                              <a:latin typeface="Cambria Math" panose="02040503050406030204" pitchFamily="18" charset="0"/>
                            </a:rPr>
                          </m:ctrlPr>
                        </m:sSubPr>
                        <m:e>
                          <m:r>
                            <m:rPr>
                              <m:sty m:val="p"/>
                            </m:rPr>
                            <a:rPr lang="en-US" sz="2800" b="0" i="0" smtClean="0">
                              <a:solidFill>
                                <a:srgbClr val="002060"/>
                              </a:solidFill>
                              <a:latin typeface="Cambria Math" panose="02040503050406030204" pitchFamily="18" charset="0"/>
                            </a:rPr>
                            <m:t>p</m:t>
                          </m:r>
                        </m:e>
                        <m:sub>
                          <m:r>
                            <a:rPr lang="en-US" sz="2800" b="0" i="0" smtClean="0">
                              <a:solidFill>
                                <a:srgbClr val="002060"/>
                              </a:solidFill>
                              <a:latin typeface="Cambria Math" panose="02040503050406030204" pitchFamily="18" charset="0"/>
                            </a:rPr>
                            <m:t>2</m:t>
                          </m:r>
                        </m:sub>
                      </m:sSub>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80</m:t>
                          </m:r>
                        </m:num>
                        <m:den>
                          <m:r>
                            <a:rPr lang="en-IN" sz="2800" b="0" i="1" smtClean="0">
                              <a:solidFill>
                                <a:srgbClr val="002060"/>
                              </a:solidFill>
                              <a:latin typeface="Cambria Math" panose="02040503050406030204" pitchFamily="18" charset="0"/>
                            </a:rPr>
                            <m:t>140</m:t>
                          </m:r>
                        </m:den>
                      </m:f>
                    </m:oMath>
                  </m:oMathPara>
                </a14:m>
                <a:endParaRPr lang="en-US" sz="2800" dirty="0">
                  <a:solidFill>
                    <a:srgbClr val="002060"/>
                  </a:solidFill>
                </a:endParaRPr>
              </a:p>
            </p:txBody>
          </p:sp>
        </mc:Choice>
        <mc:Fallback xmlns="">
          <p:sp>
            <p:nvSpPr>
              <p:cNvPr id="10" name="Rectangle 9">
                <a:extLst>
                  <a:ext uri="{FF2B5EF4-FFF2-40B4-BE49-F238E27FC236}">
                    <a16:creationId xmlns:a16="http://schemas.microsoft.com/office/drawing/2014/main" id="{AA0B86AE-0AAE-057D-8B41-2F7FAAA30B2E}"/>
                  </a:ext>
                </a:extLst>
              </p:cNvPr>
              <p:cNvSpPr>
                <a:spLocks noRot="1" noChangeAspect="1" noMove="1" noResize="1" noEditPoints="1" noAdjustHandles="1" noChangeArrowheads="1" noChangeShapeType="1" noTextEdit="1"/>
              </p:cNvSpPr>
              <p:nvPr/>
            </p:nvSpPr>
            <p:spPr>
              <a:xfrm>
                <a:off x="6040988" y="5584331"/>
                <a:ext cx="1689245" cy="91057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A498EEA2-DCDF-A5D7-DAA9-0C65D08BB257}"/>
                  </a:ext>
                </a:extLst>
              </p:cNvPr>
              <p:cNvSpPr/>
              <p:nvPr/>
            </p:nvSpPr>
            <p:spPr>
              <a:xfrm>
                <a:off x="7631653" y="5844205"/>
                <a:ext cx="170149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800" b="0" i="0" smtClean="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0.5714</m:t>
                      </m:r>
                    </m:oMath>
                  </m:oMathPara>
                </a14:m>
                <a:endParaRPr lang="en-US" sz="2800" dirty="0">
                  <a:solidFill>
                    <a:srgbClr val="002060"/>
                  </a:solidFill>
                </a:endParaRPr>
              </a:p>
            </p:txBody>
          </p:sp>
        </mc:Choice>
        <mc:Fallback xmlns="">
          <p:sp>
            <p:nvSpPr>
              <p:cNvPr id="11" name="Rectangle 10">
                <a:extLst>
                  <a:ext uri="{FF2B5EF4-FFF2-40B4-BE49-F238E27FC236}">
                    <a16:creationId xmlns:a16="http://schemas.microsoft.com/office/drawing/2014/main" id="{A498EEA2-DCDF-A5D7-DAA9-0C65D08BB257}"/>
                  </a:ext>
                </a:extLst>
              </p:cNvPr>
              <p:cNvSpPr>
                <a:spLocks noRot="1" noChangeAspect="1" noMove="1" noResize="1" noEditPoints="1" noAdjustHandles="1" noChangeArrowheads="1" noChangeShapeType="1" noTextEdit="1"/>
              </p:cNvSpPr>
              <p:nvPr/>
            </p:nvSpPr>
            <p:spPr>
              <a:xfrm>
                <a:off x="7631653" y="5844205"/>
                <a:ext cx="1701491" cy="523220"/>
              </a:xfrm>
              <a:prstGeom prst="rect">
                <a:avLst/>
              </a:prstGeom>
              <a:blipFill>
                <a:blip r:embed="rId8"/>
                <a:stretch>
                  <a:fillRect/>
                </a:stretch>
              </a:blipFill>
            </p:spPr>
            <p:txBody>
              <a:bodyPr/>
              <a:lstStyle/>
              <a:p>
                <a:r>
                  <a:rPr lang="en-IN">
                    <a:noFill/>
                  </a:rPr>
                  <a:t> </a:t>
                </a:r>
              </a:p>
            </p:txBody>
          </p:sp>
        </mc:Fallback>
      </mc:AlternateContent>
      <p:sp>
        <p:nvSpPr>
          <p:cNvPr id="14" name="Rectangle 13">
            <a:extLst>
              <a:ext uri="{FF2B5EF4-FFF2-40B4-BE49-F238E27FC236}">
                <a16:creationId xmlns:a16="http://schemas.microsoft.com/office/drawing/2014/main" id="{B53B3E86-77AF-B4B9-4DB5-7265BD3C8773}"/>
              </a:ext>
            </a:extLst>
          </p:cNvPr>
          <p:cNvSpPr/>
          <p:nvPr/>
        </p:nvSpPr>
        <p:spPr>
          <a:xfrm>
            <a:off x="6040988" y="4934596"/>
            <a:ext cx="1499128" cy="523220"/>
          </a:xfrm>
          <a:prstGeom prst="rect">
            <a:avLst/>
          </a:prstGeom>
        </p:spPr>
        <p:txBody>
          <a:bodyPr wrap="none">
            <a:spAutoFit/>
          </a:bodyPr>
          <a:lstStyle/>
          <a:p>
            <a:r>
              <a:rPr lang="en-US" sz="2800" u="sng" dirty="0">
                <a:solidFill>
                  <a:srgbClr val="002060"/>
                </a:solidFill>
              </a:rPr>
              <a:t>Sample 2</a:t>
            </a: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264AFC72-83BC-35C9-14A3-DDE0B9391802}"/>
                  </a:ext>
                </a:extLst>
              </p:cNvPr>
              <p:cNvSpPr/>
              <p:nvPr/>
            </p:nvSpPr>
            <p:spPr>
              <a:xfrm>
                <a:off x="4535512" y="5021903"/>
                <a:ext cx="1031436"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800" b="0" i="0" smtClean="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60</m:t>
                      </m:r>
                    </m:oMath>
                  </m:oMathPara>
                </a14:m>
                <a:endParaRPr lang="en-US" sz="2800" dirty="0">
                  <a:solidFill>
                    <a:srgbClr val="002060"/>
                  </a:solidFill>
                </a:endParaRPr>
              </a:p>
            </p:txBody>
          </p:sp>
        </mc:Choice>
        <mc:Fallback xmlns="">
          <p:sp>
            <p:nvSpPr>
              <p:cNvPr id="4" name="Rectangle 3">
                <a:extLst>
                  <a:ext uri="{FF2B5EF4-FFF2-40B4-BE49-F238E27FC236}">
                    <a16:creationId xmlns:a16="http://schemas.microsoft.com/office/drawing/2014/main" id="{264AFC72-83BC-35C9-14A3-DDE0B9391802}"/>
                  </a:ext>
                </a:extLst>
              </p:cNvPr>
              <p:cNvSpPr>
                <a:spLocks noRot="1" noChangeAspect="1" noMove="1" noResize="1" noEditPoints="1" noAdjustHandles="1" noChangeArrowheads="1" noChangeShapeType="1" noTextEdit="1"/>
              </p:cNvSpPr>
              <p:nvPr/>
            </p:nvSpPr>
            <p:spPr>
              <a:xfrm>
                <a:off x="4535512" y="5021903"/>
                <a:ext cx="1031436"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B8BE5880-71F1-172C-7BBB-2295EA55E6ED}"/>
                  </a:ext>
                </a:extLst>
              </p:cNvPr>
              <p:cNvSpPr/>
              <p:nvPr/>
            </p:nvSpPr>
            <p:spPr>
              <a:xfrm>
                <a:off x="10447223" y="4908971"/>
                <a:ext cx="1230209"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800" b="0" i="0" smtClean="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140</m:t>
                      </m:r>
                    </m:oMath>
                  </m:oMathPara>
                </a14:m>
                <a:endParaRPr lang="en-US" sz="2800" dirty="0">
                  <a:solidFill>
                    <a:srgbClr val="002060"/>
                  </a:solidFill>
                </a:endParaRPr>
              </a:p>
            </p:txBody>
          </p:sp>
        </mc:Choice>
        <mc:Fallback xmlns="">
          <p:sp>
            <p:nvSpPr>
              <p:cNvPr id="6" name="Rectangle 5">
                <a:extLst>
                  <a:ext uri="{FF2B5EF4-FFF2-40B4-BE49-F238E27FC236}">
                    <a16:creationId xmlns:a16="http://schemas.microsoft.com/office/drawing/2014/main" id="{B8BE5880-71F1-172C-7BBB-2295EA55E6ED}"/>
                  </a:ext>
                </a:extLst>
              </p:cNvPr>
              <p:cNvSpPr>
                <a:spLocks noRot="1" noChangeAspect="1" noMove="1" noResize="1" noEditPoints="1" noAdjustHandles="1" noChangeArrowheads="1" noChangeShapeType="1" noTextEdit="1"/>
              </p:cNvSpPr>
              <p:nvPr/>
            </p:nvSpPr>
            <p:spPr>
              <a:xfrm>
                <a:off x="10447223" y="4908971"/>
                <a:ext cx="1230209" cy="523220"/>
              </a:xfrm>
              <a:prstGeom prst="rect">
                <a:avLst/>
              </a:prstGeom>
              <a:blipFill>
                <a:blip r:embed="rId10"/>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4074273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up)">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50" grpId="0" animBg="1"/>
    </p:bldLst>
  </p:timing>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4BF7F2-4D95-0F29-3D35-8896844DEE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E7FA4D-D471-E0D6-0D06-FC3DEA5C533E}"/>
              </a:ext>
            </a:extLst>
          </p:cNvPr>
          <p:cNvSpPr>
            <a:spLocks noGrp="1"/>
          </p:cNvSpPr>
          <p:nvPr>
            <p:ph type="title"/>
          </p:nvPr>
        </p:nvSpPr>
        <p:spPr/>
        <p:txBody>
          <a:bodyPr/>
          <a:lstStyle/>
          <a:p>
            <a:r>
              <a:rPr lang="en-GB" dirty="0"/>
              <a:t>Method 6 ⇝ Example 3(</a:t>
            </a:r>
            <a:r>
              <a:rPr lang="en-GB" dirty="0">
                <a:solidFill>
                  <a:srgbClr val="FF0000"/>
                </a:solidFill>
              </a:rPr>
              <a:t>Continue</a:t>
            </a:r>
            <a:r>
              <a:rPr lang="en-GB" dirty="0"/>
              <a:t>)</a:t>
            </a:r>
            <a:endParaRPr lang="en-US" dirty="0"/>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A0055CB6-5371-7067-84D2-9072B71ADEAE}"/>
                  </a:ext>
                </a:extLst>
              </p:cNvPr>
              <p:cNvSpPr/>
              <p:nvPr/>
            </p:nvSpPr>
            <p:spPr>
              <a:xfrm>
                <a:off x="111878" y="870047"/>
                <a:ext cx="797582" cy="523220"/>
              </a:xfrm>
              <a:prstGeom prst="rect">
                <a:avLst/>
              </a:prstGeom>
            </p:spPr>
            <p:txBody>
              <a:bodyPr wrap="square">
                <a:spAutoFit/>
              </a:bodyPr>
              <a:lstStyle/>
              <a:p>
                <a:pPr lvl="0"/>
                <a14:m>
                  <m:oMath xmlns:m="http://schemas.openxmlformats.org/officeDocument/2006/math">
                    <m:sSub>
                      <m:sSubPr>
                        <m:ctrlPr>
                          <a:rPr lang="en-US" sz="2800" b="1" i="1" smtClean="0">
                            <a:solidFill>
                              <a:srgbClr val="002060"/>
                            </a:solidFill>
                            <a:latin typeface="Cambria Math" panose="02040503050406030204" pitchFamily="18" charset="0"/>
                          </a:rPr>
                        </m:ctrlPr>
                      </m:sSubPr>
                      <m:e>
                        <m:r>
                          <a:rPr lang="en-IN" sz="2800" b="1" i="0" smtClean="0">
                            <a:solidFill>
                              <a:srgbClr val="002060"/>
                            </a:solidFill>
                            <a:latin typeface="Cambria Math" panose="02040503050406030204" pitchFamily="18" charset="0"/>
                          </a:rPr>
                          <m:t>𝐇</m:t>
                        </m:r>
                      </m:e>
                      <m:sub>
                        <m:r>
                          <a:rPr lang="en-IN" sz="2800" b="1" i="0" smtClean="0">
                            <a:solidFill>
                              <a:srgbClr val="002060"/>
                            </a:solidFill>
                            <a:latin typeface="Cambria Math" panose="02040503050406030204" pitchFamily="18" charset="0"/>
                          </a:rPr>
                          <m:t>𝟎</m:t>
                        </m:r>
                      </m:sub>
                    </m:sSub>
                    <m:r>
                      <a:rPr lang="en-IN" sz="2800" b="1" i="0" smtClean="0">
                        <a:solidFill>
                          <a:srgbClr val="002060"/>
                        </a:solidFill>
                        <a:latin typeface="Cambria Math" panose="02040503050406030204" pitchFamily="18" charset="0"/>
                      </a:rPr>
                      <m:t> :</m:t>
                    </m:r>
                  </m:oMath>
                </a14:m>
                <a:r>
                  <a:rPr lang="en-US" sz="2800" b="1" dirty="0">
                    <a:solidFill>
                      <a:srgbClr val="002060"/>
                    </a:solidFill>
                  </a:rPr>
                  <a:t>  </a:t>
                </a:r>
              </a:p>
            </p:txBody>
          </p:sp>
        </mc:Choice>
        <mc:Fallback xmlns="">
          <p:sp>
            <p:nvSpPr>
              <p:cNvPr id="15" name="Rectangle 14">
                <a:extLst>
                  <a:ext uri="{FF2B5EF4-FFF2-40B4-BE49-F238E27FC236}">
                    <a16:creationId xmlns:a16="http://schemas.microsoft.com/office/drawing/2014/main" id="{A0055CB6-5371-7067-84D2-9072B71ADEAE}"/>
                  </a:ext>
                </a:extLst>
              </p:cNvPr>
              <p:cNvSpPr>
                <a:spLocks noRot="1" noChangeAspect="1" noMove="1" noResize="1" noEditPoints="1" noAdjustHandles="1" noChangeArrowheads="1" noChangeShapeType="1" noTextEdit="1"/>
              </p:cNvSpPr>
              <p:nvPr/>
            </p:nvSpPr>
            <p:spPr>
              <a:xfrm>
                <a:off x="111878" y="870047"/>
                <a:ext cx="797582" cy="52322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F47FCFFB-E126-A9CD-7213-DE267ED0F6AA}"/>
                  </a:ext>
                </a:extLst>
              </p:cNvPr>
              <p:cNvSpPr/>
              <p:nvPr/>
            </p:nvSpPr>
            <p:spPr>
              <a:xfrm>
                <a:off x="1224206" y="3133214"/>
                <a:ext cx="2886928" cy="523220"/>
              </a:xfrm>
              <a:prstGeom prst="rect">
                <a:avLst/>
              </a:prstGeom>
            </p:spPr>
            <p:txBody>
              <a:bodyPr wrap="square">
                <a:spAutoFit/>
              </a:bodyPr>
              <a:lstStyle/>
              <a:p>
                <a:pPr lvl="0"/>
                <a14:m>
                  <m:oMathPara xmlns:m="http://schemas.openxmlformats.org/officeDocument/2006/math">
                    <m:oMathParaPr>
                      <m:jc m:val="centerGroup"/>
                    </m:oMathParaPr>
                    <m:oMath xmlns:m="http://schemas.openxmlformats.org/officeDocument/2006/math">
                      <m:d>
                        <m:dPr>
                          <m:ctrlPr>
                            <a:rPr lang="en-US" sz="2800" i="1" smtClean="0">
                              <a:solidFill>
                                <a:srgbClr val="002060"/>
                              </a:solidFill>
                              <a:latin typeface="Cambria Math" panose="02040503050406030204" pitchFamily="18" charset="0"/>
                            </a:rPr>
                          </m:ctrlPr>
                        </m:dPr>
                        <m:e>
                          <m:r>
                            <a:rPr lang="en-IN" sz="2800" b="1" i="0" smtClean="0">
                              <a:solidFill>
                                <a:srgbClr val="FF0000"/>
                              </a:solidFill>
                              <a:latin typeface="Cambria Math" panose="02040503050406030204" pitchFamily="18" charset="0"/>
                            </a:rPr>
                            <m:t>𝐏</m:t>
                          </m:r>
                          <m:r>
                            <a:rPr lang="en-IN" sz="2800" b="1" i="0" smtClean="0">
                              <a:solidFill>
                                <a:srgbClr val="FF0000"/>
                              </a:solidFill>
                              <a:latin typeface="Cambria Math" panose="02040503050406030204" pitchFamily="18" charset="0"/>
                            </a:rPr>
                            <m:t> </m:t>
                          </m:r>
                          <m:r>
                            <a:rPr lang="en-IN" sz="2800" b="1" i="0" smtClean="0">
                              <a:solidFill>
                                <a:srgbClr val="FF0000"/>
                              </a:solidFill>
                              <a:latin typeface="Cambria Math" panose="02040503050406030204" pitchFamily="18" charset="0"/>
                            </a:rPr>
                            <m:t>𝐢𝐬</m:t>
                          </m:r>
                          <m:r>
                            <a:rPr lang="en-IN" sz="2800" b="1" i="0" smtClean="0">
                              <a:solidFill>
                                <a:srgbClr val="FF0000"/>
                              </a:solidFill>
                              <a:latin typeface="Cambria Math" panose="02040503050406030204" pitchFamily="18" charset="0"/>
                            </a:rPr>
                            <m:t> </m:t>
                          </m:r>
                          <m:r>
                            <a:rPr lang="en-US" sz="2800" b="1" i="0" smtClean="0">
                              <a:solidFill>
                                <a:srgbClr val="FF0000"/>
                              </a:solidFill>
                              <a:latin typeface="Cambria Math" panose="02040503050406030204" pitchFamily="18" charset="0"/>
                            </a:rPr>
                            <m:t>𝐧𝐨𝐭</m:t>
                          </m:r>
                          <m:r>
                            <a:rPr lang="en-US" sz="2800" b="1" i="0" smtClean="0">
                              <a:solidFill>
                                <a:srgbClr val="FF0000"/>
                              </a:solidFill>
                              <a:latin typeface="Cambria Math" panose="02040503050406030204" pitchFamily="18" charset="0"/>
                            </a:rPr>
                            <m:t> </m:t>
                          </m:r>
                          <m:r>
                            <a:rPr lang="en-IN" sz="2800" b="1" i="0" smtClean="0">
                              <a:solidFill>
                                <a:srgbClr val="FF0000"/>
                              </a:solidFill>
                              <a:latin typeface="Cambria Math" panose="02040503050406030204" pitchFamily="18" charset="0"/>
                            </a:rPr>
                            <m:t>𝐤𝐧𝐨𝐰𝐧</m:t>
                          </m:r>
                        </m:e>
                      </m:d>
                    </m:oMath>
                  </m:oMathPara>
                </a14:m>
                <a:endParaRPr lang="en-US" sz="2800" dirty="0">
                  <a:solidFill>
                    <a:srgbClr val="002060"/>
                  </a:solidFill>
                </a:endParaRPr>
              </a:p>
            </p:txBody>
          </p:sp>
        </mc:Choice>
        <mc:Fallback xmlns="">
          <p:sp>
            <p:nvSpPr>
              <p:cNvPr id="8" name="Rectangle 7">
                <a:extLst>
                  <a:ext uri="{FF2B5EF4-FFF2-40B4-BE49-F238E27FC236}">
                    <a16:creationId xmlns:a16="http://schemas.microsoft.com/office/drawing/2014/main" id="{F47FCFFB-E126-A9CD-7213-DE267ED0F6AA}"/>
                  </a:ext>
                </a:extLst>
              </p:cNvPr>
              <p:cNvSpPr>
                <a:spLocks noRot="1" noChangeAspect="1" noMove="1" noResize="1" noEditPoints="1" noAdjustHandles="1" noChangeArrowheads="1" noChangeShapeType="1" noTextEdit="1"/>
              </p:cNvSpPr>
              <p:nvPr/>
            </p:nvSpPr>
            <p:spPr>
              <a:xfrm>
                <a:off x="1224206" y="3133214"/>
                <a:ext cx="2886928"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66BCED48-8C96-E9B1-9110-3D5A2FE5C1DE}"/>
                  </a:ext>
                </a:extLst>
              </p:cNvPr>
              <p:cNvSpPr/>
              <p:nvPr/>
            </p:nvSpPr>
            <p:spPr>
              <a:xfrm>
                <a:off x="897425" y="893810"/>
                <a:ext cx="1457153" cy="523220"/>
              </a:xfrm>
              <a:prstGeom prst="rect">
                <a:avLst/>
              </a:prstGeom>
            </p:spPr>
            <p:txBody>
              <a:bodyPr wrap="square">
                <a:spAutoFit/>
              </a:bodyPr>
              <a:lstStyle/>
              <a:p>
                <a:pPr lvl="0"/>
                <a14:m>
                  <m:oMathPara xmlns:m="http://schemas.openxmlformats.org/officeDocument/2006/math">
                    <m:oMathParaPr>
                      <m:jc m:val="centerGroup"/>
                    </m:oMathParaPr>
                    <m:oMath xmlns:m="http://schemas.openxmlformats.org/officeDocument/2006/math">
                      <m:sSub>
                        <m:sSubPr>
                          <m:ctrlPr>
                            <a:rPr lang="en-IN" sz="2800" b="0" i="1" smtClean="0">
                              <a:solidFill>
                                <a:srgbClr val="002060"/>
                              </a:solidFill>
                              <a:latin typeface="Cambria Math" panose="02040503050406030204" pitchFamily="18" charset="0"/>
                            </a:rPr>
                          </m:ctrlPr>
                        </m:sSubPr>
                        <m:e>
                          <m:r>
                            <m:rPr>
                              <m:sty m:val="p"/>
                            </m:rPr>
                            <a:rPr lang="en-US" sz="2800" b="0" i="0" smtClean="0">
                              <a:solidFill>
                                <a:srgbClr val="002060"/>
                              </a:solidFill>
                              <a:latin typeface="Cambria Math" panose="02040503050406030204" pitchFamily="18" charset="0"/>
                            </a:rPr>
                            <m:t>P</m:t>
                          </m:r>
                        </m:e>
                        <m:sub>
                          <m:r>
                            <a:rPr lang="en-US" sz="2800" b="0" i="0" smtClean="0">
                              <a:solidFill>
                                <a:srgbClr val="002060"/>
                              </a:solidFill>
                              <a:latin typeface="Cambria Math" panose="02040503050406030204" pitchFamily="18" charset="0"/>
                            </a:rPr>
                            <m:t>1</m:t>
                          </m:r>
                        </m:sub>
                      </m:sSub>
                      <m:r>
                        <a:rPr lang="en-US" sz="2800" b="0" i="0" smtClean="0">
                          <a:solidFill>
                            <a:srgbClr val="002060"/>
                          </a:solidFill>
                          <a:latin typeface="Cambria Math" panose="02040503050406030204" pitchFamily="18" charset="0"/>
                        </a:rPr>
                        <m:t>=</m:t>
                      </m:r>
                      <m:sSub>
                        <m:sSubPr>
                          <m:ctrlPr>
                            <a:rPr lang="en-IN" sz="2800" i="1">
                              <a:solidFill>
                                <a:srgbClr val="002060"/>
                              </a:solidFill>
                              <a:latin typeface="Cambria Math" panose="02040503050406030204" pitchFamily="18" charset="0"/>
                            </a:rPr>
                          </m:ctrlPr>
                        </m:sSubPr>
                        <m:e>
                          <m:r>
                            <m:rPr>
                              <m:sty m:val="p"/>
                            </m:rPr>
                            <a:rPr lang="en-US" sz="2800" i="0">
                              <a:solidFill>
                                <a:srgbClr val="002060"/>
                              </a:solidFill>
                              <a:latin typeface="Cambria Math" panose="02040503050406030204" pitchFamily="18" charset="0"/>
                            </a:rPr>
                            <m:t>P</m:t>
                          </m:r>
                        </m:e>
                        <m:sub>
                          <m:r>
                            <a:rPr lang="en-US" sz="2800" b="0" i="0" smtClean="0">
                              <a:solidFill>
                                <a:srgbClr val="002060"/>
                              </a:solidFill>
                              <a:latin typeface="Cambria Math" panose="02040503050406030204" pitchFamily="18" charset="0"/>
                            </a:rPr>
                            <m:t>2</m:t>
                          </m:r>
                        </m:sub>
                      </m:sSub>
                    </m:oMath>
                  </m:oMathPara>
                </a14:m>
                <a:endParaRPr lang="en-US" sz="2800" dirty="0">
                  <a:solidFill>
                    <a:srgbClr val="002060"/>
                  </a:solidFill>
                </a:endParaRPr>
              </a:p>
            </p:txBody>
          </p:sp>
        </mc:Choice>
        <mc:Fallback xmlns="">
          <p:sp>
            <p:nvSpPr>
              <p:cNvPr id="9" name="Rectangle 8">
                <a:extLst>
                  <a:ext uri="{FF2B5EF4-FFF2-40B4-BE49-F238E27FC236}">
                    <a16:creationId xmlns:a16="http://schemas.microsoft.com/office/drawing/2014/main" id="{66BCED48-8C96-E9B1-9110-3D5A2FE5C1DE}"/>
                  </a:ext>
                </a:extLst>
              </p:cNvPr>
              <p:cNvSpPr>
                <a:spLocks noRot="1" noChangeAspect="1" noMove="1" noResize="1" noEditPoints="1" noAdjustHandles="1" noChangeArrowheads="1" noChangeShapeType="1" noTextEdit="1"/>
              </p:cNvSpPr>
              <p:nvPr/>
            </p:nvSpPr>
            <p:spPr>
              <a:xfrm>
                <a:off x="897425" y="893810"/>
                <a:ext cx="1457153"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0EDCB73C-B570-18E9-9CEE-DCABB7B2E84F}"/>
                  </a:ext>
                </a:extLst>
              </p:cNvPr>
              <p:cNvSpPr/>
              <p:nvPr/>
            </p:nvSpPr>
            <p:spPr>
              <a:xfrm>
                <a:off x="103008" y="1847793"/>
                <a:ext cx="797582" cy="523220"/>
              </a:xfrm>
              <a:prstGeom prst="rect">
                <a:avLst/>
              </a:prstGeom>
            </p:spPr>
            <p:txBody>
              <a:bodyPr wrap="square">
                <a:spAutoFit/>
              </a:bodyPr>
              <a:lstStyle/>
              <a:p>
                <a:pPr lvl="0"/>
                <a14:m>
                  <m:oMath xmlns:m="http://schemas.openxmlformats.org/officeDocument/2006/math">
                    <m:sSub>
                      <m:sSubPr>
                        <m:ctrlPr>
                          <a:rPr lang="en-US" sz="2800" b="1" i="1" smtClean="0">
                            <a:solidFill>
                              <a:srgbClr val="002060"/>
                            </a:solidFill>
                            <a:latin typeface="Cambria Math" panose="02040503050406030204" pitchFamily="18" charset="0"/>
                          </a:rPr>
                        </m:ctrlPr>
                      </m:sSubPr>
                      <m:e>
                        <m:r>
                          <a:rPr lang="en-IN" sz="2800" b="1" i="0" smtClean="0">
                            <a:solidFill>
                              <a:srgbClr val="002060"/>
                            </a:solidFill>
                            <a:latin typeface="Cambria Math" panose="02040503050406030204" pitchFamily="18" charset="0"/>
                          </a:rPr>
                          <m:t>𝐇</m:t>
                        </m:r>
                      </m:e>
                      <m:sub>
                        <m:r>
                          <a:rPr lang="en-IN" sz="2800" b="1" i="0" smtClean="0">
                            <a:solidFill>
                              <a:srgbClr val="002060"/>
                            </a:solidFill>
                            <a:latin typeface="Cambria Math" panose="02040503050406030204" pitchFamily="18" charset="0"/>
                          </a:rPr>
                          <m:t>𝟏</m:t>
                        </m:r>
                      </m:sub>
                    </m:sSub>
                    <m:r>
                      <a:rPr lang="en-IN" sz="2800" b="1" i="0" smtClean="0">
                        <a:solidFill>
                          <a:srgbClr val="002060"/>
                        </a:solidFill>
                        <a:latin typeface="Cambria Math" panose="02040503050406030204" pitchFamily="18" charset="0"/>
                      </a:rPr>
                      <m:t> :</m:t>
                    </m:r>
                  </m:oMath>
                </a14:m>
                <a:r>
                  <a:rPr lang="en-US" sz="2800" b="1" dirty="0">
                    <a:solidFill>
                      <a:srgbClr val="002060"/>
                    </a:solidFill>
                  </a:rPr>
                  <a:t>  </a:t>
                </a:r>
              </a:p>
            </p:txBody>
          </p:sp>
        </mc:Choice>
        <mc:Fallback xmlns="">
          <p:sp>
            <p:nvSpPr>
              <p:cNvPr id="10" name="Rectangle 9">
                <a:extLst>
                  <a:ext uri="{FF2B5EF4-FFF2-40B4-BE49-F238E27FC236}">
                    <a16:creationId xmlns:a16="http://schemas.microsoft.com/office/drawing/2014/main" id="{0EDCB73C-B570-18E9-9CEE-DCABB7B2E84F}"/>
                  </a:ext>
                </a:extLst>
              </p:cNvPr>
              <p:cNvSpPr>
                <a:spLocks noRot="1" noChangeAspect="1" noMove="1" noResize="1" noEditPoints="1" noAdjustHandles="1" noChangeArrowheads="1" noChangeShapeType="1" noTextEdit="1"/>
              </p:cNvSpPr>
              <p:nvPr/>
            </p:nvSpPr>
            <p:spPr>
              <a:xfrm>
                <a:off x="103008" y="1847793"/>
                <a:ext cx="797582"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22FF8C6F-BFA9-56DC-BD58-29359875E150}"/>
                  </a:ext>
                </a:extLst>
              </p:cNvPr>
              <p:cNvSpPr/>
              <p:nvPr/>
            </p:nvSpPr>
            <p:spPr>
              <a:xfrm>
                <a:off x="862005" y="1846179"/>
                <a:ext cx="1513698" cy="523220"/>
              </a:xfrm>
              <a:prstGeom prst="rect">
                <a:avLst/>
              </a:prstGeom>
            </p:spPr>
            <p:txBody>
              <a:bodyPr wrap="square">
                <a:spAutoFit/>
              </a:bodyPr>
              <a:lstStyle/>
              <a:p>
                <a:pPr lvl="0"/>
                <a14:m>
                  <m:oMathPara xmlns:m="http://schemas.openxmlformats.org/officeDocument/2006/math">
                    <m:oMathParaPr>
                      <m:jc m:val="centerGroup"/>
                    </m:oMathParaPr>
                    <m:oMath xmlns:m="http://schemas.openxmlformats.org/officeDocument/2006/math">
                      <m:sSub>
                        <m:sSubPr>
                          <m:ctrlPr>
                            <a:rPr lang="en-IN" sz="2800" i="1">
                              <a:solidFill>
                                <a:srgbClr val="002060"/>
                              </a:solidFill>
                              <a:latin typeface="Cambria Math" panose="02040503050406030204" pitchFamily="18" charset="0"/>
                            </a:rPr>
                          </m:ctrlPr>
                        </m:sSubPr>
                        <m:e>
                          <m:r>
                            <m:rPr>
                              <m:sty m:val="p"/>
                            </m:rPr>
                            <a:rPr lang="en-US" sz="2800">
                              <a:solidFill>
                                <a:srgbClr val="002060"/>
                              </a:solidFill>
                              <a:latin typeface="Cambria Math" panose="02040503050406030204" pitchFamily="18" charset="0"/>
                            </a:rPr>
                            <m:t>P</m:t>
                          </m:r>
                        </m:e>
                        <m:sub>
                          <m:r>
                            <a:rPr lang="en-US" sz="2800">
                              <a:solidFill>
                                <a:srgbClr val="002060"/>
                              </a:solidFill>
                              <a:latin typeface="Cambria Math" panose="02040503050406030204" pitchFamily="18" charset="0"/>
                            </a:rPr>
                            <m:t>1</m:t>
                          </m:r>
                        </m:sub>
                      </m:sSub>
                      <m:r>
                        <a:rPr lang="en-US" sz="2800" i="1" smtClean="0">
                          <a:solidFill>
                            <a:srgbClr val="002060"/>
                          </a:solidFill>
                          <a:latin typeface="Cambria Math" panose="02040503050406030204" pitchFamily="18" charset="0"/>
                          <a:ea typeface="Cambria Math" panose="02040503050406030204" pitchFamily="18" charset="0"/>
                        </a:rPr>
                        <m:t>≠</m:t>
                      </m:r>
                      <m:sSub>
                        <m:sSubPr>
                          <m:ctrlPr>
                            <a:rPr lang="en-IN" sz="2800" i="1">
                              <a:solidFill>
                                <a:srgbClr val="002060"/>
                              </a:solidFill>
                              <a:latin typeface="Cambria Math" panose="02040503050406030204" pitchFamily="18" charset="0"/>
                            </a:rPr>
                          </m:ctrlPr>
                        </m:sSubPr>
                        <m:e>
                          <m:r>
                            <m:rPr>
                              <m:sty m:val="p"/>
                            </m:rPr>
                            <a:rPr lang="en-US" sz="2800">
                              <a:solidFill>
                                <a:srgbClr val="002060"/>
                              </a:solidFill>
                              <a:latin typeface="Cambria Math" panose="02040503050406030204" pitchFamily="18" charset="0"/>
                            </a:rPr>
                            <m:t>P</m:t>
                          </m:r>
                        </m:e>
                        <m:sub>
                          <m:r>
                            <a:rPr lang="en-US" sz="2800">
                              <a:solidFill>
                                <a:srgbClr val="002060"/>
                              </a:solidFill>
                              <a:latin typeface="Cambria Math" panose="02040503050406030204" pitchFamily="18" charset="0"/>
                            </a:rPr>
                            <m:t>2</m:t>
                          </m:r>
                        </m:sub>
                      </m:sSub>
                    </m:oMath>
                  </m:oMathPara>
                </a14:m>
                <a:endParaRPr lang="en-US" sz="2800" dirty="0">
                  <a:solidFill>
                    <a:srgbClr val="002060"/>
                  </a:solidFill>
                </a:endParaRPr>
              </a:p>
            </p:txBody>
          </p:sp>
        </mc:Choice>
        <mc:Fallback xmlns="">
          <p:sp>
            <p:nvSpPr>
              <p:cNvPr id="11" name="Rectangle 10">
                <a:extLst>
                  <a:ext uri="{FF2B5EF4-FFF2-40B4-BE49-F238E27FC236}">
                    <a16:creationId xmlns:a16="http://schemas.microsoft.com/office/drawing/2014/main" id="{22FF8C6F-BFA9-56DC-BD58-29359875E150}"/>
                  </a:ext>
                </a:extLst>
              </p:cNvPr>
              <p:cNvSpPr>
                <a:spLocks noRot="1" noChangeAspect="1" noMove="1" noResize="1" noEditPoints="1" noAdjustHandles="1" noChangeArrowheads="1" noChangeShapeType="1" noTextEdit="1"/>
              </p:cNvSpPr>
              <p:nvPr/>
            </p:nvSpPr>
            <p:spPr>
              <a:xfrm>
                <a:off x="862005" y="1846179"/>
                <a:ext cx="1513698"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BF8BC43F-BC2D-3AB8-1EAA-383CD4B86C9F}"/>
                  </a:ext>
                </a:extLst>
              </p:cNvPr>
              <p:cNvSpPr/>
              <p:nvPr/>
            </p:nvSpPr>
            <p:spPr>
              <a:xfrm>
                <a:off x="103007" y="2495694"/>
                <a:ext cx="2627491" cy="523220"/>
              </a:xfrm>
              <a:prstGeom prst="rect">
                <a:avLst/>
              </a:prstGeom>
            </p:spPr>
            <p:txBody>
              <a:bodyPr wrap="square">
                <a:spAutoFit/>
              </a:bodyPr>
              <a:lstStyle/>
              <a:p>
                <a:pPr lvl="0"/>
                <a14:m>
                  <m:oMath xmlns:m="http://schemas.openxmlformats.org/officeDocument/2006/math">
                    <m:r>
                      <a:rPr lang="en-IN" sz="2800" b="1" i="0" smtClean="0">
                        <a:solidFill>
                          <a:srgbClr val="002060"/>
                        </a:solidFill>
                        <a:latin typeface="Cambria Math" panose="02040503050406030204" pitchFamily="18" charset="0"/>
                      </a:rPr>
                      <m:t>𝐋</m:t>
                    </m:r>
                    <m:r>
                      <a:rPr lang="en-IN" sz="2800" b="1" i="0" smtClean="0">
                        <a:solidFill>
                          <a:srgbClr val="002060"/>
                        </a:solidFill>
                        <a:latin typeface="Cambria Math" panose="02040503050406030204" pitchFamily="18" charset="0"/>
                      </a:rPr>
                      <m:t>.</m:t>
                    </m:r>
                    <m:r>
                      <a:rPr lang="en-IN" sz="2800" b="1" i="0" smtClean="0">
                        <a:solidFill>
                          <a:srgbClr val="002060"/>
                        </a:solidFill>
                        <a:latin typeface="Cambria Math" panose="02040503050406030204" pitchFamily="18" charset="0"/>
                      </a:rPr>
                      <m:t>𝐎</m:t>
                    </m:r>
                    <m:r>
                      <a:rPr lang="en-IN" sz="2800" b="1" i="0" smtClean="0">
                        <a:solidFill>
                          <a:srgbClr val="002060"/>
                        </a:solidFill>
                        <a:latin typeface="Cambria Math" panose="02040503050406030204" pitchFamily="18" charset="0"/>
                      </a:rPr>
                      <m:t>.</m:t>
                    </m:r>
                    <m:r>
                      <a:rPr lang="en-IN" sz="2800" b="1" i="0" smtClean="0">
                        <a:solidFill>
                          <a:srgbClr val="002060"/>
                        </a:solidFill>
                        <a:latin typeface="Cambria Math" panose="02040503050406030204" pitchFamily="18" charset="0"/>
                      </a:rPr>
                      <m:t>𝐒</m:t>
                    </m:r>
                    <m:r>
                      <a:rPr lang="en-IN" sz="2800" b="1" i="0" smtClean="0">
                        <a:solidFill>
                          <a:srgbClr val="002060"/>
                        </a:solidFill>
                        <a:latin typeface="Cambria Math" panose="02040503050406030204" pitchFamily="18" charset="0"/>
                      </a:rPr>
                      <m:t> =</m:t>
                    </m:r>
                    <m:r>
                      <a:rPr lang="en-IN" sz="2800" b="1" i="0" smtClean="0">
                        <a:solidFill>
                          <a:srgbClr val="002060"/>
                        </a:solidFill>
                        <a:latin typeface="Cambria Math" panose="02040503050406030204" pitchFamily="18" charset="0"/>
                      </a:rPr>
                      <m:t>𝟓</m:t>
                    </m:r>
                    <m:r>
                      <a:rPr lang="en-IN" sz="2800" b="1" i="0" smtClean="0">
                        <a:solidFill>
                          <a:srgbClr val="002060"/>
                        </a:solidFill>
                        <a:latin typeface="Cambria Math" panose="02040503050406030204" pitchFamily="18" charset="0"/>
                      </a:rPr>
                      <m:t>%</m:t>
                    </m:r>
                  </m:oMath>
                </a14:m>
                <a:r>
                  <a:rPr lang="en-US" sz="2800" b="1" dirty="0">
                    <a:solidFill>
                      <a:srgbClr val="002060"/>
                    </a:solidFill>
                  </a:rPr>
                  <a:t>  </a:t>
                </a:r>
              </a:p>
            </p:txBody>
          </p:sp>
        </mc:Choice>
        <mc:Fallback xmlns="">
          <p:sp>
            <p:nvSpPr>
              <p:cNvPr id="12" name="Rectangle 11">
                <a:extLst>
                  <a:ext uri="{FF2B5EF4-FFF2-40B4-BE49-F238E27FC236}">
                    <a16:creationId xmlns:a16="http://schemas.microsoft.com/office/drawing/2014/main" id="{BF8BC43F-BC2D-3AB8-1EAA-383CD4B86C9F}"/>
                  </a:ext>
                </a:extLst>
              </p:cNvPr>
              <p:cNvSpPr>
                <a:spLocks noRot="1" noChangeAspect="1" noMove="1" noResize="1" noEditPoints="1" noAdjustHandles="1" noChangeArrowheads="1" noChangeShapeType="1" noTextEdit="1"/>
              </p:cNvSpPr>
              <p:nvPr/>
            </p:nvSpPr>
            <p:spPr>
              <a:xfrm>
                <a:off x="103007" y="2495694"/>
                <a:ext cx="2627491" cy="523220"/>
              </a:xfrm>
              <a:prstGeom prst="rect">
                <a:avLst/>
              </a:prstGeom>
              <a:blipFill>
                <a:blip r:embed="rId7"/>
                <a:stretch>
                  <a:fillRect/>
                </a:stretch>
              </a:blipFill>
            </p:spPr>
            <p:txBody>
              <a:bodyPr/>
              <a:lstStyle/>
              <a:p>
                <a:r>
                  <a:rPr lang="en-IN">
                    <a:noFill/>
                  </a:rPr>
                  <a:t> </a:t>
                </a:r>
              </a:p>
            </p:txBody>
          </p:sp>
        </mc:Fallback>
      </mc:AlternateContent>
      <p:sp>
        <p:nvSpPr>
          <p:cNvPr id="13" name="Rectangle 12">
            <a:extLst>
              <a:ext uri="{FF2B5EF4-FFF2-40B4-BE49-F238E27FC236}">
                <a16:creationId xmlns:a16="http://schemas.microsoft.com/office/drawing/2014/main" id="{B7C32E02-8B0F-AAB1-1F1F-219C26A1A835}"/>
              </a:ext>
            </a:extLst>
          </p:cNvPr>
          <p:cNvSpPr/>
          <p:nvPr/>
        </p:nvSpPr>
        <p:spPr>
          <a:xfrm>
            <a:off x="134072" y="3133214"/>
            <a:ext cx="1047491" cy="523220"/>
          </a:xfrm>
          <a:prstGeom prst="rect">
            <a:avLst/>
          </a:prstGeom>
        </p:spPr>
        <p:txBody>
          <a:bodyPr wrap="square">
            <a:spAutoFit/>
          </a:bodyPr>
          <a:lstStyle/>
          <a:p>
            <a:pPr lvl="0"/>
            <a:r>
              <a:rPr lang="en-US" sz="2800" b="1" dirty="0">
                <a:solidFill>
                  <a:srgbClr val="002060"/>
                </a:solidFill>
              </a:rPr>
              <a:t>Test :</a:t>
            </a:r>
            <a:r>
              <a:rPr lang="en-US" sz="2800" b="1" u="sng" dirty="0">
                <a:solidFill>
                  <a:srgbClr val="002060"/>
                </a:solidFill>
              </a:rPr>
              <a:t>  </a:t>
            </a:r>
          </a:p>
        </p:txBody>
      </p:sp>
      <p:sp>
        <p:nvSpPr>
          <p:cNvPr id="6" name="Rectangle 5">
            <a:extLst>
              <a:ext uri="{FF2B5EF4-FFF2-40B4-BE49-F238E27FC236}">
                <a16:creationId xmlns:a16="http://schemas.microsoft.com/office/drawing/2014/main" id="{49A8B1E2-047B-0372-F924-9E1B00C5B661}"/>
              </a:ext>
            </a:extLst>
          </p:cNvPr>
          <p:cNvSpPr/>
          <p:nvPr/>
        </p:nvSpPr>
        <p:spPr>
          <a:xfrm>
            <a:off x="2363468" y="902896"/>
            <a:ext cx="9828532" cy="954107"/>
          </a:xfrm>
          <a:prstGeom prst="rect">
            <a:avLst/>
          </a:prstGeom>
        </p:spPr>
        <p:txBody>
          <a:bodyPr wrap="square">
            <a:spAutoFit/>
          </a:bodyPr>
          <a:lstStyle/>
          <a:p>
            <a:pPr lvl="0"/>
            <a:r>
              <a:rPr lang="en-US" sz="2800" dirty="0">
                <a:solidFill>
                  <a:srgbClr val="002060"/>
                </a:solidFill>
              </a:rPr>
              <a:t>(i.e., The question does </a:t>
            </a:r>
            <a:r>
              <a:rPr lang="en-US" sz="2800" b="1" dirty="0">
                <a:solidFill>
                  <a:srgbClr val="002060"/>
                </a:solidFill>
              </a:rPr>
              <a:t>not</a:t>
            </a:r>
            <a:r>
              <a:rPr lang="en-US" sz="2800" dirty="0">
                <a:solidFill>
                  <a:srgbClr val="002060"/>
                </a:solidFill>
              </a:rPr>
              <a:t> differentiate between the top 30% and </a:t>
            </a:r>
          </a:p>
          <a:p>
            <a:pPr lvl="0"/>
            <a:r>
              <a:rPr lang="en-US" sz="2800" dirty="0">
                <a:solidFill>
                  <a:srgbClr val="002060"/>
                </a:solidFill>
              </a:rPr>
              <a:t> the remaining 70%)</a:t>
            </a:r>
            <a:r>
              <a:rPr lang="en-US" sz="2800" u="sng" dirty="0">
                <a:solidFill>
                  <a:srgbClr val="002060"/>
                </a:solidFill>
              </a:rPr>
              <a:t>  </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A17BDEC-0097-2354-89F5-6E8E3EF37490}"/>
                  </a:ext>
                </a:extLst>
              </p:cNvPr>
              <p:cNvSpPr txBox="1"/>
              <p:nvPr/>
            </p:nvSpPr>
            <p:spPr>
              <a:xfrm>
                <a:off x="0" y="3826238"/>
                <a:ext cx="4229099" cy="13722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b="1" smtClean="0">
                          <a:solidFill>
                            <a:srgbClr val="002060"/>
                          </a:solidFill>
                          <a:latin typeface="Cambria Math" panose="02040503050406030204" pitchFamily="18" charset="0"/>
                        </a:rPr>
                        <m:t>𝐙</m:t>
                      </m:r>
                      <m:r>
                        <a:rPr lang="en-IN" sz="2800" b="0" i="0">
                          <a:solidFill>
                            <a:srgbClr val="002060"/>
                          </a:solidFill>
                          <a:latin typeface="Cambria Math" panose="02040503050406030204" pitchFamily="18" charset="0"/>
                        </a:rPr>
                        <m:t>=</m:t>
                      </m:r>
                      <m:f>
                        <m:fPr>
                          <m:ctrlPr>
                            <a:rPr lang="en-IN" sz="2800" b="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m:t>
                          </m:r>
                          <m:sSub>
                            <m:sSubPr>
                              <m:ctrlPr>
                                <a:rPr lang="en-IN" sz="2800" b="0" i="1">
                                  <a:solidFill>
                                    <a:srgbClr val="002060"/>
                                  </a:solidFill>
                                  <a:latin typeface="Cambria Math" panose="02040503050406030204" pitchFamily="18" charset="0"/>
                                </a:rPr>
                              </m:ctrlPr>
                            </m:sSubPr>
                            <m:e>
                              <m:r>
                                <a:rPr lang="en-IN" sz="2800" b="1" i="0">
                                  <a:solidFill>
                                    <a:srgbClr val="002060"/>
                                  </a:solidFill>
                                  <a:latin typeface="Cambria Math" panose="02040503050406030204" pitchFamily="18" charset="0"/>
                                </a:rPr>
                                <m:t>𝐩</m:t>
                              </m:r>
                            </m:e>
                            <m:sub>
                              <m:r>
                                <a:rPr lang="en-IN" sz="2800" b="0" i="0">
                                  <a:solidFill>
                                    <a:srgbClr val="002060"/>
                                  </a:solidFill>
                                  <a:latin typeface="Cambria Math" panose="02040503050406030204" pitchFamily="18" charset="0"/>
                                </a:rPr>
                                <m:t>1</m:t>
                              </m:r>
                            </m:sub>
                          </m:sSub>
                          <m:r>
                            <a:rPr lang="en-IN" sz="2800" b="0" i="0">
                              <a:solidFill>
                                <a:srgbClr val="002060"/>
                              </a:solidFill>
                              <a:latin typeface="Cambria Math" panose="02040503050406030204" pitchFamily="18" charset="0"/>
                            </a:rPr>
                            <m:t>−</m:t>
                          </m:r>
                          <m:sSub>
                            <m:sSubPr>
                              <m:ctrlPr>
                                <a:rPr lang="en-IN" sz="2800" b="0" i="1">
                                  <a:solidFill>
                                    <a:srgbClr val="002060"/>
                                  </a:solidFill>
                                  <a:latin typeface="Cambria Math" panose="02040503050406030204" pitchFamily="18" charset="0"/>
                                </a:rPr>
                              </m:ctrlPr>
                            </m:sSubPr>
                            <m:e>
                              <m:r>
                                <a:rPr lang="en-IN" sz="2800" b="1" i="0">
                                  <a:solidFill>
                                    <a:srgbClr val="002060"/>
                                  </a:solidFill>
                                  <a:latin typeface="Cambria Math" panose="02040503050406030204" pitchFamily="18" charset="0"/>
                                </a:rPr>
                                <m:t>𝐩</m:t>
                              </m:r>
                            </m:e>
                            <m:sub>
                              <m:r>
                                <a:rPr lang="en-IN" sz="2800" b="0" i="0">
                                  <a:solidFill>
                                    <a:srgbClr val="002060"/>
                                  </a:solidFill>
                                  <a:latin typeface="Cambria Math" panose="02040503050406030204" pitchFamily="18" charset="0"/>
                                </a:rPr>
                                <m:t>2</m:t>
                              </m:r>
                            </m:sub>
                          </m:sSub>
                          <m:r>
                            <a:rPr lang="en-IN" sz="2800" b="0" i="0">
                              <a:solidFill>
                                <a:srgbClr val="002060"/>
                              </a:solidFill>
                              <a:latin typeface="Cambria Math" panose="02040503050406030204" pitchFamily="18" charset="0"/>
                            </a:rPr>
                            <m:t> </m:t>
                          </m:r>
                        </m:num>
                        <m:den>
                          <m:r>
                            <a:rPr lang="en-IN" sz="2800" b="0" i="0">
                              <a:solidFill>
                                <a:srgbClr val="002060"/>
                              </a:solidFill>
                              <a:latin typeface="Cambria Math" panose="02040503050406030204" pitchFamily="18" charset="0"/>
                            </a:rPr>
                            <m:t>  </m:t>
                          </m:r>
                          <m:rad>
                            <m:radPr>
                              <m:degHide m:val="on"/>
                              <m:ctrlPr>
                                <a:rPr lang="en-IN" sz="2800" b="0" i="1">
                                  <a:solidFill>
                                    <a:srgbClr val="002060"/>
                                  </a:solidFill>
                                  <a:latin typeface="Cambria Math" panose="02040503050406030204" pitchFamily="18" charset="0"/>
                                </a:rPr>
                              </m:ctrlPr>
                            </m:radPr>
                            <m:deg/>
                            <m:e>
                              <m:r>
                                <a:rPr lang="en-IN" sz="2800" b="1" i="0">
                                  <a:solidFill>
                                    <a:srgbClr val="002060"/>
                                  </a:solidFill>
                                  <a:latin typeface="Cambria Math" panose="02040503050406030204" pitchFamily="18" charset="0"/>
                                </a:rPr>
                                <m:t>𝐩𝐪</m:t>
                              </m:r>
                              <m:d>
                                <m:dPr>
                                  <m:ctrlPr>
                                    <a:rPr lang="en-IN" sz="2800" b="1" i="1">
                                      <a:solidFill>
                                        <a:srgbClr val="002060"/>
                                      </a:solidFill>
                                      <a:latin typeface="Cambria Math" panose="02040503050406030204" pitchFamily="18" charset="0"/>
                                    </a:rPr>
                                  </m:ctrlPr>
                                </m:dPr>
                                <m:e>
                                  <m:f>
                                    <m:fPr>
                                      <m:ctrlPr>
                                        <a:rPr lang="en-IN" sz="2800" b="1"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1 </m:t>
                                      </m:r>
                                    </m:num>
                                    <m:den>
                                      <m:sSub>
                                        <m:sSubPr>
                                          <m:ctrlPr>
                                            <a:rPr lang="en-IN" sz="2800" b="0" i="1">
                                              <a:solidFill>
                                                <a:srgbClr val="002060"/>
                                              </a:solidFill>
                                              <a:latin typeface="Cambria Math" panose="02040503050406030204" pitchFamily="18" charset="0"/>
                                            </a:rPr>
                                          </m:ctrlPr>
                                        </m:sSubPr>
                                        <m:e>
                                          <m:r>
                                            <a:rPr lang="en-IN" sz="2800" b="0" i="0">
                                              <a:solidFill>
                                                <a:srgbClr val="002060"/>
                                              </a:solidFill>
                                              <a:latin typeface="Cambria Math" panose="02040503050406030204" pitchFamily="18" charset="0"/>
                                            </a:rPr>
                                            <m:t> </m:t>
                                          </m:r>
                                          <m:r>
                                            <a:rPr lang="en-IN" sz="2800" b="1" i="0">
                                              <a:solidFill>
                                                <a:srgbClr val="002060"/>
                                              </a:solidFill>
                                              <a:latin typeface="Cambria Math" panose="02040503050406030204" pitchFamily="18" charset="0"/>
                                            </a:rPr>
                                            <m:t>𝐧</m:t>
                                          </m:r>
                                        </m:e>
                                        <m:sub>
                                          <m:r>
                                            <a:rPr lang="en-IN" sz="2800" b="0" i="0">
                                              <a:solidFill>
                                                <a:srgbClr val="002060"/>
                                              </a:solidFill>
                                              <a:latin typeface="Cambria Math" panose="02040503050406030204" pitchFamily="18" charset="0"/>
                                            </a:rPr>
                                            <m:t>1 </m:t>
                                          </m:r>
                                        </m:sub>
                                      </m:sSub>
                                    </m:den>
                                  </m:f>
                                  <m:r>
                                    <a:rPr lang="en-IN" sz="2800" b="0" i="0">
                                      <a:solidFill>
                                        <a:srgbClr val="002060"/>
                                      </a:solidFill>
                                      <a:latin typeface="Cambria Math" panose="02040503050406030204" pitchFamily="18" charset="0"/>
                                    </a:rPr>
                                    <m:t>+</m:t>
                                  </m:r>
                                  <m:f>
                                    <m:fPr>
                                      <m:ctrlPr>
                                        <a:rPr lang="en-IN" sz="2800" b="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1 </m:t>
                                      </m:r>
                                    </m:num>
                                    <m:den>
                                      <m:sSub>
                                        <m:sSubPr>
                                          <m:ctrlPr>
                                            <a:rPr lang="en-IN" sz="2800" b="0" i="1">
                                              <a:solidFill>
                                                <a:srgbClr val="002060"/>
                                              </a:solidFill>
                                              <a:latin typeface="Cambria Math" panose="02040503050406030204" pitchFamily="18" charset="0"/>
                                            </a:rPr>
                                          </m:ctrlPr>
                                        </m:sSubPr>
                                        <m:e>
                                          <m:r>
                                            <a:rPr lang="en-IN" sz="2800" b="0" i="0">
                                              <a:solidFill>
                                                <a:srgbClr val="002060"/>
                                              </a:solidFill>
                                              <a:latin typeface="Cambria Math" panose="02040503050406030204" pitchFamily="18" charset="0"/>
                                            </a:rPr>
                                            <m:t> </m:t>
                                          </m:r>
                                          <m:r>
                                            <a:rPr lang="en-IN" sz="2800" b="1" i="0">
                                              <a:solidFill>
                                                <a:srgbClr val="002060"/>
                                              </a:solidFill>
                                              <a:latin typeface="Cambria Math" panose="02040503050406030204" pitchFamily="18" charset="0"/>
                                            </a:rPr>
                                            <m:t>𝐧</m:t>
                                          </m:r>
                                        </m:e>
                                        <m:sub>
                                          <m:r>
                                            <a:rPr lang="en-IN" sz="2800" b="0" i="0">
                                              <a:solidFill>
                                                <a:srgbClr val="002060"/>
                                              </a:solidFill>
                                              <a:latin typeface="Cambria Math" panose="02040503050406030204" pitchFamily="18" charset="0"/>
                                            </a:rPr>
                                            <m:t>2 </m:t>
                                          </m:r>
                                        </m:sub>
                                      </m:sSub>
                                    </m:den>
                                  </m:f>
                                </m:e>
                              </m:d>
                              <m:r>
                                <a:rPr lang="en-IN" sz="2800" b="0" i="0">
                                  <a:solidFill>
                                    <a:srgbClr val="002060"/>
                                  </a:solidFill>
                                  <a:latin typeface="Cambria Math" panose="02040503050406030204" pitchFamily="18" charset="0"/>
                                </a:rPr>
                                <m:t> </m:t>
                              </m:r>
                            </m:e>
                          </m:rad>
                          <m:r>
                            <a:rPr lang="en-IN" sz="2800" b="0" i="0">
                              <a:solidFill>
                                <a:srgbClr val="002060"/>
                              </a:solidFill>
                              <a:latin typeface="Cambria Math" panose="02040503050406030204" pitchFamily="18" charset="0"/>
                            </a:rPr>
                            <m:t>  </m:t>
                          </m:r>
                        </m:den>
                      </m:f>
                    </m:oMath>
                  </m:oMathPara>
                </a14:m>
                <a:endParaRPr lang="en-IN" sz="2800" dirty="0">
                  <a:solidFill>
                    <a:srgbClr val="002060"/>
                  </a:solidFill>
                </a:endParaRPr>
              </a:p>
            </p:txBody>
          </p:sp>
        </mc:Choice>
        <mc:Fallback xmlns="">
          <p:sp>
            <p:nvSpPr>
              <p:cNvPr id="7" name="TextBox 6">
                <a:extLst>
                  <a:ext uri="{FF2B5EF4-FFF2-40B4-BE49-F238E27FC236}">
                    <a16:creationId xmlns:a16="http://schemas.microsoft.com/office/drawing/2014/main" id="{8A17BDEC-0097-2354-89F5-6E8E3EF37490}"/>
                  </a:ext>
                </a:extLst>
              </p:cNvPr>
              <p:cNvSpPr txBox="1">
                <a:spLocks noRot="1" noChangeAspect="1" noMove="1" noResize="1" noEditPoints="1" noAdjustHandles="1" noChangeArrowheads="1" noChangeShapeType="1" noTextEdit="1"/>
              </p:cNvSpPr>
              <p:nvPr/>
            </p:nvSpPr>
            <p:spPr>
              <a:xfrm>
                <a:off x="0" y="3826238"/>
                <a:ext cx="4229099" cy="1372299"/>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EE79241D-CC4A-3C18-AD25-49021333CE5E}"/>
                  </a:ext>
                </a:extLst>
              </p:cNvPr>
              <p:cNvSpPr txBox="1"/>
              <p:nvPr/>
            </p:nvSpPr>
            <p:spPr>
              <a:xfrm>
                <a:off x="183775" y="5412026"/>
                <a:ext cx="3028840" cy="94545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IN" sz="2800" b="0" i="0">
                          <a:solidFill>
                            <a:srgbClr val="002060"/>
                          </a:solidFill>
                          <a:latin typeface="Cambria Math" panose="02040503050406030204" pitchFamily="18" charset="0"/>
                        </a:rPr>
                        <m:t>p</m:t>
                      </m:r>
                      <m:r>
                        <a:rPr lang="en-IN" sz="2800" b="0" i="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m:t>
                          </m:r>
                          <m:sSub>
                            <m:sSubPr>
                              <m:ctrlPr>
                                <a:rPr lang="en-IN" sz="2800" i="1">
                                  <a:solidFill>
                                    <a:srgbClr val="002060"/>
                                  </a:solidFill>
                                  <a:latin typeface="Cambria Math" panose="02040503050406030204" pitchFamily="18" charset="0"/>
                                </a:rPr>
                              </m:ctrlPr>
                            </m:sSubPr>
                            <m:e>
                              <m:r>
                                <m:rPr>
                                  <m:sty m:val="p"/>
                                </m:rPr>
                                <a:rPr lang="en-IN" sz="2800" b="0" i="0">
                                  <a:solidFill>
                                    <a:srgbClr val="002060"/>
                                  </a:solidFill>
                                  <a:latin typeface="Cambria Math" panose="02040503050406030204" pitchFamily="18" charset="0"/>
                                </a:rPr>
                                <m:t>n</m:t>
                              </m:r>
                            </m:e>
                            <m:sub>
                              <m:r>
                                <a:rPr lang="en-IN" sz="2800" b="0" i="0">
                                  <a:solidFill>
                                    <a:srgbClr val="002060"/>
                                  </a:solidFill>
                                  <a:latin typeface="Cambria Math" panose="02040503050406030204" pitchFamily="18" charset="0"/>
                                </a:rPr>
                                <m:t>1</m:t>
                              </m:r>
                            </m:sub>
                          </m:sSub>
                          <m:sSub>
                            <m:sSubPr>
                              <m:ctrlPr>
                                <a:rPr lang="en-IN" sz="2800" i="1">
                                  <a:solidFill>
                                    <a:srgbClr val="002060"/>
                                  </a:solidFill>
                                  <a:latin typeface="Cambria Math" panose="02040503050406030204" pitchFamily="18" charset="0"/>
                                </a:rPr>
                              </m:ctrlPr>
                            </m:sSubPr>
                            <m:e>
                              <m:r>
                                <m:rPr>
                                  <m:sty m:val="p"/>
                                </m:rPr>
                                <a:rPr lang="en-IN" sz="2800" b="0" i="0">
                                  <a:solidFill>
                                    <a:srgbClr val="002060"/>
                                  </a:solidFill>
                                  <a:latin typeface="Cambria Math" panose="02040503050406030204" pitchFamily="18" charset="0"/>
                                </a:rPr>
                                <m:t>p</m:t>
                              </m:r>
                            </m:e>
                            <m:sub>
                              <m:r>
                                <a:rPr lang="en-IN" sz="2800" b="0" i="0">
                                  <a:solidFill>
                                    <a:srgbClr val="002060"/>
                                  </a:solidFill>
                                  <a:latin typeface="Cambria Math" panose="02040503050406030204" pitchFamily="18" charset="0"/>
                                </a:rPr>
                                <m:t>1</m:t>
                              </m:r>
                            </m:sub>
                          </m:sSub>
                          <m:r>
                            <a:rPr lang="en-IN" sz="2800" b="0" i="0">
                              <a:solidFill>
                                <a:srgbClr val="002060"/>
                              </a:solidFill>
                              <a:latin typeface="Cambria Math" panose="02040503050406030204" pitchFamily="18" charset="0"/>
                            </a:rPr>
                            <m:t>+</m:t>
                          </m:r>
                          <m:sSub>
                            <m:sSubPr>
                              <m:ctrlPr>
                                <a:rPr lang="en-IN" sz="2800" i="1">
                                  <a:solidFill>
                                    <a:srgbClr val="002060"/>
                                  </a:solidFill>
                                  <a:latin typeface="Cambria Math" panose="02040503050406030204" pitchFamily="18" charset="0"/>
                                </a:rPr>
                              </m:ctrlPr>
                            </m:sSubPr>
                            <m:e>
                              <m:r>
                                <m:rPr>
                                  <m:sty m:val="p"/>
                                </m:rPr>
                                <a:rPr lang="en-IN" sz="2800" b="0" i="0">
                                  <a:solidFill>
                                    <a:srgbClr val="002060"/>
                                  </a:solidFill>
                                  <a:latin typeface="Cambria Math" panose="02040503050406030204" pitchFamily="18" charset="0"/>
                                </a:rPr>
                                <m:t>n</m:t>
                              </m:r>
                            </m:e>
                            <m:sub>
                              <m:r>
                                <a:rPr lang="en-IN" sz="2800" b="0" i="0">
                                  <a:solidFill>
                                    <a:srgbClr val="002060"/>
                                  </a:solidFill>
                                  <a:latin typeface="Cambria Math" panose="02040503050406030204" pitchFamily="18" charset="0"/>
                                </a:rPr>
                                <m:t>2</m:t>
                              </m:r>
                            </m:sub>
                          </m:sSub>
                          <m:sSub>
                            <m:sSubPr>
                              <m:ctrlPr>
                                <a:rPr lang="en-IN" sz="2800" i="1">
                                  <a:solidFill>
                                    <a:srgbClr val="002060"/>
                                  </a:solidFill>
                                  <a:latin typeface="Cambria Math" panose="02040503050406030204" pitchFamily="18" charset="0"/>
                                </a:rPr>
                              </m:ctrlPr>
                            </m:sSubPr>
                            <m:e>
                              <m:r>
                                <m:rPr>
                                  <m:sty m:val="p"/>
                                </m:rPr>
                                <a:rPr lang="en-IN" sz="2800" b="0" i="0">
                                  <a:solidFill>
                                    <a:srgbClr val="002060"/>
                                  </a:solidFill>
                                  <a:latin typeface="Cambria Math" panose="02040503050406030204" pitchFamily="18" charset="0"/>
                                </a:rPr>
                                <m:t>p</m:t>
                              </m:r>
                            </m:e>
                            <m:sub>
                              <m:r>
                                <a:rPr lang="en-IN" sz="2800" b="0" i="0">
                                  <a:solidFill>
                                    <a:srgbClr val="002060"/>
                                  </a:solidFill>
                                  <a:latin typeface="Cambria Math" panose="02040503050406030204" pitchFamily="18" charset="0"/>
                                </a:rPr>
                                <m:t>2</m:t>
                              </m:r>
                            </m:sub>
                          </m:sSub>
                          <m:r>
                            <a:rPr lang="en-IN" sz="2800" b="0" i="0">
                              <a:solidFill>
                                <a:srgbClr val="002060"/>
                              </a:solidFill>
                              <a:latin typeface="Cambria Math" panose="02040503050406030204" pitchFamily="18" charset="0"/>
                            </a:rPr>
                            <m:t> </m:t>
                          </m:r>
                        </m:num>
                        <m:den>
                          <m:r>
                            <a:rPr lang="en-IN" sz="2800" b="0" i="0">
                              <a:solidFill>
                                <a:srgbClr val="002060"/>
                              </a:solidFill>
                              <a:latin typeface="Cambria Math" panose="02040503050406030204" pitchFamily="18" charset="0"/>
                            </a:rPr>
                            <m:t> </m:t>
                          </m:r>
                          <m:sSub>
                            <m:sSubPr>
                              <m:ctrlPr>
                                <a:rPr lang="en-IN" sz="2800" i="1">
                                  <a:solidFill>
                                    <a:srgbClr val="002060"/>
                                  </a:solidFill>
                                  <a:latin typeface="Cambria Math" panose="02040503050406030204" pitchFamily="18" charset="0"/>
                                </a:rPr>
                              </m:ctrlPr>
                            </m:sSubPr>
                            <m:e>
                              <m:r>
                                <m:rPr>
                                  <m:sty m:val="p"/>
                                </m:rPr>
                                <a:rPr lang="en-IN" sz="2800" b="0" i="0">
                                  <a:solidFill>
                                    <a:srgbClr val="002060"/>
                                  </a:solidFill>
                                  <a:latin typeface="Cambria Math" panose="02040503050406030204" pitchFamily="18" charset="0"/>
                                </a:rPr>
                                <m:t>n</m:t>
                              </m:r>
                            </m:e>
                            <m:sub>
                              <m:r>
                                <a:rPr lang="en-IN" sz="2800" b="0" i="0">
                                  <a:solidFill>
                                    <a:srgbClr val="002060"/>
                                  </a:solidFill>
                                  <a:latin typeface="Cambria Math" panose="02040503050406030204" pitchFamily="18" charset="0"/>
                                </a:rPr>
                                <m:t>1</m:t>
                              </m:r>
                            </m:sub>
                          </m:sSub>
                          <m:r>
                            <a:rPr lang="en-IN" sz="2800" b="0" i="0">
                              <a:solidFill>
                                <a:srgbClr val="002060"/>
                              </a:solidFill>
                              <a:latin typeface="Cambria Math" panose="02040503050406030204" pitchFamily="18" charset="0"/>
                            </a:rPr>
                            <m:t>+</m:t>
                          </m:r>
                          <m:sSub>
                            <m:sSubPr>
                              <m:ctrlPr>
                                <a:rPr lang="en-IN" sz="2800" i="1">
                                  <a:solidFill>
                                    <a:srgbClr val="002060"/>
                                  </a:solidFill>
                                  <a:latin typeface="Cambria Math" panose="02040503050406030204" pitchFamily="18" charset="0"/>
                                </a:rPr>
                              </m:ctrlPr>
                            </m:sSubPr>
                            <m:e>
                              <m:r>
                                <m:rPr>
                                  <m:sty m:val="p"/>
                                </m:rPr>
                                <a:rPr lang="en-IN" sz="2800" b="0" i="0">
                                  <a:solidFill>
                                    <a:srgbClr val="002060"/>
                                  </a:solidFill>
                                  <a:latin typeface="Cambria Math" panose="02040503050406030204" pitchFamily="18" charset="0"/>
                                </a:rPr>
                                <m:t>n</m:t>
                              </m:r>
                            </m:e>
                            <m:sub>
                              <m:r>
                                <a:rPr lang="en-IN" sz="2800" b="0" i="0">
                                  <a:solidFill>
                                    <a:srgbClr val="002060"/>
                                  </a:solidFill>
                                  <a:latin typeface="Cambria Math" panose="02040503050406030204" pitchFamily="18" charset="0"/>
                                </a:rPr>
                                <m:t>2</m:t>
                              </m:r>
                            </m:sub>
                          </m:sSub>
                          <m:r>
                            <a:rPr lang="en-IN" sz="2800" b="0" i="0">
                              <a:solidFill>
                                <a:srgbClr val="002060"/>
                              </a:solidFill>
                              <a:latin typeface="Cambria Math" panose="02040503050406030204" pitchFamily="18" charset="0"/>
                            </a:rPr>
                            <m:t> </m:t>
                          </m:r>
                        </m:den>
                      </m:f>
                      <m:r>
                        <a:rPr lang="en-IN" sz="2800" b="0" i="0">
                          <a:solidFill>
                            <a:srgbClr val="002060"/>
                          </a:solidFill>
                          <a:latin typeface="Cambria Math" panose="02040503050406030204" pitchFamily="18" charset="0"/>
                        </a:rPr>
                        <m:t> </m:t>
                      </m:r>
                    </m:oMath>
                  </m:oMathPara>
                </a14:m>
                <a:endParaRPr lang="en-IN" sz="2800" i="0" dirty="0">
                  <a:solidFill>
                    <a:srgbClr val="002060"/>
                  </a:solidFill>
                  <a:latin typeface="Cambria Math" panose="02040503050406030204" pitchFamily="18" charset="0"/>
                </a:endParaRPr>
              </a:p>
            </p:txBody>
          </p:sp>
        </mc:Choice>
        <mc:Fallback xmlns="">
          <p:sp>
            <p:nvSpPr>
              <p:cNvPr id="20" name="TextBox 19">
                <a:extLst>
                  <a:ext uri="{FF2B5EF4-FFF2-40B4-BE49-F238E27FC236}">
                    <a16:creationId xmlns:a16="http://schemas.microsoft.com/office/drawing/2014/main" id="{EE79241D-CC4A-3C18-AD25-49021333CE5E}"/>
                  </a:ext>
                </a:extLst>
              </p:cNvPr>
              <p:cNvSpPr txBox="1">
                <a:spLocks noRot="1" noChangeAspect="1" noMove="1" noResize="1" noEditPoints="1" noAdjustHandles="1" noChangeArrowheads="1" noChangeShapeType="1" noTextEdit="1"/>
              </p:cNvSpPr>
              <p:nvPr/>
            </p:nvSpPr>
            <p:spPr>
              <a:xfrm>
                <a:off x="183775" y="5412026"/>
                <a:ext cx="3028840" cy="945452"/>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421BCA10-7450-E12F-4888-CB9161305F0F}"/>
                  </a:ext>
                </a:extLst>
              </p:cNvPr>
              <p:cNvSpPr txBox="1"/>
              <p:nvPr/>
            </p:nvSpPr>
            <p:spPr>
              <a:xfrm>
                <a:off x="6066897" y="2181163"/>
                <a:ext cx="5226583" cy="93570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b="0" i="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m:t>
                          </m:r>
                          <m:d>
                            <m:dPr>
                              <m:ctrlPr>
                                <a:rPr lang="en-IN" sz="2800" b="0" i="1" smtClean="0">
                                  <a:solidFill>
                                    <a:srgbClr val="002060"/>
                                  </a:solidFill>
                                  <a:latin typeface="Cambria Math" panose="02040503050406030204" pitchFamily="18" charset="0"/>
                                </a:rPr>
                              </m:ctrlPr>
                            </m:dPr>
                            <m:e>
                              <m:r>
                                <a:rPr lang="en-IN" sz="2800" b="0" i="1" smtClean="0">
                                  <a:solidFill>
                                    <a:srgbClr val="002060"/>
                                  </a:solidFill>
                                  <a:latin typeface="Cambria Math" panose="02040503050406030204" pitchFamily="18" charset="0"/>
                                </a:rPr>
                                <m:t>60</m:t>
                              </m:r>
                            </m:e>
                          </m:d>
                          <m:d>
                            <m:dPr>
                              <m:ctrlPr>
                                <a:rPr lang="en-IN" sz="2800" i="1">
                                  <a:solidFill>
                                    <a:srgbClr val="002060"/>
                                  </a:solidFill>
                                  <a:latin typeface="Cambria Math" panose="02040503050406030204" pitchFamily="18" charset="0"/>
                                </a:rPr>
                              </m:ctrlPr>
                            </m:dPr>
                            <m:e>
                              <m:r>
                                <a:rPr lang="en-US" sz="2800" b="0" i="1" smtClean="0">
                                  <a:solidFill>
                                    <a:srgbClr val="002060"/>
                                  </a:solidFill>
                                  <a:latin typeface="Cambria Math" panose="02040503050406030204" pitchFamily="18" charset="0"/>
                                </a:rPr>
                                <m:t>0.</m:t>
                              </m:r>
                              <m:r>
                                <a:rPr lang="en-IN" sz="2800" b="0" i="1" smtClean="0">
                                  <a:solidFill>
                                    <a:srgbClr val="002060"/>
                                  </a:solidFill>
                                  <a:latin typeface="Cambria Math" panose="02040503050406030204" pitchFamily="18" charset="0"/>
                                </a:rPr>
                                <m:t>666</m:t>
                              </m:r>
                            </m:e>
                          </m:d>
                          <m:r>
                            <a:rPr lang="en-IN" sz="2800" b="0" i="0">
                              <a:solidFill>
                                <a:srgbClr val="002060"/>
                              </a:solidFill>
                              <a:latin typeface="Cambria Math" panose="02040503050406030204" pitchFamily="18" charset="0"/>
                            </a:rPr>
                            <m:t>+</m:t>
                          </m:r>
                          <m:d>
                            <m:dPr>
                              <m:ctrlPr>
                                <a:rPr lang="en-IN" sz="2800" i="1">
                                  <a:solidFill>
                                    <a:srgbClr val="002060"/>
                                  </a:solidFill>
                                  <a:latin typeface="Cambria Math" panose="02040503050406030204" pitchFamily="18" charset="0"/>
                                </a:rPr>
                              </m:ctrlPr>
                            </m:dPr>
                            <m:e>
                              <m:r>
                                <a:rPr lang="en-IN" sz="2800" b="0" i="1" smtClean="0">
                                  <a:solidFill>
                                    <a:srgbClr val="002060"/>
                                  </a:solidFill>
                                  <a:latin typeface="Cambria Math" panose="02040503050406030204" pitchFamily="18" charset="0"/>
                                </a:rPr>
                                <m:t>140</m:t>
                              </m:r>
                            </m:e>
                          </m:d>
                          <m:d>
                            <m:dPr>
                              <m:ctrlPr>
                                <a:rPr lang="en-IN" sz="2800" i="1">
                                  <a:solidFill>
                                    <a:srgbClr val="002060"/>
                                  </a:solidFill>
                                  <a:latin typeface="Cambria Math" panose="02040503050406030204" pitchFamily="18" charset="0"/>
                                </a:rPr>
                              </m:ctrlPr>
                            </m:dPr>
                            <m:e>
                              <m:r>
                                <a:rPr lang="en-IN" sz="2800" i="1">
                                  <a:solidFill>
                                    <a:srgbClr val="002060"/>
                                  </a:solidFill>
                                  <a:latin typeface="Cambria Math" panose="02040503050406030204" pitchFamily="18" charset="0"/>
                                </a:rPr>
                                <m:t>0.5</m:t>
                              </m:r>
                              <m:r>
                                <a:rPr lang="en-IN" sz="2800" b="0" i="1" smtClean="0">
                                  <a:solidFill>
                                    <a:srgbClr val="002060"/>
                                  </a:solidFill>
                                  <a:latin typeface="Cambria Math" panose="02040503050406030204" pitchFamily="18" charset="0"/>
                                </a:rPr>
                                <m:t>714</m:t>
                              </m:r>
                            </m:e>
                          </m:d>
                        </m:num>
                        <m:den>
                          <m:r>
                            <a:rPr lang="en-IN" sz="2800" b="0" i="0">
                              <a:solidFill>
                                <a:srgbClr val="002060"/>
                              </a:solidFill>
                              <a:latin typeface="Cambria Math" panose="02040503050406030204" pitchFamily="18" charset="0"/>
                            </a:rPr>
                            <m:t> </m:t>
                          </m:r>
                          <m:r>
                            <a:rPr lang="en-IN" sz="2800" b="0" i="1" smtClean="0">
                              <a:solidFill>
                                <a:srgbClr val="002060"/>
                              </a:solidFill>
                              <a:latin typeface="Cambria Math" panose="02040503050406030204" pitchFamily="18" charset="0"/>
                            </a:rPr>
                            <m:t>60</m:t>
                          </m:r>
                          <m:r>
                            <a:rPr lang="en-IN" sz="2800" b="0" i="0">
                              <a:solidFill>
                                <a:srgbClr val="002060"/>
                              </a:solidFill>
                              <a:latin typeface="Cambria Math" panose="02040503050406030204" pitchFamily="18" charset="0"/>
                            </a:rPr>
                            <m:t>+</m:t>
                          </m:r>
                          <m:r>
                            <a:rPr lang="en-IN" sz="2800" i="1" smtClean="0">
                              <a:solidFill>
                                <a:srgbClr val="002060"/>
                              </a:solidFill>
                              <a:latin typeface="Cambria Math" panose="02040503050406030204" pitchFamily="18" charset="0"/>
                            </a:rPr>
                            <m:t>1</m:t>
                          </m:r>
                          <m:r>
                            <a:rPr lang="en-IN" sz="2800" b="0" i="1" smtClean="0">
                              <a:solidFill>
                                <a:srgbClr val="002060"/>
                              </a:solidFill>
                              <a:latin typeface="Cambria Math" panose="02040503050406030204" pitchFamily="18" charset="0"/>
                            </a:rPr>
                            <m:t>40</m:t>
                          </m:r>
                          <m:r>
                            <a:rPr lang="en-IN" sz="2800" b="0" i="0">
                              <a:solidFill>
                                <a:srgbClr val="002060"/>
                              </a:solidFill>
                              <a:latin typeface="Cambria Math" panose="02040503050406030204" pitchFamily="18" charset="0"/>
                            </a:rPr>
                            <m:t> </m:t>
                          </m:r>
                        </m:den>
                      </m:f>
                      <m:r>
                        <a:rPr lang="en-IN" sz="2800" b="0" i="0">
                          <a:solidFill>
                            <a:srgbClr val="002060"/>
                          </a:solidFill>
                          <a:latin typeface="Cambria Math" panose="02040503050406030204" pitchFamily="18" charset="0"/>
                        </a:rPr>
                        <m:t> </m:t>
                      </m:r>
                    </m:oMath>
                  </m:oMathPara>
                </a14:m>
                <a:endParaRPr lang="en-IN" sz="2800" i="0" dirty="0">
                  <a:solidFill>
                    <a:srgbClr val="002060"/>
                  </a:solidFill>
                  <a:latin typeface="Cambria Math" panose="02040503050406030204" pitchFamily="18" charset="0"/>
                </a:endParaRPr>
              </a:p>
            </p:txBody>
          </p:sp>
        </mc:Choice>
        <mc:Fallback xmlns="">
          <p:sp>
            <p:nvSpPr>
              <p:cNvPr id="22" name="TextBox 21">
                <a:extLst>
                  <a:ext uri="{FF2B5EF4-FFF2-40B4-BE49-F238E27FC236}">
                    <a16:creationId xmlns:a16="http://schemas.microsoft.com/office/drawing/2014/main" id="{421BCA10-7450-E12F-4888-CB9161305F0F}"/>
                  </a:ext>
                </a:extLst>
              </p:cNvPr>
              <p:cNvSpPr txBox="1">
                <a:spLocks noRot="1" noChangeAspect="1" noMove="1" noResize="1" noEditPoints="1" noAdjustHandles="1" noChangeArrowheads="1" noChangeShapeType="1" noTextEdit="1"/>
              </p:cNvSpPr>
              <p:nvPr/>
            </p:nvSpPr>
            <p:spPr>
              <a:xfrm>
                <a:off x="6066897" y="2181163"/>
                <a:ext cx="5226583" cy="935705"/>
              </a:xfrm>
              <a:prstGeom prst="rect">
                <a:avLst/>
              </a:prstGeom>
              <a:blipFill>
                <a:blip r:embed="rId10"/>
                <a:stretch>
                  <a:fillRect/>
                </a:stretch>
              </a:blipFill>
            </p:spPr>
            <p:txBody>
              <a:bodyPr/>
              <a:lstStyle/>
              <a:p>
                <a:r>
                  <a:rPr lang="en-IN">
                    <a:noFill/>
                  </a:rPr>
                  <a:t> </a:t>
                </a:r>
              </a:p>
            </p:txBody>
          </p:sp>
        </mc:Fallback>
      </mc:AlternateContent>
      <p:sp>
        <p:nvSpPr>
          <p:cNvPr id="5" name="Rectangle 4">
            <a:extLst>
              <a:ext uri="{FF2B5EF4-FFF2-40B4-BE49-F238E27FC236}">
                <a16:creationId xmlns:a16="http://schemas.microsoft.com/office/drawing/2014/main" id="{748BF465-70CB-9C20-3799-6B6F23235D25}"/>
              </a:ext>
            </a:extLst>
          </p:cNvPr>
          <p:cNvSpPr/>
          <p:nvPr/>
        </p:nvSpPr>
        <p:spPr>
          <a:xfrm>
            <a:off x="2363468" y="1847793"/>
            <a:ext cx="2482254" cy="523220"/>
          </a:xfrm>
          <a:prstGeom prst="rect">
            <a:avLst/>
          </a:prstGeom>
        </p:spPr>
        <p:txBody>
          <a:bodyPr wrap="square">
            <a:spAutoFit/>
          </a:bodyPr>
          <a:lstStyle/>
          <a:p>
            <a:pPr lvl="0"/>
            <a:r>
              <a:rPr lang="en-US" sz="2800" dirty="0">
                <a:solidFill>
                  <a:srgbClr val="002060"/>
                </a:solidFill>
              </a:rPr>
              <a:t>(two tailed test)</a:t>
            </a:r>
            <a:r>
              <a:rPr lang="en-US" sz="2800" u="sng" dirty="0">
                <a:solidFill>
                  <a:srgbClr val="002060"/>
                </a:solidFill>
              </a:rPr>
              <a:t>  </a:t>
            </a:r>
          </a:p>
        </p:txBody>
      </p:sp>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98A71513-6181-D8F4-7D0F-31BED77F8FAD}"/>
                  </a:ext>
                </a:extLst>
              </p:cNvPr>
              <p:cNvSpPr/>
              <p:nvPr/>
            </p:nvSpPr>
            <p:spPr>
              <a:xfrm>
                <a:off x="6083300" y="3209978"/>
                <a:ext cx="1323338" cy="523220"/>
              </a:xfrm>
              <a:prstGeom prst="rect">
                <a:avLst/>
              </a:prstGeom>
            </p:spPr>
            <p:txBody>
              <a:bodyPr wrap="square">
                <a:spAutoFit/>
              </a:bodyPr>
              <a:lstStyle/>
              <a:p>
                <a:pPr lvl="0"/>
                <a14:m>
                  <m:oMath xmlns:m="http://schemas.openxmlformats.org/officeDocument/2006/math">
                    <m:r>
                      <a:rPr lang="en-IN" sz="2800" b="0" i="0" smtClean="0">
                        <a:solidFill>
                          <a:srgbClr val="002060"/>
                        </a:solidFill>
                        <a:latin typeface="Cambria Math" panose="02040503050406030204" pitchFamily="18" charset="0"/>
                      </a:rPr>
                      <m:t>=0.6</m:t>
                    </m:r>
                  </m:oMath>
                </a14:m>
                <a:r>
                  <a:rPr lang="en-US" sz="2800" dirty="0">
                    <a:solidFill>
                      <a:srgbClr val="002060"/>
                    </a:solidFill>
                  </a:rPr>
                  <a:t>  </a:t>
                </a:r>
              </a:p>
            </p:txBody>
          </p:sp>
        </mc:Choice>
        <mc:Fallback xmlns="">
          <p:sp>
            <p:nvSpPr>
              <p:cNvPr id="32" name="Rectangle 31">
                <a:extLst>
                  <a:ext uri="{FF2B5EF4-FFF2-40B4-BE49-F238E27FC236}">
                    <a16:creationId xmlns:a16="http://schemas.microsoft.com/office/drawing/2014/main" id="{98A71513-6181-D8F4-7D0F-31BED77F8FAD}"/>
                  </a:ext>
                </a:extLst>
              </p:cNvPr>
              <p:cNvSpPr>
                <a:spLocks noRot="1" noChangeAspect="1" noMove="1" noResize="1" noEditPoints="1" noAdjustHandles="1" noChangeArrowheads="1" noChangeShapeType="1" noTextEdit="1"/>
              </p:cNvSpPr>
              <p:nvPr/>
            </p:nvSpPr>
            <p:spPr>
              <a:xfrm>
                <a:off x="6083300" y="3209978"/>
                <a:ext cx="1323338"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5F7CB916-39EF-38F0-39F0-B0FEC22CA35F}"/>
                  </a:ext>
                </a:extLst>
              </p:cNvPr>
              <p:cNvSpPr/>
              <p:nvPr/>
            </p:nvSpPr>
            <p:spPr>
              <a:xfrm>
                <a:off x="5737003" y="3800908"/>
                <a:ext cx="175721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2800" b="0" i="0" smtClean="0">
                          <a:solidFill>
                            <a:srgbClr val="002060"/>
                          </a:solidFill>
                          <a:latin typeface="Cambria Math" panose="02040503050406030204" pitchFamily="18" charset="0"/>
                        </a:rPr>
                        <m:t>q</m:t>
                      </m:r>
                      <m:r>
                        <a:rPr lang="en-IN" sz="2800" b="0" i="0" smtClean="0">
                          <a:solidFill>
                            <a:srgbClr val="002060"/>
                          </a:solidFill>
                          <a:latin typeface="Cambria Math" panose="02040503050406030204" pitchFamily="18" charset="0"/>
                        </a:rPr>
                        <m:t>=</m:t>
                      </m:r>
                      <m:r>
                        <a:rPr lang="en-US" sz="2800" b="0" i="0" smtClean="0">
                          <a:solidFill>
                            <a:srgbClr val="002060"/>
                          </a:solidFill>
                          <a:latin typeface="Cambria Math" panose="02040503050406030204" pitchFamily="18" charset="0"/>
                        </a:rPr>
                        <m:t>1−</m:t>
                      </m:r>
                      <m:r>
                        <m:rPr>
                          <m:sty m:val="p"/>
                        </m:rPr>
                        <a:rPr lang="en-US" sz="2800" b="0" i="0" smtClean="0">
                          <a:solidFill>
                            <a:srgbClr val="002060"/>
                          </a:solidFill>
                          <a:latin typeface="Cambria Math" panose="02040503050406030204" pitchFamily="18" charset="0"/>
                        </a:rPr>
                        <m:t>p</m:t>
                      </m:r>
                    </m:oMath>
                  </m:oMathPara>
                </a14:m>
                <a:endParaRPr lang="en-US" sz="2800" dirty="0">
                  <a:solidFill>
                    <a:srgbClr val="002060"/>
                  </a:solidFill>
                </a:endParaRPr>
              </a:p>
            </p:txBody>
          </p:sp>
        </mc:Choice>
        <mc:Fallback xmlns="">
          <p:sp>
            <p:nvSpPr>
              <p:cNvPr id="34" name="Rectangle 33">
                <a:extLst>
                  <a:ext uri="{FF2B5EF4-FFF2-40B4-BE49-F238E27FC236}">
                    <a16:creationId xmlns:a16="http://schemas.microsoft.com/office/drawing/2014/main" id="{5F7CB916-39EF-38F0-39F0-B0FEC22CA35F}"/>
                  </a:ext>
                </a:extLst>
              </p:cNvPr>
              <p:cNvSpPr>
                <a:spLocks noRot="1" noChangeAspect="1" noMove="1" noResize="1" noEditPoints="1" noAdjustHandles="1" noChangeArrowheads="1" noChangeShapeType="1" noTextEdit="1"/>
              </p:cNvSpPr>
              <p:nvPr/>
            </p:nvSpPr>
            <p:spPr>
              <a:xfrm>
                <a:off x="5737003" y="3800908"/>
                <a:ext cx="1757212"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A07DD107-A39D-5008-7A8D-F532B4507D3A}"/>
                  </a:ext>
                </a:extLst>
              </p:cNvPr>
              <p:cNvSpPr txBox="1"/>
              <p:nvPr/>
            </p:nvSpPr>
            <p:spPr>
              <a:xfrm>
                <a:off x="7263309" y="3823230"/>
                <a:ext cx="2579188"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i="1" smtClean="0">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1−</m:t>
                      </m:r>
                      <m:r>
                        <a:rPr lang="en-IN" sz="2800" b="0" i="1" smtClean="0">
                          <a:solidFill>
                            <a:srgbClr val="002060"/>
                          </a:solidFill>
                          <a:latin typeface="Cambria Math" panose="02040503050406030204" pitchFamily="18" charset="0"/>
                        </a:rPr>
                        <m:t>0.59978</m:t>
                      </m:r>
                    </m:oMath>
                  </m:oMathPara>
                </a14:m>
                <a:endParaRPr lang="en-IN" sz="2800" dirty="0"/>
              </a:p>
            </p:txBody>
          </p:sp>
        </mc:Choice>
        <mc:Fallback xmlns="">
          <p:sp>
            <p:nvSpPr>
              <p:cNvPr id="35" name="TextBox 34">
                <a:extLst>
                  <a:ext uri="{FF2B5EF4-FFF2-40B4-BE49-F238E27FC236}">
                    <a16:creationId xmlns:a16="http://schemas.microsoft.com/office/drawing/2014/main" id="{A07DD107-A39D-5008-7A8D-F532B4507D3A}"/>
                  </a:ext>
                </a:extLst>
              </p:cNvPr>
              <p:cNvSpPr txBox="1">
                <a:spLocks noRot="1" noChangeAspect="1" noMove="1" noResize="1" noEditPoints="1" noAdjustHandles="1" noChangeArrowheads="1" noChangeShapeType="1" noTextEdit="1"/>
              </p:cNvSpPr>
              <p:nvPr/>
            </p:nvSpPr>
            <p:spPr>
              <a:xfrm>
                <a:off x="7263309" y="3823230"/>
                <a:ext cx="2579188"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71C14E74-5D0F-0A6B-BC84-E8B1804EE970}"/>
                  </a:ext>
                </a:extLst>
              </p:cNvPr>
              <p:cNvSpPr txBox="1"/>
              <p:nvPr/>
            </p:nvSpPr>
            <p:spPr>
              <a:xfrm>
                <a:off x="9705919" y="3831571"/>
                <a:ext cx="911282"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i="1" smtClean="0">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0.</m:t>
                      </m:r>
                      <m:r>
                        <a:rPr lang="en-IN" sz="2800" b="0" i="1" smtClean="0">
                          <a:solidFill>
                            <a:srgbClr val="002060"/>
                          </a:solidFill>
                          <a:latin typeface="Cambria Math" panose="02040503050406030204" pitchFamily="18" charset="0"/>
                        </a:rPr>
                        <m:t>4</m:t>
                      </m:r>
                    </m:oMath>
                  </m:oMathPara>
                </a14:m>
                <a:endParaRPr lang="en-IN" sz="2800" dirty="0"/>
              </a:p>
            </p:txBody>
          </p:sp>
        </mc:Choice>
        <mc:Fallback xmlns="">
          <p:sp>
            <p:nvSpPr>
              <p:cNvPr id="36" name="TextBox 35">
                <a:extLst>
                  <a:ext uri="{FF2B5EF4-FFF2-40B4-BE49-F238E27FC236}">
                    <a16:creationId xmlns:a16="http://schemas.microsoft.com/office/drawing/2014/main" id="{71C14E74-5D0F-0A6B-BC84-E8B1804EE970}"/>
                  </a:ext>
                </a:extLst>
              </p:cNvPr>
              <p:cNvSpPr txBox="1">
                <a:spLocks noRot="1" noChangeAspect="1" noMove="1" noResize="1" noEditPoints="1" noAdjustHandles="1" noChangeArrowheads="1" noChangeShapeType="1" noTextEdit="1"/>
              </p:cNvSpPr>
              <p:nvPr/>
            </p:nvSpPr>
            <p:spPr>
              <a:xfrm>
                <a:off x="9705919" y="3831571"/>
                <a:ext cx="911282" cy="523220"/>
              </a:xfrm>
              <a:prstGeom prst="rect">
                <a:avLst/>
              </a:prstGeom>
              <a:blipFill>
                <a:blip r:embed="rId14"/>
                <a:stretch>
                  <a:fillRect/>
                </a:stretch>
              </a:blipFill>
            </p:spPr>
            <p:txBody>
              <a:bodyPr/>
              <a:lstStyle/>
              <a:p>
                <a:r>
                  <a:rPr lang="en-IN">
                    <a:noFill/>
                  </a:rPr>
                  <a:t> </a:t>
                </a:r>
              </a:p>
            </p:txBody>
          </p:sp>
        </mc:Fallback>
      </mc:AlternateContent>
      <p:cxnSp>
        <p:nvCxnSpPr>
          <p:cNvPr id="38" name="Straight Connector 37">
            <a:extLst>
              <a:ext uri="{FF2B5EF4-FFF2-40B4-BE49-F238E27FC236}">
                <a16:creationId xmlns:a16="http://schemas.microsoft.com/office/drawing/2014/main" id="{A7CAFB1A-F5EB-BDC3-B4AC-F35480C3CDF3}"/>
              </a:ext>
            </a:extLst>
          </p:cNvPr>
          <p:cNvCxnSpPr>
            <a:cxnSpLocks/>
          </p:cNvCxnSpPr>
          <p:nvPr/>
        </p:nvCxnSpPr>
        <p:spPr>
          <a:xfrm>
            <a:off x="5133480" y="2285864"/>
            <a:ext cx="0" cy="4320000"/>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E57BCE01-41D5-C175-EF74-D17CB1584B15}"/>
                  </a:ext>
                </a:extLst>
              </p:cNvPr>
              <p:cNvSpPr txBox="1"/>
              <p:nvPr/>
            </p:nvSpPr>
            <p:spPr>
              <a:xfrm>
                <a:off x="5551311" y="4471500"/>
                <a:ext cx="5168760" cy="144648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b="0" i="1" smtClean="0">
                          <a:solidFill>
                            <a:srgbClr val="002060"/>
                          </a:solidFill>
                          <a:latin typeface="Cambria Math" panose="02040503050406030204" pitchFamily="18" charset="0"/>
                          <a:ea typeface="Cambria Math" panose="02040503050406030204" pitchFamily="18" charset="0"/>
                        </a:rPr>
                        <m:t>∴</m:t>
                      </m:r>
                      <m:r>
                        <m:rPr>
                          <m:sty m:val="p"/>
                        </m:rPr>
                        <a:rPr lang="en-IN" sz="2800" b="0" i="1" smtClean="0">
                          <a:solidFill>
                            <a:srgbClr val="002060"/>
                          </a:solidFill>
                          <a:latin typeface="Cambria Math" panose="02040503050406030204" pitchFamily="18" charset="0"/>
                        </a:rPr>
                        <m:t>Z</m:t>
                      </m:r>
                      <m:r>
                        <a:rPr lang="en-IN" sz="2800" b="0" i="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m:t>
                          </m:r>
                          <m:r>
                            <a:rPr lang="en-IN" sz="2800" i="1" smtClean="0">
                              <a:solidFill>
                                <a:srgbClr val="002060"/>
                              </a:solidFill>
                              <a:latin typeface="Cambria Math" panose="02040503050406030204" pitchFamily="18" charset="0"/>
                            </a:rPr>
                            <m:t>0</m:t>
                          </m:r>
                          <m:r>
                            <a:rPr lang="en-IN" sz="2800" b="0" i="1" smtClean="0">
                              <a:solidFill>
                                <a:srgbClr val="002060"/>
                              </a:solidFill>
                              <a:latin typeface="Cambria Math" panose="02040503050406030204" pitchFamily="18" charset="0"/>
                            </a:rPr>
                            <m:t>.666</m:t>
                          </m:r>
                          <m:r>
                            <a:rPr lang="en-IN" sz="2800" b="0" i="0">
                              <a:solidFill>
                                <a:srgbClr val="002060"/>
                              </a:solidFill>
                              <a:latin typeface="Cambria Math" panose="02040503050406030204" pitchFamily="18" charset="0"/>
                            </a:rPr>
                            <m:t>−</m:t>
                          </m:r>
                          <m:r>
                            <a:rPr lang="en-US" sz="2800" i="1" smtClean="0">
                              <a:solidFill>
                                <a:srgbClr val="002060"/>
                              </a:solidFill>
                              <a:latin typeface="Cambria Math" panose="02040503050406030204" pitchFamily="18" charset="0"/>
                            </a:rPr>
                            <m:t>0</m:t>
                          </m:r>
                          <m:r>
                            <a:rPr lang="en-US" sz="2800" b="0" i="1" smtClean="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5714</m:t>
                          </m:r>
                          <m:r>
                            <a:rPr lang="en-IN" sz="2800" b="0" i="0">
                              <a:solidFill>
                                <a:srgbClr val="002060"/>
                              </a:solidFill>
                              <a:latin typeface="Cambria Math" panose="02040503050406030204" pitchFamily="18" charset="0"/>
                            </a:rPr>
                            <m:t> </m:t>
                          </m:r>
                        </m:num>
                        <m:den>
                          <m:r>
                            <a:rPr lang="en-IN" sz="2800" b="0" i="0">
                              <a:solidFill>
                                <a:srgbClr val="002060"/>
                              </a:solidFill>
                              <a:latin typeface="Cambria Math" panose="02040503050406030204" pitchFamily="18" charset="0"/>
                            </a:rPr>
                            <m:t>  </m:t>
                          </m:r>
                          <m:rad>
                            <m:radPr>
                              <m:degHide m:val="on"/>
                              <m:ctrlPr>
                                <a:rPr lang="en-IN" sz="2800" i="1">
                                  <a:solidFill>
                                    <a:srgbClr val="002060"/>
                                  </a:solidFill>
                                  <a:latin typeface="Cambria Math" panose="02040503050406030204" pitchFamily="18" charset="0"/>
                                </a:rPr>
                              </m:ctrlPr>
                            </m:radPr>
                            <m:deg/>
                            <m:e>
                              <m:d>
                                <m:dPr>
                                  <m:ctrlPr>
                                    <a:rPr lang="en-IN" sz="2800" i="1">
                                      <a:solidFill>
                                        <a:srgbClr val="002060"/>
                                      </a:solidFill>
                                      <a:latin typeface="Cambria Math" panose="02040503050406030204" pitchFamily="18" charset="0"/>
                                    </a:rPr>
                                  </m:ctrlPr>
                                </m:dPr>
                                <m:e>
                                  <m:r>
                                    <a:rPr lang="en-US" sz="2800" i="1">
                                      <a:solidFill>
                                        <a:srgbClr val="002060"/>
                                      </a:solidFill>
                                      <a:latin typeface="Cambria Math" panose="02040503050406030204" pitchFamily="18" charset="0"/>
                                    </a:rPr>
                                    <m:t>0.</m:t>
                                  </m:r>
                                  <m:r>
                                    <a:rPr lang="en-IN" sz="2800" b="0" i="1" smtClean="0">
                                      <a:solidFill>
                                        <a:srgbClr val="002060"/>
                                      </a:solidFill>
                                      <a:latin typeface="Cambria Math" panose="02040503050406030204" pitchFamily="18" charset="0"/>
                                    </a:rPr>
                                    <m:t>6</m:t>
                                  </m:r>
                                </m:e>
                              </m:d>
                              <m:d>
                                <m:dPr>
                                  <m:ctrlPr>
                                    <a:rPr lang="en-IN" sz="2800" i="1">
                                      <a:solidFill>
                                        <a:srgbClr val="002060"/>
                                      </a:solidFill>
                                      <a:latin typeface="Cambria Math" panose="02040503050406030204" pitchFamily="18" charset="0"/>
                                    </a:rPr>
                                  </m:ctrlPr>
                                </m:dPr>
                                <m:e>
                                  <m:r>
                                    <a:rPr lang="en-US" sz="2800" i="1">
                                      <a:solidFill>
                                        <a:srgbClr val="002060"/>
                                      </a:solidFill>
                                      <a:latin typeface="Cambria Math" panose="02040503050406030204" pitchFamily="18" charset="0"/>
                                    </a:rPr>
                                    <m:t>0.</m:t>
                                  </m:r>
                                  <m:r>
                                    <a:rPr lang="en-IN" sz="2800" b="0" i="1" smtClean="0">
                                      <a:solidFill>
                                        <a:srgbClr val="002060"/>
                                      </a:solidFill>
                                      <a:latin typeface="Cambria Math" panose="02040503050406030204" pitchFamily="18" charset="0"/>
                                    </a:rPr>
                                    <m:t>4</m:t>
                                  </m:r>
                                </m:e>
                              </m:d>
                              <m:d>
                                <m:dPr>
                                  <m:ctrlPr>
                                    <a:rPr lang="en-IN" sz="2800" i="1">
                                      <a:solidFill>
                                        <a:srgbClr val="002060"/>
                                      </a:solidFill>
                                      <a:latin typeface="Cambria Math" panose="02040503050406030204" pitchFamily="18" charset="0"/>
                                    </a:rPr>
                                  </m:ctrlPr>
                                </m:dPr>
                                <m:e>
                                  <m:f>
                                    <m:fPr>
                                      <m:ctrlPr>
                                        <a:rPr lang="en-IN" sz="280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1 </m:t>
                                      </m:r>
                                    </m:num>
                                    <m:den>
                                      <m:r>
                                        <a:rPr lang="en-IN" sz="2800" i="1" smtClean="0">
                                          <a:solidFill>
                                            <a:srgbClr val="002060"/>
                                          </a:solidFill>
                                          <a:latin typeface="Cambria Math" panose="02040503050406030204" pitchFamily="18" charset="0"/>
                                        </a:rPr>
                                        <m:t>6</m:t>
                                      </m:r>
                                      <m:r>
                                        <a:rPr lang="en-IN" sz="2800" b="0" i="1" smtClean="0">
                                          <a:solidFill>
                                            <a:srgbClr val="002060"/>
                                          </a:solidFill>
                                          <a:latin typeface="Cambria Math" panose="02040503050406030204" pitchFamily="18" charset="0"/>
                                        </a:rPr>
                                        <m:t>0</m:t>
                                      </m:r>
                                    </m:den>
                                  </m:f>
                                  <m:r>
                                    <a:rPr lang="en-IN" sz="2800" b="0" i="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1 </m:t>
                                      </m:r>
                                    </m:num>
                                    <m:den>
                                      <m:r>
                                        <a:rPr lang="en-IN" sz="2800" i="1" smtClean="0">
                                          <a:solidFill>
                                            <a:srgbClr val="002060"/>
                                          </a:solidFill>
                                          <a:latin typeface="Cambria Math" panose="02040503050406030204" pitchFamily="18" charset="0"/>
                                        </a:rPr>
                                        <m:t>1</m:t>
                                      </m:r>
                                      <m:r>
                                        <a:rPr lang="en-IN" sz="2800" b="0" i="1" smtClean="0">
                                          <a:solidFill>
                                            <a:srgbClr val="002060"/>
                                          </a:solidFill>
                                          <a:latin typeface="Cambria Math" panose="02040503050406030204" pitchFamily="18" charset="0"/>
                                        </a:rPr>
                                        <m:t>40</m:t>
                                      </m:r>
                                    </m:den>
                                  </m:f>
                                </m:e>
                              </m:d>
                              <m:r>
                                <a:rPr lang="en-IN" sz="2800" b="0" i="0">
                                  <a:solidFill>
                                    <a:srgbClr val="002060"/>
                                  </a:solidFill>
                                  <a:latin typeface="Cambria Math" panose="02040503050406030204" pitchFamily="18" charset="0"/>
                                </a:rPr>
                                <m:t> </m:t>
                              </m:r>
                            </m:e>
                          </m:rad>
                          <m:r>
                            <a:rPr lang="en-IN" sz="2800" b="0" i="0">
                              <a:solidFill>
                                <a:srgbClr val="002060"/>
                              </a:solidFill>
                              <a:latin typeface="Cambria Math" panose="02040503050406030204" pitchFamily="18" charset="0"/>
                            </a:rPr>
                            <m:t>  </m:t>
                          </m:r>
                        </m:den>
                      </m:f>
                    </m:oMath>
                  </m:oMathPara>
                </a14:m>
                <a:endParaRPr lang="en-IN" sz="2800" dirty="0">
                  <a:solidFill>
                    <a:srgbClr val="002060"/>
                  </a:solidFill>
                </a:endParaRPr>
              </a:p>
            </p:txBody>
          </p:sp>
        </mc:Choice>
        <mc:Fallback xmlns="">
          <p:sp>
            <p:nvSpPr>
              <p:cNvPr id="39" name="TextBox 38">
                <a:extLst>
                  <a:ext uri="{FF2B5EF4-FFF2-40B4-BE49-F238E27FC236}">
                    <a16:creationId xmlns:a16="http://schemas.microsoft.com/office/drawing/2014/main" id="{E57BCE01-41D5-C175-EF74-D17CB1584B15}"/>
                  </a:ext>
                </a:extLst>
              </p:cNvPr>
              <p:cNvSpPr txBox="1">
                <a:spLocks noRot="1" noChangeAspect="1" noMove="1" noResize="1" noEditPoints="1" noAdjustHandles="1" noChangeArrowheads="1" noChangeShapeType="1" noTextEdit="1"/>
              </p:cNvSpPr>
              <p:nvPr/>
            </p:nvSpPr>
            <p:spPr>
              <a:xfrm>
                <a:off x="5551311" y="4471500"/>
                <a:ext cx="5168760" cy="1446486"/>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Rectangle 39">
                <a:extLst>
                  <a:ext uri="{FF2B5EF4-FFF2-40B4-BE49-F238E27FC236}">
                    <a16:creationId xmlns:a16="http://schemas.microsoft.com/office/drawing/2014/main" id="{0FCB31DD-0595-0E9D-62FB-0D9E0A0C3511}"/>
                  </a:ext>
                </a:extLst>
              </p:cNvPr>
              <p:cNvSpPr/>
              <p:nvPr/>
            </p:nvSpPr>
            <p:spPr>
              <a:xfrm>
                <a:off x="6115341" y="6039187"/>
                <a:ext cx="1503402" cy="477054"/>
              </a:xfrm>
              <a:prstGeom prst="rect">
                <a:avLst/>
              </a:prstGeom>
            </p:spPr>
            <p:txBody>
              <a:bodyPr wrap="square">
                <a:spAutoFit/>
              </a:bodyPr>
              <a:lstStyle/>
              <a:p>
                <a:pPr lvl="0"/>
                <a14:m>
                  <m:oMath xmlns:m="http://schemas.openxmlformats.org/officeDocument/2006/math">
                    <m:r>
                      <a:rPr lang="en-IN" sz="2500" b="0" i="0" smtClean="0">
                        <a:solidFill>
                          <a:srgbClr val="002060"/>
                        </a:solidFill>
                        <a:latin typeface="Cambria Math" panose="02040503050406030204" pitchFamily="18" charset="0"/>
                      </a:rPr>
                      <m:t>=1.25</m:t>
                    </m:r>
                  </m:oMath>
                </a14:m>
                <a:r>
                  <a:rPr lang="en-US" sz="2500" dirty="0">
                    <a:solidFill>
                      <a:srgbClr val="002060"/>
                    </a:solidFill>
                  </a:rPr>
                  <a:t>  </a:t>
                </a:r>
              </a:p>
            </p:txBody>
          </p:sp>
        </mc:Choice>
        <mc:Fallback xmlns="">
          <p:sp>
            <p:nvSpPr>
              <p:cNvPr id="40" name="Rectangle 39">
                <a:extLst>
                  <a:ext uri="{FF2B5EF4-FFF2-40B4-BE49-F238E27FC236}">
                    <a16:creationId xmlns:a16="http://schemas.microsoft.com/office/drawing/2014/main" id="{0FCB31DD-0595-0E9D-62FB-0D9E0A0C3511}"/>
                  </a:ext>
                </a:extLst>
              </p:cNvPr>
              <p:cNvSpPr>
                <a:spLocks noRot="1" noChangeAspect="1" noMove="1" noResize="1" noEditPoints="1" noAdjustHandles="1" noChangeArrowheads="1" noChangeShapeType="1" noTextEdit="1"/>
              </p:cNvSpPr>
              <p:nvPr/>
            </p:nvSpPr>
            <p:spPr>
              <a:xfrm>
                <a:off x="6115341" y="6039187"/>
                <a:ext cx="1503402" cy="477054"/>
              </a:xfrm>
              <a:prstGeom prst="rect">
                <a:avLst/>
              </a:prstGeom>
              <a:blipFill>
                <a:blip r:embed="rId16"/>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874639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nodeType="clickEffect">
                                  <p:stCondLst>
                                    <p:cond delay="0"/>
                                  </p:stCondLst>
                                  <p:childTnLst>
                                    <p:set>
                                      <p:cBhvr>
                                        <p:cTn id="50" dur="1" fill="hold">
                                          <p:stCondLst>
                                            <p:cond delay="0"/>
                                          </p:stCondLst>
                                        </p:cTn>
                                        <p:tgtEl>
                                          <p:spTgt spid="38"/>
                                        </p:tgtEl>
                                        <p:attrNameLst>
                                          <p:attrName>style.visibility</p:attrName>
                                        </p:attrNameLst>
                                      </p:cBhvr>
                                      <p:to>
                                        <p:strVal val="visible"/>
                                      </p:to>
                                    </p:set>
                                    <p:animEffect transition="in" filter="wipe(up)">
                                      <p:cBhvr>
                                        <p:cTn id="51" dur="500"/>
                                        <p:tgtEl>
                                          <p:spTgt spid="38"/>
                                        </p:tgtEl>
                                      </p:cBhvr>
                                    </p:animEffec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22"/>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32"/>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clickEffect">
                                  <p:stCondLst>
                                    <p:cond delay="0"/>
                                  </p:stCondLst>
                                  <p:childTnLst>
                                    <p:set>
                                      <p:cBhvr>
                                        <p:cTn id="63" dur="1" fill="hold">
                                          <p:stCondLst>
                                            <p:cond delay="0"/>
                                          </p:stCondLst>
                                        </p:cTn>
                                        <p:tgtEl>
                                          <p:spTgt spid="34">
                                            <p:txEl>
                                              <p:pRg st="0" end="0"/>
                                            </p:txEl>
                                          </p:spTgt>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35"/>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36"/>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39"/>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8" grpId="0"/>
      <p:bldP spid="9" grpId="0"/>
      <p:bldP spid="10" grpId="0"/>
      <p:bldP spid="11" grpId="0"/>
      <p:bldP spid="12" grpId="0"/>
      <p:bldP spid="13" grpId="0"/>
      <p:bldP spid="6" grpId="0"/>
      <p:bldP spid="7" grpId="0"/>
      <p:bldP spid="20" grpId="0"/>
      <p:bldP spid="22" grpId="0"/>
      <p:bldP spid="5" grpId="0"/>
      <p:bldP spid="32" grpId="0"/>
      <p:bldP spid="35" grpId="0"/>
      <p:bldP spid="36" grpId="0"/>
      <p:bldP spid="39" grpId="0"/>
      <p:bldP spid="40" grpId="0"/>
    </p:bldLst>
  </p:timing>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50B59-3F2B-1FB2-30E8-9BADFA2420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7E6ED5-EF22-6D9D-F31B-8E7A0301C495}"/>
              </a:ext>
            </a:extLst>
          </p:cNvPr>
          <p:cNvSpPr>
            <a:spLocks noGrp="1"/>
          </p:cNvSpPr>
          <p:nvPr>
            <p:ph type="title"/>
          </p:nvPr>
        </p:nvSpPr>
        <p:spPr/>
        <p:txBody>
          <a:bodyPr/>
          <a:lstStyle/>
          <a:p>
            <a:r>
              <a:rPr lang="en-GB" dirty="0"/>
              <a:t>Method 6 ⇝ Example 3(</a:t>
            </a:r>
            <a:r>
              <a:rPr lang="en-GB" dirty="0">
                <a:solidFill>
                  <a:srgbClr val="FF0000"/>
                </a:solidFill>
              </a:rPr>
              <a:t>Continue</a:t>
            </a:r>
            <a:r>
              <a:rPr lang="en-GB" dirty="0"/>
              <a:t>)</a:t>
            </a:r>
            <a:endParaRPr lang="en-US" dirty="0"/>
          </a:p>
        </p:txBody>
      </p:sp>
      <p:sp>
        <p:nvSpPr>
          <p:cNvPr id="3" name="Rectangle 2">
            <a:extLst>
              <a:ext uri="{FF2B5EF4-FFF2-40B4-BE49-F238E27FC236}">
                <a16:creationId xmlns:a16="http://schemas.microsoft.com/office/drawing/2014/main" id="{2E1755B3-0ADD-1652-1AFC-6353B6E87912}"/>
              </a:ext>
            </a:extLst>
          </p:cNvPr>
          <p:cNvSpPr/>
          <p:nvPr/>
        </p:nvSpPr>
        <p:spPr>
          <a:xfrm>
            <a:off x="24471" y="937667"/>
            <a:ext cx="2532181" cy="523220"/>
          </a:xfrm>
          <a:prstGeom prst="rect">
            <a:avLst/>
          </a:prstGeom>
        </p:spPr>
        <p:txBody>
          <a:bodyPr wrap="square">
            <a:spAutoFit/>
          </a:bodyPr>
          <a:lstStyle/>
          <a:p>
            <a:pPr lvl="0"/>
            <a:r>
              <a:rPr lang="en-US" sz="2800" b="1" dirty="0">
                <a:solidFill>
                  <a:srgbClr val="002060"/>
                </a:solidFill>
              </a:rPr>
              <a:t>Critical Region :</a:t>
            </a:r>
            <a:r>
              <a:rPr lang="en-US" sz="2800" b="1" u="sng" dirty="0">
                <a:solidFill>
                  <a:srgbClr val="002060"/>
                </a:solidFill>
              </a:rPr>
              <a:t>  </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5F12375-26E5-F55C-8240-B198C738C471}"/>
                  </a:ext>
                </a:extLst>
              </p:cNvPr>
              <p:cNvSpPr txBox="1"/>
              <p:nvPr/>
            </p:nvSpPr>
            <p:spPr>
              <a:xfrm>
                <a:off x="2196750" y="939036"/>
                <a:ext cx="2697479"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IN" sz="2800" i="1" smtClean="0">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US" sz="2800">
                                  <a:solidFill>
                                    <a:srgbClr val="002060"/>
                                  </a:solidFill>
                                  <a:latin typeface="Cambria Math" panose="02040503050406030204" pitchFamily="18" charset="0"/>
                                </a:rPr>
                                <m:t>Z</m:t>
                              </m:r>
                            </m:e>
                            <m:sub>
                              <m:r>
                                <a:rPr lang="en-US" sz="2800">
                                  <a:solidFill>
                                    <a:srgbClr val="002060"/>
                                  </a:solidFill>
                                  <a:latin typeface="Cambria Math" panose="02040503050406030204" pitchFamily="18" charset="0"/>
                                </a:rPr>
                                <m:t>0.0</m:t>
                              </m:r>
                              <m:r>
                                <a:rPr lang="en-IN" sz="2800" b="0" i="0" smtClean="0">
                                  <a:solidFill>
                                    <a:srgbClr val="002060"/>
                                  </a:solidFill>
                                  <a:latin typeface="Cambria Math" panose="02040503050406030204" pitchFamily="18" charset="0"/>
                                </a:rPr>
                                <m:t>5</m:t>
                              </m:r>
                            </m:sub>
                          </m:sSub>
                          <m:r>
                            <a:rPr lang="en-US" sz="2800" i="1">
                              <a:solidFill>
                                <a:srgbClr val="002060"/>
                              </a:solidFill>
                              <a:latin typeface="Cambria Math" panose="02040503050406030204" pitchFamily="18" charset="0"/>
                            </a:rPr>
                            <m:t> </m:t>
                          </m:r>
                        </m:e>
                      </m:d>
                      <m:r>
                        <a:rPr lang="en-US" sz="280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1.96</m:t>
                      </m:r>
                    </m:oMath>
                  </m:oMathPara>
                </a14:m>
                <a:endParaRPr lang="en-IN" sz="2800" dirty="0">
                  <a:solidFill>
                    <a:srgbClr val="002060"/>
                  </a:solidFill>
                </a:endParaRPr>
              </a:p>
            </p:txBody>
          </p:sp>
        </mc:Choice>
        <mc:Fallback xmlns="">
          <p:sp>
            <p:nvSpPr>
              <p:cNvPr id="4" name="TextBox 3">
                <a:extLst>
                  <a:ext uri="{FF2B5EF4-FFF2-40B4-BE49-F238E27FC236}">
                    <a16:creationId xmlns:a16="http://schemas.microsoft.com/office/drawing/2014/main" id="{C5F12375-26E5-F55C-8240-B198C738C471}"/>
                  </a:ext>
                </a:extLst>
              </p:cNvPr>
              <p:cNvSpPr txBox="1">
                <a:spLocks noRot="1" noChangeAspect="1" noMove="1" noResize="1" noEditPoints="1" noAdjustHandles="1" noChangeArrowheads="1" noChangeShapeType="1" noTextEdit="1"/>
              </p:cNvSpPr>
              <p:nvPr/>
            </p:nvSpPr>
            <p:spPr>
              <a:xfrm>
                <a:off x="2196750" y="939036"/>
                <a:ext cx="2697479" cy="523220"/>
              </a:xfrm>
              <a:prstGeom prst="rect">
                <a:avLst/>
              </a:prstGeom>
              <a:blipFill>
                <a:blip r:embed="rId2"/>
                <a:stretch>
                  <a:fillRect/>
                </a:stretch>
              </a:blipFill>
            </p:spPr>
            <p:txBody>
              <a:bodyPr/>
              <a:lstStyle/>
              <a:p>
                <a:r>
                  <a:rPr lang="en-IN">
                    <a:noFill/>
                  </a:rPr>
                  <a:t> </a:t>
                </a:r>
              </a:p>
            </p:txBody>
          </p:sp>
        </mc:Fallback>
      </mc:AlternateContent>
      <p:sp>
        <p:nvSpPr>
          <p:cNvPr id="14" name="Rectangle 13">
            <a:extLst>
              <a:ext uri="{FF2B5EF4-FFF2-40B4-BE49-F238E27FC236}">
                <a16:creationId xmlns:a16="http://schemas.microsoft.com/office/drawing/2014/main" id="{AF91317F-C4DA-A439-35E8-0CF679AB8646}"/>
              </a:ext>
            </a:extLst>
          </p:cNvPr>
          <p:cNvSpPr/>
          <p:nvPr/>
        </p:nvSpPr>
        <p:spPr>
          <a:xfrm>
            <a:off x="24471" y="2740383"/>
            <a:ext cx="1973580" cy="523220"/>
          </a:xfrm>
          <a:prstGeom prst="rect">
            <a:avLst/>
          </a:prstGeom>
        </p:spPr>
        <p:txBody>
          <a:bodyPr wrap="square">
            <a:spAutoFit/>
          </a:bodyPr>
          <a:lstStyle/>
          <a:p>
            <a:pPr lvl="0"/>
            <a:r>
              <a:rPr lang="en-US" sz="2800" b="1" dirty="0">
                <a:solidFill>
                  <a:srgbClr val="002060"/>
                </a:solidFill>
              </a:rPr>
              <a:t>Conclusion :</a:t>
            </a:r>
            <a:r>
              <a:rPr lang="en-US" sz="2800" b="1" u="sng" dirty="0">
                <a:solidFill>
                  <a:srgbClr val="002060"/>
                </a:solidFill>
              </a:rPr>
              <a:t>  </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8D5D3BC8-C528-7D78-4D67-6BA4AE590C4D}"/>
                  </a:ext>
                </a:extLst>
              </p:cNvPr>
              <p:cNvSpPr txBox="1"/>
              <p:nvPr/>
            </p:nvSpPr>
            <p:spPr>
              <a:xfrm>
                <a:off x="25400" y="1877358"/>
                <a:ext cx="2376538"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IN" sz="2800" i="1" smtClean="0">
                              <a:solidFill>
                                <a:srgbClr val="002060"/>
                              </a:solidFill>
                              <a:latin typeface="Cambria Math" panose="02040503050406030204" pitchFamily="18" charset="0"/>
                            </a:rPr>
                          </m:ctrlPr>
                        </m:dPr>
                        <m:e>
                          <m:r>
                            <a:rPr lang="en-IN" sz="2800" b="0" i="0" smtClean="0">
                              <a:solidFill>
                                <a:srgbClr val="002060"/>
                              </a:solidFill>
                              <a:latin typeface="Cambria Math" panose="02040503050406030204" pitchFamily="18" charset="0"/>
                            </a:rPr>
                            <m:t> </m:t>
                          </m:r>
                          <m:r>
                            <m:rPr>
                              <m:sty m:val="p"/>
                            </m:rPr>
                            <a:rPr lang="en-IN" sz="2800" b="0" i="0" smtClean="0">
                              <a:solidFill>
                                <a:srgbClr val="002060"/>
                              </a:solidFill>
                              <a:latin typeface="Cambria Math" panose="02040503050406030204" pitchFamily="18" charset="0"/>
                            </a:rPr>
                            <m:t>Z</m:t>
                          </m:r>
                          <m:r>
                            <a:rPr lang="en-US" sz="2800" i="1">
                              <a:solidFill>
                                <a:srgbClr val="002060"/>
                              </a:solidFill>
                              <a:latin typeface="Cambria Math" panose="02040503050406030204" pitchFamily="18" charset="0"/>
                            </a:rPr>
                            <m:t> </m:t>
                          </m:r>
                        </m:e>
                      </m:d>
                      <m:r>
                        <a:rPr lang="en-US" sz="2800">
                          <a:solidFill>
                            <a:srgbClr val="002060"/>
                          </a:solidFill>
                          <a:latin typeface="Cambria Math" panose="02040503050406030204" pitchFamily="18" charset="0"/>
                        </a:rPr>
                        <m:t>=</m:t>
                      </m:r>
                      <m:r>
                        <a:rPr lang="en-IN" sz="2800" b="0" i="0" smtClean="0">
                          <a:solidFill>
                            <a:srgbClr val="002060"/>
                          </a:solidFill>
                          <a:latin typeface="Cambria Math" panose="02040503050406030204" pitchFamily="18" charset="0"/>
                        </a:rPr>
                        <m:t>1.25</m:t>
                      </m:r>
                    </m:oMath>
                  </m:oMathPara>
                </a14:m>
                <a:endParaRPr lang="en-IN" sz="2800" dirty="0">
                  <a:solidFill>
                    <a:srgbClr val="002060"/>
                  </a:solidFill>
                </a:endParaRPr>
              </a:p>
            </p:txBody>
          </p:sp>
        </mc:Choice>
        <mc:Fallback xmlns="">
          <p:sp>
            <p:nvSpPr>
              <p:cNvPr id="16" name="TextBox 15">
                <a:extLst>
                  <a:ext uri="{FF2B5EF4-FFF2-40B4-BE49-F238E27FC236}">
                    <a16:creationId xmlns:a16="http://schemas.microsoft.com/office/drawing/2014/main" id="{8D5D3BC8-C528-7D78-4D67-6BA4AE590C4D}"/>
                  </a:ext>
                </a:extLst>
              </p:cNvPr>
              <p:cNvSpPr txBox="1">
                <a:spLocks noRot="1" noChangeAspect="1" noMove="1" noResize="1" noEditPoints="1" noAdjustHandles="1" noChangeArrowheads="1" noChangeShapeType="1" noTextEdit="1"/>
              </p:cNvSpPr>
              <p:nvPr/>
            </p:nvSpPr>
            <p:spPr>
              <a:xfrm>
                <a:off x="25400" y="1877358"/>
                <a:ext cx="2376538"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2399F9ED-436C-54D9-4BF2-A3F3226EDCFF}"/>
                  </a:ext>
                </a:extLst>
              </p:cNvPr>
              <p:cNvSpPr/>
              <p:nvPr/>
            </p:nvSpPr>
            <p:spPr>
              <a:xfrm>
                <a:off x="1864311" y="2729260"/>
                <a:ext cx="1973580" cy="575542"/>
              </a:xfrm>
              <a:prstGeom prst="rect">
                <a:avLst/>
              </a:prstGeom>
            </p:spPr>
            <p:txBody>
              <a:bodyPr wrap="square">
                <a:spAutoFit/>
              </a:bodyPr>
              <a:lstStyle/>
              <a:p>
                <a:pPr lvl="0"/>
                <a14:m>
                  <m:oMath xmlns:m="http://schemas.openxmlformats.org/officeDocument/2006/math">
                    <m:sSub>
                      <m:sSubPr>
                        <m:ctrlPr>
                          <a:rPr lang="en-US"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H</m:t>
                        </m:r>
                      </m:e>
                      <m:sub>
                        <m:r>
                          <a:rPr lang="en-IN" sz="2800">
                            <a:solidFill>
                              <a:srgbClr val="002060"/>
                            </a:solidFill>
                            <a:latin typeface="Cambria Math" panose="02040503050406030204" pitchFamily="18" charset="0"/>
                          </a:rPr>
                          <m:t>0</m:t>
                        </m:r>
                      </m:sub>
                    </m:sSub>
                  </m:oMath>
                </a14:m>
                <a:r>
                  <a:rPr lang="en-US" sz="2800" dirty="0">
                    <a:solidFill>
                      <a:srgbClr val="002060"/>
                    </a:solidFill>
                  </a:rPr>
                  <a:t> Accept</a:t>
                </a:r>
                <a:r>
                  <a:rPr lang="en-US" sz="2800" u="sng" dirty="0">
                    <a:solidFill>
                      <a:srgbClr val="002060"/>
                    </a:solidFill>
                  </a:rPr>
                  <a:t>  </a:t>
                </a:r>
              </a:p>
            </p:txBody>
          </p:sp>
        </mc:Choice>
        <mc:Fallback xmlns="">
          <p:sp>
            <p:nvSpPr>
              <p:cNvPr id="17" name="Rectangle 16">
                <a:extLst>
                  <a:ext uri="{FF2B5EF4-FFF2-40B4-BE49-F238E27FC236}">
                    <a16:creationId xmlns:a16="http://schemas.microsoft.com/office/drawing/2014/main" id="{2399F9ED-436C-54D9-4BF2-A3F3226EDCFF}"/>
                  </a:ext>
                </a:extLst>
              </p:cNvPr>
              <p:cNvSpPr>
                <a:spLocks noRot="1" noChangeAspect="1" noMove="1" noResize="1" noEditPoints="1" noAdjustHandles="1" noChangeArrowheads="1" noChangeShapeType="1" noTextEdit="1"/>
              </p:cNvSpPr>
              <p:nvPr/>
            </p:nvSpPr>
            <p:spPr>
              <a:xfrm>
                <a:off x="1864311" y="2729260"/>
                <a:ext cx="1973580" cy="575542"/>
              </a:xfrm>
              <a:prstGeom prst="rect">
                <a:avLst/>
              </a:prstGeom>
              <a:blipFill>
                <a:blip r:embed="rId4"/>
                <a:stretch>
                  <a:fillRect t="-11702" b="-2021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C6B38F8-FFD8-AE8B-E52A-89F313499B6F}"/>
                  </a:ext>
                </a:extLst>
              </p:cNvPr>
              <p:cNvSpPr txBox="1"/>
              <p:nvPr/>
            </p:nvSpPr>
            <p:spPr>
              <a:xfrm>
                <a:off x="2489152" y="1857631"/>
                <a:ext cx="2697479"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IN" sz="2800" i="1" smtClean="0">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US" sz="2800">
                                  <a:solidFill>
                                    <a:srgbClr val="002060"/>
                                  </a:solidFill>
                                  <a:latin typeface="Cambria Math" panose="02040503050406030204" pitchFamily="18" charset="0"/>
                                </a:rPr>
                                <m:t>Z</m:t>
                              </m:r>
                            </m:e>
                            <m:sub>
                              <m:r>
                                <a:rPr lang="en-US" sz="2800">
                                  <a:solidFill>
                                    <a:srgbClr val="002060"/>
                                  </a:solidFill>
                                  <a:latin typeface="Cambria Math" panose="02040503050406030204" pitchFamily="18" charset="0"/>
                                </a:rPr>
                                <m:t>0.0</m:t>
                              </m:r>
                              <m:r>
                                <a:rPr lang="en-IN" sz="2800" b="0" i="0" smtClean="0">
                                  <a:solidFill>
                                    <a:srgbClr val="002060"/>
                                  </a:solidFill>
                                  <a:latin typeface="Cambria Math" panose="02040503050406030204" pitchFamily="18" charset="0"/>
                                </a:rPr>
                                <m:t>5</m:t>
                              </m:r>
                            </m:sub>
                          </m:sSub>
                          <m:r>
                            <a:rPr lang="en-US" sz="2800" i="1">
                              <a:solidFill>
                                <a:srgbClr val="002060"/>
                              </a:solidFill>
                              <a:latin typeface="Cambria Math" panose="02040503050406030204" pitchFamily="18" charset="0"/>
                            </a:rPr>
                            <m:t> </m:t>
                          </m:r>
                        </m:e>
                      </m:d>
                      <m:r>
                        <a:rPr lang="en-US" sz="280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1.96</m:t>
                      </m:r>
                    </m:oMath>
                  </m:oMathPara>
                </a14:m>
                <a:endParaRPr lang="en-IN" sz="2800" dirty="0">
                  <a:solidFill>
                    <a:srgbClr val="002060"/>
                  </a:solidFill>
                </a:endParaRPr>
              </a:p>
            </p:txBody>
          </p:sp>
        </mc:Choice>
        <mc:Fallback xmlns="">
          <p:sp>
            <p:nvSpPr>
              <p:cNvPr id="18" name="TextBox 17">
                <a:extLst>
                  <a:ext uri="{FF2B5EF4-FFF2-40B4-BE49-F238E27FC236}">
                    <a16:creationId xmlns:a16="http://schemas.microsoft.com/office/drawing/2014/main" id="{4C6B38F8-FFD8-AE8B-E52A-89F313499B6F}"/>
                  </a:ext>
                </a:extLst>
              </p:cNvPr>
              <p:cNvSpPr txBox="1">
                <a:spLocks noRot="1" noChangeAspect="1" noMove="1" noResize="1" noEditPoints="1" noAdjustHandles="1" noChangeArrowheads="1" noChangeShapeType="1" noTextEdit="1"/>
              </p:cNvSpPr>
              <p:nvPr/>
            </p:nvSpPr>
            <p:spPr>
              <a:xfrm>
                <a:off x="2489152" y="1857631"/>
                <a:ext cx="2697479"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9CFC63F6-3B85-92F1-315E-73C9D0CB795A}"/>
                  </a:ext>
                </a:extLst>
              </p:cNvPr>
              <p:cNvSpPr txBox="1"/>
              <p:nvPr/>
            </p:nvSpPr>
            <p:spPr>
              <a:xfrm>
                <a:off x="2134935" y="1852997"/>
                <a:ext cx="548717"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i="1" smtClean="0">
                          <a:solidFill>
                            <a:srgbClr val="002060"/>
                          </a:solidFill>
                          <a:latin typeface="Cambria Math" panose="02040503050406030204" pitchFamily="18" charset="0"/>
                          <a:ea typeface="Cambria Math" panose="02040503050406030204" pitchFamily="18" charset="0"/>
                        </a:rPr>
                        <m:t>&lt;</m:t>
                      </m:r>
                    </m:oMath>
                  </m:oMathPara>
                </a14:m>
                <a:endParaRPr lang="en-IN" sz="2800" dirty="0">
                  <a:solidFill>
                    <a:srgbClr val="002060"/>
                  </a:solidFill>
                </a:endParaRPr>
              </a:p>
            </p:txBody>
          </p:sp>
        </mc:Choice>
        <mc:Fallback xmlns="">
          <p:sp>
            <p:nvSpPr>
              <p:cNvPr id="19" name="TextBox 18">
                <a:extLst>
                  <a:ext uri="{FF2B5EF4-FFF2-40B4-BE49-F238E27FC236}">
                    <a16:creationId xmlns:a16="http://schemas.microsoft.com/office/drawing/2014/main" id="{9CFC63F6-3B85-92F1-315E-73C9D0CB795A}"/>
                  </a:ext>
                </a:extLst>
              </p:cNvPr>
              <p:cNvSpPr txBox="1">
                <a:spLocks noRot="1" noChangeAspect="1" noMove="1" noResize="1" noEditPoints="1" noAdjustHandles="1" noChangeArrowheads="1" noChangeShapeType="1" noTextEdit="1"/>
              </p:cNvSpPr>
              <p:nvPr/>
            </p:nvSpPr>
            <p:spPr>
              <a:xfrm>
                <a:off x="2134935" y="1852997"/>
                <a:ext cx="548717" cy="523220"/>
              </a:xfrm>
              <a:prstGeom prst="rect">
                <a:avLst/>
              </a:prstGeom>
              <a:blipFill>
                <a:blip r:embed="rId6"/>
                <a:stretch>
                  <a:fillRect/>
                </a:stretch>
              </a:blipFill>
            </p:spPr>
            <p:txBody>
              <a:bodyPr/>
              <a:lstStyle/>
              <a:p>
                <a:r>
                  <a:rPr lang="en-IN">
                    <a:noFill/>
                  </a:rPr>
                  <a:t> </a:t>
                </a:r>
              </a:p>
            </p:txBody>
          </p:sp>
        </mc:Fallback>
      </mc:AlternateContent>
      <p:sp>
        <p:nvSpPr>
          <p:cNvPr id="23" name="TextBox 22">
            <a:extLst>
              <a:ext uri="{FF2B5EF4-FFF2-40B4-BE49-F238E27FC236}">
                <a16:creationId xmlns:a16="http://schemas.microsoft.com/office/drawing/2014/main" id="{59CFAB74-F50A-DC45-4BCC-BFBACD6B4FFF}"/>
              </a:ext>
            </a:extLst>
          </p:cNvPr>
          <p:cNvSpPr txBox="1"/>
          <p:nvPr/>
        </p:nvSpPr>
        <p:spPr>
          <a:xfrm>
            <a:off x="1864311" y="3326286"/>
            <a:ext cx="10327689" cy="1107996"/>
          </a:xfrm>
          <a:prstGeom prst="rect">
            <a:avLst/>
          </a:prstGeom>
          <a:noFill/>
        </p:spPr>
        <p:txBody>
          <a:bodyPr wrap="square">
            <a:spAutoFit/>
          </a:bodyPr>
          <a:lstStyle/>
          <a:p>
            <a:pPr algn="just">
              <a:spcBef>
                <a:spcPts val="1200"/>
              </a:spcBef>
              <a:tabLst>
                <a:tab pos="447675" algn="l"/>
              </a:tabLst>
            </a:pPr>
            <a:r>
              <a:rPr lang="en-US" sz="2800" dirty="0">
                <a:solidFill>
                  <a:srgbClr val="002060"/>
                </a:solidFill>
              </a:rPr>
              <a:t>i.e., The first question doesn’t clearly show whether it can identify </a:t>
            </a:r>
          </a:p>
          <a:p>
            <a:pPr algn="just">
              <a:spcBef>
                <a:spcPts val="1200"/>
              </a:spcBef>
              <a:tabLst>
                <a:tab pos="447675" algn="l"/>
              </a:tabLst>
            </a:pPr>
            <a:r>
              <a:rPr lang="en-US" sz="2800" dirty="0">
                <a:solidFill>
                  <a:srgbClr val="002060"/>
                </a:solidFill>
              </a:rPr>
              <a:t> stronger or weaker candidates based on these results.</a:t>
            </a:r>
            <a:endParaRPr lang="en-IN" sz="2800" dirty="0">
              <a:solidFill>
                <a:srgbClr val="002060"/>
              </a:solidFill>
            </a:endParaRPr>
          </a:p>
        </p:txBody>
      </p:sp>
    </p:spTree>
    <p:extLst>
      <p:ext uri="{BB962C8B-B14F-4D97-AF65-F5344CB8AC3E}">
        <p14:creationId xmlns:p14="http://schemas.microsoft.com/office/powerpoint/2010/main" val="108756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4" grpId="0"/>
      <p:bldP spid="16" grpId="0"/>
      <p:bldP spid="17" grpId="0"/>
      <p:bldP spid="18" grpId="0"/>
      <p:bldP spid="19" grpId="0"/>
      <p:bldP spid="23" grpId="0"/>
    </p:bldLst>
  </p:timing>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7ED67-FC37-E05C-E125-3566DC4EFD9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a:extLst>
                  <a:ext uri="{FF2B5EF4-FFF2-40B4-BE49-F238E27FC236}">
                    <a16:creationId xmlns:a16="http://schemas.microsoft.com/office/drawing/2014/main" id="{2DFE066D-E46D-B3AF-C9A1-4A342E8AE0D4}"/>
                  </a:ext>
                </a:extLst>
              </p:cNvPr>
              <p:cNvSpPr txBox="1">
                <a:spLocks/>
              </p:cNvSpPr>
              <p:nvPr/>
            </p:nvSpPr>
            <p:spPr>
              <a:xfrm>
                <a:off x="131177" y="869081"/>
                <a:ext cx="11929643" cy="191201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In two large populations, there are 30% and 25% fair haired people respectively. Is this difference likely to be hidden in samples of 1200 and 900 respectively from the two populations? </a:t>
                </a:r>
                <a14:m>
                  <m:oMath xmlns:m="http://schemas.openxmlformats.org/officeDocument/2006/math">
                    <m:d>
                      <m:dPr>
                        <m:ctrlPr>
                          <a:rPr lang="en-IN" i="1">
                            <a:latin typeface="Cambria Math" panose="02040503050406030204" pitchFamily="18" charset="0"/>
                          </a:rPr>
                        </m:ctrlPr>
                      </m:dPr>
                      <m:e>
                        <m:r>
                          <a:rPr lang="en-US" i="1">
                            <a:latin typeface="Cambria Math" panose="02040503050406030204" pitchFamily="18" charset="0"/>
                          </a:rPr>
                          <m:t> </m:t>
                        </m:r>
                        <m:d>
                          <m:dPr>
                            <m:begChr m:val="|"/>
                            <m:endChr m:val="|"/>
                            <m:ctrlPr>
                              <a:rPr lang="en-IN" i="1">
                                <a:latin typeface="Cambria Math" panose="02040503050406030204" pitchFamily="18" charset="0"/>
                              </a:rPr>
                            </m:ctrlPr>
                          </m:dPr>
                          <m:e>
                            <m:r>
                              <a:rPr lang="en-US" i="1">
                                <a:latin typeface="Cambria Math" panose="02040503050406030204" pitchFamily="18" charset="0"/>
                              </a:rPr>
                              <m:t> </m:t>
                            </m:r>
                            <m:sSub>
                              <m:sSubPr>
                                <m:ctrlPr>
                                  <a:rPr lang="en-IN" i="1">
                                    <a:latin typeface="Cambria Math" panose="02040503050406030204" pitchFamily="18" charset="0"/>
                                  </a:rPr>
                                </m:ctrlPr>
                              </m:sSubPr>
                              <m:e>
                                <m:r>
                                  <m:rPr>
                                    <m:sty m:val="p"/>
                                  </m:rPr>
                                  <a:rPr lang="en-US">
                                    <a:latin typeface="Cambria Math" panose="02040503050406030204" pitchFamily="18" charset="0"/>
                                  </a:rPr>
                                  <m:t>Z</m:t>
                                </m:r>
                              </m:e>
                              <m:sub>
                                <m:r>
                                  <a:rPr lang="en-US">
                                    <a:latin typeface="Cambria Math" panose="02040503050406030204" pitchFamily="18" charset="0"/>
                                  </a:rPr>
                                  <m:t>0.05</m:t>
                                </m:r>
                              </m:sub>
                            </m:sSub>
                            <m:r>
                              <a:rPr lang="en-US" i="1">
                                <a:latin typeface="Cambria Math" panose="02040503050406030204" pitchFamily="18" charset="0"/>
                              </a:rPr>
                              <m:t> </m:t>
                            </m:r>
                          </m:e>
                        </m:d>
                        <m:r>
                          <a:rPr lang="en-US">
                            <a:latin typeface="Cambria Math" panose="02040503050406030204" pitchFamily="18" charset="0"/>
                          </a:rPr>
                          <m:t>=1.96 </m:t>
                        </m:r>
                      </m:e>
                    </m:d>
                  </m:oMath>
                </a14:m>
                <a:endParaRPr lang="en-IN" dirty="0"/>
              </a:p>
            </p:txBody>
          </p:sp>
        </mc:Choice>
        <mc:Fallback xmlns="">
          <p:sp>
            <p:nvSpPr>
              <p:cNvPr id="19" name="Content Placeholder 2">
                <a:extLst>
                  <a:ext uri="{FF2B5EF4-FFF2-40B4-BE49-F238E27FC236}">
                    <a16:creationId xmlns:a16="http://schemas.microsoft.com/office/drawing/2014/main" id="{2DFE066D-E46D-B3AF-C9A1-4A342E8AE0D4}"/>
                  </a:ext>
                </a:extLst>
              </p:cNvPr>
              <p:cNvSpPr txBox="1">
                <a:spLocks noRot="1" noChangeAspect="1" noMove="1" noResize="1" noEditPoints="1" noAdjustHandles="1" noChangeArrowheads="1" noChangeShapeType="1" noTextEdit="1"/>
              </p:cNvSpPr>
              <p:nvPr/>
            </p:nvSpPr>
            <p:spPr>
              <a:xfrm>
                <a:off x="131177" y="869081"/>
                <a:ext cx="11929643" cy="1912010"/>
              </a:xfrm>
              <a:prstGeom prst="rect">
                <a:avLst/>
              </a:prstGeom>
              <a:blipFill>
                <a:blip r:embed="rId3"/>
                <a:stretch>
                  <a:fillRect l="-1074" r="-1074" b="-9904"/>
                </a:stretch>
              </a:blipFill>
              <a:ln>
                <a:noFill/>
              </a:ln>
            </p:spPr>
            <p:txBody>
              <a:bodyPr/>
              <a:lstStyle/>
              <a:p>
                <a:r>
                  <a:rPr lang="en-IN">
                    <a:noFill/>
                  </a:rPr>
                  <a:t> </a:t>
                </a:r>
              </a:p>
            </p:txBody>
          </p:sp>
        </mc:Fallback>
      </mc:AlternateContent>
      <p:sp>
        <p:nvSpPr>
          <p:cNvPr id="2" name="Title 1">
            <a:extLst>
              <a:ext uri="{FF2B5EF4-FFF2-40B4-BE49-F238E27FC236}">
                <a16:creationId xmlns:a16="http://schemas.microsoft.com/office/drawing/2014/main" id="{38579CBC-337E-FD44-9114-DA1547ABF825}"/>
              </a:ext>
            </a:extLst>
          </p:cNvPr>
          <p:cNvSpPr>
            <a:spLocks noGrp="1"/>
          </p:cNvSpPr>
          <p:nvPr>
            <p:ph type="title"/>
          </p:nvPr>
        </p:nvSpPr>
        <p:spPr/>
        <p:txBody>
          <a:bodyPr/>
          <a:lstStyle/>
          <a:p>
            <a:r>
              <a:rPr lang="en-GB" dirty="0"/>
              <a:t>Method 6 ⇝ Example 4</a:t>
            </a:r>
            <a:endParaRPr lang="en-US" dirty="0"/>
          </a:p>
        </p:txBody>
      </p:sp>
      <p:sp>
        <p:nvSpPr>
          <p:cNvPr id="50" name="Rectangle 49">
            <a:extLst>
              <a:ext uri="{FF2B5EF4-FFF2-40B4-BE49-F238E27FC236}">
                <a16:creationId xmlns:a16="http://schemas.microsoft.com/office/drawing/2014/main" id="{1C997249-3AD1-2963-C70F-5FF209CA5D7A}"/>
              </a:ext>
            </a:extLst>
          </p:cNvPr>
          <p:cNvSpPr/>
          <p:nvPr/>
        </p:nvSpPr>
        <p:spPr>
          <a:xfrm>
            <a:off x="131177" y="2897525"/>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620C1467-5E36-11E9-E52D-FB6783670035}"/>
                  </a:ext>
                </a:extLst>
              </p:cNvPr>
              <p:cNvSpPr/>
              <p:nvPr/>
            </p:nvSpPr>
            <p:spPr>
              <a:xfrm>
                <a:off x="85457" y="3556802"/>
                <a:ext cx="1888017"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2800" b="0" i="1" smtClean="0">
                              <a:solidFill>
                                <a:srgbClr val="002060"/>
                              </a:solidFill>
                              <a:latin typeface="Cambria Math" panose="02040503050406030204" pitchFamily="18" charset="0"/>
                            </a:rPr>
                          </m:ctrlPr>
                        </m:sSubPr>
                        <m:e>
                          <m:r>
                            <m:rPr>
                              <m:sty m:val="p"/>
                            </m:rPr>
                            <a:rPr lang="en-US" sz="2800" b="0" i="0" smtClean="0">
                              <a:solidFill>
                                <a:srgbClr val="002060"/>
                              </a:solidFill>
                              <a:latin typeface="Cambria Math" panose="02040503050406030204" pitchFamily="18" charset="0"/>
                            </a:rPr>
                            <m:t>n</m:t>
                          </m:r>
                        </m:e>
                        <m:sub>
                          <m:r>
                            <a:rPr lang="en-US" sz="2800" b="0" i="0" smtClean="0">
                              <a:solidFill>
                                <a:srgbClr val="002060"/>
                              </a:solidFill>
                              <a:latin typeface="Cambria Math" panose="02040503050406030204" pitchFamily="18" charset="0"/>
                            </a:rPr>
                            <m:t>1</m:t>
                          </m:r>
                        </m:sub>
                      </m:sSub>
                      <m:r>
                        <a:rPr lang="en-IN" sz="2800" b="0" i="0" smtClean="0">
                          <a:solidFill>
                            <a:srgbClr val="002060"/>
                          </a:solidFill>
                          <a:latin typeface="Cambria Math" panose="02040503050406030204" pitchFamily="18" charset="0"/>
                        </a:rPr>
                        <m:t>=1200</m:t>
                      </m:r>
                    </m:oMath>
                  </m:oMathPara>
                </a14:m>
                <a:endParaRPr lang="en-US" sz="2800" dirty="0">
                  <a:solidFill>
                    <a:srgbClr val="002060"/>
                  </a:solidFill>
                </a:endParaRPr>
              </a:p>
            </p:txBody>
          </p:sp>
        </mc:Choice>
        <mc:Fallback xmlns="">
          <p:sp>
            <p:nvSpPr>
              <p:cNvPr id="13" name="Rectangle 12">
                <a:extLst>
                  <a:ext uri="{FF2B5EF4-FFF2-40B4-BE49-F238E27FC236}">
                    <a16:creationId xmlns:a16="http://schemas.microsoft.com/office/drawing/2014/main" id="{620C1467-5E36-11E9-E52D-FB6783670035}"/>
                  </a:ext>
                </a:extLst>
              </p:cNvPr>
              <p:cNvSpPr>
                <a:spLocks noRot="1" noChangeAspect="1" noMove="1" noResize="1" noEditPoints="1" noAdjustHandles="1" noChangeArrowheads="1" noChangeShapeType="1" noTextEdit="1"/>
              </p:cNvSpPr>
              <p:nvPr/>
            </p:nvSpPr>
            <p:spPr>
              <a:xfrm>
                <a:off x="85457" y="3556802"/>
                <a:ext cx="1888017"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FCB5996A-2EC6-EF9B-52E7-31DCCD5443ED}"/>
                  </a:ext>
                </a:extLst>
              </p:cNvPr>
              <p:cNvSpPr/>
              <p:nvPr/>
            </p:nvSpPr>
            <p:spPr>
              <a:xfrm>
                <a:off x="131177" y="4054622"/>
                <a:ext cx="94795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280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P</m:t>
                          </m:r>
                        </m:e>
                        <m:sub>
                          <m:r>
                            <a:rPr lang="en-US" sz="2800">
                              <a:solidFill>
                                <a:srgbClr val="002060"/>
                              </a:solidFill>
                              <a:latin typeface="Cambria Math" panose="02040503050406030204" pitchFamily="18" charset="0"/>
                            </a:rPr>
                            <m:t>1</m:t>
                          </m:r>
                        </m:sub>
                      </m:sSub>
                      <m:r>
                        <a:rPr lang="en-IN" sz="2800" b="0" i="0" smtClean="0">
                          <a:solidFill>
                            <a:srgbClr val="002060"/>
                          </a:solidFill>
                          <a:latin typeface="Cambria Math" panose="02040503050406030204" pitchFamily="18" charset="0"/>
                        </a:rPr>
                        <m:t>=</m:t>
                      </m:r>
                    </m:oMath>
                  </m:oMathPara>
                </a14:m>
                <a:endParaRPr lang="en-US" sz="2800" dirty="0">
                  <a:solidFill>
                    <a:srgbClr val="002060"/>
                  </a:solidFill>
                </a:endParaRPr>
              </a:p>
            </p:txBody>
          </p:sp>
        </mc:Choice>
        <mc:Fallback xmlns="">
          <p:sp>
            <p:nvSpPr>
              <p:cNvPr id="15" name="Rectangle 14">
                <a:extLst>
                  <a:ext uri="{FF2B5EF4-FFF2-40B4-BE49-F238E27FC236}">
                    <a16:creationId xmlns:a16="http://schemas.microsoft.com/office/drawing/2014/main" id="{FCB5996A-2EC6-EF9B-52E7-31DCCD5443ED}"/>
                  </a:ext>
                </a:extLst>
              </p:cNvPr>
              <p:cNvSpPr>
                <a:spLocks noRot="1" noChangeAspect="1" noMove="1" noResize="1" noEditPoints="1" noAdjustHandles="1" noChangeArrowheads="1" noChangeShapeType="1" noTextEdit="1"/>
              </p:cNvSpPr>
              <p:nvPr/>
            </p:nvSpPr>
            <p:spPr>
              <a:xfrm>
                <a:off x="131177" y="4054622"/>
                <a:ext cx="947952" cy="523220"/>
              </a:xfrm>
              <a:prstGeom prst="rect">
                <a:avLst/>
              </a:prstGeom>
              <a:blipFill>
                <a:blip r:embed="rId5"/>
                <a:stretch>
                  <a:fillRect/>
                </a:stretch>
              </a:blipFill>
            </p:spPr>
            <p:txBody>
              <a:bodyPr/>
              <a:lstStyle/>
              <a:p>
                <a:r>
                  <a:rPr lang="en-IN">
                    <a:noFill/>
                  </a:rPr>
                  <a:t> </a:t>
                </a:r>
              </a:p>
            </p:txBody>
          </p:sp>
        </mc:Fallback>
      </mc:AlternateContent>
      <p:sp>
        <p:nvSpPr>
          <p:cNvPr id="5" name="Rectangle 4">
            <a:extLst>
              <a:ext uri="{FF2B5EF4-FFF2-40B4-BE49-F238E27FC236}">
                <a16:creationId xmlns:a16="http://schemas.microsoft.com/office/drawing/2014/main" id="{88F49447-83A2-A1F2-3DCD-5864CC8E78C7}"/>
              </a:ext>
            </a:extLst>
          </p:cNvPr>
          <p:cNvSpPr/>
          <p:nvPr/>
        </p:nvSpPr>
        <p:spPr>
          <a:xfrm>
            <a:off x="1045489" y="4074955"/>
            <a:ext cx="3990195" cy="954107"/>
          </a:xfrm>
          <a:prstGeom prst="rect">
            <a:avLst/>
          </a:prstGeom>
        </p:spPr>
        <p:txBody>
          <a:bodyPr wrap="none">
            <a:spAutoFit/>
          </a:bodyPr>
          <a:lstStyle/>
          <a:p>
            <a:r>
              <a:rPr lang="en-US" sz="2800" dirty="0">
                <a:solidFill>
                  <a:srgbClr val="002060"/>
                </a:solidFill>
              </a:rPr>
              <a:t>Proportion of faired people</a:t>
            </a:r>
          </a:p>
          <a:p>
            <a:r>
              <a:rPr lang="en-US" sz="2800" dirty="0">
                <a:solidFill>
                  <a:srgbClr val="002060"/>
                </a:solidFill>
              </a:rPr>
              <a:t>in the first population</a:t>
            </a:r>
          </a:p>
        </p:txBody>
      </p:sp>
      <p:cxnSp>
        <p:nvCxnSpPr>
          <p:cNvPr id="3" name="Straight Connector 2">
            <a:extLst>
              <a:ext uri="{FF2B5EF4-FFF2-40B4-BE49-F238E27FC236}">
                <a16:creationId xmlns:a16="http://schemas.microsoft.com/office/drawing/2014/main" id="{E38E807D-A614-45CA-8CB3-CE48997FA0DF}"/>
              </a:ext>
            </a:extLst>
          </p:cNvPr>
          <p:cNvCxnSpPr>
            <a:cxnSpLocks/>
          </p:cNvCxnSpPr>
          <p:nvPr/>
        </p:nvCxnSpPr>
        <p:spPr>
          <a:xfrm>
            <a:off x="5448440" y="2897525"/>
            <a:ext cx="0" cy="3710130"/>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A56413A6-67B2-B917-E3AC-2377D44266B6}"/>
              </a:ext>
            </a:extLst>
          </p:cNvPr>
          <p:cNvSpPr/>
          <p:nvPr/>
        </p:nvSpPr>
        <p:spPr>
          <a:xfrm>
            <a:off x="1924107" y="3013231"/>
            <a:ext cx="1499128" cy="523220"/>
          </a:xfrm>
          <a:prstGeom prst="rect">
            <a:avLst/>
          </a:prstGeom>
        </p:spPr>
        <p:txBody>
          <a:bodyPr wrap="none">
            <a:spAutoFit/>
          </a:bodyPr>
          <a:lstStyle/>
          <a:p>
            <a:r>
              <a:rPr lang="en-US" sz="2800" u="sng" dirty="0">
                <a:solidFill>
                  <a:srgbClr val="002060"/>
                </a:solidFill>
              </a:rPr>
              <a:t>Sample 1</a:t>
            </a:r>
          </a:p>
        </p:txBody>
      </p: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16A8DA20-E248-146C-438D-DFE0C227D023}"/>
                  </a:ext>
                </a:extLst>
              </p:cNvPr>
              <p:cNvSpPr/>
              <p:nvPr/>
            </p:nvSpPr>
            <p:spPr>
              <a:xfrm>
                <a:off x="5628315" y="3505200"/>
                <a:ext cx="1697516"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2800" b="0" i="1" smtClean="0">
                              <a:solidFill>
                                <a:srgbClr val="002060"/>
                              </a:solidFill>
                              <a:latin typeface="Cambria Math" panose="02040503050406030204" pitchFamily="18" charset="0"/>
                            </a:rPr>
                          </m:ctrlPr>
                        </m:sSubPr>
                        <m:e>
                          <m:r>
                            <m:rPr>
                              <m:sty m:val="p"/>
                            </m:rPr>
                            <a:rPr lang="en-US" sz="2800" b="0" i="0" smtClean="0">
                              <a:solidFill>
                                <a:srgbClr val="002060"/>
                              </a:solidFill>
                              <a:latin typeface="Cambria Math" panose="02040503050406030204" pitchFamily="18" charset="0"/>
                            </a:rPr>
                            <m:t>n</m:t>
                          </m:r>
                        </m:e>
                        <m:sub>
                          <m:r>
                            <a:rPr lang="en-US" sz="2800" b="0" i="0" smtClean="0">
                              <a:solidFill>
                                <a:srgbClr val="002060"/>
                              </a:solidFill>
                              <a:latin typeface="Cambria Math" panose="02040503050406030204" pitchFamily="18" charset="0"/>
                            </a:rPr>
                            <m:t>2</m:t>
                          </m:r>
                        </m:sub>
                      </m:sSub>
                      <m:r>
                        <a:rPr lang="en-IN" sz="2800" b="0" i="0" smtClean="0">
                          <a:solidFill>
                            <a:srgbClr val="002060"/>
                          </a:solidFill>
                          <a:latin typeface="Cambria Math" panose="02040503050406030204" pitchFamily="18" charset="0"/>
                        </a:rPr>
                        <m:t>=900</m:t>
                      </m:r>
                    </m:oMath>
                  </m:oMathPara>
                </a14:m>
                <a:endParaRPr lang="en-US" sz="2800" dirty="0">
                  <a:solidFill>
                    <a:srgbClr val="002060"/>
                  </a:solidFill>
                </a:endParaRPr>
              </a:p>
            </p:txBody>
          </p:sp>
        </mc:Choice>
        <mc:Fallback xmlns="">
          <p:sp>
            <p:nvSpPr>
              <p:cNvPr id="9" name="Rectangle 8">
                <a:extLst>
                  <a:ext uri="{FF2B5EF4-FFF2-40B4-BE49-F238E27FC236}">
                    <a16:creationId xmlns:a16="http://schemas.microsoft.com/office/drawing/2014/main" id="{16A8DA20-E248-146C-438D-DFE0C227D023}"/>
                  </a:ext>
                </a:extLst>
              </p:cNvPr>
              <p:cNvSpPr>
                <a:spLocks noRot="1" noChangeAspect="1" noMove="1" noResize="1" noEditPoints="1" noAdjustHandles="1" noChangeArrowheads="1" noChangeShapeType="1" noTextEdit="1"/>
              </p:cNvSpPr>
              <p:nvPr/>
            </p:nvSpPr>
            <p:spPr>
              <a:xfrm>
                <a:off x="5628315" y="3505200"/>
                <a:ext cx="1697516"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A1AFA9C2-1950-8DE7-E002-B7685EE26FF2}"/>
                  </a:ext>
                </a:extLst>
              </p:cNvPr>
              <p:cNvSpPr/>
              <p:nvPr/>
            </p:nvSpPr>
            <p:spPr>
              <a:xfrm>
                <a:off x="6108698" y="5603109"/>
                <a:ext cx="1303947"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800" b="0" i="0" smtClean="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0.25</m:t>
                      </m:r>
                    </m:oMath>
                  </m:oMathPara>
                </a14:m>
                <a:endParaRPr lang="en-US" sz="2800" dirty="0">
                  <a:solidFill>
                    <a:srgbClr val="002060"/>
                  </a:solidFill>
                </a:endParaRPr>
              </a:p>
            </p:txBody>
          </p:sp>
        </mc:Choice>
        <mc:Fallback xmlns="">
          <p:sp>
            <p:nvSpPr>
              <p:cNvPr id="11" name="Rectangle 10">
                <a:extLst>
                  <a:ext uri="{FF2B5EF4-FFF2-40B4-BE49-F238E27FC236}">
                    <a16:creationId xmlns:a16="http://schemas.microsoft.com/office/drawing/2014/main" id="{A1AFA9C2-1950-8DE7-E002-B7685EE26FF2}"/>
                  </a:ext>
                </a:extLst>
              </p:cNvPr>
              <p:cNvSpPr>
                <a:spLocks noRot="1" noChangeAspect="1" noMove="1" noResize="1" noEditPoints="1" noAdjustHandles="1" noChangeArrowheads="1" noChangeShapeType="1" noTextEdit="1"/>
              </p:cNvSpPr>
              <p:nvPr/>
            </p:nvSpPr>
            <p:spPr>
              <a:xfrm>
                <a:off x="6108698" y="5603109"/>
                <a:ext cx="1303947" cy="523220"/>
              </a:xfrm>
              <a:prstGeom prst="rect">
                <a:avLst/>
              </a:prstGeom>
              <a:blipFill>
                <a:blip r:embed="rId7"/>
                <a:stretch>
                  <a:fillRect/>
                </a:stretch>
              </a:blipFill>
            </p:spPr>
            <p:txBody>
              <a:bodyPr/>
              <a:lstStyle/>
              <a:p>
                <a:r>
                  <a:rPr lang="en-IN">
                    <a:noFill/>
                  </a:rPr>
                  <a:t> </a:t>
                </a:r>
              </a:p>
            </p:txBody>
          </p:sp>
        </mc:Fallback>
      </mc:AlternateContent>
      <p:sp>
        <p:nvSpPr>
          <p:cNvPr id="14" name="Rectangle 13">
            <a:extLst>
              <a:ext uri="{FF2B5EF4-FFF2-40B4-BE49-F238E27FC236}">
                <a16:creationId xmlns:a16="http://schemas.microsoft.com/office/drawing/2014/main" id="{33245EDB-3F6A-A66E-B39B-D835CA7006AF}"/>
              </a:ext>
            </a:extLst>
          </p:cNvPr>
          <p:cNvSpPr/>
          <p:nvPr/>
        </p:nvSpPr>
        <p:spPr>
          <a:xfrm>
            <a:off x="5727596" y="2980861"/>
            <a:ext cx="1499128" cy="523220"/>
          </a:xfrm>
          <a:prstGeom prst="rect">
            <a:avLst/>
          </a:prstGeom>
        </p:spPr>
        <p:txBody>
          <a:bodyPr wrap="none">
            <a:spAutoFit/>
          </a:bodyPr>
          <a:lstStyle/>
          <a:p>
            <a:r>
              <a:rPr lang="en-US" sz="2800" u="sng" dirty="0">
                <a:solidFill>
                  <a:srgbClr val="002060"/>
                </a:solidFill>
              </a:rPr>
              <a:t>Sample 2</a:t>
            </a:r>
          </a:p>
        </p:txBody>
      </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374DA46E-6542-6F8E-C8C6-7DAD2C62F610}"/>
                  </a:ext>
                </a:extLst>
              </p:cNvPr>
              <p:cNvSpPr/>
              <p:nvPr/>
            </p:nvSpPr>
            <p:spPr>
              <a:xfrm>
                <a:off x="581564" y="5058725"/>
                <a:ext cx="142898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800" b="0" i="0" smtClean="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30 %</m:t>
                      </m:r>
                    </m:oMath>
                  </m:oMathPara>
                </a14:m>
                <a:endParaRPr lang="en-US" sz="2800" dirty="0">
                  <a:solidFill>
                    <a:srgbClr val="002060"/>
                  </a:solidFill>
                </a:endParaRPr>
              </a:p>
            </p:txBody>
          </p:sp>
        </mc:Choice>
        <mc:Fallback xmlns="">
          <p:sp>
            <p:nvSpPr>
              <p:cNvPr id="7" name="Rectangle 6">
                <a:extLst>
                  <a:ext uri="{FF2B5EF4-FFF2-40B4-BE49-F238E27FC236}">
                    <a16:creationId xmlns:a16="http://schemas.microsoft.com/office/drawing/2014/main" id="{374DA46E-6542-6F8E-C8C6-7DAD2C62F610}"/>
                  </a:ext>
                </a:extLst>
              </p:cNvPr>
              <p:cNvSpPr>
                <a:spLocks noRot="1" noChangeAspect="1" noMove="1" noResize="1" noEditPoints="1" noAdjustHandles="1" noChangeArrowheads="1" noChangeShapeType="1" noTextEdit="1"/>
              </p:cNvSpPr>
              <p:nvPr/>
            </p:nvSpPr>
            <p:spPr>
              <a:xfrm>
                <a:off x="581564" y="5058725"/>
                <a:ext cx="1428981"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4902F6B9-D54F-AA4C-402F-940DA41C4826}"/>
                  </a:ext>
                </a:extLst>
              </p:cNvPr>
              <p:cNvSpPr/>
              <p:nvPr/>
            </p:nvSpPr>
            <p:spPr>
              <a:xfrm>
                <a:off x="580140" y="5577709"/>
                <a:ext cx="110517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800" b="0" i="0" smtClean="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0.3</m:t>
                      </m:r>
                    </m:oMath>
                  </m:oMathPara>
                </a14:m>
                <a:endParaRPr lang="en-US" sz="2800" dirty="0">
                  <a:solidFill>
                    <a:srgbClr val="002060"/>
                  </a:solidFill>
                </a:endParaRPr>
              </a:p>
            </p:txBody>
          </p:sp>
        </mc:Choice>
        <mc:Fallback xmlns="">
          <p:sp>
            <p:nvSpPr>
              <p:cNvPr id="12" name="Rectangle 11">
                <a:extLst>
                  <a:ext uri="{FF2B5EF4-FFF2-40B4-BE49-F238E27FC236}">
                    <a16:creationId xmlns:a16="http://schemas.microsoft.com/office/drawing/2014/main" id="{4902F6B9-D54F-AA4C-402F-940DA41C4826}"/>
                  </a:ext>
                </a:extLst>
              </p:cNvPr>
              <p:cNvSpPr>
                <a:spLocks noRot="1" noChangeAspect="1" noMove="1" noResize="1" noEditPoints="1" noAdjustHandles="1" noChangeArrowheads="1" noChangeShapeType="1" noTextEdit="1"/>
              </p:cNvSpPr>
              <p:nvPr/>
            </p:nvSpPr>
            <p:spPr>
              <a:xfrm>
                <a:off x="580140" y="5577709"/>
                <a:ext cx="1105174"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91E57B37-6354-F326-C280-5E4E9BE92203}"/>
                  </a:ext>
                </a:extLst>
              </p:cNvPr>
              <p:cNvSpPr/>
              <p:nvPr/>
            </p:nvSpPr>
            <p:spPr>
              <a:xfrm>
                <a:off x="5670264" y="4054622"/>
                <a:ext cx="94795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280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P</m:t>
                          </m:r>
                        </m:e>
                        <m:sub>
                          <m:r>
                            <a:rPr lang="en-IN" sz="2800" b="0" i="0" smtClean="0">
                              <a:solidFill>
                                <a:srgbClr val="002060"/>
                              </a:solidFill>
                              <a:latin typeface="Cambria Math" panose="02040503050406030204" pitchFamily="18" charset="0"/>
                            </a:rPr>
                            <m:t>2</m:t>
                          </m:r>
                        </m:sub>
                      </m:sSub>
                      <m:r>
                        <a:rPr lang="en-IN" sz="2800" b="0" i="0" smtClean="0">
                          <a:solidFill>
                            <a:srgbClr val="002060"/>
                          </a:solidFill>
                          <a:latin typeface="Cambria Math" panose="02040503050406030204" pitchFamily="18" charset="0"/>
                        </a:rPr>
                        <m:t>=</m:t>
                      </m:r>
                    </m:oMath>
                  </m:oMathPara>
                </a14:m>
                <a:endParaRPr lang="en-US" sz="2800" dirty="0">
                  <a:solidFill>
                    <a:srgbClr val="002060"/>
                  </a:solidFill>
                </a:endParaRPr>
              </a:p>
            </p:txBody>
          </p:sp>
        </mc:Choice>
        <mc:Fallback xmlns="">
          <p:sp>
            <p:nvSpPr>
              <p:cNvPr id="16" name="Rectangle 15">
                <a:extLst>
                  <a:ext uri="{FF2B5EF4-FFF2-40B4-BE49-F238E27FC236}">
                    <a16:creationId xmlns:a16="http://schemas.microsoft.com/office/drawing/2014/main" id="{91E57B37-6354-F326-C280-5E4E9BE92203}"/>
                  </a:ext>
                </a:extLst>
              </p:cNvPr>
              <p:cNvSpPr>
                <a:spLocks noRot="1" noChangeAspect="1" noMove="1" noResize="1" noEditPoints="1" noAdjustHandles="1" noChangeArrowheads="1" noChangeShapeType="1" noTextEdit="1"/>
              </p:cNvSpPr>
              <p:nvPr/>
            </p:nvSpPr>
            <p:spPr>
              <a:xfrm>
                <a:off x="5670264" y="4054622"/>
                <a:ext cx="947952" cy="523220"/>
              </a:xfrm>
              <a:prstGeom prst="rect">
                <a:avLst/>
              </a:prstGeom>
              <a:blipFill>
                <a:blip r:embed="rId10"/>
                <a:stretch>
                  <a:fillRect/>
                </a:stretch>
              </a:blipFill>
            </p:spPr>
            <p:txBody>
              <a:bodyPr/>
              <a:lstStyle/>
              <a:p>
                <a:r>
                  <a:rPr lang="en-IN">
                    <a:noFill/>
                  </a:rPr>
                  <a:t> </a:t>
                </a:r>
              </a:p>
            </p:txBody>
          </p:sp>
        </mc:Fallback>
      </mc:AlternateContent>
      <p:sp>
        <p:nvSpPr>
          <p:cNvPr id="17" name="Rectangle 16">
            <a:extLst>
              <a:ext uri="{FF2B5EF4-FFF2-40B4-BE49-F238E27FC236}">
                <a16:creationId xmlns:a16="http://schemas.microsoft.com/office/drawing/2014/main" id="{474D85EE-77E0-41F7-4586-B5132419D65E}"/>
              </a:ext>
            </a:extLst>
          </p:cNvPr>
          <p:cNvSpPr/>
          <p:nvPr/>
        </p:nvSpPr>
        <p:spPr>
          <a:xfrm>
            <a:off x="6584576" y="4074955"/>
            <a:ext cx="3990195" cy="954107"/>
          </a:xfrm>
          <a:prstGeom prst="rect">
            <a:avLst/>
          </a:prstGeom>
        </p:spPr>
        <p:txBody>
          <a:bodyPr wrap="none">
            <a:spAutoFit/>
          </a:bodyPr>
          <a:lstStyle/>
          <a:p>
            <a:r>
              <a:rPr lang="en-US" sz="2800" dirty="0">
                <a:solidFill>
                  <a:srgbClr val="002060"/>
                </a:solidFill>
              </a:rPr>
              <a:t>Proportion of faired people</a:t>
            </a:r>
          </a:p>
          <a:p>
            <a:r>
              <a:rPr lang="en-US" sz="2800" dirty="0">
                <a:solidFill>
                  <a:srgbClr val="002060"/>
                </a:solidFill>
              </a:rPr>
              <a:t>in the second population</a:t>
            </a:r>
          </a:p>
        </p:txBody>
      </p:sp>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326A20C3-A576-CDAF-8988-DBF34533762C}"/>
                  </a:ext>
                </a:extLst>
              </p:cNvPr>
              <p:cNvSpPr/>
              <p:nvPr/>
            </p:nvSpPr>
            <p:spPr>
              <a:xfrm>
                <a:off x="6095998" y="5033325"/>
                <a:ext cx="142898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800" b="0" i="0" smtClean="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25 %</m:t>
                      </m:r>
                    </m:oMath>
                  </m:oMathPara>
                </a14:m>
                <a:endParaRPr lang="en-US" sz="2800" dirty="0">
                  <a:solidFill>
                    <a:srgbClr val="002060"/>
                  </a:solidFill>
                </a:endParaRPr>
              </a:p>
            </p:txBody>
          </p:sp>
        </mc:Choice>
        <mc:Fallback xmlns="">
          <p:sp>
            <p:nvSpPr>
              <p:cNvPr id="18" name="Rectangle 17">
                <a:extLst>
                  <a:ext uri="{FF2B5EF4-FFF2-40B4-BE49-F238E27FC236}">
                    <a16:creationId xmlns:a16="http://schemas.microsoft.com/office/drawing/2014/main" id="{326A20C3-A576-CDAF-8988-DBF34533762C}"/>
                  </a:ext>
                </a:extLst>
              </p:cNvPr>
              <p:cNvSpPr>
                <a:spLocks noRot="1" noChangeAspect="1" noMove="1" noResize="1" noEditPoints="1" noAdjustHandles="1" noChangeArrowheads="1" noChangeShapeType="1" noTextEdit="1"/>
              </p:cNvSpPr>
              <p:nvPr/>
            </p:nvSpPr>
            <p:spPr>
              <a:xfrm>
                <a:off x="6095998" y="5033325"/>
                <a:ext cx="1428981"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DE0E594E-BA83-48BB-78B4-9169BABE53B6}"/>
                  </a:ext>
                </a:extLst>
              </p:cNvPr>
              <p:cNvSpPr/>
              <p:nvPr/>
            </p:nvSpPr>
            <p:spPr>
              <a:xfrm>
                <a:off x="54977" y="6039884"/>
                <a:ext cx="2078069"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Q</m:t>
                          </m:r>
                        </m:e>
                        <m:sub>
                          <m:r>
                            <a:rPr lang="en-US" sz="2800" b="0" i="0" smtClean="0">
                              <a:solidFill>
                                <a:srgbClr val="002060"/>
                              </a:solidFill>
                              <a:latin typeface="Cambria Math" panose="02040503050406030204" pitchFamily="18" charset="0"/>
                            </a:rPr>
                            <m:t>1</m:t>
                          </m:r>
                        </m:sub>
                      </m:sSub>
                      <m:r>
                        <a:rPr lang="en-IN" sz="2800" b="0" i="0" smtClean="0">
                          <a:solidFill>
                            <a:srgbClr val="002060"/>
                          </a:solidFill>
                          <a:latin typeface="Cambria Math" panose="02040503050406030204" pitchFamily="18" charset="0"/>
                        </a:rPr>
                        <m:t>=1−</m:t>
                      </m:r>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P</m:t>
                          </m:r>
                        </m:e>
                        <m:sub>
                          <m:r>
                            <a:rPr lang="en-US" sz="2800">
                              <a:solidFill>
                                <a:srgbClr val="002060"/>
                              </a:solidFill>
                              <a:latin typeface="Cambria Math" panose="02040503050406030204" pitchFamily="18" charset="0"/>
                            </a:rPr>
                            <m:t>1</m:t>
                          </m:r>
                        </m:sub>
                      </m:sSub>
                    </m:oMath>
                  </m:oMathPara>
                </a14:m>
                <a:endParaRPr lang="en-US" sz="2800" dirty="0">
                  <a:solidFill>
                    <a:srgbClr val="002060"/>
                  </a:solidFill>
                </a:endParaRPr>
              </a:p>
            </p:txBody>
          </p:sp>
        </mc:Choice>
        <mc:Fallback xmlns="">
          <p:sp>
            <p:nvSpPr>
              <p:cNvPr id="20" name="Rectangle 19">
                <a:extLst>
                  <a:ext uri="{FF2B5EF4-FFF2-40B4-BE49-F238E27FC236}">
                    <a16:creationId xmlns:a16="http://schemas.microsoft.com/office/drawing/2014/main" id="{DE0E594E-BA83-48BB-78B4-9169BABE53B6}"/>
                  </a:ext>
                </a:extLst>
              </p:cNvPr>
              <p:cNvSpPr>
                <a:spLocks noRot="1" noChangeAspect="1" noMove="1" noResize="1" noEditPoints="1" noAdjustHandles="1" noChangeArrowheads="1" noChangeShapeType="1" noTextEdit="1"/>
              </p:cNvSpPr>
              <p:nvPr/>
            </p:nvSpPr>
            <p:spPr>
              <a:xfrm>
                <a:off x="54977" y="6039884"/>
                <a:ext cx="2078069"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11A8515F-15AC-33D8-AD8E-F25589529841}"/>
                  </a:ext>
                </a:extLst>
              </p:cNvPr>
              <p:cNvSpPr/>
              <p:nvPr/>
            </p:nvSpPr>
            <p:spPr>
              <a:xfrm>
                <a:off x="1969763" y="6055219"/>
                <a:ext cx="110517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800" b="0" i="0" smtClean="0">
                          <a:solidFill>
                            <a:srgbClr val="002060"/>
                          </a:solidFill>
                          <a:latin typeface="Cambria Math" panose="02040503050406030204" pitchFamily="18" charset="0"/>
                        </a:rPr>
                        <m:t>=0.7</m:t>
                      </m:r>
                    </m:oMath>
                  </m:oMathPara>
                </a14:m>
                <a:endParaRPr lang="en-US" sz="2800" dirty="0">
                  <a:solidFill>
                    <a:srgbClr val="002060"/>
                  </a:solidFill>
                </a:endParaRPr>
              </a:p>
            </p:txBody>
          </p:sp>
        </mc:Choice>
        <mc:Fallback xmlns="">
          <p:sp>
            <p:nvSpPr>
              <p:cNvPr id="21" name="Rectangle 20">
                <a:extLst>
                  <a:ext uri="{FF2B5EF4-FFF2-40B4-BE49-F238E27FC236}">
                    <a16:creationId xmlns:a16="http://schemas.microsoft.com/office/drawing/2014/main" id="{11A8515F-15AC-33D8-AD8E-F25589529841}"/>
                  </a:ext>
                </a:extLst>
              </p:cNvPr>
              <p:cNvSpPr>
                <a:spLocks noRot="1" noChangeAspect="1" noMove="1" noResize="1" noEditPoints="1" noAdjustHandles="1" noChangeArrowheads="1" noChangeShapeType="1" noTextEdit="1"/>
              </p:cNvSpPr>
              <p:nvPr/>
            </p:nvSpPr>
            <p:spPr>
              <a:xfrm>
                <a:off x="1969763" y="6055219"/>
                <a:ext cx="1105174"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Rectangle 21">
                <a:extLst>
                  <a:ext uri="{FF2B5EF4-FFF2-40B4-BE49-F238E27FC236}">
                    <a16:creationId xmlns:a16="http://schemas.microsoft.com/office/drawing/2014/main" id="{B6D468A2-4980-9776-4D50-4EED45E221CA}"/>
                  </a:ext>
                </a:extLst>
              </p:cNvPr>
              <p:cNvSpPr/>
              <p:nvPr/>
            </p:nvSpPr>
            <p:spPr>
              <a:xfrm>
                <a:off x="5606764" y="6067087"/>
                <a:ext cx="2078069"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2800" b="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Q</m:t>
                          </m:r>
                        </m:e>
                        <m:sub>
                          <m:r>
                            <a:rPr lang="en-IN" sz="2800" b="0" i="0" smtClean="0">
                              <a:solidFill>
                                <a:srgbClr val="002060"/>
                              </a:solidFill>
                              <a:latin typeface="Cambria Math" panose="02040503050406030204" pitchFamily="18" charset="0"/>
                            </a:rPr>
                            <m:t>2</m:t>
                          </m:r>
                        </m:sub>
                      </m:sSub>
                      <m:r>
                        <a:rPr lang="en-IN" sz="2800" b="0" i="0" smtClean="0">
                          <a:solidFill>
                            <a:srgbClr val="002060"/>
                          </a:solidFill>
                          <a:latin typeface="Cambria Math" panose="02040503050406030204" pitchFamily="18" charset="0"/>
                        </a:rPr>
                        <m:t>=1−</m:t>
                      </m:r>
                      <m:sSub>
                        <m:sSubPr>
                          <m:ctrlPr>
                            <a:rPr lang="en-IN"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P</m:t>
                          </m:r>
                        </m:e>
                        <m:sub>
                          <m:r>
                            <a:rPr lang="en-IN" sz="2800" b="0" i="0" smtClean="0">
                              <a:solidFill>
                                <a:srgbClr val="002060"/>
                              </a:solidFill>
                              <a:latin typeface="Cambria Math" panose="02040503050406030204" pitchFamily="18" charset="0"/>
                            </a:rPr>
                            <m:t>2</m:t>
                          </m:r>
                        </m:sub>
                      </m:sSub>
                    </m:oMath>
                  </m:oMathPara>
                </a14:m>
                <a:endParaRPr lang="en-US" sz="2800" dirty="0">
                  <a:solidFill>
                    <a:srgbClr val="002060"/>
                  </a:solidFill>
                </a:endParaRPr>
              </a:p>
            </p:txBody>
          </p:sp>
        </mc:Choice>
        <mc:Fallback xmlns="">
          <p:sp>
            <p:nvSpPr>
              <p:cNvPr id="22" name="Rectangle 21">
                <a:extLst>
                  <a:ext uri="{FF2B5EF4-FFF2-40B4-BE49-F238E27FC236}">
                    <a16:creationId xmlns:a16="http://schemas.microsoft.com/office/drawing/2014/main" id="{B6D468A2-4980-9776-4D50-4EED45E221CA}"/>
                  </a:ext>
                </a:extLst>
              </p:cNvPr>
              <p:cNvSpPr>
                <a:spLocks noRot="1" noChangeAspect="1" noMove="1" noResize="1" noEditPoints="1" noAdjustHandles="1" noChangeArrowheads="1" noChangeShapeType="1" noTextEdit="1"/>
              </p:cNvSpPr>
              <p:nvPr/>
            </p:nvSpPr>
            <p:spPr>
              <a:xfrm>
                <a:off x="5606764" y="6067087"/>
                <a:ext cx="2078069" cy="523220"/>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142DF8A0-A46D-A408-6CB2-ECD4DB82304C}"/>
                  </a:ext>
                </a:extLst>
              </p:cNvPr>
              <p:cNvSpPr/>
              <p:nvPr/>
            </p:nvSpPr>
            <p:spPr>
              <a:xfrm>
                <a:off x="7521550" y="6082422"/>
                <a:ext cx="1303947"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800" b="0" i="0" smtClean="0">
                          <a:solidFill>
                            <a:srgbClr val="002060"/>
                          </a:solidFill>
                          <a:latin typeface="Cambria Math" panose="02040503050406030204" pitchFamily="18" charset="0"/>
                        </a:rPr>
                        <m:t>=0.75</m:t>
                      </m:r>
                    </m:oMath>
                  </m:oMathPara>
                </a14:m>
                <a:endParaRPr lang="en-US" sz="2800" dirty="0">
                  <a:solidFill>
                    <a:srgbClr val="002060"/>
                  </a:solidFill>
                </a:endParaRPr>
              </a:p>
            </p:txBody>
          </p:sp>
        </mc:Choice>
        <mc:Fallback xmlns="">
          <p:sp>
            <p:nvSpPr>
              <p:cNvPr id="23" name="Rectangle 22">
                <a:extLst>
                  <a:ext uri="{FF2B5EF4-FFF2-40B4-BE49-F238E27FC236}">
                    <a16:creationId xmlns:a16="http://schemas.microsoft.com/office/drawing/2014/main" id="{142DF8A0-A46D-A408-6CB2-ECD4DB82304C}"/>
                  </a:ext>
                </a:extLst>
              </p:cNvPr>
              <p:cNvSpPr>
                <a:spLocks noRot="1" noChangeAspect="1" noMove="1" noResize="1" noEditPoints="1" noAdjustHandles="1" noChangeArrowheads="1" noChangeShapeType="1" noTextEdit="1"/>
              </p:cNvSpPr>
              <p:nvPr/>
            </p:nvSpPr>
            <p:spPr>
              <a:xfrm>
                <a:off x="7521550" y="6082422"/>
                <a:ext cx="1303947" cy="523220"/>
              </a:xfrm>
              <a:prstGeom prst="rect">
                <a:avLst/>
              </a:prstGeom>
              <a:blipFill>
                <a:blip r:embed="rId15"/>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950817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up)">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15">
                                            <p:txEl>
                                              <p:pRg st="0" end="0"/>
                                            </p:txEl>
                                          </p:spTgt>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5">
                                            <p:txEl>
                                              <p:pRg st="0" end="0"/>
                                            </p:txEl>
                                          </p:spTgt>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16">
                                            <p:txEl>
                                              <p:pRg st="0" end="0"/>
                                            </p:txEl>
                                          </p:spTgt>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17">
                                            <p:txEl>
                                              <p:pRg st="0" end="0"/>
                                            </p:txEl>
                                          </p:spTgt>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17">
                                            <p:txEl>
                                              <p:pRg st="1" end="1"/>
                                            </p:txEl>
                                          </p:spTgt>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clickEffect">
                                  <p:stCondLst>
                                    <p:cond delay="0"/>
                                  </p:stCondLst>
                                  <p:childTnLst>
                                    <p:set>
                                      <p:cBhvr>
                                        <p:cTn id="63"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nodeType="clickEffect">
                                  <p:stCondLst>
                                    <p:cond delay="0"/>
                                  </p:stCondLst>
                                  <p:childTnLst>
                                    <p:set>
                                      <p:cBhvr>
                                        <p:cTn id="67"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nodeType="clickEffect">
                                  <p:stCondLst>
                                    <p:cond delay="0"/>
                                  </p:stCondLst>
                                  <p:childTnLst>
                                    <p:set>
                                      <p:cBhvr>
                                        <p:cTn id="71"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nodeType="clickEffect">
                                  <p:stCondLst>
                                    <p:cond delay="0"/>
                                  </p:stCondLst>
                                  <p:childTnLst>
                                    <p:set>
                                      <p:cBhvr>
                                        <p:cTn id="75" dur="1" fill="hold">
                                          <p:stCondLst>
                                            <p:cond delay="0"/>
                                          </p:stCondLst>
                                        </p:cTn>
                                        <p:tgtEl>
                                          <p:spTgt spid="22">
                                            <p:txEl>
                                              <p:pRg st="0" end="0"/>
                                            </p:txEl>
                                          </p:spTgt>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nodeType="clickEffect">
                                  <p:stCondLst>
                                    <p:cond delay="0"/>
                                  </p:stCondLst>
                                  <p:childTnLst>
                                    <p:set>
                                      <p:cBhvr>
                                        <p:cTn id="79"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50" grpId="0" animBg="1"/>
    </p:bldLst>
  </p:timing>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F4DBF-5867-E2BD-E4D0-619C751C3B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A817B3-BA65-4B27-122C-ABA4EE3BEEAD}"/>
              </a:ext>
            </a:extLst>
          </p:cNvPr>
          <p:cNvSpPr>
            <a:spLocks noGrp="1"/>
          </p:cNvSpPr>
          <p:nvPr>
            <p:ph type="title"/>
          </p:nvPr>
        </p:nvSpPr>
        <p:spPr/>
        <p:txBody>
          <a:bodyPr/>
          <a:lstStyle/>
          <a:p>
            <a:r>
              <a:rPr lang="en-GB" dirty="0"/>
              <a:t>Method 6 ⇝ Example 4(</a:t>
            </a:r>
            <a:r>
              <a:rPr lang="en-GB" dirty="0">
                <a:solidFill>
                  <a:srgbClr val="FF0000"/>
                </a:solidFill>
              </a:rPr>
              <a:t>Continue</a:t>
            </a:r>
            <a:r>
              <a:rPr lang="en-GB" dirty="0"/>
              <a:t>)</a:t>
            </a:r>
            <a:endParaRPr lang="en-US" dirty="0"/>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24B7A5ED-F6CD-B5E6-8B08-8155FD65A981}"/>
                  </a:ext>
                </a:extLst>
              </p:cNvPr>
              <p:cNvSpPr/>
              <p:nvPr/>
            </p:nvSpPr>
            <p:spPr>
              <a:xfrm>
                <a:off x="111878" y="870047"/>
                <a:ext cx="797582" cy="523220"/>
              </a:xfrm>
              <a:prstGeom prst="rect">
                <a:avLst/>
              </a:prstGeom>
            </p:spPr>
            <p:txBody>
              <a:bodyPr wrap="square">
                <a:spAutoFit/>
              </a:bodyPr>
              <a:lstStyle/>
              <a:p>
                <a:pPr lvl="0"/>
                <a14:m>
                  <m:oMath xmlns:m="http://schemas.openxmlformats.org/officeDocument/2006/math">
                    <m:sSub>
                      <m:sSubPr>
                        <m:ctrlPr>
                          <a:rPr lang="en-US" sz="2800" b="1" i="1" smtClean="0">
                            <a:solidFill>
                              <a:srgbClr val="002060"/>
                            </a:solidFill>
                            <a:latin typeface="Cambria Math" panose="02040503050406030204" pitchFamily="18" charset="0"/>
                          </a:rPr>
                        </m:ctrlPr>
                      </m:sSubPr>
                      <m:e>
                        <m:r>
                          <a:rPr lang="en-IN" sz="2800" b="1" i="0" smtClean="0">
                            <a:solidFill>
                              <a:srgbClr val="002060"/>
                            </a:solidFill>
                            <a:latin typeface="Cambria Math" panose="02040503050406030204" pitchFamily="18" charset="0"/>
                          </a:rPr>
                          <m:t>𝐇</m:t>
                        </m:r>
                      </m:e>
                      <m:sub>
                        <m:r>
                          <a:rPr lang="en-IN" sz="2800" b="1" i="0" smtClean="0">
                            <a:solidFill>
                              <a:srgbClr val="002060"/>
                            </a:solidFill>
                            <a:latin typeface="Cambria Math" panose="02040503050406030204" pitchFamily="18" charset="0"/>
                          </a:rPr>
                          <m:t>𝟎</m:t>
                        </m:r>
                      </m:sub>
                    </m:sSub>
                    <m:r>
                      <a:rPr lang="en-IN" sz="2800" b="1" i="0" smtClean="0">
                        <a:solidFill>
                          <a:srgbClr val="002060"/>
                        </a:solidFill>
                        <a:latin typeface="Cambria Math" panose="02040503050406030204" pitchFamily="18" charset="0"/>
                      </a:rPr>
                      <m:t> :</m:t>
                    </m:r>
                  </m:oMath>
                </a14:m>
                <a:r>
                  <a:rPr lang="en-US" sz="2800" b="1" dirty="0">
                    <a:solidFill>
                      <a:srgbClr val="002060"/>
                    </a:solidFill>
                  </a:rPr>
                  <a:t>  </a:t>
                </a:r>
              </a:p>
            </p:txBody>
          </p:sp>
        </mc:Choice>
        <mc:Fallback xmlns="">
          <p:sp>
            <p:nvSpPr>
              <p:cNvPr id="15" name="Rectangle 14">
                <a:extLst>
                  <a:ext uri="{FF2B5EF4-FFF2-40B4-BE49-F238E27FC236}">
                    <a16:creationId xmlns:a16="http://schemas.microsoft.com/office/drawing/2014/main" id="{24B7A5ED-F6CD-B5E6-8B08-8155FD65A981}"/>
                  </a:ext>
                </a:extLst>
              </p:cNvPr>
              <p:cNvSpPr>
                <a:spLocks noRot="1" noChangeAspect="1" noMove="1" noResize="1" noEditPoints="1" noAdjustHandles="1" noChangeArrowheads="1" noChangeShapeType="1" noTextEdit="1"/>
              </p:cNvSpPr>
              <p:nvPr/>
            </p:nvSpPr>
            <p:spPr>
              <a:xfrm>
                <a:off x="111878" y="870047"/>
                <a:ext cx="797582" cy="52322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C63E14DC-6D14-87BF-8DF3-9A7470087C57}"/>
                  </a:ext>
                </a:extLst>
              </p:cNvPr>
              <p:cNvSpPr/>
              <p:nvPr/>
            </p:nvSpPr>
            <p:spPr>
              <a:xfrm>
                <a:off x="1224206" y="3133214"/>
                <a:ext cx="2886928" cy="523220"/>
              </a:xfrm>
              <a:prstGeom prst="rect">
                <a:avLst/>
              </a:prstGeom>
            </p:spPr>
            <p:txBody>
              <a:bodyPr wrap="square">
                <a:spAutoFit/>
              </a:bodyPr>
              <a:lstStyle/>
              <a:p>
                <a:pPr lvl="0"/>
                <a14:m>
                  <m:oMathPara xmlns:m="http://schemas.openxmlformats.org/officeDocument/2006/math">
                    <m:oMathParaPr>
                      <m:jc m:val="centerGroup"/>
                    </m:oMathParaPr>
                    <m:oMath xmlns:m="http://schemas.openxmlformats.org/officeDocument/2006/math">
                      <m:d>
                        <m:dPr>
                          <m:ctrlPr>
                            <a:rPr lang="en-US" sz="2800" i="1" smtClean="0">
                              <a:solidFill>
                                <a:srgbClr val="002060"/>
                              </a:solidFill>
                              <a:latin typeface="Cambria Math" panose="02040503050406030204" pitchFamily="18" charset="0"/>
                            </a:rPr>
                          </m:ctrlPr>
                        </m:dPr>
                        <m:e>
                          <m:r>
                            <a:rPr lang="en-IN" sz="2800" b="1" i="0" smtClean="0">
                              <a:solidFill>
                                <a:srgbClr val="FF0000"/>
                              </a:solidFill>
                              <a:latin typeface="Cambria Math" panose="02040503050406030204" pitchFamily="18" charset="0"/>
                            </a:rPr>
                            <m:t>𝐏</m:t>
                          </m:r>
                          <m:r>
                            <a:rPr lang="en-IN" sz="2800" b="1" i="0" smtClean="0">
                              <a:solidFill>
                                <a:srgbClr val="FF0000"/>
                              </a:solidFill>
                              <a:latin typeface="Cambria Math" panose="02040503050406030204" pitchFamily="18" charset="0"/>
                            </a:rPr>
                            <m:t> </m:t>
                          </m:r>
                          <m:r>
                            <a:rPr lang="en-IN" sz="2800" b="1" i="0" smtClean="0">
                              <a:solidFill>
                                <a:srgbClr val="FF0000"/>
                              </a:solidFill>
                              <a:latin typeface="Cambria Math" panose="02040503050406030204" pitchFamily="18" charset="0"/>
                            </a:rPr>
                            <m:t>𝐢𝐬</m:t>
                          </m:r>
                          <m:r>
                            <a:rPr lang="en-IN" sz="2800" b="1" i="0" smtClean="0">
                              <a:solidFill>
                                <a:srgbClr val="FF0000"/>
                              </a:solidFill>
                              <a:latin typeface="Cambria Math" panose="02040503050406030204" pitchFamily="18" charset="0"/>
                            </a:rPr>
                            <m:t> </m:t>
                          </m:r>
                          <m:r>
                            <a:rPr lang="en-US" sz="2800" b="1" i="0" smtClean="0">
                              <a:solidFill>
                                <a:srgbClr val="FF0000"/>
                              </a:solidFill>
                              <a:latin typeface="Cambria Math" panose="02040503050406030204" pitchFamily="18" charset="0"/>
                            </a:rPr>
                            <m:t>𝐧𝐨𝐭</m:t>
                          </m:r>
                          <m:r>
                            <a:rPr lang="en-US" sz="2800" b="1" i="0" smtClean="0">
                              <a:solidFill>
                                <a:srgbClr val="FF0000"/>
                              </a:solidFill>
                              <a:latin typeface="Cambria Math" panose="02040503050406030204" pitchFamily="18" charset="0"/>
                            </a:rPr>
                            <m:t> </m:t>
                          </m:r>
                          <m:r>
                            <a:rPr lang="en-IN" sz="2800" b="1" i="0" smtClean="0">
                              <a:solidFill>
                                <a:srgbClr val="FF0000"/>
                              </a:solidFill>
                              <a:latin typeface="Cambria Math" panose="02040503050406030204" pitchFamily="18" charset="0"/>
                            </a:rPr>
                            <m:t>𝐤𝐧𝐨𝐰𝐧</m:t>
                          </m:r>
                        </m:e>
                      </m:d>
                    </m:oMath>
                  </m:oMathPara>
                </a14:m>
                <a:endParaRPr lang="en-US" sz="2800" dirty="0">
                  <a:solidFill>
                    <a:srgbClr val="002060"/>
                  </a:solidFill>
                </a:endParaRPr>
              </a:p>
            </p:txBody>
          </p:sp>
        </mc:Choice>
        <mc:Fallback xmlns="">
          <p:sp>
            <p:nvSpPr>
              <p:cNvPr id="8" name="Rectangle 7">
                <a:extLst>
                  <a:ext uri="{FF2B5EF4-FFF2-40B4-BE49-F238E27FC236}">
                    <a16:creationId xmlns:a16="http://schemas.microsoft.com/office/drawing/2014/main" id="{C63E14DC-6D14-87BF-8DF3-9A7470087C57}"/>
                  </a:ext>
                </a:extLst>
              </p:cNvPr>
              <p:cNvSpPr>
                <a:spLocks noRot="1" noChangeAspect="1" noMove="1" noResize="1" noEditPoints="1" noAdjustHandles="1" noChangeArrowheads="1" noChangeShapeType="1" noTextEdit="1"/>
              </p:cNvSpPr>
              <p:nvPr/>
            </p:nvSpPr>
            <p:spPr>
              <a:xfrm>
                <a:off x="1224206" y="3133214"/>
                <a:ext cx="2886928"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31A14E04-2FA8-B945-D775-F6D83506CE94}"/>
                  </a:ext>
                </a:extLst>
              </p:cNvPr>
              <p:cNvSpPr/>
              <p:nvPr/>
            </p:nvSpPr>
            <p:spPr>
              <a:xfrm>
                <a:off x="897425" y="893810"/>
                <a:ext cx="1457153" cy="523220"/>
              </a:xfrm>
              <a:prstGeom prst="rect">
                <a:avLst/>
              </a:prstGeom>
            </p:spPr>
            <p:txBody>
              <a:bodyPr wrap="square">
                <a:spAutoFit/>
              </a:bodyPr>
              <a:lstStyle/>
              <a:p>
                <a:pPr lvl="0"/>
                <a14:m>
                  <m:oMathPara xmlns:m="http://schemas.openxmlformats.org/officeDocument/2006/math">
                    <m:oMathParaPr>
                      <m:jc m:val="centerGroup"/>
                    </m:oMathParaPr>
                    <m:oMath xmlns:m="http://schemas.openxmlformats.org/officeDocument/2006/math">
                      <m:sSub>
                        <m:sSubPr>
                          <m:ctrlPr>
                            <a:rPr lang="en-IN" sz="2800" b="0" i="1" smtClean="0">
                              <a:solidFill>
                                <a:srgbClr val="002060"/>
                              </a:solidFill>
                              <a:latin typeface="Cambria Math" panose="02040503050406030204" pitchFamily="18" charset="0"/>
                            </a:rPr>
                          </m:ctrlPr>
                        </m:sSubPr>
                        <m:e>
                          <m:r>
                            <m:rPr>
                              <m:sty m:val="p"/>
                            </m:rPr>
                            <a:rPr lang="en-US" sz="2800" b="0" i="0" smtClean="0">
                              <a:solidFill>
                                <a:srgbClr val="002060"/>
                              </a:solidFill>
                              <a:latin typeface="Cambria Math" panose="02040503050406030204" pitchFamily="18" charset="0"/>
                            </a:rPr>
                            <m:t>P</m:t>
                          </m:r>
                        </m:e>
                        <m:sub>
                          <m:r>
                            <a:rPr lang="en-US" sz="2800" b="0" i="0" smtClean="0">
                              <a:solidFill>
                                <a:srgbClr val="002060"/>
                              </a:solidFill>
                              <a:latin typeface="Cambria Math" panose="02040503050406030204" pitchFamily="18" charset="0"/>
                            </a:rPr>
                            <m:t>1</m:t>
                          </m:r>
                        </m:sub>
                      </m:sSub>
                      <m:r>
                        <a:rPr lang="en-US" sz="2800" b="0" i="0" smtClean="0">
                          <a:solidFill>
                            <a:srgbClr val="002060"/>
                          </a:solidFill>
                          <a:latin typeface="Cambria Math" panose="02040503050406030204" pitchFamily="18" charset="0"/>
                        </a:rPr>
                        <m:t>=</m:t>
                      </m:r>
                      <m:sSub>
                        <m:sSubPr>
                          <m:ctrlPr>
                            <a:rPr lang="en-IN" sz="2800" i="1">
                              <a:solidFill>
                                <a:srgbClr val="002060"/>
                              </a:solidFill>
                              <a:latin typeface="Cambria Math" panose="02040503050406030204" pitchFamily="18" charset="0"/>
                            </a:rPr>
                          </m:ctrlPr>
                        </m:sSubPr>
                        <m:e>
                          <m:r>
                            <m:rPr>
                              <m:sty m:val="p"/>
                            </m:rPr>
                            <a:rPr lang="en-US" sz="2800" i="0">
                              <a:solidFill>
                                <a:srgbClr val="002060"/>
                              </a:solidFill>
                              <a:latin typeface="Cambria Math" panose="02040503050406030204" pitchFamily="18" charset="0"/>
                            </a:rPr>
                            <m:t>P</m:t>
                          </m:r>
                        </m:e>
                        <m:sub>
                          <m:r>
                            <a:rPr lang="en-US" sz="2800" b="0" i="0" smtClean="0">
                              <a:solidFill>
                                <a:srgbClr val="002060"/>
                              </a:solidFill>
                              <a:latin typeface="Cambria Math" panose="02040503050406030204" pitchFamily="18" charset="0"/>
                            </a:rPr>
                            <m:t>2</m:t>
                          </m:r>
                        </m:sub>
                      </m:sSub>
                    </m:oMath>
                  </m:oMathPara>
                </a14:m>
                <a:endParaRPr lang="en-US" sz="2800" dirty="0">
                  <a:solidFill>
                    <a:srgbClr val="002060"/>
                  </a:solidFill>
                </a:endParaRPr>
              </a:p>
            </p:txBody>
          </p:sp>
        </mc:Choice>
        <mc:Fallback xmlns="">
          <p:sp>
            <p:nvSpPr>
              <p:cNvPr id="9" name="Rectangle 8">
                <a:extLst>
                  <a:ext uri="{FF2B5EF4-FFF2-40B4-BE49-F238E27FC236}">
                    <a16:creationId xmlns:a16="http://schemas.microsoft.com/office/drawing/2014/main" id="{31A14E04-2FA8-B945-D775-F6D83506CE94}"/>
                  </a:ext>
                </a:extLst>
              </p:cNvPr>
              <p:cNvSpPr>
                <a:spLocks noRot="1" noChangeAspect="1" noMove="1" noResize="1" noEditPoints="1" noAdjustHandles="1" noChangeArrowheads="1" noChangeShapeType="1" noTextEdit="1"/>
              </p:cNvSpPr>
              <p:nvPr/>
            </p:nvSpPr>
            <p:spPr>
              <a:xfrm>
                <a:off x="897425" y="893810"/>
                <a:ext cx="1457153"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E566693E-44E1-1C8C-D701-3B5B3181CFC2}"/>
                  </a:ext>
                </a:extLst>
              </p:cNvPr>
              <p:cNvSpPr/>
              <p:nvPr/>
            </p:nvSpPr>
            <p:spPr>
              <a:xfrm>
                <a:off x="103008" y="1847793"/>
                <a:ext cx="797582" cy="523220"/>
              </a:xfrm>
              <a:prstGeom prst="rect">
                <a:avLst/>
              </a:prstGeom>
            </p:spPr>
            <p:txBody>
              <a:bodyPr wrap="square">
                <a:spAutoFit/>
              </a:bodyPr>
              <a:lstStyle/>
              <a:p>
                <a:pPr lvl="0"/>
                <a14:m>
                  <m:oMath xmlns:m="http://schemas.openxmlformats.org/officeDocument/2006/math">
                    <m:sSub>
                      <m:sSubPr>
                        <m:ctrlPr>
                          <a:rPr lang="en-US" sz="2800" b="1" i="1" smtClean="0">
                            <a:solidFill>
                              <a:srgbClr val="002060"/>
                            </a:solidFill>
                            <a:latin typeface="Cambria Math" panose="02040503050406030204" pitchFamily="18" charset="0"/>
                          </a:rPr>
                        </m:ctrlPr>
                      </m:sSubPr>
                      <m:e>
                        <m:r>
                          <a:rPr lang="en-IN" sz="2800" b="1" i="0" smtClean="0">
                            <a:solidFill>
                              <a:srgbClr val="002060"/>
                            </a:solidFill>
                            <a:latin typeface="Cambria Math" panose="02040503050406030204" pitchFamily="18" charset="0"/>
                          </a:rPr>
                          <m:t>𝐇</m:t>
                        </m:r>
                      </m:e>
                      <m:sub>
                        <m:r>
                          <a:rPr lang="en-IN" sz="2800" b="1" i="0" smtClean="0">
                            <a:solidFill>
                              <a:srgbClr val="002060"/>
                            </a:solidFill>
                            <a:latin typeface="Cambria Math" panose="02040503050406030204" pitchFamily="18" charset="0"/>
                          </a:rPr>
                          <m:t>𝟏</m:t>
                        </m:r>
                      </m:sub>
                    </m:sSub>
                    <m:r>
                      <a:rPr lang="en-IN" sz="2800" b="1" i="0" smtClean="0">
                        <a:solidFill>
                          <a:srgbClr val="002060"/>
                        </a:solidFill>
                        <a:latin typeface="Cambria Math" panose="02040503050406030204" pitchFamily="18" charset="0"/>
                      </a:rPr>
                      <m:t> :</m:t>
                    </m:r>
                  </m:oMath>
                </a14:m>
                <a:r>
                  <a:rPr lang="en-US" sz="2800" b="1" dirty="0">
                    <a:solidFill>
                      <a:srgbClr val="002060"/>
                    </a:solidFill>
                  </a:rPr>
                  <a:t>  </a:t>
                </a:r>
              </a:p>
            </p:txBody>
          </p:sp>
        </mc:Choice>
        <mc:Fallback xmlns="">
          <p:sp>
            <p:nvSpPr>
              <p:cNvPr id="10" name="Rectangle 9">
                <a:extLst>
                  <a:ext uri="{FF2B5EF4-FFF2-40B4-BE49-F238E27FC236}">
                    <a16:creationId xmlns:a16="http://schemas.microsoft.com/office/drawing/2014/main" id="{E566693E-44E1-1C8C-D701-3B5B3181CFC2}"/>
                  </a:ext>
                </a:extLst>
              </p:cNvPr>
              <p:cNvSpPr>
                <a:spLocks noRot="1" noChangeAspect="1" noMove="1" noResize="1" noEditPoints="1" noAdjustHandles="1" noChangeArrowheads="1" noChangeShapeType="1" noTextEdit="1"/>
              </p:cNvSpPr>
              <p:nvPr/>
            </p:nvSpPr>
            <p:spPr>
              <a:xfrm>
                <a:off x="103008" y="1847793"/>
                <a:ext cx="797582"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04BDF8A5-F6C3-617E-D7CF-5F3B792A1C95}"/>
                  </a:ext>
                </a:extLst>
              </p:cNvPr>
              <p:cNvSpPr/>
              <p:nvPr/>
            </p:nvSpPr>
            <p:spPr>
              <a:xfrm>
                <a:off x="862005" y="1846179"/>
                <a:ext cx="1513698" cy="523220"/>
              </a:xfrm>
              <a:prstGeom prst="rect">
                <a:avLst/>
              </a:prstGeom>
            </p:spPr>
            <p:txBody>
              <a:bodyPr wrap="square">
                <a:spAutoFit/>
              </a:bodyPr>
              <a:lstStyle/>
              <a:p>
                <a:pPr lvl="0"/>
                <a14:m>
                  <m:oMathPara xmlns:m="http://schemas.openxmlformats.org/officeDocument/2006/math">
                    <m:oMathParaPr>
                      <m:jc m:val="centerGroup"/>
                    </m:oMathParaPr>
                    <m:oMath xmlns:m="http://schemas.openxmlformats.org/officeDocument/2006/math">
                      <m:sSub>
                        <m:sSubPr>
                          <m:ctrlPr>
                            <a:rPr lang="en-IN" sz="2800" i="1">
                              <a:solidFill>
                                <a:srgbClr val="002060"/>
                              </a:solidFill>
                              <a:latin typeface="Cambria Math" panose="02040503050406030204" pitchFamily="18" charset="0"/>
                            </a:rPr>
                          </m:ctrlPr>
                        </m:sSubPr>
                        <m:e>
                          <m:r>
                            <m:rPr>
                              <m:sty m:val="p"/>
                            </m:rPr>
                            <a:rPr lang="en-US" sz="2800">
                              <a:solidFill>
                                <a:srgbClr val="002060"/>
                              </a:solidFill>
                              <a:latin typeface="Cambria Math" panose="02040503050406030204" pitchFamily="18" charset="0"/>
                            </a:rPr>
                            <m:t>P</m:t>
                          </m:r>
                        </m:e>
                        <m:sub>
                          <m:r>
                            <a:rPr lang="en-US" sz="2800">
                              <a:solidFill>
                                <a:srgbClr val="002060"/>
                              </a:solidFill>
                              <a:latin typeface="Cambria Math" panose="02040503050406030204" pitchFamily="18" charset="0"/>
                            </a:rPr>
                            <m:t>1</m:t>
                          </m:r>
                        </m:sub>
                      </m:sSub>
                      <m:r>
                        <a:rPr lang="en-US" sz="2800" i="1" smtClean="0">
                          <a:solidFill>
                            <a:srgbClr val="002060"/>
                          </a:solidFill>
                          <a:latin typeface="Cambria Math" panose="02040503050406030204" pitchFamily="18" charset="0"/>
                          <a:ea typeface="Cambria Math" panose="02040503050406030204" pitchFamily="18" charset="0"/>
                        </a:rPr>
                        <m:t>≠</m:t>
                      </m:r>
                      <m:sSub>
                        <m:sSubPr>
                          <m:ctrlPr>
                            <a:rPr lang="en-IN" sz="2800" i="1">
                              <a:solidFill>
                                <a:srgbClr val="002060"/>
                              </a:solidFill>
                              <a:latin typeface="Cambria Math" panose="02040503050406030204" pitchFamily="18" charset="0"/>
                            </a:rPr>
                          </m:ctrlPr>
                        </m:sSubPr>
                        <m:e>
                          <m:r>
                            <m:rPr>
                              <m:sty m:val="p"/>
                            </m:rPr>
                            <a:rPr lang="en-US" sz="2800">
                              <a:solidFill>
                                <a:srgbClr val="002060"/>
                              </a:solidFill>
                              <a:latin typeface="Cambria Math" panose="02040503050406030204" pitchFamily="18" charset="0"/>
                            </a:rPr>
                            <m:t>P</m:t>
                          </m:r>
                        </m:e>
                        <m:sub>
                          <m:r>
                            <a:rPr lang="en-US" sz="2800">
                              <a:solidFill>
                                <a:srgbClr val="002060"/>
                              </a:solidFill>
                              <a:latin typeface="Cambria Math" panose="02040503050406030204" pitchFamily="18" charset="0"/>
                            </a:rPr>
                            <m:t>2</m:t>
                          </m:r>
                        </m:sub>
                      </m:sSub>
                    </m:oMath>
                  </m:oMathPara>
                </a14:m>
                <a:endParaRPr lang="en-US" sz="2800" dirty="0">
                  <a:solidFill>
                    <a:srgbClr val="002060"/>
                  </a:solidFill>
                </a:endParaRPr>
              </a:p>
            </p:txBody>
          </p:sp>
        </mc:Choice>
        <mc:Fallback xmlns="">
          <p:sp>
            <p:nvSpPr>
              <p:cNvPr id="11" name="Rectangle 10">
                <a:extLst>
                  <a:ext uri="{FF2B5EF4-FFF2-40B4-BE49-F238E27FC236}">
                    <a16:creationId xmlns:a16="http://schemas.microsoft.com/office/drawing/2014/main" id="{04BDF8A5-F6C3-617E-D7CF-5F3B792A1C95}"/>
                  </a:ext>
                </a:extLst>
              </p:cNvPr>
              <p:cNvSpPr>
                <a:spLocks noRot="1" noChangeAspect="1" noMove="1" noResize="1" noEditPoints="1" noAdjustHandles="1" noChangeArrowheads="1" noChangeShapeType="1" noTextEdit="1"/>
              </p:cNvSpPr>
              <p:nvPr/>
            </p:nvSpPr>
            <p:spPr>
              <a:xfrm>
                <a:off x="862005" y="1846179"/>
                <a:ext cx="1513698"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3AEDFEE8-1D0F-0024-8867-BA0915C4F0C7}"/>
                  </a:ext>
                </a:extLst>
              </p:cNvPr>
              <p:cNvSpPr/>
              <p:nvPr/>
            </p:nvSpPr>
            <p:spPr>
              <a:xfrm>
                <a:off x="103007" y="2495694"/>
                <a:ext cx="2251571" cy="523220"/>
              </a:xfrm>
              <a:prstGeom prst="rect">
                <a:avLst/>
              </a:prstGeom>
            </p:spPr>
            <p:txBody>
              <a:bodyPr wrap="square">
                <a:spAutoFit/>
              </a:bodyPr>
              <a:lstStyle/>
              <a:p>
                <a:pPr lvl="0"/>
                <a14:m>
                  <m:oMath xmlns:m="http://schemas.openxmlformats.org/officeDocument/2006/math">
                    <m:r>
                      <a:rPr lang="en-IN" sz="2800" b="1" i="0" smtClean="0">
                        <a:solidFill>
                          <a:srgbClr val="002060"/>
                        </a:solidFill>
                        <a:latin typeface="Cambria Math" panose="02040503050406030204" pitchFamily="18" charset="0"/>
                      </a:rPr>
                      <m:t>𝐋</m:t>
                    </m:r>
                    <m:r>
                      <a:rPr lang="en-IN" sz="2800" b="1" i="0" smtClean="0">
                        <a:solidFill>
                          <a:srgbClr val="002060"/>
                        </a:solidFill>
                        <a:latin typeface="Cambria Math" panose="02040503050406030204" pitchFamily="18" charset="0"/>
                      </a:rPr>
                      <m:t>.</m:t>
                    </m:r>
                    <m:r>
                      <a:rPr lang="en-IN" sz="2800" b="1" i="0" smtClean="0">
                        <a:solidFill>
                          <a:srgbClr val="002060"/>
                        </a:solidFill>
                        <a:latin typeface="Cambria Math" panose="02040503050406030204" pitchFamily="18" charset="0"/>
                      </a:rPr>
                      <m:t>𝐎</m:t>
                    </m:r>
                    <m:r>
                      <a:rPr lang="en-IN" sz="2800" b="1" i="0" smtClean="0">
                        <a:solidFill>
                          <a:srgbClr val="002060"/>
                        </a:solidFill>
                        <a:latin typeface="Cambria Math" panose="02040503050406030204" pitchFamily="18" charset="0"/>
                      </a:rPr>
                      <m:t>.</m:t>
                    </m:r>
                    <m:r>
                      <a:rPr lang="en-IN" sz="2800" b="1" i="0" smtClean="0">
                        <a:solidFill>
                          <a:srgbClr val="002060"/>
                        </a:solidFill>
                        <a:latin typeface="Cambria Math" panose="02040503050406030204" pitchFamily="18" charset="0"/>
                      </a:rPr>
                      <m:t>𝐒</m:t>
                    </m:r>
                    <m:r>
                      <a:rPr lang="en-IN" sz="2800" b="1" i="0" smtClean="0">
                        <a:solidFill>
                          <a:srgbClr val="002060"/>
                        </a:solidFill>
                        <a:latin typeface="Cambria Math" panose="02040503050406030204" pitchFamily="18" charset="0"/>
                      </a:rPr>
                      <m:t> =</m:t>
                    </m:r>
                    <m:r>
                      <a:rPr lang="en-IN" sz="2800" b="1" i="0" smtClean="0">
                        <a:solidFill>
                          <a:srgbClr val="002060"/>
                        </a:solidFill>
                        <a:latin typeface="Cambria Math" panose="02040503050406030204" pitchFamily="18" charset="0"/>
                      </a:rPr>
                      <m:t>𝟓</m:t>
                    </m:r>
                    <m:r>
                      <a:rPr lang="en-IN" sz="2800" b="1" i="0" smtClean="0">
                        <a:solidFill>
                          <a:srgbClr val="002060"/>
                        </a:solidFill>
                        <a:latin typeface="Cambria Math" panose="02040503050406030204" pitchFamily="18" charset="0"/>
                      </a:rPr>
                      <m:t>%</m:t>
                    </m:r>
                  </m:oMath>
                </a14:m>
                <a:r>
                  <a:rPr lang="en-US" sz="2800" b="1" dirty="0">
                    <a:solidFill>
                      <a:srgbClr val="002060"/>
                    </a:solidFill>
                  </a:rPr>
                  <a:t>  </a:t>
                </a:r>
              </a:p>
            </p:txBody>
          </p:sp>
        </mc:Choice>
        <mc:Fallback xmlns="">
          <p:sp>
            <p:nvSpPr>
              <p:cNvPr id="12" name="Rectangle 11">
                <a:extLst>
                  <a:ext uri="{FF2B5EF4-FFF2-40B4-BE49-F238E27FC236}">
                    <a16:creationId xmlns:a16="http://schemas.microsoft.com/office/drawing/2014/main" id="{3AEDFEE8-1D0F-0024-8867-BA0915C4F0C7}"/>
                  </a:ext>
                </a:extLst>
              </p:cNvPr>
              <p:cNvSpPr>
                <a:spLocks noRot="1" noChangeAspect="1" noMove="1" noResize="1" noEditPoints="1" noAdjustHandles="1" noChangeArrowheads="1" noChangeShapeType="1" noTextEdit="1"/>
              </p:cNvSpPr>
              <p:nvPr/>
            </p:nvSpPr>
            <p:spPr>
              <a:xfrm>
                <a:off x="103007" y="2495694"/>
                <a:ext cx="2251571" cy="523220"/>
              </a:xfrm>
              <a:prstGeom prst="rect">
                <a:avLst/>
              </a:prstGeom>
              <a:blipFill>
                <a:blip r:embed="rId7"/>
                <a:stretch>
                  <a:fillRect/>
                </a:stretch>
              </a:blipFill>
            </p:spPr>
            <p:txBody>
              <a:bodyPr/>
              <a:lstStyle/>
              <a:p>
                <a:r>
                  <a:rPr lang="en-IN">
                    <a:noFill/>
                  </a:rPr>
                  <a:t> </a:t>
                </a:r>
              </a:p>
            </p:txBody>
          </p:sp>
        </mc:Fallback>
      </mc:AlternateContent>
      <p:sp>
        <p:nvSpPr>
          <p:cNvPr id="13" name="Rectangle 12">
            <a:extLst>
              <a:ext uri="{FF2B5EF4-FFF2-40B4-BE49-F238E27FC236}">
                <a16:creationId xmlns:a16="http://schemas.microsoft.com/office/drawing/2014/main" id="{5F7FBD72-1D60-4571-15D9-E7F223E8AAAA}"/>
              </a:ext>
            </a:extLst>
          </p:cNvPr>
          <p:cNvSpPr/>
          <p:nvPr/>
        </p:nvSpPr>
        <p:spPr>
          <a:xfrm>
            <a:off x="134072" y="3133214"/>
            <a:ext cx="1047491" cy="523220"/>
          </a:xfrm>
          <a:prstGeom prst="rect">
            <a:avLst/>
          </a:prstGeom>
        </p:spPr>
        <p:txBody>
          <a:bodyPr wrap="square">
            <a:spAutoFit/>
          </a:bodyPr>
          <a:lstStyle/>
          <a:p>
            <a:pPr lvl="0"/>
            <a:r>
              <a:rPr lang="en-US" sz="2800" b="1" dirty="0">
                <a:solidFill>
                  <a:srgbClr val="002060"/>
                </a:solidFill>
              </a:rPr>
              <a:t>Test :</a:t>
            </a:r>
            <a:r>
              <a:rPr lang="en-US" sz="2800" b="1" u="sng" dirty="0">
                <a:solidFill>
                  <a:srgbClr val="002060"/>
                </a:solidFill>
              </a:rPr>
              <a:t>  </a:t>
            </a:r>
          </a:p>
        </p:txBody>
      </p:sp>
      <p:sp>
        <p:nvSpPr>
          <p:cNvPr id="6" name="Rectangle 5">
            <a:extLst>
              <a:ext uri="{FF2B5EF4-FFF2-40B4-BE49-F238E27FC236}">
                <a16:creationId xmlns:a16="http://schemas.microsoft.com/office/drawing/2014/main" id="{34FBAFA1-9082-8173-2BAA-C96E4B06EA5D}"/>
              </a:ext>
            </a:extLst>
          </p:cNvPr>
          <p:cNvSpPr/>
          <p:nvPr/>
        </p:nvSpPr>
        <p:spPr>
          <a:xfrm>
            <a:off x="2363468" y="902896"/>
            <a:ext cx="9828532" cy="954107"/>
          </a:xfrm>
          <a:prstGeom prst="rect">
            <a:avLst/>
          </a:prstGeom>
        </p:spPr>
        <p:txBody>
          <a:bodyPr wrap="square">
            <a:spAutoFit/>
          </a:bodyPr>
          <a:lstStyle/>
          <a:p>
            <a:pPr lvl="0"/>
            <a:r>
              <a:rPr lang="en-US" sz="2800" dirty="0">
                <a:solidFill>
                  <a:srgbClr val="002060"/>
                </a:solidFill>
              </a:rPr>
              <a:t>(i.e., The difference in population proportions is likely to be hidden in</a:t>
            </a:r>
          </a:p>
          <a:p>
            <a:pPr lvl="0"/>
            <a:r>
              <a:rPr lang="en-US" sz="2800" dirty="0">
                <a:solidFill>
                  <a:srgbClr val="002060"/>
                </a:solidFill>
              </a:rPr>
              <a:t>  sampling)</a:t>
            </a:r>
            <a:r>
              <a:rPr lang="en-US" sz="2800" u="sng" dirty="0">
                <a:solidFill>
                  <a:srgbClr val="002060"/>
                </a:solidFill>
              </a:rPr>
              <a:t>  </a:t>
            </a:r>
          </a:p>
        </p:txBody>
      </p:sp>
      <p:sp>
        <p:nvSpPr>
          <p:cNvPr id="5" name="Rectangle 4">
            <a:extLst>
              <a:ext uri="{FF2B5EF4-FFF2-40B4-BE49-F238E27FC236}">
                <a16:creationId xmlns:a16="http://schemas.microsoft.com/office/drawing/2014/main" id="{DAA9FD3E-2751-F162-EFA8-13276F3D5E71}"/>
              </a:ext>
            </a:extLst>
          </p:cNvPr>
          <p:cNvSpPr/>
          <p:nvPr/>
        </p:nvSpPr>
        <p:spPr>
          <a:xfrm>
            <a:off x="2363468" y="1847793"/>
            <a:ext cx="2482254" cy="523220"/>
          </a:xfrm>
          <a:prstGeom prst="rect">
            <a:avLst/>
          </a:prstGeom>
        </p:spPr>
        <p:txBody>
          <a:bodyPr wrap="square">
            <a:spAutoFit/>
          </a:bodyPr>
          <a:lstStyle/>
          <a:p>
            <a:pPr lvl="0"/>
            <a:r>
              <a:rPr lang="en-US" sz="2800" dirty="0">
                <a:solidFill>
                  <a:srgbClr val="002060"/>
                </a:solidFill>
              </a:rPr>
              <a:t>(two tailed test)</a:t>
            </a:r>
            <a:r>
              <a:rPr lang="en-US" sz="2800" u="sng" dirty="0">
                <a:solidFill>
                  <a:srgbClr val="002060"/>
                </a:solidFill>
              </a:rPr>
              <a:t>  </a:t>
            </a:r>
          </a:p>
        </p:txBody>
      </p:sp>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BEAE11BA-47DA-E3C6-E5BC-C5E432314BD5}"/>
                  </a:ext>
                </a:extLst>
              </p:cNvPr>
              <p:cNvSpPr/>
              <p:nvPr/>
            </p:nvSpPr>
            <p:spPr>
              <a:xfrm>
                <a:off x="5744346" y="4679499"/>
                <a:ext cx="1380631" cy="523220"/>
              </a:xfrm>
              <a:prstGeom prst="rect">
                <a:avLst/>
              </a:prstGeom>
            </p:spPr>
            <p:txBody>
              <a:bodyPr wrap="square">
                <a:spAutoFit/>
              </a:bodyPr>
              <a:lstStyle/>
              <a:p>
                <a:pPr lvl="0"/>
                <a14:m>
                  <m:oMath xmlns:m="http://schemas.openxmlformats.org/officeDocument/2006/math">
                    <m:r>
                      <a:rPr lang="en-IN" sz="2800" b="0" i="0" smtClean="0">
                        <a:solidFill>
                          <a:srgbClr val="002060"/>
                        </a:solidFill>
                        <a:latin typeface="Cambria Math" panose="02040503050406030204" pitchFamily="18" charset="0"/>
                      </a:rPr>
                      <m:t>=2.56</m:t>
                    </m:r>
                  </m:oMath>
                </a14:m>
                <a:r>
                  <a:rPr lang="en-US" sz="2800" dirty="0">
                    <a:solidFill>
                      <a:srgbClr val="002060"/>
                    </a:solidFill>
                  </a:rPr>
                  <a:t>  </a:t>
                </a:r>
              </a:p>
            </p:txBody>
          </p:sp>
        </mc:Choice>
        <mc:Fallback xmlns="">
          <p:sp>
            <p:nvSpPr>
              <p:cNvPr id="32" name="Rectangle 31">
                <a:extLst>
                  <a:ext uri="{FF2B5EF4-FFF2-40B4-BE49-F238E27FC236}">
                    <a16:creationId xmlns:a16="http://schemas.microsoft.com/office/drawing/2014/main" id="{BEAE11BA-47DA-E3C6-E5BC-C5E432314BD5}"/>
                  </a:ext>
                </a:extLst>
              </p:cNvPr>
              <p:cNvSpPr>
                <a:spLocks noRot="1" noChangeAspect="1" noMove="1" noResize="1" noEditPoints="1" noAdjustHandles="1" noChangeArrowheads="1" noChangeShapeType="1" noTextEdit="1"/>
              </p:cNvSpPr>
              <p:nvPr/>
            </p:nvSpPr>
            <p:spPr>
              <a:xfrm>
                <a:off x="5744346" y="4679499"/>
                <a:ext cx="1380631" cy="523220"/>
              </a:xfrm>
              <a:prstGeom prst="rect">
                <a:avLst/>
              </a:prstGeom>
              <a:blipFill>
                <a:blip r:embed="rId8"/>
                <a:stretch>
                  <a:fillRect/>
                </a:stretch>
              </a:blipFill>
            </p:spPr>
            <p:txBody>
              <a:bodyPr/>
              <a:lstStyle/>
              <a:p>
                <a:r>
                  <a:rPr lang="en-IN">
                    <a:noFill/>
                  </a:rPr>
                  <a:t> </a:t>
                </a:r>
              </a:p>
            </p:txBody>
          </p:sp>
        </mc:Fallback>
      </mc:AlternateContent>
      <p:cxnSp>
        <p:nvCxnSpPr>
          <p:cNvPr id="38" name="Straight Connector 37">
            <a:extLst>
              <a:ext uri="{FF2B5EF4-FFF2-40B4-BE49-F238E27FC236}">
                <a16:creationId xmlns:a16="http://schemas.microsoft.com/office/drawing/2014/main" id="{89218348-1B50-AB5C-27D0-E9C04084EB18}"/>
              </a:ext>
            </a:extLst>
          </p:cNvPr>
          <p:cNvCxnSpPr>
            <a:cxnSpLocks/>
          </p:cNvCxnSpPr>
          <p:nvPr/>
        </p:nvCxnSpPr>
        <p:spPr>
          <a:xfrm>
            <a:off x="4927740" y="2679700"/>
            <a:ext cx="0" cy="3926164"/>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1F3DAC1F-5B16-8C00-54C6-3574CD9ABE63}"/>
                  </a:ext>
                </a:extLst>
              </p:cNvPr>
              <p:cNvSpPr txBox="1"/>
              <p:nvPr/>
            </p:nvSpPr>
            <p:spPr>
              <a:xfrm>
                <a:off x="4998121" y="3067426"/>
                <a:ext cx="5969667" cy="144648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b="0" i="1" smtClean="0">
                          <a:solidFill>
                            <a:srgbClr val="002060"/>
                          </a:solidFill>
                          <a:latin typeface="Cambria Math" panose="02040503050406030204" pitchFamily="18" charset="0"/>
                          <a:ea typeface="Cambria Math" panose="02040503050406030204" pitchFamily="18" charset="0"/>
                        </a:rPr>
                        <m:t>∴</m:t>
                      </m:r>
                      <m:r>
                        <m:rPr>
                          <m:sty m:val="p"/>
                        </m:rPr>
                        <a:rPr lang="en-IN" sz="2800" b="0" i="1" smtClean="0">
                          <a:solidFill>
                            <a:srgbClr val="002060"/>
                          </a:solidFill>
                          <a:latin typeface="Cambria Math" panose="02040503050406030204" pitchFamily="18" charset="0"/>
                        </a:rPr>
                        <m:t>Z</m:t>
                      </m:r>
                      <m:r>
                        <a:rPr lang="en-IN" sz="2800" b="0" i="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m:t>
                          </m:r>
                          <m:r>
                            <a:rPr lang="en-IN" sz="2800" i="1" smtClean="0">
                              <a:solidFill>
                                <a:srgbClr val="002060"/>
                              </a:solidFill>
                              <a:latin typeface="Cambria Math" panose="02040503050406030204" pitchFamily="18" charset="0"/>
                            </a:rPr>
                            <m:t>0</m:t>
                          </m:r>
                          <m:r>
                            <a:rPr lang="en-IN" sz="2800" b="0" i="1" smtClean="0">
                              <a:solidFill>
                                <a:srgbClr val="002060"/>
                              </a:solidFill>
                              <a:latin typeface="Cambria Math" panose="02040503050406030204" pitchFamily="18" charset="0"/>
                            </a:rPr>
                            <m:t>.</m:t>
                          </m:r>
                          <m:r>
                            <a:rPr lang="en-IN" sz="2800" b="0" i="0" smtClean="0">
                              <a:solidFill>
                                <a:srgbClr val="002060"/>
                              </a:solidFill>
                              <a:latin typeface="Cambria Math" panose="02040503050406030204" pitchFamily="18" charset="0"/>
                            </a:rPr>
                            <m:t>3</m:t>
                          </m:r>
                          <m:r>
                            <a:rPr lang="en-IN" sz="2800" b="0" i="0">
                              <a:solidFill>
                                <a:srgbClr val="002060"/>
                              </a:solidFill>
                              <a:latin typeface="Cambria Math" panose="02040503050406030204" pitchFamily="18" charset="0"/>
                            </a:rPr>
                            <m:t>−</m:t>
                          </m:r>
                          <m:r>
                            <a:rPr lang="en-US" sz="2800" i="1" smtClean="0">
                              <a:solidFill>
                                <a:srgbClr val="002060"/>
                              </a:solidFill>
                              <a:latin typeface="Cambria Math" panose="02040503050406030204" pitchFamily="18" charset="0"/>
                            </a:rPr>
                            <m:t>0</m:t>
                          </m:r>
                          <m:r>
                            <a:rPr lang="en-US" sz="2800" b="0" i="1" smtClean="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25</m:t>
                          </m:r>
                        </m:num>
                        <m:den>
                          <m:r>
                            <a:rPr lang="en-IN" sz="2800" b="0" i="0">
                              <a:solidFill>
                                <a:srgbClr val="002060"/>
                              </a:solidFill>
                              <a:latin typeface="Cambria Math" panose="02040503050406030204" pitchFamily="18" charset="0"/>
                            </a:rPr>
                            <m:t>  </m:t>
                          </m:r>
                          <m:rad>
                            <m:radPr>
                              <m:degHide m:val="on"/>
                              <m:ctrlPr>
                                <a:rPr lang="en-IN" sz="2800" i="1">
                                  <a:solidFill>
                                    <a:srgbClr val="002060"/>
                                  </a:solidFill>
                                  <a:latin typeface="Cambria Math" panose="02040503050406030204" pitchFamily="18" charset="0"/>
                                </a:rPr>
                              </m:ctrlPr>
                            </m:radPr>
                            <m:deg/>
                            <m:e>
                              <m:f>
                                <m:fPr>
                                  <m:ctrlPr>
                                    <a:rPr lang="en-IN" sz="2800" i="1">
                                      <a:solidFill>
                                        <a:srgbClr val="002060"/>
                                      </a:solidFill>
                                      <a:latin typeface="Cambria Math" panose="02040503050406030204" pitchFamily="18" charset="0"/>
                                    </a:rPr>
                                  </m:ctrlPr>
                                </m:fPr>
                                <m:num>
                                  <m:r>
                                    <a:rPr lang="en-IN" sz="2800">
                                      <a:solidFill>
                                        <a:srgbClr val="002060"/>
                                      </a:solidFill>
                                      <a:latin typeface="Cambria Math" panose="02040503050406030204" pitchFamily="18" charset="0"/>
                                    </a:rPr>
                                    <m:t> </m:t>
                                  </m:r>
                                  <m:d>
                                    <m:dPr>
                                      <m:ctrlPr>
                                        <a:rPr lang="en-IN" sz="2800" i="1" smtClean="0">
                                          <a:solidFill>
                                            <a:srgbClr val="002060"/>
                                          </a:solidFill>
                                          <a:latin typeface="Cambria Math" panose="02040503050406030204" pitchFamily="18" charset="0"/>
                                        </a:rPr>
                                      </m:ctrlPr>
                                    </m:dPr>
                                    <m:e>
                                      <m:r>
                                        <a:rPr lang="en-IN" sz="2800" b="0" i="1" smtClean="0">
                                          <a:solidFill>
                                            <a:srgbClr val="002060"/>
                                          </a:solidFill>
                                          <a:latin typeface="Cambria Math" panose="02040503050406030204" pitchFamily="18" charset="0"/>
                                        </a:rPr>
                                        <m:t>0.3</m:t>
                                      </m:r>
                                    </m:e>
                                  </m:d>
                                  <m:d>
                                    <m:dPr>
                                      <m:ctrlPr>
                                        <a:rPr lang="en-IN" sz="2800" i="1">
                                          <a:solidFill>
                                            <a:srgbClr val="002060"/>
                                          </a:solidFill>
                                          <a:latin typeface="Cambria Math" panose="02040503050406030204" pitchFamily="18" charset="0"/>
                                        </a:rPr>
                                      </m:ctrlPr>
                                    </m:dPr>
                                    <m:e>
                                      <m:r>
                                        <a:rPr lang="en-IN" sz="2800" i="1">
                                          <a:solidFill>
                                            <a:srgbClr val="002060"/>
                                          </a:solidFill>
                                          <a:latin typeface="Cambria Math" panose="02040503050406030204" pitchFamily="18" charset="0"/>
                                        </a:rPr>
                                        <m:t>0.</m:t>
                                      </m:r>
                                      <m:r>
                                        <a:rPr lang="en-IN" sz="2800" b="0" i="1" smtClean="0">
                                          <a:solidFill>
                                            <a:srgbClr val="002060"/>
                                          </a:solidFill>
                                          <a:latin typeface="Cambria Math" panose="02040503050406030204" pitchFamily="18" charset="0"/>
                                        </a:rPr>
                                        <m:t>7</m:t>
                                      </m:r>
                                    </m:e>
                                  </m:d>
                                </m:num>
                                <m:den>
                                  <m:r>
                                    <a:rPr lang="en-IN" sz="2800" b="0" i="1" smtClean="0">
                                      <a:solidFill>
                                        <a:srgbClr val="002060"/>
                                      </a:solidFill>
                                      <a:latin typeface="Cambria Math" panose="02040503050406030204" pitchFamily="18" charset="0"/>
                                    </a:rPr>
                                    <m:t>1200</m:t>
                                  </m:r>
                                </m:den>
                              </m:f>
                              <m:r>
                                <a:rPr lang="en-IN" sz="280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d>
                                    <m:dPr>
                                      <m:ctrlPr>
                                        <a:rPr lang="en-IN" sz="2800" i="1">
                                          <a:solidFill>
                                            <a:srgbClr val="002060"/>
                                          </a:solidFill>
                                          <a:latin typeface="Cambria Math" panose="02040503050406030204" pitchFamily="18" charset="0"/>
                                        </a:rPr>
                                      </m:ctrlPr>
                                    </m:dPr>
                                    <m:e>
                                      <m:r>
                                        <a:rPr lang="en-IN" sz="2800" i="1">
                                          <a:solidFill>
                                            <a:srgbClr val="002060"/>
                                          </a:solidFill>
                                          <a:latin typeface="Cambria Math" panose="02040503050406030204" pitchFamily="18" charset="0"/>
                                        </a:rPr>
                                        <m:t>0.</m:t>
                                      </m:r>
                                      <m:r>
                                        <a:rPr lang="en-IN" sz="2800" b="0" i="1" smtClean="0">
                                          <a:solidFill>
                                            <a:srgbClr val="002060"/>
                                          </a:solidFill>
                                          <a:latin typeface="Cambria Math" panose="02040503050406030204" pitchFamily="18" charset="0"/>
                                        </a:rPr>
                                        <m:t>25</m:t>
                                      </m:r>
                                    </m:e>
                                  </m:d>
                                  <m:d>
                                    <m:dPr>
                                      <m:ctrlPr>
                                        <a:rPr lang="en-IN" sz="2800" i="1">
                                          <a:solidFill>
                                            <a:srgbClr val="002060"/>
                                          </a:solidFill>
                                          <a:latin typeface="Cambria Math" panose="02040503050406030204" pitchFamily="18" charset="0"/>
                                        </a:rPr>
                                      </m:ctrlPr>
                                    </m:dPr>
                                    <m:e>
                                      <m:r>
                                        <a:rPr lang="en-IN" sz="2800" i="1">
                                          <a:solidFill>
                                            <a:srgbClr val="002060"/>
                                          </a:solidFill>
                                          <a:latin typeface="Cambria Math" panose="02040503050406030204" pitchFamily="18" charset="0"/>
                                        </a:rPr>
                                        <m:t>0.7</m:t>
                                      </m:r>
                                      <m:r>
                                        <a:rPr lang="en-IN" sz="2800" b="0" i="1" smtClean="0">
                                          <a:solidFill>
                                            <a:srgbClr val="002060"/>
                                          </a:solidFill>
                                          <a:latin typeface="Cambria Math" panose="02040503050406030204" pitchFamily="18" charset="0"/>
                                        </a:rPr>
                                        <m:t>5</m:t>
                                      </m:r>
                                    </m:e>
                                  </m:d>
                                </m:num>
                                <m:den>
                                  <m:r>
                                    <a:rPr lang="en-IN" sz="2800" b="0" i="1" smtClean="0">
                                      <a:solidFill>
                                        <a:srgbClr val="002060"/>
                                      </a:solidFill>
                                      <a:latin typeface="Cambria Math" panose="02040503050406030204" pitchFamily="18" charset="0"/>
                                    </a:rPr>
                                    <m:t>900</m:t>
                                  </m:r>
                                </m:den>
                              </m:f>
                            </m:e>
                          </m:rad>
                          <m:r>
                            <a:rPr lang="en-IN" sz="2800" b="0" i="0">
                              <a:solidFill>
                                <a:srgbClr val="002060"/>
                              </a:solidFill>
                              <a:latin typeface="Cambria Math" panose="02040503050406030204" pitchFamily="18" charset="0"/>
                            </a:rPr>
                            <m:t>  </m:t>
                          </m:r>
                        </m:den>
                      </m:f>
                    </m:oMath>
                  </m:oMathPara>
                </a14:m>
                <a:endParaRPr lang="en-IN" sz="2800" dirty="0">
                  <a:solidFill>
                    <a:srgbClr val="002060"/>
                  </a:solidFill>
                </a:endParaRPr>
              </a:p>
            </p:txBody>
          </p:sp>
        </mc:Choice>
        <mc:Fallback xmlns="">
          <p:sp>
            <p:nvSpPr>
              <p:cNvPr id="39" name="TextBox 38">
                <a:extLst>
                  <a:ext uri="{FF2B5EF4-FFF2-40B4-BE49-F238E27FC236}">
                    <a16:creationId xmlns:a16="http://schemas.microsoft.com/office/drawing/2014/main" id="{1F3DAC1F-5B16-8C00-54C6-3574CD9ABE63}"/>
                  </a:ext>
                </a:extLst>
              </p:cNvPr>
              <p:cNvSpPr txBox="1">
                <a:spLocks noRot="1" noChangeAspect="1" noMove="1" noResize="1" noEditPoints="1" noAdjustHandles="1" noChangeArrowheads="1" noChangeShapeType="1" noTextEdit="1"/>
              </p:cNvSpPr>
              <p:nvPr/>
            </p:nvSpPr>
            <p:spPr>
              <a:xfrm>
                <a:off x="4998121" y="3067426"/>
                <a:ext cx="5969667" cy="1446486"/>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733312F-1487-B1D9-FA14-F1F642B8FEC5}"/>
                  </a:ext>
                </a:extLst>
              </p:cNvPr>
              <p:cNvSpPr txBox="1"/>
              <p:nvPr/>
            </p:nvSpPr>
            <p:spPr>
              <a:xfrm>
                <a:off x="103007" y="3804875"/>
                <a:ext cx="3943350" cy="143488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b="1" smtClean="0">
                          <a:solidFill>
                            <a:srgbClr val="002060"/>
                          </a:solidFill>
                          <a:latin typeface="Cambria Math" panose="02040503050406030204" pitchFamily="18" charset="0"/>
                        </a:rPr>
                        <m:t>𝐙</m:t>
                      </m:r>
                      <m:r>
                        <a:rPr lang="en-IN" sz="2800" b="0" i="0">
                          <a:solidFill>
                            <a:srgbClr val="002060"/>
                          </a:solidFill>
                          <a:latin typeface="Cambria Math" panose="02040503050406030204" pitchFamily="18" charset="0"/>
                        </a:rPr>
                        <m:t>=</m:t>
                      </m:r>
                      <m:f>
                        <m:fPr>
                          <m:ctrlPr>
                            <a:rPr lang="en-IN" sz="2800" b="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m:t>
                          </m:r>
                          <m:sSub>
                            <m:sSubPr>
                              <m:ctrlPr>
                                <a:rPr lang="en-IN" sz="2800" b="0" i="1">
                                  <a:solidFill>
                                    <a:srgbClr val="002060"/>
                                  </a:solidFill>
                                  <a:latin typeface="Cambria Math" panose="02040503050406030204" pitchFamily="18" charset="0"/>
                                </a:rPr>
                              </m:ctrlPr>
                            </m:sSubPr>
                            <m:e>
                              <m:r>
                                <a:rPr lang="en-IN" sz="2800" b="1" i="0">
                                  <a:solidFill>
                                    <a:srgbClr val="002060"/>
                                  </a:solidFill>
                                  <a:latin typeface="Cambria Math" panose="02040503050406030204" pitchFamily="18" charset="0"/>
                                </a:rPr>
                                <m:t>𝐏</m:t>
                              </m:r>
                            </m:e>
                            <m:sub>
                              <m:r>
                                <a:rPr lang="en-IN" sz="2800" b="0" i="0">
                                  <a:solidFill>
                                    <a:srgbClr val="002060"/>
                                  </a:solidFill>
                                  <a:latin typeface="Cambria Math" panose="02040503050406030204" pitchFamily="18" charset="0"/>
                                </a:rPr>
                                <m:t>1</m:t>
                              </m:r>
                            </m:sub>
                          </m:sSub>
                          <m:r>
                            <a:rPr lang="en-IN" sz="2800" b="0" i="0">
                              <a:solidFill>
                                <a:srgbClr val="002060"/>
                              </a:solidFill>
                              <a:latin typeface="Cambria Math" panose="02040503050406030204" pitchFamily="18" charset="0"/>
                            </a:rPr>
                            <m:t>−</m:t>
                          </m:r>
                          <m:sSub>
                            <m:sSubPr>
                              <m:ctrlPr>
                                <a:rPr lang="en-IN" sz="2800" b="0" i="1">
                                  <a:solidFill>
                                    <a:srgbClr val="002060"/>
                                  </a:solidFill>
                                  <a:latin typeface="Cambria Math" panose="02040503050406030204" pitchFamily="18" charset="0"/>
                                </a:rPr>
                              </m:ctrlPr>
                            </m:sSubPr>
                            <m:e>
                              <m:r>
                                <a:rPr lang="en-IN" sz="2800" b="1" i="0">
                                  <a:solidFill>
                                    <a:srgbClr val="002060"/>
                                  </a:solidFill>
                                  <a:latin typeface="Cambria Math" panose="02040503050406030204" pitchFamily="18" charset="0"/>
                                </a:rPr>
                                <m:t>𝐏</m:t>
                              </m:r>
                            </m:e>
                            <m:sub>
                              <m:r>
                                <a:rPr lang="en-IN" sz="2800" b="0" i="0">
                                  <a:solidFill>
                                    <a:srgbClr val="002060"/>
                                  </a:solidFill>
                                  <a:latin typeface="Cambria Math" panose="02040503050406030204" pitchFamily="18" charset="0"/>
                                </a:rPr>
                                <m:t>2</m:t>
                              </m:r>
                            </m:sub>
                          </m:sSub>
                          <m:r>
                            <a:rPr lang="en-IN" sz="2800" b="0" i="0">
                              <a:solidFill>
                                <a:srgbClr val="002060"/>
                              </a:solidFill>
                              <a:latin typeface="Cambria Math" panose="02040503050406030204" pitchFamily="18" charset="0"/>
                            </a:rPr>
                            <m:t> </m:t>
                          </m:r>
                        </m:num>
                        <m:den>
                          <m:r>
                            <a:rPr lang="en-IN" sz="2800" b="0" i="0">
                              <a:solidFill>
                                <a:srgbClr val="002060"/>
                              </a:solidFill>
                              <a:latin typeface="Cambria Math" panose="02040503050406030204" pitchFamily="18" charset="0"/>
                            </a:rPr>
                            <m:t>  </m:t>
                          </m:r>
                          <m:rad>
                            <m:radPr>
                              <m:degHide m:val="on"/>
                              <m:ctrlPr>
                                <a:rPr lang="en-IN" sz="2800" b="0" i="1">
                                  <a:solidFill>
                                    <a:srgbClr val="002060"/>
                                  </a:solidFill>
                                  <a:latin typeface="Cambria Math" panose="02040503050406030204" pitchFamily="18" charset="0"/>
                                </a:rPr>
                              </m:ctrlPr>
                            </m:radPr>
                            <m:deg/>
                            <m:e>
                              <m:f>
                                <m:fPr>
                                  <m:ctrlPr>
                                    <a:rPr lang="en-IN" sz="2800" b="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m:t>
                                  </m:r>
                                  <m:sSub>
                                    <m:sSubPr>
                                      <m:ctrlPr>
                                        <a:rPr lang="en-IN" sz="2800" b="0" i="1">
                                          <a:solidFill>
                                            <a:srgbClr val="002060"/>
                                          </a:solidFill>
                                          <a:latin typeface="Cambria Math" panose="02040503050406030204" pitchFamily="18" charset="0"/>
                                        </a:rPr>
                                      </m:ctrlPr>
                                    </m:sSubPr>
                                    <m:e>
                                      <m:r>
                                        <a:rPr lang="en-IN" sz="2800" b="1" i="0">
                                          <a:solidFill>
                                            <a:srgbClr val="002060"/>
                                          </a:solidFill>
                                          <a:latin typeface="Cambria Math" panose="02040503050406030204" pitchFamily="18" charset="0"/>
                                        </a:rPr>
                                        <m:t>𝐏</m:t>
                                      </m:r>
                                    </m:e>
                                    <m:sub>
                                      <m:r>
                                        <a:rPr lang="en-IN" sz="2800" b="0" i="0">
                                          <a:solidFill>
                                            <a:srgbClr val="002060"/>
                                          </a:solidFill>
                                          <a:latin typeface="Cambria Math" panose="02040503050406030204" pitchFamily="18" charset="0"/>
                                        </a:rPr>
                                        <m:t>1</m:t>
                                      </m:r>
                                    </m:sub>
                                  </m:sSub>
                                  <m:sSub>
                                    <m:sSubPr>
                                      <m:ctrlPr>
                                        <a:rPr lang="en-IN" sz="2800" b="0" i="1">
                                          <a:solidFill>
                                            <a:srgbClr val="002060"/>
                                          </a:solidFill>
                                          <a:latin typeface="Cambria Math" panose="02040503050406030204" pitchFamily="18" charset="0"/>
                                        </a:rPr>
                                      </m:ctrlPr>
                                    </m:sSubPr>
                                    <m:e>
                                      <m:r>
                                        <a:rPr lang="en-IN" sz="2800" b="1" i="0">
                                          <a:solidFill>
                                            <a:srgbClr val="002060"/>
                                          </a:solidFill>
                                          <a:latin typeface="Cambria Math" panose="02040503050406030204" pitchFamily="18" charset="0"/>
                                        </a:rPr>
                                        <m:t>𝐐</m:t>
                                      </m:r>
                                    </m:e>
                                    <m:sub>
                                      <m:r>
                                        <a:rPr lang="en-IN" sz="2800" b="0" i="0">
                                          <a:solidFill>
                                            <a:srgbClr val="002060"/>
                                          </a:solidFill>
                                          <a:latin typeface="Cambria Math" panose="02040503050406030204" pitchFamily="18" charset="0"/>
                                        </a:rPr>
                                        <m:t>1</m:t>
                                      </m:r>
                                    </m:sub>
                                  </m:sSub>
                                  <m:r>
                                    <a:rPr lang="en-IN" sz="2800" b="0" i="0">
                                      <a:solidFill>
                                        <a:srgbClr val="002060"/>
                                      </a:solidFill>
                                      <a:latin typeface="Cambria Math" panose="02040503050406030204" pitchFamily="18" charset="0"/>
                                    </a:rPr>
                                    <m:t> </m:t>
                                  </m:r>
                                </m:num>
                                <m:den>
                                  <m:sSub>
                                    <m:sSubPr>
                                      <m:ctrlPr>
                                        <a:rPr lang="en-IN" sz="2800" b="0" i="1">
                                          <a:solidFill>
                                            <a:srgbClr val="002060"/>
                                          </a:solidFill>
                                          <a:latin typeface="Cambria Math" panose="02040503050406030204" pitchFamily="18" charset="0"/>
                                        </a:rPr>
                                      </m:ctrlPr>
                                    </m:sSubPr>
                                    <m:e>
                                      <m:r>
                                        <a:rPr lang="en-IN" sz="2800" b="0" i="0">
                                          <a:solidFill>
                                            <a:srgbClr val="002060"/>
                                          </a:solidFill>
                                          <a:latin typeface="Cambria Math" panose="02040503050406030204" pitchFamily="18" charset="0"/>
                                        </a:rPr>
                                        <m:t> </m:t>
                                      </m:r>
                                      <m:r>
                                        <a:rPr lang="en-IN" sz="2800" b="1" i="0">
                                          <a:solidFill>
                                            <a:srgbClr val="002060"/>
                                          </a:solidFill>
                                          <a:latin typeface="Cambria Math" panose="02040503050406030204" pitchFamily="18" charset="0"/>
                                        </a:rPr>
                                        <m:t>𝐧</m:t>
                                      </m:r>
                                    </m:e>
                                    <m:sub>
                                      <m:r>
                                        <a:rPr lang="en-IN" sz="2800" b="0" i="0">
                                          <a:solidFill>
                                            <a:srgbClr val="002060"/>
                                          </a:solidFill>
                                          <a:latin typeface="Cambria Math" panose="02040503050406030204" pitchFamily="18" charset="0"/>
                                        </a:rPr>
                                        <m:t>1 </m:t>
                                      </m:r>
                                    </m:sub>
                                  </m:sSub>
                                </m:den>
                              </m:f>
                              <m:r>
                                <a:rPr lang="en-IN" sz="2800" b="0" i="0">
                                  <a:solidFill>
                                    <a:srgbClr val="002060"/>
                                  </a:solidFill>
                                  <a:latin typeface="Cambria Math" panose="02040503050406030204" pitchFamily="18" charset="0"/>
                                </a:rPr>
                                <m:t>+</m:t>
                              </m:r>
                              <m:f>
                                <m:fPr>
                                  <m:ctrlPr>
                                    <a:rPr lang="en-IN" sz="2800" b="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m:t>
                                  </m:r>
                                  <m:sSub>
                                    <m:sSubPr>
                                      <m:ctrlPr>
                                        <a:rPr lang="en-IN" sz="2800" b="0" i="1">
                                          <a:solidFill>
                                            <a:srgbClr val="002060"/>
                                          </a:solidFill>
                                          <a:latin typeface="Cambria Math" panose="02040503050406030204" pitchFamily="18" charset="0"/>
                                        </a:rPr>
                                      </m:ctrlPr>
                                    </m:sSubPr>
                                    <m:e>
                                      <m:r>
                                        <a:rPr lang="en-IN" sz="2800" b="1" i="0">
                                          <a:solidFill>
                                            <a:srgbClr val="002060"/>
                                          </a:solidFill>
                                          <a:latin typeface="Cambria Math" panose="02040503050406030204" pitchFamily="18" charset="0"/>
                                        </a:rPr>
                                        <m:t>𝐏</m:t>
                                      </m:r>
                                    </m:e>
                                    <m:sub>
                                      <m:r>
                                        <a:rPr lang="en-IN" sz="2800" b="0" i="0">
                                          <a:solidFill>
                                            <a:srgbClr val="002060"/>
                                          </a:solidFill>
                                          <a:latin typeface="Cambria Math" panose="02040503050406030204" pitchFamily="18" charset="0"/>
                                        </a:rPr>
                                        <m:t>2</m:t>
                                      </m:r>
                                    </m:sub>
                                  </m:sSub>
                                  <m:sSub>
                                    <m:sSubPr>
                                      <m:ctrlPr>
                                        <a:rPr lang="en-IN" sz="2800" b="0" i="1">
                                          <a:solidFill>
                                            <a:srgbClr val="002060"/>
                                          </a:solidFill>
                                          <a:latin typeface="Cambria Math" panose="02040503050406030204" pitchFamily="18" charset="0"/>
                                        </a:rPr>
                                      </m:ctrlPr>
                                    </m:sSubPr>
                                    <m:e>
                                      <m:r>
                                        <a:rPr lang="en-IN" sz="2800" b="1" i="0">
                                          <a:solidFill>
                                            <a:srgbClr val="002060"/>
                                          </a:solidFill>
                                          <a:latin typeface="Cambria Math" panose="02040503050406030204" pitchFamily="18" charset="0"/>
                                        </a:rPr>
                                        <m:t>𝐐</m:t>
                                      </m:r>
                                    </m:e>
                                    <m:sub>
                                      <m:r>
                                        <a:rPr lang="en-IN" sz="2800" b="0" i="0">
                                          <a:solidFill>
                                            <a:srgbClr val="002060"/>
                                          </a:solidFill>
                                          <a:latin typeface="Cambria Math" panose="02040503050406030204" pitchFamily="18" charset="0"/>
                                        </a:rPr>
                                        <m:t>2</m:t>
                                      </m:r>
                                    </m:sub>
                                  </m:sSub>
                                  <m:r>
                                    <a:rPr lang="en-IN" sz="2800" b="0" i="0">
                                      <a:solidFill>
                                        <a:srgbClr val="002060"/>
                                      </a:solidFill>
                                      <a:latin typeface="Cambria Math" panose="02040503050406030204" pitchFamily="18" charset="0"/>
                                    </a:rPr>
                                    <m:t> </m:t>
                                  </m:r>
                                </m:num>
                                <m:den>
                                  <m:sSub>
                                    <m:sSubPr>
                                      <m:ctrlPr>
                                        <a:rPr lang="en-IN" sz="2800" b="0" i="1">
                                          <a:solidFill>
                                            <a:srgbClr val="002060"/>
                                          </a:solidFill>
                                          <a:latin typeface="Cambria Math" panose="02040503050406030204" pitchFamily="18" charset="0"/>
                                        </a:rPr>
                                      </m:ctrlPr>
                                    </m:sSubPr>
                                    <m:e>
                                      <m:r>
                                        <a:rPr lang="en-IN" sz="2800" b="0" i="0">
                                          <a:solidFill>
                                            <a:srgbClr val="002060"/>
                                          </a:solidFill>
                                          <a:latin typeface="Cambria Math" panose="02040503050406030204" pitchFamily="18" charset="0"/>
                                        </a:rPr>
                                        <m:t> </m:t>
                                      </m:r>
                                      <m:r>
                                        <a:rPr lang="en-IN" sz="2800" b="1" i="0">
                                          <a:solidFill>
                                            <a:srgbClr val="002060"/>
                                          </a:solidFill>
                                          <a:latin typeface="Cambria Math" panose="02040503050406030204" pitchFamily="18" charset="0"/>
                                        </a:rPr>
                                        <m:t>𝐧</m:t>
                                      </m:r>
                                    </m:e>
                                    <m:sub>
                                      <m:r>
                                        <a:rPr lang="en-IN" sz="2800" b="0" i="0">
                                          <a:solidFill>
                                            <a:srgbClr val="002060"/>
                                          </a:solidFill>
                                          <a:latin typeface="Cambria Math" panose="02040503050406030204" pitchFamily="18" charset="0"/>
                                        </a:rPr>
                                        <m:t>2 </m:t>
                                      </m:r>
                                    </m:sub>
                                  </m:sSub>
                                </m:den>
                              </m:f>
                              <m:r>
                                <a:rPr lang="en-IN" sz="2800" b="0" i="0">
                                  <a:solidFill>
                                    <a:srgbClr val="002060"/>
                                  </a:solidFill>
                                  <a:latin typeface="Cambria Math" panose="02040503050406030204" pitchFamily="18" charset="0"/>
                                </a:rPr>
                                <m:t> </m:t>
                              </m:r>
                            </m:e>
                          </m:rad>
                          <m:r>
                            <a:rPr lang="en-IN" sz="2800" b="0" i="0">
                              <a:solidFill>
                                <a:srgbClr val="002060"/>
                              </a:solidFill>
                              <a:latin typeface="Cambria Math" panose="02040503050406030204" pitchFamily="18" charset="0"/>
                            </a:rPr>
                            <m:t>  </m:t>
                          </m:r>
                        </m:den>
                      </m:f>
                    </m:oMath>
                  </m:oMathPara>
                </a14:m>
                <a:endParaRPr lang="en-IN" sz="2800" dirty="0">
                  <a:solidFill>
                    <a:srgbClr val="002060"/>
                  </a:solidFill>
                </a:endParaRPr>
              </a:p>
            </p:txBody>
          </p:sp>
        </mc:Choice>
        <mc:Fallback xmlns="">
          <p:sp>
            <p:nvSpPr>
              <p:cNvPr id="3" name="TextBox 2">
                <a:extLst>
                  <a:ext uri="{FF2B5EF4-FFF2-40B4-BE49-F238E27FC236}">
                    <a16:creationId xmlns:a16="http://schemas.microsoft.com/office/drawing/2014/main" id="{3733312F-1487-B1D9-FA14-F1F642B8FEC5}"/>
                  </a:ext>
                </a:extLst>
              </p:cNvPr>
              <p:cNvSpPr txBox="1">
                <a:spLocks noRot="1" noChangeAspect="1" noMove="1" noResize="1" noEditPoints="1" noAdjustHandles="1" noChangeArrowheads="1" noChangeShapeType="1" noTextEdit="1"/>
              </p:cNvSpPr>
              <p:nvPr/>
            </p:nvSpPr>
            <p:spPr>
              <a:xfrm>
                <a:off x="103007" y="3804875"/>
                <a:ext cx="3943350" cy="1434880"/>
              </a:xfrm>
              <a:prstGeom prst="rect">
                <a:avLst/>
              </a:prstGeom>
              <a:blipFill>
                <a:blip r:embed="rId10"/>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523044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38"/>
                                        </p:tgtEl>
                                        <p:attrNameLst>
                                          <p:attrName>style.visibility</p:attrName>
                                        </p:attrNameLst>
                                      </p:cBhvr>
                                      <p:to>
                                        <p:strVal val="visible"/>
                                      </p:to>
                                    </p:set>
                                    <p:animEffect transition="in" filter="wipe(up)">
                                      <p:cBhvr>
                                        <p:cTn id="47" dur="500"/>
                                        <p:tgtEl>
                                          <p:spTgt spid="38"/>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39"/>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8" grpId="0"/>
      <p:bldP spid="9" grpId="0"/>
      <p:bldP spid="10" grpId="0"/>
      <p:bldP spid="11" grpId="0"/>
      <p:bldP spid="12" grpId="0"/>
      <p:bldP spid="13" grpId="0"/>
      <p:bldP spid="6" grpId="0"/>
      <p:bldP spid="5" grpId="0"/>
      <p:bldP spid="32" grpId="0"/>
      <p:bldP spid="39" grpId="0"/>
      <p:bldP spid="3" grpId="0"/>
    </p:bldLst>
  </p:timing>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729CF-8830-20C6-702A-7BAFE9B309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F3EA08-8145-F5C5-1EE3-7278BDC6D7B7}"/>
              </a:ext>
            </a:extLst>
          </p:cNvPr>
          <p:cNvSpPr>
            <a:spLocks noGrp="1"/>
          </p:cNvSpPr>
          <p:nvPr>
            <p:ph type="title"/>
          </p:nvPr>
        </p:nvSpPr>
        <p:spPr/>
        <p:txBody>
          <a:bodyPr/>
          <a:lstStyle/>
          <a:p>
            <a:r>
              <a:rPr lang="en-GB" dirty="0"/>
              <a:t>Method 6 ⇝ Example 4(</a:t>
            </a:r>
            <a:r>
              <a:rPr lang="en-GB" dirty="0">
                <a:solidFill>
                  <a:srgbClr val="FF0000"/>
                </a:solidFill>
              </a:rPr>
              <a:t>Continue</a:t>
            </a:r>
            <a:r>
              <a:rPr lang="en-GB" dirty="0"/>
              <a:t>)</a:t>
            </a:r>
            <a:endParaRPr lang="en-US" dirty="0"/>
          </a:p>
        </p:txBody>
      </p:sp>
      <p:sp>
        <p:nvSpPr>
          <p:cNvPr id="3" name="Rectangle 2">
            <a:extLst>
              <a:ext uri="{FF2B5EF4-FFF2-40B4-BE49-F238E27FC236}">
                <a16:creationId xmlns:a16="http://schemas.microsoft.com/office/drawing/2014/main" id="{2496BDE0-A630-D027-E0BF-2D20AEAD0871}"/>
              </a:ext>
            </a:extLst>
          </p:cNvPr>
          <p:cNvSpPr/>
          <p:nvPr/>
        </p:nvSpPr>
        <p:spPr>
          <a:xfrm>
            <a:off x="24471" y="937667"/>
            <a:ext cx="2532181" cy="523220"/>
          </a:xfrm>
          <a:prstGeom prst="rect">
            <a:avLst/>
          </a:prstGeom>
        </p:spPr>
        <p:txBody>
          <a:bodyPr wrap="square">
            <a:spAutoFit/>
          </a:bodyPr>
          <a:lstStyle/>
          <a:p>
            <a:pPr lvl="0"/>
            <a:r>
              <a:rPr lang="en-US" sz="2800" b="1" dirty="0">
                <a:solidFill>
                  <a:srgbClr val="002060"/>
                </a:solidFill>
              </a:rPr>
              <a:t>Critical Region :</a:t>
            </a:r>
            <a:r>
              <a:rPr lang="en-US" sz="2800" b="1" u="sng" dirty="0">
                <a:solidFill>
                  <a:srgbClr val="002060"/>
                </a:solidFill>
              </a:rPr>
              <a:t>  </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AA686C7-3374-81A4-8C69-EB0D6966D140}"/>
                  </a:ext>
                </a:extLst>
              </p:cNvPr>
              <p:cNvSpPr txBox="1"/>
              <p:nvPr/>
            </p:nvSpPr>
            <p:spPr>
              <a:xfrm>
                <a:off x="2196750" y="939036"/>
                <a:ext cx="2697479"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IN" sz="2800" i="1" smtClean="0">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US" sz="2800">
                                  <a:solidFill>
                                    <a:srgbClr val="002060"/>
                                  </a:solidFill>
                                  <a:latin typeface="Cambria Math" panose="02040503050406030204" pitchFamily="18" charset="0"/>
                                </a:rPr>
                                <m:t>Z</m:t>
                              </m:r>
                            </m:e>
                            <m:sub>
                              <m:r>
                                <a:rPr lang="en-US" sz="2800">
                                  <a:solidFill>
                                    <a:srgbClr val="002060"/>
                                  </a:solidFill>
                                  <a:latin typeface="Cambria Math" panose="02040503050406030204" pitchFamily="18" charset="0"/>
                                </a:rPr>
                                <m:t>0.0</m:t>
                              </m:r>
                              <m:r>
                                <a:rPr lang="en-IN" sz="2800" b="0" i="0" smtClean="0">
                                  <a:solidFill>
                                    <a:srgbClr val="002060"/>
                                  </a:solidFill>
                                  <a:latin typeface="Cambria Math" panose="02040503050406030204" pitchFamily="18" charset="0"/>
                                </a:rPr>
                                <m:t>5</m:t>
                              </m:r>
                            </m:sub>
                          </m:sSub>
                          <m:r>
                            <a:rPr lang="en-US" sz="2800" i="1">
                              <a:solidFill>
                                <a:srgbClr val="002060"/>
                              </a:solidFill>
                              <a:latin typeface="Cambria Math" panose="02040503050406030204" pitchFamily="18" charset="0"/>
                            </a:rPr>
                            <m:t> </m:t>
                          </m:r>
                        </m:e>
                      </m:d>
                      <m:r>
                        <a:rPr lang="en-US" sz="280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1.96</m:t>
                      </m:r>
                    </m:oMath>
                  </m:oMathPara>
                </a14:m>
                <a:endParaRPr lang="en-IN" sz="2800" dirty="0">
                  <a:solidFill>
                    <a:srgbClr val="002060"/>
                  </a:solidFill>
                </a:endParaRPr>
              </a:p>
            </p:txBody>
          </p:sp>
        </mc:Choice>
        <mc:Fallback xmlns="">
          <p:sp>
            <p:nvSpPr>
              <p:cNvPr id="4" name="TextBox 3">
                <a:extLst>
                  <a:ext uri="{FF2B5EF4-FFF2-40B4-BE49-F238E27FC236}">
                    <a16:creationId xmlns:a16="http://schemas.microsoft.com/office/drawing/2014/main" id="{8AA686C7-3374-81A4-8C69-EB0D6966D140}"/>
                  </a:ext>
                </a:extLst>
              </p:cNvPr>
              <p:cNvSpPr txBox="1">
                <a:spLocks noRot="1" noChangeAspect="1" noMove="1" noResize="1" noEditPoints="1" noAdjustHandles="1" noChangeArrowheads="1" noChangeShapeType="1" noTextEdit="1"/>
              </p:cNvSpPr>
              <p:nvPr/>
            </p:nvSpPr>
            <p:spPr>
              <a:xfrm>
                <a:off x="2196750" y="939036"/>
                <a:ext cx="2697479" cy="523220"/>
              </a:xfrm>
              <a:prstGeom prst="rect">
                <a:avLst/>
              </a:prstGeom>
              <a:blipFill>
                <a:blip r:embed="rId2"/>
                <a:stretch>
                  <a:fillRect/>
                </a:stretch>
              </a:blipFill>
            </p:spPr>
            <p:txBody>
              <a:bodyPr/>
              <a:lstStyle/>
              <a:p>
                <a:r>
                  <a:rPr lang="en-IN">
                    <a:noFill/>
                  </a:rPr>
                  <a:t> </a:t>
                </a:r>
              </a:p>
            </p:txBody>
          </p:sp>
        </mc:Fallback>
      </mc:AlternateContent>
      <p:sp>
        <p:nvSpPr>
          <p:cNvPr id="14" name="Rectangle 13">
            <a:extLst>
              <a:ext uri="{FF2B5EF4-FFF2-40B4-BE49-F238E27FC236}">
                <a16:creationId xmlns:a16="http://schemas.microsoft.com/office/drawing/2014/main" id="{5F420201-BBA9-F2CF-BB90-9458B0DF0B1A}"/>
              </a:ext>
            </a:extLst>
          </p:cNvPr>
          <p:cNvSpPr/>
          <p:nvPr/>
        </p:nvSpPr>
        <p:spPr>
          <a:xfrm>
            <a:off x="24471" y="2740383"/>
            <a:ext cx="1973580" cy="523220"/>
          </a:xfrm>
          <a:prstGeom prst="rect">
            <a:avLst/>
          </a:prstGeom>
        </p:spPr>
        <p:txBody>
          <a:bodyPr wrap="square">
            <a:spAutoFit/>
          </a:bodyPr>
          <a:lstStyle/>
          <a:p>
            <a:pPr lvl="0"/>
            <a:r>
              <a:rPr lang="en-US" sz="2800" b="1" dirty="0">
                <a:solidFill>
                  <a:srgbClr val="002060"/>
                </a:solidFill>
              </a:rPr>
              <a:t>Conclusion :</a:t>
            </a:r>
            <a:r>
              <a:rPr lang="en-US" sz="2800" b="1" u="sng" dirty="0">
                <a:solidFill>
                  <a:srgbClr val="002060"/>
                </a:solidFill>
              </a:rPr>
              <a:t>  </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2217D6CA-8AEE-7B91-A572-0D0D81B85FA0}"/>
                  </a:ext>
                </a:extLst>
              </p:cNvPr>
              <p:cNvSpPr txBox="1"/>
              <p:nvPr/>
            </p:nvSpPr>
            <p:spPr>
              <a:xfrm>
                <a:off x="25400" y="1877358"/>
                <a:ext cx="2376538"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IN" sz="2800" i="1" smtClean="0">
                              <a:solidFill>
                                <a:srgbClr val="002060"/>
                              </a:solidFill>
                              <a:latin typeface="Cambria Math" panose="02040503050406030204" pitchFamily="18" charset="0"/>
                            </a:rPr>
                          </m:ctrlPr>
                        </m:dPr>
                        <m:e>
                          <m:r>
                            <a:rPr lang="en-IN" sz="2800" b="0" i="0" smtClean="0">
                              <a:solidFill>
                                <a:srgbClr val="002060"/>
                              </a:solidFill>
                              <a:latin typeface="Cambria Math" panose="02040503050406030204" pitchFamily="18" charset="0"/>
                            </a:rPr>
                            <m:t> </m:t>
                          </m:r>
                          <m:r>
                            <m:rPr>
                              <m:sty m:val="p"/>
                            </m:rPr>
                            <a:rPr lang="en-IN" sz="2800" b="0" i="0" smtClean="0">
                              <a:solidFill>
                                <a:srgbClr val="002060"/>
                              </a:solidFill>
                              <a:latin typeface="Cambria Math" panose="02040503050406030204" pitchFamily="18" charset="0"/>
                            </a:rPr>
                            <m:t>Z</m:t>
                          </m:r>
                          <m:r>
                            <a:rPr lang="en-US" sz="2800" i="1">
                              <a:solidFill>
                                <a:srgbClr val="002060"/>
                              </a:solidFill>
                              <a:latin typeface="Cambria Math" panose="02040503050406030204" pitchFamily="18" charset="0"/>
                            </a:rPr>
                            <m:t> </m:t>
                          </m:r>
                        </m:e>
                      </m:d>
                      <m:r>
                        <a:rPr lang="en-US" sz="2800">
                          <a:solidFill>
                            <a:srgbClr val="002060"/>
                          </a:solidFill>
                          <a:latin typeface="Cambria Math" panose="02040503050406030204" pitchFamily="18" charset="0"/>
                        </a:rPr>
                        <m:t>=</m:t>
                      </m:r>
                      <m:r>
                        <a:rPr lang="en-IN" sz="2800" b="0" i="0" smtClean="0">
                          <a:solidFill>
                            <a:srgbClr val="002060"/>
                          </a:solidFill>
                          <a:latin typeface="Cambria Math" panose="02040503050406030204" pitchFamily="18" charset="0"/>
                        </a:rPr>
                        <m:t>2.56</m:t>
                      </m:r>
                    </m:oMath>
                  </m:oMathPara>
                </a14:m>
                <a:endParaRPr lang="en-IN" sz="2800" dirty="0">
                  <a:solidFill>
                    <a:srgbClr val="002060"/>
                  </a:solidFill>
                </a:endParaRPr>
              </a:p>
            </p:txBody>
          </p:sp>
        </mc:Choice>
        <mc:Fallback xmlns="">
          <p:sp>
            <p:nvSpPr>
              <p:cNvPr id="16" name="TextBox 15">
                <a:extLst>
                  <a:ext uri="{FF2B5EF4-FFF2-40B4-BE49-F238E27FC236}">
                    <a16:creationId xmlns:a16="http://schemas.microsoft.com/office/drawing/2014/main" id="{2217D6CA-8AEE-7B91-A572-0D0D81B85FA0}"/>
                  </a:ext>
                </a:extLst>
              </p:cNvPr>
              <p:cNvSpPr txBox="1">
                <a:spLocks noRot="1" noChangeAspect="1" noMove="1" noResize="1" noEditPoints="1" noAdjustHandles="1" noChangeArrowheads="1" noChangeShapeType="1" noTextEdit="1"/>
              </p:cNvSpPr>
              <p:nvPr/>
            </p:nvSpPr>
            <p:spPr>
              <a:xfrm>
                <a:off x="25400" y="1877358"/>
                <a:ext cx="2376538"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3702A207-DE8B-50DF-E025-C8DDE4727D6A}"/>
                  </a:ext>
                </a:extLst>
              </p:cNvPr>
              <p:cNvSpPr/>
              <p:nvPr/>
            </p:nvSpPr>
            <p:spPr>
              <a:xfrm>
                <a:off x="1864311" y="2729260"/>
                <a:ext cx="1973580" cy="523220"/>
              </a:xfrm>
              <a:prstGeom prst="rect">
                <a:avLst/>
              </a:prstGeom>
            </p:spPr>
            <p:txBody>
              <a:bodyPr wrap="square">
                <a:spAutoFit/>
              </a:bodyPr>
              <a:lstStyle/>
              <a:p>
                <a:pPr lvl="0"/>
                <a14:m>
                  <m:oMath xmlns:m="http://schemas.openxmlformats.org/officeDocument/2006/math">
                    <m:sSub>
                      <m:sSubPr>
                        <m:ctrlPr>
                          <a:rPr lang="en-US"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H</m:t>
                        </m:r>
                      </m:e>
                      <m:sub>
                        <m:r>
                          <a:rPr lang="en-IN" sz="2800">
                            <a:solidFill>
                              <a:srgbClr val="002060"/>
                            </a:solidFill>
                            <a:latin typeface="Cambria Math" panose="02040503050406030204" pitchFamily="18" charset="0"/>
                          </a:rPr>
                          <m:t>0</m:t>
                        </m:r>
                      </m:sub>
                    </m:sSub>
                  </m:oMath>
                </a14:m>
                <a:r>
                  <a:rPr lang="en-US" sz="2800" dirty="0">
                    <a:solidFill>
                      <a:srgbClr val="002060"/>
                    </a:solidFill>
                  </a:rPr>
                  <a:t> Reject</a:t>
                </a:r>
                <a:r>
                  <a:rPr lang="en-US" sz="2800" u="sng" dirty="0">
                    <a:solidFill>
                      <a:srgbClr val="002060"/>
                    </a:solidFill>
                  </a:rPr>
                  <a:t>  </a:t>
                </a:r>
              </a:p>
            </p:txBody>
          </p:sp>
        </mc:Choice>
        <mc:Fallback xmlns="">
          <p:sp>
            <p:nvSpPr>
              <p:cNvPr id="17" name="Rectangle 16">
                <a:extLst>
                  <a:ext uri="{FF2B5EF4-FFF2-40B4-BE49-F238E27FC236}">
                    <a16:creationId xmlns:a16="http://schemas.microsoft.com/office/drawing/2014/main" id="{3702A207-DE8B-50DF-E025-C8DDE4727D6A}"/>
                  </a:ext>
                </a:extLst>
              </p:cNvPr>
              <p:cNvSpPr>
                <a:spLocks noRot="1" noChangeAspect="1" noMove="1" noResize="1" noEditPoints="1" noAdjustHandles="1" noChangeArrowheads="1" noChangeShapeType="1" noTextEdit="1"/>
              </p:cNvSpPr>
              <p:nvPr/>
            </p:nvSpPr>
            <p:spPr>
              <a:xfrm>
                <a:off x="1864311" y="2729260"/>
                <a:ext cx="1973580" cy="523220"/>
              </a:xfrm>
              <a:prstGeom prst="rect">
                <a:avLst/>
              </a:prstGeom>
              <a:blipFill>
                <a:blip r:embed="rId4"/>
                <a:stretch>
                  <a:fillRect t="-12791" b="-3139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338257A-F05A-B558-291C-1CC3560312DF}"/>
                  </a:ext>
                </a:extLst>
              </p:cNvPr>
              <p:cNvSpPr txBox="1"/>
              <p:nvPr/>
            </p:nvSpPr>
            <p:spPr>
              <a:xfrm>
                <a:off x="2489152" y="1857631"/>
                <a:ext cx="2697479"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IN" sz="2800" i="1" smtClean="0">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US" sz="2800">
                                  <a:solidFill>
                                    <a:srgbClr val="002060"/>
                                  </a:solidFill>
                                  <a:latin typeface="Cambria Math" panose="02040503050406030204" pitchFamily="18" charset="0"/>
                                </a:rPr>
                                <m:t>Z</m:t>
                              </m:r>
                            </m:e>
                            <m:sub>
                              <m:r>
                                <a:rPr lang="en-US" sz="2800">
                                  <a:solidFill>
                                    <a:srgbClr val="002060"/>
                                  </a:solidFill>
                                  <a:latin typeface="Cambria Math" panose="02040503050406030204" pitchFamily="18" charset="0"/>
                                </a:rPr>
                                <m:t>0.0</m:t>
                              </m:r>
                              <m:r>
                                <a:rPr lang="en-IN" sz="2800" b="0" i="0" smtClean="0">
                                  <a:solidFill>
                                    <a:srgbClr val="002060"/>
                                  </a:solidFill>
                                  <a:latin typeface="Cambria Math" panose="02040503050406030204" pitchFamily="18" charset="0"/>
                                </a:rPr>
                                <m:t>5</m:t>
                              </m:r>
                            </m:sub>
                          </m:sSub>
                          <m:r>
                            <a:rPr lang="en-US" sz="2800" i="1">
                              <a:solidFill>
                                <a:srgbClr val="002060"/>
                              </a:solidFill>
                              <a:latin typeface="Cambria Math" panose="02040503050406030204" pitchFamily="18" charset="0"/>
                            </a:rPr>
                            <m:t> </m:t>
                          </m:r>
                        </m:e>
                      </m:d>
                      <m:r>
                        <a:rPr lang="en-US" sz="280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1.96</m:t>
                      </m:r>
                    </m:oMath>
                  </m:oMathPara>
                </a14:m>
                <a:endParaRPr lang="en-IN" sz="2800" dirty="0">
                  <a:solidFill>
                    <a:srgbClr val="002060"/>
                  </a:solidFill>
                </a:endParaRPr>
              </a:p>
            </p:txBody>
          </p:sp>
        </mc:Choice>
        <mc:Fallback xmlns="">
          <p:sp>
            <p:nvSpPr>
              <p:cNvPr id="18" name="TextBox 17">
                <a:extLst>
                  <a:ext uri="{FF2B5EF4-FFF2-40B4-BE49-F238E27FC236}">
                    <a16:creationId xmlns:a16="http://schemas.microsoft.com/office/drawing/2014/main" id="{4338257A-F05A-B558-291C-1CC3560312DF}"/>
                  </a:ext>
                </a:extLst>
              </p:cNvPr>
              <p:cNvSpPr txBox="1">
                <a:spLocks noRot="1" noChangeAspect="1" noMove="1" noResize="1" noEditPoints="1" noAdjustHandles="1" noChangeArrowheads="1" noChangeShapeType="1" noTextEdit="1"/>
              </p:cNvSpPr>
              <p:nvPr/>
            </p:nvSpPr>
            <p:spPr>
              <a:xfrm>
                <a:off x="2489152" y="1857631"/>
                <a:ext cx="2697479"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C08F80F9-8BD5-F3E6-2EF8-1FCAC1C39B24}"/>
                  </a:ext>
                </a:extLst>
              </p:cNvPr>
              <p:cNvSpPr txBox="1"/>
              <p:nvPr/>
            </p:nvSpPr>
            <p:spPr>
              <a:xfrm>
                <a:off x="2134935" y="1852997"/>
                <a:ext cx="548717"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i="1" smtClean="0">
                          <a:solidFill>
                            <a:srgbClr val="002060"/>
                          </a:solidFill>
                          <a:latin typeface="Cambria Math" panose="02040503050406030204" pitchFamily="18" charset="0"/>
                          <a:ea typeface="Cambria Math" panose="02040503050406030204" pitchFamily="18" charset="0"/>
                        </a:rPr>
                        <m:t>&gt;</m:t>
                      </m:r>
                    </m:oMath>
                  </m:oMathPara>
                </a14:m>
                <a:endParaRPr lang="en-IN" sz="2800" dirty="0">
                  <a:solidFill>
                    <a:srgbClr val="002060"/>
                  </a:solidFill>
                </a:endParaRPr>
              </a:p>
            </p:txBody>
          </p:sp>
        </mc:Choice>
        <mc:Fallback xmlns="">
          <p:sp>
            <p:nvSpPr>
              <p:cNvPr id="19" name="TextBox 18">
                <a:extLst>
                  <a:ext uri="{FF2B5EF4-FFF2-40B4-BE49-F238E27FC236}">
                    <a16:creationId xmlns:a16="http://schemas.microsoft.com/office/drawing/2014/main" id="{C08F80F9-8BD5-F3E6-2EF8-1FCAC1C39B24}"/>
                  </a:ext>
                </a:extLst>
              </p:cNvPr>
              <p:cNvSpPr txBox="1">
                <a:spLocks noRot="1" noChangeAspect="1" noMove="1" noResize="1" noEditPoints="1" noAdjustHandles="1" noChangeArrowheads="1" noChangeShapeType="1" noTextEdit="1"/>
              </p:cNvSpPr>
              <p:nvPr/>
            </p:nvSpPr>
            <p:spPr>
              <a:xfrm>
                <a:off x="2134935" y="1852997"/>
                <a:ext cx="548717" cy="523220"/>
              </a:xfrm>
              <a:prstGeom prst="rect">
                <a:avLst/>
              </a:prstGeom>
              <a:blipFill>
                <a:blip r:embed="rId6"/>
                <a:stretch>
                  <a:fillRect/>
                </a:stretch>
              </a:blipFill>
            </p:spPr>
            <p:txBody>
              <a:bodyPr/>
              <a:lstStyle/>
              <a:p>
                <a:r>
                  <a:rPr lang="en-IN">
                    <a:noFill/>
                  </a:rPr>
                  <a:t> </a:t>
                </a:r>
              </a:p>
            </p:txBody>
          </p:sp>
        </mc:Fallback>
      </mc:AlternateContent>
      <p:sp>
        <p:nvSpPr>
          <p:cNvPr id="23" name="TextBox 22">
            <a:extLst>
              <a:ext uri="{FF2B5EF4-FFF2-40B4-BE49-F238E27FC236}">
                <a16:creationId xmlns:a16="http://schemas.microsoft.com/office/drawing/2014/main" id="{2E12C5DF-720D-F831-6337-FFEBFD7FE8FF}"/>
              </a:ext>
            </a:extLst>
          </p:cNvPr>
          <p:cNvSpPr txBox="1"/>
          <p:nvPr/>
        </p:nvSpPr>
        <p:spPr>
          <a:xfrm>
            <a:off x="1864311" y="3326286"/>
            <a:ext cx="10327689" cy="954107"/>
          </a:xfrm>
          <a:prstGeom prst="rect">
            <a:avLst/>
          </a:prstGeom>
          <a:noFill/>
        </p:spPr>
        <p:txBody>
          <a:bodyPr wrap="square">
            <a:spAutoFit/>
          </a:bodyPr>
          <a:lstStyle/>
          <a:p>
            <a:pPr lvl="0"/>
            <a:r>
              <a:rPr lang="en-US" sz="2800" dirty="0">
                <a:solidFill>
                  <a:srgbClr val="002060"/>
                </a:solidFill>
              </a:rPr>
              <a:t>i.e., The difference in population proportions is likely to be hidden in</a:t>
            </a:r>
          </a:p>
          <a:p>
            <a:pPr lvl="0"/>
            <a:r>
              <a:rPr lang="en-US" sz="2800" dirty="0">
                <a:solidFill>
                  <a:srgbClr val="002060"/>
                </a:solidFill>
              </a:rPr>
              <a:t>       sampling</a:t>
            </a:r>
            <a:endParaRPr lang="en-IN" sz="2800" dirty="0">
              <a:solidFill>
                <a:srgbClr val="002060"/>
              </a:solidFill>
            </a:endParaRPr>
          </a:p>
        </p:txBody>
      </p:sp>
    </p:spTree>
    <p:extLst>
      <p:ext uri="{BB962C8B-B14F-4D97-AF65-F5344CB8AC3E}">
        <p14:creationId xmlns:p14="http://schemas.microsoft.com/office/powerpoint/2010/main" val="1539828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4" grpId="0"/>
      <p:bldP spid="16" grpId="0"/>
      <p:bldP spid="17" grpId="0"/>
      <p:bldP spid="18" grpId="0"/>
      <p:bldP spid="19" grpId="0"/>
      <p:bldP spid="23" grpId="0"/>
    </p:bldLst>
  </p:timing>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31D378-F3C3-CF6D-78ED-3B5E72339EE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a:extLst>
                  <a:ext uri="{FF2B5EF4-FFF2-40B4-BE49-F238E27FC236}">
                    <a16:creationId xmlns:a16="http://schemas.microsoft.com/office/drawing/2014/main" id="{5C4227E1-1DAE-90D1-73F2-381D39C30F13}"/>
                  </a:ext>
                </a:extLst>
              </p:cNvPr>
              <p:cNvSpPr txBox="1">
                <a:spLocks/>
              </p:cNvSpPr>
              <p:nvPr/>
            </p:nvSpPr>
            <p:spPr>
              <a:xfrm>
                <a:off x="131177" y="869082"/>
                <a:ext cx="11929643" cy="2159868"/>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endParaRPr lang="en-US" dirty="0"/>
              </a:p>
              <a:p>
                <a:r>
                  <a:rPr lang="en-US" dirty="0"/>
                  <a:t>In a certain city A, </a:t>
                </a:r>
                <a14:m>
                  <m:oMath xmlns:m="http://schemas.openxmlformats.org/officeDocument/2006/math">
                    <m:r>
                      <a:rPr lang="en-IN" b="0" i="0" smtClean="0">
                        <a:latin typeface="Cambria Math" panose="02040503050406030204" pitchFamily="18" charset="0"/>
                      </a:rPr>
                      <m:t> </m:t>
                    </m:r>
                    <m:r>
                      <a:rPr lang="en-US">
                        <a:latin typeface="Cambria Math" panose="02040503050406030204" pitchFamily="18" charset="0"/>
                      </a:rPr>
                      <m:t>100</m:t>
                    </m:r>
                  </m:oMath>
                </a14:m>
                <a:r>
                  <a:rPr lang="en-US" dirty="0"/>
                  <a:t> men in a sample of </a:t>
                </a:r>
                <a14:m>
                  <m:oMath xmlns:m="http://schemas.openxmlformats.org/officeDocument/2006/math">
                    <m:r>
                      <a:rPr lang="en-US">
                        <a:latin typeface="Cambria Math" panose="02040503050406030204" pitchFamily="18" charset="0"/>
                      </a:rPr>
                      <m:t>400</m:t>
                    </m:r>
                  </m:oMath>
                </a14:m>
                <a:r>
                  <a:rPr lang="en-US" dirty="0"/>
                  <a:t> are found to be smokers. In another city B, </a:t>
                </a:r>
                <a14:m>
                  <m:oMath xmlns:m="http://schemas.openxmlformats.org/officeDocument/2006/math">
                    <m:r>
                      <a:rPr lang="en-US">
                        <a:latin typeface="Cambria Math" panose="02040503050406030204" pitchFamily="18" charset="0"/>
                      </a:rPr>
                      <m:t>300</m:t>
                    </m:r>
                  </m:oMath>
                </a14:m>
                <a:r>
                  <a:rPr lang="en-US" dirty="0"/>
                  <a:t> men in a sample of </a:t>
                </a:r>
                <a14:m>
                  <m:oMath xmlns:m="http://schemas.openxmlformats.org/officeDocument/2006/math">
                    <m:r>
                      <a:rPr lang="en-US">
                        <a:latin typeface="Cambria Math" panose="02040503050406030204" pitchFamily="18" charset="0"/>
                      </a:rPr>
                      <m:t>800</m:t>
                    </m:r>
                  </m:oMath>
                </a14:m>
                <a:r>
                  <a:rPr lang="en-US" dirty="0"/>
                  <a:t> are found to be smokers. Does this indicate that there is </a:t>
                </a:r>
                <a:r>
                  <a:rPr lang="en-US" b="1" dirty="0"/>
                  <a:t>greater proportion </a:t>
                </a:r>
                <a:r>
                  <a:rPr lang="en-US" dirty="0"/>
                  <a:t>of smokers in B than in A?</a:t>
                </a:r>
                <a14:m>
                  <m:oMath xmlns:m="http://schemas.openxmlformats.org/officeDocument/2006/math">
                    <m:r>
                      <a:rPr lang="en-US" i="1">
                        <a:latin typeface="Cambria Math" panose="02040503050406030204" pitchFamily="18" charset="0"/>
                      </a:rPr>
                      <m:t> </m:t>
                    </m:r>
                    <m:d>
                      <m:dPr>
                        <m:ctrlPr>
                          <a:rPr lang="en-IN" i="1">
                            <a:latin typeface="Cambria Math" panose="02040503050406030204" pitchFamily="18" charset="0"/>
                          </a:rPr>
                        </m:ctrlPr>
                      </m:dPr>
                      <m:e>
                        <m:r>
                          <a:rPr lang="en-US" i="1">
                            <a:latin typeface="Cambria Math" panose="02040503050406030204" pitchFamily="18" charset="0"/>
                          </a:rPr>
                          <m:t> </m:t>
                        </m:r>
                        <m:sSub>
                          <m:sSubPr>
                            <m:ctrlPr>
                              <a:rPr lang="en-IN" i="1">
                                <a:latin typeface="Cambria Math" panose="02040503050406030204" pitchFamily="18" charset="0"/>
                              </a:rPr>
                            </m:ctrlPr>
                          </m:sSubPr>
                          <m:e>
                            <m:r>
                              <m:rPr>
                                <m:sty m:val="p"/>
                              </m:rPr>
                              <a:rPr lang="en-US">
                                <a:latin typeface="Cambria Math" panose="02040503050406030204" pitchFamily="18" charset="0"/>
                              </a:rPr>
                              <m:t>Z</m:t>
                            </m:r>
                          </m:e>
                          <m:sub>
                            <m:r>
                              <a:rPr lang="en-US">
                                <a:latin typeface="Cambria Math" panose="02040503050406030204" pitchFamily="18" charset="0"/>
                              </a:rPr>
                              <m:t>0.05</m:t>
                            </m:r>
                          </m:sub>
                        </m:sSub>
                        <m:r>
                          <a:rPr lang="en-US">
                            <a:latin typeface="Cambria Math" panose="02040503050406030204" pitchFamily="18" charset="0"/>
                          </a:rPr>
                          <m:t>=</m:t>
                        </m:r>
                        <m:r>
                          <a:rPr lang="en-US" i="1">
                            <a:latin typeface="Cambria Math" panose="02040503050406030204" pitchFamily="18" charset="0"/>
                          </a:rPr>
                          <m:t>−</m:t>
                        </m:r>
                        <m:r>
                          <a:rPr lang="en-US">
                            <a:latin typeface="Cambria Math" panose="02040503050406030204" pitchFamily="18" charset="0"/>
                          </a:rPr>
                          <m:t>1.645 </m:t>
                        </m:r>
                      </m:e>
                    </m:d>
                  </m:oMath>
                </a14:m>
                <a:endParaRPr lang="en-IN" dirty="0"/>
              </a:p>
              <a:p>
                <a:endParaRPr lang="en-US" dirty="0"/>
              </a:p>
            </p:txBody>
          </p:sp>
        </mc:Choice>
        <mc:Fallback xmlns="">
          <p:sp>
            <p:nvSpPr>
              <p:cNvPr id="19" name="Content Placeholder 2">
                <a:extLst>
                  <a:ext uri="{FF2B5EF4-FFF2-40B4-BE49-F238E27FC236}">
                    <a16:creationId xmlns:a16="http://schemas.microsoft.com/office/drawing/2014/main" id="{5C4227E1-1DAE-90D1-73F2-381D39C30F13}"/>
                  </a:ext>
                </a:extLst>
              </p:cNvPr>
              <p:cNvSpPr txBox="1">
                <a:spLocks noRot="1" noChangeAspect="1" noMove="1" noResize="1" noEditPoints="1" noAdjustHandles="1" noChangeArrowheads="1" noChangeShapeType="1" noTextEdit="1"/>
              </p:cNvSpPr>
              <p:nvPr/>
            </p:nvSpPr>
            <p:spPr>
              <a:xfrm>
                <a:off x="131177" y="869082"/>
                <a:ext cx="11929643" cy="2159868"/>
              </a:xfrm>
              <a:prstGeom prst="rect">
                <a:avLst/>
              </a:prstGeom>
              <a:blipFill>
                <a:blip r:embed="rId2"/>
                <a:stretch>
                  <a:fillRect l="-1074" r="-1074" b="-3107"/>
                </a:stretch>
              </a:blipFill>
              <a:ln>
                <a:noFill/>
              </a:ln>
            </p:spPr>
            <p:txBody>
              <a:bodyPr/>
              <a:lstStyle/>
              <a:p>
                <a:r>
                  <a:rPr lang="en-IN">
                    <a:noFill/>
                  </a:rPr>
                  <a:t> </a:t>
                </a:r>
              </a:p>
            </p:txBody>
          </p:sp>
        </mc:Fallback>
      </mc:AlternateContent>
      <p:sp>
        <p:nvSpPr>
          <p:cNvPr id="2" name="Title 1">
            <a:extLst>
              <a:ext uri="{FF2B5EF4-FFF2-40B4-BE49-F238E27FC236}">
                <a16:creationId xmlns:a16="http://schemas.microsoft.com/office/drawing/2014/main" id="{373C59C9-28C7-80F2-F298-60807B167DBC}"/>
              </a:ext>
            </a:extLst>
          </p:cNvPr>
          <p:cNvSpPr>
            <a:spLocks noGrp="1"/>
          </p:cNvSpPr>
          <p:nvPr>
            <p:ph type="title"/>
          </p:nvPr>
        </p:nvSpPr>
        <p:spPr/>
        <p:txBody>
          <a:bodyPr/>
          <a:lstStyle/>
          <a:p>
            <a:r>
              <a:rPr lang="en-GB" dirty="0"/>
              <a:t>Method 6 ⇝ Example 5</a:t>
            </a:r>
            <a:endParaRPr lang="en-US" dirty="0"/>
          </a:p>
        </p:txBody>
      </p:sp>
      <p:sp>
        <p:nvSpPr>
          <p:cNvPr id="50" name="Rectangle 49">
            <a:extLst>
              <a:ext uri="{FF2B5EF4-FFF2-40B4-BE49-F238E27FC236}">
                <a16:creationId xmlns:a16="http://schemas.microsoft.com/office/drawing/2014/main" id="{AA0922EF-70F9-DE9B-4AC3-4F731CCA7B17}"/>
              </a:ext>
            </a:extLst>
          </p:cNvPr>
          <p:cNvSpPr/>
          <p:nvPr/>
        </p:nvSpPr>
        <p:spPr>
          <a:xfrm>
            <a:off x="131177" y="3521095"/>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6078259C-07DF-F3D3-065D-EF4DF5A03020}"/>
                  </a:ext>
                </a:extLst>
              </p:cNvPr>
              <p:cNvSpPr/>
              <p:nvPr/>
            </p:nvSpPr>
            <p:spPr>
              <a:xfrm>
                <a:off x="1729663" y="4308163"/>
                <a:ext cx="1689245"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2800" b="0" i="1" smtClean="0">
                              <a:solidFill>
                                <a:srgbClr val="002060"/>
                              </a:solidFill>
                              <a:latin typeface="Cambria Math" panose="02040503050406030204" pitchFamily="18" charset="0"/>
                            </a:rPr>
                          </m:ctrlPr>
                        </m:sSubPr>
                        <m:e>
                          <m:r>
                            <m:rPr>
                              <m:sty m:val="p"/>
                            </m:rPr>
                            <a:rPr lang="en-US" sz="2800" b="0" i="0" smtClean="0">
                              <a:solidFill>
                                <a:srgbClr val="002060"/>
                              </a:solidFill>
                              <a:latin typeface="Cambria Math" panose="02040503050406030204" pitchFamily="18" charset="0"/>
                            </a:rPr>
                            <m:t>n</m:t>
                          </m:r>
                        </m:e>
                        <m:sub>
                          <m:r>
                            <a:rPr lang="en-US" sz="2800" b="0" i="0" smtClean="0">
                              <a:solidFill>
                                <a:srgbClr val="002060"/>
                              </a:solidFill>
                              <a:latin typeface="Cambria Math" panose="02040503050406030204" pitchFamily="18" charset="0"/>
                            </a:rPr>
                            <m:t>1</m:t>
                          </m:r>
                        </m:sub>
                      </m:sSub>
                      <m:r>
                        <a:rPr lang="en-IN" sz="2800" b="0" i="0" smtClean="0">
                          <a:solidFill>
                            <a:srgbClr val="002060"/>
                          </a:solidFill>
                          <a:latin typeface="Cambria Math" panose="02040503050406030204" pitchFamily="18" charset="0"/>
                        </a:rPr>
                        <m:t>=400</m:t>
                      </m:r>
                    </m:oMath>
                  </m:oMathPara>
                </a14:m>
                <a:endParaRPr lang="en-US" sz="2800" dirty="0">
                  <a:solidFill>
                    <a:srgbClr val="002060"/>
                  </a:solidFill>
                </a:endParaRPr>
              </a:p>
            </p:txBody>
          </p:sp>
        </mc:Choice>
        <mc:Fallback xmlns="">
          <p:sp>
            <p:nvSpPr>
              <p:cNvPr id="13" name="Rectangle 12">
                <a:extLst>
                  <a:ext uri="{FF2B5EF4-FFF2-40B4-BE49-F238E27FC236}">
                    <a16:creationId xmlns:a16="http://schemas.microsoft.com/office/drawing/2014/main" id="{6078259C-07DF-F3D3-065D-EF4DF5A03020}"/>
                  </a:ext>
                </a:extLst>
              </p:cNvPr>
              <p:cNvSpPr>
                <a:spLocks noRot="1" noChangeAspect="1" noMove="1" noResize="1" noEditPoints="1" noAdjustHandles="1" noChangeArrowheads="1" noChangeShapeType="1" noTextEdit="1"/>
              </p:cNvSpPr>
              <p:nvPr/>
            </p:nvSpPr>
            <p:spPr>
              <a:xfrm>
                <a:off x="1729663" y="4308163"/>
                <a:ext cx="1689245"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796C2C97-7781-102D-C796-4D3DBF0CDEE2}"/>
                  </a:ext>
                </a:extLst>
              </p:cNvPr>
              <p:cNvSpPr/>
              <p:nvPr/>
            </p:nvSpPr>
            <p:spPr>
              <a:xfrm>
                <a:off x="1741093" y="5001573"/>
                <a:ext cx="1689245" cy="90178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2800" i="1" smtClean="0">
                              <a:solidFill>
                                <a:srgbClr val="002060"/>
                              </a:solidFill>
                              <a:latin typeface="Cambria Math" panose="02040503050406030204" pitchFamily="18" charset="0"/>
                            </a:rPr>
                          </m:ctrlPr>
                        </m:sSubPr>
                        <m:e>
                          <m:r>
                            <m:rPr>
                              <m:sty m:val="p"/>
                            </m:rPr>
                            <a:rPr lang="en-US" sz="2800" b="0" i="0" smtClean="0">
                              <a:solidFill>
                                <a:srgbClr val="002060"/>
                              </a:solidFill>
                              <a:latin typeface="Cambria Math" panose="02040503050406030204" pitchFamily="18" charset="0"/>
                            </a:rPr>
                            <m:t>p</m:t>
                          </m:r>
                        </m:e>
                        <m:sub>
                          <m:r>
                            <a:rPr lang="en-US" sz="2800">
                              <a:solidFill>
                                <a:srgbClr val="002060"/>
                              </a:solidFill>
                              <a:latin typeface="Cambria Math" panose="02040503050406030204" pitchFamily="18" charset="0"/>
                            </a:rPr>
                            <m:t>1</m:t>
                          </m:r>
                        </m:sub>
                      </m:sSub>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100</m:t>
                          </m:r>
                        </m:num>
                        <m:den>
                          <m:r>
                            <a:rPr lang="en-IN" sz="2800" b="0" i="1" smtClean="0">
                              <a:solidFill>
                                <a:srgbClr val="002060"/>
                              </a:solidFill>
                              <a:latin typeface="Cambria Math" panose="02040503050406030204" pitchFamily="18" charset="0"/>
                            </a:rPr>
                            <m:t>4</m:t>
                          </m:r>
                          <m:r>
                            <a:rPr lang="en-US" sz="2800" b="0" i="1" smtClean="0">
                              <a:solidFill>
                                <a:srgbClr val="002060"/>
                              </a:solidFill>
                              <a:latin typeface="Cambria Math" panose="02040503050406030204" pitchFamily="18" charset="0"/>
                            </a:rPr>
                            <m:t>00</m:t>
                          </m:r>
                        </m:den>
                      </m:f>
                    </m:oMath>
                  </m:oMathPara>
                </a14:m>
                <a:endParaRPr lang="en-US" sz="2800" dirty="0">
                  <a:solidFill>
                    <a:srgbClr val="002060"/>
                  </a:solidFill>
                </a:endParaRPr>
              </a:p>
            </p:txBody>
          </p:sp>
        </mc:Choice>
        <mc:Fallback xmlns="">
          <p:sp>
            <p:nvSpPr>
              <p:cNvPr id="15" name="Rectangle 14">
                <a:extLst>
                  <a:ext uri="{FF2B5EF4-FFF2-40B4-BE49-F238E27FC236}">
                    <a16:creationId xmlns:a16="http://schemas.microsoft.com/office/drawing/2014/main" id="{796C2C97-7781-102D-C796-4D3DBF0CDEE2}"/>
                  </a:ext>
                </a:extLst>
              </p:cNvPr>
              <p:cNvSpPr>
                <a:spLocks noRot="1" noChangeAspect="1" noMove="1" noResize="1" noEditPoints="1" noAdjustHandles="1" noChangeArrowheads="1" noChangeShapeType="1" noTextEdit="1"/>
              </p:cNvSpPr>
              <p:nvPr/>
            </p:nvSpPr>
            <p:spPr>
              <a:xfrm>
                <a:off x="1741093" y="5001573"/>
                <a:ext cx="1689245" cy="901785"/>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B042372C-ED8D-71A5-C678-CE658395032A}"/>
                  </a:ext>
                </a:extLst>
              </p:cNvPr>
              <p:cNvSpPr/>
              <p:nvPr/>
            </p:nvSpPr>
            <p:spPr>
              <a:xfrm>
                <a:off x="3379538" y="5216753"/>
                <a:ext cx="1303947"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800" b="0" i="0" smtClean="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0.25</m:t>
                      </m:r>
                    </m:oMath>
                  </m:oMathPara>
                </a14:m>
                <a:endParaRPr lang="en-US" sz="2800" dirty="0">
                  <a:solidFill>
                    <a:srgbClr val="002060"/>
                  </a:solidFill>
                </a:endParaRPr>
              </a:p>
            </p:txBody>
          </p:sp>
        </mc:Choice>
        <mc:Fallback xmlns="">
          <p:sp>
            <p:nvSpPr>
              <p:cNvPr id="5" name="Rectangle 4">
                <a:extLst>
                  <a:ext uri="{FF2B5EF4-FFF2-40B4-BE49-F238E27FC236}">
                    <a16:creationId xmlns:a16="http://schemas.microsoft.com/office/drawing/2014/main" id="{B042372C-ED8D-71A5-C678-CE658395032A}"/>
                  </a:ext>
                </a:extLst>
              </p:cNvPr>
              <p:cNvSpPr>
                <a:spLocks noRot="1" noChangeAspect="1" noMove="1" noResize="1" noEditPoints="1" noAdjustHandles="1" noChangeArrowheads="1" noChangeShapeType="1" noTextEdit="1"/>
              </p:cNvSpPr>
              <p:nvPr/>
            </p:nvSpPr>
            <p:spPr>
              <a:xfrm>
                <a:off x="3379538" y="5216753"/>
                <a:ext cx="1303947" cy="523220"/>
              </a:xfrm>
              <a:prstGeom prst="rect">
                <a:avLst/>
              </a:prstGeom>
              <a:blipFill>
                <a:blip r:embed="rId5"/>
                <a:stretch>
                  <a:fillRect/>
                </a:stretch>
              </a:blipFill>
            </p:spPr>
            <p:txBody>
              <a:bodyPr/>
              <a:lstStyle/>
              <a:p>
                <a:r>
                  <a:rPr lang="en-IN">
                    <a:noFill/>
                  </a:rPr>
                  <a:t> </a:t>
                </a:r>
              </a:p>
            </p:txBody>
          </p:sp>
        </mc:Fallback>
      </mc:AlternateContent>
      <p:cxnSp>
        <p:nvCxnSpPr>
          <p:cNvPr id="3" name="Straight Connector 2">
            <a:extLst>
              <a:ext uri="{FF2B5EF4-FFF2-40B4-BE49-F238E27FC236}">
                <a16:creationId xmlns:a16="http://schemas.microsoft.com/office/drawing/2014/main" id="{22D6776F-E7E3-40F5-BD6D-DD8369D4D6AA}"/>
              </a:ext>
            </a:extLst>
          </p:cNvPr>
          <p:cNvCxnSpPr>
            <a:cxnSpLocks/>
          </p:cNvCxnSpPr>
          <p:nvPr/>
        </p:nvCxnSpPr>
        <p:spPr>
          <a:xfrm>
            <a:off x="5854840" y="3361554"/>
            <a:ext cx="0" cy="3240000"/>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D40E79A6-3AFE-BF39-6E52-7C65D1703C6A}"/>
              </a:ext>
            </a:extLst>
          </p:cNvPr>
          <p:cNvSpPr/>
          <p:nvPr/>
        </p:nvSpPr>
        <p:spPr>
          <a:xfrm>
            <a:off x="1729663" y="3597149"/>
            <a:ext cx="1499128" cy="523220"/>
          </a:xfrm>
          <a:prstGeom prst="rect">
            <a:avLst/>
          </a:prstGeom>
        </p:spPr>
        <p:txBody>
          <a:bodyPr wrap="none">
            <a:spAutoFit/>
          </a:bodyPr>
          <a:lstStyle/>
          <a:p>
            <a:r>
              <a:rPr lang="en-US" sz="2800" u="sng" dirty="0">
                <a:solidFill>
                  <a:srgbClr val="002060"/>
                </a:solidFill>
              </a:rPr>
              <a:t>Sample 1</a:t>
            </a:r>
          </a:p>
        </p:txBody>
      </p: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D9F2C80A-D4B4-821C-EBE0-64CF186ED158}"/>
                  </a:ext>
                </a:extLst>
              </p:cNvPr>
              <p:cNvSpPr/>
              <p:nvPr/>
            </p:nvSpPr>
            <p:spPr>
              <a:xfrm>
                <a:off x="6502008" y="4216742"/>
                <a:ext cx="1697516"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2800" b="0" i="1" smtClean="0">
                              <a:solidFill>
                                <a:srgbClr val="002060"/>
                              </a:solidFill>
                              <a:latin typeface="Cambria Math" panose="02040503050406030204" pitchFamily="18" charset="0"/>
                            </a:rPr>
                          </m:ctrlPr>
                        </m:sSubPr>
                        <m:e>
                          <m:r>
                            <m:rPr>
                              <m:sty m:val="p"/>
                            </m:rPr>
                            <a:rPr lang="en-US" sz="2800" b="0" i="0" smtClean="0">
                              <a:solidFill>
                                <a:srgbClr val="002060"/>
                              </a:solidFill>
                              <a:latin typeface="Cambria Math" panose="02040503050406030204" pitchFamily="18" charset="0"/>
                            </a:rPr>
                            <m:t>n</m:t>
                          </m:r>
                        </m:e>
                        <m:sub>
                          <m:r>
                            <a:rPr lang="en-US" sz="2800" b="0" i="0" smtClean="0">
                              <a:solidFill>
                                <a:srgbClr val="002060"/>
                              </a:solidFill>
                              <a:latin typeface="Cambria Math" panose="02040503050406030204" pitchFamily="18" charset="0"/>
                            </a:rPr>
                            <m:t>2</m:t>
                          </m:r>
                        </m:sub>
                      </m:sSub>
                      <m:r>
                        <a:rPr lang="en-IN" sz="2800" b="0" i="0" smtClean="0">
                          <a:solidFill>
                            <a:srgbClr val="002060"/>
                          </a:solidFill>
                          <a:latin typeface="Cambria Math" panose="02040503050406030204" pitchFamily="18" charset="0"/>
                        </a:rPr>
                        <m:t>=800</m:t>
                      </m:r>
                    </m:oMath>
                  </m:oMathPara>
                </a14:m>
                <a:endParaRPr lang="en-US" sz="2800" dirty="0">
                  <a:solidFill>
                    <a:srgbClr val="002060"/>
                  </a:solidFill>
                </a:endParaRPr>
              </a:p>
            </p:txBody>
          </p:sp>
        </mc:Choice>
        <mc:Fallback xmlns="">
          <p:sp>
            <p:nvSpPr>
              <p:cNvPr id="9" name="Rectangle 8">
                <a:extLst>
                  <a:ext uri="{FF2B5EF4-FFF2-40B4-BE49-F238E27FC236}">
                    <a16:creationId xmlns:a16="http://schemas.microsoft.com/office/drawing/2014/main" id="{D9F2C80A-D4B4-821C-EBE0-64CF186ED158}"/>
                  </a:ext>
                </a:extLst>
              </p:cNvPr>
              <p:cNvSpPr>
                <a:spLocks noRot="1" noChangeAspect="1" noMove="1" noResize="1" noEditPoints="1" noAdjustHandles="1" noChangeArrowheads="1" noChangeShapeType="1" noTextEdit="1"/>
              </p:cNvSpPr>
              <p:nvPr/>
            </p:nvSpPr>
            <p:spPr>
              <a:xfrm>
                <a:off x="6502008" y="4216742"/>
                <a:ext cx="1697516"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6E889745-5F02-998C-5EAA-D31C7E6E4171}"/>
                  </a:ext>
                </a:extLst>
              </p:cNvPr>
              <p:cNvSpPr/>
              <p:nvPr/>
            </p:nvSpPr>
            <p:spPr>
              <a:xfrm>
                <a:off x="6510279" y="4963823"/>
                <a:ext cx="1689245" cy="9105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2800" i="1" smtClean="0">
                              <a:solidFill>
                                <a:srgbClr val="002060"/>
                              </a:solidFill>
                              <a:latin typeface="Cambria Math" panose="02040503050406030204" pitchFamily="18" charset="0"/>
                            </a:rPr>
                          </m:ctrlPr>
                        </m:sSubPr>
                        <m:e>
                          <m:r>
                            <m:rPr>
                              <m:sty m:val="p"/>
                            </m:rPr>
                            <a:rPr lang="en-US" sz="2800" b="0" i="0" smtClean="0">
                              <a:solidFill>
                                <a:srgbClr val="002060"/>
                              </a:solidFill>
                              <a:latin typeface="Cambria Math" panose="02040503050406030204" pitchFamily="18" charset="0"/>
                            </a:rPr>
                            <m:t>p</m:t>
                          </m:r>
                        </m:e>
                        <m:sub>
                          <m:r>
                            <a:rPr lang="en-US" sz="2800" b="0" i="0" smtClean="0">
                              <a:solidFill>
                                <a:srgbClr val="002060"/>
                              </a:solidFill>
                              <a:latin typeface="Cambria Math" panose="02040503050406030204" pitchFamily="18" charset="0"/>
                            </a:rPr>
                            <m:t>2</m:t>
                          </m:r>
                        </m:sub>
                      </m:sSub>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IN" sz="2800" b="0" i="1" smtClean="0">
                              <a:solidFill>
                                <a:srgbClr val="002060"/>
                              </a:solidFill>
                              <a:latin typeface="Cambria Math" panose="02040503050406030204" pitchFamily="18" charset="0"/>
                            </a:rPr>
                            <m:t>300</m:t>
                          </m:r>
                        </m:num>
                        <m:den>
                          <m:r>
                            <a:rPr lang="en-IN" sz="2800" b="0" i="1" smtClean="0">
                              <a:solidFill>
                                <a:srgbClr val="002060"/>
                              </a:solidFill>
                              <a:latin typeface="Cambria Math" panose="02040503050406030204" pitchFamily="18" charset="0"/>
                            </a:rPr>
                            <m:t>800</m:t>
                          </m:r>
                        </m:den>
                      </m:f>
                    </m:oMath>
                  </m:oMathPara>
                </a14:m>
                <a:endParaRPr lang="en-US" sz="2800" dirty="0">
                  <a:solidFill>
                    <a:srgbClr val="002060"/>
                  </a:solidFill>
                </a:endParaRPr>
              </a:p>
            </p:txBody>
          </p:sp>
        </mc:Choice>
        <mc:Fallback xmlns="">
          <p:sp>
            <p:nvSpPr>
              <p:cNvPr id="10" name="Rectangle 9">
                <a:extLst>
                  <a:ext uri="{FF2B5EF4-FFF2-40B4-BE49-F238E27FC236}">
                    <a16:creationId xmlns:a16="http://schemas.microsoft.com/office/drawing/2014/main" id="{6E889745-5F02-998C-5EAA-D31C7E6E4171}"/>
                  </a:ext>
                </a:extLst>
              </p:cNvPr>
              <p:cNvSpPr>
                <a:spLocks noRot="1" noChangeAspect="1" noMove="1" noResize="1" noEditPoints="1" noAdjustHandles="1" noChangeArrowheads="1" noChangeShapeType="1" noTextEdit="1"/>
              </p:cNvSpPr>
              <p:nvPr/>
            </p:nvSpPr>
            <p:spPr>
              <a:xfrm>
                <a:off x="6510279" y="4963823"/>
                <a:ext cx="1689245" cy="91057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CA1A6DBC-EA47-4B16-2000-2E2A931DBC27}"/>
                  </a:ext>
                </a:extLst>
              </p:cNvPr>
              <p:cNvSpPr/>
              <p:nvPr/>
            </p:nvSpPr>
            <p:spPr>
              <a:xfrm>
                <a:off x="8108084" y="5178653"/>
                <a:ext cx="1502719"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800" b="0" i="0" smtClean="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0.375</m:t>
                      </m:r>
                    </m:oMath>
                  </m:oMathPara>
                </a14:m>
                <a:endParaRPr lang="en-US" sz="2800" dirty="0">
                  <a:solidFill>
                    <a:srgbClr val="002060"/>
                  </a:solidFill>
                </a:endParaRPr>
              </a:p>
            </p:txBody>
          </p:sp>
        </mc:Choice>
        <mc:Fallback xmlns="">
          <p:sp>
            <p:nvSpPr>
              <p:cNvPr id="11" name="Rectangle 10">
                <a:extLst>
                  <a:ext uri="{FF2B5EF4-FFF2-40B4-BE49-F238E27FC236}">
                    <a16:creationId xmlns:a16="http://schemas.microsoft.com/office/drawing/2014/main" id="{CA1A6DBC-EA47-4B16-2000-2E2A931DBC27}"/>
                  </a:ext>
                </a:extLst>
              </p:cNvPr>
              <p:cNvSpPr>
                <a:spLocks noRot="1" noChangeAspect="1" noMove="1" noResize="1" noEditPoints="1" noAdjustHandles="1" noChangeArrowheads="1" noChangeShapeType="1" noTextEdit="1"/>
              </p:cNvSpPr>
              <p:nvPr/>
            </p:nvSpPr>
            <p:spPr>
              <a:xfrm>
                <a:off x="8108084" y="5178653"/>
                <a:ext cx="1502719" cy="523220"/>
              </a:xfrm>
              <a:prstGeom prst="rect">
                <a:avLst/>
              </a:prstGeom>
              <a:blipFill>
                <a:blip r:embed="rId8"/>
                <a:stretch>
                  <a:fillRect/>
                </a:stretch>
              </a:blipFill>
            </p:spPr>
            <p:txBody>
              <a:bodyPr/>
              <a:lstStyle/>
              <a:p>
                <a:r>
                  <a:rPr lang="en-IN">
                    <a:noFill/>
                  </a:rPr>
                  <a:t> </a:t>
                </a:r>
              </a:p>
            </p:txBody>
          </p:sp>
        </mc:Fallback>
      </mc:AlternateContent>
      <p:sp>
        <p:nvSpPr>
          <p:cNvPr id="14" name="Rectangle 13">
            <a:extLst>
              <a:ext uri="{FF2B5EF4-FFF2-40B4-BE49-F238E27FC236}">
                <a16:creationId xmlns:a16="http://schemas.microsoft.com/office/drawing/2014/main" id="{F73C4B93-C3E0-64BB-AF5E-9A2348398156}"/>
              </a:ext>
            </a:extLst>
          </p:cNvPr>
          <p:cNvSpPr/>
          <p:nvPr/>
        </p:nvSpPr>
        <p:spPr>
          <a:xfrm>
            <a:off x="6510279" y="3600054"/>
            <a:ext cx="1499128" cy="523220"/>
          </a:xfrm>
          <a:prstGeom prst="rect">
            <a:avLst/>
          </a:prstGeom>
        </p:spPr>
        <p:txBody>
          <a:bodyPr wrap="none">
            <a:spAutoFit/>
          </a:bodyPr>
          <a:lstStyle/>
          <a:p>
            <a:r>
              <a:rPr lang="en-US" sz="2800" u="sng" dirty="0">
                <a:solidFill>
                  <a:srgbClr val="002060"/>
                </a:solidFill>
              </a:rPr>
              <a:t>Sample 2</a:t>
            </a:r>
          </a:p>
        </p:txBody>
      </p:sp>
    </p:spTree>
    <p:extLst>
      <p:ext uri="{BB962C8B-B14F-4D97-AF65-F5344CB8AC3E}">
        <p14:creationId xmlns:p14="http://schemas.microsoft.com/office/powerpoint/2010/main" val="3983855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up)">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50" grpId="0" animBg="1"/>
    </p:bldLst>
  </p:timing>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BD0CB-8778-A05C-9060-EBE8D5F193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21CBB3-E065-C92F-011C-132A37BC1B30}"/>
              </a:ext>
            </a:extLst>
          </p:cNvPr>
          <p:cNvSpPr>
            <a:spLocks noGrp="1"/>
          </p:cNvSpPr>
          <p:nvPr>
            <p:ph type="title"/>
          </p:nvPr>
        </p:nvSpPr>
        <p:spPr/>
        <p:txBody>
          <a:bodyPr/>
          <a:lstStyle/>
          <a:p>
            <a:r>
              <a:rPr lang="en-GB" dirty="0"/>
              <a:t>Method 6 ⇝ Example 5(</a:t>
            </a:r>
            <a:r>
              <a:rPr lang="en-GB" dirty="0">
                <a:solidFill>
                  <a:srgbClr val="FF0000"/>
                </a:solidFill>
              </a:rPr>
              <a:t>Continue</a:t>
            </a:r>
            <a:r>
              <a:rPr lang="en-GB" dirty="0"/>
              <a:t>)</a:t>
            </a:r>
            <a:endParaRPr lang="en-US" dirty="0"/>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8E456664-5833-BC06-B7E1-008AA5151D9C}"/>
                  </a:ext>
                </a:extLst>
              </p:cNvPr>
              <p:cNvSpPr/>
              <p:nvPr/>
            </p:nvSpPr>
            <p:spPr>
              <a:xfrm>
                <a:off x="111878" y="870047"/>
                <a:ext cx="797582" cy="523220"/>
              </a:xfrm>
              <a:prstGeom prst="rect">
                <a:avLst/>
              </a:prstGeom>
            </p:spPr>
            <p:txBody>
              <a:bodyPr wrap="square">
                <a:spAutoFit/>
              </a:bodyPr>
              <a:lstStyle/>
              <a:p>
                <a:pPr lvl="0"/>
                <a14:m>
                  <m:oMath xmlns:m="http://schemas.openxmlformats.org/officeDocument/2006/math">
                    <m:sSub>
                      <m:sSubPr>
                        <m:ctrlPr>
                          <a:rPr lang="en-US" sz="2800" b="1" i="1" smtClean="0">
                            <a:solidFill>
                              <a:srgbClr val="002060"/>
                            </a:solidFill>
                            <a:latin typeface="Cambria Math" panose="02040503050406030204" pitchFamily="18" charset="0"/>
                          </a:rPr>
                        </m:ctrlPr>
                      </m:sSubPr>
                      <m:e>
                        <m:r>
                          <a:rPr lang="en-IN" sz="2800" b="1" i="0" smtClean="0">
                            <a:solidFill>
                              <a:srgbClr val="002060"/>
                            </a:solidFill>
                            <a:latin typeface="Cambria Math" panose="02040503050406030204" pitchFamily="18" charset="0"/>
                          </a:rPr>
                          <m:t>𝐇</m:t>
                        </m:r>
                      </m:e>
                      <m:sub>
                        <m:r>
                          <a:rPr lang="en-IN" sz="2800" b="1" i="0" smtClean="0">
                            <a:solidFill>
                              <a:srgbClr val="002060"/>
                            </a:solidFill>
                            <a:latin typeface="Cambria Math" panose="02040503050406030204" pitchFamily="18" charset="0"/>
                          </a:rPr>
                          <m:t>𝟎</m:t>
                        </m:r>
                      </m:sub>
                    </m:sSub>
                    <m:r>
                      <a:rPr lang="en-IN" sz="2800" b="1" i="0" smtClean="0">
                        <a:solidFill>
                          <a:srgbClr val="002060"/>
                        </a:solidFill>
                        <a:latin typeface="Cambria Math" panose="02040503050406030204" pitchFamily="18" charset="0"/>
                      </a:rPr>
                      <m:t> :</m:t>
                    </m:r>
                  </m:oMath>
                </a14:m>
                <a:r>
                  <a:rPr lang="en-US" sz="2800" b="1" dirty="0">
                    <a:solidFill>
                      <a:srgbClr val="002060"/>
                    </a:solidFill>
                  </a:rPr>
                  <a:t>  </a:t>
                </a:r>
              </a:p>
            </p:txBody>
          </p:sp>
        </mc:Choice>
        <mc:Fallback xmlns="">
          <p:sp>
            <p:nvSpPr>
              <p:cNvPr id="15" name="Rectangle 14">
                <a:extLst>
                  <a:ext uri="{FF2B5EF4-FFF2-40B4-BE49-F238E27FC236}">
                    <a16:creationId xmlns:a16="http://schemas.microsoft.com/office/drawing/2014/main" id="{A0055CB6-5371-7067-84D2-9072B71ADEAE}"/>
                  </a:ext>
                </a:extLst>
              </p:cNvPr>
              <p:cNvSpPr>
                <a:spLocks noRot="1" noChangeAspect="1" noMove="1" noResize="1" noEditPoints="1" noAdjustHandles="1" noChangeArrowheads="1" noChangeShapeType="1" noTextEdit="1"/>
              </p:cNvSpPr>
              <p:nvPr/>
            </p:nvSpPr>
            <p:spPr>
              <a:xfrm>
                <a:off x="111878" y="870047"/>
                <a:ext cx="797582" cy="52322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7B6B7D9F-0E14-CB9D-8FE2-F9FE83B5CEA5}"/>
                  </a:ext>
                </a:extLst>
              </p:cNvPr>
              <p:cNvSpPr/>
              <p:nvPr/>
            </p:nvSpPr>
            <p:spPr>
              <a:xfrm>
                <a:off x="1224206" y="3133214"/>
                <a:ext cx="2886928" cy="523220"/>
              </a:xfrm>
              <a:prstGeom prst="rect">
                <a:avLst/>
              </a:prstGeom>
            </p:spPr>
            <p:txBody>
              <a:bodyPr wrap="square">
                <a:spAutoFit/>
              </a:bodyPr>
              <a:lstStyle/>
              <a:p>
                <a:pPr lvl="0"/>
                <a14:m>
                  <m:oMathPara xmlns:m="http://schemas.openxmlformats.org/officeDocument/2006/math">
                    <m:oMathParaPr>
                      <m:jc m:val="centerGroup"/>
                    </m:oMathParaPr>
                    <m:oMath xmlns:m="http://schemas.openxmlformats.org/officeDocument/2006/math">
                      <m:d>
                        <m:dPr>
                          <m:ctrlPr>
                            <a:rPr lang="en-US" sz="2800" i="1" smtClean="0">
                              <a:solidFill>
                                <a:srgbClr val="002060"/>
                              </a:solidFill>
                              <a:latin typeface="Cambria Math" panose="02040503050406030204" pitchFamily="18" charset="0"/>
                            </a:rPr>
                          </m:ctrlPr>
                        </m:dPr>
                        <m:e>
                          <m:r>
                            <a:rPr lang="en-IN" sz="2800" b="1" i="0" smtClean="0">
                              <a:solidFill>
                                <a:srgbClr val="FF0000"/>
                              </a:solidFill>
                              <a:latin typeface="Cambria Math" panose="02040503050406030204" pitchFamily="18" charset="0"/>
                            </a:rPr>
                            <m:t>𝐏</m:t>
                          </m:r>
                          <m:r>
                            <a:rPr lang="en-IN" sz="2800" b="1" i="0" smtClean="0">
                              <a:solidFill>
                                <a:srgbClr val="FF0000"/>
                              </a:solidFill>
                              <a:latin typeface="Cambria Math" panose="02040503050406030204" pitchFamily="18" charset="0"/>
                            </a:rPr>
                            <m:t> </m:t>
                          </m:r>
                          <m:r>
                            <a:rPr lang="en-IN" sz="2800" b="1" i="0" smtClean="0">
                              <a:solidFill>
                                <a:srgbClr val="FF0000"/>
                              </a:solidFill>
                              <a:latin typeface="Cambria Math" panose="02040503050406030204" pitchFamily="18" charset="0"/>
                            </a:rPr>
                            <m:t>𝐢𝐬</m:t>
                          </m:r>
                          <m:r>
                            <a:rPr lang="en-IN" sz="2800" b="1" i="0" smtClean="0">
                              <a:solidFill>
                                <a:srgbClr val="FF0000"/>
                              </a:solidFill>
                              <a:latin typeface="Cambria Math" panose="02040503050406030204" pitchFamily="18" charset="0"/>
                            </a:rPr>
                            <m:t> </m:t>
                          </m:r>
                          <m:r>
                            <a:rPr lang="en-US" sz="2800" b="1" i="0" smtClean="0">
                              <a:solidFill>
                                <a:srgbClr val="FF0000"/>
                              </a:solidFill>
                              <a:latin typeface="Cambria Math" panose="02040503050406030204" pitchFamily="18" charset="0"/>
                            </a:rPr>
                            <m:t>𝐧𝐨𝐭</m:t>
                          </m:r>
                          <m:r>
                            <a:rPr lang="en-US" sz="2800" b="1" i="0" smtClean="0">
                              <a:solidFill>
                                <a:srgbClr val="FF0000"/>
                              </a:solidFill>
                              <a:latin typeface="Cambria Math" panose="02040503050406030204" pitchFamily="18" charset="0"/>
                            </a:rPr>
                            <m:t> </m:t>
                          </m:r>
                          <m:r>
                            <a:rPr lang="en-IN" sz="2800" b="1" i="0" smtClean="0">
                              <a:solidFill>
                                <a:srgbClr val="FF0000"/>
                              </a:solidFill>
                              <a:latin typeface="Cambria Math" panose="02040503050406030204" pitchFamily="18" charset="0"/>
                            </a:rPr>
                            <m:t>𝐤𝐧𝐨𝐰𝐧</m:t>
                          </m:r>
                        </m:e>
                      </m:d>
                    </m:oMath>
                  </m:oMathPara>
                </a14:m>
                <a:endParaRPr lang="en-US" sz="2800" dirty="0">
                  <a:solidFill>
                    <a:srgbClr val="002060"/>
                  </a:solidFill>
                </a:endParaRPr>
              </a:p>
            </p:txBody>
          </p:sp>
        </mc:Choice>
        <mc:Fallback xmlns="">
          <p:sp>
            <p:nvSpPr>
              <p:cNvPr id="8" name="Rectangle 7">
                <a:extLst>
                  <a:ext uri="{FF2B5EF4-FFF2-40B4-BE49-F238E27FC236}">
                    <a16:creationId xmlns:a16="http://schemas.microsoft.com/office/drawing/2014/main" id="{F47FCFFB-E126-A9CD-7213-DE267ED0F6AA}"/>
                  </a:ext>
                </a:extLst>
              </p:cNvPr>
              <p:cNvSpPr>
                <a:spLocks noRot="1" noChangeAspect="1" noMove="1" noResize="1" noEditPoints="1" noAdjustHandles="1" noChangeArrowheads="1" noChangeShapeType="1" noTextEdit="1"/>
              </p:cNvSpPr>
              <p:nvPr/>
            </p:nvSpPr>
            <p:spPr>
              <a:xfrm>
                <a:off x="1224206" y="3133214"/>
                <a:ext cx="2886928"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C0206234-727A-06F1-97E2-5C8CAE4F9393}"/>
                  </a:ext>
                </a:extLst>
              </p:cNvPr>
              <p:cNvSpPr/>
              <p:nvPr/>
            </p:nvSpPr>
            <p:spPr>
              <a:xfrm>
                <a:off x="897425" y="893810"/>
                <a:ext cx="1457153" cy="523220"/>
              </a:xfrm>
              <a:prstGeom prst="rect">
                <a:avLst/>
              </a:prstGeom>
            </p:spPr>
            <p:txBody>
              <a:bodyPr wrap="square">
                <a:spAutoFit/>
              </a:bodyPr>
              <a:lstStyle/>
              <a:p>
                <a:pPr lvl="0"/>
                <a14:m>
                  <m:oMathPara xmlns:m="http://schemas.openxmlformats.org/officeDocument/2006/math">
                    <m:oMathParaPr>
                      <m:jc m:val="centerGroup"/>
                    </m:oMathParaPr>
                    <m:oMath xmlns:m="http://schemas.openxmlformats.org/officeDocument/2006/math">
                      <m:sSub>
                        <m:sSubPr>
                          <m:ctrlPr>
                            <a:rPr lang="en-IN" sz="2800" b="0" i="1" smtClean="0">
                              <a:solidFill>
                                <a:srgbClr val="002060"/>
                              </a:solidFill>
                              <a:latin typeface="Cambria Math" panose="02040503050406030204" pitchFamily="18" charset="0"/>
                            </a:rPr>
                          </m:ctrlPr>
                        </m:sSubPr>
                        <m:e>
                          <m:r>
                            <m:rPr>
                              <m:sty m:val="p"/>
                            </m:rPr>
                            <a:rPr lang="en-US" sz="2800" b="0" i="0" smtClean="0">
                              <a:solidFill>
                                <a:srgbClr val="002060"/>
                              </a:solidFill>
                              <a:latin typeface="Cambria Math" panose="02040503050406030204" pitchFamily="18" charset="0"/>
                            </a:rPr>
                            <m:t>P</m:t>
                          </m:r>
                        </m:e>
                        <m:sub>
                          <m:r>
                            <a:rPr lang="en-US" sz="2800" b="0" i="0" smtClean="0">
                              <a:solidFill>
                                <a:srgbClr val="002060"/>
                              </a:solidFill>
                              <a:latin typeface="Cambria Math" panose="02040503050406030204" pitchFamily="18" charset="0"/>
                            </a:rPr>
                            <m:t>1</m:t>
                          </m:r>
                        </m:sub>
                      </m:sSub>
                      <m:r>
                        <a:rPr lang="en-US" sz="2800" b="0" i="0" smtClean="0">
                          <a:solidFill>
                            <a:srgbClr val="002060"/>
                          </a:solidFill>
                          <a:latin typeface="Cambria Math" panose="02040503050406030204" pitchFamily="18" charset="0"/>
                        </a:rPr>
                        <m:t>=</m:t>
                      </m:r>
                      <m:sSub>
                        <m:sSubPr>
                          <m:ctrlPr>
                            <a:rPr lang="en-IN" sz="2800" i="1">
                              <a:solidFill>
                                <a:srgbClr val="002060"/>
                              </a:solidFill>
                              <a:latin typeface="Cambria Math" panose="02040503050406030204" pitchFamily="18" charset="0"/>
                            </a:rPr>
                          </m:ctrlPr>
                        </m:sSubPr>
                        <m:e>
                          <m:r>
                            <m:rPr>
                              <m:sty m:val="p"/>
                            </m:rPr>
                            <a:rPr lang="en-US" sz="2800" i="0">
                              <a:solidFill>
                                <a:srgbClr val="002060"/>
                              </a:solidFill>
                              <a:latin typeface="Cambria Math" panose="02040503050406030204" pitchFamily="18" charset="0"/>
                            </a:rPr>
                            <m:t>P</m:t>
                          </m:r>
                        </m:e>
                        <m:sub>
                          <m:r>
                            <a:rPr lang="en-US" sz="2800" b="0" i="0" smtClean="0">
                              <a:solidFill>
                                <a:srgbClr val="002060"/>
                              </a:solidFill>
                              <a:latin typeface="Cambria Math" panose="02040503050406030204" pitchFamily="18" charset="0"/>
                            </a:rPr>
                            <m:t>2</m:t>
                          </m:r>
                        </m:sub>
                      </m:sSub>
                    </m:oMath>
                  </m:oMathPara>
                </a14:m>
                <a:endParaRPr lang="en-US" sz="2800" dirty="0">
                  <a:solidFill>
                    <a:srgbClr val="002060"/>
                  </a:solidFill>
                </a:endParaRPr>
              </a:p>
            </p:txBody>
          </p:sp>
        </mc:Choice>
        <mc:Fallback xmlns="">
          <p:sp>
            <p:nvSpPr>
              <p:cNvPr id="9" name="Rectangle 8">
                <a:extLst>
                  <a:ext uri="{FF2B5EF4-FFF2-40B4-BE49-F238E27FC236}">
                    <a16:creationId xmlns:a16="http://schemas.microsoft.com/office/drawing/2014/main" id="{66BCED48-8C96-E9B1-9110-3D5A2FE5C1DE}"/>
                  </a:ext>
                </a:extLst>
              </p:cNvPr>
              <p:cNvSpPr>
                <a:spLocks noRot="1" noChangeAspect="1" noMove="1" noResize="1" noEditPoints="1" noAdjustHandles="1" noChangeArrowheads="1" noChangeShapeType="1" noTextEdit="1"/>
              </p:cNvSpPr>
              <p:nvPr/>
            </p:nvSpPr>
            <p:spPr>
              <a:xfrm>
                <a:off x="897425" y="893810"/>
                <a:ext cx="1457153"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69F1D880-EC2D-CC7B-9DE7-16EF42E96353}"/>
                  </a:ext>
                </a:extLst>
              </p:cNvPr>
              <p:cNvSpPr/>
              <p:nvPr/>
            </p:nvSpPr>
            <p:spPr>
              <a:xfrm>
                <a:off x="103008" y="1847793"/>
                <a:ext cx="797582" cy="523220"/>
              </a:xfrm>
              <a:prstGeom prst="rect">
                <a:avLst/>
              </a:prstGeom>
            </p:spPr>
            <p:txBody>
              <a:bodyPr wrap="square">
                <a:spAutoFit/>
              </a:bodyPr>
              <a:lstStyle/>
              <a:p>
                <a:pPr lvl="0"/>
                <a14:m>
                  <m:oMath xmlns:m="http://schemas.openxmlformats.org/officeDocument/2006/math">
                    <m:sSub>
                      <m:sSubPr>
                        <m:ctrlPr>
                          <a:rPr lang="en-US" sz="2800" b="1" i="1" smtClean="0">
                            <a:solidFill>
                              <a:srgbClr val="002060"/>
                            </a:solidFill>
                            <a:latin typeface="Cambria Math" panose="02040503050406030204" pitchFamily="18" charset="0"/>
                          </a:rPr>
                        </m:ctrlPr>
                      </m:sSubPr>
                      <m:e>
                        <m:r>
                          <a:rPr lang="en-IN" sz="2800" b="1" i="0" smtClean="0">
                            <a:solidFill>
                              <a:srgbClr val="002060"/>
                            </a:solidFill>
                            <a:latin typeface="Cambria Math" panose="02040503050406030204" pitchFamily="18" charset="0"/>
                          </a:rPr>
                          <m:t>𝐇</m:t>
                        </m:r>
                      </m:e>
                      <m:sub>
                        <m:r>
                          <a:rPr lang="en-IN" sz="2800" b="1" i="0" smtClean="0">
                            <a:solidFill>
                              <a:srgbClr val="002060"/>
                            </a:solidFill>
                            <a:latin typeface="Cambria Math" panose="02040503050406030204" pitchFamily="18" charset="0"/>
                          </a:rPr>
                          <m:t>𝟏</m:t>
                        </m:r>
                      </m:sub>
                    </m:sSub>
                    <m:r>
                      <a:rPr lang="en-IN" sz="2800" b="1" i="0" smtClean="0">
                        <a:solidFill>
                          <a:srgbClr val="002060"/>
                        </a:solidFill>
                        <a:latin typeface="Cambria Math" panose="02040503050406030204" pitchFamily="18" charset="0"/>
                      </a:rPr>
                      <m:t> :</m:t>
                    </m:r>
                  </m:oMath>
                </a14:m>
                <a:r>
                  <a:rPr lang="en-US" sz="2800" b="1" dirty="0">
                    <a:solidFill>
                      <a:srgbClr val="002060"/>
                    </a:solidFill>
                  </a:rPr>
                  <a:t>  </a:t>
                </a:r>
              </a:p>
            </p:txBody>
          </p:sp>
        </mc:Choice>
        <mc:Fallback xmlns="">
          <p:sp>
            <p:nvSpPr>
              <p:cNvPr id="10" name="Rectangle 9">
                <a:extLst>
                  <a:ext uri="{FF2B5EF4-FFF2-40B4-BE49-F238E27FC236}">
                    <a16:creationId xmlns:a16="http://schemas.microsoft.com/office/drawing/2014/main" id="{0EDCB73C-B570-18E9-9CEE-DCABB7B2E84F}"/>
                  </a:ext>
                </a:extLst>
              </p:cNvPr>
              <p:cNvSpPr>
                <a:spLocks noRot="1" noChangeAspect="1" noMove="1" noResize="1" noEditPoints="1" noAdjustHandles="1" noChangeArrowheads="1" noChangeShapeType="1" noTextEdit="1"/>
              </p:cNvSpPr>
              <p:nvPr/>
            </p:nvSpPr>
            <p:spPr>
              <a:xfrm>
                <a:off x="103008" y="1847793"/>
                <a:ext cx="797582"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57A03F85-7C58-3266-6689-C353B2BCC158}"/>
                  </a:ext>
                </a:extLst>
              </p:cNvPr>
              <p:cNvSpPr/>
              <p:nvPr/>
            </p:nvSpPr>
            <p:spPr>
              <a:xfrm>
                <a:off x="862005" y="1846179"/>
                <a:ext cx="1513698" cy="523220"/>
              </a:xfrm>
              <a:prstGeom prst="rect">
                <a:avLst/>
              </a:prstGeom>
            </p:spPr>
            <p:txBody>
              <a:bodyPr wrap="square">
                <a:spAutoFit/>
              </a:bodyPr>
              <a:lstStyle/>
              <a:p>
                <a:pPr lvl="0"/>
                <a14:m>
                  <m:oMathPara xmlns:m="http://schemas.openxmlformats.org/officeDocument/2006/math">
                    <m:oMathParaPr>
                      <m:jc m:val="centerGroup"/>
                    </m:oMathParaPr>
                    <m:oMath xmlns:m="http://schemas.openxmlformats.org/officeDocument/2006/math">
                      <m:sSub>
                        <m:sSubPr>
                          <m:ctrlPr>
                            <a:rPr lang="en-IN" sz="2800" i="1">
                              <a:solidFill>
                                <a:srgbClr val="002060"/>
                              </a:solidFill>
                              <a:latin typeface="Cambria Math" panose="02040503050406030204" pitchFamily="18" charset="0"/>
                            </a:rPr>
                          </m:ctrlPr>
                        </m:sSubPr>
                        <m:e>
                          <m:r>
                            <m:rPr>
                              <m:sty m:val="p"/>
                            </m:rPr>
                            <a:rPr lang="en-US" sz="2800">
                              <a:solidFill>
                                <a:srgbClr val="002060"/>
                              </a:solidFill>
                              <a:latin typeface="Cambria Math" panose="02040503050406030204" pitchFamily="18" charset="0"/>
                            </a:rPr>
                            <m:t>P</m:t>
                          </m:r>
                        </m:e>
                        <m:sub>
                          <m:r>
                            <a:rPr lang="en-US" sz="2800">
                              <a:solidFill>
                                <a:srgbClr val="002060"/>
                              </a:solidFill>
                              <a:latin typeface="Cambria Math" panose="02040503050406030204" pitchFamily="18" charset="0"/>
                            </a:rPr>
                            <m:t>1</m:t>
                          </m:r>
                        </m:sub>
                      </m:sSub>
                      <m:r>
                        <a:rPr lang="en-US" sz="2800" i="1">
                          <a:solidFill>
                            <a:srgbClr val="002060"/>
                          </a:solidFill>
                          <a:latin typeface="Cambria Math" panose="02040503050406030204" pitchFamily="18" charset="0"/>
                          <a:ea typeface="Cambria Math" panose="02040503050406030204" pitchFamily="18" charset="0"/>
                        </a:rPr>
                        <m:t>&gt;</m:t>
                      </m:r>
                      <m:sSub>
                        <m:sSubPr>
                          <m:ctrlPr>
                            <a:rPr lang="en-IN" sz="2800" i="1">
                              <a:solidFill>
                                <a:srgbClr val="002060"/>
                              </a:solidFill>
                              <a:latin typeface="Cambria Math" panose="02040503050406030204" pitchFamily="18" charset="0"/>
                            </a:rPr>
                          </m:ctrlPr>
                        </m:sSubPr>
                        <m:e>
                          <m:r>
                            <m:rPr>
                              <m:sty m:val="p"/>
                            </m:rPr>
                            <a:rPr lang="en-US" sz="2800">
                              <a:solidFill>
                                <a:srgbClr val="002060"/>
                              </a:solidFill>
                              <a:latin typeface="Cambria Math" panose="02040503050406030204" pitchFamily="18" charset="0"/>
                            </a:rPr>
                            <m:t>P</m:t>
                          </m:r>
                        </m:e>
                        <m:sub>
                          <m:r>
                            <a:rPr lang="en-US" sz="2800">
                              <a:solidFill>
                                <a:srgbClr val="002060"/>
                              </a:solidFill>
                              <a:latin typeface="Cambria Math" panose="02040503050406030204" pitchFamily="18" charset="0"/>
                            </a:rPr>
                            <m:t>2</m:t>
                          </m:r>
                        </m:sub>
                      </m:sSub>
                    </m:oMath>
                  </m:oMathPara>
                </a14:m>
                <a:endParaRPr lang="en-US" sz="2800" dirty="0">
                  <a:solidFill>
                    <a:srgbClr val="002060"/>
                  </a:solidFill>
                </a:endParaRPr>
              </a:p>
            </p:txBody>
          </p:sp>
        </mc:Choice>
        <mc:Fallback xmlns="">
          <p:sp>
            <p:nvSpPr>
              <p:cNvPr id="11" name="Rectangle 10">
                <a:extLst>
                  <a:ext uri="{FF2B5EF4-FFF2-40B4-BE49-F238E27FC236}">
                    <a16:creationId xmlns:a16="http://schemas.microsoft.com/office/drawing/2014/main" id="{57A03F85-7C58-3266-6689-C353B2BCC158}"/>
                  </a:ext>
                </a:extLst>
              </p:cNvPr>
              <p:cNvSpPr>
                <a:spLocks noRot="1" noChangeAspect="1" noMove="1" noResize="1" noEditPoints="1" noAdjustHandles="1" noChangeArrowheads="1" noChangeShapeType="1" noTextEdit="1"/>
              </p:cNvSpPr>
              <p:nvPr/>
            </p:nvSpPr>
            <p:spPr>
              <a:xfrm>
                <a:off x="862005" y="1846179"/>
                <a:ext cx="1513698"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48407D44-022C-AE3A-FFC5-22D922839AC2}"/>
                  </a:ext>
                </a:extLst>
              </p:cNvPr>
              <p:cNvSpPr/>
              <p:nvPr/>
            </p:nvSpPr>
            <p:spPr>
              <a:xfrm>
                <a:off x="103007" y="2495694"/>
                <a:ext cx="2627491" cy="523220"/>
              </a:xfrm>
              <a:prstGeom prst="rect">
                <a:avLst/>
              </a:prstGeom>
            </p:spPr>
            <p:txBody>
              <a:bodyPr wrap="square">
                <a:spAutoFit/>
              </a:bodyPr>
              <a:lstStyle/>
              <a:p>
                <a:pPr lvl="0"/>
                <a14:m>
                  <m:oMath xmlns:m="http://schemas.openxmlformats.org/officeDocument/2006/math">
                    <m:r>
                      <a:rPr lang="en-IN" sz="2800" b="1" i="0" smtClean="0">
                        <a:solidFill>
                          <a:srgbClr val="002060"/>
                        </a:solidFill>
                        <a:latin typeface="Cambria Math" panose="02040503050406030204" pitchFamily="18" charset="0"/>
                      </a:rPr>
                      <m:t>𝐋</m:t>
                    </m:r>
                    <m:r>
                      <a:rPr lang="en-IN" sz="2800" b="1" i="0" smtClean="0">
                        <a:solidFill>
                          <a:srgbClr val="002060"/>
                        </a:solidFill>
                        <a:latin typeface="Cambria Math" panose="02040503050406030204" pitchFamily="18" charset="0"/>
                      </a:rPr>
                      <m:t>.</m:t>
                    </m:r>
                    <m:r>
                      <a:rPr lang="en-IN" sz="2800" b="1" i="0" smtClean="0">
                        <a:solidFill>
                          <a:srgbClr val="002060"/>
                        </a:solidFill>
                        <a:latin typeface="Cambria Math" panose="02040503050406030204" pitchFamily="18" charset="0"/>
                      </a:rPr>
                      <m:t>𝐎</m:t>
                    </m:r>
                    <m:r>
                      <a:rPr lang="en-IN" sz="2800" b="1" i="0" smtClean="0">
                        <a:solidFill>
                          <a:srgbClr val="002060"/>
                        </a:solidFill>
                        <a:latin typeface="Cambria Math" panose="02040503050406030204" pitchFamily="18" charset="0"/>
                      </a:rPr>
                      <m:t>.</m:t>
                    </m:r>
                    <m:r>
                      <a:rPr lang="en-IN" sz="2800" b="1" i="0" smtClean="0">
                        <a:solidFill>
                          <a:srgbClr val="002060"/>
                        </a:solidFill>
                        <a:latin typeface="Cambria Math" panose="02040503050406030204" pitchFamily="18" charset="0"/>
                      </a:rPr>
                      <m:t>𝐒</m:t>
                    </m:r>
                    <m:r>
                      <a:rPr lang="en-IN" sz="2800" b="1" i="0" smtClean="0">
                        <a:solidFill>
                          <a:srgbClr val="002060"/>
                        </a:solidFill>
                        <a:latin typeface="Cambria Math" panose="02040503050406030204" pitchFamily="18" charset="0"/>
                      </a:rPr>
                      <m:t> =</m:t>
                    </m:r>
                    <m:r>
                      <a:rPr lang="en-IN" sz="2800" b="1" i="0" smtClean="0">
                        <a:solidFill>
                          <a:srgbClr val="002060"/>
                        </a:solidFill>
                        <a:latin typeface="Cambria Math" panose="02040503050406030204" pitchFamily="18" charset="0"/>
                      </a:rPr>
                      <m:t>𝟓</m:t>
                    </m:r>
                    <m:r>
                      <a:rPr lang="en-IN" sz="2800" b="1" i="0" smtClean="0">
                        <a:solidFill>
                          <a:srgbClr val="002060"/>
                        </a:solidFill>
                        <a:latin typeface="Cambria Math" panose="02040503050406030204" pitchFamily="18" charset="0"/>
                      </a:rPr>
                      <m:t>%</m:t>
                    </m:r>
                  </m:oMath>
                </a14:m>
                <a:r>
                  <a:rPr lang="en-US" sz="2800" b="1" dirty="0">
                    <a:solidFill>
                      <a:srgbClr val="002060"/>
                    </a:solidFill>
                  </a:rPr>
                  <a:t>  </a:t>
                </a:r>
              </a:p>
            </p:txBody>
          </p:sp>
        </mc:Choice>
        <mc:Fallback xmlns="">
          <p:sp>
            <p:nvSpPr>
              <p:cNvPr id="12" name="Rectangle 11">
                <a:extLst>
                  <a:ext uri="{FF2B5EF4-FFF2-40B4-BE49-F238E27FC236}">
                    <a16:creationId xmlns:a16="http://schemas.microsoft.com/office/drawing/2014/main" id="{BF8BC43F-BC2D-3AB8-1EAA-383CD4B86C9F}"/>
                  </a:ext>
                </a:extLst>
              </p:cNvPr>
              <p:cNvSpPr>
                <a:spLocks noRot="1" noChangeAspect="1" noMove="1" noResize="1" noEditPoints="1" noAdjustHandles="1" noChangeArrowheads="1" noChangeShapeType="1" noTextEdit="1"/>
              </p:cNvSpPr>
              <p:nvPr/>
            </p:nvSpPr>
            <p:spPr>
              <a:xfrm>
                <a:off x="103007" y="2495694"/>
                <a:ext cx="2627491" cy="523220"/>
              </a:xfrm>
              <a:prstGeom prst="rect">
                <a:avLst/>
              </a:prstGeom>
              <a:blipFill>
                <a:blip r:embed="rId7"/>
                <a:stretch>
                  <a:fillRect/>
                </a:stretch>
              </a:blipFill>
            </p:spPr>
            <p:txBody>
              <a:bodyPr/>
              <a:lstStyle/>
              <a:p>
                <a:r>
                  <a:rPr lang="en-IN">
                    <a:noFill/>
                  </a:rPr>
                  <a:t> </a:t>
                </a:r>
              </a:p>
            </p:txBody>
          </p:sp>
        </mc:Fallback>
      </mc:AlternateContent>
      <p:sp>
        <p:nvSpPr>
          <p:cNvPr id="13" name="Rectangle 12">
            <a:extLst>
              <a:ext uri="{FF2B5EF4-FFF2-40B4-BE49-F238E27FC236}">
                <a16:creationId xmlns:a16="http://schemas.microsoft.com/office/drawing/2014/main" id="{ECD37572-A4E0-BFA1-D693-FF731831A958}"/>
              </a:ext>
            </a:extLst>
          </p:cNvPr>
          <p:cNvSpPr/>
          <p:nvPr/>
        </p:nvSpPr>
        <p:spPr>
          <a:xfrm>
            <a:off x="134072" y="3133214"/>
            <a:ext cx="1047491" cy="523220"/>
          </a:xfrm>
          <a:prstGeom prst="rect">
            <a:avLst/>
          </a:prstGeom>
        </p:spPr>
        <p:txBody>
          <a:bodyPr wrap="square">
            <a:spAutoFit/>
          </a:bodyPr>
          <a:lstStyle/>
          <a:p>
            <a:pPr lvl="0"/>
            <a:r>
              <a:rPr lang="en-US" sz="2800" b="1" dirty="0">
                <a:solidFill>
                  <a:srgbClr val="002060"/>
                </a:solidFill>
              </a:rPr>
              <a:t>Test :</a:t>
            </a:r>
            <a:r>
              <a:rPr lang="en-US" sz="2800" b="1" u="sng" dirty="0">
                <a:solidFill>
                  <a:srgbClr val="002060"/>
                </a:solidFill>
              </a:rPr>
              <a:t>  </a:t>
            </a:r>
          </a:p>
        </p:txBody>
      </p:sp>
      <p:sp>
        <p:nvSpPr>
          <p:cNvPr id="6" name="Rectangle 5">
            <a:extLst>
              <a:ext uri="{FF2B5EF4-FFF2-40B4-BE49-F238E27FC236}">
                <a16:creationId xmlns:a16="http://schemas.microsoft.com/office/drawing/2014/main" id="{376D7981-41E7-F2CD-863D-36353A19ACBE}"/>
              </a:ext>
            </a:extLst>
          </p:cNvPr>
          <p:cNvSpPr/>
          <p:nvPr/>
        </p:nvSpPr>
        <p:spPr>
          <a:xfrm>
            <a:off x="2363468" y="902896"/>
            <a:ext cx="9828532" cy="954107"/>
          </a:xfrm>
          <a:prstGeom prst="rect">
            <a:avLst/>
          </a:prstGeom>
        </p:spPr>
        <p:txBody>
          <a:bodyPr wrap="square">
            <a:spAutoFit/>
          </a:bodyPr>
          <a:lstStyle/>
          <a:p>
            <a:pPr lvl="0"/>
            <a:r>
              <a:rPr lang="en-US" sz="2800" dirty="0">
                <a:solidFill>
                  <a:srgbClr val="002060"/>
                </a:solidFill>
              </a:rPr>
              <a:t>(i.e., There is no significant difference between the smokers in city A </a:t>
            </a:r>
          </a:p>
          <a:p>
            <a:pPr lvl="0"/>
            <a:r>
              <a:rPr lang="en-US" sz="2800" dirty="0">
                <a:solidFill>
                  <a:srgbClr val="002060"/>
                </a:solidFill>
              </a:rPr>
              <a:t> and city B)</a:t>
            </a:r>
            <a:r>
              <a:rPr lang="en-US" sz="2800" u="sng" dirty="0">
                <a:solidFill>
                  <a:srgbClr val="002060"/>
                </a:solidFill>
              </a:rPr>
              <a:t>  </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5478B88-0E1E-68F0-0228-BFD6755A4196}"/>
                  </a:ext>
                </a:extLst>
              </p:cNvPr>
              <p:cNvSpPr txBox="1"/>
              <p:nvPr/>
            </p:nvSpPr>
            <p:spPr>
              <a:xfrm>
                <a:off x="0" y="3826238"/>
                <a:ext cx="4229099" cy="13722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b="1" smtClean="0">
                          <a:solidFill>
                            <a:srgbClr val="002060"/>
                          </a:solidFill>
                          <a:latin typeface="Cambria Math" panose="02040503050406030204" pitchFamily="18" charset="0"/>
                        </a:rPr>
                        <m:t>𝐙</m:t>
                      </m:r>
                      <m:r>
                        <a:rPr lang="en-IN" sz="2800" b="0" i="0">
                          <a:solidFill>
                            <a:srgbClr val="002060"/>
                          </a:solidFill>
                          <a:latin typeface="Cambria Math" panose="02040503050406030204" pitchFamily="18" charset="0"/>
                        </a:rPr>
                        <m:t>=</m:t>
                      </m:r>
                      <m:f>
                        <m:fPr>
                          <m:ctrlPr>
                            <a:rPr lang="en-IN" sz="2800" b="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m:t>
                          </m:r>
                          <m:sSub>
                            <m:sSubPr>
                              <m:ctrlPr>
                                <a:rPr lang="en-IN" sz="2800" b="0" i="1">
                                  <a:solidFill>
                                    <a:srgbClr val="002060"/>
                                  </a:solidFill>
                                  <a:latin typeface="Cambria Math" panose="02040503050406030204" pitchFamily="18" charset="0"/>
                                </a:rPr>
                              </m:ctrlPr>
                            </m:sSubPr>
                            <m:e>
                              <m:r>
                                <a:rPr lang="en-IN" sz="2800" b="1" i="0">
                                  <a:solidFill>
                                    <a:srgbClr val="002060"/>
                                  </a:solidFill>
                                  <a:latin typeface="Cambria Math" panose="02040503050406030204" pitchFamily="18" charset="0"/>
                                </a:rPr>
                                <m:t>𝐩</m:t>
                              </m:r>
                            </m:e>
                            <m:sub>
                              <m:r>
                                <a:rPr lang="en-IN" sz="2800" b="0" i="0">
                                  <a:solidFill>
                                    <a:srgbClr val="002060"/>
                                  </a:solidFill>
                                  <a:latin typeface="Cambria Math" panose="02040503050406030204" pitchFamily="18" charset="0"/>
                                </a:rPr>
                                <m:t>1</m:t>
                              </m:r>
                            </m:sub>
                          </m:sSub>
                          <m:r>
                            <a:rPr lang="en-IN" sz="2800" b="0" i="0">
                              <a:solidFill>
                                <a:srgbClr val="002060"/>
                              </a:solidFill>
                              <a:latin typeface="Cambria Math" panose="02040503050406030204" pitchFamily="18" charset="0"/>
                            </a:rPr>
                            <m:t>−</m:t>
                          </m:r>
                          <m:sSub>
                            <m:sSubPr>
                              <m:ctrlPr>
                                <a:rPr lang="en-IN" sz="2800" b="0" i="1">
                                  <a:solidFill>
                                    <a:srgbClr val="002060"/>
                                  </a:solidFill>
                                  <a:latin typeface="Cambria Math" panose="02040503050406030204" pitchFamily="18" charset="0"/>
                                </a:rPr>
                              </m:ctrlPr>
                            </m:sSubPr>
                            <m:e>
                              <m:r>
                                <a:rPr lang="en-IN" sz="2800" b="1" i="0">
                                  <a:solidFill>
                                    <a:srgbClr val="002060"/>
                                  </a:solidFill>
                                  <a:latin typeface="Cambria Math" panose="02040503050406030204" pitchFamily="18" charset="0"/>
                                </a:rPr>
                                <m:t>𝐩</m:t>
                              </m:r>
                            </m:e>
                            <m:sub>
                              <m:r>
                                <a:rPr lang="en-IN" sz="2800" b="0" i="0">
                                  <a:solidFill>
                                    <a:srgbClr val="002060"/>
                                  </a:solidFill>
                                  <a:latin typeface="Cambria Math" panose="02040503050406030204" pitchFamily="18" charset="0"/>
                                </a:rPr>
                                <m:t>2</m:t>
                              </m:r>
                            </m:sub>
                          </m:sSub>
                          <m:r>
                            <a:rPr lang="en-IN" sz="2800" b="0" i="0">
                              <a:solidFill>
                                <a:srgbClr val="002060"/>
                              </a:solidFill>
                              <a:latin typeface="Cambria Math" panose="02040503050406030204" pitchFamily="18" charset="0"/>
                            </a:rPr>
                            <m:t> </m:t>
                          </m:r>
                        </m:num>
                        <m:den>
                          <m:r>
                            <a:rPr lang="en-IN" sz="2800" b="0" i="0">
                              <a:solidFill>
                                <a:srgbClr val="002060"/>
                              </a:solidFill>
                              <a:latin typeface="Cambria Math" panose="02040503050406030204" pitchFamily="18" charset="0"/>
                            </a:rPr>
                            <m:t>  </m:t>
                          </m:r>
                          <m:rad>
                            <m:radPr>
                              <m:degHide m:val="on"/>
                              <m:ctrlPr>
                                <a:rPr lang="en-IN" sz="2800" b="0" i="1">
                                  <a:solidFill>
                                    <a:srgbClr val="002060"/>
                                  </a:solidFill>
                                  <a:latin typeface="Cambria Math" panose="02040503050406030204" pitchFamily="18" charset="0"/>
                                </a:rPr>
                              </m:ctrlPr>
                            </m:radPr>
                            <m:deg/>
                            <m:e>
                              <m:r>
                                <a:rPr lang="en-IN" sz="2800" b="1" i="0">
                                  <a:solidFill>
                                    <a:srgbClr val="002060"/>
                                  </a:solidFill>
                                  <a:latin typeface="Cambria Math" panose="02040503050406030204" pitchFamily="18" charset="0"/>
                                </a:rPr>
                                <m:t>𝐩𝐪</m:t>
                              </m:r>
                              <m:d>
                                <m:dPr>
                                  <m:ctrlPr>
                                    <a:rPr lang="en-IN" sz="2800" b="1" i="1">
                                      <a:solidFill>
                                        <a:srgbClr val="002060"/>
                                      </a:solidFill>
                                      <a:latin typeface="Cambria Math" panose="02040503050406030204" pitchFamily="18" charset="0"/>
                                    </a:rPr>
                                  </m:ctrlPr>
                                </m:dPr>
                                <m:e>
                                  <m:f>
                                    <m:fPr>
                                      <m:ctrlPr>
                                        <a:rPr lang="en-IN" sz="2800" b="1"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1 </m:t>
                                      </m:r>
                                    </m:num>
                                    <m:den>
                                      <m:sSub>
                                        <m:sSubPr>
                                          <m:ctrlPr>
                                            <a:rPr lang="en-IN" sz="2800" b="0" i="1">
                                              <a:solidFill>
                                                <a:srgbClr val="002060"/>
                                              </a:solidFill>
                                              <a:latin typeface="Cambria Math" panose="02040503050406030204" pitchFamily="18" charset="0"/>
                                            </a:rPr>
                                          </m:ctrlPr>
                                        </m:sSubPr>
                                        <m:e>
                                          <m:r>
                                            <a:rPr lang="en-IN" sz="2800" b="0" i="0">
                                              <a:solidFill>
                                                <a:srgbClr val="002060"/>
                                              </a:solidFill>
                                              <a:latin typeface="Cambria Math" panose="02040503050406030204" pitchFamily="18" charset="0"/>
                                            </a:rPr>
                                            <m:t> </m:t>
                                          </m:r>
                                          <m:r>
                                            <a:rPr lang="en-IN" sz="2800" b="1" i="0">
                                              <a:solidFill>
                                                <a:srgbClr val="002060"/>
                                              </a:solidFill>
                                              <a:latin typeface="Cambria Math" panose="02040503050406030204" pitchFamily="18" charset="0"/>
                                            </a:rPr>
                                            <m:t>𝐧</m:t>
                                          </m:r>
                                        </m:e>
                                        <m:sub>
                                          <m:r>
                                            <a:rPr lang="en-IN" sz="2800" b="0" i="0">
                                              <a:solidFill>
                                                <a:srgbClr val="002060"/>
                                              </a:solidFill>
                                              <a:latin typeface="Cambria Math" panose="02040503050406030204" pitchFamily="18" charset="0"/>
                                            </a:rPr>
                                            <m:t>1 </m:t>
                                          </m:r>
                                        </m:sub>
                                      </m:sSub>
                                    </m:den>
                                  </m:f>
                                  <m:r>
                                    <a:rPr lang="en-IN" sz="2800" b="0" i="0">
                                      <a:solidFill>
                                        <a:srgbClr val="002060"/>
                                      </a:solidFill>
                                      <a:latin typeface="Cambria Math" panose="02040503050406030204" pitchFamily="18" charset="0"/>
                                    </a:rPr>
                                    <m:t>+</m:t>
                                  </m:r>
                                  <m:f>
                                    <m:fPr>
                                      <m:ctrlPr>
                                        <a:rPr lang="en-IN" sz="2800" b="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1 </m:t>
                                      </m:r>
                                    </m:num>
                                    <m:den>
                                      <m:sSub>
                                        <m:sSubPr>
                                          <m:ctrlPr>
                                            <a:rPr lang="en-IN" sz="2800" b="0" i="1">
                                              <a:solidFill>
                                                <a:srgbClr val="002060"/>
                                              </a:solidFill>
                                              <a:latin typeface="Cambria Math" panose="02040503050406030204" pitchFamily="18" charset="0"/>
                                            </a:rPr>
                                          </m:ctrlPr>
                                        </m:sSubPr>
                                        <m:e>
                                          <m:r>
                                            <a:rPr lang="en-IN" sz="2800" b="0" i="0">
                                              <a:solidFill>
                                                <a:srgbClr val="002060"/>
                                              </a:solidFill>
                                              <a:latin typeface="Cambria Math" panose="02040503050406030204" pitchFamily="18" charset="0"/>
                                            </a:rPr>
                                            <m:t> </m:t>
                                          </m:r>
                                          <m:r>
                                            <a:rPr lang="en-IN" sz="2800" b="1" i="0">
                                              <a:solidFill>
                                                <a:srgbClr val="002060"/>
                                              </a:solidFill>
                                              <a:latin typeface="Cambria Math" panose="02040503050406030204" pitchFamily="18" charset="0"/>
                                            </a:rPr>
                                            <m:t>𝐧</m:t>
                                          </m:r>
                                        </m:e>
                                        <m:sub>
                                          <m:r>
                                            <a:rPr lang="en-IN" sz="2800" b="0" i="0">
                                              <a:solidFill>
                                                <a:srgbClr val="002060"/>
                                              </a:solidFill>
                                              <a:latin typeface="Cambria Math" panose="02040503050406030204" pitchFamily="18" charset="0"/>
                                            </a:rPr>
                                            <m:t>2 </m:t>
                                          </m:r>
                                        </m:sub>
                                      </m:sSub>
                                    </m:den>
                                  </m:f>
                                </m:e>
                              </m:d>
                              <m:r>
                                <a:rPr lang="en-IN" sz="2800" b="0" i="0">
                                  <a:solidFill>
                                    <a:srgbClr val="002060"/>
                                  </a:solidFill>
                                  <a:latin typeface="Cambria Math" panose="02040503050406030204" pitchFamily="18" charset="0"/>
                                </a:rPr>
                                <m:t> </m:t>
                              </m:r>
                            </m:e>
                          </m:rad>
                          <m:r>
                            <a:rPr lang="en-IN" sz="2800" b="0" i="0">
                              <a:solidFill>
                                <a:srgbClr val="002060"/>
                              </a:solidFill>
                              <a:latin typeface="Cambria Math" panose="02040503050406030204" pitchFamily="18" charset="0"/>
                            </a:rPr>
                            <m:t>  </m:t>
                          </m:r>
                        </m:den>
                      </m:f>
                    </m:oMath>
                  </m:oMathPara>
                </a14:m>
                <a:endParaRPr lang="en-IN" sz="2800" dirty="0">
                  <a:solidFill>
                    <a:srgbClr val="002060"/>
                  </a:solidFill>
                </a:endParaRPr>
              </a:p>
            </p:txBody>
          </p:sp>
        </mc:Choice>
        <mc:Fallback xmlns="">
          <p:sp>
            <p:nvSpPr>
              <p:cNvPr id="7" name="TextBox 6">
                <a:extLst>
                  <a:ext uri="{FF2B5EF4-FFF2-40B4-BE49-F238E27FC236}">
                    <a16:creationId xmlns:a16="http://schemas.microsoft.com/office/drawing/2014/main" id="{8A17BDEC-0097-2354-89F5-6E8E3EF37490}"/>
                  </a:ext>
                </a:extLst>
              </p:cNvPr>
              <p:cNvSpPr txBox="1">
                <a:spLocks noRot="1" noChangeAspect="1" noMove="1" noResize="1" noEditPoints="1" noAdjustHandles="1" noChangeArrowheads="1" noChangeShapeType="1" noTextEdit="1"/>
              </p:cNvSpPr>
              <p:nvPr/>
            </p:nvSpPr>
            <p:spPr>
              <a:xfrm>
                <a:off x="0" y="3826238"/>
                <a:ext cx="4229099" cy="1372299"/>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87A96D20-4692-3FF6-C0C1-D7B2E2AE24F4}"/>
                  </a:ext>
                </a:extLst>
              </p:cNvPr>
              <p:cNvSpPr txBox="1"/>
              <p:nvPr/>
            </p:nvSpPr>
            <p:spPr>
              <a:xfrm>
                <a:off x="183775" y="5412026"/>
                <a:ext cx="3028840" cy="94545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IN" sz="2800" b="0" i="0">
                          <a:solidFill>
                            <a:srgbClr val="002060"/>
                          </a:solidFill>
                          <a:latin typeface="Cambria Math" panose="02040503050406030204" pitchFamily="18" charset="0"/>
                        </a:rPr>
                        <m:t>p</m:t>
                      </m:r>
                      <m:r>
                        <a:rPr lang="en-IN" sz="2800" b="0" i="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m:t>
                          </m:r>
                          <m:sSub>
                            <m:sSubPr>
                              <m:ctrlPr>
                                <a:rPr lang="en-IN" sz="2800" i="1">
                                  <a:solidFill>
                                    <a:srgbClr val="002060"/>
                                  </a:solidFill>
                                  <a:latin typeface="Cambria Math" panose="02040503050406030204" pitchFamily="18" charset="0"/>
                                </a:rPr>
                              </m:ctrlPr>
                            </m:sSubPr>
                            <m:e>
                              <m:r>
                                <m:rPr>
                                  <m:sty m:val="p"/>
                                </m:rPr>
                                <a:rPr lang="en-IN" sz="2800" b="0" i="0">
                                  <a:solidFill>
                                    <a:srgbClr val="002060"/>
                                  </a:solidFill>
                                  <a:latin typeface="Cambria Math" panose="02040503050406030204" pitchFamily="18" charset="0"/>
                                </a:rPr>
                                <m:t>n</m:t>
                              </m:r>
                            </m:e>
                            <m:sub>
                              <m:r>
                                <a:rPr lang="en-IN" sz="2800" b="0" i="0">
                                  <a:solidFill>
                                    <a:srgbClr val="002060"/>
                                  </a:solidFill>
                                  <a:latin typeface="Cambria Math" panose="02040503050406030204" pitchFamily="18" charset="0"/>
                                </a:rPr>
                                <m:t>1</m:t>
                              </m:r>
                            </m:sub>
                          </m:sSub>
                          <m:sSub>
                            <m:sSubPr>
                              <m:ctrlPr>
                                <a:rPr lang="en-IN" sz="2800" i="1">
                                  <a:solidFill>
                                    <a:srgbClr val="002060"/>
                                  </a:solidFill>
                                  <a:latin typeface="Cambria Math" panose="02040503050406030204" pitchFamily="18" charset="0"/>
                                </a:rPr>
                              </m:ctrlPr>
                            </m:sSubPr>
                            <m:e>
                              <m:r>
                                <m:rPr>
                                  <m:sty m:val="p"/>
                                </m:rPr>
                                <a:rPr lang="en-IN" sz="2800" b="0" i="0">
                                  <a:solidFill>
                                    <a:srgbClr val="002060"/>
                                  </a:solidFill>
                                  <a:latin typeface="Cambria Math" panose="02040503050406030204" pitchFamily="18" charset="0"/>
                                </a:rPr>
                                <m:t>p</m:t>
                              </m:r>
                            </m:e>
                            <m:sub>
                              <m:r>
                                <a:rPr lang="en-IN" sz="2800" b="0" i="0">
                                  <a:solidFill>
                                    <a:srgbClr val="002060"/>
                                  </a:solidFill>
                                  <a:latin typeface="Cambria Math" panose="02040503050406030204" pitchFamily="18" charset="0"/>
                                </a:rPr>
                                <m:t>1</m:t>
                              </m:r>
                            </m:sub>
                          </m:sSub>
                          <m:r>
                            <a:rPr lang="en-IN" sz="2800" b="0" i="0">
                              <a:solidFill>
                                <a:srgbClr val="002060"/>
                              </a:solidFill>
                              <a:latin typeface="Cambria Math" panose="02040503050406030204" pitchFamily="18" charset="0"/>
                            </a:rPr>
                            <m:t>+</m:t>
                          </m:r>
                          <m:sSub>
                            <m:sSubPr>
                              <m:ctrlPr>
                                <a:rPr lang="en-IN" sz="2800" i="1">
                                  <a:solidFill>
                                    <a:srgbClr val="002060"/>
                                  </a:solidFill>
                                  <a:latin typeface="Cambria Math" panose="02040503050406030204" pitchFamily="18" charset="0"/>
                                </a:rPr>
                              </m:ctrlPr>
                            </m:sSubPr>
                            <m:e>
                              <m:r>
                                <m:rPr>
                                  <m:sty m:val="p"/>
                                </m:rPr>
                                <a:rPr lang="en-IN" sz="2800" b="0" i="0">
                                  <a:solidFill>
                                    <a:srgbClr val="002060"/>
                                  </a:solidFill>
                                  <a:latin typeface="Cambria Math" panose="02040503050406030204" pitchFamily="18" charset="0"/>
                                </a:rPr>
                                <m:t>n</m:t>
                              </m:r>
                            </m:e>
                            <m:sub>
                              <m:r>
                                <a:rPr lang="en-IN" sz="2800" b="0" i="0">
                                  <a:solidFill>
                                    <a:srgbClr val="002060"/>
                                  </a:solidFill>
                                  <a:latin typeface="Cambria Math" panose="02040503050406030204" pitchFamily="18" charset="0"/>
                                </a:rPr>
                                <m:t>2</m:t>
                              </m:r>
                            </m:sub>
                          </m:sSub>
                          <m:sSub>
                            <m:sSubPr>
                              <m:ctrlPr>
                                <a:rPr lang="en-IN" sz="2800" i="1">
                                  <a:solidFill>
                                    <a:srgbClr val="002060"/>
                                  </a:solidFill>
                                  <a:latin typeface="Cambria Math" panose="02040503050406030204" pitchFamily="18" charset="0"/>
                                </a:rPr>
                              </m:ctrlPr>
                            </m:sSubPr>
                            <m:e>
                              <m:r>
                                <m:rPr>
                                  <m:sty m:val="p"/>
                                </m:rPr>
                                <a:rPr lang="en-IN" sz="2800" b="0" i="0">
                                  <a:solidFill>
                                    <a:srgbClr val="002060"/>
                                  </a:solidFill>
                                  <a:latin typeface="Cambria Math" panose="02040503050406030204" pitchFamily="18" charset="0"/>
                                </a:rPr>
                                <m:t>p</m:t>
                              </m:r>
                            </m:e>
                            <m:sub>
                              <m:r>
                                <a:rPr lang="en-IN" sz="2800" b="0" i="0">
                                  <a:solidFill>
                                    <a:srgbClr val="002060"/>
                                  </a:solidFill>
                                  <a:latin typeface="Cambria Math" panose="02040503050406030204" pitchFamily="18" charset="0"/>
                                </a:rPr>
                                <m:t>2</m:t>
                              </m:r>
                            </m:sub>
                          </m:sSub>
                          <m:r>
                            <a:rPr lang="en-IN" sz="2800" b="0" i="0">
                              <a:solidFill>
                                <a:srgbClr val="002060"/>
                              </a:solidFill>
                              <a:latin typeface="Cambria Math" panose="02040503050406030204" pitchFamily="18" charset="0"/>
                            </a:rPr>
                            <m:t> </m:t>
                          </m:r>
                        </m:num>
                        <m:den>
                          <m:r>
                            <a:rPr lang="en-IN" sz="2800" b="0" i="0">
                              <a:solidFill>
                                <a:srgbClr val="002060"/>
                              </a:solidFill>
                              <a:latin typeface="Cambria Math" panose="02040503050406030204" pitchFamily="18" charset="0"/>
                            </a:rPr>
                            <m:t> </m:t>
                          </m:r>
                          <m:sSub>
                            <m:sSubPr>
                              <m:ctrlPr>
                                <a:rPr lang="en-IN" sz="2800" i="1">
                                  <a:solidFill>
                                    <a:srgbClr val="002060"/>
                                  </a:solidFill>
                                  <a:latin typeface="Cambria Math" panose="02040503050406030204" pitchFamily="18" charset="0"/>
                                </a:rPr>
                              </m:ctrlPr>
                            </m:sSubPr>
                            <m:e>
                              <m:r>
                                <m:rPr>
                                  <m:sty m:val="p"/>
                                </m:rPr>
                                <a:rPr lang="en-IN" sz="2800" b="0" i="0">
                                  <a:solidFill>
                                    <a:srgbClr val="002060"/>
                                  </a:solidFill>
                                  <a:latin typeface="Cambria Math" panose="02040503050406030204" pitchFamily="18" charset="0"/>
                                </a:rPr>
                                <m:t>n</m:t>
                              </m:r>
                            </m:e>
                            <m:sub>
                              <m:r>
                                <a:rPr lang="en-IN" sz="2800" b="0" i="0">
                                  <a:solidFill>
                                    <a:srgbClr val="002060"/>
                                  </a:solidFill>
                                  <a:latin typeface="Cambria Math" panose="02040503050406030204" pitchFamily="18" charset="0"/>
                                </a:rPr>
                                <m:t>1</m:t>
                              </m:r>
                            </m:sub>
                          </m:sSub>
                          <m:r>
                            <a:rPr lang="en-IN" sz="2800" b="0" i="0">
                              <a:solidFill>
                                <a:srgbClr val="002060"/>
                              </a:solidFill>
                              <a:latin typeface="Cambria Math" panose="02040503050406030204" pitchFamily="18" charset="0"/>
                            </a:rPr>
                            <m:t>+</m:t>
                          </m:r>
                          <m:sSub>
                            <m:sSubPr>
                              <m:ctrlPr>
                                <a:rPr lang="en-IN" sz="2800" i="1">
                                  <a:solidFill>
                                    <a:srgbClr val="002060"/>
                                  </a:solidFill>
                                  <a:latin typeface="Cambria Math" panose="02040503050406030204" pitchFamily="18" charset="0"/>
                                </a:rPr>
                              </m:ctrlPr>
                            </m:sSubPr>
                            <m:e>
                              <m:r>
                                <m:rPr>
                                  <m:sty m:val="p"/>
                                </m:rPr>
                                <a:rPr lang="en-IN" sz="2800" b="0" i="0">
                                  <a:solidFill>
                                    <a:srgbClr val="002060"/>
                                  </a:solidFill>
                                  <a:latin typeface="Cambria Math" panose="02040503050406030204" pitchFamily="18" charset="0"/>
                                </a:rPr>
                                <m:t>n</m:t>
                              </m:r>
                            </m:e>
                            <m:sub>
                              <m:r>
                                <a:rPr lang="en-IN" sz="2800" b="0" i="0">
                                  <a:solidFill>
                                    <a:srgbClr val="002060"/>
                                  </a:solidFill>
                                  <a:latin typeface="Cambria Math" panose="02040503050406030204" pitchFamily="18" charset="0"/>
                                </a:rPr>
                                <m:t>2</m:t>
                              </m:r>
                            </m:sub>
                          </m:sSub>
                          <m:r>
                            <a:rPr lang="en-IN" sz="2800" b="0" i="0">
                              <a:solidFill>
                                <a:srgbClr val="002060"/>
                              </a:solidFill>
                              <a:latin typeface="Cambria Math" panose="02040503050406030204" pitchFamily="18" charset="0"/>
                            </a:rPr>
                            <m:t> </m:t>
                          </m:r>
                        </m:den>
                      </m:f>
                      <m:r>
                        <a:rPr lang="en-IN" sz="2800" b="0" i="0">
                          <a:solidFill>
                            <a:srgbClr val="002060"/>
                          </a:solidFill>
                          <a:latin typeface="Cambria Math" panose="02040503050406030204" pitchFamily="18" charset="0"/>
                        </a:rPr>
                        <m:t> </m:t>
                      </m:r>
                    </m:oMath>
                  </m:oMathPara>
                </a14:m>
                <a:endParaRPr lang="en-IN" sz="2800" i="0" dirty="0">
                  <a:solidFill>
                    <a:srgbClr val="002060"/>
                  </a:solidFill>
                  <a:latin typeface="Cambria Math" panose="02040503050406030204" pitchFamily="18" charset="0"/>
                </a:endParaRPr>
              </a:p>
            </p:txBody>
          </p:sp>
        </mc:Choice>
        <mc:Fallback xmlns="">
          <p:sp>
            <p:nvSpPr>
              <p:cNvPr id="20" name="TextBox 19">
                <a:extLst>
                  <a:ext uri="{FF2B5EF4-FFF2-40B4-BE49-F238E27FC236}">
                    <a16:creationId xmlns:a16="http://schemas.microsoft.com/office/drawing/2014/main" id="{EE79241D-CC4A-3C18-AD25-49021333CE5E}"/>
                  </a:ext>
                </a:extLst>
              </p:cNvPr>
              <p:cNvSpPr txBox="1">
                <a:spLocks noRot="1" noChangeAspect="1" noMove="1" noResize="1" noEditPoints="1" noAdjustHandles="1" noChangeArrowheads="1" noChangeShapeType="1" noTextEdit="1"/>
              </p:cNvSpPr>
              <p:nvPr/>
            </p:nvSpPr>
            <p:spPr>
              <a:xfrm>
                <a:off x="183775" y="5412026"/>
                <a:ext cx="3028840" cy="945452"/>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2334A596-1594-E863-2501-48E03943E310}"/>
                  </a:ext>
                </a:extLst>
              </p:cNvPr>
              <p:cNvSpPr txBox="1"/>
              <p:nvPr/>
            </p:nvSpPr>
            <p:spPr>
              <a:xfrm>
                <a:off x="5392527" y="2181163"/>
                <a:ext cx="5226583" cy="93570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b="0" i="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m:t>
                          </m:r>
                          <m:d>
                            <m:dPr>
                              <m:ctrlPr>
                                <a:rPr lang="en-IN" sz="2800" b="0" i="1" smtClean="0">
                                  <a:solidFill>
                                    <a:srgbClr val="002060"/>
                                  </a:solidFill>
                                  <a:latin typeface="Cambria Math" panose="02040503050406030204" pitchFamily="18" charset="0"/>
                                </a:rPr>
                              </m:ctrlPr>
                            </m:dPr>
                            <m:e>
                              <m:r>
                                <a:rPr lang="en-US" sz="2800" b="0" i="1" smtClean="0">
                                  <a:solidFill>
                                    <a:srgbClr val="002060"/>
                                  </a:solidFill>
                                  <a:latin typeface="Cambria Math" panose="02040503050406030204" pitchFamily="18" charset="0"/>
                                </a:rPr>
                                <m:t>400</m:t>
                              </m:r>
                            </m:e>
                          </m:d>
                          <m:d>
                            <m:dPr>
                              <m:ctrlPr>
                                <a:rPr lang="en-IN" sz="2800" i="1">
                                  <a:solidFill>
                                    <a:srgbClr val="002060"/>
                                  </a:solidFill>
                                  <a:latin typeface="Cambria Math" panose="02040503050406030204" pitchFamily="18" charset="0"/>
                                </a:rPr>
                              </m:ctrlPr>
                            </m:dPr>
                            <m:e>
                              <m:r>
                                <a:rPr lang="en-US" sz="2800" b="0" i="1" smtClean="0">
                                  <a:solidFill>
                                    <a:srgbClr val="002060"/>
                                  </a:solidFill>
                                  <a:latin typeface="Cambria Math" panose="02040503050406030204" pitchFamily="18" charset="0"/>
                                </a:rPr>
                                <m:t>0.25</m:t>
                              </m:r>
                            </m:e>
                          </m:d>
                          <m:r>
                            <a:rPr lang="en-IN" sz="2800" b="0" i="0">
                              <a:solidFill>
                                <a:srgbClr val="002060"/>
                              </a:solidFill>
                              <a:latin typeface="Cambria Math" panose="02040503050406030204" pitchFamily="18" charset="0"/>
                            </a:rPr>
                            <m:t>+</m:t>
                          </m:r>
                          <m:d>
                            <m:dPr>
                              <m:ctrlPr>
                                <a:rPr lang="en-IN" sz="2800" i="1">
                                  <a:solidFill>
                                    <a:srgbClr val="002060"/>
                                  </a:solidFill>
                                  <a:latin typeface="Cambria Math" panose="02040503050406030204" pitchFamily="18" charset="0"/>
                                </a:rPr>
                              </m:ctrlPr>
                            </m:dPr>
                            <m:e>
                              <m:r>
                                <a:rPr lang="en-US" sz="2800" b="0" i="1" smtClean="0">
                                  <a:solidFill>
                                    <a:srgbClr val="002060"/>
                                  </a:solidFill>
                                  <a:latin typeface="Cambria Math" panose="02040503050406030204" pitchFamily="18" charset="0"/>
                                </a:rPr>
                                <m:t>800</m:t>
                              </m:r>
                            </m:e>
                          </m:d>
                          <m:d>
                            <m:dPr>
                              <m:ctrlPr>
                                <a:rPr lang="en-IN" sz="2800" i="1">
                                  <a:solidFill>
                                    <a:srgbClr val="002060"/>
                                  </a:solidFill>
                                  <a:latin typeface="Cambria Math" panose="02040503050406030204" pitchFamily="18" charset="0"/>
                                </a:rPr>
                              </m:ctrlPr>
                            </m:dPr>
                            <m:e>
                              <m:r>
                                <a:rPr lang="en-IN" sz="2800" i="1">
                                  <a:solidFill>
                                    <a:srgbClr val="002060"/>
                                  </a:solidFill>
                                  <a:latin typeface="Cambria Math" panose="02040503050406030204" pitchFamily="18" charset="0"/>
                                </a:rPr>
                                <m:t>0.</m:t>
                              </m:r>
                              <m:r>
                                <a:rPr lang="en-US" sz="2800" i="1" smtClean="0">
                                  <a:solidFill>
                                    <a:srgbClr val="002060"/>
                                  </a:solidFill>
                                  <a:latin typeface="Cambria Math" panose="02040503050406030204" pitchFamily="18" charset="0"/>
                                </a:rPr>
                                <m:t>3</m:t>
                              </m:r>
                              <m:r>
                                <a:rPr lang="en-US" sz="2800" b="0" i="1" smtClean="0">
                                  <a:solidFill>
                                    <a:srgbClr val="002060"/>
                                  </a:solidFill>
                                  <a:latin typeface="Cambria Math" panose="02040503050406030204" pitchFamily="18" charset="0"/>
                                </a:rPr>
                                <m:t>75</m:t>
                              </m:r>
                            </m:e>
                          </m:d>
                        </m:num>
                        <m:den>
                          <m:r>
                            <a:rPr lang="en-IN" sz="2800" b="0" i="0">
                              <a:solidFill>
                                <a:srgbClr val="002060"/>
                              </a:solidFill>
                              <a:latin typeface="Cambria Math" panose="02040503050406030204" pitchFamily="18" charset="0"/>
                            </a:rPr>
                            <m:t> </m:t>
                          </m:r>
                          <m:r>
                            <a:rPr lang="en-US" sz="2800" b="0" i="1" smtClean="0">
                              <a:solidFill>
                                <a:srgbClr val="002060"/>
                              </a:solidFill>
                              <a:latin typeface="Cambria Math" panose="02040503050406030204" pitchFamily="18" charset="0"/>
                            </a:rPr>
                            <m:t>400</m:t>
                          </m:r>
                          <m:r>
                            <a:rPr lang="en-IN" sz="2800" b="0" i="0">
                              <a:solidFill>
                                <a:srgbClr val="002060"/>
                              </a:solidFill>
                              <a:latin typeface="Cambria Math" panose="02040503050406030204" pitchFamily="18" charset="0"/>
                            </a:rPr>
                            <m:t>+</m:t>
                          </m:r>
                          <m:r>
                            <a:rPr lang="en-US" sz="2800" i="1" smtClean="0">
                              <a:solidFill>
                                <a:srgbClr val="002060"/>
                              </a:solidFill>
                              <a:latin typeface="Cambria Math" panose="02040503050406030204" pitchFamily="18" charset="0"/>
                            </a:rPr>
                            <m:t>8</m:t>
                          </m:r>
                          <m:r>
                            <a:rPr lang="en-US" sz="2800" b="0" i="1" smtClean="0">
                              <a:solidFill>
                                <a:srgbClr val="002060"/>
                              </a:solidFill>
                              <a:latin typeface="Cambria Math" panose="02040503050406030204" pitchFamily="18" charset="0"/>
                            </a:rPr>
                            <m:t>0</m:t>
                          </m:r>
                          <m:r>
                            <a:rPr lang="en-IN" sz="2800" b="0" i="1" smtClean="0">
                              <a:solidFill>
                                <a:srgbClr val="002060"/>
                              </a:solidFill>
                              <a:latin typeface="Cambria Math" panose="02040503050406030204" pitchFamily="18" charset="0"/>
                            </a:rPr>
                            <m:t>0</m:t>
                          </m:r>
                          <m:r>
                            <a:rPr lang="en-IN" sz="2800" b="0" i="0">
                              <a:solidFill>
                                <a:srgbClr val="002060"/>
                              </a:solidFill>
                              <a:latin typeface="Cambria Math" panose="02040503050406030204" pitchFamily="18" charset="0"/>
                            </a:rPr>
                            <m:t> </m:t>
                          </m:r>
                        </m:den>
                      </m:f>
                      <m:r>
                        <a:rPr lang="en-IN" sz="2800" b="0" i="0">
                          <a:solidFill>
                            <a:srgbClr val="002060"/>
                          </a:solidFill>
                          <a:latin typeface="Cambria Math" panose="02040503050406030204" pitchFamily="18" charset="0"/>
                        </a:rPr>
                        <m:t> </m:t>
                      </m:r>
                    </m:oMath>
                  </m:oMathPara>
                </a14:m>
                <a:endParaRPr lang="en-IN" sz="2800" i="0" dirty="0">
                  <a:solidFill>
                    <a:srgbClr val="002060"/>
                  </a:solidFill>
                  <a:latin typeface="Cambria Math" panose="02040503050406030204" pitchFamily="18" charset="0"/>
                </a:endParaRPr>
              </a:p>
            </p:txBody>
          </p:sp>
        </mc:Choice>
        <mc:Fallback xmlns="">
          <p:sp>
            <p:nvSpPr>
              <p:cNvPr id="22" name="TextBox 21">
                <a:extLst>
                  <a:ext uri="{FF2B5EF4-FFF2-40B4-BE49-F238E27FC236}">
                    <a16:creationId xmlns:a16="http://schemas.microsoft.com/office/drawing/2014/main" id="{2334A596-1594-E863-2501-48E03943E310}"/>
                  </a:ext>
                </a:extLst>
              </p:cNvPr>
              <p:cNvSpPr txBox="1">
                <a:spLocks noRot="1" noChangeAspect="1" noMove="1" noResize="1" noEditPoints="1" noAdjustHandles="1" noChangeArrowheads="1" noChangeShapeType="1" noTextEdit="1"/>
              </p:cNvSpPr>
              <p:nvPr/>
            </p:nvSpPr>
            <p:spPr>
              <a:xfrm>
                <a:off x="5392527" y="2181163"/>
                <a:ext cx="5226583" cy="935705"/>
              </a:xfrm>
              <a:prstGeom prst="rect">
                <a:avLst/>
              </a:prstGeom>
              <a:blipFill>
                <a:blip r:embed="rId10"/>
                <a:stretch>
                  <a:fillRect/>
                </a:stretch>
              </a:blipFill>
            </p:spPr>
            <p:txBody>
              <a:bodyPr/>
              <a:lstStyle/>
              <a:p>
                <a:r>
                  <a:rPr lang="en-IN">
                    <a:noFill/>
                  </a:rPr>
                  <a:t> </a:t>
                </a:r>
              </a:p>
            </p:txBody>
          </p:sp>
        </mc:Fallback>
      </mc:AlternateContent>
      <p:sp>
        <p:nvSpPr>
          <p:cNvPr id="5" name="Rectangle 4">
            <a:extLst>
              <a:ext uri="{FF2B5EF4-FFF2-40B4-BE49-F238E27FC236}">
                <a16:creationId xmlns:a16="http://schemas.microsoft.com/office/drawing/2014/main" id="{A0B2BC6A-585E-64EB-83A4-EE4F379724C8}"/>
              </a:ext>
            </a:extLst>
          </p:cNvPr>
          <p:cNvSpPr/>
          <p:nvPr/>
        </p:nvSpPr>
        <p:spPr>
          <a:xfrm>
            <a:off x="2363467" y="1847793"/>
            <a:ext cx="2802035" cy="523220"/>
          </a:xfrm>
          <a:prstGeom prst="rect">
            <a:avLst/>
          </a:prstGeom>
        </p:spPr>
        <p:txBody>
          <a:bodyPr wrap="square">
            <a:spAutoFit/>
          </a:bodyPr>
          <a:lstStyle/>
          <a:p>
            <a:pPr lvl="0"/>
            <a:r>
              <a:rPr lang="en-US" sz="2800" dirty="0">
                <a:solidFill>
                  <a:srgbClr val="002060"/>
                </a:solidFill>
              </a:rPr>
              <a:t>(Right tailed test)</a:t>
            </a:r>
            <a:r>
              <a:rPr lang="en-US" sz="2800" u="sng" dirty="0">
                <a:solidFill>
                  <a:srgbClr val="002060"/>
                </a:solidFill>
              </a:rPr>
              <a:t>  </a:t>
            </a:r>
          </a:p>
        </p:txBody>
      </p:sp>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A6759404-DD5A-437F-3885-97EE29041052}"/>
                  </a:ext>
                </a:extLst>
              </p:cNvPr>
              <p:cNvSpPr/>
              <p:nvPr/>
            </p:nvSpPr>
            <p:spPr>
              <a:xfrm>
                <a:off x="5511800" y="3209978"/>
                <a:ext cx="1955800" cy="523220"/>
              </a:xfrm>
              <a:prstGeom prst="rect">
                <a:avLst/>
              </a:prstGeom>
            </p:spPr>
            <p:txBody>
              <a:bodyPr wrap="square">
                <a:spAutoFit/>
              </a:bodyPr>
              <a:lstStyle/>
              <a:p>
                <a:pPr lvl="0"/>
                <a14:m>
                  <m:oMath xmlns:m="http://schemas.openxmlformats.org/officeDocument/2006/math">
                    <m:r>
                      <a:rPr lang="en-IN" sz="2800" b="0" i="0" smtClean="0">
                        <a:solidFill>
                          <a:srgbClr val="002060"/>
                        </a:solidFill>
                        <a:latin typeface="Cambria Math" panose="02040503050406030204" pitchFamily="18" charset="0"/>
                      </a:rPr>
                      <m:t>=0.</m:t>
                    </m:r>
                    <m:r>
                      <a:rPr lang="en-US" sz="2800" b="0" i="0" smtClean="0">
                        <a:solidFill>
                          <a:srgbClr val="002060"/>
                        </a:solidFill>
                        <a:latin typeface="Cambria Math" panose="02040503050406030204" pitchFamily="18" charset="0"/>
                      </a:rPr>
                      <m:t>3333</m:t>
                    </m:r>
                  </m:oMath>
                </a14:m>
                <a:r>
                  <a:rPr lang="en-US" sz="2800" dirty="0">
                    <a:solidFill>
                      <a:srgbClr val="002060"/>
                    </a:solidFill>
                  </a:rPr>
                  <a:t>  </a:t>
                </a:r>
              </a:p>
            </p:txBody>
          </p:sp>
        </mc:Choice>
        <mc:Fallback xmlns="">
          <p:sp>
            <p:nvSpPr>
              <p:cNvPr id="32" name="Rectangle 31">
                <a:extLst>
                  <a:ext uri="{FF2B5EF4-FFF2-40B4-BE49-F238E27FC236}">
                    <a16:creationId xmlns:a16="http://schemas.microsoft.com/office/drawing/2014/main" id="{A6759404-DD5A-437F-3885-97EE29041052}"/>
                  </a:ext>
                </a:extLst>
              </p:cNvPr>
              <p:cNvSpPr>
                <a:spLocks noRot="1" noChangeAspect="1" noMove="1" noResize="1" noEditPoints="1" noAdjustHandles="1" noChangeArrowheads="1" noChangeShapeType="1" noTextEdit="1"/>
              </p:cNvSpPr>
              <p:nvPr/>
            </p:nvSpPr>
            <p:spPr>
              <a:xfrm>
                <a:off x="5511800" y="3209978"/>
                <a:ext cx="1955800"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0142E9ED-18CB-07E4-9DFB-B1BBC7D61710}"/>
                  </a:ext>
                </a:extLst>
              </p:cNvPr>
              <p:cNvSpPr/>
              <p:nvPr/>
            </p:nvSpPr>
            <p:spPr>
              <a:xfrm>
                <a:off x="5165503" y="3800908"/>
                <a:ext cx="175721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2800" b="0" i="0" smtClean="0">
                          <a:solidFill>
                            <a:srgbClr val="002060"/>
                          </a:solidFill>
                          <a:latin typeface="Cambria Math" panose="02040503050406030204" pitchFamily="18" charset="0"/>
                        </a:rPr>
                        <m:t>q</m:t>
                      </m:r>
                      <m:r>
                        <a:rPr lang="en-IN" sz="2800" b="0" i="0" smtClean="0">
                          <a:solidFill>
                            <a:srgbClr val="002060"/>
                          </a:solidFill>
                          <a:latin typeface="Cambria Math" panose="02040503050406030204" pitchFamily="18" charset="0"/>
                        </a:rPr>
                        <m:t>=</m:t>
                      </m:r>
                      <m:r>
                        <a:rPr lang="en-US" sz="2800" b="0" i="0" smtClean="0">
                          <a:solidFill>
                            <a:srgbClr val="002060"/>
                          </a:solidFill>
                          <a:latin typeface="Cambria Math" panose="02040503050406030204" pitchFamily="18" charset="0"/>
                        </a:rPr>
                        <m:t>1−</m:t>
                      </m:r>
                      <m:r>
                        <m:rPr>
                          <m:sty m:val="p"/>
                        </m:rPr>
                        <a:rPr lang="en-US" sz="2800" b="0" i="0" smtClean="0">
                          <a:solidFill>
                            <a:srgbClr val="002060"/>
                          </a:solidFill>
                          <a:latin typeface="Cambria Math" panose="02040503050406030204" pitchFamily="18" charset="0"/>
                        </a:rPr>
                        <m:t>p</m:t>
                      </m:r>
                    </m:oMath>
                  </m:oMathPara>
                </a14:m>
                <a:endParaRPr lang="en-US" sz="2800" dirty="0">
                  <a:solidFill>
                    <a:srgbClr val="002060"/>
                  </a:solidFill>
                </a:endParaRPr>
              </a:p>
            </p:txBody>
          </p:sp>
        </mc:Choice>
        <mc:Fallback xmlns="">
          <p:sp>
            <p:nvSpPr>
              <p:cNvPr id="34" name="Rectangle 33">
                <a:extLst>
                  <a:ext uri="{FF2B5EF4-FFF2-40B4-BE49-F238E27FC236}">
                    <a16:creationId xmlns:a16="http://schemas.microsoft.com/office/drawing/2014/main" id="{5F7CB916-39EF-38F0-39F0-B0FEC22CA35F}"/>
                  </a:ext>
                </a:extLst>
              </p:cNvPr>
              <p:cNvSpPr>
                <a:spLocks noRot="1" noChangeAspect="1" noMove="1" noResize="1" noEditPoints="1" noAdjustHandles="1" noChangeArrowheads="1" noChangeShapeType="1" noTextEdit="1"/>
              </p:cNvSpPr>
              <p:nvPr/>
            </p:nvSpPr>
            <p:spPr>
              <a:xfrm>
                <a:off x="5165503" y="3800908"/>
                <a:ext cx="1757212"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635FF2D0-85EA-46F9-26C4-7A97D1F6A7CD}"/>
                  </a:ext>
                </a:extLst>
              </p:cNvPr>
              <p:cNvSpPr txBox="1"/>
              <p:nvPr/>
            </p:nvSpPr>
            <p:spPr>
              <a:xfrm>
                <a:off x="6691809" y="3823230"/>
                <a:ext cx="2579188"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i="1" smtClean="0">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1−</m:t>
                      </m:r>
                      <m:r>
                        <a:rPr lang="en-IN" sz="2800" b="0" i="1" smtClean="0">
                          <a:solidFill>
                            <a:srgbClr val="002060"/>
                          </a:solidFill>
                          <a:latin typeface="Cambria Math" panose="02040503050406030204" pitchFamily="18" charset="0"/>
                        </a:rPr>
                        <m:t>0.</m:t>
                      </m:r>
                      <m:r>
                        <a:rPr lang="en-US" sz="2800" b="0" i="1" smtClean="0">
                          <a:solidFill>
                            <a:srgbClr val="002060"/>
                          </a:solidFill>
                          <a:latin typeface="Cambria Math" panose="02040503050406030204" pitchFamily="18" charset="0"/>
                        </a:rPr>
                        <m:t>3333</m:t>
                      </m:r>
                    </m:oMath>
                  </m:oMathPara>
                </a14:m>
                <a:endParaRPr lang="en-IN" sz="2800" dirty="0"/>
              </a:p>
            </p:txBody>
          </p:sp>
        </mc:Choice>
        <mc:Fallback xmlns="">
          <p:sp>
            <p:nvSpPr>
              <p:cNvPr id="35" name="TextBox 34">
                <a:extLst>
                  <a:ext uri="{FF2B5EF4-FFF2-40B4-BE49-F238E27FC236}">
                    <a16:creationId xmlns:a16="http://schemas.microsoft.com/office/drawing/2014/main" id="{635FF2D0-85EA-46F9-26C4-7A97D1F6A7CD}"/>
                  </a:ext>
                </a:extLst>
              </p:cNvPr>
              <p:cNvSpPr txBox="1">
                <a:spLocks noRot="1" noChangeAspect="1" noMove="1" noResize="1" noEditPoints="1" noAdjustHandles="1" noChangeArrowheads="1" noChangeShapeType="1" noTextEdit="1"/>
              </p:cNvSpPr>
              <p:nvPr/>
            </p:nvSpPr>
            <p:spPr>
              <a:xfrm>
                <a:off x="6691809" y="3823230"/>
                <a:ext cx="2579188"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B9B844D6-6771-C693-BC56-FA35E80DC7AE}"/>
                  </a:ext>
                </a:extLst>
              </p:cNvPr>
              <p:cNvSpPr txBox="1"/>
              <p:nvPr/>
            </p:nvSpPr>
            <p:spPr>
              <a:xfrm>
                <a:off x="9065838" y="3831571"/>
                <a:ext cx="1553263"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i="1" smtClean="0">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0.6667</m:t>
                      </m:r>
                    </m:oMath>
                  </m:oMathPara>
                </a14:m>
                <a:endParaRPr lang="en-IN" sz="2800" dirty="0"/>
              </a:p>
            </p:txBody>
          </p:sp>
        </mc:Choice>
        <mc:Fallback xmlns="">
          <p:sp>
            <p:nvSpPr>
              <p:cNvPr id="36" name="TextBox 35">
                <a:extLst>
                  <a:ext uri="{FF2B5EF4-FFF2-40B4-BE49-F238E27FC236}">
                    <a16:creationId xmlns:a16="http://schemas.microsoft.com/office/drawing/2014/main" id="{B9B844D6-6771-C693-BC56-FA35E80DC7AE}"/>
                  </a:ext>
                </a:extLst>
              </p:cNvPr>
              <p:cNvSpPr txBox="1">
                <a:spLocks noRot="1" noChangeAspect="1" noMove="1" noResize="1" noEditPoints="1" noAdjustHandles="1" noChangeArrowheads="1" noChangeShapeType="1" noTextEdit="1"/>
              </p:cNvSpPr>
              <p:nvPr/>
            </p:nvSpPr>
            <p:spPr>
              <a:xfrm>
                <a:off x="9065838" y="3831571"/>
                <a:ext cx="1553263" cy="523220"/>
              </a:xfrm>
              <a:prstGeom prst="rect">
                <a:avLst/>
              </a:prstGeom>
              <a:blipFill>
                <a:blip r:embed="rId14"/>
                <a:stretch>
                  <a:fillRect/>
                </a:stretch>
              </a:blipFill>
            </p:spPr>
            <p:txBody>
              <a:bodyPr/>
              <a:lstStyle/>
              <a:p>
                <a:r>
                  <a:rPr lang="en-IN">
                    <a:noFill/>
                  </a:rPr>
                  <a:t> </a:t>
                </a:r>
              </a:p>
            </p:txBody>
          </p:sp>
        </mc:Fallback>
      </mc:AlternateContent>
      <p:cxnSp>
        <p:nvCxnSpPr>
          <p:cNvPr id="38" name="Straight Connector 37">
            <a:extLst>
              <a:ext uri="{FF2B5EF4-FFF2-40B4-BE49-F238E27FC236}">
                <a16:creationId xmlns:a16="http://schemas.microsoft.com/office/drawing/2014/main" id="{335DF0F8-B02E-15E3-B695-B202444E9CBA}"/>
              </a:ext>
            </a:extLst>
          </p:cNvPr>
          <p:cNvCxnSpPr>
            <a:cxnSpLocks/>
          </p:cNvCxnSpPr>
          <p:nvPr/>
        </p:nvCxnSpPr>
        <p:spPr>
          <a:xfrm>
            <a:off x="4927740" y="2285864"/>
            <a:ext cx="0" cy="4320000"/>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9B43CBA6-6E47-858C-6F42-06B77E1EE69B}"/>
                  </a:ext>
                </a:extLst>
              </p:cNvPr>
              <p:cNvSpPr txBox="1"/>
              <p:nvPr/>
            </p:nvSpPr>
            <p:spPr>
              <a:xfrm>
                <a:off x="4876940" y="4471500"/>
                <a:ext cx="6553051" cy="144648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b="0" i="1" smtClean="0">
                          <a:solidFill>
                            <a:srgbClr val="002060"/>
                          </a:solidFill>
                          <a:latin typeface="Cambria Math" panose="02040503050406030204" pitchFamily="18" charset="0"/>
                          <a:ea typeface="Cambria Math" panose="02040503050406030204" pitchFamily="18" charset="0"/>
                        </a:rPr>
                        <m:t>∴</m:t>
                      </m:r>
                      <m:r>
                        <m:rPr>
                          <m:sty m:val="p"/>
                        </m:rPr>
                        <a:rPr lang="en-IN" sz="2800" b="0" i="1" smtClean="0">
                          <a:solidFill>
                            <a:srgbClr val="002060"/>
                          </a:solidFill>
                          <a:latin typeface="Cambria Math" panose="02040503050406030204" pitchFamily="18" charset="0"/>
                        </a:rPr>
                        <m:t>Z</m:t>
                      </m:r>
                      <m:r>
                        <a:rPr lang="en-IN" sz="2800" b="0" i="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m:t>
                          </m:r>
                          <m:r>
                            <a:rPr lang="en-IN" sz="2800" i="1" smtClean="0">
                              <a:solidFill>
                                <a:srgbClr val="002060"/>
                              </a:solidFill>
                              <a:latin typeface="Cambria Math" panose="02040503050406030204" pitchFamily="18" charset="0"/>
                            </a:rPr>
                            <m:t>0</m:t>
                          </m:r>
                          <m:r>
                            <a:rPr lang="en-IN" sz="2800" b="0" i="1" smtClean="0">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25</m:t>
                          </m:r>
                          <m:r>
                            <a:rPr lang="en-IN" sz="2800" b="0" i="0">
                              <a:solidFill>
                                <a:srgbClr val="002060"/>
                              </a:solidFill>
                              <a:latin typeface="Cambria Math" panose="02040503050406030204" pitchFamily="18" charset="0"/>
                            </a:rPr>
                            <m:t>−</m:t>
                          </m:r>
                          <m:r>
                            <a:rPr lang="en-US" sz="2800" i="1" smtClean="0">
                              <a:solidFill>
                                <a:srgbClr val="002060"/>
                              </a:solidFill>
                              <a:latin typeface="Cambria Math" panose="02040503050406030204" pitchFamily="18" charset="0"/>
                            </a:rPr>
                            <m:t>0</m:t>
                          </m:r>
                          <m:r>
                            <a:rPr lang="en-US" sz="2800" b="0" i="1" smtClean="0">
                              <a:solidFill>
                                <a:srgbClr val="002060"/>
                              </a:solidFill>
                              <a:latin typeface="Cambria Math" panose="02040503050406030204" pitchFamily="18" charset="0"/>
                            </a:rPr>
                            <m:t>.375</m:t>
                          </m:r>
                          <m:r>
                            <a:rPr lang="en-IN" sz="2800" b="0" i="0">
                              <a:solidFill>
                                <a:srgbClr val="002060"/>
                              </a:solidFill>
                              <a:latin typeface="Cambria Math" panose="02040503050406030204" pitchFamily="18" charset="0"/>
                            </a:rPr>
                            <m:t> </m:t>
                          </m:r>
                        </m:num>
                        <m:den>
                          <m:r>
                            <a:rPr lang="en-IN" sz="2800" b="0" i="0">
                              <a:solidFill>
                                <a:srgbClr val="002060"/>
                              </a:solidFill>
                              <a:latin typeface="Cambria Math" panose="02040503050406030204" pitchFamily="18" charset="0"/>
                            </a:rPr>
                            <m:t>  </m:t>
                          </m:r>
                          <m:rad>
                            <m:radPr>
                              <m:degHide m:val="on"/>
                              <m:ctrlPr>
                                <a:rPr lang="en-IN" sz="2800" i="1">
                                  <a:solidFill>
                                    <a:srgbClr val="002060"/>
                                  </a:solidFill>
                                  <a:latin typeface="Cambria Math" panose="02040503050406030204" pitchFamily="18" charset="0"/>
                                </a:rPr>
                              </m:ctrlPr>
                            </m:radPr>
                            <m:deg/>
                            <m:e>
                              <m:d>
                                <m:dPr>
                                  <m:ctrlPr>
                                    <a:rPr lang="en-IN" sz="2800" i="1">
                                      <a:solidFill>
                                        <a:srgbClr val="002060"/>
                                      </a:solidFill>
                                      <a:latin typeface="Cambria Math" panose="02040503050406030204" pitchFamily="18" charset="0"/>
                                    </a:rPr>
                                  </m:ctrlPr>
                                </m:dPr>
                                <m:e>
                                  <m:r>
                                    <a:rPr lang="en-US" sz="2800" i="1" smtClean="0">
                                      <a:solidFill>
                                        <a:srgbClr val="002060"/>
                                      </a:solidFill>
                                      <a:latin typeface="Cambria Math" panose="02040503050406030204" pitchFamily="18" charset="0"/>
                                    </a:rPr>
                                    <m:t>0</m:t>
                                  </m:r>
                                  <m:r>
                                    <a:rPr lang="en-US" sz="2800" b="0" i="1" smtClean="0">
                                      <a:solidFill>
                                        <a:srgbClr val="002060"/>
                                      </a:solidFill>
                                      <a:latin typeface="Cambria Math" panose="02040503050406030204" pitchFamily="18" charset="0"/>
                                    </a:rPr>
                                    <m:t>.3333</m:t>
                                  </m:r>
                                </m:e>
                              </m:d>
                              <m:d>
                                <m:dPr>
                                  <m:ctrlPr>
                                    <a:rPr lang="en-IN" sz="2800" i="1">
                                      <a:solidFill>
                                        <a:srgbClr val="002060"/>
                                      </a:solidFill>
                                      <a:latin typeface="Cambria Math" panose="02040503050406030204" pitchFamily="18" charset="0"/>
                                    </a:rPr>
                                  </m:ctrlPr>
                                </m:dPr>
                                <m:e>
                                  <m:r>
                                    <a:rPr lang="en-US" sz="2800" i="1">
                                      <a:solidFill>
                                        <a:srgbClr val="002060"/>
                                      </a:solidFill>
                                      <a:latin typeface="Cambria Math" panose="02040503050406030204" pitchFamily="18" charset="0"/>
                                    </a:rPr>
                                    <m:t>0.</m:t>
                                  </m:r>
                                  <m:r>
                                    <a:rPr lang="en-US" sz="2800" b="0" i="1" smtClean="0">
                                      <a:solidFill>
                                        <a:srgbClr val="002060"/>
                                      </a:solidFill>
                                      <a:latin typeface="Cambria Math" panose="02040503050406030204" pitchFamily="18" charset="0"/>
                                    </a:rPr>
                                    <m:t>6667</m:t>
                                  </m:r>
                                </m:e>
                              </m:d>
                              <m:d>
                                <m:dPr>
                                  <m:ctrlPr>
                                    <a:rPr lang="en-IN" sz="2800" i="1">
                                      <a:solidFill>
                                        <a:srgbClr val="002060"/>
                                      </a:solidFill>
                                      <a:latin typeface="Cambria Math" panose="02040503050406030204" pitchFamily="18" charset="0"/>
                                    </a:rPr>
                                  </m:ctrlPr>
                                </m:dPr>
                                <m:e>
                                  <m:f>
                                    <m:fPr>
                                      <m:ctrlPr>
                                        <a:rPr lang="en-IN" sz="280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1 </m:t>
                                      </m:r>
                                    </m:num>
                                    <m:den>
                                      <m:r>
                                        <a:rPr lang="en-US" sz="2800" b="0" i="1" smtClean="0">
                                          <a:solidFill>
                                            <a:srgbClr val="002060"/>
                                          </a:solidFill>
                                          <a:latin typeface="Cambria Math" panose="02040503050406030204" pitchFamily="18" charset="0"/>
                                        </a:rPr>
                                        <m:t>40</m:t>
                                      </m:r>
                                      <m:r>
                                        <a:rPr lang="en-IN" sz="2800" b="0" i="1" smtClean="0">
                                          <a:solidFill>
                                            <a:srgbClr val="002060"/>
                                          </a:solidFill>
                                          <a:latin typeface="Cambria Math" panose="02040503050406030204" pitchFamily="18" charset="0"/>
                                        </a:rPr>
                                        <m:t>0</m:t>
                                      </m:r>
                                    </m:den>
                                  </m:f>
                                  <m:r>
                                    <a:rPr lang="en-IN" sz="2800" b="0" i="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1 </m:t>
                                      </m:r>
                                    </m:num>
                                    <m:den>
                                      <m:r>
                                        <a:rPr lang="en-US" sz="2800" i="1" smtClean="0">
                                          <a:solidFill>
                                            <a:srgbClr val="002060"/>
                                          </a:solidFill>
                                          <a:latin typeface="Cambria Math" panose="02040503050406030204" pitchFamily="18" charset="0"/>
                                        </a:rPr>
                                        <m:t>8</m:t>
                                      </m:r>
                                      <m:r>
                                        <a:rPr lang="en-US" sz="2800" b="0" i="1" smtClean="0">
                                          <a:solidFill>
                                            <a:srgbClr val="002060"/>
                                          </a:solidFill>
                                          <a:latin typeface="Cambria Math" panose="02040503050406030204" pitchFamily="18" charset="0"/>
                                        </a:rPr>
                                        <m:t>0</m:t>
                                      </m:r>
                                      <m:r>
                                        <a:rPr lang="en-IN" sz="2800" b="0" i="1" smtClean="0">
                                          <a:solidFill>
                                            <a:srgbClr val="002060"/>
                                          </a:solidFill>
                                          <a:latin typeface="Cambria Math" panose="02040503050406030204" pitchFamily="18" charset="0"/>
                                        </a:rPr>
                                        <m:t>0</m:t>
                                      </m:r>
                                    </m:den>
                                  </m:f>
                                </m:e>
                              </m:d>
                              <m:r>
                                <a:rPr lang="en-IN" sz="2800" b="0" i="0">
                                  <a:solidFill>
                                    <a:srgbClr val="002060"/>
                                  </a:solidFill>
                                  <a:latin typeface="Cambria Math" panose="02040503050406030204" pitchFamily="18" charset="0"/>
                                </a:rPr>
                                <m:t> </m:t>
                              </m:r>
                            </m:e>
                          </m:rad>
                          <m:r>
                            <a:rPr lang="en-IN" sz="2800" b="0" i="0">
                              <a:solidFill>
                                <a:srgbClr val="002060"/>
                              </a:solidFill>
                              <a:latin typeface="Cambria Math" panose="02040503050406030204" pitchFamily="18" charset="0"/>
                            </a:rPr>
                            <m:t>  </m:t>
                          </m:r>
                        </m:den>
                      </m:f>
                    </m:oMath>
                  </m:oMathPara>
                </a14:m>
                <a:endParaRPr lang="en-IN" sz="2800" dirty="0">
                  <a:solidFill>
                    <a:srgbClr val="002060"/>
                  </a:solidFill>
                </a:endParaRPr>
              </a:p>
            </p:txBody>
          </p:sp>
        </mc:Choice>
        <mc:Fallback xmlns="">
          <p:sp>
            <p:nvSpPr>
              <p:cNvPr id="39" name="TextBox 38">
                <a:extLst>
                  <a:ext uri="{FF2B5EF4-FFF2-40B4-BE49-F238E27FC236}">
                    <a16:creationId xmlns:a16="http://schemas.microsoft.com/office/drawing/2014/main" id="{9B43CBA6-6E47-858C-6F42-06B77E1EE69B}"/>
                  </a:ext>
                </a:extLst>
              </p:cNvPr>
              <p:cNvSpPr txBox="1">
                <a:spLocks noRot="1" noChangeAspect="1" noMove="1" noResize="1" noEditPoints="1" noAdjustHandles="1" noChangeArrowheads="1" noChangeShapeType="1" noTextEdit="1"/>
              </p:cNvSpPr>
              <p:nvPr/>
            </p:nvSpPr>
            <p:spPr>
              <a:xfrm>
                <a:off x="4876940" y="4471500"/>
                <a:ext cx="6553051" cy="1446486"/>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Rectangle 39">
                <a:extLst>
                  <a:ext uri="{FF2B5EF4-FFF2-40B4-BE49-F238E27FC236}">
                    <a16:creationId xmlns:a16="http://schemas.microsoft.com/office/drawing/2014/main" id="{08BA2126-4447-59D1-A026-39D9500463EB}"/>
                  </a:ext>
                </a:extLst>
              </p:cNvPr>
              <p:cNvSpPr/>
              <p:nvPr/>
            </p:nvSpPr>
            <p:spPr>
              <a:xfrm>
                <a:off x="5440971" y="6039187"/>
                <a:ext cx="1503402" cy="477054"/>
              </a:xfrm>
              <a:prstGeom prst="rect">
                <a:avLst/>
              </a:prstGeom>
            </p:spPr>
            <p:txBody>
              <a:bodyPr wrap="square">
                <a:spAutoFit/>
              </a:bodyPr>
              <a:lstStyle/>
              <a:p>
                <a:pPr lvl="0"/>
                <a14:m>
                  <m:oMath xmlns:m="http://schemas.openxmlformats.org/officeDocument/2006/math">
                    <m:r>
                      <a:rPr lang="en-IN" sz="2500" b="0" i="0" smtClean="0">
                        <a:solidFill>
                          <a:srgbClr val="002060"/>
                        </a:solidFill>
                        <a:latin typeface="Cambria Math" panose="02040503050406030204" pitchFamily="18" charset="0"/>
                      </a:rPr>
                      <m:t>=</m:t>
                    </m:r>
                    <m:r>
                      <a:rPr lang="en-US" sz="2500" b="0" i="0" smtClean="0">
                        <a:solidFill>
                          <a:srgbClr val="002060"/>
                        </a:solidFill>
                        <a:latin typeface="Cambria Math" panose="02040503050406030204" pitchFamily="18" charset="0"/>
                      </a:rPr>
                      <m:t>−4.34</m:t>
                    </m:r>
                  </m:oMath>
                </a14:m>
                <a:r>
                  <a:rPr lang="en-US" sz="2500" dirty="0">
                    <a:solidFill>
                      <a:srgbClr val="002060"/>
                    </a:solidFill>
                  </a:rPr>
                  <a:t>  </a:t>
                </a:r>
              </a:p>
            </p:txBody>
          </p:sp>
        </mc:Choice>
        <mc:Fallback xmlns="">
          <p:sp>
            <p:nvSpPr>
              <p:cNvPr id="40" name="Rectangle 39">
                <a:extLst>
                  <a:ext uri="{FF2B5EF4-FFF2-40B4-BE49-F238E27FC236}">
                    <a16:creationId xmlns:a16="http://schemas.microsoft.com/office/drawing/2014/main" id="{08BA2126-4447-59D1-A026-39D9500463EB}"/>
                  </a:ext>
                </a:extLst>
              </p:cNvPr>
              <p:cNvSpPr>
                <a:spLocks noRot="1" noChangeAspect="1" noMove="1" noResize="1" noEditPoints="1" noAdjustHandles="1" noChangeArrowheads="1" noChangeShapeType="1" noTextEdit="1"/>
              </p:cNvSpPr>
              <p:nvPr/>
            </p:nvSpPr>
            <p:spPr>
              <a:xfrm>
                <a:off x="5440971" y="6039187"/>
                <a:ext cx="1503402" cy="477054"/>
              </a:xfrm>
              <a:prstGeom prst="rect">
                <a:avLst/>
              </a:prstGeom>
              <a:blipFill>
                <a:blip r:embed="rId16"/>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455903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nodeType="clickEffect">
                                  <p:stCondLst>
                                    <p:cond delay="0"/>
                                  </p:stCondLst>
                                  <p:childTnLst>
                                    <p:set>
                                      <p:cBhvr>
                                        <p:cTn id="50" dur="1" fill="hold">
                                          <p:stCondLst>
                                            <p:cond delay="0"/>
                                          </p:stCondLst>
                                        </p:cTn>
                                        <p:tgtEl>
                                          <p:spTgt spid="38"/>
                                        </p:tgtEl>
                                        <p:attrNameLst>
                                          <p:attrName>style.visibility</p:attrName>
                                        </p:attrNameLst>
                                      </p:cBhvr>
                                      <p:to>
                                        <p:strVal val="visible"/>
                                      </p:to>
                                    </p:set>
                                    <p:animEffect transition="in" filter="wipe(up)">
                                      <p:cBhvr>
                                        <p:cTn id="51" dur="500"/>
                                        <p:tgtEl>
                                          <p:spTgt spid="38"/>
                                        </p:tgtEl>
                                      </p:cBhvr>
                                    </p:animEffec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22"/>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32"/>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clickEffect">
                                  <p:stCondLst>
                                    <p:cond delay="0"/>
                                  </p:stCondLst>
                                  <p:childTnLst>
                                    <p:set>
                                      <p:cBhvr>
                                        <p:cTn id="63" dur="1" fill="hold">
                                          <p:stCondLst>
                                            <p:cond delay="0"/>
                                          </p:stCondLst>
                                        </p:cTn>
                                        <p:tgtEl>
                                          <p:spTgt spid="34">
                                            <p:txEl>
                                              <p:pRg st="0" end="0"/>
                                            </p:txEl>
                                          </p:spTgt>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35"/>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36"/>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39"/>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8" grpId="0"/>
      <p:bldP spid="9" grpId="0"/>
      <p:bldP spid="10" grpId="0"/>
      <p:bldP spid="11" grpId="0"/>
      <p:bldP spid="12" grpId="0"/>
      <p:bldP spid="13" grpId="0"/>
      <p:bldP spid="6" grpId="0"/>
      <p:bldP spid="7" grpId="0"/>
      <p:bldP spid="20" grpId="0"/>
      <p:bldP spid="22" grpId="0"/>
      <p:bldP spid="5" grpId="0"/>
      <p:bldP spid="32" grpId="0"/>
      <p:bldP spid="35" grpId="0"/>
      <p:bldP spid="36" grpId="0"/>
      <p:bldP spid="39" grpId="0"/>
      <p:bldP spid="40" grpId="0"/>
    </p:bldLst>
  </p:timing>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03F70-9E0D-C402-CA47-0BC462B033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49950F-8F3D-B369-1428-6D909FE2904A}"/>
              </a:ext>
            </a:extLst>
          </p:cNvPr>
          <p:cNvSpPr>
            <a:spLocks noGrp="1"/>
          </p:cNvSpPr>
          <p:nvPr>
            <p:ph type="title"/>
          </p:nvPr>
        </p:nvSpPr>
        <p:spPr/>
        <p:txBody>
          <a:bodyPr/>
          <a:lstStyle/>
          <a:p>
            <a:r>
              <a:rPr lang="en-GB" dirty="0"/>
              <a:t>Method 6 ⇝ Example 5(</a:t>
            </a:r>
            <a:r>
              <a:rPr lang="en-GB" dirty="0">
                <a:solidFill>
                  <a:srgbClr val="FF0000"/>
                </a:solidFill>
              </a:rPr>
              <a:t>Continue</a:t>
            </a:r>
            <a:r>
              <a:rPr lang="en-GB" dirty="0"/>
              <a:t>)</a:t>
            </a:r>
            <a:endParaRPr lang="en-US" dirty="0"/>
          </a:p>
        </p:txBody>
      </p:sp>
      <p:sp>
        <p:nvSpPr>
          <p:cNvPr id="3" name="Rectangle 2">
            <a:extLst>
              <a:ext uri="{FF2B5EF4-FFF2-40B4-BE49-F238E27FC236}">
                <a16:creationId xmlns:a16="http://schemas.microsoft.com/office/drawing/2014/main" id="{CC764B49-6E47-B7A3-57C3-F93817B80013}"/>
              </a:ext>
            </a:extLst>
          </p:cNvPr>
          <p:cNvSpPr/>
          <p:nvPr/>
        </p:nvSpPr>
        <p:spPr>
          <a:xfrm>
            <a:off x="24471" y="937667"/>
            <a:ext cx="2532181" cy="523220"/>
          </a:xfrm>
          <a:prstGeom prst="rect">
            <a:avLst/>
          </a:prstGeom>
        </p:spPr>
        <p:txBody>
          <a:bodyPr wrap="square">
            <a:spAutoFit/>
          </a:bodyPr>
          <a:lstStyle/>
          <a:p>
            <a:pPr lvl="0"/>
            <a:r>
              <a:rPr lang="en-US" sz="2800" b="1" dirty="0">
                <a:solidFill>
                  <a:srgbClr val="002060"/>
                </a:solidFill>
              </a:rPr>
              <a:t>Critical Region :</a:t>
            </a:r>
            <a:r>
              <a:rPr lang="en-US" sz="2800" b="1" u="sng" dirty="0">
                <a:solidFill>
                  <a:srgbClr val="002060"/>
                </a:solidFill>
              </a:rPr>
              <a:t>  </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4FF0DF0-9A34-9EAE-08A4-11E558CEEA51}"/>
                  </a:ext>
                </a:extLst>
              </p:cNvPr>
              <p:cNvSpPr txBox="1"/>
              <p:nvPr/>
            </p:nvSpPr>
            <p:spPr>
              <a:xfrm>
                <a:off x="2265330" y="939036"/>
                <a:ext cx="2697479"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IN" sz="2800" i="1" smtClean="0">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US" sz="2800">
                                  <a:solidFill>
                                    <a:srgbClr val="002060"/>
                                  </a:solidFill>
                                  <a:latin typeface="Cambria Math" panose="02040503050406030204" pitchFamily="18" charset="0"/>
                                </a:rPr>
                                <m:t>Z</m:t>
                              </m:r>
                            </m:e>
                            <m:sub>
                              <m:r>
                                <a:rPr lang="en-US" sz="2800">
                                  <a:solidFill>
                                    <a:srgbClr val="002060"/>
                                  </a:solidFill>
                                  <a:latin typeface="Cambria Math" panose="02040503050406030204" pitchFamily="18" charset="0"/>
                                </a:rPr>
                                <m:t>0.0</m:t>
                              </m:r>
                              <m:r>
                                <a:rPr lang="en-IN" sz="2800" b="0" i="0" smtClean="0">
                                  <a:solidFill>
                                    <a:srgbClr val="002060"/>
                                  </a:solidFill>
                                  <a:latin typeface="Cambria Math" panose="02040503050406030204" pitchFamily="18" charset="0"/>
                                </a:rPr>
                                <m:t>5</m:t>
                              </m:r>
                            </m:sub>
                          </m:sSub>
                          <m:r>
                            <a:rPr lang="en-US" sz="2800" i="1">
                              <a:solidFill>
                                <a:srgbClr val="002060"/>
                              </a:solidFill>
                              <a:latin typeface="Cambria Math" panose="02040503050406030204" pitchFamily="18" charset="0"/>
                            </a:rPr>
                            <m:t> </m:t>
                          </m:r>
                        </m:e>
                      </m:d>
                      <m:r>
                        <a:rPr lang="en-US" sz="280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1.</m:t>
                      </m:r>
                      <m:r>
                        <a:rPr lang="en-US" sz="2800" b="0" i="1" smtClean="0">
                          <a:solidFill>
                            <a:srgbClr val="002060"/>
                          </a:solidFill>
                          <a:latin typeface="Cambria Math" panose="02040503050406030204" pitchFamily="18" charset="0"/>
                        </a:rPr>
                        <m:t>645</m:t>
                      </m:r>
                    </m:oMath>
                  </m:oMathPara>
                </a14:m>
                <a:endParaRPr lang="en-IN" sz="2800" dirty="0">
                  <a:solidFill>
                    <a:srgbClr val="002060"/>
                  </a:solidFill>
                </a:endParaRPr>
              </a:p>
            </p:txBody>
          </p:sp>
        </mc:Choice>
        <mc:Fallback xmlns="">
          <p:sp>
            <p:nvSpPr>
              <p:cNvPr id="4" name="TextBox 3">
                <a:extLst>
                  <a:ext uri="{FF2B5EF4-FFF2-40B4-BE49-F238E27FC236}">
                    <a16:creationId xmlns:a16="http://schemas.microsoft.com/office/drawing/2014/main" id="{F4FF0DF0-9A34-9EAE-08A4-11E558CEEA51}"/>
                  </a:ext>
                </a:extLst>
              </p:cNvPr>
              <p:cNvSpPr txBox="1">
                <a:spLocks noRot="1" noChangeAspect="1" noMove="1" noResize="1" noEditPoints="1" noAdjustHandles="1" noChangeArrowheads="1" noChangeShapeType="1" noTextEdit="1"/>
              </p:cNvSpPr>
              <p:nvPr/>
            </p:nvSpPr>
            <p:spPr>
              <a:xfrm>
                <a:off x="2265330" y="939036"/>
                <a:ext cx="2697479" cy="523220"/>
              </a:xfrm>
              <a:prstGeom prst="rect">
                <a:avLst/>
              </a:prstGeom>
              <a:blipFill>
                <a:blip r:embed="rId2"/>
                <a:stretch>
                  <a:fillRect/>
                </a:stretch>
              </a:blipFill>
            </p:spPr>
            <p:txBody>
              <a:bodyPr/>
              <a:lstStyle/>
              <a:p>
                <a:r>
                  <a:rPr lang="en-IN">
                    <a:noFill/>
                  </a:rPr>
                  <a:t> </a:t>
                </a:r>
              </a:p>
            </p:txBody>
          </p:sp>
        </mc:Fallback>
      </mc:AlternateContent>
      <p:sp>
        <p:nvSpPr>
          <p:cNvPr id="14" name="Rectangle 13">
            <a:extLst>
              <a:ext uri="{FF2B5EF4-FFF2-40B4-BE49-F238E27FC236}">
                <a16:creationId xmlns:a16="http://schemas.microsoft.com/office/drawing/2014/main" id="{3DAFC3AC-F043-8231-C5B7-7BBD94AB3DF6}"/>
              </a:ext>
            </a:extLst>
          </p:cNvPr>
          <p:cNvSpPr/>
          <p:nvPr/>
        </p:nvSpPr>
        <p:spPr>
          <a:xfrm>
            <a:off x="24471" y="2740383"/>
            <a:ext cx="1973580" cy="523220"/>
          </a:xfrm>
          <a:prstGeom prst="rect">
            <a:avLst/>
          </a:prstGeom>
        </p:spPr>
        <p:txBody>
          <a:bodyPr wrap="square">
            <a:spAutoFit/>
          </a:bodyPr>
          <a:lstStyle/>
          <a:p>
            <a:pPr lvl="0"/>
            <a:r>
              <a:rPr lang="en-US" sz="2800" b="1" dirty="0">
                <a:solidFill>
                  <a:srgbClr val="002060"/>
                </a:solidFill>
              </a:rPr>
              <a:t>Conclusion :</a:t>
            </a:r>
            <a:r>
              <a:rPr lang="en-US" sz="2800" b="1" u="sng" dirty="0">
                <a:solidFill>
                  <a:srgbClr val="002060"/>
                </a:solidFill>
              </a:rPr>
              <a:t>  </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DBC23BA3-4E1D-786C-D449-672DDE6F3DB0}"/>
                  </a:ext>
                </a:extLst>
              </p:cNvPr>
              <p:cNvSpPr txBox="1"/>
              <p:nvPr/>
            </p:nvSpPr>
            <p:spPr>
              <a:xfrm>
                <a:off x="25400" y="1877358"/>
                <a:ext cx="2376538"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IN" sz="2800" i="1" smtClean="0">
                              <a:solidFill>
                                <a:srgbClr val="002060"/>
                              </a:solidFill>
                              <a:latin typeface="Cambria Math" panose="02040503050406030204" pitchFamily="18" charset="0"/>
                            </a:rPr>
                          </m:ctrlPr>
                        </m:dPr>
                        <m:e>
                          <m:r>
                            <a:rPr lang="en-IN" sz="2800" b="0" i="0" smtClean="0">
                              <a:solidFill>
                                <a:srgbClr val="002060"/>
                              </a:solidFill>
                              <a:latin typeface="Cambria Math" panose="02040503050406030204" pitchFamily="18" charset="0"/>
                            </a:rPr>
                            <m:t> </m:t>
                          </m:r>
                          <m:r>
                            <m:rPr>
                              <m:sty m:val="p"/>
                            </m:rPr>
                            <a:rPr lang="en-IN" sz="2800" b="0" i="0" smtClean="0">
                              <a:solidFill>
                                <a:srgbClr val="002060"/>
                              </a:solidFill>
                              <a:latin typeface="Cambria Math" panose="02040503050406030204" pitchFamily="18" charset="0"/>
                            </a:rPr>
                            <m:t>Z</m:t>
                          </m:r>
                          <m:r>
                            <a:rPr lang="en-US" sz="2800" i="1">
                              <a:solidFill>
                                <a:srgbClr val="002060"/>
                              </a:solidFill>
                              <a:latin typeface="Cambria Math" panose="02040503050406030204" pitchFamily="18" charset="0"/>
                            </a:rPr>
                            <m:t> </m:t>
                          </m:r>
                        </m:e>
                      </m:d>
                      <m:r>
                        <a:rPr lang="en-US" sz="2800">
                          <a:solidFill>
                            <a:srgbClr val="002060"/>
                          </a:solidFill>
                          <a:latin typeface="Cambria Math" panose="02040503050406030204" pitchFamily="18" charset="0"/>
                        </a:rPr>
                        <m:t>=</m:t>
                      </m:r>
                      <m:r>
                        <a:rPr lang="en-US" sz="2800" b="0" i="0" smtClean="0">
                          <a:solidFill>
                            <a:srgbClr val="002060"/>
                          </a:solidFill>
                          <a:latin typeface="Cambria Math" panose="02040503050406030204" pitchFamily="18" charset="0"/>
                        </a:rPr>
                        <m:t>4.34</m:t>
                      </m:r>
                    </m:oMath>
                  </m:oMathPara>
                </a14:m>
                <a:endParaRPr lang="en-IN" sz="2800" dirty="0">
                  <a:solidFill>
                    <a:srgbClr val="002060"/>
                  </a:solidFill>
                </a:endParaRPr>
              </a:p>
            </p:txBody>
          </p:sp>
        </mc:Choice>
        <mc:Fallback xmlns="">
          <p:sp>
            <p:nvSpPr>
              <p:cNvPr id="16" name="TextBox 15">
                <a:extLst>
                  <a:ext uri="{FF2B5EF4-FFF2-40B4-BE49-F238E27FC236}">
                    <a16:creationId xmlns:a16="http://schemas.microsoft.com/office/drawing/2014/main" id="{DBC23BA3-4E1D-786C-D449-672DDE6F3DB0}"/>
                  </a:ext>
                </a:extLst>
              </p:cNvPr>
              <p:cNvSpPr txBox="1">
                <a:spLocks noRot="1" noChangeAspect="1" noMove="1" noResize="1" noEditPoints="1" noAdjustHandles="1" noChangeArrowheads="1" noChangeShapeType="1" noTextEdit="1"/>
              </p:cNvSpPr>
              <p:nvPr/>
            </p:nvSpPr>
            <p:spPr>
              <a:xfrm>
                <a:off x="25400" y="1877358"/>
                <a:ext cx="2376538"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38BABB37-60B2-C277-A1A4-2DDDFEEE6364}"/>
                  </a:ext>
                </a:extLst>
              </p:cNvPr>
              <p:cNvSpPr/>
              <p:nvPr/>
            </p:nvSpPr>
            <p:spPr>
              <a:xfrm>
                <a:off x="1864311" y="2729260"/>
                <a:ext cx="1973580" cy="523220"/>
              </a:xfrm>
              <a:prstGeom prst="rect">
                <a:avLst/>
              </a:prstGeom>
            </p:spPr>
            <p:txBody>
              <a:bodyPr wrap="square">
                <a:spAutoFit/>
              </a:bodyPr>
              <a:lstStyle/>
              <a:p>
                <a:pPr lvl="0"/>
                <a14:m>
                  <m:oMath xmlns:m="http://schemas.openxmlformats.org/officeDocument/2006/math">
                    <m:sSub>
                      <m:sSubPr>
                        <m:ctrlPr>
                          <a:rPr lang="en-US"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H</m:t>
                        </m:r>
                      </m:e>
                      <m:sub>
                        <m:r>
                          <a:rPr lang="en-IN" sz="2800">
                            <a:solidFill>
                              <a:srgbClr val="002060"/>
                            </a:solidFill>
                            <a:latin typeface="Cambria Math" panose="02040503050406030204" pitchFamily="18" charset="0"/>
                          </a:rPr>
                          <m:t>0</m:t>
                        </m:r>
                      </m:sub>
                    </m:sSub>
                  </m:oMath>
                </a14:m>
                <a:r>
                  <a:rPr lang="en-US" sz="2800" dirty="0">
                    <a:solidFill>
                      <a:srgbClr val="002060"/>
                    </a:solidFill>
                  </a:rPr>
                  <a:t> Reject</a:t>
                </a:r>
                <a:r>
                  <a:rPr lang="en-US" sz="2800" u="sng" dirty="0">
                    <a:solidFill>
                      <a:srgbClr val="002060"/>
                    </a:solidFill>
                  </a:rPr>
                  <a:t>  </a:t>
                </a:r>
              </a:p>
            </p:txBody>
          </p:sp>
        </mc:Choice>
        <mc:Fallback xmlns="">
          <p:sp>
            <p:nvSpPr>
              <p:cNvPr id="17" name="Rectangle 16">
                <a:extLst>
                  <a:ext uri="{FF2B5EF4-FFF2-40B4-BE49-F238E27FC236}">
                    <a16:creationId xmlns:a16="http://schemas.microsoft.com/office/drawing/2014/main" id="{3702A207-DE8B-50DF-E025-C8DDE4727D6A}"/>
                  </a:ext>
                </a:extLst>
              </p:cNvPr>
              <p:cNvSpPr>
                <a:spLocks noRot="1" noChangeAspect="1" noMove="1" noResize="1" noEditPoints="1" noAdjustHandles="1" noChangeArrowheads="1" noChangeShapeType="1" noTextEdit="1"/>
              </p:cNvSpPr>
              <p:nvPr/>
            </p:nvSpPr>
            <p:spPr>
              <a:xfrm>
                <a:off x="1864311" y="2729260"/>
                <a:ext cx="1973580" cy="523220"/>
              </a:xfrm>
              <a:prstGeom prst="rect">
                <a:avLst/>
              </a:prstGeom>
              <a:blipFill>
                <a:blip r:embed="rId4"/>
                <a:stretch>
                  <a:fillRect t="-12791" b="-3139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363DAED8-C416-9044-C3CE-7331C15F53E2}"/>
                  </a:ext>
                </a:extLst>
              </p:cNvPr>
              <p:cNvSpPr txBox="1"/>
              <p:nvPr/>
            </p:nvSpPr>
            <p:spPr>
              <a:xfrm>
                <a:off x="2557733" y="1857631"/>
                <a:ext cx="331384"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i="1" smtClean="0">
                          <a:solidFill>
                            <a:srgbClr val="002060"/>
                          </a:solidFill>
                          <a:latin typeface="Cambria Math" panose="02040503050406030204" pitchFamily="18" charset="0"/>
                        </a:rPr>
                        <m:t>3</m:t>
                      </m:r>
                    </m:oMath>
                  </m:oMathPara>
                </a14:m>
                <a:endParaRPr lang="en-IN" sz="2800" dirty="0">
                  <a:solidFill>
                    <a:srgbClr val="002060"/>
                  </a:solidFill>
                </a:endParaRPr>
              </a:p>
            </p:txBody>
          </p:sp>
        </mc:Choice>
        <mc:Fallback xmlns="">
          <p:sp>
            <p:nvSpPr>
              <p:cNvPr id="18" name="TextBox 17">
                <a:extLst>
                  <a:ext uri="{FF2B5EF4-FFF2-40B4-BE49-F238E27FC236}">
                    <a16:creationId xmlns:a16="http://schemas.microsoft.com/office/drawing/2014/main" id="{363DAED8-C416-9044-C3CE-7331C15F53E2}"/>
                  </a:ext>
                </a:extLst>
              </p:cNvPr>
              <p:cNvSpPr txBox="1">
                <a:spLocks noRot="1" noChangeAspect="1" noMove="1" noResize="1" noEditPoints="1" noAdjustHandles="1" noChangeArrowheads="1" noChangeShapeType="1" noTextEdit="1"/>
              </p:cNvSpPr>
              <p:nvPr/>
            </p:nvSpPr>
            <p:spPr>
              <a:xfrm>
                <a:off x="2557733" y="1857631"/>
                <a:ext cx="331384"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A570B36-7B0B-72C9-8CEE-9DA85525B07B}"/>
                  </a:ext>
                </a:extLst>
              </p:cNvPr>
              <p:cNvSpPr txBox="1"/>
              <p:nvPr/>
            </p:nvSpPr>
            <p:spPr>
              <a:xfrm>
                <a:off x="2134935" y="1852997"/>
                <a:ext cx="548717"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i="1" smtClean="0">
                          <a:solidFill>
                            <a:srgbClr val="002060"/>
                          </a:solidFill>
                          <a:latin typeface="Cambria Math" panose="02040503050406030204" pitchFamily="18" charset="0"/>
                          <a:ea typeface="Cambria Math" panose="02040503050406030204" pitchFamily="18" charset="0"/>
                        </a:rPr>
                        <m:t>&gt;</m:t>
                      </m:r>
                    </m:oMath>
                  </m:oMathPara>
                </a14:m>
                <a:endParaRPr lang="en-IN" sz="2800" dirty="0">
                  <a:solidFill>
                    <a:srgbClr val="002060"/>
                  </a:solidFill>
                </a:endParaRPr>
              </a:p>
            </p:txBody>
          </p:sp>
        </mc:Choice>
        <mc:Fallback xmlns="">
          <p:sp>
            <p:nvSpPr>
              <p:cNvPr id="19" name="TextBox 18">
                <a:extLst>
                  <a:ext uri="{FF2B5EF4-FFF2-40B4-BE49-F238E27FC236}">
                    <a16:creationId xmlns:a16="http://schemas.microsoft.com/office/drawing/2014/main" id="{0A570B36-7B0B-72C9-8CEE-9DA85525B07B}"/>
                  </a:ext>
                </a:extLst>
              </p:cNvPr>
              <p:cNvSpPr txBox="1">
                <a:spLocks noRot="1" noChangeAspect="1" noMove="1" noResize="1" noEditPoints="1" noAdjustHandles="1" noChangeArrowheads="1" noChangeShapeType="1" noTextEdit="1"/>
              </p:cNvSpPr>
              <p:nvPr/>
            </p:nvSpPr>
            <p:spPr>
              <a:xfrm>
                <a:off x="2134935" y="1852997"/>
                <a:ext cx="548717" cy="523220"/>
              </a:xfrm>
              <a:prstGeom prst="rect">
                <a:avLst/>
              </a:prstGeom>
              <a:blipFill>
                <a:blip r:embed="rId6"/>
                <a:stretch>
                  <a:fillRect/>
                </a:stretch>
              </a:blipFill>
            </p:spPr>
            <p:txBody>
              <a:bodyPr/>
              <a:lstStyle/>
              <a:p>
                <a:r>
                  <a:rPr lang="en-IN">
                    <a:noFill/>
                  </a:rPr>
                  <a:t> </a:t>
                </a:r>
              </a:p>
            </p:txBody>
          </p:sp>
        </mc:Fallback>
      </mc:AlternateContent>
      <p:sp>
        <p:nvSpPr>
          <p:cNvPr id="23" name="TextBox 22">
            <a:extLst>
              <a:ext uri="{FF2B5EF4-FFF2-40B4-BE49-F238E27FC236}">
                <a16:creationId xmlns:a16="http://schemas.microsoft.com/office/drawing/2014/main" id="{A8CD8BE9-AFDD-BEEA-B212-C9FCAF6B1252}"/>
              </a:ext>
            </a:extLst>
          </p:cNvPr>
          <p:cNvSpPr txBox="1"/>
          <p:nvPr/>
        </p:nvSpPr>
        <p:spPr>
          <a:xfrm>
            <a:off x="1864311" y="3509166"/>
            <a:ext cx="10327689" cy="523220"/>
          </a:xfrm>
          <a:prstGeom prst="rect">
            <a:avLst/>
          </a:prstGeom>
          <a:noFill/>
        </p:spPr>
        <p:txBody>
          <a:bodyPr wrap="square">
            <a:spAutoFit/>
          </a:bodyPr>
          <a:lstStyle/>
          <a:p>
            <a:pPr lvl="0"/>
            <a:r>
              <a:rPr lang="en-US" sz="2800" dirty="0">
                <a:solidFill>
                  <a:srgbClr val="002060"/>
                </a:solidFill>
              </a:rPr>
              <a:t>i.e., There is greater proportion of smokers in city B than in city A.</a:t>
            </a:r>
            <a:endParaRPr lang="en-IN" sz="2800" dirty="0">
              <a:solidFill>
                <a:srgbClr val="002060"/>
              </a:solidFill>
            </a:endParaRPr>
          </a:p>
        </p:txBody>
      </p:sp>
    </p:spTree>
    <p:extLst>
      <p:ext uri="{BB962C8B-B14F-4D97-AF65-F5344CB8AC3E}">
        <p14:creationId xmlns:p14="http://schemas.microsoft.com/office/powerpoint/2010/main" val="1281312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4" grpId="0"/>
      <p:bldP spid="16" grpId="0"/>
      <p:bldP spid="17" grpId="0"/>
      <p:bldP spid="18" grpId="0"/>
      <p:bldP spid="19" grpId="0"/>
      <p:bldP spid="23" grpId="0"/>
    </p:bldLst>
  </p:timing>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E207F-1F3D-F862-8FC6-088397B7D64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a:extLst>
                  <a:ext uri="{FF2B5EF4-FFF2-40B4-BE49-F238E27FC236}">
                    <a16:creationId xmlns:a16="http://schemas.microsoft.com/office/drawing/2014/main" id="{88E35EB7-08D3-56AB-3BE7-716DE6FCA2C2}"/>
                  </a:ext>
                </a:extLst>
              </p:cNvPr>
              <p:cNvSpPr txBox="1">
                <a:spLocks/>
              </p:cNvSpPr>
              <p:nvPr/>
            </p:nvSpPr>
            <p:spPr>
              <a:xfrm>
                <a:off x="131177" y="869082"/>
                <a:ext cx="11929643" cy="3723748"/>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A question in a true-false is considered to be smart if it discriminates between intelligent person (IP) and average person (AP). Suppose </a:t>
                </a:r>
                <a14:m>
                  <m:oMath xmlns:m="http://schemas.openxmlformats.org/officeDocument/2006/math">
                    <m:r>
                      <a:rPr lang="en-US">
                        <a:latin typeface="Cambria Math" panose="02040503050406030204" pitchFamily="18" charset="0"/>
                      </a:rPr>
                      <m:t>205</m:t>
                    </m:r>
                  </m:oMath>
                </a14:m>
                <a:r>
                  <a:rPr lang="en-US" dirty="0"/>
                  <a:t> out of </a:t>
                </a:r>
                <a14:m>
                  <m:oMath xmlns:m="http://schemas.openxmlformats.org/officeDocument/2006/math">
                    <m:r>
                      <a:rPr lang="en-US">
                        <a:latin typeface="Cambria Math" panose="02040503050406030204" pitchFamily="18" charset="0"/>
                      </a:rPr>
                      <m:t>250</m:t>
                    </m:r>
                  </m:oMath>
                </a14:m>
                <a:r>
                  <a:rPr lang="en-US" dirty="0"/>
                  <a:t> IP’s and </a:t>
                </a:r>
                <a14:m>
                  <m:oMath xmlns:m="http://schemas.openxmlformats.org/officeDocument/2006/math">
                    <m:r>
                      <a:rPr lang="en-US">
                        <a:latin typeface="Cambria Math" panose="02040503050406030204" pitchFamily="18" charset="0"/>
                      </a:rPr>
                      <m:t>137</m:t>
                    </m:r>
                  </m:oMath>
                </a14:m>
                <a:r>
                  <a:rPr lang="en-US" dirty="0"/>
                  <a:t> out of </a:t>
                </a:r>
                <a14:m>
                  <m:oMath xmlns:m="http://schemas.openxmlformats.org/officeDocument/2006/math">
                    <m:r>
                      <a:rPr lang="en-US">
                        <a:latin typeface="Cambria Math" panose="02040503050406030204" pitchFamily="18" charset="0"/>
                      </a:rPr>
                      <m:t>250</m:t>
                    </m:r>
                  </m:oMath>
                </a14:m>
                <a:r>
                  <a:rPr lang="en-US" dirty="0"/>
                  <a:t> AP’s answer a quiz question correctly. Test of </a:t>
                </a:r>
                <a14:m>
                  <m:oMath xmlns:m="http://schemas.openxmlformats.org/officeDocument/2006/math">
                    <m:r>
                      <a:rPr lang="en-US">
                        <a:latin typeface="Cambria Math" panose="02040503050406030204" pitchFamily="18" charset="0"/>
                      </a:rPr>
                      <m:t>0.01</m:t>
                    </m:r>
                  </m:oMath>
                </a14:m>
                <a:r>
                  <a:rPr lang="en-US" dirty="0"/>
                  <a:t> level of significance whether for the given question, proportion of correct answers can be expected to be </a:t>
                </a:r>
                <a:r>
                  <a:rPr lang="en-US" b="1" dirty="0"/>
                  <a:t>at least</a:t>
                </a:r>
                <a:r>
                  <a:rPr lang="en-US" dirty="0"/>
                  <a:t> </a:t>
                </a:r>
                <a14:m>
                  <m:oMath xmlns:m="http://schemas.openxmlformats.org/officeDocument/2006/math">
                    <m:r>
                      <a:rPr lang="en-US">
                        <a:latin typeface="Cambria Math" panose="02040503050406030204" pitchFamily="18" charset="0"/>
                      </a:rPr>
                      <m:t>15%</m:t>
                    </m:r>
                  </m:oMath>
                </a14:m>
                <a:r>
                  <a:rPr lang="en-US" dirty="0"/>
                  <a:t> higher among IP’s than among the AP’s.</a:t>
                </a:r>
              </a:p>
              <a:p>
                <a:pPr/>
                <a14:m>
                  <m:oMathPara xmlns:m="http://schemas.openxmlformats.org/officeDocument/2006/math">
                    <m:oMathParaPr>
                      <m:jc m:val="left"/>
                    </m:oMathParaPr>
                    <m:oMath xmlns:m="http://schemas.openxmlformats.org/officeDocument/2006/math">
                      <m:r>
                        <a:rPr lang="en-US">
                          <a:latin typeface="Cambria Math" panose="02040503050406030204" pitchFamily="18" charset="0"/>
                        </a:rPr>
                        <m:t> </m:t>
                      </m:r>
                      <m:d>
                        <m:dPr>
                          <m:ctrlPr>
                            <a:rPr lang="en-IN" i="1">
                              <a:latin typeface="Cambria Math" panose="02040503050406030204" pitchFamily="18" charset="0"/>
                            </a:rPr>
                          </m:ctrlPr>
                        </m:dPr>
                        <m:e>
                          <m:r>
                            <a:rPr lang="en-US" i="1">
                              <a:latin typeface="Cambria Math" panose="02040503050406030204" pitchFamily="18" charset="0"/>
                            </a:rPr>
                            <m:t> </m:t>
                          </m:r>
                          <m:sSub>
                            <m:sSubPr>
                              <m:ctrlPr>
                                <a:rPr lang="en-IN" i="1">
                                  <a:latin typeface="Cambria Math" panose="02040503050406030204" pitchFamily="18" charset="0"/>
                                </a:rPr>
                              </m:ctrlPr>
                            </m:sSubPr>
                            <m:e>
                              <m:r>
                                <m:rPr>
                                  <m:sty m:val="p"/>
                                </m:rPr>
                                <a:rPr lang="en-US">
                                  <a:latin typeface="Cambria Math" panose="02040503050406030204" pitchFamily="18" charset="0"/>
                                </a:rPr>
                                <m:t>Z</m:t>
                              </m:r>
                            </m:e>
                            <m:sub>
                              <m:r>
                                <a:rPr lang="en-US">
                                  <a:latin typeface="Cambria Math" panose="02040503050406030204" pitchFamily="18" charset="0"/>
                                </a:rPr>
                                <m:t>0.01</m:t>
                              </m:r>
                            </m:sub>
                          </m:sSub>
                          <m:r>
                            <a:rPr lang="en-US">
                              <a:latin typeface="Cambria Math" panose="02040503050406030204" pitchFamily="18" charset="0"/>
                            </a:rPr>
                            <m:t>=2.33 </m:t>
                          </m:r>
                        </m:e>
                      </m:d>
                    </m:oMath>
                  </m:oMathPara>
                </a14:m>
                <a:endParaRPr lang="en-IN" dirty="0"/>
              </a:p>
            </p:txBody>
          </p:sp>
        </mc:Choice>
        <mc:Fallback xmlns="">
          <p:sp>
            <p:nvSpPr>
              <p:cNvPr id="19" name="Content Placeholder 2">
                <a:extLst>
                  <a:ext uri="{FF2B5EF4-FFF2-40B4-BE49-F238E27FC236}">
                    <a16:creationId xmlns:a16="http://schemas.microsoft.com/office/drawing/2014/main" id="{88E35EB7-08D3-56AB-3BE7-716DE6FCA2C2}"/>
                  </a:ext>
                </a:extLst>
              </p:cNvPr>
              <p:cNvSpPr txBox="1">
                <a:spLocks noRot="1" noChangeAspect="1" noMove="1" noResize="1" noEditPoints="1" noAdjustHandles="1" noChangeArrowheads="1" noChangeShapeType="1" noTextEdit="1"/>
              </p:cNvSpPr>
              <p:nvPr/>
            </p:nvSpPr>
            <p:spPr>
              <a:xfrm>
                <a:off x="131177" y="869082"/>
                <a:ext cx="11929643" cy="3723748"/>
              </a:xfrm>
              <a:prstGeom prst="rect">
                <a:avLst/>
              </a:prstGeom>
              <a:blipFill>
                <a:blip r:embed="rId2"/>
                <a:stretch>
                  <a:fillRect l="-1074" t="-656" r="-1074"/>
                </a:stretch>
              </a:blipFill>
              <a:ln>
                <a:noFill/>
              </a:ln>
            </p:spPr>
            <p:txBody>
              <a:bodyPr/>
              <a:lstStyle/>
              <a:p>
                <a:r>
                  <a:rPr lang="en-IN">
                    <a:noFill/>
                  </a:rPr>
                  <a:t> </a:t>
                </a:r>
              </a:p>
            </p:txBody>
          </p:sp>
        </mc:Fallback>
      </mc:AlternateContent>
      <p:sp>
        <p:nvSpPr>
          <p:cNvPr id="2" name="Title 1">
            <a:extLst>
              <a:ext uri="{FF2B5EF4-FFF2-40B4-BE49-F238E27FC236}">
                <a16:creationId xmlns:a16="http://schemas.microsoft.com/office/drawing/2014/main" id="{9847B0EB-FC75-A301-E9C6-FD1941086982}"/>
              </a:ext>
            </a:extLst>
          </p:cNvPr>
          <p:cNvSpPr>
            <a:spLocks noGrp="1"/>
          </p:cNvSpPr>
          <p:nvPr>
            <p:ph type="title"/>
          </p:nvPr>
        </p:nvSpPr>
        <p:spPr/>
        <p:txBody>
          <a:bodyPr/>
          <a:lstStyle/>
          <a:p>
            <a:r>
              <a:rPr lang="en-GB" dirty="0"/>
              <a:t>Method 6 ⇝ Example 6</a:t>
            </a:r>
            <a:endParaRPr lang="en-US" dirty="0"/>
          </a:p>
        </p:txBody>
      </p:sp>
      <p:sp>
        <p:nvSpPr>
          <p:cNvPr id="50" name="Rectangle 49">
            <a:extLst>
              <a:ext uri="{FF2B5EF4-FFF2-40B4-BE49-F238E27FC236}">
                <a16:creationId xmlns:a16="http://schemas.microsoft.com/office/drawing/2014/main" id="{CE3784B5-E23C-16FB-E79A-6B36CB201BAB}"/>
              </a:ext>
            </a:extLst>
          </p:cNvPr>
          <p:cNvSpPr/>
          <p:nvPr/>
        </p:nvSpPr>
        <p:spPr>
          <a:xfrm>
            <a:off x="131177" y="4725055"/>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7906FE58-4218-552A-F6A9-A9F116BE10FF}"/>
                  </a:ext>
                </a:extLst>
              </p:cNvPr>
              <p:cNvSpPr/>
              <p:nvPr/>
            </p:nvSpPr>
            <p:spPr>
              <a:xfrm>
                <a:off x="503038" y="5652862"/>
                <a:ext cx="1689245"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2800" b="0" i="1" smtClean="0">
                              <a:solidFill>
                                <a:srgbClr val="002060"/>
                              </a:solidFill>
                              <a:latin typeface="Cambria Math" panose="02040503050406030204" pitchFamily="18" charset="0"/>
                            </a:rPr>
                          </m:ctrlPr>
                        </m:sSubPr>
                        <m:e>
                          <m:r>
                            <m:rPr>
                              <m:sty m:val="p"/>
                            </m:rPr>
                            <a:rPr lang="en-US" sz="2800" b="0" i="0" smtClean="0">
                              <a:solidFill>
                                <a:srgbClr val="002060"/>
                              </a:solidFill>
                              <a:latin typeface="Cambria Math" panose="02040503050406030204" pitchFamily="18" charset="0"/>
                            </a:rPr>
                            <m:t>n</m:t>
                          </m:r>
                        </m:e>
                        <m:sub>
                          <m:r>
                            <a:rPr lang="en-US" sz="2800" b="0" i="0" smtClean="0">
                              <a:solidFill>
                                <a:srgbClr val="002060"/>
                              </a:solidFill>
                              <a:latin typeface="Cambria Math" panose="02040503050406030204" pitchFamily="18" charset="0"/>
                            </a:rPr>
                            <m:t>1</m:t>
                          </m:r>
                        </m:sub>
                      </m:sSub>
                      <m:r>
                        <a:rPr lang="en-IN" sz="2800" b="0" i="0" smtClean="0">
                          <a:solidFill>
                            <a:srgbClr val="002060"/>
                          </a:solidFill>
                          <a:latin typeface="Cambria Math" panose="02040503050406030204" pitchFamily="18" charset="0"/>
                        </a:rPr>
                        <m:t>=</m:t>
                      </m:r>
                      <m:r>
                        <a:rPr lang="en-US" sz="2800" b="0" i="0" smtClean="0">
                          <a:solidFill>
                            <a:srgbClr val="002060"/>
                          </a:solidFill>
                          <a:latin typeface="Cambria Math" panose="02040503050406030204" pitchFamily="18" charset="0"/>
                        </a:rPr>
                        <m:t>250</m:t>
                      </m:r>
                    </m:oMath>
                  </m:oMathPara>
                </a14:m>
                <a:endParaRPr lang="en-US" sz="2800" dirty="0">
                  <a:solidFill>
                    <a:srgbClr val="002060"/>
                  </a:solidFill>
                </a:endParaRPr>
              </a:p>
            </p:txBody>
          </p:sp>
        </mc:Choice>
        <mc:Fallback xmlns="">
          <p:sp>
            <p:nvSpPr>
              <p:cNvPr id="13" name="Rectangle 12">
                <a:extLst>
                  <a:ext uri="{FF2B5EF4-FFF2-40B4-BE49-F238E27FC236}">
                    <a16:creationId xmlns:a16="http://schemas.microsoft.com/office/drawing/2014/main" id="{7906FE58-4218-552A-F6A9-A9F116BE10FF}"/>
                  </a:ext>
                </a:extLst>
              </p:cNvPr>
              <p:cNvSpPr>
                <a:spLocks noRot="1" noChangeAspect="1" noMove="1" noResize="1" noEditPoints="1" noAdjustHandles="1" noChangeArrowheads="1" noChangeShapeType="1" noTextEdit="1"/>
              </p:cNvSpPr>
              <p:nvPr/>
            </p:nvSpPr>
            <p:spPr>
              <a:xfrm>
                <a:off x="503038" y="5652862"/>
                <a:ext cx="1689245"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289A2EAB-9C0D-34FF-D05B-A6D3C8D86A6A}"/>
                  </a:ext>
                </a:extLst>
              </p:cNvPr>
              <p:cNvSpPr/>
              <p:nvPr/>
            </p:nvSpPr>
            <p:spPr>
              <a:xfrm>
                <a:off x="2597702" y="5413228"/>
                <a:ext cx="1689245" cy="9105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2800" i="1" smtClean="0">
                              <a:solidFill>
                                <a:srgbClr val="002060"/>
                              </a:solidFill>
                              <a:latin typeface="Cambria Math" panose="02040503050406030204" pitchFamily="18" charset="0"/>
                            </a:rPr>
                          </m:ctrlPr>
                        </m:sSubPr>
                        <m:e>
                          <m:r>
                            <m:rPr>
                              <m:sty m:val="p"/>
                            </m:rPr>
                            <a:rPr lang="en-US" sz="2800" b="0" i="0" smtClean="0">
                              <a:solidFill>
                                <a:srgbClr val="002060"/>
                              </a:solidFill>
                              <a:latin typeface="Cambria Math" panose="02040503050406030204" pitchFamily="18" charset="0"/>
                            </a:rPr>
                            <m:t>p</m:t>
                          </m:r>
                        </m:e>
                        <m:sub>
                          <m:r>
                            <a:rPr lang="en-US" sz="2800">
                              <a:solidFill>
                                <a:srgbClr val="002060"/>
                              </a:solidFill>
                              <a:latin typeface="Cambria Math" panose="02040503050406030204" pitchFamily="18" charset="0"/>
                            </a:rPr>
                            <m:t>1</m:t>
                          </m:r>
                        </m:sub>
                      </m:sSub>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US" sz="2800" b="0" i="1" smtClean="0">
                              <a:solidFill>
                                <a:srgbClr val="002060"/>
                              </a:solidFill>
                              <a:latin typeface="Cambria Math" panose="02040503050406030204" pitchFamily="18" charset="0"/>
                            </a:rPr>
                            <m:t>205</m:t>
                          </m:r>
                        </m:num>
                        <m:den>
                          <m:r>
                            <a:rPr lang="en-US" sz="2800" b="0" i="1" smtClean="0">
                              <a:solidFill>
                                <a:srgbClr val="002060"/>
                              </a:solidFill>
                              <a:latin typeface="Cambria Math" panose="02040503050406030204" pitchFamily="18" charset="0"/>
                            </a:rPr>
                            <m:t>250</m:t>
                          </m:r>
                        </m:den>
                      </m:f>
                    </m:oMath>
                  </m:oMathPara>
                </a14:m>
                <a:endParaRPr lang="en-US" sz="2800" dirty="0">
                  <a:solidFill>
                    <a:srgbClr val="002060"/>
                  </a:solidFill>
                </a:endParaRPr>
              </a:p>
            </p:txBody>
          </p:sp>
        </mc:Choice>
        <mc:Fallback xmlns="">
          <p:sp>
            <p:nvSpPr>
              <p:cNvPr id="15" name="Rectangle 14">
                <a:extLst>
                  <a:ext uri="{FF2B5EF4-FFF2-40B4-BE49-F238E27FC236}">
                    <a16:creationId xmlns:a16="http://schemas.microsoft.com/office/drawing/2014/main" id="{289A2EAB-9C0D-34FF-D05B-A6D3C8D86A6A}"/>
                  </a:ext>
                </a:extLst>
              </p:cNvPr>
              <p:cNvSpPr>
                <a:spLocks noRot="1" noChangeAspect="1" noMove="1" noResize="1" noEditPoints="1" noAdjustHandles="1" noChangeArrowheads="1" noChangeShapeType="1" noTextEdit="1"/>
              </p:cNvSpPr>
              <p:nvPr/>
            </p:nvSpPr>
            <p:spPr>
              <a:xfrm>
                <a:off x="2597702" y="5413228"/>
                <a:ext cx="1689245" cy="91057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47F315CD-8FD8-8E4E-0C01-D86D49CA2F77}"/>
                  </a:ext>
                </a:extLst>
              </p:cNvPr>
              <p:cNvSpPr/>
              <p:nvPr/>
            </p:nvSpPr>
            <p:spPr>
              <a:xfrm>
                <a:off x="4226313" y="5664076"/>
                <a:ext cx="1303947"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800" b="0" i="0" smtClean="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0.</m:t>
                      </m:r>
                      <m:r>
                        <a:rPr lang="en-US" sz="2800" b="0" i="1" smtClean="0">
                          <a:solidFill>
                            <a:srgbClr val="002060"/>
                          </a:solidFill>
                          <a:latin typeface="Cambria Math" panose="02040503050406030204" pitchFamily="18" charset="0"/>
                        </a:rPr>
                        <m:t>82</m:t>
                      </m:r>
                    </m:oMath>
                  </m:oMathPara>
                </a14:m>
                <a:endParaRPr lang="en-US" sz="2800" dirty="0">
                  <a:solidFill>
                    <a:srgbClr val="002060"/>
                  </a:solidFill>
                </a:endParaRPr>
              </a:p>
            </p:txBody>
          </p:sp>
        </mc:Choice>
        <mc:Fallback xmlns="">
          <p:sp>
            <p:nvSpPr>
              <p:cNvPr id="5" name="Rectangle 4">
                <a:extLst>
                  <a:ext uri="{FF2B5EF4-FFF2-40B4-BE49-F238E27FC236}">
                    <a16:creationId xmlns:a16="http://schemas.microsoft.com/office/drawing/2014/main" id="{47F315CD-8FD8-8E4E-0C01-D86D49CA2F77}"/>
                  </a:ext>
                </a:extLst>
              </p:cNvPr>
              <p:cNvSpPr>
                <a:spLocks noRot="1" noChangeAspect="1" noMove="1" noResize="1" noEditPoints="1" noAdjustHandles="1" noChangeArrowheads="1" noChangeShapeType="1" noTextEdit="1"/>
              </p:cNvSpPr>
              <p:nvPr/>
            </p:nvSpPr>
            <p:spPr>
              <a:xfrm>
                <a:off x="4226313" y="5664076"/>
                <a:ext cx="1303947" cy="523220"/>
              </a:xfrm>
              <a:prstGeom prst="rect">
                <a:avLst/>
              </a:prstGeom>
              <a:blipFill>
                <a:blip r:embed="rId5"/>
                <a:stretch>
                  <a:fillRect/>
                </a:stretch>
              </a:blipFill>
            </p:spPr>
            <p:txBody>
              <a:bodyPr/>
              <a:lstStyle/>
              <a:p>
                <a:r>
                  <a:rPr lang="en-IN">
                    <a:noFill/>
                  </a:rPr>
                  <a:t> </a:t>
                </a:r>
              </a:p>
            </p:txBody>
          </p:sp>
        </mc:Fallback>
      </mc:AlternateContent>
      <p:cxnSp>
        <p:nvCxnSpPr>
          <p:cNvPr id="3" name="Straight Connector 2">
            <a:extLst>
              <a:ext uri="{FF2B5EF4-FFF2-40B4-BE49-F238E27FC236}">
                <a16:creationId xmlns:a16="http://schemas.microsoft.com/office/drawing/2014/main" id="{112194AC-2C1B-7490-7F34-F93F978BB00E}"/>
              </a:ext>
            </a:extLst>
          </p:cNvPr>
          <p:cNvCxnSpPr>
            <a:cxnSpLocks/>
          </p:cNvCxnSpPr>
          <p:nvPr/>
        </p:nvCxnSpPr>
        <p:spPr>
          <a:xfrm>
            <a:off x="6197740" y="4709160"/>
            <a:ext cx="0" cy="1887404"/>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055CDA65-FFBB-997B-756F-A423627C984B}"/>
              </a:ext>
            </a:extLst>
          </p:cNvPr>
          <p:cNvSpPr/>
          <p:nvPr/>
        </p:nvSpPr>
        <p:spPr>
          <a:xfrm>
            <a:off x="1729663" y="4729989"/>
            <a:ext cx="2587568" cy="523220"/>
          </a:xfrm>
          <a:prstGeom prst="rect">
            <a:avLst/>
          </a:prstGeom>
        </p:spPr>
        <p:txBody>
          <a:bodyPr wrap="none">
            <a:spAutoFit/>
          </a:bodyPr>
          <a:lstStyle/>
          <a:p>
            <a:r>
              <a:rPr lang="en-US" sz="2800" u="sng" dirty="0">
                <a:solidFill>
                  <a:srgbClr val="002060"/>
                </a:solidFill>
              </a:rPr>
              <a:t>Sample 1 for IP’s</a:t>
            </a:r>
          </a:p>
        </p:txBody>
      </p: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A7FB06B9-6B33-806A-0A0B-B8B56CFBFD87}"/>
                  </a:ext>
                </a:extLst>
              </p:cNvPr>
              <p:cNvSpPr/>
              <p:nvPr/>
            </p:nvSpPr>
            <p:spPr>
              <a:xfrm>
                <a:off x="6510279" y="5181923"/>
                <a:ext cx="1697516"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2800" b="0" i="1" smtClean="0">
                              <a:solidFill>
                                <a:srgbClr val="002060"/>
                              </a:solidFill>
                              <a:latin typeface="Cambria Math" panose="02040503050406030204" pitchFamily="18" charset="0"/>
                            </a:rPr>
                          </m:ctrlPr>
                        </m:sSubPr>
                        <m:e>
                          <m:r>
                            <m:rPr>
                              <m:sty m:val="p"/>
                            </m:rPr>
                            <a:rPr lang="en-US" sz="2800" b="0" i="0" smtClean="0">
                              <a:solidFill>
                                <a:srgbClr val="002060"/>
                              </a:solidFill>
                              <a:latin typeface="Cambria Math" panose="02040503050406030204" pitchFamily="18" charset="0"/>
                            </a:rPr>
                            <m:t>n</m:t>
                          </m:r>
                        </m:e>
                        <m:sub>
                          <m:r>
                            <a:rPr lang="en-US" sz="2800" b="0" i="0" smtClean="0">
                              <a:solidFill>
                                <a:srgbClr val="002060"/>
                              </a:solidFill>
                              <a:latin typeface="Cambria Math" panose="02040503050406030204" pitchFamily="18" charset="0"/>
                            </a:rPr>
                            <m:t>2</m:t>
                          </m:r>
                        </m:sub>
                      </m:sSub>
                      <m:r>
                        <a:rPr lang="en-IN" sz="2800" b="0" i="0" smtClean="0">
                          <a:solidFill>
                            <a:srgbClr val="002060"/>
                          </a:solidFill>
                          <a:latin typeface="Cambria Math" panose="02040503050406030204" pitchFamily="18" charset="0"/>
                        </a:rPr>
                        <m:t>=</m:t>
                      </m:r>
                      <m:r>
                        <a:rPr lang="en-US" sz="2800" b="0" i="0" smtClean="0">
                          <a:solidFill>
                            <a:srgbClr val="002060"/>
                          </a:solidFill>
                          <a:latin typeface="Cambria Math" panose="02040503050406030204" pitchFamily="18" charset="0"/>
                        </a:rPr>
                        <m:t>250</m:t>
                      </m:r>
                    </m:oMath>
                  </m:oMathPara>
                </a14:m>
                <a:endParaRPr lang="en-US" sz="2800" dirty="0">
                  <a:solidFill>
                    <a:srgbClr val="002060"/>
                  </a:solidFill>
                </a:endParaRPr>
              </a:p>
            </p:txBody>
          </p:sp>
        </mc:Choice>
        <mc:Fallback xmlns="">
          <p:sp>
            <p:nvSpPr>
              <p:cNvPr id="9" name="Rectangle 8">
                <a:extLst>
                  <a:ext uri="{FF2B5EF4-FFF2-40B4-BE49-F238E27FC236}">
                    <a16:creationId xmlns:a16="http://schemas.microsoft.com/office/drawing/2014/main" id="{A7FB06B9-6B33-806A-0A0B-B8B56CFBFD87}"/>
                  </a:ext>
                </a:extLst>
              </p:cNvPr>
              <p:cNvSpPr>
                <a:spLocks noRot="1" noChangeAspect="1" noMove="1" noResize="1" noEditPoints="1" noAdjustHandles="1" noChangeArrowheads="1" noChangeShapeType="1" noTextEdit="1"/>
              </p:cNvSpPr>
              <p:nvPr/>
            </p:nvSpPr>
            <p:spPr>
              <a:xfrm>
                <a:off x="6510279" y="5181923"/>
                <a:ext cx="1697516"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F0DB4343-D562-CDDA-A198-B435114044FC}"/>
                  </a:ext>
                </a:extLst>
              </p:cNvPr>
              <p:cNvSpPr/>
              <p:nvPr/>
            </p:nvSpPr>
            <p:spPr>
              <a:xfrm>
                <a:off x="6510279" y="5682931"/>
                <a:ext cx="1689245" cy="9105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2800" i="1" smtClean="0">
                              <a:solidFill>
                                <a:srgbClr val="002060"/>
                              </a:solidFill>
                              <a:latin typeface="Cambria Math" panose="02040503050406030204" pitchFamily="18" charset="0"/>
                            </a:rPr>
                          </m:ctrlPr>
                        </m:sSubPr>
                        <m:e>
                          <m:r>
                            <m:rPr>
                              <m:sty m:val="p"/>
                            </m:rPr>
                            <a:rPr lang="en-US" sz="2800" b="0" i="0" smtClean="0">
                              <a:solidFill>
                                <a:srgbClr val="002060"/>
                              </a:solidFill>
                              <a:latin typeface="Cambria Math" panose="02040503050406030204" pitchFamily="18" charset="0"/>
                            </a:rPr>
                            <m:t>p</m:t>
                          </m:r>
                        </m:e>
                        <m:sub>
                          <m:r>
                            <a:rPr lang="en-US" sz="2800" b="0" i="0" smtClean="0">
                              <a:solidFill>
                                <a:srgbClr val="002060"/>
                              </a:solidFill>
                              <a:latin typeface="Cambria Math" panose="02040503050406030204" pitchFamily="18" charset="0"/>
                            </a:rPr>
                            <m:t>2</m:t>
                          </m:r>
                        </m:sub>
                      </m:sSub>
                      <m:r>
                        <a:rPr lang="en-IN" sz="2800" b="0" i="0" smtClean="0">
                          <a:solidFill>
                            <a:srgbClr val="002060"/>
                          </a:solidFill>
                          <a:latin typeface="Cambria Math" panose="02040503050406030204" pitchFamily="18" charset="0"/>
                        </a:rPr>
                        <m:t>=</m:t>
                      </m:r>
                      <m:f>
                        <m:fPr>
                          <m:ctrlPr>
                            <a:rPr lang="en-IN" sz="2800" b="0" i="1" smtClean="0">
                              <a:solidFill>
                                <a:srgbClr val="002060"/>
                              </a:solidFill>
                              <a:latin typeface="Cambria Math" panose="02040503050406030204" pitchFamily="18" charset="0"/>
                            </a:rPr>
                          </m:ctrlPr>
                        </m:fPr>
                        <m:num>
                          <m:r>
                            <a:rPr lang="en-US" sz="2800" b="0" i="1" smtClean="0">
                              <a:solidFill>
                                <a:srgbClr val="002060"/>
                              </a:solidFill>
                              <a:latin typeface="Cambria Math" panose="02040503050406030204" pitchFamily="18" charset="0"/>
                            </a:rPr>
                            <m:t>137</m:t>
                          </m:r>
                        </m:num>
                        <m:den>
                          <m:r>
                            <a:rPr lang="en-US" sz="2800" b="0" i="1" smtClean="0">
                              <a:solidFill>
                                <a:srgbClr val="002060"/>
                              </a:solidFill>
                              <a:latin typeface="Cambria Math" panose="02040503050406030204" pitchFamily="18" charset="0"/>
                            </a:rPr>
                            <m:t>250</m:t>
                          </m:r>
                        </m:den>
                      </m:f>
                    </m:oMath>
                  </m:oMathPara>
                </a14:m>
                <a:endParaRPr lang="en-US" sz="2800" dirty="0">
                  <a:solidFill>
                    <a:srgbClr val="002060"/>
                  </a:solidFill>
                </a:endParaRPr>
              </a:p>
            </p:txBody>
          </p:sp>
        </mc:Choice>
        <mc:Fallback xmlns="">
          <p:sp>
            <p:nvSpPr>
              <p:cNvPr id="10" name="Rectangle 9">
                <a:extLst>
                  <a:ext uri="{FF2B5EF4-FFF2-40B4-BE49-F238E27FC236}">
                    <a16:creationId xmlns:a16="http://schemas.microsoft.com/office/drawing/2014/main" id="{F0DB4343-D562-CDDA-A198-B435114044FC}"/>
                  </a:ext>
                </a:extLst>
              </p:cNvPr>
              <p:cNvSpPr>
                <a:spLocks noRot="1" noChangeAspect="1" noMove="1" noResize="1" noEditPoints="1" noAdjustHandles="1" noChangeArrowheads="1" noChangeShapeType="1" noTextEdit="1"/>
              </p:cNvSpPr>
              <p:nvPr/>
            </p:nvSpPr>
            <p:spPr>
              <a:xfrm>
                <a:off x="6510279" y="5682931"/>
                <a:ext cx="1689245" cy="91057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9E4ED872-8A99-ED37-AB3A-BFD2A6F15BC3}"/>
                  </a:ext>
                </a:extLst>
              </p:cNvPr>
              <p:cNvSpPr/>
              <p:nvPr/>
            </p:nvSpPr>
            <p:spPr>
              <a:xfrm>
                <a:off x="8108084" y="5916523"/>
                <a:ext cx="1502719"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800" b="0" i="0" smtClean="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0.5</m:t>
                      </m:r>
                      <m:r>
                        <a:rPr lang="en-US" sz="2800" b="0" i="1" smtClean="0">
                          <a:solidFill>
                            <a:srgbClr val="002060"/>
                          </a:solidFill>
                          <a:latin typeface="Cambria Math" panose="02040503050406030204" pitchFamily="18" charset="0"/>
                        </a:rPr>
                        <m:t>48</m:t>
                      </m:r>
                    </m:oMath>
                  </m:oMathPara>
                </a14:m>
                <a:endParaRPr lang="en-US" sz="2800" dirty="0">
                  <a:solidFill>
                    <a:srgbClr val="002060"/>
                  </a:solidFill>
                </a:endParaRPr>
              </a:p>
            </p:txBody>
          </p:sp>
        </mc:Choice>
        <mc:Fallback xmlns="">
          <p:sp>
            <p:nvSpPr>
              <p:cNvPr id="11" name="Rectangle 10">
                <a:extLst>
                  <a:ext uri="{FF2B5EF4-FFF2-40B4-BE49-F238E27FC236}">
                    <a16:creationId xmlns:a16="http://schemas.microsoft.com/office/drawing/2014/main" id="{9E4ED872-8A99-ED37-AB3A-BFD2A6F15BC3}"/>
                  </a:ext>
                </a:extLst>
              </p:cNvPr>
              <p:cNvSpPr>
                <a:spLocks noRot="1" noChangeAspect="1" noMove="1" noResize="1" noEditPoints="1" noAdjustHandles="1" noChangeArrowheads="1" noChangeShapeType="1" noTextEdit="1"/>
              </p:cNvSpPr>
              <p:nvPr/>
            </p:nvSpPr>
            <p:spPr>
              <a:xfrm>
                <a:off x="8108084" y="5916523"/>
                <a:ext cx="1502719" cy="523220"/>
              </a:xfrm>
              <a:prstGeom prst="rect">
                <a:avLst/>
              </a:prstGeom>
              <a:blipFill>
                <a:blip r:embed="rId8"/>
                <a:stretch>
                  <a:fillRect/>
                </a:stretch>
              </a:blipFill>
            </p:spPr>
            <p:txBody>
              <a:bodyPr/>
              <a:lstStyle/>
              <a:p>
                <a:r>
                  <a:rPr lang="en-IN">
                    <a:noFill/>
                  </a:rPr>
                  <a:t> </a:t>
                </a:r>
              </a:p>
            </p:txBody>
          </p:sp>
        </mc:Fallback>
      </mc:AlternateContent>
      <p:sp>
        <p:nvSpPr>
          <p:cNvPr id="14" name="Rectangle 13">
            <a:extLst>
              <a:ext uri="{FF2B5EF4-FFF2-40B4-BE49-F238E27FC236}">
                <a16:creationId xmlns:a16="http://schemas.microsoft.com/office/drawing/2014/main" id="{546623A0-C491-2CB1-4BEB-AF5E8D374EA3}"/>
              </a:ext>
            </a:extLst>
          </p:cNvPr>
          <p:cNvSpPr/>
          <p:nvPr/>
        </p:nvSpPr>
        <p:spPr>
          <a:xfrm>
            <a:off x="6510279" y="4649979"/>
            <a:ext cx="2704587" cy="523220"/>
          </a:xfrm>
          <a:prstGeom prst="rect">
            <a:avLst/>
          </a:prstGeom>
        </p:spPr>
        <p:txBody>
          <a:bodyPr wrap="none">
            <a:spAutoFit/>
          </a:bodyPr>
          <a:lstStyle/>
          <a:p>
            <a:r>
              <a:rPr lang="en-US" sz="2800" u="sng" dirty="0">
                <a:solidFill>
                  <a:srgbClr val="002060"/>
                </a:solidFill>
              </a:rPr>
              <a:t>Sample 2 for AP’s</a:t>
            </a:r>
          </a:p>
        </p:txBody>
      </p:sp>
    </p:spTree>
    <p:extLst>
      <p:ext uri="{BB962C8B-B14F-4D97-AF65-F5344CB8AC3E}">
        <p14:creationId xmlns:p14="http://schemas.microsoft.com/office/powerpoint/2010/main" val="3643275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up)">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50" grpId="0" animBg="1"/>
    </p:bldLst>
  </p:timing>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B2379-6632-1533-9F2B-C929FA0017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54E069-97C8-FD2D-0A34-5B7A91ED2036}"/>
              </a:ext>
            </a:extLst>
          </p:cNvPr>
          <p:cNvSpPr>
            <a:spLocks noGrp="1"/>
          </p:cNvSpPr>
          <p:nvPr>
            <p:ph type="title"/>
          </p:nvPr>
        </p:nvSpPr>
        <p:spPr/>
        <p:txBody>
          <a:bodyPr/>
          <a:lstStyle/>
          <a:p>
            <a:r>
              <a:rPr lang="en-GB" dirty="0"/>
              <a:t>Method 6 ⇝ Example 6(</a:t>
            </a:r>
            <a:r>
              <a:rPr lang="en-GB" dirty="0">
                <a:solidFill>
                  <a:srgbClr val="FF0000"/>
                </a:solidFill>
              </a:rPr>
              <a:t>Continue</a:t>
            </a:r>
            <a:r>
              <a:rPr lang="en-GB" dirty="0"/>
              <a:t>)</a:t>
            </a:r>
            <a:endParaRPr lang="en-US" dirty="0"/>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336EA74B-7C72-BFC0-C1D3-064BD3E21005}"/>
                  </a:ext>
                </a:extLst>
              </p:cNvPr>
              <p:cNvSpPr/>
              <p:nvPr/>
            </p:nvSpPr>
            <p:spPr>
              <a:xfrm>
                <a:off x="111878" y="870047"/>
                <a:ext cx="797582" cy="523220"/>
              </a:xfrm>
              <a:prstGeom prst="rect">
                <a:avLst/>
              </a:prstGeom>
            </p:spPr>
            <p:txBody>
              <a:bodyPr wrap="square">
                <a:spAutoFit/>
              </a:bodyPr>
              <a:lstStyle/>
              <a:p>
                <a:pPr lvl="0"/>
                <a14:m>
                  <m:oMath xmlns:m="http://schemas.openxmlformats.org/officeDocument/2006/math">
                    <m:sSub>
                      <m:sSubPr>
                        <m:ctrlPr>
                          <a:rPr lang="en-US" sz="2800" b="1" i="1" smtClean="0">
                            <a:solidFill>
                              <a:srgbClr val="002060"/>
                            </a:solidFill>
                            <a:latin typeface="Cambria Math" panose="02040503050406030204" pitchFamily="18" charset="0"/>
                          </a:rPr>
                        </m:ctrlPr>
                      </m:sSubPr>
                      <m:e>
                        <m:r>
                          <a:rPr lang="en-IN" sz="2800" b="1" i="0" smtClean="0">
                            <a:solidFill>
                              <a:srgbClr val="002060"/>
                            </a:solidFill>
                            <a:latin typeface="Cambria Math" panose="02040503050406030204" pitchFamily="18" charset="0"/>
                          </a:rPr>
                          <m:t>𝐇</m:t>
                        </m:r>
                      </m:e>
                      <m:sub>
                        <m:r>
                          <a:rPr lang="en-IN" sz="2800" b="1" i="0" smtClean="0">
                            <a:solidFill>
                              <a:srgbClr val="002060"/>
                            </a:solidFill>
                            <a:latin typeface="Cambria Math" panose="02040503050406030204" pitchFamily="18" charset="0"/>
                          </a:rPr>
                          <m:t>𝟎</m:t>
                        </m:r>
                      </m:sub>
                    </m:sSub>
                    <m:r>
                      <a:rPr lang="en-IN" sz="2800" b="1" i="0" smtClean="0">
                        <a:solidFill>
                          <a:srgbClr val="002060"/>
                        </a:solidFill>
                        <a:latin typeface="Cambria Math" panose="02040503050406030204" pitchFamily="18" charset="0"/>
                      </a:rPr>
                      <m:t> :</m:t>
                    </m:r>
                  </m:oMath>
                </a14:m>
                <a:r>
                  <a:rPr lang="en-US" sz="2800" b="1" dirty="0">
                    <a:solidFill>
                      <a:srgbClr val="002060"/>
                    </a:solidFill>
                  </a:rPr>
                  <a:t>  </a:t>
                </a:r>
              </a:p>
            </p:txBody>
          </p:sp>
        </mc:Choice>
        <mc:Fallback xmlns="">
          <p:sp>
            <p:nvSpPr>
              <p:cNvPr id="15" name="Rectangle 14">
                <a:extLst>
                  <a:ext uri="{FF2B5EF4-FFF2-40B4-BE49-F238E27FC236}">
                    <a16:creationId xmlns:a16="http://schemas.microsoft.com/office/drawing/2014/main" id="{A0055CB6-5371-7067-84D2-9072B71ADEAE}"/>
                  </a:ext>
                </a:extLst>
              </p:cNvPr>
              <p:cNvSpPr>
                <a:spLocks noRot="1" noChangeAspect="1" noMove="1" noResize="1" noEditPoints="1" noAdjustHandles="1" noChangeArrowheads="1" noChangeShapeType="1" noTextEdit="1"/>
              </p:cNvSpPr>
              <p:nvPr/>
            </p:nvSpPr>
            <p:spPr>
              <a:xfrm>
                <a:off x="111878" y="870047"/>
                <a:ext cx="797582" cy="52322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A036F443-52F1-BDFD-7D78-76084BA7E907}"/>
                  </a:ext>
                </a:extLst>
              </p:cNvPr>
              <p:cNvSpPr/>
              <p:nvPr/>
            </p:nvSpPr>
            <p:spPr>
              <a:xfrm>
                <a:off x="1224206" y="3133214"/>
                <a:ext cx="2886928" cy="523220"/>
              </a:xfrm>
              <a:prstGeom prst="rect">
                <a:avLst/>
              </a:prstGeom>
            </p:spPr>
            <p:txBody>
              <a:bodyPr wrap="square">
                <a:spAutoFit/>
              </a:bodyPr>
              <a:lstStyle/>
              <a:p>
                <a:pPr lvl="0"/>
                <a14:m>
                  <m:oMathPara xmlns:m="http://schemas.openxmlformats.org/officeDocument/2006/math">
                    <m:oMathParaPr>
                      <m:jc m:val="centerGroup"/>
                    </m:oMathParaPr>
                    <m:oMath xmlns:m="http://schemas.openxmlformats.org/officeDocument/2006/math">
                      <m:d>
                        <m:dPr>
                          <m:ctrlPr>
                            <a:rPr lang="en-US" sz="2800" i="1" smtClean="0">
                              <a:solidFill>
                                <a:srgbClr val="002060"/>
                              </a:solidFill>
                              <a:latin typeface="Cambria Math" panose="02040503050406030204" pitchFamily="18" charset="0"/>
                            </a:rPr>
                          </m:ctrlPr>
                        </m:dPr>
                        <m:e>
                          <m:r>
                            <a:rPr lang="en-IN" sz="2800" b="1" i="0" smtClean="0">
                              <a:solidFill>
                                <a:srgbClr val="FF0000"/>
                              </a:solidFill>
                              <a:latin typeface="Cambria Math" panose="02040503050406030204" pitchFamily="18" charset="0"/>
                            </a:rPr>
                            <m:t>𝐏</m:t>
                          </m:r>
                          <m:r>
                            <a:rPr lang="en-IN" sz="2800" b="1" i="0" smtClean="0">
                              <a:solidFill>
                                <a:srgbClr val="FF0000"/>
                              </a:solidFill>
                              <a:latin typeface="Cambria Math" panose="02040503050406030204" pitchFamily="18" charset="0"/>
                            </a:rPr>
                            <m:t> </m:t>
                          </m:r>
                          <m:r>
                            <a:rPr lang="en-IN" sz="2800" b="1" i="0" smtClean="0">
                              <a:solidFill>
                                <a:srgbClr val="FF0000"/>
                              </a:solidFill>
                              <a:latin typeface="Cambria Math" panose="02040503050406030204" pitchFamily="18" charset="0"/>
                            </a:rPr>
                            <m:t>𝐢𝐬</m:t>
                          </m:r>
                          <m:r>
                            <a:rPr lang="en-IN" sz="2800" b="1" i="0" smtClean="0">
                              <a:solidFill>
                                <a:srgbClr val="FF0000"/>
                              </a:solidFill>
                              <a:latin typeface="Cambria Math" panose="02040503050406030204" pitchFamily="18" charset="0"/>
                            </a:rPr>
                            <m:t> </m:t>
                          </m:r>
                          <m:r>
                            <a:rPr lang="en-US" sz="2800" b="1" i="0" smtClean="0">
                              <a:solidFill>
                                <a:srgbClr val="FF0000"/>
                              </a:solidFill>
                              <a:latin typeface="Cambria Math" panose="02040503050406030204" pitchFamily="18" charset="0"/>
                            </a:rPr>
                            <m:t>𝐧𝐨𝐭</m:t>
                          </m:r>
                          <m:r>
                            <a:rPr lang="en-US" sz="2800" b="1" i="0" smtClean="0">
                              <a:solidFill>
                                <a:srgbClr val="FF0000"/>
                              </a:solidFill>
                              <a:latin typeface="Cambria Math" panose="02040503050406030204" pitchFamily="18" charset="0"/>
                            </a:rPr>
                            <m:t> </m:t>
                          </m:r>
                          <m:r>
                            <a:rPr lang="en-IN" sz="2800" b="1" i="0" smtClean="0">
                              <a:solidFill>
                                <a:srgbClr val="FF0000"/>
                              </a:solidFill>
                              <a:latin typeface="Cambria Math" panose="02040503050406030204" pitchFamily="18" charset="0"/>
                            </a:rPr>
                            <m:t>𝐤𝐧𝐨𝐰𝐧</m:t>
                          </m:r>
                        </m:e>
                      </m:d>
                    </m:oMath>
                  </m:oMathPara>
                </a14:m>
                <a:endParaRPr lang="en-US" sz="2800" dirty="0">
                  <a:solidFill>
                    <a:srgbClr val="002060"/>
                  </a:solidFill>
                </a:endParaRPr>
              </a:p>
            </p:txBody>
          </p:sp>
        </mc:Choice>
        <mc:Fallback xmlns="">
          <p:sp>
            <p:nvSpPr>
              <p:cNvPr id="8" name="Rectangle 7">
                <a:extLst>
                  <a:ext uri="{FF2B5EF4-FFF2-40B4-BE49-F238E27FC236}">
                    <a16:creationId xmlns:a16="http://schemas.microsoft.com/office/drawing/2014/main" id="{F47FCFFB-E126-A9CD-7213-DE267ED0F6AA}"/>
                  </a:ext>
                </a:extLst>
              </p:cNvPr>
              <p:cNvSpPr>
                <a:spLocks noRot="1" noChangeAspect="1" noMove="1" noResize="1" noEditPoints="1" noAdjustHandles="1" noChangeArrowheads="1" noChangeShapeType="1" noTextEdit="1"/>
              </p:cNvSpPr>
              <p:nvPr/>
            </p:nvSpPr>
            <p:spPr>
              <a:xfrm>
                <a:off x="1224206" y="3133214"/>
                <a:ext cx="2886928"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A335A7B8-70D2-655A-897F-462078DE1DA7}"/>
                  </a:ext>
                </a:extLst>
              </p:cNvPr>
              <p:cNvSpPr/>
              <p:nvPr/>
            </p:nvSpPr>
            <p:spPr>
              <a:xfrm>
                <a:off x="897425" y="893810"/>
                <a:ext cx="1457153" cy="523220"/>
              </a:xfrm>
              <a:prstGeom prst="rect">
                <a:avLst/>
              </a:prstGeom>
            </p:spPr>
            <p:txBody>
              <a:bodyPr wrap="square">
                <a:spAutoFit/>
              </a:bodyPr>
              <a:lstStyle/>
              <a:p>
                <a:pPr lvl="0"/>
                <a14:m>
                  <m:oMathPara xmlns:m="http://schemas.openxmlformats.org/officeDocument/2006/math">
                    <m:oMathParaPr>
                      <m:jc m:val="centerGroup"/>
                    </m:oMathParaPr>
                    <m:oMath xmlns:m="http://schemas.openxmlformats.org/officeDocument/2006/math">
                      <m:sSub>
                        <m:sSubPr>
                          <m:ctrlPr>
                            <a:rPr lang="en-IN" sz="2800" b="0" i="1" smtClean="0">
                              <a:solidFill>
                                <a:srgbClr val="002060"/>
                              </a:solidFill>
                              <a:latin typeface="Cambria Math" panose="02040503050406030204" pitchFamily="18" charset="0"/>
                            </a:rPr>
                          </m:ctrlPr>
                        </m:sSubPr>
                        <m:e>
                          <m:r>
                            <m:rPr>
                              <m:sty m:val="p"/>
                            </m:rPr>
                            <a:rPr lang="en-US" sz="2800" b="0" i="0" smtClean="0">
                              <a:solidFill>
                                <a:srgbClr val="002060"/>
                              </a:solidFill>
                              <a:latin typeface="Cambria Math" panose="02040503050406030204" pitchFamily="18" charset="0"/>
                            </a:rPr>
                            <m:t>P</m:t>
                          </m:r>
                        </m:e>
                        <m:sub>
                          <m:r>
                            <a:rPr lang="en-US" sz="2800" b="0" i="0" smtClean="0">
                              <a:solidFill>
                                <a:srgbClr val="002060"/>
                              </a:solidFill>
                              <a:latin typeface="Cambria Math" panose="02040503050406030204" pitchFamily="18" charset="0"/>
                            </a:rPr>
                            <m:t>1</m:t>
                          </m:r>
                        </m:sub>
                      </m:sSub>
                      <m:r>
                        <a:rPr lang="en-US" sz="2800" b="0" i="0" smtClean="0">
                          <a:solidFill>
                            <a:srgbClr val="002060"/>
                          </a:solidFill>
                          <a:latin typeface="Cambria Math" panose="02040503050406030204" pitchFamily="18" charset="0"/>
                        </a:rPr>
                        <m:t>=</m:t>
                      </m:r>
                      <m:sSub>
                        <m:sSubPr>
                          <m:ctrlPr>
                            <a:rPr lang="en-IN" sz="2800" i="1">
                              <a:solidFill>
                                <a:srgbClr val="002060"/>
                              </a:solidFill>
                              <a:latin typeface="Cambria Math" panose="02040503050406030204" pitchFamily="18" charset="0"/>
                            </a:rPr>
                          </m:ctrlPr>
                        </m:sSubPr>
                        <m:e>
                          <m:r>
                            <m:rPr>
                              <m:sty m:val="p"/>
                            </m:rPr>
                            <a:rPr lang="en-US" sz="2800" i="0">
                              <a:solidFill>
                                <a:srgbClr val="002060"/>
                              </a:solidFill>
                              <a:latin typeface="Cambria Math" panose="02040503050406030204" pitchFamily="18" charset="0"/>
                            </a:rPr>
                            <m:t>P</m:t>
                          </m:r>
                        </m:e>
                        <m:sub>
                          <m:r>
                            <a:rPr lang="en-US" sz="2800" b="0" i="0" smtClean="0">
                              <a:solidFill>
                                <a:srgbClr val="002060"/>
                              </a:solidFill>
                              <a:latin typeface="Cambria Math" panose="02040503050406030204" pitchFamily="18" charset="0"/>
                            </a:rPr>
                            <m:t>2</m:t>
                          </m:r>
                        </m:sub>
                      </m:sSub>
                    </m:oMath>
                  </m:oMathPara>
                </a14:m>
                <a:endParaRPr lang="en-US" sz="2800" dirty="0">
                  <a:solidFill>
                    <a:srgbClr val="002060"/>
                  </a:solidFill>
                </a:endParaRPr>
              </a:p>
            </p:txBody>
          </p:sp>
        </mc:Choice>
        <mc:Fallback xmlns="">
          <p:sp>
            <p:nvSpPr>
              <p:cNvPr id="9" name="Rectangle 8">
                <a:extLst>
                  <a:ext uri="{FF2B5EF4-FFF2-40B4-BE49-F238E27FC236}">
                    <a16:creationId xmlns:a16="http://schemas.microsoft.com/office/drawing/2014/main" id="{66BCED48-8C96-E9B1-9110-3D5A2FE5C1DE}"/>
                  </a:ext>
                </a:extLst>
              </p:cNvPr>
              <p:cNvSpPr>
                <a:spLocks noRot="1" noChangeAspect="1" noMove="1" noResize="1" noEditPoints="1" noAdjustHandles="1" noChangeArrowheads="1" noChangeShapeType="1" noTextEdit="1"/>
              </p:cNvSpPr>
              <p:nvPr/>
            </p:nvSpPr>
            <p:spPr>
              <a:xfrm>
                <a:off x="897425" y="893810"/>
                <a:ext cx="1457153"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D4B96BEB-03DB-8053-AECD-151529996915}"/>
                  </a:ext>
                </a:extLst>
              </p:cNvPr>
              <p:cNvSpPr/>
              <p:nvPr/>
            </p:nvSpPr>
            <p:spPr>
              <a:xfrm>
                <a:off x="103008" y="1847793"/>
                <a:ext cx="797582" cy="523220"/>
              </a:xfrm>
              <a:prstGeom prst="rect">
                <a:avLst/>
              </a:prstGeom>
            </p:spPr>
            <p:txBody>
              <a:bodyPr wrap="square">
                <a:spAutoFit/>
              </a:bodyPr>
              <a:lstStyle/>
              <a:p>
                <a:pPr lvl="0"/>
                <a14:m>
                  <m:oMath xmlns:m="http://schemas.openxmlformats.org/officeDocument/2006/math">
                    <m:sSub>
                      <m:sSubPr>
                        <m:ctrlPr>
                          <a:rPr lang="en-US" sz="2800" b="1" i="1" smtClean="0">
                            <a:solidFill>
                              <a:srgbClr val="002060"/>
                            </a:solidFill>
                            <a:latin typeface="Cambria Math" panose="02040503050406030204" pitchFamily="18" charset="0"/>
                          </a:rPr>
                        </m:ctrlPr>
                      </m:sSubPr>
                      <m:e>
                        <m:r>
                          <a:rPr lang="en-IN" sz="2800" b="1" i="0" smtClean="0">
                            <a:solidFill>
                              <a:srgbClr val="002060"/>
                            </a:solidFill>
                            <a:latin typeface="Cambria Math" panose="02040503050406030204" pitchFamily="18" charset="0"/>
                          </a:rPr>
                          <m:t>𝐇</m:t>
                        </m:r>
                      </m:e>
                      <m:sub>
                        <m:r>
                          <a:rPr lang="en-IN" sz="2800" b="1" i="0" smtClean="0">
                            <a:solidFill>
                              <a:srgbClr val="002060"/>
                            </a:solidFill>
                            <a:latin typeface="Cambria Math" panose="02040503050406030204" pitchFamily="18" charset="0"/>
                          </a:rPr>
                          <m:t>𝟏</m:t>
                        </m:r>
                      </m:sub>
                    </m:sSub>
                    <m:r>
                      <a:rPr lang="en-IN" sz="2800" b="1" i="0" smtClean="0">
                        <a:solidFill>
                          <a:srgbClr val="002060"/>
                        </a:solidFill>
                        <a:latin typeface="Cambria Math" panose="02040503050406030204" pitchFamily="18" charset="0"/>
                      </a:rPr>
                      <m:t> :</m:t>
                    </m:r>
                  </m:oMath>
                </a14:m>
                <a:r>
                  <a:rPr lang="en-US" sz="2800" b="1" dirty="0">
                    <a:solidFill>
                      <a:srgbClr val="002060"/>
                    </a:solidFill>
                  </a:rPr>
                  <a:t>  </a:t>
                </a:r>
              </a:p>
            </p:txBody>
          </p:sp>
        </mc:Choice>
        <mc:Fallback xmlns="">
          <p:sp>
            <p:nvSpPr>
              <p:cNvPr id="10" name="Rectangle 9">
                <a:extLst>
                  <a:ext uri="{FF2B5EF4-FFF2-40B4-BE49-F238E27FC236}">
                    <a16:creationId xmlns:a16="http://schemas.microsoft.com/office/drawing/2014/main" id="{0EDCB73C-B570-18E9-9CEE-DCABB7B2E84F}"/>
                  </a:ext>
                </a:extLst>
              </p:cNvPr>
              <p:cNvSpPr>
                <a:spLocks noRot="1" noChangeAspect="1" noMove="1" noResize="1" noEditPoints="1" noAdjustHandles="1" noChangeArrowheads="1" noChangeShapeType="1" noTextEdit="1"/>
              </p:cNvSpPr>
              <p:nvPr/>
            </p:nvSpPr>
            <p:spPr>
              <a:xfrm>
                <a:off x="103008" y="1847793"/>
                <a:ext cx="797582"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5A54D257-3FBA-1EA2-C307-358664B42647}"/>
                  </a:ext>
                </a:extLst>
              </p:cNvPr>
              <p:cNvSpPr/>
              <p:nvPr/>
            </p:nvSpPr>
            <p:spPr>
              <a:xfrm>
                <a:off x="862005" y="1846179"/>
                <a:ext cx="1513698" cy="523220"/>
              </a:xfrm>
              <a:prstGeom prst="rect">
                <a:avLst/>
              </a:prstGeom>
            </p:spPr>
            <p:txBody>
              <a:bodyPr wrap="square">
                <a:spAutoFit/>
              </a:bodyPr>
              <a:lstStyle/>
              <a:p>
                <a:pPr lvl="0"/>
                <a14:m>
                  <m:oMathPara xmlns:m="http://schemas.openxmlformats.org/officeDocument/2006/math">
                    <m:oMathParaPr>
                      <m:jc m:val="centerGroup"/>
                    </m:oMathParaPr>
                    <m:oMath xmlns:m="http://schemas.openxmlformats.org/officeDocument/2006/math">
                      <m:sSub>
                        <m:sSubPr>
                          <m:ctrlPr>
                            <a:rPr lang="en-IN" sz="2800" i="1">
                              <a:solidFill>
                                <a:srgbClr val="002060"/>
                              </a:solidFill>
                              <a:latin typeface="Cambria Math" panose="02040503050406030204" pitchFamily="18" charset="0"/>
                            </a:rPr>
                          </m:ctrlPr>
                        </m:sSubPr>
                        <m:e>
                          <m:r>
                            <m:rPr>
                              <m:sty m:val="p"/>
                            </m:rPr>
                            <a:rPr lang="en-US" sz="2800">
                              <a:solidFill>
                                <a:srgbClr val="002060"/>
                              </a:solidFill>
                              <a:latin typeface="Cambria Math" panose="02040503050406030204" pitchFamily="18" charset="0"/>
                            </a:rPr>
                            <m:t>P</m:t>
                          </m:r>
                        </m:e>
                        <m:sub>
                          <m:r>
                            <a:rPr lang="en-US" sz="2800">
                              <a:solidFill>
                                <a:srgbClr val="002060"/>
                              </a:solidFill>
                              <a:latin typeface="Cambria Math" panose="02040503050406030204" pitchFamily="18" charset="0"/>
                            </a:rPr>
                            <m:t>1</m:t>
                          </m:r>
                        </m:sub>
                      </m:sSub>
                      <m:r>
                        <a:rPr lang="en-US" sz="2800" i="1">
                          <a:solidFill>
                            <a:srgbClr val="002060"/>
                          </a:solidFill>
                          <a:latin typeface="Cambria Math" panose="02040503050406030204" pitchFamily="18" charset="0"/>
                          <a:ea typeface="Cambria Math" panose="02040503050406030204" pitchFamily="18" charset="0"/>
                        </a:rPr>
                        <m:t>&gt;</m:t>
                      </m:r>
                      <m:sSub>
                        <m:sSubPr>
                          <m:ctrlPr>
                            <a:rPr lang="en-IN" sz="2800" i="1">
                              <a:solidFill>
                                <a:srgbClr val="002060"/>
                              </a:solidFill>
                              <a:latin typeface="Cambria Math" panose="02040503050406030204" pitchFamily="18" charset="0"/>
                            </a:rPr>
                          </m:ctrlPr>
                        </m:sSubPr>
                        <m:e>
                          <m:r>
                            <m:rPr>
                              <m:sty m:val="p"/>
                            </m:rPr>
                            <a:rPr lang="en-US" sz="2800">
                              <a:solidFill>
                                <a:srgbClr val="002060"/>
                              </a:solidFill>
                              <a:latin typeface="Cambria Math" panose="02040503050406030204" pitchFamily="18" charset="0"/>
                            </a:rPr>
                            <m:t>P</m:t>
                          </m:r>
                        </m:e>
                        <m:sub>
                          <m:r>
                            <a:rPr lang="en-US" sz="2800">
                              <a:solidFill>
                                <a:srgbClr val="002060"/>
                              </a:solidFill>
                              <a:latin typeface="Cambria Math" panose="02040503050406030204" pitchFamily="18" charset="0"/>
                            </a:rPr>
                            <m:t>2</m:t>
                          </m:r>
                        </m:sub>
                      </m:sSub>
                    </m:oMath>
                  </m:oMathPara>
                </a14:m>
                <a:endParaRPr lang="en-US" sz="2800" dirty="0">
                  <a:solidFill>
                    <a:srgbClr val="002060"/>
                  </a:solidFill>
                </a:endParaRPr>
              </a:p>
            </p:txBody>
          </p:sp>
        </mc:Choice>
        <mc:Fallback xmlns="">
          <p:sp>
            <p:nvSpPr>
              <p:cNvPr id="11" name="Rectangle 10">
                <a:extLst>
                  <a:ext uri="{FF2B5EF4-FFF2-40B4-BE49-F238E27FC236}">
                    <a16:creationId xmlns:a16="http://schemas.microsoft.com/office/drawing/2014/main" id="{5A54D257-3FBA-1EA2-C307-358664B42647}"/>
                  </a:ext>
                </a:extLst>
              </p:cNvPr>
              <p:cNvSpPr>
                <a:spLocks noRot="1" noChangeAspect="1" noMove="1" noResize="1" noEditPoints="1" noAdjustHandles="1" noChangeArrowheads="1" noChangeShapeType="1" noTextEdit="1"/>
              </p:cNvSpPr>
              <p:nvPr/>
            </p:nvSpPr>
            <p:spPr>
              <a:xfrm>
                <a:off x="862005" y="1846179"/>
                <a:ext cx="1513698"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BD844E6B-9575-8E56-C77C-EBE3E45B1C81}"/>
                  </a:ext>
                </a:extLst>
              </p:cNvPr>
              <p:cNvSpPr/>
              <p:nvPr/>
            </p:nvSpPr>
            <p:spPr>
              <a:xfrm>
                <a:off x="103007" y="2495694"/>
                <a:ext cx="2627491" cy="523220"/>
              </a:xfrm>
              <a:prstGeom prst="rect">
                <a:avLst/>
              </a:prstGeom>
            </p:spPr>
            <p:txBody>
              <a:bodyPr wrap="square">
                <a:spAutoFit/>
              </a:bodyPr>
              <a:lstStyle/>
              <a:p>
                <a:pPr lvl="0"/>
                <a14:m>
                  <m:oMath xmlns:m="http://schemas.openxmlformats.org/officeDocument/2006/math">
                    <m:r>
                      <a:rPr lang="en-IN" sz="2800" b="1" i="0" smtClean="0">
                        <a:solidFill>
                          <a:srgbClr val="002060"/>
                        </a:solidFill>
                        <a:latin typeface="Cambria Math" panose="02040503050406030204" pitchFamily="18" charset="0"/>
                      </a:rPr>
                      <m:t>𝐋</m:t>
                    </m:r>
                    <m:r>
                      <a:rPr lang="en-IN" sz="2800" b="1" i="0" smtClean="0">
                        <a:solidFill>
                          <a:srgbClr val="002060"/>
                        </a:solidFill>
                        <a:latin typeface="Cambria Math" panose="02040503050406030204" pitchFamily="18" charset="0"/>
                      </a:rPr>
                      <m:t>.</m:t>
                    </m:r>
                    <m:r>
                      <a:rPr lang="en-IN" sz="2800" b="1" i="0" smtClean="0">
                        <a:solidFill>
                          <a:srgbClr val="002060"/>
                        </a:solidFill>
                        <a:latin typeface="Cambria Math" panose="02040503050406030204" pitchFamily="18" charset="0"/>
                      </a:rPr>
                      <m:t>𝐎</m:t>
                    </m:r>
                    <m:r>
                      <a:rPr lang="en-IN" sz="2800" b="1" i="0" smtClean="0">
                        <a:solidFill>
                          <a:srgbClr val="002060"/>
                        </a:solidFill>
                        <a:latin typeface="Cambria Math" panose="02040503050406030204" pitchFamily="18" charset="0"/>
                      </a:rPr>
                      <m:t>.</m:t>
                    </m:r>
                    <m:r>
                      <a:rPr lang="en-IN" sz="2800" b="1" i="0" smtClean="0">
                        <a:solidFill>
                          <a:srgbClr val="002060"/>
                        </a:solidFill>
                        <a:latin typeface="Cambria Math" panose="02040503050406030204" pitchFamily="18" charset="0"/>
                      </a:rPr>
                      <m:t>𝐒</m:t>
                    </m:r>
                    <m:r>
                      <a:rPr lang="en-IN" sz="2800" b="1" i="0" smtClean="0">
                        <a:solidFill>
                          <a:srgbClr val="002060"/>
                        </a:solidFill>
                        <a:latin typeface="Cambria Math" panose="02040503050406030204" pitchFamily="18" charset="0"/>
                      </a:rPr>
                      <m:t> =</m:t>
                    </m:r>
                    <m:r>
                      <a:rPr lang="en-IN" sz="2800" b="1" i="0" smtClean="0">
                        <a:solidFill>
                          <a:srgbClr val="002060"/>
                        </a:solidFill>
                        <a:latin typeface="Cambria Math" panose="02040503050406030204" pitchFamily="18" charset="0"/>
                      </a:rPr>
                      <m:t>𝟓</m:t>
                    </m:r>
                    <m:r>
                      <a:rPr lang="en-IN" sz="2800" b="1" i="0" smtClean="0">
                        <a:solidFill>
                          <a:srgbClr val="002060"/>
                        </a:solidFill>
                        <a:latin typeface="Cambria Math" panose="02040503050406030204" pitchFamily="18" charset="0"/>
                      </a:rPr>
                      <m:t>%</m:t>
                    </m:r>
                  </m:oMath>
                </a14:m>
                <a:r>
                  <a:rPr lang="en-US" sz="2800" b="1" dirty="0">
                    <a:solidFill>
                      <a:srgbClr val="002060"/>
                    </a:solidFill>
                  </a:rPr>
                  <a:t>  </a:t>
                </a:r>
              </a:p>
            </p:txBody>
          </p:sp>
        </mc:Choice>
        <mc:Fallback xmlns="">
          <p:sp>
            <p:nvSpPr>
              <p:cNvPr id="12" name="Rectangle 11">
                <a:extLst>
                  <a:ext uri="{FF2B5EF4-FFF2-40B4-BE49-F238E27FC236}">
                    <a16:creationId xmlns:a16="http://schemas.microsoft.com/office/drawing/2014/main" id="{BF8BC43F-BC2D-3AB8-1EAA-383CD4B86C9F}"/>
                  </a:ext>
                </a:extLst>
              </p:cNvPr>
              <p:cNvSpPr>
                <a:spLocks noRot="1" noChangeAspect="1" noMove="1" noResize="1" noEditPoints="1" noAdjustHandles="1" noChangeArrowheads="1" noChangeShapeType="1" noTextEdit="1"/>
              </p:cNvSpPr>
              <p:nvPr/>
            </p:nvSpPr>
            <p:spPr>
              <a:xfrm>
                <a:off x="103007" y="2495694"/>
                <a:ext cx="2627491" cy="523220"/>
              </a:xfrm>
              <a:prstGeom prst="rect">
                <a:avLst/>
              </a:prstGeom>
              <a:blipFill>
                <a:blip r:embed="rId7"/>
                <a:stretch>
                  <a:fillRect/>
                </a:stretch>
              </a:blipFill>
            </p:spPr>
            <p:txBody>
              <a:bodyPr/>
              <a:lstStyle/>
              <a:p>
                <a:r>
                  <a:rPr lang="en-IN">
                    <a:noFill/>
                  </a:rPr>
                  <a:t> </a:t>
                </a:r>
              </a:p>
            </p:txBody>
          </p:sp>
        </mc:Fallback>
      </mc:AlternateContent>
      <p:sp>
        <p:nvSpPr>
          <p:cNvPr id="13" name="Rectangle 12">
            <a:extLst>
              <a:ext uri="{FF2B5EF4-FFF2-40B4-BE49-F238E27FC236}">
                <a16:creationId xmlns:a16="http://schemas.microsoft.com/office/drawing/2014/main" id="{CB9BA7DB-3D38-BAA6-135C-C179B82788A1}"/>
              </a:ext>
            </a:extLst>
          </p:cNvPr>
          <p:cNvSpPr/>
          <p:nvPr/>
        </p:nvSpPr>
        <p:spPr>
          <a:xfrm>
            <a:off x="134072" y="3133214"/>
            <a:ext cx="1047491" cy="523220"/>
          </a:xfrm>
          <a:prstGeom prst="rect">
            <a:avLst/>
          </a:prstGeom>
        </p:spPr>
        <p:txBody>
          <a:bodyPr wrap="square">
            <a:spAutoFit/>
          </a:bodyPr>
          <a:lstStyle/>
          <a:p>
            <a:pPr lvl="0"/>
            <a:r>
              <a:rPr lang="en-US" sz="2800" b="1" dirty="0">
                <a:solidFill>
                  <a:srgbClr val="002060"/>
                </a:solidFill>
              </a:rPr>
              <a:t>Test :</a:t>
            </a:r>
            <a:r>
              <a:rPr lang="en-US" sz="2800" b="1" u="sng" dirty="0">
                <a:solidFill>
                  <a:srgbClr val="002060"/>
                </a:solidFill>
              </a:rPr>
              <a:t>  </a:t>
            </a:r>
          </a:p>
        </p:txBody>
      </p:sp>
      <p:sp>
        <p:nvSpPr>
          <p:cNvPr id="6" name="Rectangle 5">
            <a:extLst>
              <a:ext uri="{FF2B5EF4-FFF2-40B4-BE49-F238E27FC236}">
                <a16:creationId xmlns:a16="http://schemas.microsoft.com/office/drawing/2014/main" id="{2FDF0065-DAB2-0DDD-9DD5-57F40414A2F6}"/>
              </a:ext>
            </a:extLst>
          </p:cNvPr>
          <p:cNvSpPr/>
          <p:nvPr/>
        </p:nvSpPr>
        <p:spPr>
          <a:xfrm>
            <a:off x="2363468" y="902896"/>
            <a:ext cx="9828532" cy="954107"/>
          </a:xfrm>
          <a:prstGeom prst="rect">
            <a:avLst/>
          </a:prstGeom>
        </p:spPr>
        <p:txBody>
          <a:bodyPr wrap="square">
            <a:spAutoFit/>
          </a:bodyPr>
          <a:lstStyle/>
          <a:p>
            <a:pPr lvl="0"/>
            <a:r>
              <a:rPr lang="en-US" sz="2800" dirty="0">
                <a:solidFill>
                  <a:srgbClr val="002060"/>
                </a:solidFill>
              </a:rPr>
              <a:t>(i.e., There is no significant difference between the proportion of IP’s and AP’s)</a:t>
            </a:r>
            <a:r>
              <a:rPr lang="en-US" sz="2800" u="sng" dirty="0">
                <a:solidFill>
                  <a:srgbClr val="002060"/>
                </a:solidFill>
              </a:rPr>
              <a:t>  </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E804C5B-4D45-F4B3-9527-99D8554E97B3}"/>
                  </a:ext>
                </a:extLst>
              </p:cNvPr>
              <p:cNvSpPr txBox="1"/>
              <p:nvPr/>
            </p:nvSpPr>
            <p:spPr>
              <a:xfrm>
                <a:off x="0" y="3826238"/>
                <a:ext cx="4229099" cy="13722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b="1" smtClean="0">
                          <a:solidFill>
                            <a:srgbClr val="002060"/>
                          </a:solidFill>
                          <a:latin typeface="Cambria Math" panose="02040503050406030204" pitchFamily="18" charset="0"/>
                        </a:rPr>
                        <m:t>𝐙</m:t>
                      </m:r>
                      <m:r>
                        <a:rPr lang="en-IN" sz="2800" b="0" i="0">
                          <a:solidFill>
                            <a:srgbClr val="002060"/>
                          </a:solidFill>
                          <a:latin typeface="Cambria Math" panose="02040503050406030204" pitchFamily="18" charset="0"/>
                        </a:rPr>
                        <m:t>=</m:t>
                      </m:r>
                      <m:f>
                        <m:fPr>
                          <m:ctrlPr>
                            <a:rPr lang="en-IN" sz="2800" b="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m:t>
                          </m:r>
                          <m:sSub>
                            <m:sSubPr>
                              <m:ctrlPr>
                                <a:rPr lang="en-IN" sz="2800" b="0" i="1">
                                  <a:solidFill>
                                    <a:srgbClr val="002060"/>
                                  </a:solidFill>
                                  <a:latin typeface="Cambria Math" panose="02040503050406030204" pitchFamily="18" charset="0"/>
                                </a:rPr>
                              </m:ctrlPr>
                            </m:sSubPr>
                            <m:e>
                              <m:r>
                                <a:rPr lang="en-IN" sz="2800" b="1" i="0">
                                  <a:solidFill>
                                    <a:srgbClr val="002060"/>
                                  </a:solidFill>
                                  <a:latin typeface="Cambria Math" panose="02040503050406030204" pitchFamily="18" charset="0"/>
                                </a:rPr>
                                <m:t>𝐩</m:t>
                              </m:r>
                            </m:e>
                            <m:sub>
                              <m:r>
                                <a:rPr lang="en-IN" sz="2800" b="0" i="0">
                                  <a:solidFill>
                                    <a:srgbClr val="002060"/>
                                  </a:solidFill>
                                  <a:latin typeface="Cambria Math" panose="02040503050406030204" pitchFamily="18" charset="0"/>
                                </a:rPr>
                                <m:t>1</m:t>
                              </m:r>
                            </m:sub>
                          </m:sSub>
                          <m:r>
                            <a:rPr lang="en-IN" sz="2800" b="0" i="0">
                              <a:solidFill>
                                <a:srgbClr val="002060"/>
                              </a:solidFill>
                              <a:latin typeface="Cambria Math" panose="02040503050406030204" pitchFamily="18" charset="0"/>
                            </a:rPr>
                            <m:t>−</m:t>
                          </m:r>
                          <m:sSub>
                            <m:sSubPr>
                              <m:ctrlPr>
                                <a:rPr lang="en-IN" sz="2800" b="0" i="1">
                                  <a:solidFill>
                                    <a:srgbClr val="002060"/>
                                  </a:solidFill>
                                  <a:latin typeface="Cambria Math" panose="02040503050406030204" pitchFamily="18" charset="0"/>
                                </a:rPr>
                              </m:ctrlPr>
                            </m:sSubPr>
                            <m:e>
                              <m:r>
                                <a:rPr lang="en-IN" sz="2800" b="1" i="0">
                                  <a:solidFill>
                                    <a:srgbClr val="002060"/>
                                  </a:solidFill>
                                  <a:latin typeface="Cambria Math" panose="02040503050406030204" pitchFamily="18" charset="0"/>
                                </a:rPr>
                                <m:t>𝐩</m:t>
                              </m:r>
                            </m:e>
                            <m:sub>
                              <m:r>
                                <a:rPr lang="en-IN" sz="2800" b="0" i="0">
                                  <a:solidFill>
                                    <a:srgbClr val="002060"/>
                                  </a:solidFill>
                                  <a:latin typeface="Cambria Math" panose="02040503050406030204" pitchFamily="18" charset="0"/>
                                </a:rPr>
                                <m:t>2</m:t>
                              </m:r>
                            </m:sub>
                          </m:sSub>
                          <m:r>
                            <a:rPr lang="en-IN" sz="2800" b="0" i="0">
                              <a:solidFill>
                                <a:srgbClr val="002060"/>
                              </a:solidFill>
                              <a:latin typeface="Cambria Math" panose="02040503050406030204" pitchFamily="18" charset="0"/>
                            </a:rPr>
                            <m:t> </m:t>
                          </m:r>
                        </m:num>
                        <m:den>
                          <m:r>
                            <a:rPr lang="en-IN" sz="2800" b="0" i="0">
                              <a:solidFill>
                                <a:srgbClr val="002060"/>
                              </a:solidFill>
                              <a:latin typeface="Cambria Math" panose="02040503050406030204" pitchFamily="18" charset="0"/>
                            </a:rPr>
                            <m:t>  </m:t>
                          </m:r>
                          <m:rad>
                            <m:radPr>
                              <m:degHide m:val="on"/>
                              <m:ctrlPr>
                                <a:rPr lang="en-IN" sz="2800" b="0" i="1">
                                  <a:solidFill>
                                    <a:srgbClr val="002060"/>
                                  </a:solidFill>
                                  <a:latin typeface="Cambria Math" panose="02040503050406030204" pitchFamily="18" charset="0"/>
                                </a:rPr>
                              </m:ctrlPr>
                            </m:radPr>
                            <m:deg/>
                            <m:e>
                              <m:r>
                                <a:rPr lang="en-IN" sz="2800" b="1" i="0">
                                  <a:solidFill>
                                    <a:srgbClr val="002060"/>
                                  </a:solidFill>
                                  <a:latin typeface="Cambria Math" panose="02040503050406030204" pitchFamily="18" charset="0"/>
                                </a:rPr>
                                <m:t>𝐩𝐪</m:t>
                              </m:r>
                              <m:d>
                                <m:dPr>
                                  <m:ctrlPr>
                                    <a:rPr lang="en-IN" sz="2800" b="1" i="1">
                                      <a:solidFill>
                                        <a:srgbClr val="002060"/>
                                      </a:solidFill>
                                      <a:latin typeface="Cambria Math" panose="02040503050406030204" pitchFamily="18" charset="0"/>
                                    </a:rPr>
                                  </m:ctrlPr>
                                </m:dPr>
                                <m:e>
                                  <m:f>
                                    <m:fPr>
                                      <m:ctrlPr>
                                        <a:rPr lang="en-IN" sz="2800" b="1"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1 </m:t>
                                      </m:r>
                                    </m:num>
                                    <m:den>
                                      <m:sSub>
                                        <m:sSubPr>
                                          <m:ctrlPr>
                                            <a:rPr lang="en-IN" sz="2800" b="0" i="1">
                                              <a:solidFill>
                                                <a:srgbClr val="002060"/>
                                              </a:solidFill>
                                              <a:latin typeface="Cambria Math" panose="02040503050406030204" pitchFamily="18" charset="0"/>
                                            </a:rPr>
                                          </m:ctrlPr>
                                        </m:sSubPr>
                                        <m:e>
                                          <m:r>
                                            <a:rPr lang="en-IN" sz="2800" b="0" i="0">
                                              <a:solidFill>
                                                <a:srgbClr val="002060"/>
                                              </a:solidFill>
                                              <a:latin typeface="Cambria Math" panose="02040503050406030204" pitchFamily="18" charset="0"/>
                                            </a:rPr>
                                            <m:t> </m:t>
                                          </m:r>
                                          <m:r>
                                            <a:rPr lang="en-IN" sz="2800" b="1" i="0">
                                              <a:solidFill>
                                                <a:srgbClr val="002060"/>
                                              </a:solidFill>
                                              <a:latin typeface="Cambria Math" panose="02040503050406030204" pitchFamily="18" charset="0"/>
                                            </a:rPr>
                                            <m:t>𝐧</m:t>
                                          </m:r>
                                        </m:e>
                                        <m:sub>
                                          <m:r>
                                            <a:rPr lang="en-IN" sz="2800" b="0" i="0">
                                              <a:solidFill>
                                                <a:srgbClr val="002060"/>
                                              </a:solidFill>
                                              <a:latin typeface="Cambria Math" panose="02040503050406030204" pitchFamily="18" charset="0"/>
                                            </a:rPr>
                                            <m:t>1 </m:t>
                                          </m:r>
                                        </m:sub>
                                      </m:sSub>
                                    </m:den>
                                  </m:f>
                                  <m:r>
                                    <a:rPr lang="en-IN" sz="2800" b="0" i="0">
                                      <a:solidFill>
                                        <a:srgbClr val="002060"/>
                                      </a:solidFill>
                                      <a:latin typeface="Cambria Math" panose="02040503050406030204" pitchFamily="18" charset="0"/>
                                    </a:rPr>
                                    <m:t>+</m:t>
                                  </m:r>
                                  <m:f>
                                    <m:fPr>
                                      <m:ctrlPr>
                                        <a:rPr lang="en-IN" sz="2800" b="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1 </m:t>
                                      </m:r>
                                    </m:num>
                                    <m:den>
                                      <m:sSub>
                                        <m:sSubPr>
                                          <m:ctrlPr>
                                            <a:rPr lang="en-IN" sz="2800" b="0" i="1">
                                              <a:solidFill>
                                                <a:srgbClr val="002060"/>
                                              </a:solidFill>
                                              <a:latin typeface="Cambria Math" panose="02040503050406030204" pitchFamily="18" charset="0"/>
                                            </a:rPr>
                                          </m:ctrlPr>
                                        </m:sSubPr>
                                        <m:e>
                                          <m:r>
                                            <a:rPr lang="en-IN" sz="2800" b="0" i="0">
                                              <a:solidFill>
                                                <a:srgbClr val="002060"/>
                                              </a:solidFill>
                                              <a:latin typeface="Cambria Math" panose="02040503050406030204" pitchFamily="18" charset="0"/>
                                            </a:rPr>
                                            <m:t> </m:t>
                                          </m:r>
                                          <m:r>
                                            <a:rPr lang="en-IN" sz="2800" b="1" i="0">
                                              <a:solidFill>
                                                <a:srgbClr val="002060"/>
                                              </a:solidFill>
                                              <a:latin typeface="Cambria Math" panose="02040503050406030204" pitchFamily="18" charset="0"/>
                                            </a:rPr>
                                            <m:t>𝐧</m:t>
                                          </m:r>
                                        </m:e>
                                        <m:sub>
                                          <m:r>
                                            <a:rPr lang="en-IN" sz="2800" b="0" i="0">
                                              <a:solidFill>
                                                <a:srgbClr val="002060"/>
                                              </a:solidFill>
                                              <a:latin typeface="Cambria Math" panose="02040503050406030204" pitchFamily="18" charset="0"/>
                                            </a:rPr>
                                            <m:t>2 </m:t>
                                          </m:r>
                                        </m:sub>
                                      </m:sSub>
                                    </m:den>
                                  </m:f>
                                </m:e>
                              </m:d>
                              <m:r>
                                <a:rPr lang="en-IN" sz="2800" b="0" i="0">
                                  <a:solidFill>
                                    <a:srgbClr val="002060"/>
                                  </a:solidFill>
                                  <a:latin typeface="Cambria Math" panose="02040503050406030204" pitchFamily="18" charset="0"/>
                                </a:rPr>
                                <m:t> </m:t>
                              </m:r>
                            </m:e>
                          </m:rad>
                          <m:r>
                            <a:rPr lang="en-IN" sz="2800" b="0" i="0">
                              <a:solidFill>
                                <a:srgbClr val="002060"/>
                              </a:solidFill>
                              <a:latin typeface="Cambria Math" panose="02040503050406030204" pitchFamily="18" charset="0"/>
                            </a:rPr>
                            <m:t>  </m:t>
                          </m:r>
                        </m:den>
                      </m:f>
                    </m:oMath>
                  </m:oMathPara>
                </a14:m>
                <a:endParaRPr lang="en-IN" sz="2800" dirty="0">
                  <a:solidFill>
                    <a:srgbClr val="002060"/>
                  </a:solidFill>
                </a:endParaRPr>
              </a:p>
            </p:txBody>
          </p:sp>
        </mc:Choice>
        <mc:Fallback xmlns="">
          <p:sp>
            <p:nvSpPr>
              <p:cNvPr id="7" name="TextBox 6">
                <a:extLst>
                  <a:ext uri="{FF2B5EF4-FFF2-40B4-BE49-F238E27FC236}">
                    <a16:creationId xmlns:a16="http://schemas.microsoft.com/office/drawing/2014/main" id="{8A17BDEC-0097-2354-89F5-6E8E3EF37490}"/>
                  </a:ext>
                </a:extLst>
              </p:cNvPr>
              <p:cNvSpPr txBox="1">
                <a:spLocks noRot="1" noChangeAspect="1" noMove="1" noResize="1" noEditPoints="1" noAdjustHandles="1" noChangeArrowheads="1" noChangeShapeType="1" noTextEdit="1"/>
              </p:cNvSpPr>
              <p:nvPr/>
            </p:nvSpPr>
            <p:spPr>
              <a:xfrm>
                <a:off x="0" y="3826238"/>
                <a:ext cx="4229099" cy="1372299"/>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32DEDB33-D05C-C26C-B5A4-184DA8051379}"/>
                  </a:ext>
                </a:extLst>
              </p:cNvPr>
              <p:cNvSpPr txBox="1"/>
              <p:nvPr/>
            </p:nvSpPr>
            <p:spPr>
              <a:xfrm>
                <a:off x="183775" y="5412026"/>
                <a:ext cx="3028840" cy="94545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IN" sz="2800" b="0" i="0">
                          <a:solidFill>
                            <a:srgbClr val="002060"/>
                          </a:solidFill>
                          <a:latin typeface="Cambria Math" panose="02040503050406030204" pitchFamily="18" charset="0"/>
                        </a:rPr>
                        <m:t>p</m:t>
                      </m:r>
                      <m:r>
                        <a:rPr lang="en-IN" sz="2800" b="0" i="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m:t>
                          </m:r>
                          <m:sSub>
                            <m:sSubPr>
                              <m:ctrlPr>
                                <a:rPr lang="en-IN" sz="2800" i="1">
                                  <a:solidFill>
                                    <a:srgbClr val="002060"/>
                                  </a:solidFill>
                                  <a:latin typeface="Cambria Math" panose="02040503050406030204" pitchFamily="18" charset="0"/>
                                </a:rPr>
                              </m:ctrlPr>
                            </m:sSubPr>
                            <m:e>
                              <m:r>
                                <m:rPr>
                                  <m:sty m:val="p"/>
                                </m:rPr>
                                <a:rPr lang="en-IN" sz="2800" b="0" i="0">
                                  <a:solidFill>
                                    <a:srgbClr val="002060"/>
                                  </a:solidFill>
                                  <a:latin typeface="Cambria Math" panose="02040503050406030204" pitchFamily="18" charset="0"/>
                                </a:rPr>
                                <m:t>n</m:t>
                              </m:r>
                            </m:e>
                            <m:sub>
                              <m:r>
                                <a:rPr lang="en-IN" sz="2800" b="0" i="0">
                                  <a:solidFill>
                                    <a:srgbClr val="002060"/>
                                  </a:solidFill>
                                  <a:latin typeface="Cambria Math" panose="02040503050406030204" pitchFamily="18" charset="0"/>
                                </a:rPr>
                                <m:t>1</m:t>
                              </m:r>
                            </m:sub>
                          </m:sSub>
                          <m:sSub>
                            <m:sSubPr>
                              <m:ctrlPr>
                                <a:rPr lang="en-IN" sz="2800" i="1">
                                  <a:solidFill>
                                    <a:srgbClr val="002060"/>
                                  </a:solidFill>
                                  <a:latin typeface="Cambria Math" panose="02040503050406030204" pitchFamily="18" charset="0"/>
                                </a:rPr>
                              </m:ctrlPr>
                            </m:sSubPr>
                            <m:e>
                              <m:r>
                                <m:rPr>
                                  <m:sty m:val="p"/>
                                </m:rPr>
                                <a:rPr lang="en-IN" sz="2800" b="0" i="0">
                                  <a:solidFill>
                                    <a:srgbClr val="002060"/>
                                  </a:solidFill>
                                  <a:latin typeface="Cambria Math" panose="02040503050406030204" pitchFamily="18" charset="0"/>
                                </a:rPr>
                                <m:t>p</m:t>
                              </m:r>
                            </m:e>
                            <m:sub>
                              <m:r>
                                <a:rPr lang="en-IN" sz="2800" b="0" i="0">
                                  <a:solidFill>
                                    <a:srgbClr val="002060"/>
                                  </a:solidFill>
                                  <a:latin typeface="Cambria Math" panose="02040503050406030204" pitchFamily="18" charset="0"/>
                                </a:rPr>
                                <m:t>1</m:t>
                              </m:r>
                            </m:sub>
                          </m:sSub>
                          <m:r>
                            <a:rPr lang="en-IN" sz="2800" b="0" i="0">
                              <a:solidFill>
                                <a:srgbClr val="002060"/>
                              </a:solidFill>
                              <a:latin typeface="Cambria Math" panose="02040503050406030204" pitchFamily="18" charset="0"/>
                            </a:rPr>
                            <m:t>+</m:t>
                          </m:r>
                          <m:sSub>
                            <m:sSubPr>
                              <m:ctrlPr>
                                <a:rPr lang="en-IN" sz="2800" i="1">
                                  <a:solidFill>
                                    <a:srgbClr val="002060"/>
                                  </a:solidFill>
                                  <a:latin typeface="Cambria Math" panose="02040503050406030204" pitchFamily="18" charset="0"/>
                                </a:rPr>
                              </m:ctrlPr>
                            </m:sSubPr>
                            <m:e>
                              <m:r>
                                <m:rPr>
                                  <m:sty m:val="p"/>
                                </m:rPr>
                                <a:rPr lang="en-IN" sz="2800" b="0" i="0">
                                  <a:solidFill>
                                    <a:srgbClr val="002060"/>
                                  </a:solidFill>
                                  <a:latin typeface="Cambria Math" panose="02040503050406030204" pitchFamily="18" charset="0"/>
                                </a:rPr>
                                <m:t>n</m:t>
                              </m:r>
                            </m:e>
                            <m:sub>
                              <m:r>
                                <a:rPr lang="en-IN" sz="2800" b="0" i="0">
                                  <a:solidFill>
                                    <a:srgbClr val="002060"/>
                                  </a:solidFill>
                                  <a:latin typeface="Cambria Math" panose="02040503050406030204" pitchFamily="18" charset="0"/>
                                </a:rPr>
                                <m:t>2</m:t>
                              </m:r>
                            </m:sub>
                          </m:sSub>
                          <m:sSub>
                            <m:sSubPr>
                              <m:ctrlPr>
                                <a:rPr lang="en-IN" sz="2800" i="1">
                                  <a:solidFill>
                                    <a:srgbClr val="002060"/>
                                  </a:solidFill>
                                  <a:latin typeface="Cambria Math" panose="02040503050406030204" pitchFamily="18" charset="0"/>
                                </a:rPr>
                              </m:ctrlPr>
                            </m:sSubPr>
                            <m:e>
                              <m:r>
                                <m:rPr>
                                  <m:sty m:val="p"/>
                                </m:rPr>
                                <a:rPr lang="en-IN" sz="2800" b="0" i="0">
                                  <a:solidFill>
                                    <a:srgbClr val="002060"/>
                                  </a:solidFill>
                                  <a:latin typeface="Cambria Math" panose="02040503050406030204" pitchFamily="18" charset="0"/>
                                </a:rPr>
                                <m:t>p</m:t>
                              </m:r>
                            </m:e>
                            <m:sub>
                              <m:r>
                                <a:rPr lang="en-IN" sz="2800" b="0" i="0">
                                  <a:solidFill>
                                    <a:srgbClr val="002060"/>
                                  </a:solidFill>
                                  <a:latin typeface="Cambria Math" panose="02040503050406030204" pitchFamily="18" charset="0"/>
                                </a:rPr>
                                <m:t>2</m:t>
                              </m:r>
                            </m:sub>
                          </m:sSub>
                          <m:r>
                            <a:rPr lang="en-IN" sz="2800" b="0" i="0">
                              <a:solidFill>
                                <a:srgbClr val="002060"/>
                              </a:solidFill>
                              <a:latin typeface="Cambria Math" panose="02040503050406030204" pitchFamily="18" charset="0"/>
                            </a:rPr>
                            <m:t> </m:t>
                          </m:r>
                        </m:num>
                        <m:den>
                          <m:r>
                            <a:rPr lang="en-IN" sz="2800" b="0" i="0">
                              <a:solidFill>
                                <a:srgbClr val="002060"/>
                              </a:solidFill>
                              <a:latin typeface="Cambria Math" panose="02040503050406030204" pitchFamily="18" charset="0"/>
                            </a:rPr>
                            <m:t> </m:t>
                          </m:r>
                          <m:sSub>
                            <m:sSubPr>
                              <m:ctrlPr>
                                <a:rPr lang="en-IN" sz="2800" i="1">
                                  <a:solidFill>
                                    <a:srgbClr val="002060"/>
                                  </a:solidFill>
                                  <a:latin typeface="Cambria Math" panose="02040503050406030204" pitchFamily="18" charset="0"/>
                                </a:rPr>
                              </m:ctrlPr>
                            </m:sSubPr>
                            <m:e>
                              <m:r>
                                <m:rPr>
                                  <m:sty m:val="p"/>
                                </m:rPr>
                                <a:rPr lang="en-IN" sz="2800" b="0" i="0">
                                  <a:solidFill>
                                    <a:srgbClr val="002060"/>
                                  </a:solidFill>
                                  <a:latin typeface="Cambria Math" panose="02040503050406030204" pitchFamily="18" charset="0"/>
                                </a:rPr>
                                <m:t>n</m:t>
                              </m:r>
                            </m:e>
                            <m:sub>
                              <m:r>
                                <a:rPr lang="en-IN" sz="2800" b="0" i="0">
                                  <a:solidFill>
                                    <a:srgbClr val="002060"/>
                                  </a:solidFill>
                                  <a:latin typeface="Cambria Math" panose="02040503050406030204" pitchFamily="18" charset="0"/>
                                </a:rPr>
                                <m:t>1</m:t>
                              </m:r>
                            </m:sub>
                          </m:sSub>
                          <m:r>
                            <a:rPr lang="en-IN" sz="2800" b="0" i="0">
                              <a:solidFill>
                                <a:srgbClr val="002060"/>
                              </a:solidFill>
                              <a:latin typeface="Cambria Math" panose="02040503050406030204" pitchFamily="18" charset="0"/>
                            </a:rPr>
                            <m:t>+</m:t>
                          </m:r>
                          <m:sSub>
                            <m:sSubPr>
                              <m:ctrlPr>
                                <a:rPr lang="en-IN" sz="2800" i="1">
                                  <a:solidFill>
                                    <a:srgbClr val="002060"/>
                                  </a:solidFill>
                                  <a:latin typeface="Cambria Math" panose="02040503050406030204" pitchFamily="18" charset="0"/>
                                </a:rPr>
                              </m:ctrlPr>
                            </m:sSubPr>
                            <m:e>
                              <m:r>
                                <m:rPr>
                                  <m:sty m:val="p"/>
                                </m:rPr>
                                <a:rPr lang="en-IN" sz="2800" b="0" i="0">
                                  <a:solidFill>
                                    <a:srgbClr val="002060"/>
                                  </a:solidFill>
                                  <a:latin typeface="Cambria Math" panose="02040503050406030204" pitchFamily="18" charset="0"/>
                                </a:rPr>
                                <m:t>n</m:t>
                              </m:r>
                            </m:e>
                            <m:sub>
                              <m:r>
                                <a:rPr lang="en-IN" sz="2800" b="0" i="0">
                                  <a:solidFill>
                                    <a:srgbClr val="002060"/>
                                  </a:solidFill>
                                  <a:latin typeface="Cambria Math" panose="02040503050406030204" pitchFamily="18" charset="0"/>
                                </a:rPr>
                                <m:t>2</m:t>
                              </m:r>
                            </m:sub>
                          </m:sSub>
                          <m:r>
                            <a:rPr lang="en-IN" sz="2800" b="0" i="0">
                              <a:solidFill>
                                <a:srgbClr val="002060"/>
                              </a:solidFill>
                              <a:latin typeface="Cambria Math" panose="02040503050406030204" pitchFamily="18" charset="0"/>
                            </a:rPr>
                            <m:t> </m:t>
                          </m:r>
                        </m:den>
                      </m:f>
                      <m:r>
                        <a:rPr lang="en-IN" sz="2800" b="0" i="0">
                          <a:solidFill>
                            <a:srgbClr val="002060"/>
                          </a:solidFill>
                          <a:latin typeface="Cambria Math" panose="02040503050406030204" pitchFamily="18" charset="0"/>
                        </a:rPr>
                        <m:t> </m:t>
                      </m:r>
                    </m:oMath>
                  </m:oMathPara>
                </a14:m>
                <a:endParaRPr lang="en-IN" sz="2800" i="0" dirty="0">
                  <a:solidFill>
                    <a:srgbClr val="002060"/>
                  </a:solidFill>
                  <a:latin typeface="Cambria Math" panose="02040503050406030204" pitchFamily="18" charset="0"/>
                </a:endParaRPr>
              </a:p>
            </p:txBody>
          </p:sp>
        </mc:Choice>
        <mc:Fallback xmlns="">
          <p:sp>
            <p:nvSpPr>
              <p:cNvPr id="20" name="TextBox 19">
                <a:extLst>
                  <a:ext uri="{FF2B5EF4-FFF2-40B4-BE49-F238E27FC236}">
                    <a16:creationId xmlns:a16="http://schemas.microsoft.com/office/drawing/2014/main" id="{EE79241D-CC4A-3C18-AD25-49021333CE5E}"/>
                  </a:ext>
                </a:extLst>
              </p:cNvPr>
              <p:cNvSpPr txBox="1">
                <a:spLocks noRot="1" noChangeAspect="1" noMove="1" noResize="1" noEditPoints="1" noAdjustHandles="1" noChangeArrowheads="1" noChangeShapeType="1" noTextEdit="1"/>
              </p:cNvSpPr>
              <p:nvPr/>
            </p:nvSpPr>
            <p:spPr>
              <a:xfrm>
                <a:off x="183775" y="5412026"/>
                <a:ext cx="3028840" cy="945452"/>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6DCDE3ED-08DA-805B-DD1D-00612E33E4B8}"/>
                  </a:ext>
                </a:extLst>
              </p:cNvPr>
              <p:cNvSpPr txBox="1"/>
              <p:nvPr/>
            </p:nvSpPr>
            <p:spPr>
              <a:xfrm>
                <a:off x="5392527" y="2284033"/>
                <a:ext cx="5226583" cy="93570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b="0" i="0" smtClean="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m:t>
                          </m:r>
                          <m:d>
                            <m:dPr>
                              <m:ctrlPr>
                                <a:rPr lang="en-IN" sz="2800" b="0" i="1" smtClean="0">
                                  <a:solidFill>
                                    <a:srgbClr val="002060"/>
                                  </a:solidFill>
                                  <a:latin typeface="Cambria Math" panose="02040503050406030204" pitchFamily="18" charset="0"/>
                                </a:rPr>
                              </m:ctrlPr>
                            </m:dPr>
                            <m:e>
                              <m:r>
                                <a:rPr lang="en-US" sz="2800" b="0" i="1" smtClean="0">
                                  <a:solidFill>
                                    <a:srgbClr val="002060"/>
                                  </a:solidFill>
                                  <a:latin typeface="Cambria Math" panose="02040503050406030204" pitchFamily="18" charset="0"/>
                                </a:rPr>
                                <m:t>250</m:t>
                              </m:r>
                            </m:e>
                          </m:d>
                          <m:d>
                            <m:dPr>
                              <m:ctrlPr>
                                <a:rPr lang="en-IN" sz="2800" i="1">
                                  <a:solidFill>
                                    <a:srgbClr val="002060"/>
                                  </a:solidFill>
                                  <a:latin typeface="Cambria Math" panose="02040503050406030204" pitchFamily="18" charset="0"/>
                                </a:rPr>
                              </m:ctrlPr>
                            </m:dPr>
                            <m:e>
                              <m:r>
                                <a:rPr lang="en-US" sz="2800" b="0" i="1" smtClean="0">
                                  <a:solidFill>
                                    <a:srgbClr val="002060"/>
                                  </a:solidFill>
                                  <a:latin typeface="Cambria Math" panose="02040503050406030204" pitchFamily="18" charset="0"/>
                                </a:rPr>
                                <m:t>0.82</m:t>
                              </m:r>
                            </m:e>
                          </m:d>
                          <m:r>
                            <a:rPr lang="en-IN" sz="2800" b="0" i="0">
                              <a:solidFill>
                                <a:srgbClr val="002060"/>
                              </a:solidFill>
                              <a:latin typeface="Cambria Math" panose="02040503050406030204" pitchFamily="18" charset="0"/>
                            </a:rPr>
                            <m:t>+</m:t>
                          </m:r>
                          <m:d>
                            <m:dPr>
                              <m:ctrlPr>
                                <a:rPr lang="en-IN" sz="2800" i="1">
                                  <a:solidFill>
                                    <a:srgbClr val="002060"/>
                                  </a:solidFill>
                                  <a:latin typeface="Cambria Math" panose="02040503050406030204" pitchFamily="18" charset="0"/>
                                </a:rPr>
                              </m:ctrlPr>
                            </m:dPr>
                            <m:e>
                              <m:r>
                                <a:rPr lang="en-US" sz="2800" b="0" i="1" smtClean="0">
                                  <a:solidFill>
                                    <a:srgbClr val="002060"/>
                                  </a:solidFill>
                                  <a:latin typeface="Cambria Math" panose="02040503050406030204" pitchFamily="18" charset="0"/>
                                </a:rPr>
                                <m:t>250</m:t>
                              </m:r>
                            </m:e>
                          </m:d>
                          <m:d>
                            <m:dPr>
                              <m:ctrlPr>
                                <a:rPr lang="en-IN" sz="2800" i="1">
                                  <a:solidFill>
                                    <a:srgbClr val="002060"/>
                                  </a:solidFill>
                                  <a:latin typeface="Cambria Math" panose="02040503050406030204" pitchFamily="18" charset="0"/>
                                </a:rPr>
                              </m:ctrlPr>
                            </m:dPr>
                            <m:e>
                              <m:r>
                                <a:rPr lang="en-IN" sz="2800" i="1">
                                  <a:solidFill>
                                    <a:srgbClr val="002060"/>
                                  </a:solidFill>
                                  <a:latin typeface="Cambria Math" panose="02040503050406030204" pitchFamily="18" charset="0"/>
                                </a:rPr>
                                <m:t>0.</m:t>
                              </m:r>
                              <m:r>
                                <a:rPr lang="en-US" sz="2800" i="1" smtClean="0">
                                  <a:solidFill>
                                    <a:srgbClr val="002060"/>
                                  </a:solidFill>
                                  <a:latin typeface="Cambria Math" panose="02040503050406030204" pitchFamily="18" charset="0"/>
                                </a:rPr>
                                <m:t>5</m:t>
                              </m:r>
                              <m:r>
                                <a:rPr lang="en-US" sz="2800" b="0" i="1" smtClean="0">
                                  <a:solidFill>
                                    <a:srgbClr val="002060"/>
                                  </a:solidFill>
                                  <a:latin typeface="Cambria Math" panose="02040503050406030204" pitchFamily="18" charset="0"/>
                                </a:rPr>
                                <m:t>48</m:t>
                              </m:r>
                            </m:e>
                          </m:d>
                        </m:num>
                        <m:den>
                          <m:r>
                            <a:rPr lang="en-IN" sz="2800" b="0" i="0">
                              <a:solidFill>
                                <a:srgbClr val="002060"/>
                              </a:solidFill>
                              <a:latin typeface="Cambria Math" panose="02040503050406030204" pitchFamily="18" charset="0"/>
                            </a:rPr>
                            <m:t> </m:t>
                          </m:r>
                          <m:r>
                            <a:rPr lang="en-US" sz="2800" b="0" i="1" smtClean="0">
                              <a:solidFill>
                                <a:srgbClr val="002060"/>
                              </a:solidFill>
                              <a:latin typeface="Cambria Math" panose="02040503050406030204" pitchFamily="18" charset="0"/>
                            </a:rPr>
                            <m:t>250</m:t>
                          </m:r>
                          <m:r>
                            <a:rPr lang="en-IN" sz="2800" b="0" i="0">
                              <a:solidFill>
                                <a:srgbClr val="002060"/>
                              </a:solidFill>
                              <a:latin typeface="Cambria Math" panose="02040503050406030204" pitchFamily="18" charset="0"/>
                            </a:rPr>
                            <m:t>+</m:t>
                          </m:r>
                          <m:r>
                            <a:rPr lang="en-US" sz="2800" i="1" smtClean="0">
                              <a:solidFill>
                                <a:srgbClr val="002060"/>
                              </a:solidFill>
                              <a:latin typeface="Cambria Math" panose="02040503050406030204" pitchFamily="18" charset="0"/>
                            </a:rPr>
                            <m:t>2</m:t>
                          </m:r>
                          <m:r>
                            <a:rPr lang="en-US" sz="2800" b="0" i="1" smtClean="0">
                              <a:solidFill>
                                <a:srgbClr val="002060"/>
                              </a:solidFill>
                              <a:latin typeface="Cambria Math" panose="02040503050406030204" pitchFamily="18" charset="0"/>
                            </a:rPr>
                            <m:t>5</m:t>
                          </m:r>
                          <m:r>
                            <a:rPr lang="en-IN" sz="2800" b="0" i="1" smtClean="0">
                              <a:solidFill>
                                <a:srgbClr val="002060"/>
                              </a:solidFill>
                              <a:latin typeface="Cambria Math" panose="02040503050406030204" pitchFamily="18" charset="0"/>
                            </a:rPr>
                            <m:t>0</m:t>
                          </m:r>
                          <m:r>
                            <a:rPr lang="en-IN" sz="2800" b="0" i="0">
                              <a:solidFill>
                                <a:srgbClr val="002060"/>
                              </a:solidFill>
                              <a:latin typeface="Cambria Math" panose="02040503050406030204" pitchFamily="18" charset="0"/>
                            </a:rPr>
                            <m:t> </m:t>
                          </m:r>
                        </m:den>
                      </m:f>
                      <m:r>
                        <a:rPr lang="en-IN" sz="2800" b="0" i="0">
                          <a:solidFill>
                            <a:srgbClr val="002060"/>
                          </a:solidFill>
                          <a:latin typeface="Cambria Math" panose="02040503050406030204" pitchFamily="18" charset="0"/>
                        </a:rPr>
                        <m:t> </m:t>
                      </m:r>
                    </m:oMath>
                  </m:oMathPara>
                </a14:m>
                <a:endParaRPr lang="en-IN" sz="2800" i="0" dirty="0">
                  <a:solidFill>
                    <a:srgbClr val="002060"/>
                  </a:solidFill>
                  <a:latin typeface="Cambria Math" panose="02040503050406030204" pitchFamily="18" charset="0"/>
                </a:endParaRPr>
              </a:p>
            </p:txBody>
          </p:sp>
        </mc:Choice>
        <mc:Fallback xmlns="">
          <p:sp>
            <p:nvSpPr>
              <p:cNvPr id="22" name="TextBox 21">
                <a:extLst>
                  <a:ext uri="{FF2B5EF4-FFF2-40B4-BE49-F238E27FC236}">
                    <a16:creationId xmlns:a16="http://schemas.microsoft.com/office/drawing/2014/main" id="{6DCDE3ED-08DA-805B-DD1D-00612E33E4B8}"/>
                  </a:ext>
                </a:extLst>
              </p:cNvPr>
              <p:cNvSpPr txBox="1">
                <a:spLocks noRot="1" noChangeAspect="1" noMove="1" noResize="1" noEditPoints="1" noAdjustHandles="1" noChangeArrowheads="1" noChangeShapeType="1" noTextEdit="1"/>
              </p:cNvSpPr>
              <p:nvPr/>
            </p:nvSpPr>
            <p:spPr>
              <a:xfrm>
                <a:off x="5392527" y="2284033"/>
                <a:ext cx="5226583" cy="935705"/>
              </a:xfrm>
              <a:prstGeom prst="rect">
                <a:avLst/>
              </a:prstGeom>
              <a:blipFill>
                <a:blip r:embed="rId10"/>
                <a:stretch>
                  <a:fillRect/>
                </a:stretch>
              </a:blipFill>
            </p:spPr>
            <p:txBody>
              <a:bodyPr/>
              <a:lstStyle/>
              <a:p>
                <a:r>
                  <a:rPr lang="en-IN">
                    <a:noFill/>
                  </a:rPr>
                  <a:t> </a:t>
                </a:r>
              </a:p>
            </p:txBody>
          </p:sp>
        </mc:Fallback>
      </mc:AlternateContent>
      <p:sp>
        <p:nvSpPr>
          <p:cNvPr id="5" name="Rectangle 4">
            <a:extLst>
              <a:ext uri="{FF2B5EF4-FFF2-40B4-BE49-F238E27FC236}">
                <a16:creationId xmlns:a16="http://schemas.microsoft.com/office/drawing/2014/main" id="{1A4B9790-093A-A681-ED3F-833F00584E5E}"/>
              </a:ext>
            </a:extLst>
          </p:cNvPr>
          <p:cNvSpPr/>
          <p:nvPr/>
        </p:nvSpPr>
        <p:spPr>
          <a:xfrm>
            <a:off x="2260598" y="1813503"/>
            <a:ext cx="545006" cy="523220"/>
          </a:xfrm>
          <a:prstGeom prst="rect">
            <a:avLst/>
          </a:prstGeom>
        </p:spPr>
        <p:txBody>
          <a:bodyPr wrap="square">
            <a:spAutoFit/>
          </a:bodyPr>
          <a:lstStyle/>
          <a:p>
            <a:pPr lvl="0"/>
            <a:r>
              <a:rPr lang="en-US" sz="2800" dirty="0">
                <a:solidFill>
                  <a:srgbClr val="002060"/>
                </a:solidFill>
              </a:rPr>
              <a:t>or</a:t>
            </a:r>
            <a:r>
              <a:rPr lang="en-US" sz="2800" u="sng" dirty="0">
                <a:solidFill>
                  <a:srgbClr val="002060"/>
                </a:solidFill>
              </a:rPr>
              <a:t>  </a:t>
            </a:r>
          </a:p>
        </p:txBody>
      </p:sp>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590B5287-A93F-37C8-808A-E1A202421DA2}"/>
                  </a:ext>
                </a:extLst>
              </p:cNvPr>
              <p:cNvSpPr/>
              <p:nvPr/>
            </p:nvSpPr>
            <p:spPr>
              <a:xfrm>
                <a:off x="5511800" y="3312848"/>
                <a:ext cx="1955800" cy="523220"/>
              </a:xfrm>
              <a:prstGeom prst="rect">
                <a:avLst/>
              </a:prstGeom>
            </p:spPr>
            <p:txBody>
              <a:bodyPr wrap="square">
                <a:spAutoFit/>
              </a:bodyPr>
              <a:lstStyle/>
              <a:p>
                <a:pPr lvl="0"/>
                <a14:m>
                  <m:oMath xmlns:m="http://schemas.openxmlformats.org/officeDocument/2006/math">
                    <m:r>
                      <a:rPr lang="en-IN" sz="2800" b="0" i="0" smtClean="0">
                        <a:solidFill>
                          <a:srgbClr val="002060"/>
                        </a:solidFill>
                        <a:latin typeface="Cambria Math" panose="02040503050406030204" pitchFamily="18" charset="0"/>
                      </a:rPr>
                      <m:t>=0.</m:t>
                    </m:r>
                    <m:r>
                      <a:rPr lang="en-US" sz="2800" b="0" i="0" smtClean="0">
                        <a:solidFill>
                          <a:srgbClr val="002060"/>
                        </a:solidFill>
                        <a:latin typeface="Cambria Math" panose="02040503050406030204" pitchFamily="18" charset="0"/>
                      </a:rPr>
                      <m:t>699</m:t>
                    </m:r>
                  </m:oMath>
                </a14:m>
                <a:r>
                  <a:rPr lang="en-US" sz="2800" dirty="0">
                    <a:solidFill>
                      <a:srgbClr val="002060"/>
                    </a:solidFill>
                  </a:rPr>
                  <a:t>  </a:t>
                </a:r>
              </a:p>
            </p:txBody>
          </p:sp>
        </mc:Choice>
        <mc:Fallback xmlns="">
          <p:sp>
            <p:nvSpPr>
              <p:cNvPr id="32" name="Rectangle 31">
                <a:extLst>
                  <a:ext uri="{FF2B5EF4-FFF2-40B4-BE49-F238E27FC236}">
                    <a16:creationId xmlns:a16="http://schemas.microsoft.com/office/drawing/2014/main" id="{590B5287-A93F-37C8-808A-E1A202421DA2}"/>
                  </a:ext>
                </a:extLst>
              </p:cNvPr>
              <p:cNvSpPr>
                <a:spLocks noRot="1" noChangeAspect="1" noMove="1" noResize="1" noEditPoints="1" noAdjustHandles="1" noChangeArrowheads="1" noChangeShapeType="1" noTextEdit="1"/>
              </p:cNvSpPr>
              <p:nvPr/>
            </p:nvSpPr>
            <p:spPr>
              <a:xfrm>
                <a:off x="5511800" y="3312848"/>
                <a:ext cx="1955800"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2C0E6EBA-41F3-467D-1E0B-828BEC7905F7}"/>
                  </a:ext>
                </a:extLst>
              </p:cNvPr>
              <p:cNvSpPr/>
              <p:nvPr/>
            </p:nvSpPr>
            <p:spPr>
              <a:xfrm>
                <a:off x="5165503" y="3835198"/>
                <a:ext cx="175721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2800" b="0" i="0" smtClean="0">
                          <a:solidFill>
                            <a:srgbClr val="002060"/>
                          </a:solidFill>
                          <a:latin typeface="Cambria Math" panose="02040503050406030204" pitchFamily="18" charset="0"/>
                        </a:rPr>
                        <m:t>q</m:t>
                      </m:r>
                      <m:r>
                        <a:rPr lang="en-IN" sz="2800" b="0" i="0" smtClean="0">
                          <a:solidFill>
                            <a:srgbClr val="002060"/>
                          </a:solidFill>
                          <a:latin typeface="Cambria Math" panose="02040503050406030204" pitchFamily="18" charset="0"/>
                        </a:rPr>
                        <m:t>=</m:t>
                      </m:r>
                      <m:r>
                        <a:rPr lang="en-US" sz="2800" b="0" i="0" smtClean="0">
                          <a:solidFill>
                            <a:srgbClr val="002060"/>
                          </a:solidFill>
                          <a:latin typeface="Cambria Math" panose="02040503050406030204" pitchFamily="18" charset="0"/>
                        </a:rPr>
                        <m:t>1−</m:t>
                      </m:r>
                      <m:r>
                        <m:rPr>
                          <m:sty m:val="p"/>
                        </m:rPr>
                        <a:rPr lang="en-US" sz="2800" b="0" i="0" smtClean="0">
                          <a:solidFill>
                            <a:srgbClr val="002060"/>
                          </a:solidFill>
                          <a:latin typeface="Cambria Math" panose="02040503050406030204" pitchFamily="18" charset="0"/>
                        </a:rPr>
                        <m:t>p</m:t>
                      </m:r>
                    </m:oMath>
                  </m:oMathPara>
                </a14:m>
                <a:endParaRPr lang="en-US" sz="2800" dirty="0">
                  <a:solidFill>
                    <a:srgbClr val="002060"/>
                  </a:solidFill>
                </a:endParaRPr>
              </a:p>
            </p:txBody>
          </p:sp>
        </mc:Choice>
        <mc:Fallback xmlns="">
          <p:sp>
            <p:nvSpPr>
              <p:cNvPr id="34" name="Rectangle 33">
                <a:extLst>
                  <a:ext uri="{FF2B5EF4-FFF2-40B4-BE49-F238E27FC236}">
                    <a16:creationId xmlns:a16="http://schemas.microsoft.com/office/drawing/2014/main" id="{2C0E6EBA-41F3-467D-1E0B-828BEC7905F7}"/>
                  </a:ext>
                </a:extLst>
              </p:cNvPr>
              <p:cNvSpPr>
                <a:spLocks noRot="1" noChangeAspect="1" noMove="1" noResize="1" noEditPoints="1" noAdjustHandles="1" noChangeArrowheads="1" noChangeShapeType="1" noTextEdit="1"/>
              </p:cNvSpPr>
              <p:nvPr/>
            </p:nvSpPr>
            <p:spPr>
              <a:xfrm>
                <a:off x="5165503" y="3835198"/>
                <a:ext cx="1757212" cy="523220"/>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936BBE7C-3334-FE1C-D5D2-E6E850F8BE45}"/>
                  </a:ext>
                </a:extLst>
              </p:cNvPr>
              <p:cNvSpPr txBox="1"/>
              <p:nvPr/>
            </p:nvSpPr>
            <p:spPr>
              <a:xfrm>
                <a:off x="6680379" y="3868950"/>
                <a:ext cx="2285939"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i="1" smtClean="0">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1−</m:t>
                      </m:r>
                      <m:r>
                        <a:rPr lang="en-IN" sz="2800" b="0" i="1" smtClean="0">
                          <a:solidFill>
                            <a:srgbClr val="002060"/>
                          </a:solidFill>
                          <a:latin typeface="Cambria Math" panose="02040503050406030204" pitchFamily="18" charset="0"/>
                        </a:rPr>
                        <m:t>0.</m:t>
                      </m:r>
                      <m:r>
                        <a:rPr lang="en-US" sz="2800" b="0" i="1" smtClean="0">
                          <a:solidFill>
                            <a:srgbClr val="002060"/>
                          </a:solidFill>
                          <a:latin typeface="Cambria Math" panose="02040503050406030204" pitchFamily="18" charset="0"/>
                        </a:rPr>
                        <m:t>699</m:t>
                      </m:r>
                    </m:oMath>
                  </m:oMathPara>
                </a14:m>
                <a:endParaRPr lang="en-IN" sz="2800" dirty="0"/>
              </a:p>
            </p:txBody>
          </p:sp>
        </mc:Choice>
        <mc:Fallback xmlns="">
          <p:sp>
            <p:nvSpPr>
              <p:cNvPr id="35" name="TextBox 34">
                <a:extLst>
                  <a:ext uri="{FF2B5EF4-FFF2-40B4-BE49-F238E27FC236}">
                    <a16:creationId xmlns:a16="http://schemas.microsoft.com/office/drawing/2014/main" id="{936BBE7C-3334-FE1C-D5D2-E6E850F8BE45}"/>
                  </a:ext>
                </a:extLst>
              </p:cNvPr>
              <p:cNvSpPr txBox="1">
                <a:spLocks noRot="1" noChangeAspect="1" noMove="1" noResize="1" noEditPoints="1" noAdjustHandles="1" noChangeArrowheads="1" noChangeShapeType="1" noTextEdit="1"/>
              </p:cNvSpPr>
              <p:nvPr/>
            </p:nvSpPr>
            <p:spPr>
              <a:xfrm>
                <a:off x="6680379" y="3868950"/>
                <a:ext cx="2285939" cy="523220"/>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6C246816-1E54-3AE0-B588-31EB44C86F82}"/>
                  </a:ext>
                </a:extLst>
              </p:cNvPr>
              <p:cNvSpPr txBox="1"/>
              <p:nvPr/>
            </p:nvSpPr>
            <p:spPr>
              <a:xfrm>
                <a:off x="8780088" y="3854431"/>
                <a:ext cx="1553263"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i="1" smtClean="0">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0.301</m:t>
                      </m:r>
                    </m:oMath>
                  </m:oMathPara>
                </a14:m>
                <a:endParaRPr lang="en-IN" sz="2800" dirty="0"/>
              </a:p>
            </p:txBody>
          </p:sp>
        </mc:Choice>
        <mc:Fallback xmlns="">
          <p:sp>
            <p:nvSpPr>
              <p:cNvPr id="36" name="TextBox 35">
                <a:extLst>
                  <a:ext uri="{FF2B5EF4-FFF2-40B4-BE49-F238E27FC236}">
                    <a16:creationId xmlns:a16="http://schemas.microsoft.com/office/drawing/2014/main" id="{6C246816-1E54-3AE0-B588-31EB44C86F82}"/>
                  </a:ext>
                </a:extLst>
              </p:cNvPr>
              <p:cNvSpPr txBox="1">
                <a:spLocks noRot="1" noChangeAspect="1" noMove="1" noResize="1" noEditPoints="1" noAdjustHandles="1" noChangeArrowheads="1" noChangeShapeType="1" noTextEdit="1"/>
              </p:cNvSpPr>
              <p:nvPr/>
            </p:nvSpPr>
            <p:spPr>
              <a:xfrm>
                <a:off x="8780088" y="3854431"/>
                <a:ext cx="1553263" cy="523220"/>
              </a:xfrm>
              <a:prstGeom prst="rect">
                <a:avLst/>
              </a:prstGeom>
              <a:blipFill>
                <a:blip r:embed="rId14"/>
                <a:stretch>
                  <a:fillRect/>
                </a:stretch>
              </a:blipFill>
            </p:spPr>
            <p:txBody>
              <a:bodyPr/>
              <a:lstStyle/>
              <a:p>
                <a:r>
                  <a:rPr lang="en-IN">
                    <a:noFill/>
                  </a:rPr>
                  <a:t> </a:t>
                </a:r>
              </a:p>
            </p:txBody>
          </p:sp>
        </mc:Fallback>
      </mc:AlternateContent>
      <p:cxnSp>
        <p:nvCxnSpPr>
          <p:cNvPr id="38" name="Straight Connector 37">
            <a:extLst>
              <a:ext uri="{FF2B5EF4-FFF2-40B4-BE49-F238E27FC236}">
                <a16:creationId xmlns:a16="http://schemas.microsoft.com/office/drawing/2014/main" id="{63C2D1D2-F309-01B5-ABF3-5B92D9A64811}"/>
              </a:ext>
            </a:extLst>
          </p:cNvPr>
          <p:cNvCxnSpPr>
            <a:cxnSpLocks/>
          </p:cNvCxnSpPr>
          <p:nvPr/>
        </p:nvCxnSpPr>
        <p:spPr>
          <a:xfrm>
            <a:off x="4927740" y="2285864"/>
            <a:ext cx="0" cy="4320000"/>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6F5F14D8-F2F8-2089-E881-0C6C16B3F3EA}"/>
                  </a:ext>
                </a:extLst>
              </p:cNvPr>
              <p:cNvSpPr txBox="1"/>
              <p:nvPr/>
            </p:nvSpPr>
            <p:spPr>
              <a:xfrm>
                <a:off x="4959763" y="4482930"/>
                <a:ext cx="6127328" cy="144648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b="0" i="1" smtClean="0">
                          <a:solidFill>
                            <a:srgbClr val="002060"/>
                          </a:solidFill>
                          <a:latin typeface="Cambria Math" panose="02040503050406030204" pitchFamily="18" charset="0"/>
                          <a:ea typeface="Cambria Math" panose="02040503050406030204" pitchFamily="18" charset="0"/>
                        </a:rPr>
                        <m:t>∴</m:t>
                      </m:r>
                      <m:r>
                        <m:rPr>
                          <m:sty m:val="p"/>
                        </m:rPr>
                        <a:rPr lang="en-IN" sz="2800" b="0" i="1" smtClean="0">
                          <a:solidFill>
                            <a:srgbClr val="002060"/>
                          </a:solidFill>
                          <a:latin typeface="Cambria Math" panose="02040503050406030204" pitchFamily="18" charset="0"/>
                        </a:rPr>
                        <m:t>Z</m:t>
                      </m:r>
                      <m:r>
                        <a:rPr lang="en-IN" sz="2800" b="0" i="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m:t>
                          </m:r>
                          <m:r>
                            <a:rPr lang="en-IN" sz="2800" i="1" smtClean="0">
                              <a:solidFill>
                                <a:srgbClr val="002060"/>
                              </a:solidFill>
                              <a:latin typeface="Cambria Math" panose="02040503050406030204" pitchFamily="18" charset="0"/>
                            </a:rPr>
                            <m:t>0</m:t>
                          </m:r>
                          <m:r>
                            <a:rPr lang="en-IN" sz="2800" b="0" i="1" smtClean="0">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82</m:t>
                          </m:r>
                          <m:r>
                            <a:rPr lang="en-IN" sz="2800" b="0" i="0">
                              <a:solidFill>
                                <a:srgbClr val="002060"/>
                              </a:solidFill>
                              <a:latin typeface="Cambria Math" panose="02040503050406030204" pitchFamily="18" charset="0"/>
                            </a:rPr>
                            <m:t>−</m:t>
                          </m:r>
                          <m:r>
                            <a:rPr lang="en-US" sz="2800" i="1" smtClean="0">
                              <a:solidFill>
                                <a:srgbClr val="002060"/>
                              </a:solidFill>
                              <a:latin typeface="Cambria Math" panose="02040503050406030204" pitchFamily="18" charset="0"/>
                            </a:rPr>
                            <m:t>0</m:t>
                          </m:r>
                          <m:r>
                            <a:rPr lang="en-US" sz="2800" b="0" i="1" smtClean="0">
                              <a:solidFill>
                                <a:srgbClr val="002060"/>
                              </a:solidFill>
                              <a:latin typeface="Cambria Math" panose="02040503050406030204" pitchFamily="18" charset="0"/>
                            </a:rPr>
                            <m:t>.548</m:t>
                          </m:r>
                        </m:num>
                        <m:den>
                          <m:r>
                            <a:rPr lang="en-IN" sz="2800" b="0" i="0">
                              <a:solidFill>
                                <a:srgbClr val="002060"/>
                              </a:solidFill>
                              <a:latin typeface="Cambria Math" panose="02040503050406030204" pitchFamily="18" charset="0"/>
                            </a:rPr>
                            <m:t>  </m:t>
                          </m:r>
                          <m:rad>
                            <m:radPr>
                              <m:degHide m:val="on"/>
                              <m:ctrlPr>
                                <a:rPr lang="en-IN" sz="2800" i="1">
                                  <a:solidFill>
                                    <a:srgbClr val="002060"/>
                                  </a:solidFill>
                                  <a:latin typeface="Cambria Math" panose="02040503050406030204" pitchFamily="18" charset="0"/>
                                </a:rPr>
                              </m:ctrlPr>
                            </m:radPr>
                            <m:deg/>
                            <m:e>
                              <m:d>
                                <m:dPr>
                                  <m:ctrlPr>
                                    <a:rPr lang="en-IN" sz="2800" i="1">
                                      <a:solidFill>
                                        <a:srgbClr val="002060"/>
                                      </a:solidFill>
                                      <a:latin typeface="Cambria Math" panose="02040503050406030204" pitchFamily="18" charset="0"/>
                                    </a:rPr>
                                  </m:ctrlPr>
                                </m:dPr>
                                <m:e>
                                  <m:r>
                                    <a:rPr lang="en-US" sz="2800" i="1" smtClean="0">
                                      <a:solidFill>
                                        <a:srgbClr val="002060"/>
                                      </a:solidFill>
                                      <a:latin typeface="Cambria Math" panose="02040503050406030204" pitchFamily="18" charset="0"/>
                                    </a:rPr>
                                    <m:t>0</m:t>
                                  </m:r>
                                  <m:r>
                                    <a:rPr lang="en-US" sz="2800" b="0" i="1" smtClean="0">
                                      <a:solidFill>
                                        <a:srgbClr val="002060"/>
                                      </a:solidFill>
                                      <a:latin typeface="Cambria Math" panose="02040503050406030204" pitchFamily="18" charset="0"/>
                                    </a:rPr>
                                    <m:t>.699</m:t>
                                  </m:r>
                                </m:e>
                              </m:d>
                              <m:d>
                                <m:dPr>
                                  <m:ctrlPr>
                                    <a:rPr lang="en-IN" sz="2800" i="1">
                                      <a:solidFill>
                                        <a:srgbClr val="002060"/>
                                      </a:solidFill>
                                      <a:latin typeface="Cambria Math" panose="02040503050406030204" pitchFamily="18" charset="0"/>
                                    </a:rPr>
                                  </m:ctrlPr>
                                </m:dPr>
                                <m:e>
                                  <m:r>
                                    <a:rPr lang="en-US" sz="2800" i="1">
                                      <a:solidFill>
                                        <a:srgbClr val="002060"/>
                                      </a:solidFill>
                                      <a:latin typeface="Cambria Math" panose="02040503050406030204" pitchFamily="18" charset="0"/>
                                    </a:rPr>
                                    <m:t>0.</m:t>
                                  </m:r>
                                  <m:r>
                                    <a:rPr lang="en-US" sz="2800" b="0" i="1" smtClean="0">
                                      <a:solidFill>
                                        <a:srgbClr val="002060"/>
                                      </a:solidFill>
                                      <a:latin typeface="Cambria Math" panose="02040503050406030204" pitchFamily="18" charset="0"/>
                                    </a:rPr>
                                    <m:t>301</m:t>
                                  </m:r>
                                </m:e>
                              </m:d>
                              <m:d>
                                <m:dPr>
                                  <m:ctrlPr>
                                    <a:rPr lang="en-IN" sz="2800" i="1">
                                      <a:solidFill>
                                        <a:srgbClr val="002060"/>
                                      </a:solidFill>
                                      <a:latin typeface="Cambria Math" panose="02040503050406030204" pitchFamily="18" charset="0"/>
                                    </a:rPr>
                                  </m:ctrlPr>
                                </m:dPr>
                                <m:e>
                                  <m:f>
                                    <m:fPr>
                                      <m:ctrlPr>
                                        <a:rPr lang="en-IN" sz="280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1 </m:t>
                                      </m:r>
                                    </m:num>
                                    <m:den>
                                      <m:r>
                                        <a:rPr lang="en-US" sz="2800" b="0" i="1" smtClean="0">
                                          <a:solidFill>
                                            <a:srgbClr val="002060"/>
                                          </a:solidFill>
                                          <a:latin typeface="Cambria Math" panose="02040503050406030204" pitchFamily="18" charset="0"/>
                                        </a:rPr>
                                        <m:t>250</m:t>
                                      </m:r>
                                    </m:den>
                                  </m:f>
                                  <m:r>
                                    <a:rPr lang="en-IN" sz="2800" b="0" i="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1 </m:t>
                                      </m:r>
                                    </m:num>
                                    <m:den>
                                      <m:r>
                                        <a:rPr lang="en-US" sz="2800" i="1" smtClean="0">
                                          <a:solidFill>
                                            <a:srgbClr val="002060"/>
                                          </a:solidFill>
                                          <a:latin typeface="Cambria Math" panose="02040503050406030204" pitchFamily="18" charset="0"/>
                                        </a:rPr>
                                        <m:t>2</m:t>
                                      </m:r>
                                      <m:r>
                                        <a:rPr lang="en-US" sz="2800" b="0" i="1" smtClean="0">
                                          <a:solidFill>
                                            <a:srgbClr val="002060"/>
                                          </a:solidFill>
                                          <a:latin typeface="Cambria Math" panose="02040503050406030204" pitchFamily="18" charset="0"/>
                                        </a:rPr>
                                        <m:t>50</m:t>
                                      </m:r>
                                    </m:den>
                                  </m:f>
                                </m:e>
                              </m:d>
                              <m:r>
                                <a:rPr lang="en-IN" sz="2800" b="0" i="0">
                                  <a:solidFill>
                                    <a:srgbClr val="002060"/>
                                  </a:solidFill>
                                  <a:latin typeface="Cambria Math" panose="02040503050406030204" pitchFamily="18" charset="0"/>
                                </a:rPr>
                                <m:t> </m:t>
                              </m:r>
                            </m:e>
                          </m:rad>
                          <m:r>
                            <a:rPr lang="en-IN" sz="2800" b="0" i="0">
                              <a:solidFill>
                                <a:srgbClr val="002060"/>
                              </a:solidFill>
                              <a:latin typeface="Cambria Math" panose="02040503050406030204" pitchFamily="18" charset="0"/>
                            </a:rPr>
                            <m:t>  </m:t>
                          </m:r>
                        </m:den>
                      </m:f>
                    </m:oMath>
                  </m:oMathPara>
                </a14:m>
                <a:endParaRPr lang="en-IN" sz="2800" dirty="0">
                  <a:solidFill>
                    <a:srgbClr val="002060"/>
                  </a:solidFill>
                </a:endParaRPr>
              </a:p>
            </p:txBody>
          </p:sp>
        </mc:Choice>
        <mc:Fallback xmlns="">
          <p:sp>
            <p:nvSpPr>
              <p:cNvPr id="39" name="TextBox 38">
                <a:extLst>
                  <a:ext uri="{FF2B5EF4-FFF2-40B4-BE49-F238E27FC236}">
                    <a16:creationId xmlns:a16="http://schemas.microsoft.com/office/drawing/2014/main" id="{6F5F14D8-F2F8-2089-E881-0C6C16B3F3EA}"/>
                  </a:ext>
                </a:extLst>
              </p:cNvPr>
              <p:cNvSpPr txBox="1">
                <a:spLocks noRot="1" noChangeAspect="1" noMove="1" noResize="1" noEditPoints="1" noAdjustHandles="1" noChangeArrowheads="1" noChangeShapeType="1" noTextEdit="1"/>
              </p:cNvSpPr>
              <p:nvPr/>
            </p:nvSpPr>
            <p:spPr>
              <a:xfrm>
                <a:off x="4959763" y="4482930"/>
                <a:ext cx="6127328" cy="1446486"/>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Rectangle 39">
                <a:extLst>
                  <a:ext uri="{FF2B5EF4-FFF2-40B4-BE49-F238E27FC236}">
                    <a16:creationId xmlns:a16="http://schemas.microsoft.com/office/drawing/2014/main" id="{33E761E1-F48F-08F4-AAF4-51DE06B1BEE7}"/>
                  </a:ext>
                </a:extLst>
              </p:cNvPr>
              <p:cNvSpPr/>
              <p:nvPr/>
            </p:nvSpPr>
            <p:spPr>
              <a:xfrm>
                <a:off x="5555271" y="6027757"/>
                <a:ext cx="1222719" cy="477054"/>
              </a:xfrm>
              <a:prstGeom prst="rect">
                <a:avLst/>
              </a:prstGeom>
            </p:spPr>
            <p:txBody>
              <a:bodyPr wrap="square">
                <a:spAutoFit/>
              </a:bodyPr>
              <a:lstStyle/>
              <a:p>
                <a:pPr lvl="0"/>
                <a14:m>
                  <m:oMath xmlns:m="http://schemas.openxmlformats.org/officeDocument/2006/math">
                    <m:r>
                      <a:rPr lang="en-IN" sz="2500" b="0" i="0" smtClean="0">
                        <a:solidFill>
                          <a:srgbClr val="002060"/>
                        </a:solidFill>
                        <a:latin typeface="Cambria Math" panose="02040503050406030204" pitchFamily="18" charset="0"/>
                      </a:rPr>
                      <m:t>=</m:t>
                    </m:r>
                    <m:r>
                      <a:rPr lang="en-US" sz="2500" b="0" i="0" smtClean="0">
                        <a:solidFill>
                          <a:srgbClr val="002060"/>
                        </a:solidFill>
                        <a:latin typeface="Cambria Math" panose="02040503050406030204" pitchFamily="18" charset="0"/>
                      </a:rPr>
                      <m:t>6.63</m:t>
                    </m:r>
                  </m:oMath>
                </a14:m>
                <a:r>
                  <a:rPr lang="en-US" sz="2500" dirty="0">
                    <a:solidFill>
                      <a:srgbClr val="002060"/>
                    </a:solidFill>
                  </a:rPr>
                  <a:t>  </a:t>
                </a:r>
              </a:p>
            </p:txBody>
          </p:sp>
        </mc:Choice>
        <mc:Fallback xmlns="">
          <p:sp>
            <p:nvSpPr>
              <p:cNvPr id="40" name="Rectangle 39">
                <a:extLst>
                  <a:ext uri="{FF2B5EF4-FFF2-40B4-BE49-F238E27FC236}">
                    <a16:creationId xmlns:a16="http://schemas.microsoft.com/office/drawing/2014/main" id="{33E761E1-F48F-08F4-AAF4-51DE06B1BEE7}"/>
                  </a:ext>
                </a:extLst>
              </p:cNvPr>
              <p:cNvSpPr>
                <a:spLocks noRot="1" noChangeAspect="1" noMove="1" noResize="1" noEditPoints="1" noAdjustHandles="1" noChangeArrowheads="1" noChangeShapeType="1" noTextEdit="1"/>
              </p:cNvSpPr>
              <p:nvPr/>
            </p:nvSpPr>
            <p:spPr>
              <a:xfrm>
                <a:off x="5555271" y="6027757"/>
                <a:ext cx="1222719" cy="477054"/>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0F4577E9-9745-2953-56E9-33E6DE6F8587}"/>
                  </a:ext>
                </a:extLst>
              </p:cNvPr>
              <p:cNvSpPr/>
              <p:nvPr/>
            </p:nvSpPr>
            <p:spPr>
              <a:xfrm>
                <a:off x="2848743" y="1842478"/>
                <a:ext cx="2802035" cy="523220"/>
              </a:xfrm>
              <a:prstGeom prst="rect">
                <a:avLst/>
              </a:prstGeom>
              <a:solidFill>
                <a:schemeClr val="accent2"/>
              </a:solidFill>
            </p:spPr>
            <p:txBody>
              <a:bodyPr wrap="square">
                <a:spAutoFit/>
              </a:bodyPr>
              <a:lstStyle/>
              <a:p>
                <a:pPr lvl="0"/>
                <a14:m>
                  <m:oMathPara xmlns:m="http://schemas.openxmlformats.org/officeDocument/2006/math">
                    <m:oMathParaPr>
                      <m:jc m:val="centerGroup"/>
                    </m:oMathParaPr>
                    <m:oMath xmlns:m="http://schemas.openxmlformats.org/officeDocument/2006/math">
                      <m:r>
                        <a:rPr lang="en-US" sz="2800" b="0" i="1" smtClean="0">
                          <a:solidFill>
                            <a:schemeClr val="bg1"/>
                          </a:solidFill>
                          <a:latin typeface="Cambria Math" panose="02040503050406030204" pitchFamily="18" charset="0"/>
                        </a:rPr>
                        <m:t>(</m:t>
                      </m:r>
                      <m:sSub>
                        <m:sSubPr>
                          <m:ctrlPr>
                            <a:rPr lang="en-IN" sz="2800" i="1" smtClean="0">
                              <a:solidFill>
                                <a:schemeClr val="bg1"/>
                              </a:solidFill>
                              <a:latin typeface="Cambria Math" panose="02040503050406030204" pitchFamily="18" charset="0"/>
                            </a:rPr>
                          </m:ctrlPr>
                        </m:sSubPr>
                        <m:e>
                          <m:r>
                            <m:rPr>
                              <m:sty m:val="p"/>
                            </m:rPr>
                            <a:rPr lang="en-US" sz="2800">
                              <a:solidFill>
                                <a:schemeClr val="bg1"/>
                              </a:solidFill>
                              <a:latin typeface="Cambria Math" panose="02040503050406030204" pitchFamily="18" charset="0"/>
                            </a:rPr>
                            <m:t>P</m:t>
                          </m:r>
                        </m:e>
                        <m:sub>
                          <m:r>
                            <a:rPr lang="en-US" sz="2800">
                              <a:solidFill>
                                <a:schemeClr val="bg1"/>
                              </a:solidFill>
                              <a:latin typeface="Cambria Math" panose="02040503050406030204" pitchFamily="18" charset="0"/>
                            </a:rPr>
                            <m:t>1</m:t>
                          </m:r>
                        </m:sub>
                      </m:sSub>
                      <m:r>
                        <a:rPr lang="en-US" sz="2800" i="1">
                          <a:solidFill>
                            <a:schemeClr val="bg1"/>
                          </a:solidFill>
                          <a:latin typeface="Cambria Math" panose="02040503050406030204" pitchFamily="18" charset="0"/>
                          <a:ea typeface="Cambria Math" panose="02040503050406030204" pitchFamily="18" charset="0"/>
                        </a:rPr>
                        <m:t>&gt;</m:t>
                      </m:r>
                      <m:sSub>
                        <m:sSubPr>
                          <m:ctrlPr>
                            <a:rPr lang="en-IN" sz="2800" i="1">
                              <a:solidFill>
                                <a:schemeClr val="bg1"/>
                              </a:solidFill>
                              <a:latin typeface="Cambria Math" panose="02040503050406030204" pitchFamily="18" charset="0"/>
                            </a:rPr>
                          </m:ctrlPr>
                        </m:sSubPr>
                        <m:e>
                          <m:r>
                            <m:rPr>
                              <m:sty m:val="p"/>
                            </m:rPr>
                            <a:rPr lang="en-US" sz="2800">
                              <a:solidFill>
                                <a:schemeClr val="bg1"/>
                              </a:solidFill>
                              <a:latin typeface="Cambria Math" panose="02040503050406030204" pitchFamily="18" charset="0"/>
                            </a:rPr>
                            <m:t>P</m:t>
                          </m:r>
                        </m:e>
                        <m:sub>
                          <m:r>
                            <a:rPr lang="en-US" sz="2800">
                              <a:solidFill>
                                <a:schemeClr val="bg1"/>
                              </a:solidFill>
                              <a:latin typeface="Cambria Math" panose="02040503050406030204" pitchFamily="18" charset="0"/>
                            </a:rPr>
                            <m:t>2</m:t>
                          </m:r>
                        </m:sub>
                      </m:sSub>
                      <m:r>
                        <a:rPr lang="en-US" sz="2800" b="0" i="1" smtClean="0">
                          <a:solidFill>
                            <a:schemeClr val="bg1"/>
                          </a:solidFill>
                          <a:latin typeface="Cambria Math" panose="02040503050406030204" pitchFamily="18" charset="0"/>
                        </a:rPr>
                        <m:t>+15 %)</m:t>
                      </m:r>
                    </m:oMath>
                  </m:oMathPara>
                </a14:m>
                <a:endParaRPr lang="en-US" sz="2800" dirty="0">
                  <a:solidFill>
                    <a:schemeClr val="bg1"/>
                  </a:solidFill>
                </a:endParaRPr>
              </a:p>
            </p:txBody>
          </p:sp>
        </mc:Choice>
        <mc:Fallback xmlns="">
          <p:sp>
            <p:nvSpPr>
              <p:cNvPr id="3" name="Rectangle 2">
                <a:extLst>
                  <a:ext uri="{FF2B5EF4-FFF2-40B4-BE49-F238E27FC236}">
                    <a16:creationId xmlns:a16="http://schemas.microsoft.com/office/drawing/2014/main" id="{0F4577E9-9745-2953-56E9-33E6DE6F8587}"/>
                  </a:ext>
                </a:extLst>
              </p:cNvPr>
              <p:cNvSpPr>
                <a:spLocks noRot="1" noChangeAspect="1" noMove="1" noResize="1" noEditPoints="1" noAdjustHandles="1" noChangeArrowheads="1" noChangeShapeType="1" noTextEdit="1"/>
              </p:cNvSpPr>
              <p:nvPr/>
            </p:nvSpPr>
            <p:spPr>
              <a:xfrm>
                <a:off x="2848743" y="1842478"/>
                <a:ext cx="2802035" cy="523220"/>
              </a:xfrm>
              <a:prstGeom prst="rect">
                <a:avLst/>
              </a:prstGeom>
              <a:blipFill>
                <a:blip r:embed="rId17"/>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047365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22" presetClass="entr" presetSubtype="1" fill="hold" nodeType="clickEffect">
                                  <p:stCondLst>
                                    <p:cond delay="0"/>
                                  </p:stCondLst>
                                  <p:childTnLst>
                                    <p:set>
                                      <p:cBhvr>
                                        <p:cTn id="54" dur="1" fill="hold">
                                          <p:stCondLst>
                                            <p:cond delay="0"/>
                                          </p:stCondLst>
                                        </p:cTn>
                                        <p:tgtEl>
                                          <p:spTgt spid="38"/>
                                        </p:tgtEl>
                                        <p:attrNameLst>
                                          <p:attrName>style.visibility</p:attrName>
                                        </p:attrNameLst>
                                      </p:cBhvr>
                                      <p:to>
                                        <p:strVal val="visible"/>
                                      </p:to>
                                    </p:set>
                                    <p:animEffect transition="in" filter="wipe(up)">
                                      <p:cBhvr>
                                        <p:cTn id="55" dur="500"/>
                                        <p:tgtEl>
                                          <p:spTgt spid="38"/>
                                        </p:tgtEl>
                                      </p:cBhvr>
                                    </p:animEffec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22"/>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32"/>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nodeType="clickEffect">
                                  <p:stCondLst>
                                    <p:cond delay="0"/>
                                  </p:stCondLst>
                                  <p:childTnLst>
                                    <p:set>
                                      <p:cBhvr>
                                        <p:cTn id="67" dur="1" fill="hold">
                                          <p:stCondLst>
                                            <p:cond delay="0"/>
                                          </p:stCondLst>
                                        </p:cTn>
                                        <p:tgtEl>
                                          <p:spTgt spid="34">
                                            <p:txEl>
                                              <p:pRg st="0" end="0"/>
                                            </p:txEl>
                                          </p:spTgt>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35"/>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36"/>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39"/>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8" grpId="0"/>
      <p:bldP spid="9" grpId="0"/>
      <p:bldP spid="10" grpId="0"/>
      <p:bldP spid="11" grpId="0"/>
      <p:bldP spid="12" grpId="0"/>
      <p:bldP spid="13" grpId="0"/>
      <p:bldP spid="6" grpId="0"/>
      <p:bldP spid="7" grpId="0"/>
      <p:bldP spid="20" grpId="0"/>
      <p:bldP spid="22" grpId="0"/>
      <p:bldP spid="5" grpId="0"/>
      <p:bldP spid="32" grpId="0"/>
      <p:bldP spid="35" grpId="0"/>
      <p:bldP spid="36" grpId="0"/>
      <p:bldP spid="39" grpId="0"/>
      <p:bldP spid="40" grpId="0"/>
      <p:bldP spid="3" grpId="0" animBg="1"/>
    </p:bldLst>
  </p:timing>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5EF36-B0C1-520C-0397-59666A3498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CAAE26-FBD5-7ABE-7780-7B335A5FE8EE}"/>
              </a:ext>
            </a:extLst>
          </p:cNvPr>
          <p:cNvSpPr>
            <a:spLocks noGrp="1"/>
          </p:cNvSpPr>
          <p:nvPr>
            <p:ph type="title"/>
          </p:nvPr>
        </p:nvSpPr>
        <p:spPr/>
        <p:txBody>
          <a:bodyPr/>
          <a:lstStyle/>
          <a:p>
            <a:r>
              <a:rPr lang="en-GB" dirty="0"/>
              <a:t>Method 6 ⇝ Example 6(</a:t>
            </a:r>
            <a:r>
              <a:rPr lang="en-GB" dirty="0">
                <a:solidFill>
                  <a:srgbClr val="FF0000"/>
                </a:solidFill>
              </a:rPr>
              <a:t>Continue</a:t>
            </a:r>
            <a:r>
              <a:rPr lang="en-GB" dirty="0"/>
              <a:t>)</a:t>
            </a:r>
            <a:endParaRPr lang="en-US" dirty="0"/>
          </a:p>
        </p:txBody>
      </p:sp>
      <p:sp>
        <p:nvSpPr>
          <p:cNvPr id="3" name="Rectangle 2">
            <a:extLst>
              <a:ext uri="{FF2B5EF4-FFF2-40B4-BE49-F238E27FC236}">
                <a16:creationId xmlns:a16="http://schemas.microsoft.com/office/drawing/2014/main" id="{7F6DD0E4-F24C-9D65-F2AC-C36B1EB3F258}"/>
              </a:ext>
            </a:extLst>
          </p:cNvPr>
          <p:cNvSpPr/>
          <p:nvPr/>
        </p:nvSpPr>
        <p:spPr>
          <a:xfrm>
            <a:off x="24471" y="937667"/>
            <a:ext cx="2532181" cy="523220"/>
          </a:xfrm>
          <a:prstGeom prst="rect">
            <a:avLst/>
          </a:prstGeom>
        </p:spPr>
        <p:txBody>
          <a:bodyPr wrap="square">
            <a:spAutoFit/>
          </a:bodyPr>
          <a:lstStyle/>
          <a:p>
            <a:pPr lvl="0"/>
            <a:r>
              <a:rPr lang="en-US" sz="2800" b="1" dirty="0">
                <a:solidFill>
                  <a:srgbClr val="002060"/>
                </a:solidFill>
              </a:rPr>
              <a:t>Critical Region :</a:t>
            </a:r>
            <a:r>
              <a:rPr lang="en-US" sz="2800" b="1" u="sng" dirty="0">
                <a:solidFill>
                  <a:srgbClr val="002060"/>
                </a:solidFill>
              </a:rPr>
              <a:t>  </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F082458-5D53-8EA3-4867-0D7FAB686827}"/>
                  </a:ext>
                </a:extLst>
              </p:cNvPr>
              <p:cNvSpPr txBox="1"/>
              <p:nvPr/>
            </p:nvSpPr>
            <p:spPr>
              <a:xfrm>
                <a:off x="2265330" y="939036"/>
                <a:ext cx="2697479"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IN" sz="2800" i="1" smtClean="0">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US" sz="2800">
                                  <a:solidFill>
                                    <a:srgbClr val="002060"/>
                                  </a:solidFill>
                                  <a:latin typeface="Cambria Math" panose="02040503050406030204" pitchFamily="18" charset="0"/>
                                </a:rPr>
                                <m:t>Z</m:t>
                              </m:r>
                            </m:e>
                            <m:sub>
                              <m:r>
                                <a:rPr lang="en-US" sz="2800">
                                  <a:solidFill>
                                    <a:srgbClr val="002060"/>
                                  </a:solidFill>
                                  <a:latin typeface="Cambria Math" panose="02040503050406030204" pitchFamily="18" charset="0"/>
                                </a:rPr>
                                <m:t>0.0</m:t>
                              </m:r>
                              <m:r>
                                <a:rPr lang="en-US" sz="2800" b="0" i="0" smtClean="0">
                                  <a:solidFill>
                                    <a:srgbClr val="002060"/>
                                  </a:solidFill>
                                  <a:latin typeface="Cambria Math" panose="02040503050406030204" pitchFamily="18" charset="0"/>
                                </a:rPr>
                                <m:t>1</m:t>
                              </m:r>
                            </m:sub>
                          </m:sSub>
                          <m:r>
                            <a:rPr lang="en-US" sz="2800" i="1">
                              <a:solidFill>
                                <a:srgbClr val="002060"/>
                              </a:solidFill>
                              <a:latin typeface="Cambria Math" panose="02040503050406030204" pitchFamily="18" charset="0"/>
                            </a:rPr>
                            <m:t> </m:t>
                          </m:r>
                        </m:e>
                      </m:d>
                      <m:r>
                        <a:rPr lang="en-US" sz="280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1.</m:t>
                      </m:r>
                      <m:r>
                        <a:rPr lang="en-US" sz="2800" b="0" i="1" smtClean="0">
                          <a:solidFill>
                            <a:srgbClr val="002060"/>
                          </a:solidFill>
                          <a:latin typeface="Cambria Math" panose="02040503050406030204" pitchFamily="18" charset="0"/>
                        </a:rPr>
                        <m:t>33</m:t>
                      </m:r>
                    </m:oMath>
                  </m:oMathPara>
                </a14:m>
                <a:endParaRPr lang="en-IN" sz="2800" dirty="0">
                  <a:solidFill>
                    <a:srgbClr val="002060"/>
                  </a:solidFill>
                </a:endParaRPr>
              </a:p>
            </p:txBody>
          </p:sp>
        </mc:Choice>
        <mc:Fallback xmlns="">
          <p:sp>
            <p:nvSpPr>
              <p:cNvPr id="4" name="TextBox 3">
                <a:extLst>
                  <a:ext uri="{FF2B5EF4-FFF2-40B4-BE49-F238E27FC236}">
                    <a16:creationId xmlns:a16="http://schemas.microsoft.com/office/drawing/2014/main" id="{4F082458-5D53-8EA3-4867-0D7FAB686827}"/>
                  </a:ext>
                </a:extLst>
              </p:cNvPr>
              <p:cNvSpPr txBox="1">
                <a:spLocks noRot="1" noChangeAspect="1" noMove="1" noResize="1" noEditPoints="1" noAdjustHandles="1" noChangeArrowheads="1" noChangeShapeType="1" noTextEdit="1"/>
              </p:cNvSpPr>
              <p:nvPr/>
            </p:nvSpPr>
            <p:spPr>
              <a:xfrm>
                <a:off x="2265330" y="939036"/>
                <a:ext cx="2697479" cy="523220"/>
              </a:xfrm>
              <a:prstGeom prst="rect">
                <a:avLst/>
              </a:prstGeom>
              <a:blipFill>
                <a:blip r:embed="rId2"/>
                <a:stretch>
                  <a:fillRect/>
                </a:stretch>
              </a:blipFill>
            </p:spPr>
            <p:txBody>
              <a:bodyPr/>
              <a:lstStyle/>
              <a:p>
                <a:r>
                  <a:rPr lang="en-IN">
                    <a:noFill/>
                  </a:rPr>
                  <a:t> </a:t>
                </a:r>
              </a:p>
            </p:txBody>
          </p:sp>
        </mc:Fallback>
      </mc:AlternateContent>
      <p:sp>
        <p:nvSpPr>
          <p:cNvPr id="14" name="Rectangle 13">
            <a:extLst>
              <a:ext uri="{FF2B5EF4-FFF2-40B4-BE49-F238E27FC236}">
                <a16:creationId xmlns:a16="http://schemas.microsoft.com/office/drawing/2014/main" id="{34B540CB-0707-0FAD-8E51-9088B0D8855D}"/>
              </a:ext>
            </a:extLst>
          </p:cNvPr>
          <p:cNvSpPr/>
          <p:nvPr/>
        </p:nvSpPr>
        <p:spPr>
          <a:xfrm>
            <a:off x="24471" y="2740383"/>
            <a:ext cx="1973580" cy="523220"/>
          </a:xfrm>
          <a:prstGeom prst="rect">
            <a:avLst/>
          </a:prstGeom>
        </p:spPr>
        <p:txBody>
          <a:bodyPr wrap="square">
            <a:spAutoFit/>
          </a:bodyPr>
          <a:lstStyle/>
          <a:p>
            <a:pPr lvl="0"/>
            <a:r>
              <a:rPr lang="en-US" sz="2800" b="1" dirty="0">
                <a:solidFill>
                  <a:srgbClr val="002060"/>
                </a:solidFill>
              </a:rPr>
              <a:t>Conclusion :</a:t>
            </a:r>
            <a:r>
              <a:rPr lang="en-US" sz="2800" b="1" u="sng" dirty="0">
                <a:solidFill>
                  <a:srgbClr val="002060"/>
                </a:solidFill>
              </a:rPr>
              <a:t>  </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DA3B305E-4CFC-2114-20A9-AF0C9BAADD28}"/>
                  </a:ext>
                </a:extLst>
              </p:cNvPr>
              <p:cNvSpPr txBox="1"/>
              <p:nvPr/>
            </p:nvSpPr>
            <p:spPr>
              <a:xfrm>
                <a:off x="128270" y="1877358"/>
                <a:ext cx="2376538"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IN" sz="2800" i="1" smtClean="0">
                              <a:solidFill>
                                <a:srgbClr val="002060"/>
                              </a:solidFill>
                              <a:latin typeface="Cambria Math" panose="02040503050406030204" pitchFamily="18" charset="0"/>
                            </a:rPr>
                          </m:ctrlPr>
                        </m:dPr>
                        <m:e>
                          <m:r>
                            <a:rPr lang="en-IN" sz="2800" b="0" i="0" smtClean="0">
                              <a:solidFill>
                                <a:srgbClr val="002060"/>
                              </a:solidFill>
                              <a:latin typeface="Cambria Math" panose="02040503050406030204" pitchFamily="18" charset="0"/>
                            </a:rPr>
                            <m:t> </m:t>
                          </m:r>
                          <m:r>
                            <m:rPr>
                              <m:sty m:val="p"/>
                            </m:rPr>
                            <a:rPr lang="en-IN" sz="2800" b="0" i="0" smtClean="0">
                              <a:solidFill>
                                <a:srgbClr val="002060"/>
                              </a:solidFill>
                              <a:latin typeface="Cambria Math" panose="02040503050406030204" pitchFamily="18" charset="0"/>
                            </a:rPr>
                            <m:t>Z</m:t>
                          </m:r>
                          <m:r>
                            <a:rPr lang="en-US" sz="2800" i="1">
                              <a:solidFill>
                                <a:srgbClr val="002060"/>
                              </a:solidFill>
                              <a:latin typeface="Cambria Math" panose="02040503050406030204" pitchFamily="18" charset="0"/>
                            </a:rPr>
                            <m:t> </m:t>
                          </m:r>
                        </m:e>
                      </m:d>
                      <m:r>
                        <a:rPr lang="en-US" sz="2800">
                          <a:solidFill>
                            <a:srgbClr val="002060"/>
                          </a:solidFill>
                          <a:latin typeface="Cambria Math" panose="02040503050406030204" pitchFamily="18" charset="0"/>
                        </a:rPr>
                        <m:t>=</m:t>
                      </m:r>
                      <m:r>
                        <a:rPr lang="en-US" sz="2800" b="0" i="0" smtClean="0">
                          <a:solidFill>
                            <a:srgbClr val="002060"/>
                          </a:solidFill>
                          <a:latin typeface="Cambria Math" panose="02040503050406030204" pitchFamily="18" charset="0"/>
                        </a:rPr>
                        <m:t>6.63</m:t>
                      </m:r>
                    </m:oMath>
                  </m:oMathPara>
                </a14:m>
                <a:endParaRPr lang="en-IN" sz="2800" dirty="0">
                  <a:solidFill>
                    <a:srgbClr val="002060"/>
                  </a:solidFill>
                </a:endParaRPr>
              </a:p>
            </p:txBody>
          </p:sp>
        </mc:Choice>
        <mc:Fallback xmlns="">
          <p:sp>
            <p:nvSpPr>
              <p:cNvPr id="16" name="TextBox 15">
                <a:extLst>
                  <a:ext uri="{FF2B5EF4-FFF2-40B4-BE49-F238E27FC236}">
                    <a16:creationId xmlns:a16="http://schemas.microsoft.com/office/drawing/2014/main" id="{DA3B305E-4CFC-2114-20A9-AF0C9BAADD28}"/>
                  </a:ext>
                </a:extLst>
              </p:cNvPr>
              <p:cNvSpPr txBox="1">
                <a:spLocks noRot="1" noChangeAspect="1" noMove="1" noResize="1" noEditPoints="1" noAdjustHandles="1" noChangeArrowheads="1" noChangeShapeType="1" noTextEdit="1"/>
              </p:cNvSpPr>
              <p:nvPr/>
            </p:nvSpPr>
            <p:spPr>
              <a:xfrm>
                <a:off x="128270" y="1877358"/>
                <a:ext cx="2376538"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8CDE6FA4-7597-BEF2-9D77-390E4C5FD4A6}"/>
                  </a:ext>
                </a:extLst>
              </p:cNvPr>
              <p:cNvSpPr/>
              <p:nvPr/>
            </p:nvSpPr>
            <p:spPr>
              <a:xfrm>
                <a:off x="1864311" y="2729260"/>
                <a:ext cx="1973580" cy="523220"/>
              </a:xfrm>
              <a:prstGeom prst="rect">
                <a:avLst/>
              </a:prstGeom>
            </p:spPr>
            <p:txBody>
              <a:bodyPr wrap="square">
                <a:spAutoFit/>
              </a:bodyPr>
              <a:lstStyle/>
              <a:p>
                <a:pPr lvl="0"/>
                <a14:m>
                  <m:oMath xmlns:m="http://schemas.openxmlformats.org/officeDocument/2006/math">
                    <m:sSub>
                      <m:sSubPr>
                        <m:ctrlPr>
                          <a:rPr lang="en-US"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H</m:t>
                        </m:r>
                      </m:e>
                      <m:sub>
                        <m:r>
                          <a:rPr lang="en-IN" sz="2800">
                            <a:solidFill>
                              <a:srgbClr val="002060"/>
                            </a:solidFill>
                            <a:latin typeface="Cambria Math" panose="02040503050406030204" pitchFamily="18" charset="0"/>
                          </a:rPr>
                          <m:t>0</m:t>
                        </m:r>
                      </m:sub>
                    </m:sSub>
                  </m:oMath>
                </a14:m>
                <a:r>
                  <a:rPr lang="en-US" sz="2800" dirty="0">
                    <a:solidFill>
                      <a:srgbClr val="002060"/>
                    </a:solidFill>
                  </a:rPr>
                  <a:t> Reject</a:t>
                </a:r>
                <a:r>
                  <a:rPr lang="en-US" sz="2800" u="sng" dirty="0">
                    <a:solidFill>
                      <a:srgbClr val="002060"/>
                    </a:solidFill>
                  </a:rPr>
                  <a:t>  </a:t>
                </a:r>
              </a:p>
            </p:txBody>
          </p:sp>
        </mc:Choice>
        <mc:Fallback xmlns="">
          <p:sp>
            <p:nvSpPr>
              <p:cNvPr id="17" name="Rectangle 16">
                <a:extLst>
                  <a:ext uri="{FF2B5EF4-FFF2-40B4-BE49-F238E27FC236}">
                    <a16:creationId xmlns:a16="http://schemas.microsoft.com/office/drawing/2014/main" id="{3702A207-DE8B-50DF-E025-C8DDE4727D6A}"/>
                  </a:ext>
                </a:extLst>
              </p:cNvPr>
              <p:cNvSpPr>
                <a:spLocks noRot="1" noChangeAspect="1" noMove="1" noResize="1" noEditPoints="1" noAdjustHandles="1" noChangeArrowheads="1" noChangeShapeType="1" noTextEdit="1"/>
              </p:cNvSpPr>
              <p:nvPr/>
            </p:nvSpPr>
            <p:spPr>
              <a:xfrm>
                <a:off x="1864311" y="2729260"/>
                <a:ext cx="1973580" cy="523220"/>
              </a:xfrm>
              <a:prstGeom prst="rect">
                <a:avLst/>
              </a:prstGeom>
              <a:blipFill>
                <a:blip r:embed="rId4"/>
                <a:stretch>
                  <a:fillRect t="-12791" b="-3139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7B647268-3F59-E899-B890-636B05006A54}"/>
                  </a:ext>
                </a:extLst>
              </p:cNvPr>
              <p:cNvSpPr txBox="1"/>
              <p:nvPr/>
            </p:nvSpPr>
            <p:spPr>
              <a:xfrm>
                <a:off x="2557733" y="1857631"/>
                <a:ext cx="331384"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i="1" smtClean="0">
                          <a:solidFill>
                            <a:srgbClr val="002060"/>
                          </a:solidFill>
                          <a:latin typeface="Cambria Math" panose="02040503050406030204" pitchFamily="18" charset="0"/>
                        </a:rPr>
                        <m:t>3</m:t>
                      </m:r>
                    </m:oMath>
                  </m:oMathPara>
                </a14:m>
                <a:endParaRPr lang="en-IN" sz="2800" dirty="0">
                  <a:solidFill>
                    <a:srgbClr val="002060"/>
                  </a:solidFill>
                </a:endParaRPr>
              </a:p>
            </p:txBody>
          </p:sp>
        </mc:Choice>
        <mc:Fallback xmlns="">
          <p:sp>
            <p:nvSpPr>
              <p:cNvPr id="18" name="TextBox 17">
                <a:extLst>
                  <a:ext uri="{FF2B5EF4-FFF2-40B4-BE49-F238E27FC236}">
                    <a16:creationId xmlns:a16="http://schemas.microsoft.com/office/drawing/2014/main" id="{7B647268-3F59-E899-B890-636B05006A54}"/>
                  </a:ext>
                </a:extLst>
              </p:cNvPr>
              <p:cNvSpPr txBox="1">
                <a:spLocks noRot="1" noChangeAspect="1" noMove="1" noResize="1" noEditPoints="1" noAdjustHandles="1" noChangeArrowheads="1" noChangeShapeType="1" noTextEdit="1"/>
              </p:cNvSpPr>
              <p:nvPr/>
            </p:nvSpPr>
            <p:spPr>
              <a:xfrm>
                <a:off x="2557733" y="1857631"/>
                <a:ext cx="331384"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33E66A6B-5A4E-B699-20E4-3EC021DE457E}"/>
                  </a:ext>
                </a:extLst>
              </p:cNvPr>
              <p:cNvSpPr txBox="1"/>
              <p:nvPr/>
            </p:nvSpPr>
            <p:spPr>
              <a:xfrm>
                <a:off x="2134935" y="1852997"/>
                <a:ext cx="548717"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i="1" smtClean="0">
                          <a:solidFill>
                            <a:srgbClr val="002060"/>
                          </a:solidFill>
                          <a:latin typeface="Cambria Math" panose="02040503050406030204" pitchFamily="18" charset="0"/>
                          <a:ea typeface="Cambria Math" panose="02040503050406030204" pitchFamily="18" charset="0"/>
                        </a:rPr>
                        <m:t>&gt;</m:t>
                      </m:r>
                    </m:oMath>
                  </m:oMathPara>
                </a14:m>
                <a:endParaRPr lang="en-IN" sz="2800" dirty="0">
                  <a:solidFill>
                    <a:srgbClr val="002060"/>
                  </a:solidFill>
                </a:endParaRPr>
              </a:p>
            </p:txBody>
          </p:sp>
        </mc:Choice>
        <mc:Fallback xmlns="">
          <p:sp>
            <p:nvSpPr>
              <p:cNvPr id="19" name="TextBox 18">
                <a:extLst>
                  <a:ext uri="{FF2B5EF4-FFF2-40B4-BE49-F238E27FC236}">
                    <a16:creationId xmlns:a16="http://schemas.microsoft.com/office/drawing/2014/main" id="{33E66A6B-5A4E-B699-20E4-3EC021DE457E}"/>
                  </a:ext>
                </a:extLst>
              </p:cNvPr>
              <p:cNvSpPr txBox="1">
                <a:spLocks noRot="1" noChangeAspect="1" noMove="1" noResize="1" noEditPoints="1" noAdjustHandles="1" noChangeArrowheads="1" noChangeShapeType="1" noTextEdit="1"/>
              </p:cNvSpPr>
              <p:nvPr/>
            </p:nvSpPr>
            <p:spPr>
              <a:xfrm>
                <a:off x="2134935" y="1852997"/>
                <a:ext cx="548717" cy="523220"/>
              </a:xfrm>
              <a:prstGeom prst="rect">
                <a:avLst/>
              </a:prstGeom>
              <a:blipFill>
                <a:blip r:embed="rId6"/>
                <a:stretch>
                  <a:fillRect/>
                </a:stretch>
              </a:blipFill>
            </p:spPr>
            <p:txBody>
              <a:bodyPr/>
              <a:lstStyle/>
              <a:p>
                <a:r>
                  <a:rPr lang="en-IN">
                    <a:noFill/>
                  </a:rPr>
                  <a:t> </a:t>
                </a:r>
              </a:p>
            </p:txBody>
          </p:sp>
        </mc:Fallback>
      </mc:AlternateContent>
      <p:sp>
        <p:nvSpPr>
          <p:cNvPr id="23" name="TextBox 22">
            <a:extLst>
              <a:ext uri="{FF2B5EF4-FFF2-40B4-BE49-F238E27FC236}">
                <a16:creationId xmlns:a16="http://schemas.microsoft.com/office/drawing/2014/main" id="{6B177CA3-920B-5A3E-03F6-0657845ED366}"/>
              </a:ext>
            </a:extLst>
          </p:cNvPr>
          <p:cNvSpPr txBox="1"/>
          <p:nvPr/>
        </p:nvSpPr>
        <p:spPr>
          <a:xfrm>
            <a:off x="1864311" y="3623466"/>
            <a:ext cx="10327689" cy="954107"/>
          </a:xfrm>
          <a:prstGeom prst="rect">
            <a:avLst/>
          </a:prstGeom>
          <a:noFill/>
        </p:spPr>
        <p:txBody>
          <a:bodyPr wrap="square">
            <a:spAutoFit/>
          </a:bodyPr>
          <a:lstStyle/>
          <a:p>
            <a:pPr lvl="0"/>
            <a:r>
              <a:rPr lang="en-US" sz="2800" dirty="0">
                <a:solidFill>
                  <a:srgbClr val="002060"/>
                </a:solidFill>
              </a:rPr>
              <a:t>i.e., proportion of correct answers expected to be at least 15% higher</a:t>
            </a:r>
            <a:r>
              <a:rPr lang="en-US" sz="2800" dirty="0"/>
              <a:t> </a:t>
            </a:r>
            <a:r>
              <a:rPr lang="en-US" sz="2800" dirty="0">
                <a:solidFill>
                  <a:srgbClr val="002060"/>
                </a:solidFill>
              </a:rPr>
              <a:t>among IP’s than among the AP’s.    </a:t>
            </a:r>
            <a:endParaRPr lang="en-IN" sz="2800" dirty="0">
              <a:solidFill>
                <a:srgbClr val="002060"/>
              </a:solidFill>
            </a:endParaRPr>
          </a:p>
        </p:txBody>
      </p:sp>
    </p:spTree>
    <p:extLst>
      <p:ext uri="{BB962C8B-B14F-4D97-AF65-F5344CB8AC3E}">
        <p14:creationId xmlns:p14="http://schemas.microsoft.com/office/powerpoint/2010/main" val="2672163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4" grpId="0"/>
      <p:bldP spid="16" grpId="0"/>
      <p:bldP spid="17" grpId="0"/>
      <p:bldP spid="18" grpId="0"/>
      <p:bldP spid="19" grpId="0"/>
      <p:bldP spid="23" grpId="0"/>
    </p:bldLst>
  </p:timing>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DD6FB-E224-6760-4967-3214B16FA4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472982-8100-171A-0AFA-F4AF7CC4FF7D}"/>
              </a:ext>
            </a:extLst>
          </p:cNvPr>
          <p:cNvSpPr>
            <a:spLocks noGrp="1"/>
          </p:cNvSpPr>
          <p:nvPr>
            <p:ph type="title"/>
          </p:nvPr>
        </p:nvSpPr>
        <p:spPr/>
        <p:txBody>
          <a:bodyPr/>
          <a:lstStyle/>
          <a:p>
            <a:r>
              <a:rPr lang="en-GB" dirty="0"/>
              <a:t>Method 6 ⇝ Example 6(</a:t>
            </a:r>
            <a:r>
              <a:rPr lang="en-GB" dirty="0">
                <a:solidFill>
                  <a:srgbClr val="FF0000"/>
                </a:solidFill>
              </a:rPr>
              <a:t>Continue</a:t>
            </a:r>
            <a:r>
              <a:rPr lang="en-GB" dirty="0"/>
              <a:t>)</a:t>
            </a:r>
            <a:endParaRPr lang="en-US" dirty="0"/>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01E9EB49-41B2-C4E4-504A-FA0B33A3FACF}"/>
                  </a:ext>
                </a:extLst>
              </p:cNvPr>
              <p:cNvSpPr/>
              <p:nvPr/>
            </p:nvSpPr>
            <p:spPr>
              <a:xfrm>
                <a:off x="111878" y="692247"/>
                <a:ext cx="797582" cy="523220"/>
              </a:xfrm>
              <a:prstGeom prst="rect">
                <a:avLst/>
              </a:prstGeom>
            </p:spPr>
            <p:txBody>
              <a:bodyPr wrap="square">
                <a:spAutoFit/>
              </a:bodyPr>
              <a:lstStyle/>
              <a:p>
                <a:pPr lvl="0"/>
                <a14:m>
                  <m:oMath xmlns:m="http://schemas.openxmlformats.org/officeDocument/2006/math">
                    <m:sSub>
                      <m:sSubPr>
                        <m:ctrlPr>
                          <a:rPr lang="en-US" sz="280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H</m:t>
                        </m:r>
                      </m:e>
                      <m:sub>
                        <m:r>
                          <a:rPr lang="en-IN" sz="2800" b="0" i="0" smtClean="0">
                            <a:solidFill>
                              <a:srgbClr val="002060"/>
                            </a:solidFill>
                            <a:latin typeface="Cambria Math" panose="02040503050406030204" pitchFamily="18" charset="0"/>
                          </a:rPr>
                          <m:t>0</m:t>
                        </m:r>
                      </m:sub>
                    </m:sSub>
                    <m:r>
                      <a:rPr lang="en-IN" sz="2800" b="0" i="0" smtClean="0">
                        <a:solidFill>
                          <a:srgbClr val="002060"/>
                        </a:solidFill>
                        <a:latin typeface="Cambria Math" panose="02040503050406030204" pitchFamily="18" charset="0"/>
                      </a:rPr>
                      <m:t> :</m:t>
                    </m:r>
                  </m:oMath>
                </a14:m>
                <a:r>
                  <a:rPr lang="en-US" sz="2800" dirty="0">
                    <a:solidFill>
                      <a:srgbClr val="002060"/>
                    </a:solidFill>
                  </a:rPr>
                  <a:t>  </a:t>
                </a:r>
              </a:p>
            </p:txBody>
          </p:sp>
        </mc:Choice>
        <mc:Fallback xmlns="">
          <p:sp>
            <p:nvSpPr>
              <p:cNvPr id="15" name="Rectangle 14">
                <a:extLst>
                  <a:ext uri="{FF2B5EF4-FFF2-40B4-BE49-F238E27FC236}">
                    <a16:creationId xmlns:a16="http://schemas.microsoft.com/office/drawing/2014/main" id="{9F27B2A3-2FE8-CFE4-689D-7A32DA2F7DC0}"/>
                  </a:ext>
                </a:extLst>
              </p:cNvPr>
              <p:cNvSpPr>
                <a:spLocks noRot="1" noChangeAspect="1" noMove="1" noResize="1" noEditPoints="1" noAdjustHandles="1" noChangeArrowheads="1" noChangeShapeType="1" noTextEdit="1"/>
              </p:cNvSpPr>
              <p:nvPr/>
            </p:nvSpPr>
            <p:spPr>
              <a:xfrm>
                <a:off x="111878" y="692247"/>
                <a:ext cx="797582" cy="52322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980ED226-658E-CDA4-0C23-45EC5C2C4C25}"/>
                  </a:ext>
                </a:extLst>
              </p:cNvPr>
              <p:cNvSpPr/>
              <p:nvPr/>
            </p:nvSpPr>
            <p:spPr>
              <a:xfrm>
                <a:off x="1142999" y="2482870"/>
                <a:ext cx="2886928" cy="523220"/>
              </a:xfrm>
              <a:prstGeom prst="rect">
                <a:avLst/>
              </a:prstGeom>
            </p:spPr>
            <p:txBody>
              <a:bodyPr wrap="square">
                <a:spAutoFit/>
              </a:bodyPr>
              <a:lstStyle/>
              <a:p>
                <a:pPr lvl="0"/>
                <a14:m>
                  <m:oMathPara xmlns:m="http://schemas.openxmlformats.org/officeDocument/2006/math">
                    <m:oMathParaPr>
                      <m:jc m:val="centerGroup"/>
                    </m:oMathParaPr>
                    <m:oMath xmlns:m="http://schemas.openxmlformats.org/officeDocument/2006/math">
                      <m:d>
                        <m:dPr>
                          <m:ctrlPr>
                            <a:rPr lang="en-US" sz="2800" i="1" smtClean="0">
                              <a:solidFill>
                                <a:srgbClr val="002060"/>
                              </a:solidFill>
                              <a:latin typeface="Cambria Math" panose="02040503050406030204" pitchFamily="18" charset="0"/>
                            </a:rPr>
                          </m:ctrlPr>
                        </m:dPr>
                        <m:e>
                          <m:r>
                            <a:rPr lang="en-IN" sz="2800" b="1" i="0" smtClean="0">
                              <a:solidFill>
                                <a:srgbClr val="FF0000"/>
                              </a:solidFill>
                              <a:latin typeface="Cambria Math" panose="02040503050406030204" pitchFamily="18" charset="0"/>
                            </a:rPr>
                            <m:t>𝐏</m:t>
                          </m:r>
                          <m:r>
                            <a:rPr lang="en-IN" sz="2800" b="1" i="0" smtClean="0">
                              <a:solidFill>
                                <a:srgbClr val="FF0000"/>
                              </a:solidFill>
                              <a:latin typeface="Cambria Math" panose="02040503050406030204" pitchFamily="18" charset="0"/>
                            </a:rPr>
                            <m:t> </m:t>
                          </m:r>
                          <m:r>
                            <a:rPr lang="en-IN" sz="2800" b="1" i="0" smtClean="0">
                              <a:solidFill>
                                <a:srgbClr val="FF0000"/>
                              </a:solidFill>
                              <a:latin typeface="Cambria Math" panose="02040503050406030204" pitchFamily="18" charset="0"/>
                            </a:rPr>
                            <m:t>𝐢𝐬</m:t>
                          </m:r>
                          <m:r>
                            <a:rPr lang="en-IN" sz="2800" b="1" i="0" smtClean="0">
                              <a:solidFill>
                                <a:srgbClr val="FF0000"/>
                              </a:solidFill>
                              <a:latin typeface="Cambria Math" panose="02040503050406030204" pitchFamily="18" charset="0"/>
                            </a:rPr>
                            <m:t> </m:t>
                          </m:r>
                          <m:r>
                            <a:rPr lang="en-US" sz="2800" b="1" i="0" smtClean="0">
                              <a:solidFill>
                                <a:srgbClr val="FF0000"/>
                              </a:solidFill>
                              <a:latin typeface="Cambria Math" panose="02040503050406030204" pitchFamily="18" charset="0"/>
                            </a:rPr>
                            <m:t>𝐧𝐨𝐭</m:t>
                          </m:r>
                          <m:r>
                            <a:rPr lang="en-US" sz="2800" b="1" i="0" smtClean="0">
                              <a:solidFill>
                                <a:srgbClr val="FF0000"/>
                              </a:solidFill>
                              <a:latin typeface="Cambria Math" panose="02040503050406030204" pitchFamily="18" charset="0"/>
                            </a:rPr>
                            <m:t> </m:t>
                          </m:r>
                          <m:r>
                            <a:rPr lang="en-IN" sz="2800" b="1" i="0" smtClean="0">
                              <a:solidFill>
                                <a:srgbClr val="FF0000"/>
                              </a:solidFill>
                              <a:latin typeface="Cambria Math" panose="02040503050406030204" pitchFamily="18" charset="0"/>
                            </a:rPr>
                            <m:t>𝐤𝐧𝐨𝐰𝐧</m:t>
                          </m:r>
                        </m:e>
                      </m:d>
                    </m:oMath>
                  </m:oMathPara>
                </a14:m>
                <a:endParaRPr lang="en-US" sz="2800" dirty="0">
                  <a:solidFill>
                    <a:srgbClr val="002060"/>
                  </a:solidFill>
                </a:endParaRPr>
              </a:p>
            </p:txBody>
          </p:sp>
        </mc:Choice>
        <mc:Fallback xmlns="">
          <p:sp>
            <p:nvSpPr>
              <p:cNvPr id="8" name="Rectangle 7">
                <a:extLst>
                  <a:ext uri="{FF2B5EF4-FFF2-40B4-BE49-F238E27FC236}">
                    <a16:creationId xmlns:a16="http://schemas.microsoft.com/office/drawing/2014/main" id="{A3348B30-D564-F484-F179-565B305A39DF}"/>
                  </a:ext>
                </a:extLst>
              </p:cNvPr>
              <p:cNvSpPr>
                <a:spLocks noRot="1" noChangeAspect="1" noMove="1" noResize="1" noEditPoints="1" noAdjustHandles="1" noChangeArrowheads="1" noChangeShapeType="1" noTextEdit="1"/>
              </p:cNvSpPr>
              <p:nvPr/>
            </p:nvSpPr>
            <p:spPr>
              <a:xfrm>
                <a:off x="1142999" y="2482870"/>
                <a:ext cx="2886928" cy="5232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5C16348D-B33C-2248-20E8-165BECD9E35F}"/>
                  </a:ext>
                </a:extLst>
              </p:cNvPr>
              <p:cNvSpPr/>
              <p:nvPr/>
            </p:nvSpPr>
            <p:spPr>
              <a:xfrm>
                <a:off x="897425" y="716010"/>
                <a:ext cx="1457153" cy="523220"/>
              </a:xfrm>
              <a:prstGeom prst="rect">
                <a:avLst/>
              </a:prstGeom>
            </p:spPr>
            <p:txBody>
              <a:bodyPr wrap="square">
                <a:spAutoFit/>
              </a:bodyPr>
              <a:lstStyle/>
              <a:p>
                <a:pPr lvl="0"/>
                <a14:m>
                  <m:oMathPara xmlns:m="http://schemas.openxmlformats.org/officeDocument/2006/math">
                    <m:oMathParaPr>
                      <m:jc m:val="centerGroup"/>
                    </m:oMathParaPr>
                    <m:oMath xmlns:m="http://schemas.openxmlformats.org/officeDocument/2006/math">
                      <m:sSub>
                        <m:sSubPr>
                          <m:ctrlPr>
                            <a:rPr lang="en-IN" sz="2800" b="0" i="1" smtClean="0">
                              <a:solidFill>
                                <a:srgbClr val="002060"/>
                              </a:solidFill>
                              <a:latin typeface="Cambria Math" panose="02040503050406030204" pitchFamily="18" charset="0"/>
                            </a:rPr>
                          </m:ctrlPr>
                        </m:sSubPr>
                        <m:e>
                          <m:r>
                            <m:rPr>
                              <m:sty m:val="p"/>
                            </m:rPr>
                            <a:rPr lang="en-US" sz="2800" b="0" i="0" smtClean="0">
                              <a:solidFill>
                                <a:srgbClr val="002060"/>
                              </a:solidFill>
                              <a:latin typeface="Cambria Math" panose="02040503050406030204" pitchFamily="18" charset="0"/>
                            </a:rPr>
                            <m:t>P</m:t>
                          </m:r>
                        </m:e>
                        <m:sub>
                          <m:r>
                            <a:rPr lang="en-US" sz="2800" b="0" i="0" smtClean="0">
                              <a:solidFill>
                                <a:srgbClr val="002060"/>
                              </a:solidFill>
                              <a:latin typeface="Cambria Math" panose="02040503050406030204" pitchFamily="18" charset="0"/>
                            </a:rPr>
                            <m:t>1</m:t>
                          </m:r>
                        </m:sub>
                      </m:sSub>
                      <m:r>
                        <a:rPr lang="en-US" sz="2800" b="0" i="0" smtClean="0">
                          <a:solidFill>
                            <a:srgbClr val="002060"/>
                          </a:solidFill>
                          <a:latin typeface="Cambria Math" panose="02040503050406030204" pitchFamily="18" charset="0"/>
                        </a:rPr>
                        <m:t>=</m:t>
                      </m:r>
                      <m:sSub>
                        <m:sSubPr>
                          <m:ctrlPr>
                            <a:rPr lang="en-IN" sz="2800" i="1">
                              <a:solidFill>
                                <a:srgbClr val="002060"/>
                              </a:solidFill>
                              <a:latin typeface="Cambria Math" panose="02040503050406030204" pitchFamily="18" charset="0"/>
                            </a:rPr>
                          </m:ctrlPr>
                        </m:sSubPr>
                        <m:e>
                          <m:r>
                            <m:rPr>
                              <m:sty m:val="p"/>
                            </m:rPr>
                            <a:rPr lang="en-US" sz="2800" i="0">
                              <a:solidFill>
                                <a:srgbClr val="002060"/>
                              </a:solidFill>
                              <a:latin typeface="Cambria Math" panose="02040503050406030204" pitchFamily="18" charset="0"/>
                            </a:rPr>
                            <m:t>P</m:t>
                          </m:r>
                        </m:e>
                        <m:sub>
                          <m:r>
                            <a:rPr lang="en-US" sz="2800" b="0" i="0" smtClean="0">
                              <a:solidFill>
                                <a:srgbClr val="002060"/>
                              </a:solidFill>
                              <a:latin typeface="Cambria Math" panose="02040503050406030204" pitchFamily="18" charset="0"/>
                            </a:rPr>
                            <m:t>2</m:t>
                          </m:r>
                        </m:sub>
                      </m:sSub>
                    </m:oMath>
                  </m:oMathPara>
                </a14:m>
                <a:endParaRPr lang="en-US" sz="2800" dirty="0">
                  <a:solidFill>
                    <a:srgbClr val="002060"/>
                  </a:solidFill>
                </a:endParaRPr>
              </a:p>
            </p:txBody>
          </p:sp>
        </mc:Choice>
        <mc:Fallback xmlns="">
          <p:sp>
            <p:nvSpPr>
              <p:cNvPr id="9" name="Rectangle 8">
                <a:extLst>
                  <a:ext uri="{FF2B5EF4-FFF2-40B4-BE49-F238E27FC236}">
                    <a16:creationId xmlns:a16="http://schemas.microsoft.com/office/drawing/2014/main" id="{E54DFA6E-731B-6E25-E6F0-58B36B770315}"/>
                  </a:ext>
                </a:extLst>
              </p:cNvPr>
              <p:cNvSpPr>
                <a:spLocks noRot="1" noChangeAspect="1" noMove="1" noResize="1" noEditPoints="1" noAdjustHandles="1" noChangeArrowheads="1" noChangeShapeType="1" noTextEdit="1"/>
              </p:cNvSpPr>
              <p:nvPr/>
            </p:nvSpPr>
            <p:spPr>
              <a:xfrm>
                <a:off x="897425" y="716010"/>
                <a:ext cx="1457153" cy="52322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DE7030C2-CA86-2E32-0810-3E9C5B7DC2C6}"/>
                  </a:ext>
                </a:extLst>
              </p:cNvPr>
              <p:cNvSpPr/>
              <p:nvPr/>
            </p:nvSpPr>
            <p:spPr>
              <a:xfrm>
                <a:off x="123912" y="1273194"/>
                <a:ext cx="797582" cy="523220"/>
              </a:xfrm>
              <a:prstGeom prst="rect">
                <a:avLst/>
              </a:prstGeom>
            </p:spPr>
            <p:txBody>
              <a:bodyPr wrap="square">
                <a:spAutoFit/>
              </a:bodyPr>
              <a:lstStyle/>
              <a:p>
                <a:pPr lvl="0"/>
                <a14:m>
                  <m:oMath xmlns:m="http://schemas.openxmlformats.org/officeDocument/2006/math">
                    <m:sSub>
                      <m:sSubPr>
                        <m:ctrlPr>
                          <a:rPr lang="en-US" sz="2800" i="1" smtClean="0">
                            <a:solidFill>
                              <a:srgbClr val="002060"/>
                            </a:solidFill>
                            <a:latin typeface="Cambria Math" panose="02040503050406030204" pitchFamily="18" charset="0"/>
                          </a:rPr>
                        </m:ctrlPr>
                      </m:sSubPr>
                      <m:e>
                        <m:r>
                          <m:rPr>
                            <m:sty m:val="p"/>
                          </m:rPr>
                          <a:rPr lang="en-IN" sz="2800" b="0" i="0" smtClean="0">
                            <a:solidFill>
                              <a:srgbClr val="002060"/>
                            </a:solidFill>
                            <a:latin typeface="Cambria Math" panose="02040503050406030204" pitchFamily="18" charset="0"/>
                          </a:rPr>
                          <m:t>H</m:t>
                        </m:r>
                      </m:e>
                      <m:sub>
                        <m:r>
                          <a:rPr lang="en-IN" sz="2800" b="0" i="0" smtClean="0">
                            <a:solidFill>
                              <a:srgbClr val="002060"/>
                            </a:solidFill>
                            <a:latin typeface="Cambria Math" panose="02040503050406030204" pitchFamily="18" charset="0"/>
                          </a:rPr>
                          <m:t>1</m:t>
                        </m:r>
                      </m:sub>
                    </m:sSub>
                    <m:r>
                      <a:rPr lang="en-IN" sz="2800" b="0" i="0" smtClean="0">
                        <a:solidFill>
                          <a:srgbClr val="002060"/>
                        </a:solidFill>
                        <a:latin typeface="Cambria Math" panose="02040503050406030204" pitchFamily="18" charset="0"/>
                      </a:rPr>
                      <m:t> :</m:t>
                    </m:r>
                  </m:oMath>
                </a14:m>
                <a:r>
                  <a:rPr lang="en-US" sz="2800" dirty="0">
                    <a:solidFill>
                      <a:srgbClr val="002060"/>
                    </a:solidFill>
                  </a:rPr>
                  <a:t>  </a:t>
                </a:r>
              </a:p>
            </p:txBody>
          </p:sp>
        </mc:Choice>
        <mc:Fallback xmlns="">
          <p:sp>
            <p:nvSpPr>
              <p:cNvPr id="10" name="Rectangle 9">
                <a:extLst>
                  <a:ext uri="{FF2B5EF4-FFF2-40B4-BE49-F238E27FC236}">
                    <a16:creationId xmlns:a16="http://schemas.microsoft.com/office/drawing/2014/main" id="{6381274E-C102-E6FD-2FD7-C859FE8BBE77}"/>
                  </a:ext>
                </a:extLst>
              </p:cNvPr>
              <p:cNvSpPr>
                <a:spLocks noRot="1" noChangeAspect="1" noMove="1" noResize="1" noEditPoints="1" noAdjustHandles="1" noChangeArrowheads="1" noChangeShapeType="1" noTextEdit="1"/>
              </p:cNvSpPr>
              <p:nvPr/>
            </p:nvSpPr>
            <p:spPr>
              <a:xfrm>
                <a:off x="123912" y="1273194"/>
                <a:ext cx="797582"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E641DA57-904F-7EBC-1D67-F51CDEE9C7A3}"/>
                  </a:ext>
                </a:extLst>
              </p:cNvPr>
              <p:cNvSpPr/>
              <p:nvPr/>
            </p:nvSpPr>
            <p:spPr>
              <a:xfrm>
                <a:off x="875171" y="1296957"/>
                <a:ext cx="1513698" cy="523220"/>
              </a:xfrm>
              <a:prstGeom prst="rect">
                <a:avLst/>
              </a:prstGeom>
            </p:spPr>
            <p:txBody>
              <a:bodyPr wrap="square">
                <a:spAutoFit/>
              </a:bodyPr>
              <a:lstStyle/>
              <a:p>
                <a:pPr lvl="0"/>
                <a14:m>
                  <m:oMathPara xmlns:m="http://schemas.openxmlformats.org/officeDocument/2006/math">
                    <m:oMathParaPr>
                      <m:jc m:val="centerGroup"/>
                    </m:oMathParaPr>
                    <m:oMath xmlns:m="http://schemas.openxmlformats.org/officeDocument/2006/math">
                      <m:sSub>
                        <m:sSubPr>
                          <m:ctrlPr>
                            <a:rPr lang="en-IN" sz="2800" i="1">
                              <a:solidFill>
                                <a:srgbClr val="002060"/>
                              </a:solidFill>
                              <a:latin typeface="Cambria Math" panose="02040503050406030204" pitchFamily="18" charset="0"/>
                            </a:rPr>
                          </m:ctrlPr>
                        </m:sSubPr>
                        <m:e>
                          <m:r>
                            <m:rPr>
                              <m:sty m:val="p"/>
                            </m:rPr>
                            <a:rPr lang="en-US" sz="2800">
                              <a:solidFill>
                                <a:srgbClr val="002060"/>
                              </a:solidFill>
                              <a:latin typeface="Cambria Math" panose="02040503050406030204" pitchFamily="18" charset="0"/>
                            </a:rPr>
                            <m:t>P</m:t>
                          </m:r>
                        </m:e>
                        <m:sub>
                          <m:r>
                            <a:rPr lang="en-US" sz="2800">
                              <a:solidFill>
                                <a:srgbClr val="002060"/>
                              </a:solidFill>
                              <a:latin typeface="Cambria Math" panose="02040503050406030204" pitchFamily="18" charset="0"/>
                            </a:rPr>
                            <m:t>1</m:t>
                          </m:r>
                        </m:sub>
                      </m:sSub>
                      <m:r>
                        <a:rPr lang="en-US" sz="2800" i="1" smtClean="0">
                          <a:solidFill>
                            <a:srgbClr val="002060"/>
                          </a:solidFill>
                          <a:latin typeface="Cambria Math" panose="02040503050406030204" pitchFamily="18" charset="0"/>
                          <a:ea typeface="Cambria Math" panose="02040503050406030204" pitchFamily="18" charset="0"/>
                        </a:rPr>
                        <m:t>&gt;</m:t>
                      </m:r>
                      <m:sSub>
                        <m:sSubPr>
                          <m:ctrlPr>
                            <a:rPr lang="en-IN" sz="2800" i="1">
                              <a:solidFill>
                                <a:srgbClr val="002060"/>
                              </a:solidFill>
                              <a:latin typeface="Cambria Math" panose="02040503050406030204" pitchFamily="18" charset="0"/>
                            </a:rPr>
                          </m:ctrlPr>
                        </m:sSubPr>
                        <m:e>
                          <m:r>
                            <m:rPr>
                              <m:sty m:val="p"/>
                            </m:rPr>
                            <a:rPr lang="en-US" sz="2800">
                              <a:solidFill>
                                <a:srgbClr val="002060"/>
                              </a:solidFill>
                              <a:latin typeface="Cambria Math" panose="02040503050406030204" pitchFamily="18" charset="0"/>
                            </a:rPr>
                            <m:t>P</m:t>
                          </m:r>
                        </m:e>
                        <m:sub>
                          <m:r>
                            <a:rPr lang="en-US" sz="2800">
                              <a:solidFill>
                                <a:srgbClr val="002060"/>
                              </a:solidFill>
                              <a:latin typeface="Cambria Math" panose="02040503050406030204" pitchFamily="18" charset="0"/>
                            </a:rPr>
                            <m:t>2</m:t>
                          </m:r>
                        </m:sub>
                      </m:sSub>
                    </m:oMath>
                  </m:oMathPara>
                </a14:m>
                <a:endParaRPr lang="en-US" sz="2800" dirty="0">
                  <a:solidFill>
                    <a:srgbClr val="002060"/>
                  </a:solidFill>
                </a:endParaRPr>
              </a:p>
            </p:txBody>
          </p:sp>
        </mc:Choice>
        <mc:Fallback xmlns="">
          <p:sp>
            <p:nvSpPr>
              <p:cNvPr id="11" name="Rectangle 10">
                <a:extLst>
                  <a:ext uri="{FF2B5EF4-FFF2-40B4-BE49-F238E27FC236}">
                    <a16:creationId xmlns:a16="http://schemas.microsoft.com/office/drawing/2014/main" id="{E641DA57-904F-7EBC-1D67-F51CDEE9C7A3}"/>
                  </a:ext>
                </a:extLst>
              </p:cNvPr>
              <p:cNvSpPr>
                <a:spLocks noRot="1" noChangeAspect="1" noMove="1" noResize="1" noEditPoints="1" noAdjustHandles="1" noChangeArrowheads="1" noChangeShapeType="1" noTextEdit="1"/>
              </p:cNvSpPr>
              <p:nvPr/>
            </p:nvSpPr>
            <p:spPr>
              <a:xfrm>
                <a:off x="875171" y="1296957"/>
                <a:ext cx="1513698"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B17B5B40-749A-D33E-C613-860B91499B6A}"/>
                  </a:ext>
                </a:extLst>
              </p:cNvPr>
              <p:cNvSpPr/>
              <p:nvPr/>
            </p:nvSpPr>
            <p:spPr>
              <a:xfrm>
                <a:off x="135342" y="1859972"/>
                <a:ext cx="2127798" cy="523220"/>
              </a:xfrm>
              <a:prstGeom prst="rect">
                <a:avLst/>
              </a:prstGeom>
            </p:spPr>
            <p:txBody>
              <a:bodyPr wrap="square">
                <a:spAutoFit/>
              </a:bodyPr>
              <a:lstStyle/>
              <a:p>
                <a:pPr lvl="0"/>
                <a14:m>
                  <m:oMath xmlns:m="http://schemas.openxmlformats.org/officeDocument/2006/math">
                    <m:r>
                      <m:rPr>
                        <m:sty m:val="p"/>
                      </m:rPr>
                      <a:rPr lang="en-IN" sz="2800" b="0" i="0" smtClean="0">
                        <a:solidFill>
                          <a:srgbClr val="002060"/>
                        </a:solidFill>
                        <a:latin typeface="Cambria Math" panose="02040503050406030204" pitchFamily="18" charset="0"/>
                      </a:rPr>
                      <m:t>L</m:t>
                    </m:r>
                    <m:r>
                      <a:rPr lang="en-IN" sz="2800" b="0" i="0"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O</m:t>
                    </m:r>
                    <m:r>
                      <a:rPr lang="en-IN" sz="2800" b="0" i="0"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S</m:t>
                    </m:r>
                    <m:r>
                      <a:rPr lang="en-IN" sz="2800" b="0" i="0" smtClean="0">
                        <a:solidFill>
                          <a:srgbClr val="002060"/>
                        </a:solidFill>
                        <a:latin typeface="Cambria Math" panose="02040503050406030204" pitchFamily="18" charset="0"/>
                      </a:rPr>
                      <m:t> =5%</m:t>
                    </m:r>
                  </m:oMath>
                </a14:m>
                <a:r>
                  <a:rPr lang="en-US" sz="2800" dirty="0">
                    <a:solidFill>
                      <a:srgbClr val="002060"/>
                    </a:solidFill>
                  </a:rPr>
                  <a:t>  </a:t>
                </a:r>
              </a:p>
            </p:txBody>
          </p:sp>
        </mc:Choice>
        <mc:Fallback xmlns="">
          <p:sp>
            <p:nvSpPr>
              <p:cNvPr id="12" name="Rectangle 11">
                <a:extLst>
                  <a:ext uri="{FF2B5EF4-FFF2-40B4-BE49-F238E27FC236}">
                    <a16:creationId xmlns:a16="http://schemas.microsoft.com/office/drawing/2014/main" id="{6FB47D27-DD64-98CA-48A0-75F168598ED0}"/>
                  </a:ext>
                </a:extLst>
              </p:cNvPr>
              <p:cNvSpPr>
                <a:spLocks noRot="1" noChangeAspect="1" noMove="1" noResize="1" noEditPoints="1" noAdjustHandles="1" noChangeArrowheads="1" noChangeShapeType="1" noTextEdit="1"/>
              </p:cNvSpPr>
              <p:nvPr/>
            </p:nvSpPr>
            <p:spPr>
              <a:xfrm>
                <a:off x="135342" y="1859972"/>
                <a:ext cx="2127798" cy="523220"/>
              </a:xfrm>
              <a:prstGeom prst="rect">
                <a:avLst/>
              </a:prstGeom>
              <a:blipFill>
                <a:blip r:embed="rId7"/>
                <a:stretch>
                  <a:fillRect/>
                </a:stretch>
              </a:blipFill>
            </p:spPr>
            <p:txBody>
              <a:bodyPr/>
              <a:lstStyle/>
              <a:p>
                <a:r>
                  <a:rPr lang="en-IN">
                    <a:noFill/>
                  </a:rPr>
                  <a:t> </a:t>
                </a:r>
              </a:p>
            </p:txBody>
          </p:sp>
        </mc:Fallback>
      </mc:AlternateContent>
      <p:sp>
        <p:nvSpPr>
          <p:cNvPr id="13" name="Rectangle 12">
            <a:extLst>
              <a:ext uri="{FF2B5EF4-FFF2-40B4-BE49-F238E27FC236}">
                <a16:creationId xmlns:a16="http://schemas.microsoft.com/office/drawing/2014/main" id="{1FCB2625-C49F-CCDD-D98A-F66DE3E2FA79}"/>
              </a:ext>
            </a:extLst>
          </p:cNvPr>
          <p:cNvSpPr/>
          <p:nvPr/>
        </p:nvSpPr>
        <p:spPr>
          <a:xfrm>
            <a:off x="152658" y="2452374"/>
            <a:ext cx="1047491" cy="523220"/>
          </a:xfrm>
          <a:prstGeom prst="rect">
            <a:avLst/>
          </a:prstGeom>
        </p:spPr>
        <p:txBody>
          <a:bodyPr wrap="square">
            <a:spAutoFit/>
          </a:bodyPr>
          <a:lstStyle/>
          <a:p>
            <a:pPr lvl="0"/>
            <a:r>
              <a:rPr lang="en-US" sz="2800" u="sng" dirty="0">
                <a:solidFill>
                  <a:srgbClr val="002060"/>
                </a:solidFill>
              </a:rPr>
              <a:t>Test</a:t>
            </a:r>
            <a:r>
              <a:rPr lang="en-US" sz="2800" dirty="0">
                <a:solidFill>
                  <a:srgbClr val="002060"/>
                </a:solidFill>
              </a:rPr>
              <a:t> :</a:t>
            </a:r>
            <a:r>
              <a:rPr lang="en-US" sz="2800" u="sng" dirty="0">
                <a:solidFill>
                  <a:srgbClr val="002060"/>
                </a:solidFill>
              </a:rPr>
              <a:t>  </a:t>
            </a:r>
          </a:p>
        </p:txBody>
      </p:sp>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69A8C3E3-285A-478D-CAD5-0BB7E33D44F7}"/>
                  </a:ext>
                </a:extLst>
              </p:cNvPr>
              <p:cNvSpPr/>
              <p:nvPr/>
            </p:nvSpPr>
            <p:spPr>
              <a:xfrm>
                <a:off x="5197259" y="5835691"/>
                <a:ext cx="1503402" cy="477054"/>
              </a:xfrm>
              <a:prstGeom prst="rect">
                <a:avLst/>
              </a:prstGeom>
            </p:spPr>
            <p:txBody>
              <a:bodyPr wrap="square">
                <a:spAutoFit/>
              </a:bodyPr>
              <a:lstStyle/>
              <a:p>
                <a:pPr lvl="0"/>
                <a14:m>
                  <m:oMath xmlns:m="http://schemas.openxmlformats.org/officeDocument/2006/math">
                    <m:r>
                      <a:rPr lang="en-IN" sz="2500" b="0" i="0" smtClean="0">
                        <a:solidFill>
                          <a:srgbClr val="002060"/>
                        </a:solidFill>
                        <a:latin typeface="Cambria Math" panose="02040503050406030204" pitchFamily="18" charset="0"/>
                      </a:rPr>
                      <m:t>=</m:t>
                    </m:r>
                    <m:r>
                      <a:rPr lang="en-US" sz="2500" b="0" i="0" smtClean="0">
                        <a:solidFill>
                          <a:srgbClr val="002060"/>
                        </a:solidFill>
                        <a:latin typeface="Cambria Math" panose="02040503050406030204" pitchFamily="18" charset="0"/>
                      </a:rPr>
                      <m:t>0.</m:t>
                    </m:r>
                    <m:r>
                      <a:rPr lang="en-IN" sz="2500" b="0" i="0" smtClean="0">
                        <a:solidFill>
                          <a:srgbClr val="002060"/>
                        </a:solidFill>
                        <a:latin typeface="Cambria Math" panose="02040503050406030204" pitchFamily="18" charset="0"/>
                      </a:rPr>
                      <m:t>525</m:t>
                    </m:r>
                  </m:oMath>
                </a14:m>
                <a:r>
                  <a:rPr lang="en-US" sz="2500" dirty="0">
                    <a:solidFill>
                      <a:srgbClr val="002060"/>
                    </a:solidFill>
                  </a:rPr>
                  <a:t>  </a:t>
                </a:r>
              </a:p>
            </p:txBody>
          </p:sp>
        </mc:Choice>
        <mc:Fallback xmlns="">
          <p:sp>
            <p:nvSpPr>
              <p:cNvPr id="18" name="Rectangle 17">
                <a:extLst>
                  <a:ext uri="{FF2B5EF4-FFF2-40B4-BE49-F238E27FC236}">
                    <a16:creationId xmlns:a16="http://schemas.microsoft.com/office/drawing/2014/main" id="{69A8C3E3-285A-478D-CAD5-0BB7E33D44F7}"/>
                  </a:ext>
                </a:extLst>
              </p:cNvPr>
              <p:cNvSpPr>
                <a:spLocks noRot="1" noChangeAspect="1" noMove="1" noResize="1" noEditPoints="1" noAdjustHandles="1" noChangeArrowheads="1" noChangeShapeType="1" noTextEdit="1"/>
              </p:cNvSpPr>
              <p:nvPr/>
            </p:nvSpPr>
            <p:spPr>
              <a:xfrm>
                <a:off x="5197259" y="5835691"/>
                <a:ext cx="1503402" cy="477054"/>
              </a:xfrm>
              <a:prstGeom prst="rect">
                <a:avLst/>
              </a:prstGeom>
              <a:blipFill>
                <a:blip r:embed="rId8"/>
                <a:stretch>
                  <a:fillRect/>
                </a:stretch>
              </a:blipFill>
            </p:spPr>
            <p:txBody>
              <a:bodyPr/>
              <a:lstStyle/>
              <a:p>
                <a:r>
                  <a:rPr lang="en-IN">
                    <a:noFill/>
                  </a:rPr>
                  <a:t> </a:t>
                </a:r>
              </a:p>
            </p:txBody>
          </p:sp>
        </mc:Fallback>
      </mc:AlternateContent>
      <p:sp>
        <p:nvSpPr>
          <p:cNvPr id="19" name="Rectangle 18">
            <a:extLst>
              <a:ext uri="{FF2B5EF4-FFF2-40B4-BE49-F238E27FC236}">
                <a16:creationId xmlns:a16="http://schemas.microsoft.com/office/drawing/2014/main" id="{15B8F04B-3E6E-4B2D-CF67-4E6EA3FE2A2B}"/>
              </a:ext>
            </a:extLst>
          </p:cNvPr>
          <p:cNvSpPr/>
          <p:nvPr/>
        </p:nvSpPr>
        <p:spPr>
          <a:xfrm>
            <a:off x="5534633" y="3617367"/>
            <a:ext cx="2532181" cy="523220"/>
          </a:xfrm>
          <a:prstGeom prst="rect">
            <a:avLst/>
          </a:prstGeom>
        </p:spPr>
        <p:txBody>
          <a:bodyPr wrap="square">
            <a:spAutoFit/>
          </a:bodyPr>
          <a:lstStyle/>
          <a:p>
            <a:pPr lvl="0"/>
            <a:r>
              <a:rPr lang="en-US" sz="2800" u="sng" dirty="0">
                <a:solidFill>
                  <a:srgbClr val="002060"/>
                </a:solidFill>
              </a:rPr>
              <a:t>Critical Region</a:t>
            </a:r>
            <a:r>
              <a:rPr lang="en-US" sz="2800" dirty="0">
                <a:solidFill>
                  <a:srgbClr val="002060"/>
                </a:solidFill>
              </a:rPr>
              <a:t> :</a:t>
            </a:r>
            <a:r>
              <a:rPr lang="en-US" sz="2800" u="sng" dirty="0">
                <a:solidFill>
                  <a:srgbClr val="002060"/>
                </a:solidFill>
              </a:rPr>
              <a:t>  </a:t>
            </a: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A2620123-430F-124B-A280-DD93FCEE967A}"/>
                  </a:ext>
                </a:extLst>
              </p:cNvPr>
              <p:cNvSpPr txBox="1"/>
              <p:nvPr/>
            </p:nvSpPr>
            <p:spPr>
              <a:xfrm>
                <a:off x="7706912" y="3618736"/>
                <a:ext cx="2697479"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IN" sz="2800" i="1" smtClean="0">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US" sz="2800">
                                  <a:solidFill>
                                    <a:srgbClr val="002060"/>
                                  </a:solidFill>
                                  <a:latin typeface="Cambria Math" panose="02040503050406030204" pitchFamily="18" charset="0"/>
                                </a:rPr>
                                <m:t>Z</m:t>
                              </m:r>
                            </m:e>
                            <m:sub>
                              <m:r>
                                <a:rPr lang="en-US" sz="2800">
                                  <a:solidFill>
                                    <a:srgbClr val="002060"/>
                                  </a:solidFill>
                                  <a:latin typeface="Cambria Math" panose="02040503050406030204" pitchFamily="18" charset="0"/>
                                </a:rPr>
                                <m:t>0.0</m:t>
                              </m:r>
                              <m:r>
                                <a:rPr lang="en-IN" sz="2800" b="0" i="0" smtClean="0">
                                  <a:solidFill>
                                    <a:srgbClr val="002060"/>
                                  </a:solidFill>
                                  <a:latin typeface="Cambria Math" panose="02040503050406030204" pitchFamily="18" charset="0"/>
                                </a:rPr>
                                <m:t>5</m:t>
                              </m:r>
                            </m:sub>
                          </m:sSub>
                          <m:r>
                            <a:rPr lang="en-US" sz="2800" i="1">
                              <a:solidFill>
                                <a:srgbClr val="002060"/>
                              </a:solidFill>
                              <a:latin typeface="Cambria Math" panose="02040503050406030204" pitchFamily="18" charset="0"/>
                            </a:rPr>
                            <m:t> </m:t>
                          </m:r>
                        </m:e>
                      </m:d>
                      <m:r>
                        <a:rPr lang="en-US" sz="280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1.96</m:t>
                      </m:r>
                    </m:oMath>
                  </m:oMathPara>
                </a14:m>
                <a:endParaRPr lang="en-IN" sz="2800" dirty="0">
                  <a:solidFill>
                    <a:srgbClr val="002060"/>
                  </a:solidFill>
                </a:endParaRPr>
              </a:p>
            </p:txBody>
          </p:sp>
        </mc:Choice>
        <mc:Fallback xmlns="">
          <p:sp>
            <p:nvSpPr>
              <p:cNvPr id="21" name="TextBox 20">
                <a:extLst>
                  <a:ext uri="{FF2B5EF4-FFF2-40B4-BE49-F238E27FC236}">
                    <a16:creationId xmlns:a16="http://schemas.microsoft.com/office/drawing/2014/main" id="{7919E151-F968-9B98-5ECF-7870A4A6A38B}"/>
                  </a:ext>
                </a:extLst>
              </p:cNvPr>
              <p:cNvSpPr txBox="1">
                <a:spLocks noRot="1" noChangeAspect="1" noMove="1" noResize="1" noEditPoints="1" noAdjustHandles="1" noChangeArrowheads="1" noChangeShapeType="1" noTextEdit="1"/>
              </p:cNvSpPr>
              <p:nvPr/>
            </p:nvSpPr>
            <p:spPr>
              <a:xfrm>
                <a:off x="7706912" y="3618736"/>
                <a:ext cx="2697479" cy="523220"/>
              </a:xfrm>
              <a:prstGeom prst="rect">
                <a:avLst/>
              </a:prstGeom>
              <a:blipFill>
                <a:blip r:embed="rId10"/>
                <a:stretch>
                  <a:fillRect/>
                </a:stretch>
              </a:blipFill>
            </p:spPr>
            <p:txBody>
              <a:bodyPr/>
              <a:lstStyle/>
              <a:p>
                <a:r>
                  <a:rPr lang="en-IN">
                    <a:noFill/>
                  </a:rPr>
                  <a:t> </a:t>
                </a:r>
              </a:p>
            </p:txBody>
          </p:sp>
        </mc:Fallback>
      </mc:AlternateContent>
      <p:sp>
        <p:nvSpPr>
          <p:cNvPr id="23" name="Rectangle 22">
            <a:extLst>
              <a:ext uri="{FF2B5EF4-FFF2-40B4-BE49-F238E27FC236}">
                <a16:creationId xmlns:a16="http://schemas.microsoft.com/office/drawing/2014/main" id="{2B46E704-21CB-3783-D015-DF94F9580084}"/>
              </a:ext>
            </a:extLst>
          </p:cNvPr>
          <p:cNvSpPr/>
          <p:nvPr/>
        </p:nvSpPr>
        <p:spPr>
          <a:xfrm>
            <a:off x="5628920" y="4841614"/>
            <a:ext cx="1973580" cy="523220"/>
          </a:xfrm>
          <a:prstGeom prst="rect">
            <a:avLst/>
          </a:prstGeom>
        </p:spPr>
        <p:txBody>
          <a:bodyPr wrap="square">
            <a:spAutoFit/>
          </a:bodyPr>
          <a:lstStyle/>
          <a:p>
            <a:pPr lvl="0"/>
            <a:r>
              <a:rPr lang="en-US" sz="2800" u="sng" dirty="0">
                <a:solidFill>
                  <a:srgbClr val="002060"/>
                </a:solidFill>
              </a:rPr>
              <a:t>Conclusion</a:t>
            </a:r>
            <a:r>
              <a:rPr lang="en-US" sz="2800" dirty="0">
                <a:solidFill>
                  <a:srgbClr val="002060"/>
                </a:solidFill>
              </a:rPr>
              <a:t> :</a:t>
            </a:r>
            <a:r>
              <a:rPr lang="en-US" sz="2800" u="sng" dirty="0">
                <a:solidFill>
                  <a:srgbClr val="002060"/>
                </a:solidFill>
              </a:rPr>
              <a:t>  </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7075C463-AAE7-F2FF-AC82-28B0B53C6686}"/>
                  </a:ext>
                </a:extLst>
              </p:cNvPr>
              <p:cNvSpPr txBox="1"/>
              <p:nvPr/>
            </p:nvSpPr>
            <p:spPr>
              <a:xfrm>
                <a:off x="5522862" y="4188758"/>
                <a:ext cx="2376538"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IN" sz="2800" i="1" smtClean="0">
                              <a:solidFill>
                                <a:srgbClr val="002060"/>
                              </a:solidFill>
                              <a:latin typeface="Cambria Math" panose="02040503050406030204" pitchFamily="18" charset="0"/>
                            </a:rPr>
                          </m:ctrlPr>
                        </m:dPr>
                        <m:e>
                          <m:r>
                            <a:rPr lang="en-IN" sz="2800" b="0" i="0" smtClean="0">
                              <a:solidFill>
                                <a:srgbClr val="002060"/>
                              </a:solidFill>
                              <a:latin typeface="Cambria Math" panose="02040503050406030204" pitchFamily="18" charset="0"/>
                            </a:rPr>
                            <m:t> </m:t>
                          </m:r>
                          <m:r>
                            <m:rPr>
                              <m:sty m:val="p"/>
                            </m:rPr>
                            <a:rPr lang="en-IN" sz="2800" b="0" i="0" smtClean="0">
                              <a:solidFill>
                                <a:srgbClr val="002060"/>
                              </a:solidFill>
                              <a:latin typeface="Cambria Math" panose="02040503050406030204" pitchFamily="18" charset="0"/>
                            </a:rPr>
                            <m:t>Z</m:t>
                          </m:r>
                          <m:r>
                            <a:rPr lang="en-US" sz="2800" i="1">
                              <a:solidFill>
                                <a:srgbClr val="002060"/>
                              </a:solidFill>
                              <a:latin typeface="Cambria Math" panose="02040503050406030204" pitchFamily="18" charset="0"/>
                            </a:rPr>
                            <m:t> </m:t>
                          </m:r>
                        </m:e>
                      </m:d>
                      <m:r>
                        <a:rPr lang="en-US" sz="2800">
                          <a:solidFill>
                            <a:srgbClr val="002060"/>
                          </a:solidFill>
                          <a:latin typeface="Cambria Math" panose="02040503050406030204" pitchFamily="18" charset="0"/>
                        </a:rPr>
                        <m:t>=</m:t>
                      </m:r>
                      <m:r>
                        <a:rPr lang="en-IN" sz="2800" b="0" i="0" smtClean="0">
                          <a:solidFill>
                            <a:srgbClr val="002060"/>
                          </a:solidFill>
                          <a:latin typeface="Cambria Math" panose="02040503050406030204" pitchFamily="18" charset="0"/>
                        </a:rPr>
                        <m:t>1.28</m:t>
                      </m:r>
                    </m:oMath>
                  </m:oMathPara>
                </a14:m>
                <a:endParaRPr lang="en-IN" sz="2800" dirty="0">
                  <a:solidFill>
                    <a:srgbClr val="002060"/>
                  </a:solidFill>
                </a:endParaRPr>
              </a:p>
            </p:txBody>
          </p:sp>
        </mc:Choice>
        <mc:Fallback xmlns="">
          <p:sp>
            <p:nvSpPr>
              <p:cNvPr id="24" name="TextBox 23">
                <a:extLst>
                  <a:ext uri="{FF2B5EF4-FFF2-40B4-BE49-F238E27FC236}">
                    <a16:creationId xmlns:a16="http://schemas.microsoft.com/office/drawing/2014/main" id="{7075C463-AAE7-F2FF-AC82-28B0B53C6686}"/>
                  </a:ext>
                </a:extLst>
              </p:cNvPr>
              <p:cNvSpPr txBox="1">
                <a:spLocks noRot="1" noChangeAspect="1" noMove="1" noResize="1" noEditPoints="1" noAdjustHandles="1" noChangeArrowheads="1" noChangeShapeType="1" noTextEdit="1"/>
              </p:cNvSpPr>
              <p:nvPr/>
            </p:nvSpPr>
            <p:spPr>
              <a:xfrm>
                <a:off x="5522862" y="4188758"/>
                <a:ext cx="2376538" cy="523220"/>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FD6C985-64C6-7146-23A1-A22A755D1659}"/>
                  </a:ext>
                </a:extLst>
              </p:cNvPr>
              <p:cNvSpPr txBox="1"/>
              <p:nvPr/>
            </p:nvSpPr>
            <p:spPr>
              <a:xfrm>
                <a:off x="7618276" y="4184474"/>
                <a:ext cx="548717" cy="95410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i="1" smtClean="0">
                          <a:solidFill>
                            <a:srgbClr val="002060"/>
                          </a:solidFill>
                          <a:latin typeface="Cambria Math" panose="02040503050406030204" pitchFamily="18" charset="0"/>
                          <a:ea typeface="Cambria Math" panose="02040503050406030204" pitchFamily="18" charset="0"/>
                        </a:rPr>
                        <m:t>&lt;</m:t>
                      </m:r>
                    </m:oMath>
                  </m:oMathPara>
                </a14:m>
                <a:endParaRPr lang="en-IN" sz="2800" dirty="0">
                  <a:solidFill>
                    <a:srgbClr val="002060"/>
                  </a:solidFill>
                </a:endParaRPr>
              </a:p>
              <a:p>
                <a:endParaRPr lang="en-IN" sz="2800" dirty="0">
                  <a:solidFill>
                    <a:srgbClr val="002060"/>
                  </a:solidFill>
                </a:endParaRPr>
              </a:p>
            </p:txBody>
          </p:sp>
        </mc:Choice>
        <mc:Fallback xmlns="">
          <p:sp>
            <p:nvSpPr>
              <p:cNvPr id="26" name="TextBox 25">
                <a:extLst>
                  <a:ext uri="{FF2B5EF4-FFF2-40B4-BE49-F238E27FC236}">
                    <a16:creationId xmlns:a16="http://schemas.microsoft.com/office/drawing/2014/main" id="{2FD6C985-64C6-7146-23A1-A22A755D1659}"/>
                  </a:ext>
                </a:extLst>
              </p:cNvPr>
              <p:cNvSpPr txBox="1">
                <a:spLocks noRot="1" noChangeAspect="1" noMove="1" noResize="1" noEditPoints="1" noAdjustHandles="1" noChangeArrowheads="1" noChangeShapeType="1" noTextEdit="1"/>
              </p:cNvSpPr>
              <p:nvPr/>
            </p:nvSpPr>
            <p:spPr>
              <a:xfrm>
                <a:off x="7618276" y="4184474"/>
                <a:ext cx="548717" cy="954107"/>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Rectangle 26">
                <a:extLst>
                  <a:ext uri="{FF2B5EF4-FFF2-40B4-BE49-F238E27FC236}">
                    <a16:creationId xmlns:a16="http://schemas.microsoft.com/office/drawing/2014/main" id="{6B7435C1-C889-FCDE-9D63-46ED9DC6C38A}"/>
                  </a:ext>
                </a:extLst>
              </p:cNvPr>
              <p:cNvSpPr/>
              <p:nvPr/>
            </p:nvSpPr>
            <p:spPr>
              <a:xfrm>
                <a:off x="7564092" y="4841921"/>
                <a:ext cx="1973580" cy="575542"/>
              </a:xfrm>
              <a:prstGeom prst="rect">
                <a:avLst/>
              </a:prstGeom>
            </p:spPr>
            <p:txBody>
              <a:bodyPr wrap="square">
                <a:spAutoFit/>
              </a:bodyPr>
              <a:lstStyle/>
              <a:p>
                <a:pPr lvl="0"/>
                <a14:m>
                  <m:oMath xmlns:m="http://schemas.openxmlformats.org/officeDocument/2006/math">
                    <m:sSub>
                      <m:sSubPr>
                        <m:ctrlPr>
                          <a:rPr lang="en-US" sz="2800" i="1">
                            <a:solidFill>
                              <a:srgbClr val="002060"/>
                            </a:solidFill>
                            <a:latin typeface="Cambria Math" panose="02040503050406030204" pitchFamily="18" charset="0"/>
                          </a:rPr>
                        </m:ctrlPr>
                      </m:sSubPr>
                      <m:e>
                        <m:r>
                          <m:rPr>
                            <m:sty m:val="p"/>
                          </m:rPr>
                          <a:rPr lang="en-IN" sz="2800">
                            <a:solidFill>
                              <a:srgbClr val="002060"/>
                            </a:solidFill>
                            <a:latin typeface="Cambria Math" panose="02040503050406030204" pitchFamily="18" charset="0"/>
                          </a:rPr>
                          <m:t>H</m:t>
                        </m:r>
                      </m:e>
                      <m:sub>
                        <m:r>
                          <a:rPr lang="en-IN" sz="2800">
                            <a:solidFill>
                              <a:srgbClr val="002060"/>
                            </a:solidFill>
                            <a:latin typeface="Cambria Math" panose="02040503050406030204" pitchFamily="18" charset="0"/>
                          </a:rPr>
                          <m:t>0</m:t>
                        </m:r>
                      </m:sub>
                    </m:sSub>
                  </m:oMath>
                </a14:m>
                <a:r>
                  <a:rPr lang="en-US" sz="2800" dirty="0">
                    <a:solidFill>
                      <a:srgbClr val="002060"/>
                    </a:solidFill>
                  </a:rPr>
                  <a:t> Accept</a:t>
                </a:r>
                <a:r>
                  <a:rPr lang="en-US" sz="2800" u="sng" dirty="0">
                    <a:solidFill>
                      <a:srgbClr val="002060"/>
                    </a:solidFill>
                  </a:rPr>
                  <a:t>  </a:t>
                </a:r>
              </a:p>
            </p:txBody>
          </p:sp>
        </mc:Choice>
        <mc:Fallback xmlns="">
          <p:sp>
            <p:nvSpPr>
              <p:cNvPr id="27" name="Rectangle 26">
                <a:extLst>
                  <a:ext uri="{FF2B5EF4-FFF2-40B4-BE49-F238E27FC236}">
                    <a16:creationId xmlns:a16="http://schemas.microsoft.com/office/drawing/2014/main" id="{9AEDA1E4-CA19-E0E4-2F27-38FD44D56920}"/>
                  </a:ext>
                </a:extLst>
              </p:cNvPr>
              <p:cNvSpPr>
                <a:spLocks noRot="1" noChangeAspect="1" noMove="1" noResize="1" noEditPoints="1" noAdjustHandles="1" noChangeArrowheads="1" noChangeShapeType="1" noTextEdit="1"/>
              </p:cNvSpPr>
              <p:nvPr/>
            </p:nvSpPr>
            <p:spPr>
              <a:xfrm>
                <a:off x="7564092" y="4841921"/>
                <a:ext cx="1973580" cy="575542"/>
              </a:xfrm>
              <a:prstGeom prst="rect">
                <a:avLst/>
              </a:prstGeom>
              <a:blipFill>
                <a:blip r:embed="rId13"/>
                <a:stretch>
                  <a:fillRect t="-10526" b="-1894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2E337F71-3056-A3E0-3A82-AAF82656A8D6}"/>
                  </a:ext>
                </a:extLst>
              </p:cNvPr>
              <p:cNvSpPr/>
              <p:nvPr/>
            </p:nvSpPr>
            <p:spPr>
              <a:xfrm>
                <a:off x="6834158" y="5406247"/>
                <a:ext cx="5357840" cy="954107"/>
              </a:xfrm>
              <a:prstGeom prst="rect">
                <a:avLst/>
              </a:prstGeom>
            </p:spPr>
            <p:txBody>
              <a:bodyPr wrap="square">
                <a:spAutoFit/>
              </a:bodyPr>
              <a:lstStyle/>
              <a:p>
                <a:pPr lvl="0"/>
                <a:r>
                  <a:rPr lang="en-US" sz="2800" dirty="0">
                    <a:solidFill>
                      <a:srgbClr val="002060"/>
                    </a:solidFill>
                  </a:rPr>
                  <a:t>i.e., Proposal of men and women are not same at </a:t>
                </a:r>
                <a14:m>
                  <m:oMath xmlns:m="http://schemas.openxmlformats.org/officeDocument/2006/math">
                    <m:r>
                      <a:rPr lang="en-IN" sz="2800" b="0" i="1" smtClean="0">
                        <a:solidFill>
                          <a:srgbClr val="002060"/>
                        </a:solidFill>
                        <a:latin typeface="Cambria Math" panose="02040503050406030204" pitchFamily="18" charset="0"/>
                      </a:rPr>
                      <m:t>5%</m:t>
                    </m:r>
                  </m:oMath>
                </a14:m>
                <a:r>
                  <a:rPr lang="en-US" sz="2800" dirty="0">
                    <a:solidFill>
                      <a:srgbClr val="002060"/>
                    </a:solidFill>
                  </a:rPr>
                  <a:t> LOS. </a:t>
                </a:r>
                <a:endParaRPr lang="en-US" sz="2800" u="sng" dirty="0">
                  <a:solidFill>
                    <a:srgbClr val="002060"/>
                  </a:solidFill>
                </a:endParaRPr>
              </a:p>
            </p:txBody>
          </p:sp>
        </mc:Choice>
        <mc:Fallback xmlns="">
          <p:sp>
            <p:nvSpPr>
              <p:cNvPr id="28" name="Rectangle 27">
                <a:extLst>
                  <a:ext uri="{FF2B5EF4-FFF2-40B4-BE49-F238E27FC236}">
                    <a16:creationId xmlns:a16="http://schemas.microsoft.com/office/drawing/2014/main" id="{F4E2777B-77FB-4A75-74A5-8E2738965F8E}"/>
                  </a:ext>
                </a:extLst>
              </p:cNvPr>
              <p:cNvSpPr>
                <a:spLocks noRot="1" noChangeAspect="1" noMove="1" noResize="1" noEditPoints="1" noAdjustHandles="1" noChangeArrowheads="1" noChangeShapeType="1" noTextEdit="1"/>
              </p:cNvSpPr>
              <p:nvPr/>
            </p:nvSpPr>
            <p:spPr>
              <a:xfrm>
                <a:off x="6834158" y="5406247"/>
                <a:ext cx="5357840" cy="954107"/>
              </a:xfrm>
              <a:prstGeom prst="rect">
                <a:avLst/>
              </a:prstGeom>
              <a:blipFill>
                <a:blip r:embed="rId14"/>
                <a:stretch>
                  <a:fillRect l="-2275" t="-7051" r="-2844" b="-17308"/>
                </a:stretch>
              </a:blipFill>
            </p:spPr>
            <p:txBody>
              <a:bodyPr/>
              <a:lstStyle/>
              <a:p>
                <a:r>
                  <a:rPr lang="en-IN">
                    <a:noFill/>
                  </a:rPr>
                  <a:t> </a:t>
                </a:r>
              </a:p>
            </p:txBody>
          </p:sp>
        </mc:Fallback>
      </mc:AlternateContent>
      <p:sp>
        <p:nvSpPr>
          <p:cNvPr id="6" name="Rectangle 5">
            <a:extLst>
              <a:ext uri="{FF2B5EF4-FFF2-40B4-BE49-F238E27FC236}">
                <a16:creationId xmlns:a16="http://schemas.microsoft.com/office/drawing/2014/main" id="{82C3A5F6-1C97-4B46-A247-349D1303C8C1}"/>
              </a:ext>
            </a:extLst>
          </p:cNvPr>
          <p:cNvSpPr/>
          <p:nvPr/>
        </p:nvSpPr>
        <p:spPr>
          <a:xfrm>
            <a:off x="2852164" y="1296399"/>
            <a:ext cx="2482254" cy="523220"/>
          </a:xfrm>
          <a:prstGeom prst="rect">
            <a:avLst/>
          </a:prstGeom>
        </p:spPr>
        <p:txBody>
          <a:bodyPr wrap="square">
            <a:spAutoFit/>
          </a:bodyPr>
          <a:lstStyle/>
          <a:p>
            <a:pPr lvl="0"/>
            <a:r>
              <a:rPr lang="en-US" sz="2800" dirty="0">
                <a:solidFill>
                  <a:srgbClr val="002060"/>
                </a:solidFill>
              </a:rPr>
              <a:t>(two tailed test)</a:t>
            </a:r>
            <a:r>
              <a:rPr lang="en-US" sz="2800" u="sng" dirty="0">
                <a:solidFill>
                  <a:srgbClr val="002060"/>
                </a:solidFill>
              </a:rPr>
              <a:t>  </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291617A-675C-7E88-C680-EE4084614983}"/>
                  </a:ext>
                </a:extLst>
              </p:cNvPr>
              <p:cNvSpPr txBox="1"/>
              <p:nvPr/>
            </p:nvSpPr>
            <p:spPr>
              <a:xfrm>
                <a:off x="-4375" y="3017381"/>
                <a:ext cx="4229099" cy="13722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b="1" smtClean="0">
                          <a:solidFill>
                            <a:srgbClr val="002060"/>
                          </a:solidFill>
                          <a:latin typeface="Cambria Math" panose="02040503050406030204" pitchFamily="18" charset="0"/>
                        </a:rPr>
                        <m:t>𝐙</m:t>
                      </m:r>
                      <m:r>
                        <a:rPr lang="en-IN" sz="2800" b="0" i="0">
                          <a:solidFill>
                            <a:srgbClr val="002060"/>
                          </a:solidFill>
                          <a:latin typeface="Cambria Math" panose="02040503050406030204" pitchFamily="18" charset="0"/>
                        </a:rPr>
                        <m:t>=</m:t>
                      </m:r>
                      <m:f>
                        <m:fPr>
                          <m:ctrlPr>
                            <a:rPr lang="en-IN" sz="2800" b="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m:t>
                          </m:r>
                          <m:sSub>
                            <m:sSubPr>
                              <m:ctrlPr>
                                <a:rPr lang="en-IN" sz="2800" b="0" i="1">
                                  <a:solidFill>
                                    <a:srgbClr val="002060"/>
                                  </a:solidFill>
                                  <a:latin typeface="Cambria Math" panose="02040503050406030204" pitchFamily="18" charset="0"/>
                                </a:rPr>
                              </m:ctrlPr>
                            </m:sSubPr>
                            <m:e>
                              <m:r>
                                <a:rPr lang="en-IN" sz="2800" b="1" i="0">
                                  <a:solidFill>
                                    <a:srgbClr val="002060"/>
                                  </a:solidFill>
                                  <a:latin typeface="Cambria Math" panose="02040503050406030204" pitchFamily="18" charset="0"/>
                                </a:rPr>
                                <m:t>𝐩</m:t>
                              </m:r>
                            </m:e>
                            <m:sub>
                              <m:r>
                                <a:rPr lang="en-IN" sz="2800" b="0" i="0">
                                  <a:solidFill>
                                    <a:srgbClr val="002060"/>
                                  </a:solidFill>
                                  <a:latin typeface="Cambria Math" panose="02040503050406030204" pitchFamily="18" charset="0"/>
                                </a:rPr>
                                <m:t>1</m:t>
                              </m:r>
                            </m:sub>
                          </m:sSub>
                          <m:r>
                            <a:rPr lang="en-IN" sz="2800" b="0" i="0">
                              <a:solidFill>
                                <a:srgbClr val="002060"/>
                              </a:solidFill>
                              <a:latin typeface="Cambria Math" panose="02040503050406030204" pitchFamily="18" charset="0"/>
                            </a:rPr>
                            <m:t>−</m:t>
                          </m:r>
                          <m:sSub>
                            <m:sSubPr>
                              <m:ctrlPr>
                                <a:rPr lang="en-IN" sz="2800" b="0" i="1">
                                  <a:solidFill>
                                    <a:srgbClr val="002060"/>
                                  </a:solidFill>
                                  <a:latin typeface="Cambria Math" panose="02040503050406030204" pitchFamily="18" charset="0"/>
                                </a:rPr>
                              </m:ctrlPr>
                            </m:sSubPr>
                            <m:e>
                              <m:r>
                                <a:rPr lang="en-IN" sz="2800" b="1" i="0">
                                  <a:solidFill>
                                    <a:srgbClr val="002060"/>
                                  </a:solidFill>
                                  <a:latin typeface="Cambria Math" panose="02040503050406030204" pitchFamily="18" charset="0"/>
                                </a:rPr>
                                <m:t>𝐩</m:t>
                              </m:r>
                            </m:e>
                            <m:sub>
                              <m:r>
                                <a:rPr lang="en-IN" sz="2800" b="0" i="0">
                                  <a:solidFill>
                                    <a:srgbClr val="002060"/>
                                  </a:solidFill>
                                  <a:latin typeface="Cambria Math" panose="02040503050406030204" pitchFamily="18" charset="0"/>
                                </a:rPr>
                                <m:t>2</m:t>
                              </m:r>
                            </m:sub>
                          </m:sSub>
                          <m:r>
                            <a:rPr lang="en-IN" sz="2800" b="0" i="0">
                              <a:solidFill>
                                <a:srgbClr val="002060"/>
                              </a:solidFill>
                              <a:latin typeface="Cambria Math" panose="02040503050406030204" pitchFamily="18" charset="0"/>
                            </a:rPr>
                            <m:t> </m:t>
                          </m:r>
                        </m:num>
                        <m:den>
                          <m:r>
                            <a:rPr lang="en-IN" sz="2800" b="0" i="0">
                              <a:solidFill>
                                <a:srgbClr val="002060"/>
                              </a:solidFill>
                              <a:latin typeface="Cambria Math" panose="02040503050406030204" pitchFamily="18" charset="0"/>
                            </a:rPr>
                            <m:t>  </m:t>
                          </m:r>
                          <m:rad>
                            <m:radPr>
                              <m:degHide m:val="on"/>
                              <m:ctrlPr>
                                <a:rPr lang="en-IN" sz="2800" b="0" i="1">
                                  <a:solidFill>
                                    <a:srgbClr val="002060"/>
                                  </a:solidFill>
                                  <a:latin typeface="Cambria Math" panose="02040503050406030204" pitchFamily="18" charset="0"/>
                                </a:rPr>
                              </m:ctrlPr>
                            </m:radPr>
                            <m:deg/>
                            <m:e>
                              <m:r>
                                <a:rPr lang="en-IN" sz="2800" b="1" i="0">
                                  <a:solidFill>
                                    <a:srgbClr val="002060"/>
                                  </a:solidFill>
                                  <a:latin typeface="Cambria Math" panose="02040503050406030204" pitchFamily="18" charset="0"/>
                                </a:rPr>
                                <m:t>𝐩𝐪</m:t>
                              </m:r>
                              <m:d>
                                <m:dPr>
                                  <m:ctrlPr>
                                    <a:rPr lang="en-IN" sz="2800" b="1" i="1">
                                      <a:solidFill>
                                        <a:srgbClr val="002060"/>
                                      </a:solidFill>
                                      <a:latin typeface="Cambria Math" panose="02040503050406030204" pitchFamily="18" charset="0"/>
                                    </a:rPr>
                                  </m:ctrlPr>
                                </m:dPr>
                                <m:e>
                                  <m:f>
                                    <m:fPr>
                                      <m:ctrlPr>
                                        <a:rPr lang="en-IN" sz="2800" b="1"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1 </m:t>
                                      </m:r>
                                    </m:num>
                                    <m:den>
                                      <m:sSub>
                                        <m:sSubPr>
                                          <m:ctrlPr>
                                            <a:rPr lang="en-IN" sz="2800" b="0" i="1">
                                              <a:solidFill>
                                                <a:srgbClr val="002060"/>
                                              </a:solidFill>
                                              <a:latin typeface="Cambria Math" panose="02040503050406030204" pitchFamily="18" charset="0"/>
                                            </a:rPr>
                                          </m:ctrlPr>
                                        </m:sSubPr>
                                        <m:e>
                                          <m:r>
                                            <a:rPr lang="en-IN" sz="2800" b="0" i="0">
                                              <a:solidFill>
                                                <a:srgbClr val="002060"/>
                                              </a:solidFill>
                                              <a:latin typeface="Cambria Math" panose="02040503050406030204" pitchFamily="18" charset="0"/>
                                            </a:rPr>
                                            <m:t> </m:t>
                                          </m:r>
                                          <m:r>
                                            <a:rPr lang="en-IN" sz="2800" b="1" i="0">
                                              <a:solidFill>
                                                <a:srgbClr val="002060"/>
                                              </a:solidFill>
                                              <a:latin typeface="Cambria Math" panose="02040503050406030204" pitchFamily="18" charset="0"/>
                                            </a:rPr>
                                            <m:t>𝐧</m:t>
                                          </m:r>
                                        </m:e>
                                        <m:sub>
                                          <m:r>
                                            <a:rPr lang="en-IN" sz="2800" b="0" i="0">
                                              <a:solidFill>
                                                <a:srgbClr val="002060"/>
                                              </a:solidFill>
                                              <a:latin typeface="Cambria Math" panose="02040503050406030204" pitchFamily="18" charset="0"/>
                                            </a:rPr>
                                            <m:t>1 </m:t>
                                          </m:r>
                                        </m:sub>
                                      </m:sSub>
                                    </m:den>
                                  </m:f>
                                  <m:r>
                                    <a:rPr lang="en-IN" sz="2800" b="0" i="0">
                                      <a:solidFill>
                                        <a:srgbClr val="002060"/>
                                      </a:solidFill>
                                      <a:latin typeface="Cambria Math" panose="02040503050406030204" pitchFamily="18" charset="0"/>
                                    </a:rPr>
                                    <m:t>+</m:t>
                                  </m:r>
                                  <m:f>
                                    <m:fPr>
                                      <m:ctrlPr>
                                        <a:rPr lang="en-IN" sz="2800" b="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1 </m:t>
                                      </m:r>
                                    </m:num>
                                    <m:den>
                                      <m:sSub>
                                        <m:sSubPr>
                                          <m:ctrlPr>
                                            <a:rPr lang="en-IN" sz="2800" b="0" i="1">
                                              <a:solidFill>
                                                <a:srgbClr val="002060"/>
                                              </a:solidFill>
                                              <a:latin typeface="Cambria Math" panose="02040503050406030204" pitchFamily="18" charset="0"/>
                                            </a:rPr>
                                          </m:ctrlPr>
                                        </m:sSubPr>
                                        <m:e>
                                          <m:r>
                                            <a:rPr lang="en-IN" sz="2800" b="0" i="0">
                                              <a:solidFill>
                                                <a:srgbClr val="002060"/>
                                              </a:solidFill>
                                              <a:latin typeface="Cambria Math" panose="02040503050406030204" pitchFamily="18" charset="0"/>
                                            </a:rPr>
                                            <m:t> </m:t>
                                          </m:r>
                                          <m:r>
                                            <a:rPr lang="en-IN" sz="2800" b="1" i="0">
                                              <a:solidFill>
                                                <a:srgbClr val="002060"/>
                                              </a:solidFill>
                                              <a:latin typeface="Cambria Math" panose="02040503050406030204" pitchFamily="18" charset="0"/>
                                            </a:rPr>
                                            <m:t>𝐧</m:t>
                                          </m:r>
                                        </m:e>
                                        <m:sub>
                                          <m:r>
                                            <a:rPr lang="en-IN" sz="2800" b="0" i="0">
                                              <a:solidFill>
                                                <a:srgbClr val="002060"/>
                                              </a:solidFill>
                                              <a:latin typeface="Cambria Math" panose="02040503050406030204" pitchFamily="18" charset="0"/>
                                            </a:rPr>
                                            <m:t>2 </m:t>
                                          </m:r>
                                        </m:sub>
                                      </m:sSub>
                                    </m:den>
                                  </m:f>
                                </m:e>
                              </m:d>
                              <m:r>
                                <a:rPr lang="en-IN" sz="2800" b="0" i="0">
                                  <a:solidFill>
                                    <a:srgbClr val="002060"/>
                                  </a:solidFill>
                                  <a:latin typeface="Cambria Math" panose="02040503050406030204" pitchFamily="18" charset="0"/>
                                </a:rPr>
                                <m:t> </m:t>
                              </m:r>
                            </m:e>
                          </m:rad>
                          <m:r>
                            <a:rPr lang="en-IN" sz="2800" b="0" i="0">
                              <a:solidFill>
                                <a:srgbClr val="002060"/>
                              </a:solidFill>
                              <a:latin typeface="Cambria Math" panose="02040503050406030204" pitchFamily="18" charset="0"/>
                            </a:rPr>
                            <m:t>  </m:t>
                          </m:r>
                        </m:den>
                      </m:f>
                    </m:oMath>
                  </m:oMathPara>
                </a14:m>
                <a:endParaRPr lang="en-IN" sz="2800" dirty="0">
                  <a:solidFill>
                    <a:srgbClr val="002060"/>
                  </a:solidFill>
                </a:endParaRPr>
              </a:p>
            </p:txBody>
          </p:sp>
        </mc:Choice>
        <mc:Fallback xmlns="">
          <p:sp>
            <p:nvSpPr>
              <p:cNvPr id="7" name="TextBox 6">
                <a:extLst>
                  <a:ext uri="{FF2B5EF4-FFF2-40B4-BE49-F238E27FC236}">
                    <a16:creationId xmlns:a16="http://schemas.microsoft.com/office/drawing/2014/main" id="{183DBCCD-2B00-508B-6266-5A7C95F5DED4}"/>
                  </a:ext>
                </a:extLst>
              </p:cNvPr>
              <p:cNvSpPr txBox="1">
                <a:spLocks noRot="1" noChangeAspect="1" noMove="1" noResize="1" noEditPoints="1" noAdjustHandles="1" noChangeArrowheads="1" noChangeShapeType="1" noTextEdit="1"/>
              </p:cNvSpPr>
              <p:nvPr/>
            </p:nvSpPr>
            <p:spPr>
              <a:xfrm>
                <a:off x="-4375" y="3017381"/>
                <a:ext cx="4229099" cy="1372299"/>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FF6BA5B4-82C7-2AD4-FCED-810E6DAC50A5}"/>
                  </a:ext>
                </a:extLst>
              </p:cNvPr>
              <p:cNvSpPr txBox="1"/>
              <p:nvPr/>
            </p:nvSpPr>
            <p:spPr>
              <a:xfrm>
                <a:off x="146772" y="4520234"/>
                <a:ext cx="3028840" cy="94545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IN" sz="2800" b="0" i="0">
                          <a:solidFill>
                            <a:srgbClr val="002060"/>
                          </a:solidFill>
                          <a:latin typeface="Cambria Math" panose="02040503050406030204" pitchFamily="18" charset="0"/>
                        </a:rPr>
                        <m:t>p</m:t>
                      </m:r>
                      <m:r>
                        <a:rPr lang="en-IN" sz="2800" b="0" i="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m:t>
                          </m:r>
                          <m:sSub>
                            <m:sSubPr>
                              <m:ctrlPr>
                                <a:rPr lang="en-IN" sz="2800" i="1">
                                  <a:solidFill>
                                    <a:srgbClr val="002060"/>
                                  </a:solidFill>
                                  <a:latin typeface="Cambria Math" panose="02040503050406030204" pitchFamily="18" charset="0"/>
                                </a:rPr>
                              </m:ctrlPr>
                            </m:sSubPr>
                            <m:e>
                              <m:r>
                                <m:rPr>
                                  <m:sty m:val="p"/>
                                </m:rPr>
                                <a:rPr lang="en-IN" sz="2800" b="0" i="0">
                                  <a:solidFill>
                                    <a:srgbClr val="002060"/>
                                  </a:solidFill>
                                  <a:latin typeface="Cambria Math" panose="02040503050406030204" pitchFamily="18" charset="0"/>
                                </a:rPr>
                                <m:t>n</m:t>
                              </m:r>
                            </m:e>
                            <m:sub>
                              <m:r>
                                <a:rPr lang="en-IN" sz="2800" b="0" i="0">
                                  <a:solidFill>
                                    <a:srgbClr val="002060"/>
                                  </a:solidFill>
                                  <a:latin typeface="Cambria Math" panose="02040503050406030204" pitchFamily="18" charset="0"/>
                                </a:rPr>
                                <m:t>1</m:t>
                              </m:r>
                            </m:sub>
                          </m:sSub>
                          <m:sSub>
                            <m:sSubPr>
                              <m:ctrlPr>
                                <a:rPr lang="en-IN" sz="2800" i="1">
                                  <a:solidFill>
                                    <a:srgbClr val="002060"/>
                                  </a:solidFill>
                                  <a:latin typeface="Cambria Math" panose="02040503050406030204" pitchFamily="18" charset="0"/>
                                </a:rPr>
                              </m:ctrlPr>
                            </m:sSubPr>
                            <m:e>
                              <m:r>
                                <m:rPr>
                                  <m:sty m:val="p"/>
                                </m:rPr>
                                <a:rPr lang="en-IN" sz="2800" b="0" i="0">
                                  <a:solidFill>
                                    <a:srgbClr val="002060"/>
                                  </a:solidFill>
                                  <a:latin typeface="Cambria Math" panose="02040503050406030204" pitchFamily="18" charset="0"/>
                                </a:rPr>
                                <m:t>p</m:t>
                              </m:r>
                            </m:e>
                            <m:sub>
                              <m:r>
                                <a:rPr lang="en-IN" sz="2800" b="0" i="0">
                                  <a:solidFill>
                                    <a:srgbClr val="002060"/>
                                  </a:solidFill>
                                  <a:latin typeface="Cambria Math" panose="02040503050406030204" pitchFamily="18" charset="0"/>
                                </a:rPr>
                                <m:t>1</m:t>
                              </m:r>
                            </m:sub>
                          </m:sSub>
                          <m:r>
                            <a:rPr lang="en-IN" sz="2800" b="0" i="0">
                              <a:solidFill>
                                <a:srgbClr val="002060"/>
                              </a:solidFill>
                              <a:latin typeface="Cambria Math" panose="02040503050406030204" pitchFamily="18" charset="0"/>
                            </a:rPr>
                            <m:t>+</m:t>
                          </m:r>
                          <m:sSub>
                            <m:sSubPr>
                              <m:ctrlPr>
                                <a:rPr lang="en-IN" sz="2800" i="1">
                                  <a:solidFill>
                                    <a:srgbClr val="002060"/>
                                  </a:solidFill>
                                  <a:latin typeface="Cambria Math" panose="02040503050406030204" pitchFamily="18" charset="0"/>
                                </a:rPr>
                              </m:ctrlPr>
                            </m:sSubPr>
                            <m:e>
                              <m:r>
                                <m:rPr>
                                  <m:sty m:val="p"/>
                                </m:rPr>
                                <a:rPr lang="en-IN" sz="2800" b="0" i="0">
                                  <a:solidFill>
                                    <a:srgbClr val="002060"/>
                                  </a:solidFill>
                                  <a:latin typeface="Cambria Math" panose="02040503050406030204" pitchFamily="18" charset="0"/>
                                </a:rPr>
                                <m:t>n</m:t>
                              </m:r>
                            </m:e>
                            <m:sub>
                              <m:r>
                                <a:rPr lang="en-IN" sz="2800" b="0" i="0">
                                  <a:solidFill>
                                    <a:srgbClr val="002060"/>
                                  </a:solidFill>
                                  <a:latin typeface="Cambria Math" panose="02040503050406030204" pitchFamily="18" charset="0"/>
                                </a:rPr>
                                <m:t>2</m:t>
                              </m:r>
                            </m:sub>
                          </m:sSub>
                          <m:sSub>
                            <m:sSubPr>
                              <m:ctrlPr>
                                <a:rPr lang="en-IN" sz="2800" i="1">
                                  <a:solidFill>
                                    <a:srgbClr val="002060"/>
                                  </a:solidFill>
                                  <a:latin typeface="Cambria Math" panose="02040503050406030204" pitchFamily="18" charset="0"/>
                                </a:rPr>
                              </m:ctrlPr>
                            </m:sSubPr>
                            <m:e>
                              <m:r>
                                <m:rPr>
                                  <m:sty m:val="p"/>
                                </m:rPr>
                                <a:rPr lang="en-IN" sz="2800" b="0" i="0">
                                  <a:solidFill>
                                    <a:srgbClr val="002060"/>
                                  </a:solidFill>
                                  <a:latin typeface="Cambria Math" panose="02040503050406030204" pitchFamily="18" charset="0"/>
                                </a:rPr>
                                <m:t>p</m:t>
                              </m:r>
                            </m:e>
                            <m:sub>
                              <m:r>
                                <a:rPr lang="en-IN" sz="2800" b="0" i="0">
                                  <a:solidFill>
                                    <a:srgbClr val="002060"/>
                                  </a:solidFill>
                                  <a:latin typeface="Cambria Math" panose="02040503050406030204" pitchFamily="18" charset="0"/>
                                </a:rPr>
                                <m:t>2</m:t>
                              </m:r>
                            </m:sub>
                          </m:sSub>
                          <m:r>
                            <a:rPr lang="en-IN" sz="2800" b="0" i="0">
                              <a:solidFill>
                                <a:srgbClr val="002060"/>
                              </a:solidFill>
                              <a:latin typeface="Cambria Math" panose="02040503050406030204" pitchFamily="18" charset="0"/>
                            </a:rPr>
                            <m:t> </m:t>
                          </m:r>
                        </m:num>
                        <m:den>
                          <m:r>
                            <a:rPr lang="en-IN" sz="2800" b="0" i="0">
                              <a:solidFill>
                                <a:srgbClr val="002060"/>
                              </a:solidFill>
                              <a:latin typeface="Cambria Math" panose="02040503050406030204" pitchFamily="18" charset="0"/>
                            </a:rPr>
                            <m:t> </m:t>
                          </m:r>
                          <m:sSub>
                            <m:sSubPr>
                              <m:ctrlPr>
                                <a:rPr lang="en-IN" sz="2800" i="1">
                                  <a:solidFill>
                                    <a:srgbClr val="002060"/>
                                  </a:solidFill>
                                  <a:latin typeface="Cambria Math" panose="02040503050406030204" pitchFamily="18" charset="0"/>
                                </a:rPr>
                              </m:ctrlPr>
                            </m:sSubPr>
                            <m:e>
                              <m:r>
                                <m:rPr>
                                  <m:sty m:val="p"/>
                                </m:rPr>
                                <a:rPr lang="en-IN" sz="2800" b="0" i="0">
                                  <a:solidFill>
                                    <a:srgbClr val="002060"/>
                                  </a:solidFill>
                                  <a:latin typeface="Cambria Math" panose="02040503050406030204" pitchFamily="18" charset="0"/>
                                </a:rPr>
                                <m:t>n</m:t>
                              </m:r>
                            </m:e>
                            <m:sub>
                              <m:r>
                                <a:rPr lang="en-IN" sz="2800" b="0" i="0">
                                  <a:solidFill>
                                    <a:srgbClr val="002060"/>
                                  </a:solidFill>
                                  <a:latin typeface="Cambria Math" panose="02040503050406030204" pitchFamily="18" charset="0"/>
                                </a:rPr>
                                <m:t>1</m:t>
                              </m:r>
                            </m:sub>
                          </m:sSub>
                          <m:r>
                            <a:rPr lang="en-IN" sz="2800" b="0" i="0">
                              <a:solidFill>
                                <a:srgbClr val="002060"/>
                              </a:solidFill>
                              <a:latin typeface="Cambria Math" panose="02040503050406030204" pitchFamily="18" charset="0"/>
                            </a:rPr>
                            <m:t>+</m:t>
                          </m:r>
                          <m:sSub>
                            <m:sSubPr>
                              <m:ctrlPr>
                                <a:rPr lang="en-IN" sz="2800" i="1">
                                  <a:solidFill>
                                    <a:srgbClr val="002060"/>
                                  </a:solidFill>
                                  <a:latin typeface="Cambria Math" panose="02040503050406030204" pitchFamily="18" charset="0"/>
                                </a:rPr>
                              </m:ctrlPr>
                            </m:sSubPr>
                            <m:e>
                              <m:r>
                                <m:rPr>
                                  <m:sty m:val="p"/>
                                </m:rPr>
                                <a:rPr lang="en-IN" sz="2800" b="0" i="0">
                                  <a:solidFill>
                                    <a:srgbClr val="002060"/>
                                  </a:solidFill>
                                  <a:latin typeface="Cambria Math" panose="02040503050406030204" pitchFamily="18" charset="0"/>
                                </a:rPr>
                                <m:t>n</m:t>
                              </m:r>
                            </m:e>
                            <m:sub>
                              <m:r>
                                <a:rPr lang="en-IN" sz="2800" b="0" i="0">
                                  <a:solidFill>
                                    <a:srgbClr val="002060"/>
                                  </a:solidFill>
                                  <a:latin typeface="Cambria Math" panose="02040503050406030204" pitchFamily="18" charset="0"/>
                                </a:rPr>
                                <m:t>2</m:t>
                              </m:r>
                            </m:sub>
                          </m:sSub>
                          <m:r>
                            <a:rPr lang="en-IN" sz="2800" b="0" i="0">
                              <a:solidFill>
                                <a:srgbClr val="002060"/>
                              </a:solidFill>
                              <a:latin typeface="Cambria Math" panose="02040503050406030204" pitchFamily="18" charset="0"/>
                            </a:rPr>
                            <m:t> </m:t>
                          </m:r>
                        </m:den>
                      </m:f>
                      <m:r>
                        <a:rPr lang="en-IN" sz="2800" b="0" i="0">
                          <a:solidFill>
                            <a:srgbClr val="002060"/>
                          </a:solidFill>
                          <a:latin typeface="Cambria Math" panose="02040503050406030204" pitchFamily="18" charset="0"/>
                        </a:rPr>
                        <m:t> </m:t>
                      </m:r>
                    </m:oMath>
                  </m:oMathPara>
                </a14:m>
                <a:endParaRPr lang="en-IN" sz="2800" i="0" dirty="0">
                  <a:solidFill>
                    <a:srgbClr val="002060"/>
                  </a:solidFill>
                  <a:latin typeface="Cambria Math" panose="02040503050406030204" pitchFamily="18" charset="0"/>
                </a:endParaRPr>
              </a:p>
            </p:txBody>
          </p:sp>
        </mc:Choice>
        <mc:Fallback xmlns="">
          <p:sp>
            <p:nvSpPr>
              <p:cNvPr id="20" name="TextBox 19">
                <a:extLst>
                  <a:ext uri="{FF2B5EF4-FFF2-40B4-BE49-F238E27FC236}">
                    <a16:creationId xmlns:a16="http://schemas.microsoft.com/office/drawing/2014/main" id="{CC6E6FBA-4AA8-A42A-EF60-C2659711D6B7}"/>
                  </a:ext>
                </a:extLst>
              </p:cNvPr>
              <p:cNvSpPr txBox="1">
                <a:spLocks noRot="1" noChangeAspect="1" noMove="1" noResize="1" noEditPoints="1" noAdjustHandles="1" noChangeArrowheads="1" noChangeShapeType="1" noTextEdit="1"/>
              </p:cNvSpPr>
              <p:nvPr/>
            </p:nvSpPr>
            <p:spPr>
              <a:xfrm>
                <a:off x="146772" y="4520234"/>
                <a:ext cx="3028840" cy="945452"/>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A1BBB8B-56B7-0BA9-60E3-17E97262570D}"/>
                  </a:ext>
                </a:extLst>
              </p:cNvPr>
              <p:cNvSpPr txBox="1"/>
              <p:nvPr/>
            </p:nvSpPr>
            <p:spPr>
              <a:xfrm>
                <a:off x="316963" y="5610906"/>
                <a:ext cx="5226583" cy="85619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500" b="0" i="0" smtClean="0">
                          <a:solidFill>
                            <a:srgbClr val="002060"/>
                          </a:solidFill>
                          <a:latin typeface="Cambria Math" panose="02040503050406030204" pitchFamily="18" charset="0"/>
                        </a:rPr>
                        <m:t>=</m:t>
                      </m:r>
                      <m:f>
                        <m:fPr>
                          <m:ctrlPr>
                            <a:rPr lang="en-IN" sz="2500" i="1">
                              <a:solidFill>
                                <a:srgbClr val="002060"/>
                              </a:solidFill>
                              <a:latin typeface="Cambria Math" panose="02040503050406030204" pitchFamily="18" charset="0"/>
                            </a:rPr>
                          </m:ctrlPr>
                        </m:fPr>
                        <m:num>
                          <m:r>
                            <a:rPr lang="en-IN" sz="2500" b="0" i="0">
                              <a:solidFill>
                                <a:srgbClr val="002060"/>
                              </a:solidFill>
                              <a:latin typeface="Cambria Math" panose="02040503050406030204" pitchFamily="18" charset="0"/>
                            </a:rPr>
                            <m:t> </m:t>
                          </m:r>
                          <m:d>
                            <m:dPr>
                              <m:ctrlPr>
                                <a:rPr lang="en-IN" sz="2500" b="0" i="1" smtClean="0">
                                  <a:solidFill>
                                    <a:srgbClr val="002060"/>
                                  </a:solidFill>
                                  <a:latin typeface="Cambria Math" panose="02040503050406030204" pitchFamily="18" charset="0"/>
                                </a:rPr>
                              </m:ctrlPr>
                            </m:dPr>
                            <m:e>
                              <m:r>
                                <a:rPr lang="en-IN" sz="2500" b="0" i="1" smtClean="0">
                                  <a:solidFill>
                                    <a:srgbClr val="002060"/>
                                  </a:solidFill>
                                  <a:latin typeface="Cambria Math" panose="02040503050406030204" pitchFamily="18" charset="0"/>
                                </a:rPr>
                                <m:t>4</m:t>
                              </m:r>
                              <m:r>
                                <a:rPr lang="en-US" sz="2500" b="0" i="1" smtClean="0">
                                  <a:solidFill>
                                    <a:srgbClr val="002060"/>
                                  </a:solidFill>
                                  <a:latin typeface="Cambria Math" panose="02040503050406030204" pitchFamily="18" charset="0"/>
                                </a:rPr>
                                <m:t>00</m:t>
                              </m:r>
                            </m:e>
                          </m:d>
                          <m:d>
                            <m:dPr>
                              <m:ctrlPr>
                                <a:rPr lang="en-IN" sz="2500" i="1">
                                  <a:solidFill>
                                    <a:srgbClr val="002060"/>
                                  </a:solidFill>
                                  <a:latin typeface="Cambria Math" panose="02040503050406030204" pitchFamily="18" charset="0"/>
                                </a:rPr>
                              </m:ctrlPr>
                            </m:dPr>
                            <m:e>
                              <m:r>
                                <a:rPr lang="en-US" sz="2500" b="0" i="1" smtClean="0">
                                  <a:solidFill>
                                    <a:srgbClr val="002060"/>
                                  </a:solidFill>
                                  <a:latin typeface="Cambria Math" panose="02040503050406030204" pitchFamily="18" charset="0"/>
                                </a:rPr>
                                <m:t>0.</m:t>
                              </m:r>
                              <m:r>
                                <a:rPr lang="en-IN" sz="2500" b="0" i="1" smtClean="0">
                                  <a:solidFill>
                                    <a:srgbClr val="002060"/>
                                  </a:solidFill>
                                  <a:latin typeface="Cambria Math" panose="02040503050406030204" pitchFamily="18" charset="0"/>
                                </a:rPr>
                                <m:t>5</m:t>
                              </m:r>
                            </m:e>
                          </m:d>
                          <m:r>
                            <a:rPr lang="en-IN" sz="2500" b="0" i="0">
                              <a:solidFill>
                                <a:srgbClr val="002060"/>
                              </a:solidFill>
                              <a:latin typeface="Cambria Math" panose="02040503050406030204" pitchFamily="18" charset="0"/>
                            </a:rPr>
                            <m:t>+</m:t>
                          </m:r>
                          <m:d>
                            <m:dPr>
                              <m:ctrlPr>
                                <a:rPr lang="en-IN" sz="2500" i="1">
                                  <a:solidFill>
                                    <a:srgbClr val="002060"/>
                                  </a:solidFill>
                                  <a:latin typeface="Cambria Math" panose="02040503050406030204" pitchFamily="18" charset="0"/>
                                </a:rPr>
                              </m:ctrlPr>
                            </m:dPr>
                            <m:e>
                              <m:r>
                                <a:rPr lang="en-IN" sz="2500" b="0" i="1" smtClean="0">
                                  <a:solidFill>
                                    <a:srgbClr val="002060"/>
                                  </a:solidFill>
                                  <a:latin typeface="Cambria Math" panose="02040503050406030204" pitchFamily="18" charset="0"/>
                                </a:rPr>
                                <m:t>600</m:t>
                              </m:r>
                            </m:e>
                          </m:d>
                          <m:d>
                            <m:dPr>
                              <m:ctrlPr>
                                <a:rPr lang="en-IN" sz="2500" i="1">
                                  <a:solidFill>
                                    <a:srgbClr val="002060"/>
                                  </a:solidFill>
                                  <a:latin typeface="Cambria Math" panose="02040503050406030204" pitchFamily="18" charset="0"/>
                                </a:rPr>
                              </m:ctrlPr>
                            </m:dPr>
                            <m:e>
                              <m:r>
                                <a:rPr lang="en-IN" sz="2400" i="1">
                                  <a:solidFill>
                                    <a:srgbClr val="002060"/>
                                  </a:solidFill>
                                  <a:latin typeface="Cambria Math" panose="02040503050406030204" pitchFamily="18" charset="0"/>
                                </a:rPr>
                                <m:t>0.5416</m:t>
                              </m:r>
                            </m:e>
                          </m:d>
                        </m:num>
                        <m:den>
                          <m:r>
                            <a:rPr lang="en-IN" sz="2500" b="0" i="0">
                              <a:solidFill>
                                <a:srgbClr val="002060"/>
                              </a:solidFill>
                              <a:latin typeface="Cambria Math" panose="02040503050406030204" pitchFamily="18" charset="0"/>
                            </a:rPr>
                            <m:t> </m:t>
                          </m:r>
                          <m:r>
                            <a:rPr lang="en-IN" sz="2500" b="0" i="1" smtClean="0">
                              <a:solidFill>
                                <a:srgbClr val="002060"/>
                              </a:solidFill>
                              <a:latin typeface="Cambria Math" panose="02040503050406030204" pitchFamily="18" charset="0"/>
                            </a:rPr>
                            <m:t>400</m:t>
                          </m:r>
                          <m:r>
                            <a:rPr lang="en-IN" sz="2500" b="0" i="0">
                              <a:solidFill>
                                <a:srgbClr val="002060"/>
                              </a:solidFill>
                              <a:latin typeface="Cambria Math" panose="02040503050406030204" pitchFamily="18" charset="0"/>
                            </a:rPr>
                            <m:t>+</m:t>
                          </m:r>
                          <m:r>
                            <a:rPr lang="en-IN" sz="2500" i="1" smtClean="0">
                              <a:solidFill>
                                <a:srgbClr val="002060"/>
                              </a:solidFill>
                              <a:latin typeface="Cambria Math" panose="02040503050406030204" pitchFamily="18" charset="0"/>
                            </a:rPr>
                            <m:t>6</m:t>
                          </m:r>
                          <m:r>
                            <a:rPr lang="en-IN" sz="2500" b="0" i="1" smtClean="0">
                              <a:solidFill>
                                <a:srgbClr val="002060"/>
                              </a:solidFill>
                              <a:latin typeface="Cambria Math" panose="02040503050406030204" pitchFamily="18" charset="0"/>
                            </a:rPr>
                            <m:t>00</m:t>
                          </m:r>
                          <m:r>
                            <a:rPr lang="en-IN" sz="2500" b="0" i="0">
                              <a:solidFill>
                                <a:srgbClr val="002060"/>
                              </a:solidFill>
                              <a:latin typeface="Cambria Math" panose="02040503050406030204" pitchFamily="18" charset="0"/>
                            </a:rPr>
                            <m:t> </m:t>
                          </m:r>
                        </m:den>
                      </m:f>
                      <m:r>
                        <a:rPr lang="en-IN" sz="2500" b="0" i="0">
                          <a:solidFill>
                            <a:srgbClr val="002060"/>
                          </a:solidFill>
                          <a:latin typeface="Cambria Math" panose="02040503050406030204" pitchFamily="18" charset="0"/>
                        </a:rPr>
                        <m:t> </m:t>
                      </m:r>
                    </m:oMath>
                  </m:oMathPara>
                </a14:m>
                <a:endParaRPr lang="en-IN" sz="2500" i="0" dirty="0">
                  <a:solidFill>
                    <a:srgbClr val="002060"/>
                  </a:solidFill>
                  <a:latin typeface="Cambria Math" panose="02040503050406030204" pitchFamily="18" charset="0"/>
                </a:endParaRPr>
              </a:p>
            </p:txBody>
          </p:sp>
        </mc:Choice>
        <mc:Fallback xmlns="">
          <p:sp>
            <p:nvSpPr>
              <p:cNvPr id="22" name="TextBox 21">
                <a:extLst>
                  <a:ext uri="{FF2B5EF4-FFF2-40B4-BE49-F238E27FC236}">
                    <a16:creationId xmlns:a16="http://schemas.microsoft.com/office/drawing/2014/main" id="{3A1BBB8B-56B7-0BA9-60E3-17E97262570D}"/>
                  </a:ext>
                </a:extLst>
              </p:cNvPr>
              <p:cNvSpPr txBox="1">
                <a:spLocks noRot="1" noChangeAspect="1" noMove="1" noResize="1" noEditPoints="1" noAdjustHandles="1" noChangeArrowheads="1" noChangeShapeType="1" noTextEdit="1"/>
              </p:cNvSpPr>
              <p:nvPr/>
            </p:nvSpPr>
            <p:spPr>
              <a:xfrm>
                <a:off x="316963" y="5610906"/>
                <a:ext cx="5226583" cy="856196"/>
              </a:xfrm>
              <a:prstGeom prst="rect">
                <a:avLst/>
              </a:prstGeom>
              <a:blipFill>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1F872A79-C4FD-597D-ED76-43B79ABA1DC0}"/>
                  </a:ext>
                </a:extLst>
              </p:cNvPr>
              <p:cNvSpPr/>
              <p:nvPr/>
            </p:nvSpPr>
            <p:spPr>
              <a:xfrm>
                <a:off x="5506326" y="744711"/>
                <a:ext cx="175721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2800" b="0" i="0" smtClean="0">
                          <a:solidFill>
                            <a:srgbClr val="002060"/>
                          </a:solidFill>
                          <a:latin typeface="Cambria Math" panose="02040503050406030204" pitchFamily="18" charset="0"/>
                        </a:rPr>
                        <m:t>q</m:t>
                      </m:r>
                      <m:r>
                        <a:rPr lang="en-IN" sz="2800" b="0" i="0" smtClean="0">
                          <a:solidFill>
                            <a:srgbClr val="002060"/>
                          </a:solidFill>
                          <a:latin typeface="Cambria Math" panose="02040503050406030204" pitchFamily="18" charset="0"/>
                        </a:rPr>
                        <m:t>=</m:t>
                      </m:r>
                      <m:r>
                        <a:rPr lang="en-US" sz="2800" b="0" i="0" smtClean="0">
                          <a:solidFill>
                            <a:srgbClr val="002060"/>
                          </a:solidFill>
                          <a:latin typeface="Cambria Math" panose="02040503050406030204" pitchFamily="18" charset="0"/>
                        </a:rPr>
                        <m:t>1−</m:t>
                      </m:r>
                      <m:r>
                        <m:rPr>
                          <m:sty m:val="p"/>
                        </m:rPr>
                        <a:rPr lang="en-US" sz="2800" b="0" i="0" smtClean="0">
                          <a:solidFill>
                            <a:srgbClr val="002060"/>
                          </a:solidFill>
                          <a:latin typeface="Cambria Math" panose="02040503050406030204" pitchFamily="18" charset="0"/>
                        </a:rPr>
                        <m:t>p</m:t>
                      </m:r>
                    </m:oMath>
                  </m:oMathPara>
                </a14:m>
                <a:endParaRPr lang="en-US" sz="2800" dirty="0">
                  <a:solidFill>
                    <a:srgbClr val="002060"/>
                  </a:solidFill>
                </a:endParaRPr>
              </a:p>
            </p:txBody>
          </p:sp>
        </mc:Choice>
        <mc:Fallback xmlns="">
          <p:sp>
            <p:nvSpPr>
              <p:cNvPr id="25" name="Rectangle 24">
                <a:extLst>
                  <a:ext uri="{FF2B5EF4-FFF2-40B4-BE49-F238E27FC236}">
                    <a16:creationId xmlns:a16="http://schemas.microsoft.com/office/drawing/2014/main" id="{435D03A7-2773-6B7D-AA0C-710DA3FEF439}"/>
                  </a:ext>
                </a:extLst>
              </p:cNvPr>
              <p:cNvSpPr>
                <a:spLocks noRot="1" noChangeAspect="1" noMove="1" noResize="1" noEditPoints="1" noAdjustHandles="1" noChangeArrowheads="1" noChangeShapeType="1" noTextEdit="1"/>
              </p:cNvSpPr>
              <p:nvPr/>
            </p:nvSpPr>
            <p:spPr>
              <a:xfrm>
                <a:off x="5506326" y="744711"/>
                <a:ext cx="1757212" cy="523220"/>
              </a:xfrm>
              <a:prstGeom prst="rect">
                <a:avLst/>
              </a:prstGeom>
              <a:blipFill>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9031D1E9-B4DD-2BCE-8FFB-1CF29E90FDCB}"/>
                  </a:ext>
                </a:extLst>
              </p:cNvPr>
              <p:cNvSpPr txBox="1"/>
              <p:nvPr/>
            </p:nvSpPr>
            <p:spPr>
              <a:xfrm>
                <a:off x="7032632" y="767033"/>
                <a:ext cx="2158801"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i="1" smtClean="0">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1−0.</m:t>
                      </m:r>
                      <m:r>
                        <a:rPr lang="en-IN" sz="2800" b="0" i="1" smtClean="0">
                          <a:solidFill>
                            <a:srgbClr val="002060"/>
                          </a:solidFill>
                          <a:latin typeface="Cambria Math" panose="02040503050406030204" pitchFamily="18" charset="0"/>
                        </a:rPr>
                        <m:t>525</m:t>
                      </m:r>
                    </m:oMath>
                  </m:oMathPara>
                </a14:m>
                <a:endParaRPr lang="en-IN" sz="2800" dirty="0"/>
              </a:p>
            </p:txBody>
          </p:sp>
        </mc:Choice>
        <mc:Fallback xmlns="">
          <p:sp>
            <p:nvSpPr>
              <p:cNvPr id="29" name="TextBox 28">
                <a:extLst>
                  <a:ext uri="{FF2B5EF4-FFF2-40B4-BE49-F238E27FC236}">
                    <a16:creationId xmlns:a16="http://schemas.microsoft.com/office/drawing/2014/main" id="{9031D1E9-B4DD-2BCE-8FFB-1CF29E90FDCB}"/>
                  </a:ext>
                </a:extLst>
              </p:cNvPr>
              <p:cNvSpPr txBox="1">
                <a:spLocks noRot="1" noChangeAspect="1" noMove="1" noResize="1" noEditPoints="1" noAdjustHandles="1" noChangeArrowheads="1" noChangeShapeType="1" noTextEdit="1"/>
              </p:cNvSpPr>
              <p:nvPr/>
            </p:nvSpPr>
            <p:spPr>
              <a:xfrm>
                <a:off x="7032632" y="767033"/>
                <a:ext cx="2158801" cy="523220"/>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59228CBB-D970-6DA7-266F-C7503FF1D8B2}"/>
                  </a:ext>
                </a:extLst>
              </p:cNvPr>
              <p:cNvSpPr txBox="1"/>
              <p:nvPr/>
            </p:nvSpPr>
            <p:spPr>
              <a:xfrm>
                <a:off x="8941842" y="749974"/>
                <a:ext cx="157734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i="1" smtClean="0">
                          <a:solidFill>
                            <a:srgbClr val="002060"/>
                          </a:solidFill>
                          <a:latin typeface="Cambria Math" panose="02040503050406030204" pitchFamily="18" charset="0"/>
                        </a:rPr>
                        <m:t>=</m:t>
                      </m:r>
                      <m:r>
                        <a:rPr lang="en-US" sz="2800" b="0" i="1" smtClean="0">
                          <a:solidFill>
                            <a:srgbClr val="002060"/>
                          </a:solidFill>
                          <a:latin typeface="Cambria Math" panose="02040503050406030204" pitchFamily="18" charset="0"/>
                        </a:rPr>
                        <m:t>0.</m:t>
                      </m:r>
                      <m:r>
                        <a:rPr lang="en-IN" sz="2800" b="0" i="1" smtClean="0">
                          <a:solidFill>
                            <a:srgbClr val="002060"/>
                          </a:solidFill>
                          <a:latin typeface="Cambria Math" panose="02040503050406030204" pitchFamily="18" charset="0"/>
                        </a:rPr>
                        <m:t>475</m:t>
                      </m:r>
                    </m:oMath>
                  </m:oMathPara>
                </a14:m>
                <a:endParaRPr lang="en-IN" sz="2800" dirty="0"/>
              </a:p>
            </p:txBody>
          </p:sp>
        </mc:Choice>
        <mc:Fallback xmlns="">
          <p:sp>
            <p:nvSpPr>
              <p:cNvPr id="30" name="TextBox 29">
                <a:extLst>
                  <a:ext uri="{FF2B5EF4-FFF2-40B4-BE49-F238E27FC236}">
                    <a16:creationId xmlns:a16="http://schemas.microsoft.com/office/drawing/2014/main" id="{59228CBB-D970-6DA7-266F-C7503FF1D8B2}"/>
                  </a:ext>
                </a:extLst>
              </p:cNvPr>
              <p:cNvSpPr txBox="1">
                <a:spLocks noRot="1" noChangeAspect="1" noMove="1" noResize="1" noEditPoints="1" noAdjustHandles="1" noChangeArrowheads="1" noChangeShapeType="1" noTextEdit="1"/>
              </p:cNvSpPr>
              <p:nvPr/>
            </p:nvSpPr>
            <p:spPr>
              <a:xfrm>
                <a:off x="8941842" y="749974"/>
                <a:ext cx="1577340" cy="523220"/>
              </a:xfrm>
              <a:prstGeom prst="rect">
                <a:avLst/>
              </a:prstGeom>
              <a:blipFill>
                <a:blip r:embed="rId2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160D57CA-19B8-A9AD-8DB0-F3BAA84CF468}"/>
                  </a:ext>
                </a:extLst>
              </p:cNvPr>
              <p:cNvSpPr txBox="1"/>
              <p:nvPr/>
            </p:nvSpPr>
            <p:spPr>
              <a:xfrm>
                <a:off x="5227920" y="1451753"/>
                <a:ext cx="7200697" cy="143770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2800" b="0" i="1" smtClean="0">
                          <a:solidFill>
                            <a:srgbClr val="002060"/>
                          </a:solidFill>
                          <a:latin typeface="Cambria Math" panose="02040503050406030204" pitchFamily="18" charset="0"/>
                          <a:ea typeface="Cambria Math" panose="02040503050406030204" pitchFamily="18" charset="0"/>
                        </a:rPr>
                        <m:t>∴</m:t>
                      </m:r>
                      <m:r>
                        <m:rPr>
                          <m:sty m:val="p"/>
                        </m:rPr>
                        <a:rPr lang="en-IN" sz="2800" b="0" i="1" smtClean="0">
                          <a:solidFill>
                            <a:srgbClr val="002060"/>
                          </a:solidFill>
                          <a:latin typeface="Cambria Math" panose="02040503050406030204" pitchFamily="18" charset="0"/>
                        </a:rPr>
                        <m:t>Z</m:t>
                      </m:r>
                      <m:r>
                        <a:rPr lang="en-IN" sz="2800" b="0" i="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m:t>
                          </m:r>
                          <m:r>
                            <a:rPr lang="en-IN" sz="2800" i="1" smtClean="0">
                              <a:solidFill>
                                <a:srgbClr val="002060"/>
                              </a:solidFill>
                              <a:latin typeface="Cambria Math" panose="02040503050406030204" pitchFamily="18" charset="0"/>
                            </a:rPr>
                            <m:t>0</m:t>
                          </m:r>
                          <m:r>
                            <a:rPr lang="en-IN" sz="2800" b="0" i="1" smtClean="0">
                              <a:solidFill>
                                <a:srgbClr val="002060"/>
                              </a:solidFill>
                              <a:latin typeface="Cambria Math" panose="02040503050406030204" pitchFamily="18" charset="0"/>
                            </a:rPr>
                            <m:t>.5</m:t>
                          </m:r>
                          <m:r>
                            <a:rPr lang="en-IN" sz="2800" b="0" i="0">
                              <a:solidFill>
                                <a:srgbClr val="002060"/>
                              </a:solidFill>
                              <a:latin typeface="Cambria Math" panose="02040503050406030204" pitchFamily="18" charset="0"/>
                            </a:rPr>
                            <m:t>−</m:t>
                          </m:r>
                          <m:r>
                            <a:rPr lang="en-US" sz="2800" i="1" smtClean="0">
                              <a:solidFill>
                                <a:srgbClr val="002060"/>
                              </a:solidFill>
                              <a:latin typeface="Cambria Math" panose="02040503050406030204" pitchFamily="18" charset="0"/>
                            </a:rPr>
                            <m:t>0</m:t>
                          </m:r>
                          <m:r>
                            <a:rPr lang="en-US" sz="2800" b="0" i="1" smtClean="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5416</m:t>
                          </m:r>
                          <m:r>
                            <a:rPr lang="en-IN" sz="2800" b="0" i="0">
                              <a:solidFill>
                                <a:srgbClr val="002060"/>
                              </a:solidFill>
                              <a:latin typeface="Cambria Math" panose="02040503050406030204" pitchFamily="18" charset="0"/>
                            </a:rPr>
                            <m:t> </m:t>
                          </m:r>
                        </m:num>
                        <m:den>
                          <m:r>
                            <a:rPr lang="en-IN" sz="2800" b="0" i="0">
                              <a:solidFill>
                                <a:srgbClr val="002060"/>
                              </a:solidFill>
                              <a:latin typeface="Cambria Math" panose="02040503050406030204" pitchFamily="18" charset="0"/>
                            </a:rPr>
                            <m:t>  </m:t>
                          </m:r>
                          <m:rad>
                            <m:radPr>
                              <m:degHide m:val="on"/>
                              <m:ctrlPr>
                                <a:rPr lang="en-IN" sz="2800" i="1">
                                  <a:solidFill>
                                    <a:srgbClr val="002060"/>
                                  </a:solidFill>
                                  <a:latin typeface="Cambria Math" panose="02040503050406030204" pitchFamily="18" charset="0"/>
                                </a:rPr>
                              </m:ctrlPr>
                            </m:radPr>
                            <m:deg/>
                            <m:e>
                              <m:d>
                                <m:dPr>
                                  <m:ctrlPr>
                                    <a:rPr lang="en-IN" sz="2800" i="1">
                                      <a:solidFill>
                                        <a:srgbClr val="002060"/>
                                      </a:solidFill>
                                      <a:latin typeface="Cambria Math" panose="02040503050406030204" pitchFamily="18" charset="0"/>
                                    </a:rPr>
                                  </m:ctrlPr>
                                </m:dPr>
                                <m:e>
                                  <m:r>
                                    <a:rPr lang="en-US" sz="2800" i="1">
                                      <a:solidFill>
                                        <a:srgbClr val="002060"/>
                                      </a:solidFill>
                                      <a:latin typeface="Cambria Math" panose="02040503050406030204" pitchFamily="18" charset="0"/>
                                    </a:rPr>
                                    <m:t>0.</m:t>
                                  </m:r>
                                  <m:r>
                                    <a:rPr lang="en-IN" sz="2800" b="0" i="1" smtClean="0">
                                      <a:solidFill>
                                        <a:srgbClr val="002060"/>
                                      </a:solidFill>
                                      <a:latin typeface="Cambria Math" panose="02040503050406030204" pitchFamily="18" charset="0"/>
                                    </a:rPr>
                                    <m:t>525</m:t>
                                  </m:r>
                                </m:e>
                              </m:d>
                              <m:d>
                                <m:dPr>
                                  <m:ctrlPr>
                                    <a:rPr lang="en-IN" sz="2800" i="1">
                                      <a:solidFill>
                                        <a:srgbClr val="002060"/>
                                      </a:solidFill>
                                      <a:latin typeface="Cambria Math" panose="02040503050406030204" pitchFamily="18" charset="0"/>
                                    </a:rPr>
                                  </m:ctrlPr>
                                </m:dPr>
                                <m:e>
                                  <m:r>
                                    <a:rPr lang="en-US" sz="2800" i="1">
                                      <a:solidFill>
                                        <a:srgbClr val="002060"/>
                                      </a:solidFill>
                                      <a:latin typeface="Cambria Math" panose="02040503050406030204" pitchFamily="18" charset="0"/>
                                    </a:rPr>
                                    <m:t>0.</m:t>
                                  </m:r>
                                  <m:r>
                                    <a:rPr lang="en-IN" sz="2800" b="0" i="1" smtClean="0">
                                      <a:solidFill>
                                        <a:srgbClr val="002060"/>
                                      </a:solidFill>
                                      <a:latin typeface="Cambria Math" panose="02040503050406030204" pitchFamily="18" charset="0"/>
                                    </a:rPr>
                                    <m:t>475</m:t>
                                  </m:r>
                                </m:e>
                              </m:d>
                              <m:d>
                                <m:dPr>
                                  <m:ctrlPr>
                                    <a:rPr lang="en-IN" sz="2800" i="1">
                                      <a:solidFill>
                                        <a:srgbClr val="002060"/>
                                      </a:solidFill>
                                      <a:latin typeface="Cambria Math" panose="02040503050406030204" pitchFamily="18" charset="0"/>
                                    </a:rPr>
                                  </m:ctrlPr>
                                </m:dPr>
                                <m:e>
                                  <m:f>
                                    <m:fPr>
                                      <m:ctrlPr>
                                        <a:rPr lang="en-IN" sz="280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1 </m:t>
                                      </m:r>
                                    </m:num>
                                    <m:den>
                                      <m:r>
                                        <a:rPr lang="en-IN" sz="2800" i="1" smtClean="0">
                                          <a:solidFill>
                                            <a:srgbClr val="002060"/>
                                          </a:solidFill>
                                          <a:latin typeface="Cambria Math" panose="02040503050406030204" pitchFamily="18" charset="0"/>
                                        </a:rPr>
                                        <m:t>4</m:t>
                                      </m:r>
                                      <m:r>
                                        <a:rPr lang="en-IN" sz="2800" b="0" i="1" smtClean="0">
                                          <a:solidFill>
                                            <a:srgbClr val="002060"/>
                                          </a:solidFill>
                                          <a:latin typeface="Cambria Math" panose="02040503050406030204" pitchFamily="18" charset="0"/>
                                        </a:rPr>
                                        <m:t>00</m:t>
                                      </m:r>
                                    </m:den>
                                  </m:f>
                                  <m:r>
                                    <a:rPr lang="en-IN" sz="2800" b="0" i="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b="0" i="0">
                                          <a:solidFill>
                                            <a:srgbClr val="002060"/>
                                          </a:solidFill>
                                          <a:latin typeface="Cambria Math" panose="02040503050406030204" pitchFamily="18" charset="0"/>
                                        </a:rPr>
                                        <m:t> 1 </m:t>
                                      </m:r>
                                    </m:num>
                                    <m:den>
                                      <m:r>
                                        <a:rPr lang="en-IN" sz="2800" i="1" smtClean="0">
                                          <a:solidFill>
                                            <a:srgbClr val="002060"/>
                                          </a:solidFill>
                                          <a:latin typeface="Cambria Math" panose="02040503050406030204" pitchFamily="18" charset="0"/>
                                        </a:rPr>
                                        <m:t>6</m:t>
                                      </m:r>
                                      <m:r>
                                        <a:rPr lang="en-IN" sz="2800" b="0" i="1" smtClean="0">
                                          <a:solidFill>
                                            <a:srgbClr val="002060"/>
                                          </a:solidFill>
                                          <a:latin typeface="Cambria Math" panose="02040503050406030204" pitchFamily="18" charset="0"/>
                                        </a:rPr>
                                        <m:t>00</m:t>
                                      </m:r>
                                    </m:den>
                                  </m:f>
                                </m:e>
                              </m:d>
                              <m:r>
                                <a:rPr lang="en-IN" sz="2800" b="0" i="0">
                                  <a:solidFill>
                                    <a:srgbClr val="002060"/>
                                  </a:solidFill>
                                  <a:latin typeface="Cambria Math" panose="02040503050406030204" pitchFamily="18" charset="0"/>
                                </a:rPr>
                                <m:t> </m:t>
                              </m:r>
                            </m:e>
                          </m:rad>
                          <m:r>
                            <a:rPr lang="en-IN" sz="2800" b="0" i="0">
                              <a:solidFill>
                                <a:srgbClr val="002060"/>
                              </a:solidFill>
                              <a:latin typeface="Cambria Math" panose="02040503050406030204" pitchFamily="18" charset="0"/>
                            </a:rPr>
                            <m:t>  </m:t>
                          </m:r>
                        </m:den>
                      </m:f>
                    </m:oMath>
                  </m:oMathPara>
                </a14:m>
                <a:endParaRPr lang="en-IN" sz="2800" dirty="0">
                  <a:solidFill>
                    <a:srgbClr val="002060"/>
                  </a:solidFill>
                </a:endParaRPr>
              </a:p>
            </p:txBody>
          </p:sp>
        </mc:Choice>
        <mc:Fallback xmlns="">
          <p:sp>
            <p:nvSpPr>
              <p:cNvPr id="31" name="TextBox 30">
                <a:extLst>
                  <a:ext uri="{FF2B5EF4-FFF2-40B4-BE49-F238E27FC236}">
                    <a16:creationId xmlns:a16="http://schemas.microsoft.com/office/drawing/2014/main" id="{160D57CA-19B8-A9AD-8DB0-F3BAA84CF468}"/>
                  </a:ext>
                </a:extLst>
              </p:cNvPr>
              <p:cNvSpPr txBox="1">
                <a:spLocks noRot="1" noChangeAspect="1" noMove="1" noResize="1" noEditPoints="1" noAdjustHandles="1" noChangeArrowheads="1" noChangeShapeType="1" noTextEdit="1"/>
              </p:cNvSpPr>
              <p:nvPr/>
            </p:nvSpPr>
            <p:spPr>
              <a:xfrm>
                <a:off x="5227920" y="1451753"/>
                <a:ext cx="7200697" cy="1437701"/>
              </a:xfrm>
              <a:prstGeom prst="rect">
                <a:avLst/>
              </a:prstGeom>
              <a:blipFill>
                <a:blip r:embed="rId2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E05E14FA-70C6-8307-0B71-6819A965FDBB}"/>
                  </a:ext>
                </a:extLst>
              </p:cNvPr>
              <p:cNvSpPr/>
              <p:nvPr/>
            </p:nvSpPr>
            <p:spPr>
              <a:xfrm>
                <a:off x="6058588" y="3018020"/>
                <a:ext cx="1503402" cy="477054"/>
              </a:xfrm>
              <a:prstGeom prst="rect">
                <a:avLst/>
              </a:prstGeom>
            </p:spPr>
            <p:txBody>
              <a:bodyPr wrap="square">
                <a:spAutoFit/>
              </a:bodyPr>
              <a:lstStyle/>
              <a:p>
                <a:pPr lvl="0"/>
                <a14:m>
                  <m:oMath xmlns:m="http://schemas.openxmlformats.org/officeDocument/2006/math">
                    <m:r>
                      <a:rPr lang="en-IN" sz="2500" b="0" i="0" smtClean="0">
                        <a:solidFill>
                          <a:srgbClr val="002060"/>
                        </a:solidFill>
                        <a:latin typeface="Cambria Math" panose="02040503050406030204" pitchFamily="18" charset="0"/>
                      </a:rPr>
                      <m:t>=−1.28</m:t>
                    </m:r>
                  </m:oMath>
                </a14:m>
                <a:r>
                  <a:rPr lang="en-US" sz="2500" dirty="0">
                    <a:solidFill>
                      <a:srgbClr val="002060"/>
                    </a:solidFill>
                  </a:rPr>
                  <a:t>  </a:t>
                </a:r>
              </a:p>
            </p:txBody>
          </p:sp>
        </mc:Choice>
        <mc:Fallback xmlns="">
          <p:sp>
            <p:nvSpPr>
              <p:cNvPr id="33" name="Rectangle 32">
                <a:extLst>
                  <a:ext uri="{FF2B5EF4-FFF2-40B4-BE49-F238E27FC236}">
                    <a16:creationId xmlns:a16="http://schemas.microsoft.com/office/drawing/2014/main" id="{E05E14FA-70C6-8307-0B71-6819A965FDBB}"/>
                  </a:ext>
                </a:extLst>
              </p:cNvPr>
              <p:cNvSpPr>
                <a:spLocks noRot="1" noChangeAspect="1" noMove="1" noResize="1" noEditPoints="1" noAdjustHandles="1" noChangeArrowheads="1" noChangeShapeType="1" noTextEdit="1"/>
              </p:cNvSpPr>
              <p:nvPr/>
            </p:nvSpPr>
            <p:spPr>
              <a:xfrm>
                <a:off x="6058588" y="3018020"/>
                <a:ext cx="1503402" cy="477054"/>
              </a:xfrm>
              <a:prstGeom prst="rect">
                <a:avLst/>
              </a:prstGeom>
              <a:blipFill>
                <a:blip r:embed="rId2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DEEAD99-8926-BE23-69D2-5A149DA11F9F}"/>
                  </a:ext>
                </a:extLst>
              </p:cNvPr>
              <p:cNvSpPr txBox="1"/>
              <p:nvPr/>
            </p:nvSpPr>
            <p:spPr>
              <a:xfrm>
                <a:off x="7986614" y="4169031"/>
                <a:ext cx="2697479"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IN" sz="2800" i="1" smtClean="0">
                              <a:solidFill>
                                <a:srgbClr val="002060"/>
                              </a:solidFill>
                              <a:latin typeface="Cambria Math" panose="02040503050406030204" pitchFamily="18" charset="0"/>
                            </a:rPr>
                          </m:ctrlPr>
                        </m:dPr>
                        <m:e>
                          <m:sSub>
                            <m:sSubPr>
                              <m:ctrlPr>
                                <a:rPr lang="en-IN" sz="2800" i="1">
                                  <a:solidFill>
                                    <a:srgbClr val="002060"/>
                                  </a:solidFill>
                                  <a:latin typeface="Cambria Math" panose="02040503050406030204" pitchFamily="18" charset="0"/>
                                </a:rPr>
                              </m:ctrlPr>
                            </m:sSubPr>
                            <m:e>
                              <m:r>
                                <m:rPr>
                                  <m:sty m:val="p"/>
                                </m:rPr>
                                <a:rPr lang="en-US" sz="2800">
                                  <a:solidFill>
                                    <a:srgbClr val="002060"/>
                                  </a:solidFill>
                                  <a:latin typeface="Cambria Math" panose="02040503050406030204" pitchFamily="18" charset="0"/>
                                </a:rPr>
                                <m:t>Z</m:t>
                              </m:r>
                            </m:e>
                            <m:sub>
                              <m:r>
                                <a:rPr lang="en-US" sz="2800">
                                  <a:solidFill>
                                    <a:srgbClr val="002060"/>
                                  </a:solidFill>
                                  <a:latin typeface="Cambria Math" panose="02040503050406030204" pitchFamily="18" charset="0"/>
                                </a:rPr>
                                <m:t>0.0</m:t>
                              </m:r>
                              <m:r>
                                <a:rPr lang="en-IN" sz="2800" b="0" i="0" smtClean="0">
                                  <a:solidFill>
                                    <a:srgbClr val="002060"/>
                                  </a:solidFill>
                                  <a:latin typeface="Cambria Math" panose="02040503050406030204" pitchFamily="18" charset="0"/>
                                </a:rPr>
                                <m:t>5</m:t>
                              </m:r>
                            </m:sub>
                          </m:sSub>
                          <m:r>
                            <a:rPr lang="en-US" sz="2800" i="1">
                              <a:solidFill>
                                <a:srgbClr val="002060"/>
                              </a:solidFill>
                              <a:latin typeface="Cambria Math" panose="02040503050406030204" pitchFamily="18" charset="0"/>
                            </a:rPr>
                            <m:t> </m:t>
                          </m:r>
                        </m:e>
                      </m:d>
                      <m:r>
                        <a:rPr lang="en-US" sz="2800">
                          <a:solidFill>
                            <a:srgbClr val="002060"/>
                          </a:solidFill>
                          <a:latin typeface="Cambria Math" panose="02040503050406030204" pitchFamily="18" charset="0"/>
                        </a:rPr>
                        <m:t>=</m:t>
                      </m:r>
                      <m:r>
                        <a:rPr lang="en-IN" sz="2800" b="0" i="1" smtClean="0">
                          <a:solidFill>
                            <a:srgbClr val="002060"/>
                          </a:solidFill>
                          <a:latin typeface="Cambria Math" panose="02040503050406030204" pitchFamily="18" charset="0"/>
                        </a:rPr>
                        <m:t>1.96</m:t>
                      </m:r>
                    </m:oMath>
                  </m:oMathPara>
                </a14:m>
                <a:endParaRPr lang="en-IN" sz="2800" dirty="0">
                  <a:solidFill>
                    <a:srgbClr val="002060"/>
                  </a:solidFill>
                </a:endParaRPr>
              </a:p>
            </p:txBody>
          </p:sp>
        </mc:Choice>
        <mc:Fallback xmlns="">
          <p:sp>
            <p:nvSpPr>
              <p:cNvPr id="4" name="TextBox 3">
                <a:extLst>
                  <a:ext uri="{FF2B5EF4-FFF2-40B4-BE49-F238E27FC236}">
                    <a16:creationId xmlns:a16="http://schemas.microsoft.com/office/drawing/2014/main" id="{3DEEAD99-8926-BE23-69D2-5A149DA11F9F}"/>
                  </a:ext>
                </a:extLst>
              </p:cNvPr>
              <p:cNvSpPr txBox="1">
                <a:spLocks noRot="1" noChangeAspect="1" noMove="1" noResize="1" noEditPoints="1" noAdjustHandles="1" noChangeArrowheads="1" noChangeShapeType="1" noTextEdit="1"/>
              </p:cNvSpPr>
              <p:nvPr/>
            </p:nvSpPr>
            <p:spPr>
              <a:xfrm>
                <a:off x="7986614" y="4169031"/>
                <a:ext cx="2697479" cy="523220"/>
              </a:xfrm>
              <a:prstGeom prst="rect">
                <a:avLst/>
              </a:prstGeom>
              <a:blipFill>
                <a:blip r:embed="rId24"/>
                <a:stretch>
                  <a:fillRect/>
                </a:stretch>
              </a:blipFill>
            </p:spPr>
            <p:txBody>
              <a:bodyPr/>
              <a:lstStyle/>
              <a:p>
                <a:r>
                  <a:rPr lang="en-IN">
                    <a:noFill/>
                  </a:rPr>
                  <a:t> </a:t>
                </a:r>
              </a:p>
            </p:txBody>
          </p:sp>
        </mc:Fallback>
      </mc:AlternateContent>
      <p:grpSp>
        <p:nvGrpSpPr>
          <p:cNvPr id="37" name="Group 36">
            <a:extLst>
              <a:ext uri="{FF2B5EF4-FFF2-40B4-BE49-F238E27FC236}">
                <a16:creationId xmlns:a16="http://schemas.microsoft.com/office/drawing/2014/main" id="{E5E70910-399E-9D58-FC89-989C04656753}"/>
              </a:ext>
            </a:extLst>
          </p:cNvPr>
          <p:cNvGrpSpPr/>
          <p:nvPr/>
        </p:nvGrpSpPr>
        <p:grpSpPr>
          <a:xfrm>
            <a:off x="5444899" y="708524"/>
            <a:ext cx="1360714" cy="5840482"/>
            <a:chOff x="5444899" y="708524"/>
            <a:chExt cx="1360714" cy="5840482"/>
          </a:xfrm>
        </p:grpSpPr>
        <p:cxnSp>
          <p:nvCxnSpPr>
            <p:cNvPr id="3" name="Straight Connector 2">
              <a:extLst>
                <a:ext uri="{FF2B5EF4-FFF2-40B4-BE49-F238E27FC236}">
                  <a16:creationId xmlns:a16="http://schemas.microsoft.com/office/drawing/2014/main" id="{1F126B1A-234D-9454-B4F5-CF731C242E60}"/>
                </a:ext>
              </a:extLst>
            </p:cNvPr>
            <p:cNvCxnSpPr>
              <a:cxnSpLocks/>
            </p:cNvCxnSpPr>
            <p:nvPr/>
          </p:nvCxnSpPr>
          <p:spPr>
            <a:xfrm>
              <a:off x="5473444" y="708524"/>
              <a:ext cx="0" cy="5040000"/>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920616F-4019-FEE9-E81F-601A6BC2718E}"/>
                </a:ext>
              </a:extLst>
            </p:cNvPr>
            <p:cNvCxnSpPr>
              <a:cxnSpLocks/>
            </p:cNvCxnSpPr>
            <p:nvPr/>
          </p:nvCxnSpPr>
          <p:spPr>
            <a:xfrm>
              <a:off x="6777001" y="5721006"/>
              <a:ext cx="0" cy="828000"/>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89BFDB8-51B0-97B9-BA1B-44D698BBDE75}"/>
                </a:ext>
              </a:extLst>
            </p:cNvPr>
            <p:cNvCxnSpPr>
              <a:cxnSpLocks/>
            </p:cNvCxnSpPr>
            <p:nvPr/>
          </p:nvCxnSpPr>
          <p:spPr>
            <a:xfrm flipH="1">
              <a:off x="5444899" y="5750365"/>
              <a:ext cx="1360714" cy="0"/>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29073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22" presetClass="entr" presetSubtype="1" fill="hold" nodeType="clickEffect">
                                  <p:stCondLst>
                                    <p:cond delay="0"/>
                                  </p:stCondLst>
                                  <p:childTnLst>
                                    <p:set>
                                      <p:cBhvr>
                                        <p:cTn id="54" dur="1" fill="hold">
                                          <p:stCondLst>
                                            <p:cond delay="0"/>
                                          </p:stCondLst>
                                        </p:cTn>
                                        <p:tgtEl>
                                          <p:spTgt spid="37"/>
                                        </p:tgtEl>
                                        <p:attrNameLst>
                                          <p:attrName>style.visibility</p:attrName>
                                        </p:attrNameLst>
                                      </p:cBhvr>
                                      <p:to>
                                        <p:strVal val="visible"/>
                                      </p:to>
                                    </p:set>
                                    <p:animEffect transition="in" filter="wipe(up)">
                                      <p:cBhvr>
                                        <p:cTn id="55" dur="500"/>
                                        <p:tgtEl>
                                          <p:spTgt spid="37"/>
                                        </p:tgtEl>
                                      </p:cBhvr>
                                    </p:animEffec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0"/>
                                          </p:stCondLst>
                                        </p:cTn>
                                        <p:tgtEl>
                                          <p:spTgt spid="25">
                                            <p:txEl>
                                              <p:pRg st="0" end="0"/>
                                            </p:txEl>
                                          </p:spTgt>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29"/>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30"/>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31"/>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33"/>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19"/>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21"/>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0"/>
                                          </p:stCondLst>
                                        </p:cTn>
                                        <p:tgtEl>
                                          <p:spTgt spid="24"/>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grpId="0" nodeType="clickEffect">
                                  <p:stCondLst>
                                    <p:cond delay="0"/>
                                  </p:stCondLst>
                                  <p:childTnLst>
                                    <p:set>
                                      <p:cBhvr>
                                        <p:cTn id="91" dur="1" fill="hold">
                                          <p:stCondLst>
                                            <p:cond delay="0"/>
                                          </p:stCondLst>
                                        </p:cTn>
                                        <p:tgtEl>
                                          <p:spTgt spid="4"/>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grpId="0" nodeType="clickEffect">
                                  <p:stCondLst>
                                    <p:cond delay="0"/>
                                  </p:stCondLst>
                                  <p:childTnLst>
                                    <p:set>
                                      <p:cBhvr>
                                        <p:cTn id="95" dur="1" fill="hold">
                                          <p:stCondLst>
                                            <p:cond delay="0"/>
                                          </p:stCondLst>
                                        </p:cTn>
                                        <p:tgtEl>
                                          <p:spTgt spid="26"/>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grpId="0" nodeType="clickEffect">
                                  <p:stCondLst>
                                    <p:cond delay="0"/>
                                  </p:stCondLst>
                                  <p:childTnLst>
                                    <p:set>
                                      <p:cBhvr>
                                        <p:cTn id="99" dur="1" fill="hold">
                                          <p:stCondLst>
                                            <p:cond delay="0"/>
                                          </p:stCondLst>
                                        </p:cTn>
                                        <p:tgtEl>
                                          <p:spTgt spid="23"/>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grpId="0" nodeType="clickEffect">
                                  <p:stCondLst>
                                    <p:cond delay="0"/>
                                  </p:stCondLst>
                                  <p:childTnLst>
                                    <p:set>
                                      <p:cBhvr>
                                        <p:cTn id="103" dur="1" fill="hold">
                                          <p:stCondLst>
                                            <p:cond delay="0"/>
                                          </p:stCondLst>
                                        </p:cTn>
                                        <p:tgtEl>
                                          <p:spTgt spid="27"/>
                                        </p:tgtEl>
                                        <p:attrNameLst>
                                          <p:attrName>style.visibility</p:attrName>
                                        </p:attrNameLst>
                                      </p:cBhvr>
                                      <p:to>
                                        <p:strVal val="visible"/>
                                      </p:to>
                                    </p:set>
                                  </p:childTnLst>
                                </p:cTn>
                              </p:par>
                            </p:childTnLst>
                          </p:cTn>
                        </p:par>
                      </p:childTnLst>
                    </p:cTn>
                  </p:par>
                  <p:par>
                    <p:cTn id="104" fill="hold">
                      <p:stCondLst>
                        <p:cond delay="indefinite"/>
                      </p:stCondLst>
                      <p:childTnLst>
                        <p:par>
                          <p:cTn id="105" fill="hold">
                            <p:stCondLst>
                              <p:cond delay="0"/>
                            </p:stCondLst>
                            <p:childTnLst>
                              <p:par>
                                <p:cTn id="106" presetID="1" presetClass="entr" presetSubtype="0" fill="hold" grpId="0" nodeType="clickEffect">
                                  <p:stCondLst>
                                    <p:cond delay="0"/>
                                  </p:stCondLst>
                                  <p:childTnLst>
                                    <p:set>
                                      <p:cBhvr>
                                        <p:cTn id="107"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8" grpId="0"/>
      <p:bldP spid="9" grpId="0"/>
      <p:bldP spid="10" grpId="0"/>
      <p:bldP spid="11" grpId="0"/>
      <p:bldP spid="12" grpId="0"/>
      <p:bldP spid="13" grpId="0"/>
      <p:bldP spid="18" grpId="0"/>
      <p:bldP spid="19" grpId="0"/>
      <p:bldP spid="21" grpId="0"/>
      <p:bldP spid="23" grpId="0"/>
      <p:bldP spid="24" grpId="0"/>
      <p:bldP spid="26" grpId="0"/>
      <p:bldP spid="27" grpId="0"/>
      <p:bldP spid="28" grpId="0"/>
      <p:bldP spid="6" grpId="0"/>
      <p:bldP spid="7" grpId="0"/>
      <p:bldP spid="20" grpId="0"/>
      <p:bldP spid="22" grpId="0"/>
      <p:bldP spid="29" grpId="0"/>
      <p:bldP spid="30" grpId="0"/>
      <p:bldP spid="31" grpId="0"/>
      <p:bldP spid="33" grpId="0"/>
      <p:bldP spid="4" grpId="0"/>
    </p:bldLst>
  </p:timing>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12C6FA8-76F5-4F55-873C-76674E986E27}"/>
              </a:ext>
            </a:extLst>
          </p:cNvPr>
          <p:cNvSpPr>
            <a:spLocks noGrp="1"/>
          </p:cNvSpPr>
          <p:nvPr>
            <p:ph type="body" sz="quarter" idx="16"/>
          </p:nvPr>
        </p:nvSpPr>
        <p:spPr/>
        <p:txBody>
          <a:bodyPr/>
          <a:lstStyle/>
          <a:p>
            <a:r>
              <a:rPr lang="en-US" dirty="0"/>
              <a:t>Probability &amp; Statistics</a:t>
            </a:r>
            <a:r>
              <a:rPr lang="en-IN" dirty="0"/>
              <a:t> (P&amp;S)</a:t>
            </a:r>
          </a:p>
          <a:p>
            <a:r>
              <a:rPr lang="en-IN" dirty="0"/>
              <a:t>DU # 2301HS402</a:t>
            </a:r>
          </a:p>
        </p:txBody>
      </p:sp>
      <p:grpSp>
        <p:nvGrpSpPr>
          <p:cNvPr id="11" name="Group 10">
            <a:extLst>
              <a:ext uri="{FF2B5EF4-FFF2-40B4-BE49-F238E27FC236}">
                <a16:creationId xmlns:a16="http://schemas.microsoft.com/office/drawing/2014/main" id="{9677FDF1-46E9-47E1-A974-B878D8645D19}"/>
              </a:ext>
            </a:extLst>
          </p:cNvPr>
          <p:cNvGrpSpPr/>
          <p:nvPr/>
        </p:nvGrpSpPr>
        <p:grpSpPr>
          <a:xfrm>
            <a:off x="26704" y="1462475"/>
            <a:ext cx="8044476" cy="3103418"/>
            <a:chOff x="-12804" y="1537545"/>
            <a:chExt cx="8044476" cy="3103418"/>
          </a:xfrm>
        </p:grpSpPr>
        <p:sp>
          <p:nvSpPr>
            <p:cNvPr id="12" name="Title 1">
              <a:extLst>
                <a:ext uri="{FF2B5EF4-FFF2-40B4-BE49-F238E27FC236}">
                  <a16:creationId xmlns:a16="http://schemas.microsoft.com/office/drawing/2014/main" id="{CA4DBECA-252D-4599-A864-6399BFFEB65B}"/>
                </a:ext>
              </a:extLst>
            </p:cNvPr>
            <p:cNvSpPr txBox="1">
              <a:spLocks/>
            </p:cNvSpPr>
            <p:nvPr/>
          </p:nvSpPr>
          <p:spPr>
            <a:xfrm>
              <a:off x="-12804" y="2160999"/>
              <a:ext cx="2594560" cy="1856509"/>
            </a:xfrm>
            <a:prstGeom prst="rect">
              <a:avLst/>
            </a:prstGeom>
            <a:solidFill>
              <a:schemeClr val="accent1">
                <a:lumMod val="40000"/>
                <a:lumOff val="60000"/>
              </a:schemeClr>
            </a:soli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GB" dirty="0">
                  <a:solidFill>
                    <a:srgbClr val="ED524F"/>
                  </a:solidFill>
                </a:rPr>
                <a:t> </a:t>
              </a:r>
            </a:p>
          </p:txBody>
        </p:sp>
        <p:sp>
          <p:nvSpPr>
            <p:cNvPr id="13" name="Hexagon 12">
              <a:extLst>
                <a:ext uri="{FF2B5EF4-FFF2-40B4-BE49-F238E27FC236}">
                  <a16:creationId xmlns:a16="http://schemas.microsoft.com/office/drawing/2014/main" id="{FB21F4C4-30D4-4011-8510-CF20FEFC370B}"/>
                </a:ext>
              </a:extLst>
            </p:cNvPr>
            <p:cNvSpPr/>
            <p:nvPr/>
          </p:nvSpPr>
          <p:spPr>
            <a:xfrm rot="5400000">
              <a:off x="2457725" y="1742096"/>
              <a:ext cx="3103418" cy="2694316"/>
            </a:xfrm>
            <a:prstGeom prst="hexagon">
              <a:avLst/>
            </a:prstGeom>
            <a:noFill/>
            <a:ln w="57150">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GB" sz="4400" b="1" dirty="0">
                  <a:solidFill>
                    <a:srgbClr val="B14440"/>
                  </a:solidFill>
                </a:rPr>
                <a:t>THANK YOU</a:t>
              </a:r>
            </a:p>
          </p:txBody>
        </p:sp>
        <p:sp>
          <p:nvSpPr>
            <p:cNvPr id="15" name="Title 1">
              <a:extLst>
                <a:ext uri="{FF2B5EF4-FFF2-40B4-BE49-F238E27FC236}">
                  <a16:creationId xmlns:a16="http://schemas.microsoft.com/office/drawing/2014/main" id="{96D0D2A0-7D7D-452B-9ADA-174886259D92}"/>
                </a:ext>
              </a:extLst>
            </p:cNvPr>
            <p:cNvSpPr txBox="1">
              <a:spLocks/>
            </p:cNvSpPr>
            <p:nvPr/>
          </p:nvSpPr>
          <p:spPr>
            <a:xfrm rot="10800000">
              <a:off x="5437112" y="2160998"/>
              <a:ext cx="2594560" cy="1856509"/>
            </a:xfrm>
            <a:prstGeom prst="rect">
              <a:avLst/>
            </a:prstGeom>
            <a:solidFill>
              <a:schemeClr val="accent1">
                <a:lumMod val="40000"/>
                <a:lumOff val="60000"/>
              </a:schemeClr>
            </a:soli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GB" dirty="0">
                  <a:solidFill>
                    <a:srgbClr val="ED524F"/>
                  </a:solidFill>
                </a:rPr>
                <a:t> </a:t>
              </a:r>
            </a:p>
          </p:txBody>
        </p:sp>
      </p:grpSp>
    </p:spTree>
    <p:extLst>
      <p:ext uri="{BB962C8B-B14F-4D97-AF65-F5344CB8AC3E}">
        <p14:creationId xmlns:p14="http://schemas.microsoft.com/office/powerpoint/2010/main" val="3016818025"/>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9" name="Picture 2" descr="Material ui palette contain 273 fine colors Vector Image">
            <a:extLst>
              <a:ext uri="{FF2B5EF4-FFF2-40B4-BE49-F238E27FC236}">
                <a16:creationId xmlns:a16="http://schemas.microsoft.com/office/drawing/2014/main" id="{4F284429-FF7A-41C7-9656-3D30254EE40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 b="-69"/>
          <a:stretch/>
        </p:blipFill>
        <p:spPr bwMode="auto">
          <a:xfrm rot="16200000">
            <a:off x="4074215" y="-1266435"/>
            <a:ext cx="6849698" cy="9382567"/>
          </a:xfrm>
          <a:prstGeom prst="rect">
            <a:avLst/>
          </a:prstGeom>
          <a:solidFill>
            <a:srgbClr val="FF9801"/>
          </a:solidFill>
        </p:spPr>
      </p:pic>
      <p:graphicFrame>
        <p:nvGraphicFramePr>
          <p:cNvPr id="10" name="Table 7">
            <a:extLst>
              <a:ext uri="{FF2B5EF4-FFF2-40B4-BE49-F238E27FC236}">
                <a16:creationId xmlns:a16="http://schemas.microsoft.com/office/drawing/2014/main" id="{4B8EEE3F-1D1E-4583-A1F9-5644279B669C}"/>
              </a:ext>
            </a:extLst>
          </p:cNvPr>
          <p:cNvGraphicFramePr>
            <a:graphicFrameLocks noGrp="1"/>
          </p:cNvGraphicFramePr>
          <p:nvPr>
            <p:extLst>
              <p:ext uri="{D42A27DB-BD31-4B8C-83A1-F6EECF244321}">
                <p14:modId xmlns:p14="http://schemas.microsoft.com/office/powerpoint/2010/main" val="2510377676"/>
              </p:ext>
            </p:extLst>
          </p:nvPr>
        </p:nvGraphicFramePr>
        <p:xfrm>
          <a:off x="1375220" y="-1"/>
          <a:ext cx="1432560" cy="6857996"/>
        </p:xfrm>
        <a:graphic>
          <a:graphicData uri="http://schemas.openxmlformats.org/drawingml/2006/table">
            <a:tbl>
              <a:tblPr firstRow="1" bandRow="1">
                <a:tableStyleId>{5C22544A-7EE6-4342-B048-85BDC9FD1C3A}</a:tableStyleId>
              </a:tblPr>
              <a:tblGrid>
                <a:gridCol w="1432560">
                  <a:extLst>
                    <a:ext uri="{9D8B030D-6E8A-4147-A177-3AD203B41FA5}">
                      <a16:colId xmlns:a16="http://schemas.microsoft.com/office/drawing/2014/main" val="559001859"/>
                    </a:ext>
                  </a:extLst>
                </a:gridCol>
              </a:tblGrid>
              <a:tr h="458375">
                <a:tc>
                  <a:txBody>
                    <a:bodyPr/>
                    <a:lstStyle/>
                    <a:p>
                      <a:pPr algn="r"/>
                      <a:r>
                        <a:rPr lang="en-US" b="0" dirty="0">
                          <a:solidFill>
                            <a:schemeClr val="tx1"/>
                          </a:solidFill>
                        </a:rPr>
                        <a:t>A700</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45757388"/>
                  </a:ext>
                </a:extLst>
              </a:tr>
              <a:tr h="458375">
                <a:tc>
                  <a:txBody>
                    <a:bodyPr/>
                    <a:lstStyle/>
                    <a:p>
                      <a:pPr algn="r"/>
                      <a:r>
                        <a:rPr lang="en-US" b="0" dirty="0">
                          <a:solidFill>
                            <a:schemeClr val="tx1"/>
                          </a:solidFill>
                        </a:rPr>
                        <a:t>A400</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33931508"/>
                  </a:ext>
                </a:extLst>
              </a:tr>
              <a:tr h="458375">
                <a:tc>
                  <a:txBody>
                    <a:bodyPr/>
                    <a:lstStyle/>
                    <a:p>
                      <a:pPr algn="r"/>
                      <a:r>
                        <a:rPr lang="en-US" b="0" dirty="0">
                          <a:solidFill>
                            <a:schemeClr val="tx1"/>
                          </a:solidFill>
                        </a:rPr>
                        <a:t>A200</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66118835"/>
                  </a:ext>
                </a:extLst>
              </a:tr>
              <a:tr h="458375">
                <a:tc>
                  <a:txBody>
                    <a:bodyPr/>
                    <a:lstStyle/>
                    <a:p>
                      <a:pPr algn="r"/>
                      <a:r>
                        <a:rPr lang="en-US" b="0" dirty="0">
                          <a:solidFill>
                            <a:schemeClr val="tx1"/>
                          </a:solidFill>
                        </a:rPr>
                        <a:t>A100</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81754277"/>
                  </a:ext>
                </a:extLst>
              </a:tr>
              <a:tr h="458375">
                <a:tc>
                  <a:txBody>
                    <a:bodyPr/>
                    <a:lstStyle/>
                    <a:p>
                      <a:pPr algn="r"/>
                      <a:r>
                        <a:rPr lang="en-US" b="0" dirty="0">
                          <a:solidFill>
                            <a:schemeClr val="tx1"/>
                          </a:solidFill>
                        </a:rPr>
                        <a:t>900</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3233239"/>
                  </a:ext>
                </a:extLst>
              </a:tr>
              <a:tr h="458375">
                <a:tc>
                  <a:txBody>
                    <a:bodyPr/>
                    <a:lstStyle/>
                    <a:p>
                      <a:pPr algn="r"/>
                      <a:r>
                        <a:rPr lang="en-US" b="0" dirty="0">
                          <a:solidFill>
                            <a:schemeClr val="tx1"/>
                          </a:solidFill>
                        </a:rPr>
                        <a:t>800</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92852403"/>
                  </a:ext>
                </a:extLst>
              </a:tr>
              <a:tr h="458375">
                <a:tc>
                  <a:txBody>
                    <a:bodyPr/>
                    <a:lstStyle/>
                    <a:p>
                      <a:pPr algn="r"/>
                      <a:r>
                        <a:rPr lang="en-US" b="0" dirty="0">
                          <a:solidFill>
                            <a:schemeClr val="tx1"/>
                          </a:solidFill>
                        </a:rPr>
                        <a:t>700</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52930619"/>
                  </a:ext>
                </a:extLst>
              </a:tr>
              <a:tr h="458375">
                <a:tc>
                  <a:txBody>
                    <a:bodyPr/>
                    <a:lstStyle/>
                    <a:p>
                      <a:pPr algn="r"/>
                      <a:r>
                        <a:rPr lang="en-US" b="0" dirty="0">
                          <a:solidFill>
                            <a:schemeClr val="tx1"/>
                          </a:solidFill>
                        </a:rPr>
                        <a:t>600</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23266258"/>
                  </a:ext>
                </a:extLst>
              </a:tr>
              <a:tr h="458375">
                <a:tc>
                  <a:txBody>
                    <a:bodyPr/>
                    <a:lstStyle/>
                    <a:p>
                      <a:pPr algn="r"/>
                      <a:r>
                        <a:rPr lang="en-US" b="1" dirty="0">
                          <a:solidFill>
                            <a:schemeClr val="tx1"/>
                          </a:solidFill>
                        </a:rPr>
                        <a:t>500</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21730247"/>
                  </a:ext>
                </a:extLst>
              </a:tr>
              <a:tr h="458375">
                <a:tc>
                  <a:txBody>
                    <a:bodyPr/>
                    <a:lstStyle/>
                    <a:p>
                      <a:pPr algn="r"/>
                      <a:r>
                        <a:rPr lang="en-US" b="0" dirty="0">
                          <a:solidFill>
                            <a:schemeClr val="tx1"/>
                          </a:solidFill>
                        </a:rPr>
                        <a:t>400</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0985436"/>
                  </a:ext>
                </a:extLst>
              </a:tr>
              <a:tr h="458375">
                <a:tc>
                  <a:txBody>
                    <a:bodyPr/>
                    <a:lstStyle/>
                    <a:p>
                      <a:pPr algn="r"/>
                      <a:r>
                        <a:rPr lang="en-US" b="0" dirty="0">
                          <a:solidFill>
                            <a:schemeClr val="tx1"/>
                          </a:solidFill>
                        </a:rPr>
                        <a:t>300</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29507886"/>
                  </a:ext>
                </a:extLst>
              </a:tr>
              <a:tr h="458375">
                <a:tc>
                  <a:txBody>
                    <a:bodyPr/>
                    <a:lstStyle/>
                    <a:p>
                      <a:pPr algn="r"/>
                      <a:r>
                        <a:rPr lang="en-US" b="0" dirty="0">
                          <a:solidFill>
                            <a:schemeClr val="tx1"/>
                          </a:solidFill>
                        </a:rPr>
                        <a:t>200</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14657326"/>
                  </a:ext>
                </a:extLst>
              </a:tr>
              <a:tr h="458375">
                <a:tc>
                  <a:txBody>
                    <a:bodyPr/>
                    <a:lstStyle/>
                    <a:p>
                      <a:pPr algn="r"/>
                      <a:r>
                        <a:rPr lang="en-US" b="0" dirty="0">
                          <a:solidFill>
                            <a:schemeClr val="tx1"/>
                          </a:solidFill>
                        </a:rPr>
                        <a:t>100</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34040995"/>
                  </a:ext>
                </a:extLst>
              </a:tr>
              <a:tr h="458375">
                <a:tc>
                  <a:txBody>
                    <a:bodyPr/>
                    <a:lstStyle/>
                    <a:p>
                      <a:pPr algn="r"/>
                      <a:r>
                        <a:rPr lang="en-US" b="0" dirty="0">
                          <a:solidFill>
                            <a:schemeClr val="tx1"/>
                          </a:solidFill>
                        </a:rPr>
                        <a:t>50</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59993337"/>
                  </a:ext>
                </a:extLst>
              </a:tr>
              <a:tr h="440746">
                <a:tc>
                  <a:txBody>
                    <a:bodyPr/>
                    <a:lstStyle/>
                    <a:p>
                      <a:pPr algn="r"/>
                      <a:r>
                        <a:rPr lang="en-US" b="1" dirty="0">
                          <a:solidFill>
                            <a:schemeClr val="accent6"/>
                          </a:solidFill>
                        </a:rPr>
                        <a:t>Use this</a:t>
                      </a:r>
                      <a:r>
                        <a:rPr lang="en-US" b="0" dirty="0">
                          <a:solidFill>
                            <a:schemeClr val="tx1"/>
                          </a:solidFill>
                        </a:rPr>
                        <a:t> </a:t>
                      </a:r>
                      <a:r>
                        <a:rPr lang="en-US" b="1" dirty="0">
                          <a:solidFill>
                            <a:schemeClr val="tx1"/>
                          </a:solidFill>
                        </a:rPr>
                        <a:t>500</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545750472"/>
                  </a:ext>
                </a:extLst>
              </a:tr>
            </a:tbl>
          </a:graphicData>
        </a:graphic>
      </p:graphicFrame>
    </p:spTree>
    <p:extLst>
      <p:ext uri="{BB962C8B-B14F-4D97-AF65-F5344CB8AC3E}">
        <p14:creationId xmlns:p14="http://schemas.microsoft.com/office/powerpoint/2010/main" val="2423981166"/>
      </p:ext>
    </p:extLst>
  </p:cSld>
  <p:clrMapOvr>
    <a:masterClrMapping/>
  </p:clrMapOvr>
</p:sld>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60CB386-78CA-4575-9F5B-1025EB3E0C65}">
  <we:reference id="wa200005566" version="1.0.0.0" store="en-US" storeType="OMEX"/>
  <we:alternateReferences>
    <we:reference id="wa200005566" version="1.0.0.0"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23979</TotalTime>
  <Words>15286</Words>
  <Application>Microsoft Office PowerPoint</Application>
  <PresentationFormat>Widescreen</PresentationFormat>
  <Paragraphs>3231</Paragraphs>
  <Slides>249</Slides>
  <Notes>6</Notes>
  <HiddenSlides>2</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249</vt:i4>
      </vt:variant>
    </vt:vector>
  </HeadingPairs>
  <TitlesOfParts>
    <vt:vector size="258" baseType="lpstr">
      <vt:lpstr>Arial</vt:lpstr>
      <vt:lpstr>Wingdings 3</vt:lpstr>
      <vt:lpstr>Calibri</vt:lpstr>
      <vt:lpstr>Cambria Math</vt:lpstr>
      <vt:lpstr>Cambria</vt:lpstr>
      <vt:lpstr>Roboto Condensed</vt:lpstr>
      <vt:lpstr>Roboto Condensed Light</vt:lpstr>
      <vt:lpstr>Wingdings</vt:lpstr>
      <vt:lpstr>Office Theme</vt:lpstr>
      <vt:lpstr>Unit: 4 Inferential Statistics – I</vt:lpstr>
      <vt:lpstr>PowerPoint Presentation</vt:lpstr>
      <vt:lpstr>PowerPoint Presentation</vt:lpstr>
      <vt:lpstr>PowerPoint Presentation</vt:lpstr>
      <vt:lpstr>PowerPoint Presentation</vt:lpstr>
      <vt:lpstr>Introduction</vt:lpstr>
      <vt:lpstr>What is Inferential statistics?</vt:lpstr>
      <vt:lpstr>PowerPoint Presentation</vt:lpstr>
      <vt:lpstr>PowerPoint Presentation</vt:lpstr>
      <vt:lpstr>What is Inferential statistics?</vt:lpstr>
      <vt:lpstr>PowerPoint Presentation</vt:lpstr>
      <vt:lpstr>Correlation</vt:lpstr>
      <vt:lpstr>Introduction</vt:lpstr>
      <vt:lpstr>PowerPoint Presentation</vt:lpstr>
      <vt:lpstr>What is Correlation ?</vt:lpstr>
      <vt:lpstr>Coefficient of Correlation</vt:lpstr>
      <vt:lpstr>Coefficient of Correlation</vt:lpstr>
      <vt:lpstr>Types of Correlation</vt:lpstr>
      <vt:lpstr>Positive Correlation</vt:lpstr>
      <vt:lpstr>Positive Correlation</vt:lpstr>
      <vt:lpstr>PowerPoint Presentation</vt:lpstr>
      <vt:lpstr>Negative Correlation</vt:lpstr>
      <vt:lpstr>Negative Correlation</vt:lpstr>
      <vt:lpstr>PowerPoint Presentation</vt:lpstr>
      <vt:lpstr>Linear Correlation</vt:lpstr>
      <vt:lpstr>PowerPoint Presentation</vt:lpstr>
      <vt:lpstr>Nonlinear Correlation</vt:lpstr>
      <vt:lpstr>PowerPoint Presentation</vt:lpstr>
      <vt:lpstr>Methods of Studying Correlation</vt:lpstr>
      <vt:lpstr>Method – 1 Correlation Coefficient</vt:lpstr>
      <vt:lpstr>Karl Pearson’s Coefficient of Correlation</vt:lpstr>
      <vt:lpstr>Karl Pearson’s Coefficient of Correlation</vt:lpstr>
      <vt:lpstr>Procedure to find r from the given values of x &amp; y</vt:lpstr>
      <vt:lpstr>Procedure to find r from the given values of x &amp; y</vt:lpstr>
      <vt:lpstr>How to store given data in the calculator?</vt:lpstr>
      <vt:lpstr>How to store given data in the calculator?</vt:lpstr>
      <vt:lpstr>How to store given data in the calculator?</vt:lpstr>
      <vt:lpstr>How to find required values from the calculator?</vt:lpstr>
      <vt:lpstr>How to find required values from the calculator?</vt:lpstr>
      <vt:lpstr>Method 1 ⇝ Example 1</vt:lpstr>
      <vt:lpstr>Method 1 ⇝ Example 2(Continue)</vt:lpstr>
      <vt:lpstr>Method 1 ⇝ Example 1(Continue)</vt:lpstr>
      <vt:lpstr>Method 1 ⇝ Example 2</vt:lpstr>
      <vt:lpstr>Method 1 ⇝ Example 2(Continue)</vt:lpstr>
      <vt:lpstr>Method 1 ⇝ Example 2(Continue)</vt:lpstr>
      <vt:lpstr>Method 1 ⇝ Example 3</vt:lpstr>
      <vt:lpstr>Method 1 ⇝ Example 3(Continue)</vt:lpstr>
      <vt:lpstr>Method 1 ⇝ Example 3(Continue)</vt:lpstr>
      <vt:lpstr>Method 1 ⇝ Example 3(Continue)</vt:lpstr>
      <vt:lpstr>Method 1 ⇝ Example 4</vt:lpstr>
      <vt:lpstr>Method 1 ⇝ Example 4(Continue)</vt:lpstr>
      <vt:lpstr>Method 1 ⇝ Example 4(Continue)</vt:lpstr>
      <vt:lpstr>Method 1 ⇝ Example 4(Continue)</vt:lpstr>
      <vt:lpstr>Method – 2 Rank Correlation Coefficient</vt:lpstr>
      <vt:lpstr>What is Rank Correlation ?</vt:lpstr>
      <vt:lpstr>What is Rank Correlation ?</vt:lpstr>
      <vt:lpstr>Coefficient of Rank Correlation</vt:lpstr>
      <vt:lpstr>Spearman’s Coefficient of Rank Correlation</vt:lpstr>
      <vt:lpstr>Procedure to find ρ from the given values of x &amp; y</vt:lpstr>
      <vt:lpstr>Procedure to find ρ from the given values of x &amp; y</vt:lpstr>
      <vt:lpstr>Method 2 ⇝ Example 1</vt:lpstr>
      <vt:lpstr>Method 2 ⇝ Example 1(Continue)</vt:lpstr>
      <vt:lpstr>Method 2 ⇝ Example 1(Continue)</vt:lpstr>
      <vt:lpstr>Method 2 ⇝ Example 2</vt:lpstr>
      <vt:lpstr>Method 2 ⇝ Example 2(Continue)</vt:lpstr>
      <vt:lpstr>Method 2 ⇝ Example 2(Continue)</vt:lpstr>
      <vt:lpstr>Method 2 ⇝ Example 2(Continue)</vt:lpstr>
      <vt:lpstr>Method 2 ⇝ Example 2(Continue)</vt:lpstr>
      <vt:lpstr>Method 2 ⇝ Example 2(Continue)</vt:lpstr>
      <vt:lpstr>Method 2 ⇝ Example 2(Continue)</vt:lpstr>
      <vt:lpstr>Method 2 ⇝ Example 3</vt:lpstr>
      <vt:lpstr>Method 2 ⇝ Example 3(Continue)</vt:lpstr>
      <vt:lpstr>Method 2 ⇝ Example 3(Continue)</vt:lpstr>
      <vt:lpstr>Tied Rank / Repeated Rank</vt:lpstr>
      <vt:lpstr>Tied Rank / Repeated Rank</vt:lpstr>
      <vt:lpstr>Tied Rank / Repeated Rank</vt:lpstr>
      <vt:lpstr>Spearman’s Coefficient of Rank Correlation for Tied Rank</vt:lpstr>
      <vt:lpstr>Method 2 ⇝ Example 4</vt:lpstr>
      <vt:lpstr>Method 2 ⇝ Example 4(Continue)</vt:lpstr>
      <vt:lpstr>Method 2 ⇝ Example 4(Continue)</vt:lpstr>
      <vt:lpstr>Method 2 ⇝ Example 4(Continue)</vt:lpstr>
      <vt:lpstr>Method 2 ⇝ Example 4(Continue)</vt:lpstr>
      <vt:lpstr>Method 2 ⇝ Example 4(Continue)</vt:lpstr>
      <vt:lpstr>Method 2 ⇝ Example 4(Continue)</vt:lpstr>
      <vt:lpstr>Method 2 ⇝ Example 4(Continue)</vt:lpstr>
      <vt:lpstr>Method 2 ⇝ Example 5</vt:lpstr>
      <vt:lpstr>Method 2 ⇝ Example 5(Continue)</vt:lpstr>
      <vt:lpstr>Method 2 ⇝ Example 5(Continue)</vt:lpstr>
      <vt:lpstr>Method 2 ⇝ Example 5(Continue)</vt:lpstr>
      <vt:lpstr>Regression </vt:lpstr>
      <vt:lpstr>Regression </vt:lpstr>
      <vt:lpstr>Regression </vt:lpstr>
      <vt:lpstr>Types of Regression</vt:lpstr>
      <vt:lpstr>Types of Regression </vt:lpstr>
      <vt:lpstr>Types of Regression </vt:lpstr>
      <vt:lpstr>Methods of Studying Regression</vt:lpstr>
      <vt:lpstr>Method – 3 Linear Regression</vt:lpstr>
      <vt:lpstr>Linear Regression</vt:lpstr>
      <vt:lpstr>Types of Linear Regression</vt:lpstr>
      <vt:lpstr>Line of Regression</vt:lpstr>
      <vt:lpstr>Line of Regression of y on x</vt:lpstr>
      <vt:lpstr>Line of Regression of x on y</vt:lpstr>
      <vt:lpstr>Properties of Regression Coefficients</vt:lpstr>
      <vt:lpstr>Properties of Regression Coefficients</vt:lpstr>
      <vt:lpstr>Procedure to find line of regression from the given values of x &amp; y</vt:lpstr>
      <vt:lpstr>Method 3 ⇝ Example 1</vt:lpstr>
      <vt:lpstr>Method 3 ⇝ Example 1(Continue)</vt:lpstr>
      <vt:lpstr>Method 3 ⇝ Example 1(Continue)</vt:lpstr>
      <vt:lpstr>Method 3 ⇝ Example 1(Continue)</vt:lpstr>
      <vt:lpstr>Method 3 ⇝ Example 1(Continue)</vt:lpstr>
      <vt:lpstr>Method 3 ⇝ Example 1(Continue)</vt:lpstr>
      <vt:lpstr>Method 3 ⇝ Example 2</vt:lpstr>
      <vt:lpstr>Method 3 ⇝ Example 2(Continue)</vt:lpstr>
      <vt:lpstr>Method 3 ⇝ Example 2(Continue)</vt:lpstr>
      <vt:lpstr>Method 3 ⇝ Example 2(Continue)</vt:lpstr>
      <vt:lpstr>Other form of Regression Coefficient</vt:lpstr>
      <vt:lpstr>Other form of Regression Coefficient</vt:lpstr>
      <vt:lpstr>Method 3 ⇝ Example 3</vt:lpstr>
      <vt:lpstr>Method 3 ⇝ Example 3(Continue)</vt:lpstr>
      <vt:lpstr>Method 3 ⇝ Example 3(Continue)</vt:lpstr>
      <vt:lpstr>Method 3 ⇝ Example 3(Continue)</vt:lpstr>
      <vt:lpstr>Method 3 ⇝ Example 4</vt:lpstr>
      <vt:lpstr>Method 3 ⇝ Example 4(Continue)</vt:lpstr>
      <vt:lpstr>Method 3 ⇝ Example 4(Continue)</vt:lpstr>
      <vt:lpstr>Method 3 ⇝ Example 4(Continue)</vt:lpstr>
      <vt:lpstr>Method 3 ⇝ Example 4(Continue)</vt:lpstr>
      <vt:lpstr>Method 3 ⇝ Example 4(Continue)</vt:lpstr>
      <vt:lpstr>Method 3 ⇝ Example 4(Continue)</vt:lpstr>
      <vt:lpstr>Method 3 ⇝ Example 5</vt:lpstr>
      <vt:lpstr>Method 3 ⇝ Example 5(Continue)</vt:lpstr>
      <vt:lpstr>Method 3 ⇝ Example 4(Continue)</vt:lpstr>
      <vt:lpstr>Method 3 ⇝ Example 4(Continue)</vt:lpstr>
      <vt:lpstr>Curve Fitting</vt:lpstr>
      <vt:lpstr>Introduction</vt:lpstr>
      <vt:lpstr>Introduction</vt:lpstr>
      <vt:lpstr>Introduction</vt:lpstr>
      <vt:lpstr>Introduction</vt:lpstr>
      <vt:lpstr>Least Square Method</vt:lpstr>
      <vt:lpstr>Least Square Method</vt:lpstr>
      <vt:lpstr>Least Square Method</vt:lpstr>
      <vt:lpstr>Least Square Method</vt:lpstr>
      <vt:lpstr>Least Square Method</vt:lpstr>
      <vt:lpstr>Least Square Method</vt:lpstr>
      <vt:lpstr>Method – 4.1 Linear Curve Fitting</vt:lpstr>
      <vt:lpstr>Linear Curve Fitting</vt:lpstr>
      <vt:lpstr>Linear Curve Fitting</vt:lpstr>
      <vt:lpstr>Procedure to find best fitting straight line to the given data</vt:lpstr>
      <vt:lpstr>Method 4.1 ⇝ Example 1</vt:lpstr>
      <vt:lpstr>Method 4.1 ⇝ Example 1(Continue)</vt:lpstr>
      <vt:lpstr>Method 4.1 ⇝ Example 2</vt:lpstr>
      <vt:lpstr>Method 4.1 ⇝ Example 2(Continue)</vt:lpstr>
      <vt:lpstr>Method 4.1 ⇝ Example 3</vt:lpstr>
      <vt:lpstr>Method 4.1 ⇝ Example 3(Continue)</vt:lpstr>
      <vt:lpstr>Method 3 ⇝ Example 2(Continue)</vt:lpstr>
      <vt:lpstr>Method – 4.2 Quadratic Curve Fitting</vt:lpstr>
      <vt:lpstr>Quadratic Curve Fitting</vt:lpstr>
      <vt:lpstr>Quadratic Curve Fitting</vt:lpstr>
      <vt:lpstr>Procedure to find best fitting parabola to the given data</vt:lpstr>
      <vt:lpstr>How to store given data in the calculator?</vt:lpstr>
      <vt:lpstr>How to store given data in the calculator?</vt:lpstr>
      <vt:lpstr>How to find required values from the calculator?</vt:lpstr>
      <vt:lpstr>How to find required values from the calculator?</vt:lpstr>
      <vt:lpstr>Method 4.2 ⇝ Example 1</vt:lpstr>
      <vt:lpstr>Method 4.2 ⇝ Example 1(Continue)</vt:lpstr>
      <vt:lpstr>Method 4.2 ⇝ Example 1(Continue)</vt:lpstr>
      <vt:lpstr>Method 4.2 ⇝ Example 1(Continue)</vt:lpstr>
      <vt:lpstr>Method 4.2 ⇝ Example 2</vt:lpstr>
      <vt:lpstr>Method 4.2 ⇝ Example 2(Continue)</vt:lpstr>
      <vt:lpstr>Method 4.2 ⇝ Example 2(Continue)</vt:lpstr>
      <vt:lpstr>Method 4.2 ⇝ Example 3</vt:lpstr>
      <vt:lpstr>Method 4.2 ⇝ Example 3(Continue)</vt:lpstr>
      <vt:lpstr>Method 4.2 ⇝ Example 3(Continue)</vt:lpstr>
      <vt:lpstr>Method 4.2 ⇝ Example 3(Continue)</vt:lpstr>
      <vt:lpstr>Hypothesis Testing - I</vt:lpstr>
      <vt:lpstr>Introduction</vt:lpstr>
      <vt:lpstr>What is Hypothesis ?</vt:lpstr>
      <vt:lpstr>Population OR Universe</vt:lpstr>
      <vt:lpstr>Population OR Universe</vt:lpstr>
      <vt:lpstr>Population OR Universe</vt:lpstr>
      <vt:lpstr>Population OR Universe</vt:lpstr>
      <vt:lpstr>Population OR Universe</vt:lpstr>
      <vt:lpstr>Sampling</vt:lpstr>
      <vt:lpstr>Sampling </vt:lpstr>
      <vt:lpstr>Sampling </vt:lpstr>
      <vt:lpstr>Parameter and Statistics </vt:lpstr>
      <vt:lpstr>Parameter and Statistics </vt:lpstr>
      <vt:lpstr>Test of Significance </vt:lpstr>
      <vt:lpstr>Null Hypothesis and Alternative Hypothesis </vt:lpstr>
      <vt:lpstr>Null Hypothesis and Alternative Hypothesis </vt:lpstr>
      <vt:lpstr>Null Hypothesis and Alternative Hypothesis </vt:lpstr>
      <vt:lpstr>Null Hypothesis and Alternative Hypothesis </vt:lpstr>
      <vt:lpstr>Errors in Sampling </vt:lpstr>
      <vt:lpstr>Level of Significance </vt:lpstr>
      <vt:lpstr>Critical Region </vt:lpstr>
      <vt:lpstr>Acceptance Region </vt:lpstr>
      <vt:lpstr>Graphical representation </vt:lpstr>
      <vt:lpstr>Graphical representation </vt:lpstr>
      <vt:lpstr>Standard Error </vt:lpstr>
      <vt:lpstr>Standard Error </vt:lpstr>
      <vt:lpstr>Standard Error </vt:lpstr>
      <vt:lpstr>Standard Error </vt:lpstr>
      <vt:lpstr>Test Statistics </vt:lpstr>
      <vt:lpstr>Confidence Limit or Confidence Interval  </vt:lpstr>
      <vt:lpstr>Steps for Testing of Statistical Hypothesis  </vt:lpstr>
      <vt:lpstr>Conclusion  </vt:lpstr>
      <vt:lpstr>Hypothesis Testing for Large Sample - I</vt:lpstr>
      <vt:lpstr>Method – 5 Test for single Proportion</vt:lpstr>
      <vt:lpstr>Test for a Single Proportion</vt:lpstr>
      <vt:lpstr>Test for a Single Proportion</vt:lpstr>
      <vt:lpstr>Test for a Single Proportion</vt:lpstr>
      <vt:lpstr>Method 5 ⇝ Example 1</vt:lpstr>
      <vt:lpstr>Method 5 ⇝ Example 1(Continue)</vt:lpstr>
      <vt:lpstr>Method 5 ⇝ Example 2</vt:lpstr>
      <vt:lpstr>Method 5 ⇝ Example 2(Continue)</vt:lpstr>
      <vt:lpstr>Method 5 ⇝ Example 3</vt:lpstr>
      <vt:lpstr>Method 5 ⇝ Example 3(Continue)</vt:lpstr>
      <vt:lpstr>Method 5 ⇝ Example 4</vt:lpstr>
      <vt:lpstr>Method 5 ⇝ Example 4(Continue)</vt:lpstr>
      <vt:lpstr>Method 5 ⇝ Example 5</vt:lpstr>
      <vt:lpstr>Method 5 ⇝ Example 5(Continue)</vt:lpstr>
      <vt:lpstr>Method 5 ⇝ Example 6</vt:lpstr>
      <vt:lpstr>Method 5 ⇝ Example 6(Continue)</vt:lpstr>
      <vt:lpstr>Method 5 ⇝ Example 7</vt:lpstr>
      <vt:lpstr>Method 5 ⇝ Example 7(Continue)</vt:lpstr>
      <vt:lpstr>Method – 6 Test for Difference of Proportions</vt:lpstr>
      <vt:lpstr>Test for a Difference of Proportion</vt:lpstr>
      <vt:lpstr>Test for a Single Proportion</vt:lpstr>
      <vt:lpstr>Test for a Single Proportion</vt:lpstr>
      <vt:lpstr>Method 6 ⇝ Example 1</vt:lpstr>
      <vt:lpstr>Method 6 ⇝ Example 1(Continue)</vt:lpstr>
      <vt:lpstr>Method 6 ⇝ Example 1(Continue)</vt:lpstr>
      <vt:lpstr>Method 6 ⇝ Example 2</vt:lpstr>
      <vt:lpstr>Method 6 ⇝ Example 2(Continue)</vt:lpstr>
      <vt:lpstr>Method 6 ⇝ Example 2(Continue)</vt:lpstr>
      <vt:lpstr>Method 6 ⇝ Example 3</vt:lpstr>
      <vt:lpstr>Method 6 ⇝ Example 3(Continue)</vt:lpstr>
      <vt:lpstr>Method 6 ⇝ Example 3(Continue)</vt:lpstr>
      <vt:lpstr>Method 6 ⇝ Example 4</vt:lpstr>
      <vt:lpstr>Method 6 ⇝ Example 4(Continue)</vt:lpstr>
      <vt:lpstr>Method 6 ⇝ Example 4(Continue)</vt:lpstr>
      <vt:lpstr>Method 6 ⇝ Example 5</vt:lpstr>
      <vt:lpstr>Method 6 ⇝ Example 5(Continue)</vt:lpstr>
      <vt:lpstr>Method 6 ⇝ Example 5(Continue)</vt:lpstr>
      <vt:lpstr>Method 6 ⇝ Example 6</vt:lpstr>
      <vt:lpstr>Method 6 ⇝ Example 6(Continue)</vt:lpstr>
      <vt:lpstr>Method 6 ⇝ Example 6(Continue)</vt:lpstr>
      <vt:lpstr>Method 6 ⇝ Example 6(Continue)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Vasudev </cp:lastModifiedBy>
  <cp:revision>2798</cp:revision>
  <dcterms:created xsi:type="dcterms:W3CDTF">2020-05-01T05:09:15Z</dcterms:created>
  <dcterms:modified xsi:type="dcterms:W3CDTF">2025-02-05T03:19:53Z</dcterms:modified>
</cp:coreProperties>
</file>